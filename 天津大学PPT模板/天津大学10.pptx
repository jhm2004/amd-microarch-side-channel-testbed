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68" r:id="rId5"/>
    <p:sldId id="263" r:id="rId6"/>
    <p:sldId id="1624" r:id="rId7"/>
    <p:sldId id="1625" r:id="rId8"/>
    <p:sldId id="1626" r:id="rId9"/>
    <p:sldId id="1627" r:id="rId10"/>
    <p:sldId id="1628" r:id="rId11"/>
    <p:sldId id="1630" r:id="rId12"/>
    <p:sldId id="1698" r:id="rId13"/>
    <p:sldId id="1675" r:id="rId14"/>
    <p:sldId id="1676" r:id="rId15"/>
    <p:sldId id="1677" r:id="rId16"/>
    <p:sldId id="1678" r:id="rId17"/>
    <p:sldId id="1679" r:id="rId18"/>
    <p:sldId id="1680" r:id="rId19"/>
    <p:sldId id="1699" r:id="rId20"/>
    <p:sldId id="1687" r:id="rId21"/>
    <p:sldId id="1688" r:id="rId22"/>
    <p:sldId id="1689" r:id="rId23"/>
    <p:sldId id="1690" r:id="rId24"/>
    <p:sldId id="1691" r:id="rId25"/>
    <p:sldId id="1683" r:id="rId26"/>
    <p:sldId id="1700" r:id="rId27"/>
    <p:sldId id="1692" r:id="rId28"/>
    <p:sldId id="1693" r:id="rId29"/>
    <p:sldId id="1694" r:id="rId30"/>
    <p:sldId id="1695" r:id="rId31"/>
    <p:sldId id="1696" r:id="rId32"/>
    <p:sldId id="1697" r:id="rId33"/>
    <p:sldId id="262" r:id="rId34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4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gs" Target="tags/tag16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F90BC-B506-4944-94E0-74770609E5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EF182-2FCB-4867-99A2-224514D135E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EF182-2FCB-4867-99A2-224514D135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EF182-2FCB-4867-99A2-224514D135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emf"/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7"/>
          <p:cNvSpPr/>
          <p:nvPr/>
        </p:nvSpPr>
        <p:spPr bwMode="auto">
          <a:xfrm>
            <a:off x="1" y="0"/>
            <a:ext cx="5086350" cy="6858000"/>
          </a:xfrm>
          <a:prstGeom prst="parallelogram">
            <a:avLst>
              <a:gd name="adj" fmla="val 18186"/>
            </a:avLst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AutoShape 3"/>
          <p:cNvSpPr>
            <a:spLocks noChangeAspect="1" noChangeArrowheads="1" noTextEdit="1"/>
          </p:cNvSpPr>
          <p:nvPr/>
        </p:nvSpPr>
        <p:spPr bwMode="auto">
          <a:xfrm>
            <a:off x="0" y="0"/>
            <a:ext cx="122174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/>
        </p:nvSpPr>
        <p:spPr bwMode="auto">
          <a:xfrm>
            <a:off x="0" y="31750"/>
            <a:ext cx="5845175" cy="6826250"/>
          </a:xfrm>
          <a:custGeom>
            <a:avLst/>
            <a:gdLst>
              <a:gd name="T0" fmla="*/ 2709 w 3682"/>
              <a:gd name="T1" fmla="*/ 4300 h 4300"/>
              <a:gd name="T2" fmla="*/ 0 w 3682"/>
              <a:gd name="T3" fmla="*/ 4300 h 4300"/>
              <a:gd name="T4" fmla="*/ 0 w 3682"/>
              <a:gd name="T5" fmla="*/ 0 h 4300"/>
              <a:gd name="T6" fmla="*/ 3682 w 3682"/>
              <a:gd name="T7" fmla="*/ 0 h 4300"/>
              <a:gd name="T8" fmla="*/ 2709 w 3682"/>
              <a:gd name="T9" fmla="*/ 4300 h 4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82" h="4300">
                <a:moveTo>
                  <a:pt x="2709" y="4300"/>
                </a:moveTo>
                <a:lnTo>
                  <a:pt x="0" y="4300"/>
                </a:lnTo>
                <a:lnTo>
                  <a:pt x="0" y="0"/>
                </a:lnTo>
                <a:lnTo>
                  <a:pt x="3682" y="0"/>
                </a:lnTo>
                <a:lnTo>
                  <a:pt x="2709" y="430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0"/>
          <p:cNvSpPr/>
          <p:nvPr/>
        </p:nvSpPr>
        <p:spPr bwMode="auto">
          <a:xfrm>
            <a:off x="117475" y="0"/>
            <a:ext cx="5426075" cy="6826250"/>
          </a:xfrm>
          <a:custGeom>
            <a:avLst/>
            <a:gdLst>
              <a:gd name="T0" fmla="*/ 2447 w 3418"/>
              <a:gd name="T1" fmla="*/ 4300 h 4300"/>
              <a:gd name="T2" fmla="*/ 0 w 3418"/>
              <a:gd name="T3" fmla="*/ 4300 h 4300"/>
              <a:gd name="T4" fmla="*/ 0 w 3418"/>
              <a:gd name="T5" fmla="*/ 0 h 4300"/>
              <a:gd name="T6" fmla="*/ 3418 w 3418"/>
              <a:gd name="T7" fmla="*/ 0 h 4300"/>
              <a:gd name="T8" fmla="*/ 2447 w 3418"/>
              <a:gd name="T9" fmla="*/ 4300 h 4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18" h="4300">
                <a:moveTo>
                  <a:pt x="2447" y="4300"/>
                </a:moveTo>
                <a:lnTo>
                  <a:pt x="0" y="4300"/>
                </a:lnTo>
                <a:lnTo>
                  <a:pt x="0" y="0"/>
                </a:lnTo>
                <a:lnTo>
                  <a:pt x="3418" y="0"/>
                </a:lnTo>
                <a:lnTo>
                  <a:pt x="2447" y="430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192585" y="2574648"/>
            <a:ext cx="5304089" cy="558799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 baseline="0">
                <a:solidFill>
                  <a:sysClr val="windowText" lastClr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单击添加学院名称 </a:t>
            </a:r>
            <a:r>
              <a:rPr lang="en-US" altLang="zh-CN" dirty="0"/>
              <a:t>/ </a:t>
            </a:r>
            <a:r>
              <a:rPr lang="zh-CN" altLang="en-US" dirty="0"/>
              <a:t>专业名称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192585" y="1446245"/>
            <a:ext cx="5304089" cy="1128403"/>
          </a:xfrm>
        </p:spPr>
        <p:txBody>
          <a:bodyPr anchor="ctr">
            <a:normAutofit/>
          </a:bodyPr>
          <a:lstStyle>
            <a:lvl1pPr algn="r">
              <a:defRPr sz="3600">
                <a:solidFill>
                  <a:sysClr val="windowText" lastClr="000000"/>
                </a:solidFill>
              </a:defRPr>
            </a:lvl1pPr>
          </a:lstStyle>
          <a:p>
            <a:r>
              <a:rPr lang="zh-CN" altLang="en-US" dirty="0"/>
              <a:t>毕业论文答辩</a:t>
            </a:r>
            <a:r>
              <a:rPr lang="en-US" altLang="zh-CN" dirty="0"/>
              <a:t>PPT</a:t>
            </a:r>
            <a:r>
              <a:rPr lang="zh-CN" altLang="en-US" dirty="0"/>
              <a:t>模板</a:t>
            </a:r>
            <a:endParaRPr lang="zh-CN" altLang="en-US" dirty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1" y="0"/>
            <a:ext cx="5471859" cy="6858001"/>
            <a:chOff x="1" y="0"/>
            <a:chExt cx="5471859" cy="6858001"/>
          </a:xfrm>
        </p:grpSpPr>
        <p:sp>
          <p:nvSpPr>
            <p:cNvPr id="17" name="Freeform 7"/>
            <p:cNvSpPr/>
            <p:nvPr userDrawn="1"/>
          </p:nvSpPr>
          <p:spPr bwMode="auto">
            <a:xfrm>
              <a:off x="161926" y="0"/>
              <a:ext cx="5309934" cy="6858000"/>
            </a:xfrm>
            <a:prstGeom prst="parallelogram">
              <a:avLst>
                <a:gd name="adj" fmla="val 31121"/>
              </a:avLst>
            </a:prstGeom>
            <a:solidFill>
              <a:schemeClr val="accent1">
                <a:lumMod val="75000"/>
                <a:alpha val="16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" y="1"/>
              <a:ext cx="5010508" cy="6858000"/>
            </a:xfrm>
            <a:custGeom>
              <a:avLst/>
              <a:gdLst>
                <a:gd name="T0" fmla="*/ 2447 w 3418"/>
                <a:gd name="T1" fmla="*/ 4300 h 4300"/>
                <a:gd name="T2" fmla="*/ 0 w 3418"/>
                <a:gd name="T3" fmla="*/ 4300 h 4300"/>
                <a:gd name="T4" fmla="*/ 0 w 3418"/>
                <a:gd name="T5" fmla="*/ 0 h 4300"/>
                <a:gd name="T6" fmla="*/ 3418 w 3418"/>
                <a:gd name="T7" fmla="*/ 0 h 4300"/>
                <a:gd name="T8" fmla="*/ 2447 w 3418"/>
                <a:gd name="T9" fmla="*/ 4300 h 4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8" h="4300">
                  <a:moveTo>
                    <a:pt x="2447" y="4300"/>
                  </a:moveTo>
                  <a:lnTo>
                    <a:pt x="0" y="4300"/>
                  </a:lnTo>
                  <a:lnTo>
                    <a:pt x="0" y="0"/>
                  </a:lnTo>
                  <a:lnTo>
                    <a:pt x="3418" y="0"/>
                  </a:lnTo>
                  <a:lnTo>
                    <a:pt x="2447" y="430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329" name="组合 328"/>
          <p:cNvGrpSpPr/>
          <p:nvPr/>
        </p:nvGrpSpPr>
        <p:grpSpPr>
          <a:xfrm>
            <a:off x="590299" y="1176746"/>
            <a:ext cx="5021431" cy="4536258"/>
            <a:chOff x="423090" y="994900"/>
            <a:chExt cx="5333987" cy="4818615"/>
          </a:xfrm>
        </p:grpSpPr>
        <p:pic>
          <p:nvPicPr>
            <p:cNvPr id="327" name="图片 326"/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909401" y="994900"/>
              <a:ext cx="4634944" cy="4628714"/>
            </a:xfrm>
            <a:prstGeom prst="rect">
              <a:avLst/>
            </a:prstGeom>
          </p:spPr>
        </p:pic>
        <p:pic>
          <p:nvPicPr>
            <p:cNvPr id="328" name="图片 32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090" y="2857547"/>
              <a:ext cx="5333987" cy="2955968"/>
            </a:xfrm>
            <a:prstGeom prst="rect">
              <a:avLst/>
            </a:prstGeom>
          </p:spPr>
        </p:pic>
      </p:grp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192838" y="4176346"/>
            <a:ext cx="5303837" cy="271829"/>
          </a:xfrm>
        </p:spPr>
        <p:txBody>
          <a:bodyPr anchor="ctr">
            <a:normAutofit/>
          </a:bodyPr>
          <a:lstStyle>
            <a:lvl1pPr marL="0" indent="0" algn="r">
              <a:buNone/>
              <a:defRPr sz="105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答辩人</a:t>
            </a:r>
            <a:endParaRPr lang="zh-CN" altLang="en-US"/>
          </a:p>
        </p:txBody>
      </p:sp>
      <p:sp>
        <p:nvSpPr>
          <p:cNvPr id="2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192838" y="4448176"/>
            <a:ext cx="5303837" cy="271830"/>
          </a:xfrm>
        </p:spPr>
        <p:txBody>
          <a:bodyPr anchor="ctr">
            <a:normAutofit/>
          </a:bodyPr>
          <a:lstStyle>
            <a:lvl1pPr marL="0" indent="0" algn="r">
              <a:buNone/>
              <a:defRPr sz="105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/>
              <a:t>指导老师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636349" y="2624071"/>
            <a:ext cx="7860325" cy="428625"/>
          </a:xfrm>
        </p:spPr>
        <p:txBody>
          <a:bodyPr anchor="ctr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636349" y="3142297"/>
            <a:ext cx="7860325" cy="1095375"/>
          </a:xfrm>
        </p:spPr>
        <p:txBody>
          <a:bodyPr anchor="t"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760822" y="1885950"/>
            <a:ext cx="2727446" cy="2463919"/>
            <a:chOff x="423090" y="994900"/>
            <a:chExt cx="5333987" cy="4818615"/>
          </a:xfrm>
        </p:grpSpPr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9400" y="994900"/>
              <a:ext cx="4634944" cy="4628714"/>
            </a:xfrm>
            <a:prstGeom prst="rect">
              <a:avLst/>
            </a:prstGeom>
          </p:spPr>
        </p:pic>
        <p:pic>
          <p:nvPicPr>
            <p:cNvPr id="47" name="图片 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090" y="2857547"/>
              <a:ext cx="5333987" cy="2955968"/>
            </a:xfrm>
            <a:prstGeom prst="rect">
              <a:avLst/>
            </a:prstGeom>
          </p:spPr>
        </p:pic>
      </p:grp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45"/>
          <p:cNvSpPr/>
          <p:nvPr userDrawn="1"/>
        </p:nvSpPr>
        <p:spPr>
          <a:xfrm>
            <a:off x="695324" y="1028700"/>
            <a:ext cx="10825163" cy="8767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2" name="图片 1" descr="logo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9830" y="399415"/>
            <a:ext cx="1505585" cy="629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 rot="5400000">
            <a:off x="3995736" y="-3995735"/>
            <a:ext cx="4200526" cy="12192000"/>
            <a:chOff x="1" y="0"/>
            <a:chExt cx="5471859" cy="6858001"/>
          </a:xfrm>
          <a:blipFill rotWithShape="0">
            <a:blip r:embed="rId2"/>
            <a:stretch>
              <a:fillRect l="-25000" r="-25000"/>
            </a:stretch>
          </a:blipFill>
        </p:grpSpPr>
        <p:sp>
          <p:nvSpPr>
            <p:cNvPr id="11" name="Freeform 7"/>
            <p:cNvSpPr/>
            <p:nvPr userDrawn="1"/>
          </p:nvSpPr>
          <p:spPr bwMode="auto">
            <a:xfrm>
              <a:off x="161926" y="0"/>
              <a:ext cx="5309934" cy="6858000"/>
            </a:xfrm>
            <a:prstGeom prst="parallelogram">
              <a:avLst>
                <a:gd name="adj" fmla="val 31121"/>
              </a:avLst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9"/>
            <p:cNvSpPr/>
            <p:nvPr/>
          </p:nvSpPr>
          <p:spPr bwMode="auto">
            <a:xfrm>
              <a:off x="1" y="1"/>
              <a:ext cx="5010508" cy="6858000"/>
            </a:xfrm>
            <a:custGeom>
              <a:avLst/>
              <a:gdLst>
                <a:gd name="T0" fmla="*/ 2447 w 3418"/>
                <a:gd name="T1" fmla="*/ 4300 h 4300"/>
                <a:gd name="T2" fmla="*/ 0 w 3418"/>
                <a:gd name="T3" fmla="*/ 4300 h 4300"/>
                <a:gd name="T4" fmla="*/ 0 w 3418"/>
                <a:gd name="T5" fmla="*/ 0 h 4300"/>
                <a:gd name="T6" fmla="*/ 3418 w 3418"/>
                <a:gd name="T7" fmla="*/ 0 h 4300"/>
                <a:gd name="T8" fmla="*/ 2447 w 3418"/>
                <a:gd name="T9" fmla="*/ 4300 h 4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8" h="4300">
                  <a:moveTo>
                    <a:pt x="2447" y="4300"/>
                  </a:moveTo>
                  <a:lnTo>
                    <a:pt x="0" y="4300"/>
                  </a:lnTo>
                  <a:lnTo>
                    <a:pt x="0" y="0"/>
                  </a:lnTo>
                  <a:lnTo>
                    <a:pt x="3418" y="0"/>
                  </a:lnTo>
                  <a:lnTo>
                    <a:pt x="2447" y="4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925" y="3970671"/>
            <a:ext cx="10850564" cy="945734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致谢 感恩</a:t>
            </a:r>
            <a:endParaRPr lang="zh-CN" altLang="en-US" dirty="0"/>
          </a:p>
        </p:txBody>
      </p:sp>
      <p:sp>
        <p:nvSpPr>
          <p:cNvPr id="63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5" y="5215495"/>
            <a:ext cx="10850564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600" smtClean="0"/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/>
              <a:t>署名</a:t>
            </a:r>
            <a:endParaRPr lang="en-US" altLang="zh-CN" dirty="0"/>
          </a:p>
        </p:txBody>
      </p:sp>
      <p:grpSp>
        <p:nvGrpSpPr>
          <p:cNvPr id="193" name="组合 192"/>
          <p:cNvGrpSpPr/>
          <p:nvPr/>
        </p:nvGrpSpPr>
        <p:grpSpPr>
          <a:xfrm>
            <a:off x="4474285" y="1016000"/>
            <a:ext cx="3204984" cy="2895317"/>
            <a:chOff x="423090" y="994900"/>
            <a:chExt cx="5333987" cy="4818615"/>
          </a:xfrm>
        </p:grpSpPr>
        <p:pic>
          <p:nvPicPr>
            <p:cNvPr id="194" name="图片 19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09400" y="994900"/>
              <a:ext cx="4634944" cy="4628714"/>
            </a:xfrm>
            <a:prstGeom prst="rect">
              <a:avLst/>
            </a:prstGeom>
          </p:spPr>
        </p:pic>
        <p:pic>
          <p:nvPicPr>
            <p:cNvPr id="195" name="图片 19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3090" y="2857547"/>
              <a:ext cx="5333987" cy="2955968"/>
            </a:xfrm>
            <a:prstGeom prst="rect">
              <a:avLst/>
            </a:prstGeom>
          </p:spPr>
        </p:pic>
      </p:grpSp>
      <p:sp>
        <p:nvSpPr>
          <p:cNvPr id="13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5" y="5531129"/>
            <a:ext cx="10850564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600" smtClean="0"/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fld id="{6F2F4490-F068-4919-AEB0-E87C65EBDA2A}" type="datetime2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5"/>
          <p:cNvSpPr/>
          <p:nvPr/>
        </p:nvSpPr>
        <p:spPr>
          <a:xfrm>
            <a:off x="-600" y="937992"/>
            <a:ext cx="12192000" cy="1063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5" y="1"/>
            <a:ext cx="9399850" cy="9205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6058" y="1125538"/>
            <a:ext cx="10859191" cy="5011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6058" y="6240463"/>
            <a:ext cx="4114800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39174" y="6240463"/>
            <a:ext cx="2886075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72" name="组合 71"/>
          <p:cNvGrpSpPr/>
          <p:nvPr/>
        </p:nvGrpSpPr>
        <p:grpSpPr>
          <a:xfrm>
            <a:off x="10057075" y="331568"/>
            <a:ext cx="1963737" cy="1057275"/>
            <a:chOff x="5268913" y="2360613"/>
            <a:chExt cx="1963737" cy="1057275"/>
          </a:xfrm>
        </p:grpSpPr>
        <p:sp>
          <p:nvSpPr>
            <p:cNvPr id="39" name="Freeform 32"/>
            <p:cNvSpPr/>
            <p:nvPr/>
          </p:nvSpPr>
          <p:spPr bwMode="auto">
            <a:xfrm>
              <a:off x="7069138" y="3162300"/>
              <a:ext cx="163512" cy="192087"/>
            </a:xfrm>
            <a:custGeom>
              <a:avLst/>
              <a:gdLst>
                <a:gd name="T0" fmla="*/ 83 w 86"/>
                <a:gd name="T1" fmla="*/ 81 h 102"/>
                <a:gd name="T2" fmla="*/ 86 w 86"/>
                <a:gd name="T3" fmla="*/ 79 h 102"/>
                <a:gd name="T4" fmla="*/ 38 w 86"/>
                <a:gd name="T5" fmla="*/ 12 h 102"/>
                <a:gd name="T6" fmla="*/ 13 w 86"/>
                <a:gd name="T7" fmla="*/ 18 h 102"/>
                <a:gd name="T8" fmla="*/ 27 w 86"/>
                <a:gd name="T9" fmla="*/ 102 h 102"/>
                <a:gd name="T10" fmla="*/ 63 w 86"/>
                <a:gd name="T11" fmla="*/ 88 h 102"/>
                <a:gd name="T12" fmla="*/ 65 w 86"/>
                <a:gd name="T13" fmla="*/ 62 h 102"/>
                <a:gd name="T14" fmla="*/ 83 w 86"/>
                <a:gd name="T15" fmla="*/ 8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102">
                  <a:moveTo>
                    <a:pt x="83" y="81"/>
                  </a:moveTo>
                  <a:cubicBezTo>
                    <a:pt x="86" y="79"/>
                    <a:pt x="86" y="79"/>
                    <a:pt x="86" y="79"/>
                  </a:cubicBezTo>
                  <a:cubicBezTo>
                    <a:pt x="76" y="59"/>
                    <a:pt x="56" y="20"/>
                    <a:pt x="38" y="12"/>
                  </a:cubicBezTo>
                  <a:cubicBezTo>
                    <a:pt x="14" y="0"/>
                    <a:pt x="13" y="18"/>
                    <a:pt x="13" y="18"/>
                  </a:cubicBezTo>
                  <a:cubicBezTo>
                    <a:pt x="0" y="54"/>
                    <a:pt x="27" y="102"/>
                    <a:pt x="27" y="102"/>
                  </a:cubicBezTo>
                  <a:cubicBezTo>
                    <a:pt x="63" y="88"/>
                    <a:pt x="63" y="88"/>
                    <a:pt x="63" y="88"/>
                  </a:cubicBezTo>
                  <a:cubicBezTo>
                    <a:pt x="65" y="62"/>
                    <a:pt x="65" y="62"/>
                    <a:pt x="65" y="62"/>
                  </a:cubicBezTo>
                  <a:lnTo>
                    <a:pt x="83" y="81"/>
                  </a:lnTo>
                  <a:close/>
                </a:path>
              </a:pathLst>
            </a:custGeom>
            <a:solidFill>
              <a:srgbClr val="7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3"/>
            <p:cNvSpPr/>
            <p:nvPr/>
          </p:nvSpPr>
          <p:spPr bwMode="auto">
            <a:xfrm>
              <a:off x="5764213" y="2560638"/>
              <a:ext cx="1042987" cy="857250"/>
            </a:xfrm>
            <a:custGeom>
              <a:avLst/>
              <a:gdLst>
                <a:gd name="T0" fmla="*/ 551 w 551"/>
                <a:gd name="T1" fmla="*/ 263 h 452"/>
                <a:gd name="T2" fmla="*/ 425 w 551"/>
                <a:gd name="T3" fmla="*/ 0 h 452"/>
                <a:gd name="T4" fmla="*/ 0 w 551"/>
                <a:gd name="T5" fmla="*/ 156 h 452"/>
                <a:gd name="T6" fmla="*/ 74 w 551"/>
                <a:gd name="T7" fmla="*/ 438 h 452"/>
                <a:gd name="T8" fmla="*/ 327 w 551"/>
                <a:gd name="T9" fmla="*/ 390 h 452"/>
                <a:gd name="T10" fmla="*/ 551 w 551"/>
                <a:gd name="T11" fmla="*/ 263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1" h="452">
                  <a:moveTo>
                    <a:pt x="551" y="263"/>
                  </a:moveTo>
                  <a:cubicBezTo>
                    <a:pt x="425" y="0"/>
                    <a:pt x="425" y="0"/>
                    <a:pt x="425" y="0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74" y="438"/>
                    <a:pt x="74" y="438"/>
                    <a:pt x="74" y="438"/>
                  </a:cubicBezTo>
                  <a:cubicBezTo>
                    <a:pt x="107" y="452"/>
                    <a:pt x="211" y="433"/>
                    <a:pt x="327" y="390"/>
                  </a:cubicBezTo>
                  <a:cubicBezTo>
                    <a:pt x="444" y="347"/>
                    <a:pt x="535" y="294"/>
                    <a:pt x="551" y="263"/>
                  </a:cubicBezTo>
                </a:path>
              </a:pathLst>
            </a:custGeom>
            <a:solidFill>
              <a:srgbClr val="384C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4"/>
            <p:cNvSpPr/>
            <p:nvPr/>
          </p:nvSpPr>
          <p:spPr bwMode="auto">
            <a:xfrm>
              <a:off x="5764213" y="2560638"/>
              <a:ext cx="923925" cy="598487"/>
            </a:xfrm>
            <a:custGeom>
              <a:avLst/>
              <a:gdLst>
                <a:gd name="T0" fmla="*/ 507 w 582"/>
                <a:gd name="T1" fmla="*/ 0 h 377"/>
                <a:gd name="T2" fmla="*/ 507 w 582"/>
                <a:gd name="T3" fmla="*/ 0 h 377"/>
                <a:gd name="T4" fmla="*/ 0 w 582"/>
                <a:gd name="T5" fmla="*/ 187 h 377"/>
                <a:gd name="T6" fmla="*/ 44 w 582"/>
                <a:gd name="T7" fmla="*/ 355 h 377"/>
                <a:gd name="T8" fmla="*/ 358 w 582"/>
                <a:gd name="T9" fmla="*/ 377 h 377"/>
                <a:gd name="T10" fmla="*/ 582 w 582"/>
                <a:gd name="T11" fmla="*/ 157 h 377"/>
                <a:gd name="T12" fmla="*/ 507 w 582"/>
                <a:gd name="T13" fmla="*/ 0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2" h="377">
                  <a:moveTo>
                    <a:pt x="507" y="0"/>
                  </a:moveTo>
                  <a:lnTo>
                    <a:pt x="507" y="0"/>
                  </a:lnTo>
                  <a:lnTo>
                    <a:pt x="0" y="187"/>
                  </a:lnTo>
                  <a:lnTo>
                    <a:pt x="44" y="355"/>
                  </a:lnTo>
                  <a:lnTo>
                    <a:pt x="358" y="377"/>
                  </a:lnTo>
                  <a:lnTo>
                    <a:pt x="582" y="157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0C17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5764213" y="2560638"/>
              <a:ext cx="923925" cy="598487"/>
            </a:xfrm>
            <a:custGeom>
              <a:avLst/>
              <a:gdLst>
                <a:gd name="T0" fmla="*/ 507 w 582"/>
                <a:gd name="T1" fmla="*/ 0 h 377"/>
                <a:gd name="T2" fmla="*/ 507 w 582"/>
                <a:gd name="T3" fmla="*/ 0 h 377"/>
                <a:gd name="T4" fmla="*/ 0 w 582"/>
                <a:gd name="T5" fmla="*/ 187 h 377"/>
                <a:gd name="T6" fmla="*/ 44 w 582"/>
                <a:gd name="T7" fmla="*/ 355 h 377"/>
                <a:gd name="T8" fmla="*/ 358 w 582"/>
                <a:gd name="T9" fmla="*/ 377 h 377"/>
                <a:gd name="T10" fmla="*/ 582 w 582"/>
                <a:gd name="T11" fmla="*/ 157 h 377"/>
                <a:gd name="T12" fmla="*/ 507 w 582"/>
                <a:gd name="T13" fmla="*/ 0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2" h="377">
                  <a:moveTo>
                    <a:pt x="507" y="0"/>
                  </a:moveTo>
                  <a:lnTo>
                    <a:pt x="507" y="0"/>
                  </a:lnTo>
                  <a:lnTo>
                    <a:pt x="0" y="187"/>
                  </a:lnTo>
                  <a:lnTo>
                    <a:pt x="44" y="355"/>
                  </a:lnTo>
                  <a:lnTo>
                    <a:pt x="358" y="377"/>
                  </a:lnTo>
                  <a:lnTo>
                    <a:pt x="582" y="157"/>
                  </a:lnTo>
                  <a:lnTo>
                    <a:pt x="50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5281613" y="2398713"/>
              <a:ext cx="1782762" cy="730250"/>
            </a:xfrm>
            <a:custGeom>
              <a:avLst/>
              <a:gdLst>
                <a:gd name="T0" fmla="*/ 654 w 1123"/>
                <a:gd name="T1" fmla="*/ 460 h 460"/>
                <a:gd name="T2" fmla="*/ 0 w 1123"/>
                <a:gd name="T3" fmla="*/ 413 h 460"/>
                <a:gd name="T4" fmla="*/ 511 w 1123"/>
                <a:gd name="T5" fmla="*/ 71 h 460"/>
                <a:gd name="T6" fmla="*/ 1123 w 1123"/>
                <a:gd name="T7" fmla="*/ 0 h 460"/>
                <a:gd name="T8" fmla="*/ 654 w 1123"/>
                <a:gd name="T9" fmla="*/ 46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3" h="460">
                  <a:moveTo>
                    <a:pt x="654" y="460"/>
                  </a:moveTo>
                  <a:lnTo>
                    <a:pt x="0" y="413"/>
                  </a:lnTo>
                  <a:lnTo>
                    <a:pt x="511" y="71"/>
                  </a:lnTo>
                  <a:lnTo>
                    <a:pt x="1123" y="0"/>
                  </a:lnTo>
                  <a:lnTo>
                    <a:pt x="654" y="460"/>
                  </a:lnTo>
                  <a:close/>
                </a:path>
              </a:pathLst>
            </a:custGeom>
            <a:solidFill>
              <a:srgbClr val="1F2B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37"/>
            <p:cNvSpPr/>
            <p:nvPr/>
          </p:nvSpPr>
          <p:spPr bwMode="auto">
            <a:xfrm>
              <a:off x="5268913" y="2360613"/>
              <a:ext cx="1781175" cy="730250"/>
            </a:xfrm>
            <a:custGeom>
              <a:avLst/>
              <a:gdLst>
                <a:gd name="T0" fmla="*/ 654 w 1122"/>
                <a:gd name="T1" fmla="*/ 460 h 460"/>
                <a:gd name="T2" fmla="*/ 0 w 1122"/>
                <a:gd name="T3" fmla="*/ 414 h 460"/>
                <a:gd name="T4" fmla="*/ 511 w 1122"/>
                <a:gd name="T5" fmla="*/ 72 h 460"/>
                <a:gd name="T6" fmla="*/ 1122 w 1122"/>
                <a:gd name="T7" fmla="*/ 0 h 460"/>
                <a:gd name="T8" fmla="*/ 654 w 1122"/>
                <a:gd name="T9" fmla="*/ 460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2" h="460">
                  <a:moveTo>
                    <a:pt x="654" y="460"/>
                  </a:moveTo>
                  <a:lnTo>
                    <a:pt x="0" y="414"/>
                  </a:lnTo>
                  <a:lnTo>
                    <a:pt x="511" y="72"/>
                  </a:lnTo>
                  <a:lnTo>
                    <a:pt x="1122" y="0"/>
                  </a:lnTo>
                  <a:lnTo>
                    <a:pt x="654" y="460"/>
                  </a:lnTo>
                  <a:close/>
                </a:path>
              </a:pathLst>
            </a:custGeom>
            <a:solidFill>
              <a:srgbClr val="5466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38"/>
            <p:cNvSpPr/>
            <p:nvPr/>
          </p:nvSpPr>
          <p:spPr bwMode="auto">
            <a:xfrm>
              <a:off x="5268913" y="3017838"/>
              <a:ext cx="1050925" cy="111125"/>
            </a:xfrm>
            <a:custGeom>
              <a:avLst/>
              <a:gdLst>
                <a:gd name="T0" fmla="*/ 0 w 662"/>
                <a:gd name="T1" fmla="*/ 0 h 70"/>
                <a:gd name="T2" fmla="*/ 8 w 662"/>
                <a:gd name="T3" fmla="*/ 23 h 70"/>
                <a:gd name="T4" fmla="*/ 662 w 662"/>
                <a:gd name="T5" fmla="*/ 70 h 70"/>
                <a:gd name="T6" fmla="*/ 654 w 662"/>
                <a:gd name="T7" fmla="*/ 46 h 70"/>
                <a:gd name="T8" fmla="*/ 0 w 662"/>
                <a:gd name="T9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2" h="70">
                  <a:moveTo>
                    <a:pt x="0" y="0"/>
                  </a:moveTo>
                  <a:lnTo>
                    <a:pt x="8" y="23"/>
                  </a:lnTo>
                  <a:lnTo>
                    <a:pt x="662" y="70"/>
                  </a:lnTo>
                  <a:lnTo>
                    <a:pt x="654" y="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B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39"/>
            <p:cNvSpPr/>
            <p:nvPr/>
          </p:nvSpPr>
          <p:spPr bwMode="auto">
            <a:xfrm>
              <a:off x="6307138" y="2360613"/>
              <a:ext cx="757237" cy="768350"/>
            </a:xfrm>
            <a:custGeom>
              <a:avLst/>
              <a:gdLst>
                <a:gd name="T0" fmla="*/ 468 w 477"/>
                <a:gd name="T1" fmla="*/ 0 h 484"/>
                <a:gd name="T2" fmla="*/ 477 w 477"/>
                <a:gd name="T3" fmla="*/ 24 h 484"/>
                <a:gd name="T4" fmla="*/ 8 w 477"/>
                <a:gd name="T5" fmla="*/ 484 h 484"/>
                <a:gd name="T6" fmla="*/ 0 w 477"/>
                <a:gd name="T7" fmla="*/ 460 h 484"/>
                <a:gd name="T8" fmla="*/ 468 w 477"/>
                <a:gd name="T9" fmla="*/ 0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7" h="484">
                  <a:moveTo>
                    <a:pt x="468" y="0"/>
                  </a:moveTo>
                  <a:lnTo>
                    <a:pt x="477" y="24"/>
                  </a:lnTo>
                  <a:lnTo>
                    <a:pt x="8" y="484"/>
                  </a:lnTo>
                  <a:lnTo>
                    <a:pt x="0" y="460"/>
                  </a:lnTo>
                  <a:lnTo>
                    <a:pt x="468" y="0"/>
                  </a:lnTo>
                  <a:close/>
                </a:path>
              </a:pathLst>
            </a:custGeom>
            <a:solidFill>
              <a:srgbClr val="384C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0"/>
            <p:cNvSpPr/>
            <p:nvPr/>
          </p:nvSpPr>
          <p:spPr bwMode="auto">
            <a:xfrm>
              <a:off x="6088063" y="2692400"/>
              <a:ext cx="177800" cy="87312"/>
            </a:xfrm>
            <a:custGeom>
              <a:avLst/>
              <a:gdLst>
                <a:gd name="T0" fmla="*/ 91 w 94"/>
                <a:gd name="T1" fmla="*/ 7 h 46"/>
                <a:gd name="T2" fmla="*/ 51 w 94"/>
                <a:gd name="T3" fmla="*/ 36 h 46"/>
                <a:gd name="T4" fmla="*/ 3 w 94"/>
                <a:gd name="T5" fmla="*/ 40 h 46"/>
                <a:gd name="T6" fmla="*/ 42 w 94"/>
                <a:gd name="T7" fmla="*/ 11 h 46"/>
                <a:gd name="T8" fmla="*/ 91 w 94"/>
                <a:gd name="T9" fmla="*/ 7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46">
                  <a:moveTo>
                    <a:pt x="91" y="7"/>
                  </a:moveTo>
                  <a:cubicBezTo>
                    <a:pt x="94" y="14"/>
                    <a:pt x="76" y="27"/>
                    <a:pt x="51" y="36"/>
                  </a:cubicBezTo>
                  <a:cubicBezTo>
                    <a:pt x="27" y="45"/>
                    <a:pt x="5" y="46"/>
                    <a:pt x="3" y="40"/>
                  </a:cubicBezTo>
                  <a:cubicBezTo>
                    <a:pt x="0" y="33"/>
                    <a:pt x="18" y="20"/>
                    <a:pt x="42" y="11"/>
                  </a:cubicBezTo>
                  <a:cubicBezTo>
                    <a:pt x="67" y="2"/>
                    <a:pt x="89" y="0"/>
                    <a:pt x="91" y="7"/>
                  </a:cubicBezTo>
                  <a:close/>
                </a:path>
              </a:pathLst>
            </a:custGeom>
            <a:solidFill>
              <a:srgbClr val="384C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1"/>
            <p:cNvSpPr/>
            <p:nvPr/>
          </p:nvSpPr>
          <p:spPr bwMode="auto">
            <a:xfrm>
              <a:off x="6130925" y="2547938"/>
              <a:ext cx="1003300" cy="657225"/>
            </a:xfrm>
            <a:custGeom>
              <a:avLst/>
              <a:gdLst>
                <a:gd name="T0" fmla="*/ 32 w 530"/>
                <a:gd name="T1" fmla="*/ 111 h 347"/>
                <a:gd name="T2" fmla="*/ 322 w 530"/>
                <a:gd name="T3" fmla="*/ 30 h 347"/>
                <a:gd name="T4" fmla="*/ 361 w 530"/>
                <a:gd name="T5" fmla="*/ 28 h 347"/>
                <a:gd name="T6" fmla="*/ 359 w 530"/>
                <a:gd name="T7" fmla="*/ 20 h 347"/>
                <a:gd name="T8" fmla="*/ 376 w 530"/>
                <a:gd name="T9" fmla="*/ 60 h 347"/>
                <a:gd name="T10" fmla="*/ 496 w 530"/>
                <a:gd name="T11" fmla="*/ 330 h 347"/>
                <a:gd name="T12" fmla="*/ 522 w 530"/>
                <a:gd name="T13" fmla="*/ 320 h 347"/>
                <a:gd name="T14" fmla="*/ 385 w 530"/>
                <a:gd name="T15" fmla="*/ 9 h 347"/>
                <a:gd name="T16" fmla="*/ 370 w 530"/>
                <a:gd name="T17" fmla="*/ 0 h 347"/>
                <a:gd name="T18" fmla="*/ 16 w 530"/>
                <a:gd name="T19" fmla="*/ 88 h 347"/>
                <a:gd name="T20" fmla="*/ 32 w 530"/>
                <a:gd name="T21" fmla="*/ 111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30" h="347">
                  <a:moveTo>
                    <a:pt x="32" y="111"/>
                  </a:moveTo>
                  <a:cubicBezTo>
                    <a:pt x="119" y="59"/>
                    <a:pt x="222" y="38"/>
                    <a:pt x="322" y="30"/>
                  </a:cubicBezTo>
                  <a:cubicBezTo>
                    <a:pt x="333" y="29"/>
                    <a:pt x="350" y="32"/>
                    <a:pt x="361" y="28"/>
                  </a:cubicBezTo>
                  <a:cubicBezTo>
                    <a:pt x="379" y="22"/>
                    <a:pt x="361" y="33"/>
                    <a:pt x="359" y="20"/>
                  </a:cubicBezTo>
                  <a:cubicBezTo>
                    <a:pt x="361" y="33"/>
                    <a:pt x="371" y="48"/>
                    <a:pt x="376" y="60"/>
                  </a:cubicBezTo>
                  <a:cubicBezTo>
                    <a:pt x="416" y="150"/>
                    <a:pt x="456" y="240"/>
                    <a:pt x="496" y="330"/>
                  </a:cubicBezTo>
                  <a:cubicBezTo>
                    <a:pt x="503" y="347"/>
                    <a:pt x="530" y="337"/>
                    <a:pt x="522" y="320"/>
                  </a:cubicBezTo>
                  <a:cubicBezTo>
                    <a:pt x="476" y="217"/>
                    <a:pt x="431" y="113"/>
                    <a:pt x="385" y="9"/>
                  </a:cubicBezTo>
                  <a:cubicBezTo>
                    <a:pt x="382" y="3"/>
                    <a:pt x="377" y="0"/>
                    <a:pt x="370" y="0"/>
                  </a:cubicBezTo>
                  <a:cubicBezTo>
                    <a:pt x="249" y="0"/>
                    <a:pt x="120" y="25"/>
                    <a:pt x="16" y="88"/>
                  </a:cubicBezTo>
                  <a:cubicBezTo>
                    <a:pt x="0" y="97"/>
                    <a:pt x="17" y="120"/>
                    <a:pt x="32" y="111"/>
                  </a:cubicBezTo>
                  <a:close/>
                </a:path>
              </a:pathLst>
            </a:custGeom>
            <a:solidFill>
              <a:srgbClr val="7F1F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2"/>
            <p:cNvSpPr/>
            <p:nvPr/>
          </p:nvSpPr>
          <p:spPr bwMode="auto">
            <a:xfrm>
              <a:off x="7035800" y="3117850"/>
              <a:ext cx="139700" cy="138112"/>
            </a:xfrm>
            <a:custGeom>
              <a:avLst/>
              <a:gdLst>
                <a:gd name="T0" fmla="*/ 68 w 74"/>
                <a:gd name="T1" fmla="*/ 25 h 73"/>
                <a:gd name="T2" fmla="*/ 48 w 74"/>
                <a:gd name="T3" fmla="*/ 67 h 73"/>
                <a:gd name="T4" fmla="*/ 7 w 74"/>
                <a:gd name="T5" fmla="*/ 48 h 73"/>
                <a:gd name="T6" fmla="*/ 26 w 74"/>
                <a:gd name="T7" fmla="*/ 6 h 73"/>
                <a:gd name="T8" fmla="*/ 68 w 74"/>
                <a:gd name="T9" fmla="*/ 2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" h="73">
                  <a:moveTo>
                    <a:pt x="68" y="25"/>
                  </a:moveTo>
                  <a:cubicBezTo>
                    <a:pt x="74" y="42"/>
                    <a:pt x="65" y="61"/>
                    <a:pt x="48" y="67"/>
                  </a:cubicBezTo>
                  <a:cubicBezTo>
                    <a:pt x="32" y="73"/>
                    <a:pt x="13" y="65"/>
                    <a:pt x="7" y="48"/>
                  </a:cubicBezTo>
                  <a:cubicBezTo>
                    <a:pt x="0" y="31"/>
                    <a:pt x="9" y="12"/>
                    <a:pt x="26" y="6"/>
                  </a:cubicBezTo>
                  <a:cubicBezTo>
                    <a:pt x="43" y="0"/>
                    <a:pt x="62" y="8"/>
                    <a:pt x="68" y="25"/>
                  </a:cubicBezTo>
                  <a:close/>
                </a:path>
              </a:pathLst>
            </a:custGeom>
            <a:solidFill>
              <a:srgbClr val="B5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6.jpeg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jpeg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jpeg"/><Relationship Id="rId1" Type="http://schemas.openxmlformats.org/officeDocument/2006/relationships/tags" Target="../tags/tag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副标题 1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Subtitle here</a:t>
            </a:r>
            <a:endParaRPr lang="en-US" altLang="zh-CN" dirty="0"/>
          </a:p>
        </p:txBody>
      </p:sp>
      <p:sp>
        <p:nvSpPr>
          <p:cNvPr id="15" name="标题 1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iSlide</a:t>
            </a:r>
            <a:r>
              <a:rPr lang="en-US" altLang="zh-CN" baseline="30000" dirty="0"/>
              <a:t>®</a:t>
            </a:r>
            <a:r>
              <a:rPr lang="en-US" altLang="zh-CN" dirty="0"/>
              <a:t> PowerPoint </a:t>
            </a:r>
            <a:br>
              <a:rPr lang="en-US" altLang="zh-CN" dirty="0"/>
            </a:br>
            <a:r>
              <a:rPr lang="en-US" altLang="zh-CN" dirty="0"/>
              <a:t>standard template.</a:t>
            </a:r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Speaker name and title</a:t>
            </a:r>
            <a:endParaRPr lang="en-US" altLang="zh-CN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/>
          </a:p>
        </p:txBody>
      </p:sp>
      <p:pic>
        <p:nvPicPr>
          <p:cNvPr id="2" name="图片 1" descr="logo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5925" y="2287905"/>
            <a:ext cx="5170805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90060" y="708660"/>
            <a:ext cx="7406640" cy="5474335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išḷîḋè"/>
          <p:cNvSpPr/>
          <p:nvPr/>
        </p:nvSpPr>
        <p:spPr bwMode="auto">
          <a:xfrm>
            <a:off x="0" y="642938"/>
            <a:ext cx="4111625" cy="5822951"/>
          </a:xfrm>
          <a:custGeom>
            <a:avLst/>
            <a:gdLst>
              <a:gd name="connsiteX0" fmla="*/ 1340314 w 4111625"/>
              <a:gd name="connsiteY0" fmla="*/ 249119 h 5822951"/>
              <a:gd name="connsiteX1" fmla="*/ 1360734 w 4111625"/>
              <a:gd name="connsiteY1" fmla="*/ 250397 h 5822951"/>
              <a:gd name="connsiteX2" fmla="*/ 1350927 w 4111625"/>
              <a:gd name="connsiteY2" fmla="*/ 249783 h 5822951"/>
              <a:gd name="connsiteX3" fmla="*/ 1302697 w 4111625"/>
              <a:gd name="connsiteY3" fmla="*/ 246765 h 5822951"/>
              <a:gd name="connsiteX4" fmla="*/ 1327635 w 4111625"/>
              <a:gd name="connsiteY4" fmla="*/ 248326 h 5822951"/>
              <a:gd name="connsiteX5" fmla="*/ 1340314 w 4111625"/>
              <a:gd name="connsiteY5" fmla="*/ 249119 h 5822951"/>
              <a:gd name="connsiteX6" fmla="*/ 1315376 w 4111625"/>
              <a:gd name="connsiteY6" fmla="*/ 247559 h 5822951"/>
              <a:gd name="connsiteX7" fmla="*/ 1282278 w 4111625"/>
              <a:gd name="connsiteY7" fmla="*/ 245487 h 5822951"/>
              <a:gd name="connsiteX8" fmla="*/ 1292085 w 4111625"/>
              <a:gd name="connsiteY8" fmla="*/ 246101 h 5822951"/>
              <a:gd name="connsiteX9" fmla="*/ 1302697 w 4111625"/>
              <a:gd name="connsiteY9" fmla="*/ 246765 h 5822951"/>
              <a:gd name="connsiteX10" fmla="*/ 3616367 w 4111625"/>
              <a:gd name="connsiteY10" fmla="*/ 0 h 5822951"/>
              <a:gd name="connsiteX11" fmla="*/ 3616367 w 4111625"/>
              <a:gd name="connsiteY11" fmla="*/ 19639 h 5822951"/>
              <a:gd name="connsiteX12" fmla="*/ 3645788 w 4111625"/>
              <a:gd name="connsiteY12" fmla="*/ 4939198 h 5822951"/>
              <a:gd name="connsiteX13" fmla="*/ 3645788 w 4111625"/>
              <a:gd name="connsiteY13" fmla="*/ 4968657 h 5822951"/>
              <a:gd name="connsiteX14" fmla="*/ 3621270 w 4111625"/>
              <a:gd name="connsiteY14" fmla="*/ 4978476 h 5822951"/>
              <a:gd name="connsiteX15" fmla="*/ 3400611 w 4111625"/>
              <a:gd name="connsiteY15" fmla="*/ 5066851 h 5822951"/>
              <a:gd name="connsiteX16" fmla="*/ 3179951 w 4111625"/>
              <a:gd name="connsiteY16" fmla="*/ 5140497 h 5822951"/>
              <a:gd name="connsiteX17" fmla="*/ 3067169 w 4111625"/>
              <a:gd name="connsiteY17" fmla="*/ 5169956 h 5822951"/>
              <a:gd name="connsiteX18" fmla="*/ 2954388 w 4111625"/>
              <a:gd name="connsiteY18" fmla="*/ 5199414 h 5822951"/>
              <a:gd name="connsiteX19" fmla="*/ 2841606 w 4111625"/>
              <a:gd name="connsiteY19" fmla="*/ 5223963 h 5822951"/>
              <a:gd name="connsiteX20" fmla="*/ 2782764 w 4111625"/>
              <a:gd name="connsiteY20" fmla="*/ 5233783 h 5822951"/>
              <a:gd name="connsiteX21" fmla="*/ 2723921 w 4111625"/>
              <a:gd name="connsiteY21" fmla="*/ 5238692 h 5822951"/>
              <a:gd name="connsiteX22" fmla="*/ 2488551 w 4111625"/>
              <a:gd name="connsiteY22" fmla="*/ 5258331 h 5822951"/>
              <a:gd name="connsiteX23" fmla="*/ 2473840 w 4111625"/>
              <a:gd name="connsiteY23" fmla="*/ 5258331 h 5822951"/>
              <a:gd name="connsiteX24" fmla="*/ 2459129 w 4111625"/>
              <a:gd name="connsiteY24" fmla="*/ 5258331 h 5822951"/>
              <a:gd name="connsiteX25" fmla="*/ 2429708 w 4111625"/>
              <a:gd name="connsiteY25" fmla="*/ 5258331 h 5822951"/>
              <a:gd name="connsiteX26" fmla="*/ 2370865 w 4111625"/>
              <a:gd name="connsiteY26" fmla="*/ 5253421 h 5822951"/>
              <a:gd name="connsiteX27" fmla="*/ 2258084 w 4111625"/>
              <a:gd name="connsiteY27" fmla="*/ 5248512 h 5822951"/>
              <a:gd name="connsiteX28" fmla="*/ 2022714 w 4111625"/>
              <a:gd name="connsiteY28" fmla="*/ 5228873 h 5822951"/>
              <a:gd name="connsiteX29" fmla="*/ 1797150 w 4111625"/>
              <a:gd name="connsiteY29" fmla="*/ 5209234 h 5822951"/>
              <a:gd name="connsiteX30" fmla="*/ 1679465 w 4111625"/>
              <a:gd name="connsiteY30" fmla="*/ 5194505 h 5822951"/>
              <a:gd name="connsiteX31" fmla="*/ 1566684 w 4111625"/>
              <a:gd name="connsiteY31" fmla="*/ 5189595 h 5822951"/>
              <a:gd name="connsiteX32" fmla="*/ 1453902 w 4111625"/>
              <a:gd name="connsiteY32" fmla="*/ 5179775 h 5822951"/>
              <a:gd name="connsiteX33" fmla="*/ 1399963 w 4111625"/>
              <a:gd name="connsiteY33" fmla="*/ 5179775 h 5822951"/>
              <a:gd name="connsiteX34" fmla="*/ 1341120 w 4111625"/>
              <a:gd name="connsiteY34" fmla="*/ 5179775 h 5822951"/>
              <a:gd name="connsiteX35" fmla="*/ 1115557 w 4111625"/>
              <a:gd name="connsiteY35" fmla="*/ 5189595 h 5822951"/>
              <a:gd name="connsiteX36" fmla="*/ 1061618 w 4111625"/>
              <a:gd name="connsiteY36" fmla="*/ 5194505 h 5822951"/>
              <a:gd name="connsiteX37" fmla="*/ 1007679 w 4111625"/>
              <a:gd name="connsiteY37" fmla="*/ 5204324 h 5822951"/>
              <a:gd name="connsiteX38" fmla="*/ 953740 w 4111625"/>
              <a:gd name="connsiteY38" fmla="*/ 5214144 h 5822951"/>
              <a:gd name="connsiteX39" fmla="*/ 939029 w 4111625"/>
              <a:gd name="connsiteY39" fmla="*/ 5219053 h 5822951"/>
              <a:gd name="connsiteX40" fmla="*/ 934126 w 4111625"/>
              <a:gd name="connsiteY40" fmla="*/ 5219053 h 5822951"/>
              <a:gd name="connsiteX41" fmla="*/ 929222 w 4111625"/>
              <a:gd name="connsiteY41" fmla="*/ 5219053 h 5822951"/>
              <a:gd name="connsiteX42" fmla="*/ 899800 w 4111625"/>
              <a:gd name="connsiteY42" fmla="*/ 5228873 h 5822951"/>
              <a:gd name="connsiteX43" fmla="*/ 845862 w 4111625"/>
              <a:gd name="connsiteY43" fmla="*/ 5243602 h 5822951"/>
              <a:gd name="connsiteX44" fmla="*/ 791922 w 4111625"/>
              <a:gd name="connsiteY44" fmla="*/ 5258331 h 5822951"/>
              <a:gd name="connsiteX45" fmla="*/ 684044 w 4111625"/>
              <a:gd name="connsiteY45" fmla="*/ 5292699 h 5822951"/>
              <a:gd name="connsiteX46" fmla="*/ 512421 w 4111625"/>
              <a:gd name="connsiteY46" fmla="*/ 5361436 h 5822951"/>
              <a:gd name="connsiteX47" fmla="*/ 639912 w 4111625"/>
              <a:gd name="connsiteY47" fmla="*/ 5336887 h 5822951"/>
              <a:gd name="connsiteX48" fmla="*/ 708563 w 4111625"/>
              <a:gd name="connsiteY48" fmla="*/ 5327068 h 5822951"/>
              <a:gd name="connsiteX49" fmla="*/ 777212 w 4111625"/>
              <a:gd name="connsiteY49" fmla="*/ 5322158 h 5822951"/>
              <a:gd name="connsiteX50" fmla="*/ 806633 w 4111625"/>
              <a:gd name="connsiteY50" fmla="*/ 5322158 h 5822951"/>
              <a:gd name="connsiteX51" fmla="*/ 840958 w 4111625"/>
              <a:gd name="connsiteY51" fmla="*/ 5317248 h 5822951"/>
              <a:gd name="connsiteX52" fmla="*/ 909608 w 4111625"/>
              <a:gd name="connsiteY52" fmla="*/ 5317248 h 5822951"/>
              <a:gd name="connsiteX53" fmla="*/ 978258 w 4111625"/>
              <a:gd name="connsiteY53" fmla="*/ 5317248 h 5822951"/>
              <a:gd name="connsiteX54" fmla="*/ 1046907 w 4111625"/>
              <a:gd name="connsiteY54" fmla="*/ 5317248 h 5822951"/>
              <a:gd name="connsiteX55" fmla="*/ 1081232 w 4111625"/>
              <a:gd name="connsiteY55" fmla="*/ 5317248 h 5822951"/>
              <a:gd name="connsiteX56" fmla="*/ 1110653 w 4111625"/>
              <a:gd name="connsiteY56" fmla="*/ 5322158 h 5822951"/>
              <a:gd name="connsiteX57" fmla="*/ 1174400 w 4111625"/>
              <a:gd name="connsiteY57" fmla="*/ 5327068 h 5822951"/>
              <a:gd name="connsiteX58" fmla="*/ 1194014 w 4111625"/>
              <a:gd name="connsiteY58" fmla="*/ 5327068 h 5822951"/>
              <a:gd name="connsiteX59" fmla="*/ 1208724 w 4111625"/>
              <a:gd name="connsiteY59" fmla="*/ 5331977 h 5822951"/>
              <a:gd name="connsiteX60" fmla="*/ 1243049 w 4111625"/>
              <a:gd name="connsiteY60" fmla="*/ 5336887 h 5822951"/>
              <a:gd name="connsiteX61" fmla="*/ 1306795 w 4111625"/>
              <a:gd name="connsiteY61" fmla="*/ 5341797 h 5822951"/>
              <a:gd name="connsiteX62" fmla="*/ 1561780 w 4111625"/>
              <a:gd name="connsiteY62" fmla="*/ 5385984 h 5822951"/>
              <a:gd name="connsiteX63" fmla="*/ 1684369 w 4111625"/>
              <a:gd name="connsiteY63" fmla="*/ 5415443 h 5822951"/>
              <a:gd name="connsiteX64" fmla="*/ 1806957 w 4111625"/>
              <a:gd name="connsiteY64" fmla="*/ 5439992 h 5822951"/>
              <a:gd name="connsiteX65" fmla="*/ 2052135 w 4111625"/>
              <a:gd name="connsiteY65" fmla="*/ 5489089 h 5822951"/>
              <a:gd name="connsiteX66" fmla="*/ 2292409 w 4111625"/>
              <a:gd name="connsiteY66" fmla="*/ 5533277 h 5822951"/>
              <a:gd name="connsiteX67" fmla="*/ 2537586 w 4111625"/>
              <a:gd name="connsiteY67" fmla="*/ 5572555 h 5822951"/>
              <a:gd name="connsiteX68" fmla="*/ 2660175 w 4111625"/>
              <a:gd name="connsiteY68" fmla="*/ 5582374 h 5822951"/>
              <a:gd name="connsiteX69" fmla="*/ 2719017 w 4111625"/>
              <a:gd name="connsiteY69" fmla="*/ 5592193 h 5822951"/>
              <a:gd name="connsiteX70" fmla="*/ 2782764 w 4111625"/>
              <a:gd name="connsiteY70" fmla="*/ 5597103 h 5822951"/>
              <a:gd name="connsiteX71" fmla="*/ 2905352 w 4111625"/>
              <a:gd name="connsiteY71" fmla="*/ 5602013 h 5822951"/>
              <a:gd name="connsiteX72" fmla="*/ 3023037 w 4111625"/>
              <a:gd name="connsiteY72" fmla="*/ 5606923 h 5822951"/>
              <a:gd name="connsiteX73" fmla="*/ 3268215 w 4111625"/>
              <a:gd name="connsiteY73" fmla="*/ 5606923 h 5822951"/>
              <a:gd name="connsiteX74" fmla="*/ 3390804 w 4111625"/>
              <a:gd name="connsiteY74" fmla="*/ 5597103 h 5822951"/>
              <a:gd name="connsiteX75" fmla="*/ 3513392 w 4111625"/>
              <a:gd name="connsiteY75" fmla="*/ 5592193 h 5822951"/>
              <a:gd name="connsiteX76" fmla="*/ 3758570 w 4111625"/>
              <a:gd name="connsiteY76" fmla="*/ 5562735 h 5822951"/>
              <a:gd name="connsiteX77" fmla="*/ 3935098 w 4111625"/>
              <a:gd name="connsiteY77" fmla="*/ 5533277 h 5822951"/>
              <a:gd name="connsiteX78" fmla="*/ 4018458 w 4111625"/>
              <a:gd name="connsiteY78" fmla="*/ 780649 h 5822951"/>
              <a:gd name="connsiteX79" fmla="*/ 4106722 w 4111625"/>
              <a:gd name="connsiteY79" fmla="*/ 5606923 h 5822951"/>
              <a:gd name="connsiteX80" fmla="*/ 4111625 w 4111625"/>
              <a:gd name="connsiteY80" fmla="*/ 5680569 h 5822951"/>
              <a:gd name="connsiteX81" fmla="*/ 4038072 w 4111625"/>
              <a:gd name="connsiteY81" fmla="*/ 5695298 h 5822951"/>
              <a:gd name="connsiteX82" fmla="*/ 3787991 w 4111625"/>
              <a:gd name="connsiteY82" fmla="*/ 5744395 h 5822951"/>
              <a:gd name="connsiteX83" fmla="*/ 3537910 w 4111625"/>
              <a:gd name="connsiteY83" fmla="*/ 5783673 h 5822951"/>
              <a:gd name="connsiteX84" fmla="*/ 3410418 w 4111625"/>
              <a:gd name="connsiteY84" fmla="*/ 5798403 h 5822951"/>
              <a:gd name="connsiteX85" fmla="*/ 3282926 w 4111625"/>
              <a:gd name="connsiteY85" fmla="*/ 5808222 h 5822951"/>
              <a:gd name="connsiteX86" fmla="*/ 3023037 w 4111625"/>
              <a:gd name="connsiteY86" fmla="*/ 5818042 h 5822951"/>
              <a:gd name="connsiteX87" fmla="*/ 2895545 w 4111625"/>
              <a:gd name="connsiteY87" fmla="*/ 5818042 h 5822951"/>
              <a:gd name="connsiteX88" fmla="*/ 2768053 w 4111625"/>
              <a:gd name="connsiteY88" fmla="*/ 5818042 h 5822951"/>
              <a:gd name="connsiteX89" fmla="*/ 2704307 w 4111625"/>
              <a:gd name="connsiteY89" fmla="*/ 5813132 h 5822951"/>
              <a:gd name="connsiteX90" fmla="*/ 2640561 w 4111625"/>
              <a:gd name="connsiteY90" fmla="*/ 5808222 h 5822951"/>
              <a:gd name="connsiteX91" fmla="*/ 2513068 w 4111625"/>
              <a:gd name="connsiteY91" fmla="*/ 5798403 h 5822951"/>
              <a:gd name="connsiteX92" fmla="*/ 2258084 w 4111625"/>
              <a:gd name="connsiteY92" fmla="*/ 5773854 h 5822951"/>
              <a:gd name="connsiteX93" fmla="*/ 2008002 w 4111625"/>
              <a:gd name="connsiteY93" fmla="*/ 5734576 h 5822951"/>
              <a:gd name="connsiteX94" fmla="*/ 1757922 w 4111625"/>
              <a:gd name="connsiteY94" fmla="*/ 5690388 h 5822951"/>
              <a:gd name="connsiteX95" fmla="*/ 1635333 w 4111625"/>
              <a:gd name="connsiteY95" fmla="*/ 5670749 h 5822951"/>
              <a:gd name="connsiteX96" fmla="*/ 1512744 w 4111625"/>
              <a:gd name="connsiteY96" fmla="*/ 5651110 h 5822951"/>
              <a:gd name="connsiteX97" fmla="*/ 1272471 w 4111625"/>
              <a:gd name="connsiteY97" fmla="*/ 5616742 h 5822951"/>
              <a:gd name="connsiteX98" fmla="*/ 1213628 w 4111625"/>
              <a:gd name="connsiteY98" fmla="*/ 5611832 h 5822951"/>
              <a:gd name="connsiteX99" fmla="*/ 1184207 w 4111625"/>
              <a:gd name="connsiteY99" fmla="*/ 5606923 h 5822951"/>
              <a:gd name="connsiteX100" fmla="*/ 1169496 w 4111625"/>
              <a:gd name="connsiteY100" fmla="*/ 5606923 h 5822951"/>
              <a:gd name="connsiteX101" fmla="*/ 1164593 w 4111625"/>
              <a:gd name="connsiteY101" fmla="*/ 5606923 h 5822951"/>
              <a:gd name="connsiteX102" fmla="*/ 1154785 w 4111625"/>
              <a:gd name="connsiteY102" fmla="*/ 5606923 h 5822951"/>
              <a:gd name="connsiteX103" fmla="*/ 1095943 w 4111625"/>
              <a:gd name="connsiteY103" fmla="*/ 5602013 h 5822951"/>
              <a:gd name="connsiteX104" fmla="*/ 1061618 w 4111625"/>
              <a:gd name="connsiteY104" fmla="*/ 5602013 h 5822951"/>
              <a:gd name="connsiteX105" fmla="*/ 1032197 w 4111625"/>
              <a:gd name="connsiteY105" fmla="*/ 5602013 h 5822951"/>
              <a:gd name="connsiteX106" fmla="*/ 978258 w 4111625"/>
              <a:gd name="connsiteY106" fmla="*/ 5602013 h 5822951"/>
              <a:gd name="connsiteX107" fmla="*/ 919415 w 4111625"/>
              <a:gd name="connsiteY107" fmla="*/ 5606923 h 5822951"/>
              <a:gd name="connsiteX108" fmla="*/ 860573 w 4111625"/>
              <a:gd name="connsiteY108" fmla="*/ 5611832 h 5822951"/>
              <a:gd name="connsiteX109" fmla="*/ 831151 w 4111625"/>
              <a:gd name="connsiteY109" fmla="*/ 5611832 h 5822951"/>
              <a:gd name="connsiteX110" fmla="*/ 801730 w 4111625"/>
              <a:gd name="connsiteY110" fmla="*/ 5616742 h 5822951"/>
              <a:gd name="connsiteX111" fmla="*/ 747790 w 4111625"/>
              <a:gd name="connsiteY111" fmla="*/ 5621652 h 5822951"/>
              <a:gd name="connsiteX112" fmla="*/ 688948 w 4111625"/>
              <a:gd name="connsiteY112" fmla="*/ 5631471 h 5822951"/>
              <a:gd name="connsiteX113" fmla="*/ 576167 w 4111625"/>
              <a:gd name="connsiteY113" fmla="*/ 5656020 h 5822951"/>
              <a:gd name="connsiteX114" fmla="*/ 355507 w 4111625"/>
              <a:gd name="connsiteY114" fmla="*/ 5724756 h 5822951"/>
              <a:gd name="connsiteX115" fmla="*/ 306471 w 4111625"/>
              <a:gd name="connsiteY115" fmla="*/ 5749305 h 5822951"/>
              <a:gd name="connsiteX116" fmla="*/ 257436 w 4111625"/>
              <a:gd name="connsiteY116" fmla="*/ 5773854 h 5822951"/>
              <a:gd name="connsiteX117" fmla="*/ 208401 w 4111625"/>
              <a:gd name="connsiteY117" fmla="*/ 5798403 h 5822951"/>
              <a:gd name="connsiteX118" fmla="*/ 183882 w 4111625"/>
              <a:gd name="connsiteY118" fmla="*/ 5813132 h 5822951"/>
              <a:gd name="connsiteX119" fmla="*/ 174076 w 4111625"/>
              <a:gd name="connsiteY119" fmla="*/ 5818042 h 5822951"/>
              <a:gd name="connsiteX120" fmla="*/ 169172 w 4111625"/>
              <a:gd name="connsiteY120" fmla="*/ 5822951 h 5822951"/>
              <a:gd name="connsiteX121" fmla="*/ 26433 w 4111625"/>
              <a:gd name="connsiteY121" fmla="*/ 5822951 h 5822951"/>
              <a:gd name="connsiteX122" fmla="*/ 0 w 4111625"/>
              <a:gd name="connsiteY122" fmla="*/ 5822951 h 5822951"/>
              <a:gd name="connsiteX123" fmla="*/ 0 w 4111625"/>
              <a:gd name="connsiteY123" fmla="*/ 710368 h 5822951"/>
              <a:gd name="connsiteX124" fmla="*/ 2451 w 4111625"/>
              <a:gd name="connsiteY124" fmla="*/ 520433 h 5822951"/>
              <a:gd name="connsiteX125" fmla="*/ 61294 w 4111625"/>
              <a:gd name="connsiteY125" fmla="*/ 5459631 h 5822951"/>
              <a:gd name="connsiteX126" fmla="*/ 110329 w 4111625"/>
              <a:gd name="connsiteY126" fmla="*/ 5425262 h 5822951"/>
              <a:gd name="connsiteX127" fmla="*/ 164269 w 4111625"/>
              <a:gd name="connsiteY127" fmla="*/ 5395804 h 5822951"/>
              <a:gd name="connsiteX128" fmla="*/ 213304 w 4111625"/>
              <a:gd name="connsiteY128" fmla="*/ 5366345 h 5822951"/>
              <a:gd name="connsiteX129" fmla="*/ 424157 w 4111625"/>
              <a:gd name="connsiteY129" fmla="*/ 5263241 h 5822951"/>
              <a:gd name="connsiteX130" fmla="*/ 644816 w 4111625"/>
              <a:gd name="connsiteY130" fmla="*/ 5179775 h 5822951"/>
              <a:gd name="connsiteX131" fmla="*/ 757598 w 4111625"/>
              <a:gd name="connsiteY131" fmla="*/ 5145407 h 5822951"/>
              <a:gd name="connsiteX132" fmla="*/ 816441 w 4111625"/>
              <a:gd name="connsiteY132" fmla="*/ 5125768 h 5822951"/>
              <a:gd name="connsiteX133" fmla="*/ 870379 w 4111625"/>
              <a:gd name="connsiteY133" fmla="*/ 5115949 h 5822951"/>
              <a:gd name="connsiteX134" fmla="*/ 899800 w 4111625"/>
              <a:gd name="connsiteY134" fmla="*/ 5106129 h 5822951"/>
              <a:gd name="connsiteX135" fmla="*/ 904704 w 4111625"/>
              <a:gd name="connsiteY135" fmla="*/ 5106129 h 5822951"/>
              <a:gd name="connsiteX136" fmla="*/ 909608 w 4111625"/>
              <a:gd name="connsiteY136" fmla="*/ 5106129 h 5822951"/>
              <a:gd name="connsiteX137" fmla="*/ 914511 w 4111625"/>
              <a:gd name="connsiteY137" fmla="*/ 5101220 h 5822951"/>
              <a:gd name="connsiteX138" fmla="*/ 929222 w 4111625"/>
              <a:gd name="connsiteY138" fmla="*/ 5101220 h 5822951"/>
              <a:gd name="connsiteX139" fmla="*/ 988065 w 4111625"/>
              <a:gd name="connsiteY139" fmla="*/ 5091400 h 5822951"/>
              <a:gd name="connsiteX140" fmla="*/ 1046907 w 4111625"/>
              <a:gd name="connsiteY140" fmla="*/ 5081581 h 5822951"/>
              <a:gd name="connsiteX141" fmla="*/ 1105750 w 4111625"/>
              <a:gd name="connsiteY141" fmla="*/ 5076671 h 5822951"/>
              <a:gd name="connsiteX142" fmla="*/ 1341120 w 4111625"/>
              <a:gd name="connsiteY142" fmla="*/ 5066851 h 5822951"/>
              <a:gd name="connsiteX143" fmla="*/ 1399963 w 4111625"/>
              <a:gd name="connsiteY143" fmla="*/ 5066851 h 5822951"/>
              <a:gd name="connsiteX144" fmla="*/ 1458805 w 4111625"/>
              <a:gd name="connsiteY144" fmla="*/ 5071761 h 5822951"/>
              <a:gd name="connsiteX145" fmla="*/ 1576491 w 4111625"/>
              <a:gd name="connsiteY145" fmla="*/ 5076671 h 5822951"/>
              <a:gd name="connsiteX146" fmla="*/ 1694176 w 4111625"/>
              <a:gd name="connsiteY146" fmla="*/ 5086490 h 5822951"/>
              <a:gd name="connsiteX147" fmla="*/ 1806957 w 4111625"/>
              <a:gd name="connsiteY147" fmla="*/ 5101220 h 5822951"/>
              <a:gd name="connsiteX148" fmla="*/ 2037424 w 4111625"/>
              <a:gd name="connsiteY148" fmla="*/ 5125768 h 5822951"/>
              <a:gd name="connsiteX149" fmla="*/ 2262987 w 4111625"/>
              <a:gd name="connsiteY149" fmla="*/ 5145407 h 5822951"/>
              <a:gd name="connsiteX150" fmla="*/ 2375769 w 4111625"/>
              <a:gd name="connsiteY150" fmla="*/ 5155227 h 5822951"/>
              <a:gd name="connsiteX151" fmla="*/ 2434612 w 4111625"/>
              <a:gd name="connsiteY151" fmla="*/ 5155227 h 5822951"/>
              <a:gd name="connsiteX152" fmla="*/ 2464033 w 4111625"/>
              <a:gd name="connsiteY152" fmla="*/ 5160136 h 5822951"/>
              <a:gd name="connsiteX153" fmla="*/ 2478744 w 4111625"/>
              <a:gd name="connsiteY153" fmla="*/ 5160136 h 5822951"/>
              <a:gd name="connsiteX154" fmla="*/ 2488551 w 4111625"/>
              <a:gd name="connsiteY154" fmla="*/ 5160136 h 5822951"/>
              <a:gd name="connsiteX155" fmla="*/ 2714114 w 4111625"/>
              <a:gd name="connsiteY155" fmla="*/ 5145407 h 5822951"/>
              <a:gd name="connsiteX156" fmla="*/ 2768053 w 4111625"/>
              <a:gd name="connsiteY156" fmla="*/ 5135588 h 5822951"/>
              <a:gd name="connsiteX157" fmla="*/ 2826896 w 4111625"/>
              <a:gd name="connsiteY157" fmla="*/ 5130678 h 5822951"/>
              <a:gd name="connsiteX158" fmla="*/ 2934774 w 4111625"/>
              <a:gd name="connsiteY158" fmla="*/ 5106129 h 5822951"/>
              <a:gd name="connsiteX159" fmla="*/ 3047555 w 4111625"/>
              <a:gd name="connsiteY159" fmla="*/ 5081581 h 5822951"/>
              <a:gd name="connsiteX160" fmla="*/ 3155433 w 4111625"/>
              <a:gd name="connsiteY160" fmla="*/ 5052122 h 5822951"/>
              <a:gd name="connsiteX161" fmla="*/ 3371189 w 4111625"/>
              <a:gd name="connsiteY161" fmla="*/ 4983386 h 5822951"/>
              <a:gd name="connsiteX162" fmla="*/ 3557524 w 4111625"/>
              <a:gd name="connsiteY162" fmla="*/ 4909740 h 5822951"/>
              <a:gd name="connsiteX163" fmla="*/ 3586946 w 4111625"/>
              <a:gd name="connsiteY163" fmla="*/ 39278 h 5822951"/>
              <a:gd name="connsiteX164" fmla="*/ 3454550 w 4111625"/>
              <a:gd name="connsiteY164" fmla="*/ 78556 h 5822951"/>
              <a:gd name="connsiteX165" fmla="*/ 3380997 w 4111625"/>
              <a:gd name="connsiteY165" fmla="*/ 98195 h 5822951"/>
              <a:gd name="connsiteX166" fmla="*/ 3302540 w 4111625"/>
              <a:gd name="connsiteY166" fmla="*/ 117834 h 5822951"/>
              <a:gd name="connsiteX167" fmla="*/ 3228987 w 4111625"/>
              <a:gd name="connsiteY167" fmla="*/ 132563 h 5822951"/>
              <a:gd name="connsiteX168" fmla="*/ 3189758 w 4111625"/>
              <a:gd name="connsiteY168" fmla="*/ 142383 h 5822951"/>
              <a:gd name="connsiteX169" fmla="*/ 3150530 w 4111625"/>
              <a:gd name="connsiteY169" fmla="*/ 147292 h 5822951"/>
              <a:gd name="connsiteX170" fmla="*/ 2998520 w 4111625"/>
              <a:gd name="connsiteY170" fmla="*/ 176751 h 5822951"/>
              <a:gd name="connsiteX171" fmla="*/ 2920063 w 4111625"/>
              <a:gd name="connsiteY171" fmla="*/ 191480 h 5822951"/>
              <a:gd name="connsiteX172" fmla="*/ 2841606 w 4111625"/>
              <a:gd name="connsiteY172" fmla="*/ 201300 h 5822951"/>
              <a:gd name="connsiteX173" fmla="*/ 2768053 w 4111625"/>
              <a:gd name="connsiteY173" fmla="*/ 211119 h 5822951"/>
              <a:gd name="connsiteX174" fmla="*/ 2689596 w 4111625"/>
              <a:gd name="connsiteY174" fmla="*/ 220939 h 5822951"/>
              <a:gd name="connsiteX175" fmla="*/ 2532683 w 4111625"/>
              <a:gd name="connsiteY175" fmla="*/ 235668 h 5822951"/>
              <a:gd name="connsiteX176" fmla="*/ 2375769 w 4111625"/>
              <a:gd name="connsiteY176" fmla="*/ 250397 h 5822951"/>
              <a:gd name="connsiteX177" fmla="*/ 2297312 w 4111625"/>
              <a:gd name="connsiteY177" fmla="*/ 255307 h 5822951"/>
              <a:gd name="connsiteX178" fmla="*/ 2218855 w 4111625"/>
              <a:gd name="connsiteY178" fmla="*/ 260216 h 5822951"/>
              <a:gd name="connsiteX179" fmla="*/ 2140399 w 4111625"/>
              <a:gd name="connsiteY179" fmla="*/ 260216 h 5822951"/>
              <a:gd name="connsiteX180" fmla="*/ 2066845 w 4111625"/>
              <a:gd name="connsiteY180" fmla="*/ 265126 h 5822951"/>
              <a:gd name="connsiteX181" fmla="*/ 1909932 w 4111625"/>
              <a:gd name="connsiteY181" fmla="*/ 265126 h 5822951"/>
              <a:gd name="connsiteX182" fmla="*/ 1753018 w 4111625"/>
              <a:gd name="connsiteY182" fmla="*/ 265126 h 5822951"/>
              <a:gd name="connsiteX183" fmla="*/ 1596105 w 4111625"/>
              <a:gd name="connsiteY183" fmla="*/ 260216 h 5822951"/>
              <a:gd name="connsiteX184" fmla="*/ 1439191 w 4111625"/>
              <a:gd name="connsiteY184" fmla="*/ 255307 h 5822951"/>
              <a:gd name="connsiteX185" fmla="*/ 1360734 w 4111625"/>
              <a:gd name="connsiteY185" fmla="*/ 250397 h 5822951"/>
              <a:gd name="connsiteX186" fmla="*/ 1439191 w 4111625"/>
              <a:gd name="connsiteY186" fmla="*/ 250397 h 5822951"/>
              <a:gd name="connsiteX187" fmla="*/ 1596105 w 4111625"/>
              <a:gd name="connsiteY187" fmla="*/ 255307 h 5822951"/>
              <a:gd name="connsiteX188" fmla="*/ 1753018 w 4111625"/>
              <a:gd name="connsiteY188" fmla="*/ 260216 h 5822951"/>
              <a:gd name="connsiteX189" fmla="*/ 1909932 w 4111625"/>
              <a:gd name="connsiteY189" fmla="*/ 255307 h 5822951"/>
              <a:gd name="connsiteX190" fmla="*/ 2061942 w 4111625"/>
              <a:gd name="connsiteY190" fmla="*/ 250397 h 5822951"/>
              <a:gd name="connsiteX191" fmla="*/ 2140399 w 4111625"/>
              <a:gd name="connsiteY191" fmla="*/ 250397 h 5822951"/>
              <a:gd name="connsiteX192" fmla="*/ 2218855 w 4111625"/>
              <a:gd name="connsiteY192" fmla="*/ 245487 h 5822951"/>
              <a:gd name="connsiteX193" fmla="*/ 2297312 w 4111625"/>
              <a:gd name="connsiteY193" fmla="*/ 240577 h 5822951"/>
              <a:gd name="connsiteX194" fmla="*/ 2375769 w 4111625"/>
              <a:gd name="connsiteY194" fmla="*/ 235668 h 5822951"/>
              <a:gd name="connsiteX195" fmla="*/ 2532683 w 4111625"/>
              <a:gd name="connsiteY195" fmla="*/ 220939 h 5822951"/>
              <a:gd name="connsiteX196" fmla="*/ 2684693 w 4111625"/>
              <a:gd name="connsiteY196" fmla="*/ 201300 h 5822951"/>
              <a:gd name="connsiteX197" fmla="*/ 2763149 w 4111625"/>
              <a:gd name="connsiteY197" fmla="*/ 191480 h 5822951"/>
              <a:gd name="connsiteX198" fmla="*/ 2841606 w 4111625"/>
              <a:gd name="connsiteY198" fmla="*/ 181661 h 5822951"/>
              <a:gd name="connsiteX199" fmla="*/ 2915159 w 4111625"/>
              <a:gd name="connsiteY199" fmla="*/ 171841 h 5822951"/>
              <a:gd name="connsiteX200" fmla="*/ 2993616 w 4111625"/>
              <a:gd name="connsiteY200" fmla="*/ 157112 h 5822951"/>
              <a:gd name="connsiteX201" fmla="*/ 3145626 w 4111625"/>
              <a:gd name="connsiteY201" fmla="*/ 127654 h 5822951"/>
              <a:gd name="connsiteX202" fmla="*/ 3184855 w 4111625"/>
              <a:gd name="connsiteY202" fmla="*/ 117834 h 5822951"/>
              <a:gd name="connsiteX203" fmla="*/ 3224083 w 4111625"/>
              <a:gd name="connsiteY203" fmla="*/ 108014 h 5822951"/>
              <a:gd name="connsiteX204" fmla="*/ 3297636 w 4111625"/>
              <a:gd name="connsiteY204" fmla="*/ 93285 h 5822951"/>
              <a:gd name="connsiteX205" fmla="*/ 3376093 w 4111625"/>
              <a:gd name="connsiteY205" fmla="*/ 73646 h 5822951"/>
              <a:gd name="connsiteX206" fmla="*/ 3449646 w 4111625"/>
              <a:gd name="connsiteY206" fmla="*/ 49098 h 5822951"/>
              <a:gd name="connsiteX207" fmla="*/ 3596753 w 4111625"/>
              <a:gd name="connsiteY207" fmla="*/ 4910 h 5822951"/>
              <a:gd name="connsiteX208" fmla="*/ 3616367 w 4111625"/>
              <a:gd name="connsiteY208" fmla="*/ 0 h 5822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</a:cxnLst>
            <a:rect l="l" t="t" r="r" b="b"/>
            <a:pathLst>
              <a:path w="4111625" h="5822951">
                <a:moveTo>
                  <a:pt x="1340314" y="249119"/>
                </a:moveTo>
                <a:lnTo>
                  <a:pt x="1360734" y="250397"/>
                </a:lnTo>
                <a:cubicBezTo>
                  <a:pt x="1360734" y="250397"/>
                  <a:pt x="1360734" y="250397"/>
                  <a:pt x="1350927" y="249783"/>
                </a:cubicBezTo>
                <a:close/>
                <a:moveTo>
                  <a:pt x="1302697" y="246765"/>
                </a:moveTo>
                <a:lnTo>
                  <a:pt x="1327635" y="248326"/>
                </a:lnTo>
                <a:lnTo>
                  <a:pt x="1340314" y="249119"/>
                </a:lnTo>
                <a:lnTo>
                  <a:pt x="1315376" y="247559"/>
                </a:lnTo>
                <a:close/>
                <a:moveTo>
                  <a:pt x="1282278" y="245487"/>
                </a:moveTo>
                <a:cubicBezTo>
                  <a:pt x="1282278" y="245487"/>
                  <a:pt x="1282278" y="245487"/>
                  <a:pt x="1292085" y="246101"/>
                </a:cubicBezTo>
                <a:lnTo>
                  <a:pt x="1302697" y="246765"/>
                </a:lnTo>
                <a:close/>
                <a:moveTo>
                  <a:pt x="3616367" y="0"/>
                </a:moveTo>
                <a:cubicBezTo>
                  <a:pt x="3616367" y="0"/>
                  <a:pt x="3616367" y="0"/>
                  <a:pt x="3616367" y="19639"/>
                </a:cubicBezTo>
                <a:cubicBezTo>
                  <a:pt x="3616367" y="19639"/>
                  <a:pt x="3616367" y="19639"/>
                  <a:pt x="3645788" y="4939198"/>
                </a:cubicBezTo>
                <a:cubicBezTo>
                  <a:pt x="3645788" y="4939198"/>
                  <a:pt x="3645788" y="4939198"/>
                  <a:pt x="3645788" y="4968657"/>
                </a:cubicBezTo>
                <a:cubicBezTo>
                  <a:pt x="3645788" y="4968657"/>
                  <a:pt x="3645788" y="4968657"/>
                  <a:pt x="3621270" y="4978476"/>
                </a:cubicBezTo>
                <a:cubicBezTo>
                  <a:pt x="3547717" y="5012844"/>
                  <a:pt x="3474164" y="5037393"/>
                  <a:pt x="3400611" y="5066851"/>
                </a:cubicBezTo>
                <a:cubicBezTo>
                  <a:pt x="3331961" y="5091400"/>
                  <a:pt x="3258408" y="5115949"/>
                  <a:pt x="3179951" y="5140497"/>
                </a:cubicBezTo>
                <a:cubicBezTo>
                  <a:pt x="3145626" y="5150317"/>
                  <a:pt x="3106398" y="5160136"/>
                  <a:pt x="3067169" y="5169956"/>
                </a:cubicBezTo>
                <a:cubicBezTo>
                  <a:pt x="3032845" y="5179775"/>
                  <a:pt x="2993616" y="5189595"/>
                  <a:pt x="2954388" y="5199414"/>
                </a:cubicBezTo>
                <a:cubicBezTo>
                  <a:pt x="2920063" y="5209234"/>
                  <a:pt x="2880835" y="5214144"/>
                  <a:pt x="2841606" y="5223963"/>
                </a:cubicBezTo>
                <a:cubicBezTo>
                  <a:pt x="2841606" y="5223963"/>
                  <a:pt x="2841606" y="5223963"/>
                  <a:pt x="2782764" y="5233783"/>
                </a:cubicBezTo>
                <a:cubicBezTo>
                  <a:pt x="2782764" y="5233783"/>
                  <a:pt x="2782764" y="5233783"/>
                  <a:pt x="2723921" y="5238692"/>
                </a:cubicBezTo>
                <a:cubicBezTo>
                  <a:pt x="2645464" y="5253421"/>
                  <a:pt x="2567007" y="5258331"/>
                  <a:pt x="2488551" y="5258331"/>
                </a:cubicBezTo>
                <a:cubicBezTo>
                  <a:pt x="2483647" y="5258331"/>
                  <a:pt x="2478744" y="5258331"/>
                  <a:pt x="2473840" y="5258331"/>
                </a:cubicBezTo>
                <a:cubicBezTo>
                  <a:pt x="2473840" y="5258331"/>
                  <a:pt x="2473840" y="5258331"/>
                  <a:pt x="2459129" y="5258331"/>
                </a:cubicBezTo>
                <a:cubicBezTo>
                  <a:pt x="2459129" y="5258331"/>
                  <a:pt x="2459129" y="5258331"/>
                  <a:pt x="2429708" y="5258331"/>
                </a:cubicBezTo>
                <a:cubicBezTo>
                  <a:pt x="2410094" y="5258331"/>
                  <a:pt x="2390480" y="5258331"/>
                  <a:pt x="2370865" y="5253421"/>
                </a:cubicBezTo>
                <a:cubicBezTo>
                  <a:pt x="2336541" y="5253421"/>
                  <a:pt x="2292409" y="5253421"/>
                  <a:pt x="2258084" y="5248512"/>
                </a:cubicBezTo>
                <a:cubicBezTo>
                  <a:pt x="2179627" y="5243602"/>
                  <a:pt x="2101170" y="5238692"/>
                  <a:pt x="2022714" y="5228873"/>
                </a:cubicBezTo>
                <a:cubicBezTo>
                  <a:pt x="2022714" y="5228873"/>
                  <a:pt x="2022714" y="5228873"/>
                  <a:pt x="1797150" y="5209234"/>
                </a:cubicBezTo>
                <a:cubicBezTo>
                  <a:pt x="1797150" y="5209234"/>
                  <a:pt x="1797150" y="5209234"/>
                  <a:pt x="1679465" y="5194505"/>
                </a:cubicBezTo>
                <a:cubicBezTo>
                  <a:pt x="1645140" y="5194505"/>
                  <a:pt x="1605912" y="5189595"/>
                  <a:pt x="1566684" y="5189595"/>
                </a:cubicBezTo>
                <a:cubicBezTo>
                  <a:pt x="1532359" y="5184685"/>
                  <a:pt x="1493130" y="5184685"/>
                  <a:pt x="1453902" y="5179775"/>
                </a:cubicBezTo>
                <a:cubicBezTo>
                  <a:pt x="1453902" y="5179775"/>
                  <a:pt x="1453902" y="5179775"/>
                  <a:pt x="1399963" y="5179775"/>
                </a:cubicBezTo>
                <a:cubicBezTo>
                  <a:pt x="1399963" y="5179775"/>
                  <a:pt x="1399963" y="5179775"/>
                  <a:pt x="1341120" y="5179775"/>
                </a:cubicBezTo>
                <a:cubicBezTo>
                  <a:pt x="1267567" y="5179775"/>
                  <a:pt x="1194014" y="5184685"/>
                  <a:pt x="1115557" y="5189595"/>
                </a:cubicBezTo>
                <a:cubicBezTo>
                  <a:pt x="1100846" y="5189595"/>
                  <a:pt x="1081232" y="5194505"/>
                  <a:pt x="1061618" y="5194505"/>
                </a:cubicBezTo>
                <a:cubicBezTo>
                  <a:pt x="1042004" y="5199414"/>
                  <a:pt x="1027293" y="5199414"/>
                  <a:pt x="1007679" y="5204324"/>
                </a:cubicBezTo>
                <a:cubicBezTo>
                  <a:pt x="1007679" y="5204324"/>
                  <a:pt x="1007679" y="5204324"/>
                  <a:pt x="953740" y="5214144"/>
                </a:cubicBezTo>
                <a:cubicBezTo>
                  <a:pt x="953740" y="5214144"/>
                  <a:pt x="953740" y="5214144"/>
                  <a:pt x="939029" y="5219053"/>
                </a:cubicBezTo>
                <a:cubicBezTo>
                  <a:pt x="939029" y="5219053"/>
                  <a:pt x="939029" y="5219053"/>
                  <a:pt x="934126" y="5219053"/>
                </a:cubicBezTo>
                <a:cubicBezTo>
                  <a:pt x="934126" y="5219053"/>
                  <a:pt x="934126" y="5219053"/>
                  <a:pt x="929222" y="5219053"/>
                </a:cubicBezTo>
                <a:cubicBezTo>
                  <a:pt x="929222" y="5219053"/>
                  <a:pt x="929222" y="5219053"/>
                  <a:pt x="899800" y="5228873"/>
                </a:cubicBezTo>
                <a:cubicBezTo>
                  <a:pt x="899800" y="5228873"/>
                  <a:pt x="899800" y="5228873"/>
                  <a:pt x="845862" y="5243602"/>
                </a:cubicBezTo>
                <a:cubicBezTo>
                  <a:pt x="845862" y="5243602"/>
                  <a:pt x="845862" y="5243602"/>
                  <a:pt x="791922" y="5258331"/>
                </a:cubicBezTo>
                <a:cubicBezTo>
                  <a:pt x="757598" y="5268151"/>
                  <a:pt x="718369" y="5282880"/>
                  <a:pt x="684044" y="5292699"/>
                </a:cubicBezTo>
                <a:cubicBezTo>
                  <a:pt x="625202" y="5312338"/>
                  <a:pt x="571263" y="5336887"/>
                  <a:pt x="512421" y="5361436"/>
                </a:cubicBezTo>
                <a:cubicBezTo>
                  <a:pt x="556553" y="5351616"/>
                  <a:pt x="600684" y="5341797"/>
                  <a:pt x="639912" y="5336887"/>
                </a:cubicBezTo>
                <a:cubicBezTo>
                  <a:pt x="664431" y="5336887"/>
                  <a:pt x="684044" y="5331977"/>
                  <a:pt x="708563" y="5327068"/>
                </a:cubicBezTo>
                <a:cubicBezTo>
                  <a:pt x="708563" y="5327068"/>
                  <a:pt x="708563" y="5327068"/>
                  <a:pt x="777212" y="5322158"/>
                </a:cubicBezTo>
                <a:cubicBezTo>
                  <a:pt x="777212" y="5322158"/>
                  <a:pt x="777212" y="5322158"/>
                  <a:pt x="806633" y="5322158"/>
                </a:cubicBezTo>
                <a:cubicBezTo>
                  <a:pt x="806633" y="5322158"/>
                  <a:pt x="806633" y="5322158"/>
                  <a:pt x="840958" y="5317248"/>
                </a:cubicBezTo>
                <a:cubicBezTo>
                  <a:pt x="840958" y="5317248"/>
                  <a:pt x="840958" y="5317248"/>
                  <a:pt x="909608" y="5317248"/>
                </a:cubicBezTo>
                <a:cubicBezTo>
                  <a:pt x="929222" y="5317248"/>
                  <a:pt x="953740" y="5317248"/>
                  <a:pt x="978258" y="5317248"/>
                </a:cubicBezTo>
                <a:cubicBezTo>
                  <a:pt x="978258" y="5317248"/>
                  <a:pt x="978258" y="5317248"/>
                  <a:pt x="1046907" y="5317248"/>
                </a:cubicBezTo>
                <a:cubicBezTo>
                  <a:pt x="1056714" y="5317248"/>
                  <a:pt x="1066522" y="5317248"/>
                  <a:pt x="1081232" y="5317248"/>
                </a:cubicBezTo>
                <a:cubicBezTo>
                  <a:pt x="1081232" y="5317248"/>
                  <a:pt x="1081232" y="5317248"/>
                  <a:pt x="1110653" y="5322158"/>
                </a:cubicBezTo>
                <a:cubicBezTo>
                  <a:pt x="1110653" y="5322158"/>
                  <a:pt x="1110653" y="5322158"/>
                  <a:pt x="1174400" y="5327068"/>
                </a:cubicBezTo>
                <a:cubicBezTo>
                  <a:pt x="1174400" y="5327068"/>
                  <a:pt x="1174400" y="5327068"/>
                  <a:pt x="1194014" y="5327068"/>
                </a:cubicBezTo>
                <a:cubicBezTo>
                  <a:pt x="1194014" y="5327068"/>
                  <a:pt x="1194014" y="5327068"/>
                  <a:pt x="1208724" y="5331977"/>
                </a:cubicBezTo>
                <a:cubicBezTo>
                  <a:pt x="1208724" y="5331977"/>
                  <a:pt x="1208724" y="5331977"/>
                  <a:pt x="1243049" y="5336887"/>
                </a:cubicBezTo>
                <a:cubicBezTo>
                  <a:pt x="1243049" y="5336887"/>
                  <a:pt x="1243049" y="5336887"/>
                  <a:pt x="1306795" y="5341797"/>
                </a:cubicBezTo>
                <a:cubicBezTo>
                  <a:pt x="1390156" y="5356526"/>
                  <a:pt x="1478420" y="5371255"/>
                  <a:pt x="1561780" y="5385984"/>
                </a:cubicBezTo>
                <a:cubicBezTo>
                  <a:pt x="1601008" y="5395804"/>
                  <a:pt x="1645140" y="5405623"/>
                  <a:pt x="1684369" y="5415443"/>
                </a:cubicBezTo>
                <a:cubicBezTo>
                  <a:pt x="1684369" y="5415443"/>
                  <a:pt x="1684369" y="5415443"/>
                  <a:pt x="1806957" y="5439992"/>
                </a:cubicBezTo>
                <a:cubicBezTo>
                  <a:pt x="1806957" y="5439992"/>
                  <a:pt x="1806957" y="5439992"/>
                  <a:pt x="2052135" y="5489089"/>
                </a:cubicBezTo>
                <a:cubicBezTo>
                  <a:pt x="2130592" y="5503818"/>
                  <a:pt x="2213952" y="5523457"/>
                  <a:pt x="2292409" y="5533277"/>
                </a:cubicBezTo>
                <a:cubicBezTo>
                  <a:pt x="2375769" y="5548006"/>
                  <a:pt x="2454226" y="5557825"/>
                  <a:pt x="2537586" y="5572555"/>
                </a:cubicBezTo>
                <a:cubicBezTo>
                  <a:pt x="2537586" y="5572555"/>
                  <a:pt x="2537586" y="5572555"/>
                  <a:pt x="2660175" y="5582374"/>
                </a:cubicBezTo>
                <a:cubicBezTo>
                  <a:pt x="2660175" y="5582374"/>
                  <a:pt x="2660175" y="5582374"/>
                  <a:pt x="2719017" y="5592193"/>
                </a:cubicBezTo>
                <a:cubicBezTo>
                  <a:pt x="2719017" y="5592193"/>
                  <a:pt x="2719017" y="5592193"/>
                  <a:pt x="2782764" y="5597103"/>
                </a:cubicBezTo>
                <a:cubicBezTo>
                  <a:pt x="2782764" y="5597103"/>
                  <a:pt x="2782764" y="5597103"/>
                  <a:pt x="2905352" y="5602013"/>
                </a:cubicBezTo>
                <a:cubicBezTo>
                  <a:pt x="2944581" y="5606923"/>
                  <a:pt x="2983809" y="5606923"/>
                  <a:pt x="3023037" y="5606923"/>
                </a:cubicBezTo>
                <a:cubicBezTo>
                  <a:pt x="3106398" y="5611832"/>
                  <a:pt x="3189758" y="5606923"/>
                  <a:pt x="3268215" y="5606923"/>
                </a:cubicBezTo>
                <a:cubicBezTo>
                  <a:pt x="3312347" y="5606923"/>
                  <a:pt x="3351575" y="5602013"/>
                  <a:pt x="3390804" y="5597103"/>
                </a:cubicBezTo>
                <a:cubicBezTo>
                  <a:pt x="3390804" y="5597103"/>
                  <a:pt x="3390804" y="5597103"/>
                  <a:pt x="3513392" y="5592193"/>
                </a:cubicBezTo>
                <a:cubicBezTo>
                  <a:pt x="3596753" y="5582374"/>
                  <a:pt x="3680113" y="5572555"/>
                  <a:pt x="3758570" y="5562735"/>
                </a:cubicBezTo>
                <a:cubicBezTo>
                  <a:pt x="3758570" y="5562735"/>
                  <a:pt x="3758570" y="5562735"/>
                  <a:pt x="3935098" y="5533277"/>
                </a:cubicBezTo>
                <a:cubicBezTo>
                  <a:pt x="3935098" y="5533277"/>
                  <a:pt x="3935098" y="5533277"/>
                  <a:pt x="4018458" y="780649"/>
                </a:cubicBezTo>
                <a:cubicBezTo>
                  <a:pt x="4018458" y="780649"/>
                  <a:pt x="4018458" y="780649"/>
                  <a:pt x="4106722" y="5606923"/>
                </a:cubicBezTo>
                <a:lnTo>
                  <a:pt x="4111625" y="5680569"/>
                </a:lnTo>
                <a:cubicBezTo>
                  <a:pt x="4111625" y="5680569"/>
                  <a:pt x="4111625" y="5680569"/>
                  <a:pt x="4038072" y="5695298"/>
                </a:cubicBezTo>
                <a:cubicBezTo>
                  <a:pt x="4038072" y="5695298"/>
                  <a:pt x="4038072" y="5695298"/>
                  <a:pt x="3787991" y="5744395"/>
                </a:cubicBezTo>
                <a:cubicBezTo>
                  <a:pt x="3704631" y="5759125"/>
                  <a:pt x="3621270" y="5773854"/>
                  <a:pt x="3537910" y="5783673"/>
                </a:cubicBezTo>
                <a:cubicBezTo>
                  <a:pt x="3537910" y="5783673"/>
                  <a:pt x="3537910" y="5783673"/>
                  <a:pt x="3410418" y="5798403"/>
                </a:cubicBezTo>
                <a:cubicBezTo>
                  <a:pt x="3366286" y="5798403"/>
                  <a:pt x="3322154" y="5808222"/>
                  <a:pt x="3282926" y="5808222"/>
                </a:cubicBezTo>
                <a:cubicBezTo>
                  <a:pt x="3194662" y="5813132"/>
                  <a:pt x="3111301" y="5818042"/>
                  <a:pt x="3023037" y="5818042"/>
                </a:cubicBezTo>
                <a:cubicBezTo>
                  <a:pt x="2983809" y="5818042"/>
                  <a:pt x="2939677" y="5818042"/>
                  <a:pt x="2895545" y="5818042"/>
                </a:cubicBezTo>
                <a:cubicBezTo>
                  <a:pt x="2895545" y="5818042"/>
                  <a:pt x="2895545" y="5818042"/>
                  <a:pt x="2768053" y="5818042"/>
                </a:cubicBezTo>
                <a:cubicBezTo>
                  <a:pt x="2768053" y="5818042"/>
                  <a:pt x="2768053" y="5818042"/>
                  <a:pt x="2704307" y="5813132"/>
                </a:cubicBezTo>
                <a:cubicBezTo>
                  <a:pt x="2704307" y="5813132"/>
                  <a:pt x="2704307" y="5813132"/>
                  <a:pt x="2640561" y="5808222"/>
                </a:cubicBezTo>
                <a:cubicBezTo>
                  <a:pt x="2596429" y="5808222"/>
                  <a:pt x="2557200" y="5803312"/>
                  <a:pt x="2513068" y="5798403"/>
                </a:cubicBezTo>
                <a:cubicBezTo>
                  <a:pt x="2429708" y="5793493"/>
                  <a:pt x="2341444" y="5783673"/>
                  <a:pt x="2258084" y="5773854"/>
                </a:cubicBezTo>
                <a:cubicBezTo>
                  <a:pt x="2174724" y="5759125"/>
                  <a:pt x="2091363" y="5749305"/>
                  <a:pt x="2008002" y="5734576"/>
                </a:cubicBezTo>
                <a:cubicBezTo>
                  <a:pt x="2008002" y="5734576"/>
                  <a:pt x="2008002" y="5734576"/>
                  <a:pt x="1757922" y="5690388"/>
                </a:cubicBezTo>
                <a:cubicBezTo>
                  <a:pt x="1757922" y="5690388"/>
                  <a:pt x="1757922" y="5690388"/>
                  <a:pt x="1635333" y="5670749"/>
                </a:cubicBezTo>
                <a:cubicBezTo>
                  <a:pt x="1596105" y="5665840"/>
                  <a:pt x="1551973" y="5656020"/>
                  <a:pt x="1512744" y="5651110"/>
                </a:cubicBezTo>
                <a:cubicBezTo>
                  <a:pt x="1434288" y="5636381"/>
                  <a:pt x="1350927" y="5626562"/>
                  <a:pt x="1272471" y="5616742"/>
                </a:cubicBezTo>
                <a:cubicBezTo>
                  <a:pt x="1272471" y="5616742"/>
                  <a:pt x="1272471" y="5616742"/>
                  <a:pt x="1213628" y="5611832"/>
                </a:cubicBezTo>
                <a:cubicBezTo>
                  <a:pt x="1213628" y="5611832"/>
                  <a:pt x="1213628" y="5611832"/>
                  <a:pt x="1184207" y="5606923"/>
                </a:cubicBezTo>
                <a:cubicBezTo>
                  <a:pt x="1184207" y="5606923"/>
                  <a:pt x="1184207" y="5606923"/>
                  <a:pt x="1169496" y="5606923"/>
                </a:cubicBezTo>
                <a:cubicBezTo>
                  <a:pt x="1169496" y="5606923"/>
                  <a:pt x="1169496" y="5606923"/>
                  <a:pt x="1164593" y="5606923"/>
                </a:cubicBezTo>
                <a:cubicBezTo>
                  <a:pt x="1164593" y="5606923"/>
                  <a:pt x="1164593" y="5606923"/>
                  <a:pt x="1154785" y="5606923"/>
                </a:cubicBezTo>
                <a:cubicBezTo>
                  <a:pt x="1154785" y="5606923"/>
                  <a:pt x="1154785" y="5606923"/>
                  <a:pt x="1095943" y="5602013"/>
                </a:cubicBezTo>
                <a:cubicBezTo>
                  <a:pt x="1095943" y="5602013"/>
                  <a:pt x="1095943" y="5602013"/>
                  <a:pt x="1061618" y="5602013"/>
                </a:cubicBezTo>
                <a:cubicBezTo>
                  <a:pt x="1051811" y="5602013"/>
                  <a:pt x="1042004" y="5602013"/>
                  <a:pt x="1032197" y="5602013"/>
                </a:cubicBezTo>
                <a:cubicBezTo>
                  <a:pt x="1032197" y="5602013"/>
                  <a:pt x="1032197" y="5602013"/>
                  <a:pt x="978258" y="5602013"/>
                </a:cubicBezTo>
                <a:cubicBezTo>
                  <a:pt x="958643" y="5602013"/>
                  <a:pt x="939029" y="5602013"/>
                  <a:pt x="919415" y="5606923"/>
                </a:cubicBezTo>
                <a:cubicBezTo>
                  <a:pt x="919415" y="5606923"/>
                  <a:pt x="919415" y="5606923"/>
                  <a:pt x="860573" y="5611832"/>
                </a:cubicBezTo>
                <a:cubicBezTo>
                  <a:pt x="860573" y="5611832"/>
                  <a:pt x="860573" y="5611832"/>
                  <a:pt x="831151" y="5611832"/>
                </a:cubicBezTo>
                <a:cubicBezTo>
                  <a:pt x="831151" y="5611832"/>
                  <a:pt x="831151" y="5611832"/>
                  <a:pt x="801730" y="5616742"/>
                </a:cubicBezTo>
                <a:cubicBezTo>
                  <a:pt x="801730" y="5616742"/>
                  <a:pt x="801730" y="5616742"/>
                  <a:pt x="747790" y="5621652"/>
                </a:cubicBezTo>
                <a:cubicBezTo>
                  <a:pt x="728177" y="5626562"/>
                  <a:pt x="708563" y="5631471"/>
                  <a:pt x="688948" y="5631471"/>
                </a:cubicBezTo>
                <a:cubicBezTo>
                  <a:pt x="649720" y="5636381"/>
                  <a:pt x="610491" y="5646201"/>
                  <a:pt x="576167" y="5656020"/>
                </a:cubicBezTo>
                <a:cubicBezTo>
                  <a:pt x="502613" y="5675659"/>
                  <a:pt x="429060" y="5700208"/>
                  <a:pt x="355507" y="5724756"/>
                </a:cubicBezTo>
                <a:cubicBezTo>
                  <a:pt x="355507" y="5724756"/>
                  <a:pt x="355507" y="5724756"/>
                  <a:pt x="306471" y="5749305"/>
                </a:cubicBezTo>
                <a:cubicBezTo>
                  <a:pt x="286857" y="5759125"/>
                  <a:pt x="272147" y="5764034"/>
                  <a:pt x="257436" y="5773854"/>
                </a:cubicBezTo>
                <a:cubicBezTo>
                  <a:pt x="237822" y="5783673"/>
                  <a:pt x="223111" y="5788583"/>
                  <a:pt x="208401" y="5798403"/>
                </a:cubicBezTo>
                <a:cubicBezTo>
                  <a:pt x="198593" y="5803312"/>
                  <a:pt x="193690" y="5808222"/>
                  <a:pt x="183882" y="5813132"/>
                </a:cubicBezTo>
                <a:cubicBezTo>
                  <a:pt x="183882" y="5813132"/>
                  <a:pt x="178979" y="5818042"/>
                  <a:pt x="174076" y="5818042"/>
                </a:cubicBezTo>
                <a:cubicBezTo>
                  <a:pt x="174076" y="5818042"/>
                  <a:pt x="174076" y="5818042"/>
                  <a:pt x="169172" y="5822951"/>
                </a:cubicBezTo>
                <a:cubicBezTo>
                  <a:pt x="169172" y="5822951"/>
                  <a:pt x="169172" y="5822951"/>
                  <a:pt x="26433" y="5822951"/>
                </a:cubicBezTo>
                <a:lnTo>
                  <a:pt x="0" y="5822951"/>
                </a:lnTo>
                <a:lnTo>
                  <a:pt x="0" y="710368"/>
                </a:lnTo>
                <a:lnTo>
                  <a:pt x="2451" y="520433"/>
                </a:lnTo>
                <a:cubicBezTo>
                  <a:pt x="2451" y="520433"/>
                  <a:pt x="2451" y="520433"/>
                  <a:pt x="61294" y="5459631"/>
                </a:cubicBezTo>
                <a:cubicBezTo>
                  <a:pt x="76004" y="5444901"/>
                  <a:pt x="95618" y="5435082"/>
                  <a:pt x="110329" y="5425262"/>
                </a:cubicBezTo>
                <a:cubicBezTo>
                  <a:pt x="110329" y="5425262"/>
                  <a:pt x="110329" y="5425262"/>
                  <a:pt x="164269" y="5395804"/>
                </a:cubicBezTo>
                <a:cubicBezTo>
                  <a:pt x="164269" y="5395804"/>
                  <a:pt x="164269" y="5395804"/>
                  <a:pt x="213304" y="5366345"/>
                </a:cubicBezTo>
                <a:cubicBezTo>
                  <a:pt x="281954" y="5331977"/>
                  <a:pt x="355507" y="5297609"/>
                  <a:pt x="424157" y="5263241"/>
                </a:cubicBezTo>
                <a:cubicBezTo>
                  <a:pt x="497710" y="5233783"/>
                  <a:pt x="571263" y="5204324"/>
                  <a:pt x="644816" y="5179775"/>
                </a:cubicBezTo>
                <a:cubicBezTo>
                  <a:pt x="684044" y="5165046"/>
                  <a:pt x="718369" y="5155227"/>
                  <a:pt x="757598" y="5145407"/>
                </a:cubicBezTo>
                <a:cubicBezTo>
                  <a:pt x="757598" y="5145407"/>
                  <a:pt x="757598" y="5145407"/>
                  <a:pt x="816441" y="5125768"/>
                </a:cubicBezTo>
                <a:cubicBezTo>
                  <a:pt x="816441" y="5125768"/>
                  <a:pt x="816441" y="5125768"/>
                  <a:pt x="870379" y="5115949"/>
                </a:cubicBezTo>
                <a:cubicBezTo>
                  <a:pt x="870379" y="5115949"/>
                  <a:pt x="870379" y="5115949"/>
                  <a:pt x="899800" y="5106129"/>
                </a:cubicBezTo>
                <a:cubicBezTo>
                  <a:pt x="899800" y="5106129"/>
                  <a:pt x="899800" y="5106129"/>
                  <a:pt x="904704" y="5106129"/>
                </a:cubicBezTo>
                <a:cubicBezTo>
                  <a:pt x="904704" y="5106129"/>
                  <a:pt x="904704" y="5106129"/>
                  <a:pt x="909608" y="5106129"/>
                </a:cubicBezTo>
                <a:cubicBezTo>
                  <a:pt x="909608" y="5106129"/>
                  <a:pt x="909608" y="5106129"/>
                  <a:pt x="914511" y="5101220"/>
                </a:cubicBezTo>
                <a:cubicBezTo>
                  <a:pt x="914511" y="5101220"/>
                  <a:pt x="914511" y="5101220"/>
                  <a:pt x="929222" y="5101220"/>
                </a:cubicBezTo>
                <a:cubicBezTo>
                  <a:pt x="929222" y="5101220"/>
                  <a:pt x="929222" y="5101220"/>
                  <a:pt x="988065" y="5091400"/>
                </a:cubicBezTo>
                <a:cubicBezTo>
                  <a:pt x="1007679" y="5086490"/>
                  <a:pt x="1027293" y="5086490"/>
                  <a:pt x="1046907" y="5081581"/>
                </a:cubicBezTo>
                <a:cubicBezTo>
                  <a:pt x="1066522" y="5081581"/>
                  <a:pt x="1086136" y="5076671"/>
                  <a:pt x="1105750" y="5076671"/>
                </a:cubicBezTo>
                <a:cubicBezTo>
                  <a:pt x="1184207" y="5066851"/>
                  <a:pt x="1262663" y="5066851"/>
                  <a:pt x="1341120" y="5066851"/>
                </a:cubicBezTo>
                <a:cubicBezTo>
                  <a:pt x="1341120" y="5066851"/>
                  <a:pt x="1341120" y="5066851"/>
                  <a:pt x="1399963" y="5066851"/>
                </a:cubicBezTo>
                <a:cubicBezTo>
                  <a:pt x="1399963" y="5066851"/>
                  <a:pt x="1399963" y="5066851"/>
                  <a:pt x="1458805" y="5071761"/>
                </a:cubicBezTo>
                <a:cubicBezTo>
                  <a:pt x="1498034" y="5071761"/>
                  <a:pt x="1537262" y="5076671"/>
                  <a:pt x="1576491" y="5076671"/>
                </a:cubicBezTo>
                <a:cubicBezTo>
                  <a:pt x="1615719" y="5081581"/>
                  <a:pt x="1654947" y="5086490"/>
                  <a:pt x="1694176" y="5086490"/>
                </a:cubicBezTo>
                <a:cubicBezTo>
                  <a:pt x="1694176" y="5086490"/>
                  <a:pt x="1694176" y="5086490"/>
                  <a:pt x="1806957" y="5101220"/>
                </a:cubicBezTo>
                <a:cubicBezTo>
                  <a:pt x="1806957" y="5101220"/>
                  <a:pt x="1806957" y="5101220"/>
                  <a:pt x="2037424" y="5125768"/>
                </a:cubicBezTo>
                <a:cubicBezTo>
                  <a:pt x="2110977" y="5135588"/>
                  <a:pt x="2189434" y="5140497"/>
                  <a:pt x="2262987" y="5145407"/>
                </a:cubicBezTo>
                <a:cubicBezTo>
                  <a:pt x="2302216" y="5150317"/>
                  <a:pt x="2336541" y="5150317"/>
                  <a:pt x="2375769" y="5155227"/>
                </a:cubicBezTo>
                <a:cubicBezTo>
                  <a:pt x="2395383" y="5155227"/>
                  <a:pt x="2414997" y="5155227"/>
                  <a:pt x="2434612" y="5155227"/>
                </a:cubicBezTo>
                <a:cubicBezTo>
                  <a:pt x="2434612" y="5155227"/>
                  <a:pt x="2434612" y="5155227"/>
                  <a:pt x="2464033" y="5160136"/>
                </a:cubicBezTo>
                <a:cubicBezTo>
                  <a:pt x="2464033" y="5160136"/>
                  <a:pt x="2464033" y="5160136"/>
                  <a:pt x="2478744" y="5160136"/>
                </a:cubicBezTo>
                <a:cubicBezTo>
                  <a:pt x="2478744" y="5160136"/>
                  <a:pt x="2483647" y="5160136"/>
                  <a:pt x="2488551" y="5160136"/>
                </a:cubicBezTo>
                <a:cubicBezTo>
                  <a:pt x="2562104" y="5160136"/>
                  <a:pt x="2640561" y="5155227"/>
                  <a:pt x="2714114" y="5145407"/>
                </a:cubicBezTo>
                <a:cubicBezTo>
                  <a:pt x="2714114" y="5145407"/>
                  <a:pt x="2714114" y="5145407"/>
                  <a:pt x="2768053" y="5135588"/>
                </a:cubicBezTo>
                <a:cubicBezTo>
                  <a:pt x="2768053" y="5135588"/>
                  <a:pt x="2768053" y="5135588"/>
                  <a:pt x="2826896" y="5130678"/>
                </a:cubicBezTo>
                <a:cubicBezTo>
                  <a:pt x="2861220" y="5120859"/>
                  <a:pt x="2900449" y="5115949"/>
                  <a:pt x="2934774" y="5106129"/>
                </a:cubicBezTo>
                <a:cubicBezTo>
                  <a:pt x="2974002" y="5101220"/>
                  <a:pt x="3008327" y="5091400"/>
                  <a:pt x="3047555" y="5081581"/>
                </a:cubicBezTo>
                <a:cubicBezTo>
                  <a:pt x="3081880" y="5071761"/>
                  <a:pt x="3121108" y="5061942"/>
                  <a:pt x="3155433" y="5052122"/>
                </a:cubicBezTo>
                <a:cubicBezTo>
                  <a:pt x="3228987" y="5032483"/>
                  <a:pt x="3302540" y="5007934"/>
                  <a:pt x="3371189" y="4983386"/>
                </a:cubicBezTo>
                <a:cubicBezTo>
                  <a:pt x="3434936" y="4958837"/>
                  <a:pt x="3498682" y="4939198"/>
                  <a:pt x="3557524" y="4909740"/>
                </a:cubicBezTo>
                <a:cubicBezTo>
                  <a:pt x="3557524" y="4909740"/>
                  <a:pt x="3557524" y="4909740"/>
                  <a:pt x="3586946" y="39278"/>
                </a:cubicBezTo>
                <a:cubicBezTo>
                  <a:pt x="3586946" y="39278"/>
                  <a:pt x="3586946" y="39278"/>
                  <a:pt x="3454550" y="78556"/>
                </a:cubicBezTo>
                <a:cubicBezTo>
                  <a:pt x="3430032" y="83466"/>
                  <a:pt x="3405514" y="93285"/>
                  <a:pt x="3380997" y="98195"/>
                </a:cubicBezTo>
                <a:cubicBezTo>
                  <a:pt x="3380997" y="98195"/>
                  <a:pt x="3380997" y="98195"/>
                  <a:pt x="3302540" y="117834"/>
                </a:cubicBezTo>
                <a:cubicBezTo>
                  <a:pt x="3302540" y="117834"/>
                  <a:pt x="3302540" y="117834"/>
                  <a:pt x="3228987" y="132563"/>
                </a:cubicBezTo>
                <a:cubicBezTo>
                  <a:pt x="3228987" y="132563"/>
                  <a:pt x="3228987" y="132563"/>
                  <a:pt x="3189758" y="142383"/>
                </a:cubicBezTo>
                <a:cubicBezTo>
                  <a:pt x="3175047" y="147292"/>
                  <a:pt x="3165240" y="147292"/>
                  <a:pt x="3150530" y="147292"/>
                </a:cubicBezTo>
                <a:cubicBezTo>
                  <a:pt x="3150530" y="147292"/>
                  <a:pt x="3150530" y="147292"/>
                  <a:pt x="2998520" y="176751"/>
                </a:cubicBezTo>
                <a:cubicBezTo>
                  <a:pt x="2974002" y="181661"/>
                  <a:pt x="2944581" y="186570"/>
                  <a:pt x="2920063" y="191480"/>
                </a:cubicBezTo>
                <a:cubicBezTo>
                  <a:pt x="2920063" y="191480"/>
                  <a:pt x="2920063" y="191480"/>
                  <a:pt x="2841606" y="201300"/>
                </a:cubicBezTo>
                <a:cubicBezTo>
                  <a:pt x="2841606" y="201300"/>
                  <a:pt x="2841606" y="201300"/>
                  <a:pt x="2768053" y="211119"/>
                </a:cubicBezTo>
                <a:cubicBezTo>
                  <a:pt x="2738632" y="216029"/>
                  <a:pt x="2714114" y="216029"/>
                  <a:pt x="2689596" y="220939"/>
                </a:cubicBezTo>
                <a:cubicBezTo>
                  <a:pt x="2635657" y="225848"/>
                  <a:pt x="2586622" y="230758"/>
                  <a:pt x="2532683" y="235668"/>
                </a:cubicBezTo>
                <a:cubicBezTo>
                  <a:pt x="2532683" y="235668"/>
                  <a:pt x="2532683" y="235668"/>
                  <a:pt x="2375769" y="250397"/>
                </a:cubicBezTo>
                <a:cubicBezTo>
                  <a:pt x="2351251" y="250397"/>
                  <a:pt x="2326734" y="255307"/>
                  <a:pt x="2297312" y="255307"/>
                </a:cubicBezTo>
                <a:cubicBezTo>
                  <a:pt x="2297312" y="255307"/>
                  <a:pt x="2297312" y="255307"/>
                  <a:pt x="2218855" y="260216"/>
                </a:cubicBezTo>
                <a:cubicBezTo>
                  <a:pt x="2218855" y="260216"/>
                  <a:pt x="2218855" y="260216"/>
                  <a:pt x="2140399" y="260216"/>
                </a:cubicBezTo>
                <a:cubicBezTo>
                  <a:pt x="2140399" y="260216"/>
                  <a:pt x="2140399" y="260216"/>
                  <a:pt x="2066845" y="265126"/>
                </a:cubicBezTo>
                <a:cubicBezTo>
                  <a:pt x="2012906" y="265126"/>
                  <a:pt x="1958967" y="265126"/>
                  <a:pt x="1909932" y="265126"/>
                </a:cubicBezTo>
                <a:cubicBezTo>
                  <a:pt x="1855992" y="265126"/>
                  <a:pt x="1802054" y="265126"/>
                  <a:pt x="1753018" y="265126"/>
                </a:cubicBezTo>
                <a:cubicBezTo>
                  <a:pt x="1699079" y="265126"/>
                  <a:pt x="1650044" y="265126"/>
                  <a:pt x="1596105" y="260216"/>
                </a:cubicBezTo>
                <a:cubicBezTo>
                  <a:pt x="1542166" y="260216"/>
                  <a:pt x="1493130" y="260216"/>
                  <a:pt x="1439191" y="255307"/>
                </a:cubicBezTo>
                <a:cubicBezTo>
                  <a:pt x="1439191" y="255307"/>
                  <a:pt x="1439191" y="255307"/>
                  <a:pt x="1360734" y="250397"/>
                </a:cubicBezTo>
                <a:cubicBezTo>
                  <a:pt x="1360734" y="250397"/>
                  <a:pt x="1360734" y="250397"/>
                  <a:pt x="1439191" y="250397"/>
                </a:cubicBezTo>
                <a:cubicBezTo>
                  <a:pt x="1493130" y="255307"/>
                  <a:pt x="1542166" y="255307"/>
                  <a:pt x="1596105" y="255307"/>
                </a:cubicBezTo>
                <a:cubicBezTo>
                  <a:pt x="1650044" y="255307"/>
                  <a:pt x="1699079" y="255307"/>
                  <a:pt x="1753018" y="260216"/>
                </a:cubicBezTo>
                <a:cubicBezTo>
                  <a:pt x="1802054" y="260216"/>
                  <a:pt x="1855992" y="255307"/>
                  <a:pt x="1909932" y="255307"/>
                </a:cubicBezTo>
                <a:cubicBezTo>
                  <a:pt x="1958967" y="255307"/>
                  <a:pt x="2012906" y="255307"/>
                  <a:pt x="2061942" y="250397"/>
                </a:cubicBezTo>
                <a:cubicBezTo>
                  <a:pt x="2061942" y="250397"/>
                  <a:pt x="2061942" y="250397"/>
                  <a:pt x="2140399" y="250397"/>
                </a:cubicBezTo>
                <a:cubicBezTo>
                  <a:pt x="2140399" y="250397"/>
                  <a:pt x="2140399" y="250397"/>
                  <a:pt x="2218855" y="245487"/>
                </a:cubicBezTo>
                <a:cubicBezTo>
                  <a:pt x="2218855" y="245487"/>
                  <a:pt x="2218855" y="245487"/>
                  <a:pt x="2297312" y="240577"/>
                </a:cubicBezTo>
                <a:cubicBezTo>
                  <a:pt x="2321830" y="240577"/>
                  <a:pt x="2351251" y="235668"/>
                  <a:pt x="2375769" y="235668"/>
                </a:cubicBezTo>
                <a:cubicBezTo>
                  <a:pt x="2375769" y="235668"/>
                  <a:pt x="2375769" y="235668"/>
                  <a:pt x="2532683" y="220939"/>
                </a:cubicBezTo>
                <a:cubicBezTo>
                  <a:pt x="2581718" y="216029"/>
                  <a:pt x="2635657" y="211119"/>
                  <a:pt x="2684693" y="201300"/>
                </a:cubicBezTo>
                <a:cubicBezTo>
                  <a:pt x="2709210" y="201300"/>
                  <a:pt x="2738632" y="196390"/>
                  <a:pt x="2763149" y="191480"/>
                </a:cubicBezTo>
                <a:cubicBezTo>
                  <a:pt x="2763149" y="191480"/>
                  <a:pt x="2763149" y="191480"/>
                  <a:pt x="2841606" y="181661"/>
                </a:cubicBezTo>
                <a:cubicBezTo>
                  <a:pt x="2841606" y="181661"/>
                  <a:pt x="2841606" y="181661"/>
                  <a:pt x="2915159" y="171841"/>
                </a:cubicBezTo>
                <a:cubicBezTo>
                  <a:pt x="2944581" y="166931"/>
                  <a:pt x="2969098" y="162022"/>
                  <a:pt x="2993616" y="157112"/>
                </a:cubicBezTo>
                <a:cubicBezTo>
                  <a:pt x="2993616" y="157112"/>
                  <a:pt x="2993616" y="157112"/>
                  <a:pt x="3145626" y="127654"/>
                </a:cubicBezTo>
                <a:cubicBezTo>
                  <a:pt x="3160337" y="122744"/>
                  <a:pt x="3170144" y="122744"/>
                  <a:pt x="3184855" y="117834"/>
                </a:cubicBezTo>
                <a:cubicBezTo>
                  <a:pt x="3184855" y="117834"/>
                  <a:pt x="3184855" y="117834"/>
                  <a:pt x="3224083" y="108014"/>
                </a:cubicBezTo>
                <a:cubicBezTo>
                  <a:pt x="3224083" y="108014"/>
                  <a:pt x="3224083" y="108014"/>
                  <a:pt x="3297636" y="93285"/>
                </a:cubicBezTo>
                <a:cubicBezTo>
                  <a:pt x="3297636" y="93285"/>
                  <a:pt x="3297636" y="93285"/>
                  <a:pt x="3376093" y="73646"/>
                </a:cubicBezTo>
                <a:cubicBezTo>
                  <a:pt x="3400611" y="68737"/>
                  <a:pt x="3425128" y="58917"/>
                  <a:pt x="3449646" y="49098"/>
                </a:cubicBezTo>
                <a:cubicBezTo>
                  <a:pt x="3449646" y="49098"/>
                  <a:pt x="3449646" y="49098"/>
                  <a:pt x="3596753" y="4910"/>
                </a:cubicBezTo>
                <a:cubicBezTo>
                  <a:pt x="3596753" y="4910"/>
                  <a:pt x="3596753" y="4910"/>
                  <a:pt x="3616367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defTabSz="914400">
              <a:defRPr/>
            </a:pP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26" name="íṥḻiḑè"/>
          <p:cNvSpPr/>
          <p:nvPr/>
        </p:nvSpPr>
        <p:spPr>
          <a:xfrm>
            <a:off x="858100" y="3327022"/>
            <a:ext cx="2541000" cy="562912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/>
            <a:r>
              <a:rPr lang="en-US" altLang="zh-CN" sz="2800" b="1" dirty="0"/>
              <a:t>CONTENTS</a:t>
            </a:r>
            <a:endParaRPr lang="en-US" altLang="zh-CN" sz="2800" b="1" dirty="0"/>
          </a:p>
        </p:txBody>
      </p:sp>
      <p:grpSp>
        <p:nvGrpSpPr>
          <p:cNvPr id="11" name="í$lïḑê"/>
          <p:cNvGrpSpPr/>
          <p:nvPr/>
        </p:nvGrpSpPr>
        <p:grpSpPr>
          <a:xfrm>
            <a:off x="4770733" y="1672841"/>
            <a:ext cx="6749754" cy="663248"/>
            <a:chOff x="4770733" y="1139750"/>
            <a:chExt cx="6749754" cy="663248"/>
          </a:xfrm>
        </p:grpSpPr>
        <p:sp>
          <p:nvSpPr>
            <p:cNvPr id="24" name="i$ḷïďê"/>
            <p:cNvSpPr/>
            <p:nvPr/>
          </p:nvSpPr>
          <p:spPr bwMode="auto">
            <a:xfrm>
              <a:off x="5008132" y="1139750"/>
              <a:ext cx="6512355" cy="6632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45"/>
              <a:r>
                <a:rPr lang="en-US" altLang="zh-CN" dirty="0"/>
                <a:t>Supporting text here. </a:t>
              </a:r>
              <a:endParaRPr lang="en-US" altLang="zh-CN" dirty="0"/>
            </a:p>
          </p:txBody>
        </p:sp>
        <p:sp>
          <p:nvSpPr>
            <p:cNvPr id="25" name="íṣlîḍè"/>
            <p:cNvSpPr/>
            <p:nvPr/>
          </p:nvSpPr>
          <p:spPr bwMode="auto">
            <a:xfrm>
              <a:off x="4770733" y="1233974"/>
              <a:ext cx="474800" cy="474800"/>
            </a:xfrm>
            <a:prstGeom prst="ellipse">
              <a:avLst/>
            </a:prstGeom>
            <a:solidFill>
              <a:schemeClr val="accent1"/>
            </a:solidFill>
            <a:ln w="50800" cmpd="sng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</a:rPr>
                <a:t>01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íṩḻídè"/>
          <p:cNvGrpSpPr/>
          <p:nvPr/>
        </p:nvGrpSpPr>
        <p:grpSpPr>
          <a:xfrm>
            <a:off x="4770733" y="2757998"/>
            <a:ext cx="6749754" cy="663248"/>
            <a:chOff x="4770733" y="1139750"/>
            <a:chExt cx="6749754" cy="663248"/>
          </a:xfrm>
        </p:grpSpPr>
        <p:sp>
          <p:nvSpPr>
            <p:cNvPr id="22" name="ïŝļiḋè"/>
            <p:cNvSpPr/>
            <p:nvPr/>
          </p:nvSpPr>
          <p:spPr bwMode="auto">
            <a:xfrm>
              <a:off x="5008132" y="1139750"/>
              <a:ext cx="6512355" cy="6632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45"/>
              <a:r>
                <a:rPr lang="en-US" altLang="zh-CN" dirty="0"/>
                <a:t>Supporting text here. </a:t>
              </a:r>
              <a:endParaRPr lang="en-US" altLang="zh-CN" dirty="0"/>
            </a:p>
          </p:txBody>
        </p:sp>
        <p:sp>
          <p:nvSpPr>
            <p:cNvPr id="23" name="íşḻide"/>
            <p:cNvSpPr/>
            <p:nvPr/>
          </p:nvSpPr>
          <p:spPr bwMode="auto">
            <a:xfrm>
              <a:off x="4770733" y="1233974"/>
              <a:ext cx="474800" cy="474800"/>
            </a:xfrm>
            <a:prstGeom prst="ellipse">
              <a:avLst/>
            </a:prstGeom>
            <a:solidFill>
              <a:schemeClr val="accent1"/>
            </a:solidFill>
            <a:ln w="50800" cmpd="sng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</a:rPr>
                <a:t>02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iṧļîḑê"/>
          <p:cNvGrpSpPr/>
          <p:nvPr/>
        </p:nvGrpSpPr>
        <p:grpSpPr>
          <a:xfrm>
            <a:off x="4770733" y="3843155"/>
            <a:ext cx="6749754" cy="663248"/>
            <a:chOff x="4770733" y="1139750"/>
            <a:chExt cx="6749754" cy="663248"/>
          </a:xfrm>
        </p:grpSpPr>
        <p:sp>
          <p:nvSpPr>
            <p:cNvPr id="20" name="išļíḋé"/>
            <p:cNvSpPr/>
            <p:nvPr/>
          </p:nvSpPr>
          <p:spPr bwMode="auto">
            <a:xfrm>
              <a:off x="5008132" y="1139750"/>
              <a:ext cx="6512355" cy="6632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45"/>
              <a:r>
                <a:rPr lang="en-US" altLang="zh-CN" dirty="0"/>
                <a:t>Supporting text here. </a:t>
              </a:r>
              <a:endParaRPr lang="en-US" altLang="zh-CN" dirty="0"/>
            </a:p>
          </p:txBody>
        </p:sp>
        <p:sp>
          <p:nvSpPr>
            <p:cNvPr id="21" name="íşḻîḑê"/>
            <p:cNvSpPr/>
            <p:nvPr/>
          </p:nvSpPr>
          <p:spPr bwMode="auto">
            <a:xfrm>
              <a:off x="4770733" y="1233974"/>
              <a:ext cx="474800" cy="474800"/>
            </a:xfrm>
            <a:prstGeom prst="ellipse">
              <a:avLst/>
            </a:prstGeom>
            <a:solidFill>
              <a:schemeClr val="accent1"/>
            </a:solidFill>
            <a:ln w="50800" cmpd="sng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</a:rPr>
                <a:t>03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işlíḋé"/>
          <p:cNvGrpSpPr/>
          <p:nvPr/>
        </p:nvGrpSpPr>
        <p:grpSpPr>
          <a:xfrm>
            <a:off x="4770733" y="4928312"/>
            <a:ext cx="6749754" cy="663248"/>
            <a:chOff x="4770733" y="1139750"/>
            <a:chExt cx="6749754" cy="663248"/>
          </a:xfrm>
        </p:grpSpPr>
        <p:sp>
          <p:nvSpPr>
            <p:cNvPr id="18" name="îśḻïdé"/>
            <p:cNvSpPr/>
            <p:nvPr/>
          </p:nvSpPr>
          <p:spPr bwMode="auto">
            <a:xfrm>
              <a:off x="5008132" y="1139750"/>
              <a:ext cx="6512355" cy="66324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60045"/>
              <a:r>
                <a:rPr lang="en-US" altLang="zh-CN" dirty="0"/>
                <a:t>Supporting text here. </a:t>
              </a:r>
              <a:endParaRPr lang="en-US" altLang="zh-CN" dirty="0"/>
            </a:p>
          </p:txBody>
        </p:sp>
        <p:sp>
          <p:nvSpPr>
            <p:cNvPr id="19" name="iŝ1íḋê"/>
            <p:cNvSpPr/>
            <p:nvPr/>
          </p:nvSpPr>
          <p:spPr bwMode="auto">
            <a:xfrm>
              <a:off x="4770733" y="1233974"/>
              <a:ext cx="474800" cy="474800"/>
            </a:xfrm>
            <a:prstGeom prst="ellipse">
              <a:avLst/>
            </a:prstGeom>
            <a:solidFill>
              <a:schemeClr val="accent1"/>
            </a:solidFill>
            <a:ln w="50800" cmpd="sng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</a:rPr>
                <a:t>04</a:t>
              </a:r>
              <a:endParaRPr lang="zh-CN" altLang="en-US" sz="16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290060" y="708660"/>
            <a:ext cx="7406640" cy="5474335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91694" y="3126422"/>
            <a:ext cx="7860325" cy="1095375"/>
          </a:xfrm>
        </p:spPr>
        <p:txBody>
          <a:bodyPr/>
          <a:lstStyle/>
          <a:p>
            <a:pPr lvl="0"/>
            <a:r>
              <a:rPr lang="en-US" altLang="zh-CN">
                <a:solidFill>
                  <a:schemeClr val="bg1"/>
                </a:solidFill>
              </a:rPr>
              <a:t>Supporting text here.</a:t>
            </a:r>
            <a:endParaRPr lang="en-US" altLang="zh-CN">
              <a:solidFill>
                <a:schemeClr val="bg1"/>
              </a:solidFill>
            </a:endParaRPr>
          </a:p>
          <a:p>
            <a:pPr lvl="0"/>
            <a:r>
              <a:rPr lang="en-US" altLang="zh-CN">
                <a:solidFill>
                  <a:schemeClr val="bg1"/>
                </a:solidFill>
              </a:rPr>
              <a:t>When you copy &amp; apaste, choose "keep text only" option.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91694" y="2608196"/>
            <a:ext cx="7860325" cy="428625"/>
          </a:xfrm>
        </p:spPr>
        <p:txBody>
          <a:bodyPr>
            <a:normAutofit fontScale="90000"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Section Header Here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73158" y="524736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bg1">
                  <a:lumMod val="85000"/>
                </a:schemeClr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416c4bfe-d7b4-4b79-9bad-a079a2529ab9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1555704"/>
            <a:ext cx="10845800" cy="4970243"/>
            <a:chOff x="673100" y="1555704"/>
            <a:chExt cx="10845800" cy="4970243"/>
          </a:xfrm>
        </p:grpSpPr>
        <p:sp>
          <p:nvSpPr>
            <p:cNvPr id="6" name="ïšľídé"/>
            <p:cNvSpPr/>
            <p:nvPr/>
          </p:nvSpPr>
          <p:spPr bwMode="auto">
            <a:xfrm>
              <a:off x="3923403" y="1997138"/>
              <a:ext cx="4345194" cy="4345195"/>
            </a:xfrm>
            <a:custGeom>
              <a:avLst/>
              <a:gdLst>
                <a:gd name="T0" fmla="+- 0 10800 961"/>
                <a:gd name="T1" fmla="*/ T0 w 19679"/>
                <a:gd name="T2" fmla="+- 0 10800 961"/>
                <a:gd name="T3" fmla="*/ 10800 h 19679"/>
                <a:gd name="T4" fmla="+- 0 10800 961"/>
                <a:gd name="T5" fmla="*/ T4 w 19679"/>
                <a:gd name="T6" fmla="+- 0 10800 961"/>
                <a:gd name="T7" fmla="*/ 10800 h 19679"/>
                <a:gd name="T8" fmla="+- 0 10800 961"/>
                <a:gd name="T9" fmla="*/ T8 w 19679"/>
                <a:gd name="T10" fmla="+- 0 10800 961"/>
                <a:gd name="T11" fmla="*/ 10800 h 19679"/>
                <a:gd name="T12" fmla="+- 0 10800 961"/>
                <a:gd name="T13" fmla="*/ T12 w 19679"/>
                <a:gd name="T14" fmla="+- 0 10800 961"/>
                <a:gd name="T15" fmla="*/ 10800 h 1967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19679" h="19679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279400" cap="flat" cmpd="sng">
              <a:solidFill>
                <a:schemeClr val="tx2">
                  <a:lumMod val="40000"/>
                  <a:lumOff val="60000"/>
                  <a:alpha val="50000"/>
                </a:schemeClr>
              </a:solidFill>
              <a:prstDash val="solid"/>
              <a:miter lim="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ctr"/>
              <a:endParaRPr lang="ru-RU" altLang="ru-RU">
                <a:solidFill>
                  <a:srgbClr val="FFFFFF"/>
                </a:solidFill>
              </a:endParaRPr>
            </a:p>
          </p:txBody>
        </p:sp>
        <p:sp>
          <p:nvSpPr>
            <p:cNvPr id="7" name="islíḍè"/>
            <p:cNvSpPr/>
            <p:nvPr/>
          </p:nvSpPr>
          <p:spPr bwMode="auto">
            <a:xfrm>
              <a:off x="3534989" y="4186382"/>
              <a:ext cx="5122022" cy="23395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/>
              <a:endParaRPr lang="ru-RU" altLang="ru-RU">
                <a:solidFill>
                  <a:srgbClr val="FFFFFF"/>
                </a:solidFill>
              </a:endParaRPr>
            </a:p>
          </p:txBody>
        </p:sp>
        <p:grpSp>
          <p:nvGrpSpPr>
            <p:cNvPr id="8" name="íśľîḋê"/>
            <p:cNvGrpSpPr/>
            <p:nvPr/>
          </p:nvGrpSpPr>
          <p:grpSpPr>
            <a:xfrm>
              <a:off x="4484334" y="2548990"/>
              <a:ext cx="3223332" cy="3242501"/>
              <a:chOff x="4494824" y="2548990"/>
              <a:chExt cx="3223332" cy="3242501"/>
            </a:xfrm>
          </p:grpSpPr>
          <p:grpSp>
            <p:nvGrpSpPr>
              <p:cNvPr id="29" name="ís1ïḑè"/>
              <p:cNvGrpSpPr/>
              <p:nvPr/>
            </p:nvGrpSpPr>
            <p:grpSpPr>
              <a:xfrm>
                <a:off x="4494905" y="2548990"/>
                <a:ext cx="3148730" cy="3048502"/>
                <a:chOff x="4494905" y="2548990"/>
                <a:chExt cx="3148730" cy="3048502"/>
              </a:xfrm>
              <a:solidFill>
                <a:schemeClr val="tx2">
                  <a:lumMod val="20000"/>
                  <a:lumOff val="80000"/>
                </a:schemeClr>
              </a:solidFill>
            </p:grpSpPr>
            <p:sp>
              <p:nvSpPr>
                <p:cNvPr id="31" name="íSḷíde"/>
                <p:cNvSpPr/>
                <p:nvPr/>
              </p:nvSpPr>
              <p:spPr bwMode="auto">
                <a:xfrm>
                  <a:off x="5634542" y="2548990"/>
                  <a:ext cx="1472957" cy="556996"/>
                </a:xfrm>
                <a:custGeom>
                  <a:avLst/>
                  <a:gdLst>
                    <a:gd name="T0" fmla="*/ 10796 w 21593"/>
                    <a:gd name="T1" fmla="+- 0 10800 1"/>
                    <a:gd name="T2" fmla="*/ 10800 h 21599"/>
                    <a:gd name="T3" fmla="*/ 10796 w 21593"/>
                    <a:gd name="T4" fmla="+- 0 10800 1"/>
                    <a:gd name="T5" fmla="*/ 10800 h 21599"/>
                    <a:gd name="T6" fmla="*/ 10796 w 21593"/>
                    <a:gd name="T7" fmla="+- 0 10800 1"/>
                    <a:gd name="T8" fmla="*/ 10800 h 21599"/>
                    <a:gd name="T9" fmla="*/ 10796 w 21593"/>
                    <a:gd name="T10" fmla="+- 0 10800 1"/>
                    <a:gd name="T11" fmla="*/ 10800 h 21599"/>
                  </a:gdLst>
                  <a:ahLst/>
                  <a:cxnLst>
                    <a:cxn ang="0">
                      <a:pos x="T0" y="T2"/>
                    </a:cxn>
                    <a:cxn ang="0">
                      <a:pos x="T3" y="T5"/>
                    </a:cxn>
                    <a:cxn ang="0">
                      <a:pos x="T6" y="T8"/>
                    </a:cxn>
                    <a:cxn ang="0">
                      <a:pos x="T9" y="T11"/>
                    </a:cxn>
                  </a:cxnLst>
                  <a:rect l="0" t="0" r="r" b="b"/>
                  <a:pathLst>
                    <a:path w="21593" h="21599">
                      <a:moveTo>
                        <a:pt x="1013" y="2491"/>
                      </a:moveTo>
                      <a:lnTo>
                        <a:pt x="1435" y="2970"/>
                      </a:lnTo>
                      <a:lnTo>
                        <a:pt x="1971" y="3178"/>
                      </a:lnTo>
                      <a:lnTo>
                        <a:pt x="2274" y="3353"/>
                      </a:lnTo>
                      <a:lnTo>
                        <a:pt x="2490" y="3503"/>
                      </a:lnTo>
                      <a:lnTo>
                        <a:pt x="2551" y="3227"/>
                      </a:lnTo>
                      <a:lnTo>
                        <a:pt x="2784" y="2950"/>
                      </a:lnTo>
                      <a:lnTo>
                        <a:pt x="2985" y="2886"/>
                      </a:lnTo>
                      <a:lnTo>
                        <a:pt x="3271" y="2886"/>
                      </a:lnTo>
                      <a:lnTo>
                        <a:pt x="3560" y="2950"/>
                      </a:lnTo>
                      <a:lnTo>
                        <a:pt x="3737" y="3332"/>
                      </a:lnTo>
                      <a:lnTo>
                        <a:pt x="3536" y="3607"/>
                      </a:lnTo>
                      <a:lnTo>
                        <a:pt x="3624" y="3966"/>
                      </a:lnTo>
                      <a:lnTo>
                        <a:pt x="3707" y="4570"/>
                      </a:lnTo>
                      <a:lnTo>
                        <a:pt x="3496" y="4495"/>
                      </a:lnTo>
                      <a:lnTo>
                        <a:pt x="3404" y="4207"/>
                      </a:lnTo>
                      <a:lnTo>
                        <a:pt x="3324" y="4026"/>
                      </a:lnTo>
                      <a:lnTo>
                        <a:pt x="3176" y="4504"/>
                      </a:lnTo>
                      <a:lnTo>
                        <a:pt x="2947" y="4650"/>
                      </a:lnTo>
                      <a:lnTo>
                        <a:pt x="2819" y="4618"/>
                      </a:lnTo>
                      <a:lnTo>
                        <a:pt x="2911" y="4130"/>
                      </a:lnTo>
                      <a:lnTo>
                        <a:pt x="2818" y="3982"/>
                      </a:lnTo>
                      <a:lnTo>
                        <a:pt x="2682" y="4226"/>
                      </a:lnTo>
                      <a:lnTo>
                        <a:pt x="2554" y="4544"/>
                      </a:lnTo>
                      <a:lnTo>
                        <a:pt x="2229" y="4734"/>
                      </a:lnTo>
                      <a:lnTo>
                        <a:pt x="2370" y="4257"/>
                      </a:lnTo>
                      <a:lnTo>
                        <a:pt x="2501" y="4056"/>
                      </a:lnTo>
                      <a:lnTo>
                        <a:pt x="2722" y="3619"/>
                      </a:lnTo>
                      <a:lnTo>
                        <a:pt x="2100" y="3702"/>
                      </a:lnTo>
                      <a:lnTo>
                        <a:pt x="1932" y="3861"/>
                      </a:lnTo>
                      <a:lnTo>
                        <a:pt x="1743" y="4021"/>
                      </a:lnTo>
                      <a:lnTo>
                        <a:pt x="1430" y="4149"/>
                      </a:lnTo>
                      <a:lnTo>
                        <a:pt x="1093" y="4457"/>
                      </a:lnTo>
                      <a:lnTo>
                        <a:pt x="393" y="4766"/>
                      </a:lnTo>
                      <a:lnTo>
                        <a:pt x="45" y="5149"/>
                      </a:lnTo>
                      <a:lnTo>
                        <a:pt x="0" y="5532"/>
                      </a:lnTo>
                      <a:lnTo>
                        <a:pt x="376" y="5360"/>
                      </a:lnTo>
                      <a:lnTo>
                        <a:pt x="731" y="5137"/>
                      </a:lnTo>
                      <a:lnTo>
                        <a:pt x="949" y="5009"/>
                      </a:lnTo>
                      <a:lnTo>
                        <a:pt x="1165" y="5040"/>
                      </a:lnTo>
                      <a:lnTo>
                        <a:pt x="1085" y="5476"/>
                      </a:lnTo>
                      <a:cubicBezTo>
                        <a:pt x="1035" y="5470"/>
                        <a:pt x="986" y="5470"/>
                        <a:pt x="937" y="5476"/>
                      </a:cubicBezTo>
                      <a:cubicBezTo>
                        <a:pt x="788" y="5495"/>
                        <a:pt x="642" y="5570"/>
                        <a:pt x="502" y="5700"/>
                      </a:cubicBezTo>
                      <a:cubicBezTo>
                        <a:pt x="440" y="5623"/>
                        <a:pt x="366" y="5708"/>
                        <a:pt x="346" y="5881"/>
                      </a:cubicBezTo>
                      <a:cubicBezTo>
                        <a:pt x="308" y="6197"/>
                        <a:pt x="442" y="6461"/>
                        <a:pt x="546" y="6273"/>
                      </a:cubicBezTo>
                      <a:lnTo>
                        <a:pt x="992" y="6083"/>
                      </a:lnTo>
                      <a:lnTo>
                        <a:pt x="1121" y="5955"/>
                      </a:lnTo>
                      <a:lnTo>
                        <a:pt x="1526" y="5689"/>
                      </a:lnTo>
                      <a:lnTo>
                        <a:pt x="1707" y="5531"/>
                      </a:lnTo>
                      <a:lnTo>
                        <a:pt x="1799" y="5913"/>
                      </a:lnTo>
                      <a:lnTo>
                        <a:pt x="2124" y="5913"/>
                      </a:lnTo>
                      <a:lnTo>
                        <a:pt x="2631" y="5657"/>
                      </a:lnTo>
                      <a:lnTo>
                        <a:pt x="3077" y="5657"/>
                      </a:lnTo>
                      <a:lnTo>
                        <a:pt x="3520" y="5753"/>
                      </a:lnTo>
                      <a:lnTo>
                        <a:pt x="3926" y="5529"/>
                      </a:lnTo>
                      <a:lnTo>
                        <a:pt x="4103" y="5434"/>
                      </a:lnTo>
                      <a:cubicBezTo>
                        <a:pt x="4167" y="5420"/>
                        <a:pt x="4231" y="5409"/>
                        <a:pt x="4296" y="5402"/>
                      </a:cubicBezTo>
                      <a:cubicBezTo>
                        <a:pt x="4436" y="5386"/>
                        <a:pt x="4577" y="5386"/>
                        <a:pt x="4718" y="5402"/>
                      </a:cubicBezTo>
                      <a:cubicBezTo>
                        <a:pt x="4786" y="5405"/>
                        <a:pt x="4854" y="5384"/>
                        <a:pt x="4919" y="5338"/>
                      </a:cubicBezTo>
                      <a:cubicBezTo>
                        <a:pt x="5022" y="5266"/>
                        <a:pt x="5118" y="5136"/>
                        <a:pt x="5200" y="4956"/>
                      </a:cubicBezTo>
                      <a:lnTo>
                        <a:pt x="5144" y="4384"/>
                      </a:lnTo>
                      <a:lnTo>
                        <a:pt x="4988" y="4320"/>
                      </a:lnTo>
                      <a:lnTo>
                        <a:pt x="4730" y="4224"/>
                      </a:lnTo>
                      <a:lnTo>
                        <a:pt x="4348" y="4065"/>
                      </a:lnTo>
                      <a:lnTo>
                        <a:pt x="4336" y="3586"/>
                      </a:lnTo>
                      <a:lnTo>
                        <a:pt x="4613" y="3311"/>
                      </a:lnTo>
                      <a:lnTo>
                        <a:pt x="4822" y="3555"/>
                      </a:lnTo>
                      <a:cubicBezTo>
                        <a:pt x="4914" y="3612"/>
                        <a:pt x="5007" y="3664"/>
                        <a:pt x="5100" y="3714"/>
                      </a:cubicBezTo>
                      <a:cubicBezTo>
                        <a:pt x="5208" y="3771"/>
                        <a:pt x="5316" y="3824"/>
                        <a:pt x="5425" y="3872"/>
                      </a:cubicBezTo>
                      <a:lnTo>
                        <a:pt x="5750" y="4520"/>
                      </a:lnTo>
                      <a:lnTo>
                        <a:pt x="5574" y="4646"/>
                      </a:lnTo>
                      <a:lnTo>
                        <a:pt x="5434" y="5091"/>
                      </a:lnTo>
                      <a:lnTo>
                        <a:pt x="5583" y="5281"/>
                      </a:lnTo>
                      <a:lnTo>
                        <a:pt x="5811" y="5057"/>
                      </a:lnTo>
                      <a:lnTo>
                        <a:pt x="6085" y="4898"/>
                      </a:lnTo>
                      <a:lnTo>
                        <a:pt x="6144" y="4082"/>
                      </a:lnTo>
                      <a:lnTo>
                        <a:pt x="6276" y="4274"/>
                      </a:lnTo>
                      <a:lnTo>
                        <a:pt x="6344" y="4761"/>
                      </a:lnTo>
                      <a:lnTo>
                        <a:pt x="6649" y="5015"/>
                      </a:lnTo>
                      <a:lnTo>
                        <a:pt x="6853" y="4840"/>
                      </a:lnTo>
                      <a:lnTo>
                        <a:pt x="6981" y="4586"/>
                      </a:lnTo>
                      <a:lnTo>
                        <a:pt x="6873" y="4398"/>
                      </a:lnTo>
                      <a:lnTo>
                        <a:pt x="6701" y="4262"/>
                      </a:lnTo>
                      <a:lnTo>
                        <a:pt x="6608" y="4041"/>
                      </a:lnTo>
                      <a:lnTo>
                        <a:pt x="6385" y="3880"/>
                      </a:lnTo>
                      <a:lnTo>
                        <a:pt x="6084" y="3638"/>
                      </a:lnTo>
                      <a:lnTo>
                        <a:pt x="6144" y="3353"/>
                      </a:lnTo>
                      <a:lnTo>
                        <a:pt x="6381" y="3566"/>
                      </a:lnTo>
                      <a:lnTo>
                        <a:pt x="6521" y="3079"/>
                      </a:lnTo>
                      <a:lnTo>
                        <a:pt x="6630" y="2802"/>
                      </a:lnTo>
                      <a:lnTo>
                        <a:pt x="6980" y="2802"/>
                      </a:lnTo>
                      <a:lnTo>
                        <a:pt x="7233" y="2866"/>
                      </a:lnTo>
                      <a:lnTo>
                        <a:pt x="7337" y="3111"/>
                      </a:lnTo>
                      <a:lnTo>
                        <a:pt x="7100" y="3237"/>
                      </a:lnTo>
                      <a:lnTo>
                        <a:pt x="6907" y="3110"/>
                      </a:lnTo>
                      <a:lnTo>
                        <a:pt x="6803" y="3333"/>
                      </a:lnTo>
                      <a:lnTo>
                        <a:pt x="6675" y="3545"/>
                      </a:lnTo>
                      <a:lnTo>
                        <a:pt x="6872" y="3843"/>
                      </a:lnTo>
                      <a:lnTo>
                        <a:pt x="7126" y="3875"/>
                      </a:lnTo>
                      <a:lnTo>
                        <a:pt x="7246" y="4224"/>
                      </a:lnTo>
                      <a:cubicBezTo>
                        <a:pt x="7177" y="4303"/>
                        <a:pt x="7137" y="4495"/>
                        <a:pt x="7150" y="4691"/>
                      </a:cubicBezTo>
                      <a:cubicBezTo>
                        <a:pt x="7162" y="4896"/>
                        <a:pt x="7228" y="5047"/>
                        <a:pt x="7306" y="5053"/>
                      </a:cubicBezTo>
                      <a:lnTo>
                        <a:pt x="7459" y="4830"/>
                      </a:lnTo>
                      <a:lnTo>
                        <a:pt x="7564" y="4425"/>
                      </a:lnTo>
                      <a:lnTo>
                        <a:pt x="7792" y="4521"/>
                      </a:lnTo>
                      <a:lnTo>
                        <a:pt x="7961" y="4743"/>
                      </a:lnTo>
                      <a:lnTo>
                        <a:pt x="8101" y="4839"/>
                      </a:lnTo>
                      <a:lnTo>
                        <a:pt x="8265" y="4892"/>
                      </a:lnTo>
                      <a:lnTo>
                        <a:pt x="8631" y="5488"/>
                      </a:lnTo>
                      <a:lnTo>
                        <a:pt x="9029" y="5806"/>
                      </a:lnTo>
                      <a:lnTo>
                        <a:pt x="9209" y="6059"/>
                      </a:lnTo>
                      <a:lnTo>
                        <a:pt x="9409" y="6107"/>
                      </a:lnTo>
                      <a:lnTo>
                        <a:pt x="9489" y="5576"/>
                      </a:lnTo>
                      <a:lnTo>
                        <a:pt x="9766" y="5544"/>
                      </a:lnTo>
                      <a:lnTo>
                        <a:pt x="9849" y="5290"/>
                      </a:lnTo>
                      <a:lnTo>
                        <a:pt x="9717" y="4887"/>
                      </a:lnTo>
                      <a:lnTo>
                        <a:pt x="9568" y="4951"/>
                      </a:lnTo>
                      <a:lnTo>
                        <a:pt x="9311" y="5045"/>
                      </a:lnTo>
                      <a:lnTo>
                        <a:pt x="9098" y="5024"/>
                      </a:lnTo>
                      <a:lnTo>
                        <a:pt x="8917" y="4898"/>
                      </a:lnTo>
                      <a:cubicBezTo>
                        <a:pt x="8954" y="4793"/>
                        <a:pt x="8991" y="4687"/>
                        <a:pt x="9026" y="4578"/>
                      </a:cubicBezTo>
                      <a:cubicBezTo>
                        <a:pt x="9066" y="4454"/>
                        <a:pt x="9104" y="4327"/>
                        <a:pt x="9142" y="4197"/>
                      </a:cubicBezTo>
                      <a:lnTo>
                        <a:pt x="9069" y="3879"/>
                      </a:lnTo>
                      <a:lnTo>
                        <a:pt x="8687" y="3730"/>
                      </a:lnTo>
                      <a:lnTo>
                        <a:pt x="8531" y="3634"/>
                      </a:lnTo>
                      <a:lnTo>
                        <a:pt x="8149" y="3389"/>
                      </a:lnTo>
                      <a:lnTo>
                        <a:pt x="8113" y="3104"/>
                      </a:lnTo>
                      <a:lnTo>
                        <a:pt x="8411" y="3042"/>
                      </a:lnTo>
                      <a:lnTo>
                        <a:pt x="8676" y="3106"/>
                      </a:lnTo>
                      <a:lnTo>
                        <a:pt x="8949" y="3455"/>
                      </a:lnTo>
                      <a:lnTo>
                        <a:pt x="9375" y="4222"/>
                      </a:lnTo>
                      <a:lnTo>
                        <a:pt x="9675" y="4285"/>
                      </a:lnTo>
                      <a:lnTo>
                        <a:pt x="9884" y="4285"/>
                      </a:lnTo>
                      <a:lnTo>
                        <a:pt x="10080" y="4832"/>
                      </a:lnTo>
                      <a:lnTo>
                        <a:pt x="10216" y="4706"/>
                      </a:lnTo>
                      <a:lnTo>
                        <a:pt x="10492" y="4779"/>
                      </a:lnTo>
                      <a:lnTo>
                        <a:pt x="10683" y="5162"/>
                      </a:lnTo>
                      <a:lnTo>
                        <a:pt x="10935" y="5384"/>
                      </a:lnTo>
                      <a:lnTo>
                        <a:pt x="11114" y="5447"/>
                      </a:lnTo>
                      <a:lnTo>
                        <a:pt x="11323" y="5873"/>
                      </a:lnTo>
                      <a:lnTo>
                        <a:pt x="11520" y="5873"/>
                      </a:lnTo>
                      <a:lnTo>
                        <a:pt x="11653" y="5841"/>
                      </a:lnTo>
                      <a:lnTo>
                        <a:pt x="11890" y="5914"/>
                      </a:lnTo>
                      <a:lnTo>
                        <a:pt x="12123" y="6695"/>
                      </a:lnTo>
                      <a:lnTo>
                        <a:pt x="12388" y="7236"/>
                      </a:lnTo>
                      <a:lnTo>
                        <a:pt x="12553" y="7619"/>
                      </a:lnTo>
                      <a:lnTo>
                        <a:pt x="12709" y="8002"/>
                      </a:lnTo>
                      <a:lnTo>
                        <a:pt x="12790" y="8705"/>
                      </a:lnTo>
                      <a:lnTo>
                        <a:pt x="12882" y="9024"/>
                      </a:lnTo>
                      <a:lnTo>
                        <a:pt x="13112" y="9567"/>
                      </a:lnTo>
                      <a:lnTo>
                        <a:pt x="13268" y="9693"/>
                      </a:lnTo>
                      <a:lnTo>
                        <a:pt x="13405" y="9693"/>
                      </a:lnTo>
                      <a:lnTo>
                        <a:pt x="13779" y="9981"/>
                      </a:lnTo>
                      <a:lnTo>
                        <a:pt x="13935" y="10139"/>
                      </a:lnTo>
                      <a:lnTo>
                        <a:pt x="14270" y="10578"/>
                      </a:lnTo>
                      <a:lnTo>
                        <a:pt x="14591" y="11014"/>
                      </a:lnTo>
                      <a:lnTo>
                        <a:pt x="14812" y="11512"/>
                      </a:lnTo>
                      <a:lnTo>
                        <a:pt x="14949" y="11480"/>
                      </a:lnTo>
                      <a:lnTo>
                        <a:pt x="14969" y="10586"/>
                      </a:lnTo>
                      <a:lnTo>
                        <a:pt x="15295" y="10203"/>
                      </a:lnTo>
                      <a:lnTo>
                        <a:pt x="15407" y="10628"/>
                      </a:lnTo>
                      <a:lnTo>
                        <a:pt x="15234" y="11180"/>
                      </a:lnTo>
                      <a:lnTo>
                        <a:pt x="15387" y="11532"/>
                      </a:lnTo>
                      <a:lnTo>
                        <a:pt x="15652" y="11904"/>
                      </a:lnTo>
                      <a:cubicBezTo>
                        <a:pt x="15731" y="11974"/>
                        <a:pt x="15814" y="12006"/>
                        <a:pt x="15897" y="12000"/>
                      </a:cubicBezTo>
                      <a:cubicBezTo>
                        <a:pt x="15967" y="11995"/>
                        <a:pt x="16036" y="11962"/>
                        <a:pt x="16102" y="11904"/>
                      </a:cubicBezTo>
                      <a:lnTo>
                        <a:pt x="16030" y="11267"/>
                      </a:lnTo>
                      <a:lnTo>
                        <a:pt x="15790" y="10958"/>
                      </a:lnTo>
                      <a:lnTo>
                        <a:pt x="15765" y="10396"/>
                      </a:lnTo>
                      <a:lnTo>
                        <a:pt x="15966" y="10333"/>
                      </a:lnTo>
                      <a:lnTo>
                        <a:pt x="16135" y="10651"/>
                      </a:lnTo>
                      <a:lnTo>
                        <a:pt x="16255" y="10968"/>
                      </a:lnTo>
                      <a:lnTo>
                        <a:pt x="16472" y="11457"/>
                      </a:lnTo>
                      <a:cubicBezTo>
                        <a:pt x="16523" y="11519"/>
                        <a:pt x="16575" y="11572"/>
                        <a:pt x="16628" y="11617"/>
                      </a:cubicBezTo>
                      <a:cubicBezTo>
                        <a:pt x="16771" y="11737"/>
                        <a:pt x="16919" y="11795"/>
                        <a:pt x="17066" y="11871"/>
                      </a:cubicBezTo>
                      <a:cubicBezTo>
                        <a:pt x="17166" y="11922"/>
                        <a:pt x="17265" y="11982"/>
                        <a:pt x="17363" y="12049"/>
                      </a:cubicBezTo>
                      <a:lnTo>
                        <a:pt x="17637" y="12677"/>
                      </a:lnTo>
                      <a:lnTo>
                        <a:pt x="17869" y="12634"/>
                      </a:lnTo>
                      <a:lnTo>
                        <a:pt x="17889" y="12336"/>
                      </a:lnTo>
                      <a:cubicBezTo>
                        <a:pt x="17862" y="12151"/>
                        <a:pt x="17814" y="11992"/>
                        <a:pt x="17752" y="11880"/>
                      </a:cubicBezTo>
                      <a:cubicBezTo>
                        <a:pt x="17688" y="11766"/>
                        <a:pt x="17613" y="11707"/>
                        <a:pt x="17536" y="11711"/>
                      </a:cubicBezTo>
                      <a:lnTo>
                        <a:pt x="17416" y="11243"/>
                      </a:lnTo>
                      <a:lnTo>
                        <a:pt x="17609" y="11252"/>
                      </a:lnTo>
                      <a:lnTo>
                        <a:pt x="17732" y="11061"/>
                      </a:lnTo>
                      <a:lnTo>
                        <a:pt x="17557" y="10447"/>
                      </a:lnTo>
                      <a:lnTo>
                        <a:pt x="17388" y="10023"/>
                      </a:lnTo>
                      <a:lnTo>
                        <a:pt x="17773" y="10566"/>
                      </a:lnTo>
                      <a:lnTo>
                        <a:pt x="17990" y="10906"/>
                      </a:lnTo>
                      <a:lnTo>
                        <a:pt x="18252" y="11256"/>
                      </a:lnTo>
                      <a:lnTo>
                        <a:pt x="18660" y="11987"/>
                      </a:lnTo>
                      <a:lnTo>
                        <a:pt x="18889" y="12497"/>
                      </a:lnTo>
                      <a:lnTo>
                        <a:pt x="19094" y="13071"/>
                      </a:lnTo>
                      <a:lnTo>
                        <a:pt x="19367" y="13518"/>
                      </a:lnTo>
                      <a:lnTo>
                        <a:pt x="19583" y="13931"/>
                      </a:lnTo>
                      <a:lnTo>
                        <a:pt x="19848" y="14409"/>
                      </a:lnTo>
                      <a:lnTo>
                        <a:pt x="19993" y="14791"/>
                      </a:lnTo>
                      <a:lnTo>
                        <a:pt x="20073" y="15089"/>
                      </a:lnTo>
                      <a:cubicBezTo>
                        <a:pt x="20093" y="15145"/>
                        <a:pt x="20112" y="15201"/>
                        <a:pt x="20131" y="15258"/>
                      </a:cubicBezTo>
                      <a:cubicBezTo>
                        <a:pt x="20151" y="15314"/>
                        <a:pt x="20170" y="15370"/>
                        <a:pt x="20190" y="15427"/>
                      </a:cubicBezTo>
                      <a:lnTo>
                        <a:pt x="20402" y="15850"/>
                      </a:lnTo>
                      <a:lnTo>
                        <a:pt x="20474" y="16327"/>
                      </a:lnTo>
                      <a:lnTo>
                        <a:pt x="20514" y="16720"/>
                      </a:lnTo>
                      <a:lnTo>
                        <a:pt x="20735" y="17241"/>
                      </a:lnTo>
                      <a:lnTo>
                        <a:pt x="20807" y="17655"/>
                      </a:lnTo>
                      <a:cubicBezTo>
                        <a:pt x="20819" y="17786"/>
                        <a:pt x="20832" y="17917"/>
                        <a:pt x="20844" y="18049"/>
                      </a:cubicBezTo>
                      <a:cubicBezTo>
                        <a:pt x="20856" y="18180"/>
                        <a:pt x="20868" y="18311"/>
                        <a:pt x="20880" y="18442"/>
                      </a:cubicBezTo>
                      <a:lnTo>
                        <a:pt x="20960" y="19006"/>
                      </a:lnTo>
                      <a:lnTo>
                        <a:pt x="21117" y="19677"/>
                      </a:lnTo>
                      <a:lnTo>
                        <a:pt x="21246" y="20208"/>
                      </a:lnTo>
                      <a:lnTo>
                        <a:pt x="21398" y="20547"/>
                      </a:lnTo>
                      <a:lnTo>
                        <a:pt x="21338" y="21131"/>
                      </a:lnTo>
                      <a:lnTo>
                        <a:pt x="21382" y="21599"/>
                      </a:lnTo>
                      <a:lnTo>
                        <a:pt x="21546" y="21599"/>
                      </a:lnTo>
                      <a:cubicBezTo>
                        <a:pt x="21562" y="21486"/>
                        <a:pt x="21574" y="21369"/>
                        <a:pt x="21582" y="21251"/>
                      </a:cubicBezTo>
                      <a:cubicBezTo>
                        <a:pt x="21600" y="20975"/>
                        <a:pt x="21596" y="20692"/>
                        <a:pt x="21570" y="20420"/>
                      </a:cubicBezTo>
                      <a:lnTo>
                        <a:pt x="21322" y="19879"/>
                      </a:lnTo>
                      <a:lnTo>
                        <a:pt x="21226" y="19433"/>
                      </a:lnTo>
                      <a:lnTo>
                        <a:pt x="21166" y="18957"/>
                      </a:lnTo>
                      <a:lnTo>
                        <a:pt x="21074" y="18192"/>
                      </a:lnTo>
                      <a:lnTo>
                        <a:pt x="20935" y="17256"/>
                      </a:lnTo>
                      <a:lnTo>
                        <a:pt x="20826" y="16620"/>
                      </a:lnTo>
                      <a:lnTo>
                        <a:pt x="20634" y="15983"/>
                      </a:lnTo>
                      <a:lnTo>
                        <a:pt x="20326" y="15345"/>
                      </a:lnTo>
                      <a:lnTo>
                        <a:pt x="19647" y="13667"/>
                      </a:lnTo>
                      <a:lnTo>
                        <a:pt x="19264" y="12797"/>
                      </a:lnTo>
                      <a:lnTo>
                        <a:pt x="19093" y="12386"/>
                      </a:lnTo>
                      <a:lnTo>
                        <a:pt x="18852" y="11716"/>
                      </a:lnTo>
                      <a:lnTo>
                        <a:pt x="18687" y="11099"/>
                      </a:lnTo>
                      <a:lnTo>
                        <a:pt x="18415" y="10877"/>
                      </a:lnTo>
                      <a:lnTo>
                        <a:pt x="18139" y="10684"/>
                      </a:lnTo>
                      <a:lnTo>
                        <a:pt x="17889" y="10365"/>
                      </a:lnTo>
                      <a:lnTo>
                        <a:pt x="17567" y="9822"/>
                      </a:lnTo>
                      <a:cubicBezTo>
                        <a:pt x="17455" y="10011"/>
                        <a:pt x="17321" y="9691"/>
                        <a:pt x="17379" y="9377"/>
                      </a:cubicBezTo>
                      <a:cubicBezTo>
                        <a:pt x="17420" y="9160"/>
                        <a:pt x="17534" y="9142"/>
                        <a:pt x="17584" y="9345"/>
                      </a:cubicBezTo>
                      <a:lnTo>
                        <a:pt x="17226" y="8676"/>
                      </a:lnTo>
                      <a:lnTo>
                        <a:pt x="16956" y="8495"/>
                      </a:lnTo>
                      <a:lnTo>
                        <a:pt x="16213" y="7984"/>
                      </a:lnTo>
                      <a:lnTo>
                        <a:pt x="16024" y="7984"/>
                      </a:lnTo>
                      <a:lnTo>
                        <a:pt x="15614" y="7633"/>
                      </a:lnTo>
                      <a:lnTo>
                        <a:pt x="15469" y="7218"/>
                      </a:lnTo>
                      <a:lnTo>
                        <a:pt x="15388" y="6941"/>
                      </a:lnTo>
                      <a:lnTo>
                        <a:pt x="14882" y="6497"/>
                      </a:lnTo>
                      <a:lnTo>
                        <a:pt x="14685" y="6220"/>
                      </a:lnTo>
                      <a:lnTo>
                        <a:pt x="14697" y="5362"/>
                      </a:lnTo>
                      <a:lnTo>
                        <a:pt x="14468" y="4894"/>
                      </a:lnTo>
                      <a:lnTo>
                        <a:pt x="13869" y="2688"/>
                      </a:lnTo>
                      <a:cubicBezTo>
                        <a:pt x="11750" y="906"/>
                        <a:pt x="9540" y="-1"/>
                        <a:pt x="7317" y="0"/>
                      </a:cubicBezTo>
                      <a:cubicBezTo>
                        <a:pt x="5181" y="1"/>
                        <a:pt x="3056" y="840"/>
                        <a:pt x="1013" y="249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32" name="îSľîḋe"/>
                <p:cNvSpPr/>
                <p:nvPr/>
              </p:nvSpPr>
              <p:spPr bwMode="auto">
                <a:xfrm>
                  <a:off x="5395703" y="2684674"/>
                  <a:ext cx="720541" cy="243297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8379" y="6238"/>
                      </a:moveTo>
                      <a:lnTo>
                        <a:pt x="7995" y="6530"/>
                      </a:lnTo>
                      <a:lnTo>
                        <a:pt x="7560" y="7153"/>
                      </a:lnTo>
                      <a:lnTo>
                        <a:pt x="7120" y="7107"/>
                      </a:lnTo>
                      <a:lnTo>
                        <a:pt x="6891" y="6674"/>
                      </a:lnTo>
                      <a:lnTo>
                        <a:pt x="6992" y="6089"/>
                      </a:lnTo>
                      <a:lnTo>
                        <a:pt x="6649" y="5551"/>
                      </a:lnTo>
                      <a:cubicBezTo>
                        <a:pt x="6481" y="5560"/>
                        <a:pt x="6313" y="5570"/>
                        <a:pt x="6145" y="5581"/>
                      </a:cubicBezTo>
                      <a:cubicBezTo>
                        <a:pt x="5755" y="5605"/>
                        <a:pt x="5365" y="5632"/>
                        <a:pt x="4975" y="5662"/>
                      </a:cubicBezTo>
                      <a:lnTo>
                        <a:pt x="4333" y="6028"/>
                      </a:lnTo>
                      <a:lnTo>
                        <a:pt x="3152" y="6612"/>
                      </a:lnTo>
                      <a:lnTo>
                        <a:pt x="2487" y="7194"/>
                      </a:lnTo>
                      <a:lnTo>
                        <a:pt x="1504" y="8144"/>
                      </a:lnTo>
                      <a:cubicBezTo>
                        <a:pt x="1455" y="8489"/>
                        <a:pt x="1389" y="8810"/>
                        <a:pt x="1307" y="9094"/>
                      </a:cubicBezTo>
                      <a:cubicBezTo>
                        <a:pt x="1132" y="9706"/>
                        <a:pt x="894" y="10132"/>
                        <a:pt x="629" y="10307"/>
                      </a:cubicBezTo>
                      <a:lnTo>
                        <a:pt x="46" y="11038"/>
                      </a:lnTo>
                      <a:lnTo>
                        <a:pt x="0" y="12031"/>
                      </a:lnTo>
                      <a:lnTo>
                        <a:pt x="541" y="12079"/>
                      </a:lnTo>
                      <a:lnTo>
                        <a:pt x="864" y="12226"/>
                      </a:lnTo>
                      <a:cubicBezTo>
                        <a:pt x="946" y="12616"/>
                        <a:pt x="1066" y="12922"/>
                        <a:pt x="1209" y="13102"/>
                      </a:cubicBezTo>
                      <a:cubicBezTo>
                        <a:pt x="1377" y="13316"/>
                        <a:pt x="1566" y="13340"/>
                        <a:pt x="1740" y="13173"/>
                      </a:cubicBezTo>
                      <a:lnTo>
                        <a:pt x="2193" y="13099"/>
                      </a:lnTo>
                      <a:lnTo>
                        <a:pt x="2365" y="13757"/>
                      </a:lnTo>
                      <a:lnTo>
                        <a:pt x="2077" y="14391"/>
                      </a:lnTo>
                      <a:lnTo>
                        <a:pt x="2299" y="15926"/>
                      </a:lnTo>
                      <a:lnTo>
                        <a:pt x="2650" y="16072"/>
                      </a:lnTo>
                      <a:lnTo>
                        <a:pt x="2749" y="17144"/>
                      </a:lnTo>
                      <a:lnTo>
                        <a:pt x="2659" y="18286"/>
                      </a:lnTo>
                      <a:lnTo>
                        <a:pt x="2877" y="19733"/>
                      </a:lnTo>
                      <a:lnTo>
                        <a:pt x="3132" y="20485"/>
                      </a:lnTo>
                      <a:lnTo>
                        <a:pt x="3764" y="21067"/>
                      </a:lnTo>
                      <a:lnTo>
                        <a:pt x="4084" y="20628"/>
                      </a:lnTo>
                      <a:lnTo>
                        <a:pt x="4749" y="20117"/>
                      </a:lnTo>
                      <a:lnTo>
                        <a:pt x="5250" y="20190"/>
                      </a:lnTo>
                      <a:lnTo>
                        <a:pt x="6180" y="20531"/>
                      </a:lnTo>
                      <a:lnTo>
                        <a:pt x="6560" y="20656"/>
                      </a:lnTo>
                      <a:lnTo>
                        <a:pt x="6921" y="21067"/>
                      </a:lnTo>
                      <a:lnTo>
                        <a:pt x="7208" y="21600"/>
                      </a:lnTo>
                      <a:lnTo>
                        <a:pt x="7792" y="21454"/>
                      </a:lnTo>
                      <a:lnTo>
                        <a:pt x="7824" y="20650"/>
                      </a:lnTo>
                      <a:lnTo>
                        <a:pt x="7340" y="20580"/>
                      </a:lnTo>
                      <a:lnTo>
                        <a:pt x="7662" y="19508"/>
                      </a:lnTo>
                      <a:lnTo>
                        <a:pt x="8293" y="20166"/>
                      </a:lnTo>
                      <a:cubicBezTo>
                        <a:pt x="8384" y="20331"/>
                        <a:pt x="8483" y="20453"/>
                        <a:pt x="8587" y="20528"/>
                      </a:cubicBezTo>
                      <a:cubicBezTo>
                        <a:pt x="8747" y="20643"/>
                        <a:pt x="8913" y="20643"/>
                        <a:pt x="9072" y="20528"/>
                      </a:cubicBezTo>
                      <a:lnTo>
                        <a:pt x="9318" y="20312"/>
                      </a:lnTo>
                      <a:lnTo>
                        <a:pt x="9631" y="19873"/>
                      </a:lnTo>
                      <a:lnTo>
                        <a:pt x="10223" y="19508"/>
                      </a:lnTo>
                      <a:lnTo>
                        <a:pt x="10815" y="20019"/>
                      </a:lnTo>
                      <a:lnTo>
                        <a:pt x="11054" y="20799"/>
                      </a:lnTo>
                      <a:lnTo>
                        <a:pt x="11818" y="20921"/>
                      </a:lnTo>
                      <a:lnTo>
                        <a:pt x="12181" y="20342"/>
                      </a:lnTo>
                      <a:lnTo>
                        <a:pt x="12468" y="20927"/>
                      </a:lnTo>
                      <a:lnTo>
                        <a:pt x="12830" y="20975"/>
                      </a:lnTo>
                      <a:lnTo>
                        <a:pt x="13092" y="19666"/>
                      </a:lnTo>
                      <a:lnTo>
                        <a:pt x="13362" y="18868"/>
                      </a:lnTo>
                      <a:lnTo>
                        <a:pt x="13822" y="18649"/>
                      </a:lnTo>
                      <a:lnTo>
                        <a:pt x="14421" y="18161"/>
                      </a:lnTo>
                      <a:lnTo>
                        <a:pt x="14635" y="17723"/>
                      </a:lnTo>
                      <a:lnTo>
                        <a:pt x="14972" y="16654"/>
                      </a:lnTo>
                      <a:lnTo>
                        <a:pt x="15243" y="15630"/>
                      </a:lnTo>
                      <a:lnTo>
                        <a:pt x="15317" y="14632"/>
                      </a:lnTo>
                      <a:lnTo>
                        <a:pt x="15317" y="13974"/>
                      </a:lnTo>
                      <a:lnTo>
                        <a:pt x="15122" y="13541"/>
                      </a:lnTo>
                      <a:lnTo>
                        <a:pt x="15023" y="12765"/>
                      </a:lnTo>
                      <a:lnTo>
                        <a:pt x="15220" y="12329"/>
                      </a:lnTo>
                      <a:cubicBezTo>
                        <a:pt x="15322" y="12146"/>
                        <a:pt x="15417" y="11934"/>
                        <a:pt x="15505" y="11695"/>
                      </a:cubicBezTo>
                      <a:cubicBezTo>
                        <a:pt x="15576" y="11501"/>
                        <a:pt x="15642" y="11290"/>
                        <a:pt x="15702" y="11065"/>
                      </a:cubicBezTo>
                      <a:lnTo>
                        <a:pt x="16105" y="11650"/>
                      </a:lnTo>
                      <a:lnTo>
                        <a:pt x="16400" y="11650"/>
                      </a:lnTo>
                      <a:cubicBezTo>
                        <a:pt x="16502" y="11466"/>
                        <a:pt x="16618" y="11366"/>
                        <a:pt x="16738" y="11357"/>
                      </a:cubicBezTo>
                      <a:cubicBezTo>
                        <a:pt x="16830" y="11351"/>
                        <a:pt x="16922" y="11401"/>
                        <a:pt x="17008" y="11504"/>
                      </a:cubicBezTo>
                      <a:lnTo>
                        <a:pt x="17484" y="11309"/>
                      </a:lnTo>
                      <a:lnTo>
                        <a:pt x="17747" y="10946"/>
                      </a:lnTo>
                      <a:lnTo>
                        <a:pt x="18258" y="9850"/>
                      </a:lnTo>
                      <a:lnTo>
                        <a:pt x="18331" y="8900"/>
                      </a:lnTo>
                      <a:lnTo>
                        <a:pt x="18809" y="8948"/>
                      </a:lnTo>
                      <a:lnTo>
                        <a:pt x="19047" y="8656"/>
                      </a:lnTo>
                      <a:cubicBezTo>
                        <a:pt x="19050" y="8433"/>
                        <a:pt x="19053" y="8209"/>
                        <a:pt x="19055" y="7986"/>
                      </a:cubicBezTo>
                      <a:cubicBezTo>
                        <a:pt x="19058" y="7763"/>
                        <a:pt x="19061" y="7539"/>
                        <a:pt x="19064" y="7316"/>
                      </a:cubicBezTo>
                      <a:lnTo>
                        <a:pt x="18843" y="6369"/>
                      </a:lnTo>
                      <a:lnTo>
                        <a:pt x="19370" y="6734"/>
                      </a:lnTo>
                      <a:lnTo>
                        <a:pt x="19354" y="7971"/>
                      </a:lnTo>
                      <a:lnTo>
                        <a:pt x="19748" y="7270"/>
                      </a:lnTo>
                      <a:lnTo>
                        <a:pt x="19994" y="6177"/>
                      </a:lnTo>
                      <a:lnTo>
                        <a:pt x="19796" y="5038"/>
                      </a:lnTo>
                      <a:lnTo>
                        <a:pt x="19566" y="4780"/>
                      </a:lnTo>
                      <a:lnTo>
                        <a:pt x="19089" y="4814"/>
                      </a:lnTo>
                      <a:lnTo>
                        <a:pt x="18801" y="4814"/>
                      </a:lnTo>
                      <a:lnTo>
                        <a:pt x="18440" y="4302"/>
                      </a:lnTo>
                      <a:lnTo>
                        <a:pt x="18341" y="3642"/>
                      </a:lnTo>
                      <a:lnTo>
                        <a:pt x="18465" y="2828"/>
                      </a:lnTo>
                      <a:lnTo>
                        <a:pt x="18826" y="2609"/>
                      </a:lnTo>
                      <a:lnTo>
                        <a:pt x="19358" y="4031"/>
                      </a:lnTo>
                      <a:lnTo>
                        <a:pt x="20032" y="4620"/>
                      </a:lnTo>
                      <a:lnTo>
                        <a:pt x="20179" y="3499"/>
                      </a:lnTo>
                      <a:lnTo>
                        <a:pt x="19850" y="3134"/>
                      </a:lnTo>
                      <a:lnTo>
                        <a:pt x="19685" y="2184"/>
                      </a:lnTo>
                      <a:lnTo>
                        <a:pt x="19808" y="1436"/>
                      </a:lnTo>
                      <a:lnTo>
                        <a:pt x="20233" y="2139"/>
                      </a:lnTo>
                      <a:cubicBezTo>
                        <a:pt x="20292" y="2251"/>
                        <a:pt x="20351" y="2363"/>
                        <a:pt x="20410" y="2475"/>
                      </a:cubicBezTo>
                      <a:cubicBezTo>
                        <a:pt x="20469" y="2587"/>
                        <a:pt x="20528" y="2699"/>
                        <a:pt x="20587" y="2811"/>
                      </a:cubicBezTo>
                      <a:lnTo>
                        <a:pt x="20619" y="4752"/>
                      </a:lnTo>
                      <a:lnTo>
                        <a:pt x="21029" y="5166"/>
                      </a:lnTo>
                      <a:lnTo>
                        <a:pt x="21316" y="5236"/>
                      </a:lnTo>
                      <a:lnTo>
                        <a:pt x="21341" y="3823"/>
                      </a:lnTo>
                      <a:lnTo>
                        <a:pt x="21046" y="3360"/>
                      </a:lnTo>
                      <a:lnTo>
                        <a:pt x="20691" y="2065"/>
                      </a:lnTo>
                      <a:lnTo>
                        <a:pt x="21255" y="2361"/>
                      </a:lnTo>
                      <a:lnTo>
                        <a:pt x="21600" y="2068"/>
                      </a:lnTo>
                      <a:lnTo>
                        <a:pt x="21551" y="540"/>
                      </a:lnTo>
                      <a:cubicBezTo>
                        <a:pt x="21437" y="404"/>
                        <a:pt x="21318" y="308"/>
                        <a:pt x="21197" y="254"/>
                      </a:cubicBezTo>
                      <a:cubicBezTo>
                        <a:pt x="21003" y="167"/>
                        <a:pt x="20805" y="188"/>
                        <a:pt x="20613" y="315"/>
                      </a:cubicBezTo>
                      <a:lnTo>
                        <a:pt x="20226" y="171"/>
                      </a:lnTo>
                      <a:lnTo>
                        <a:pt x="19939" y="317"/>
                      </a:lnTo>
                      <a:lnTo>
                        <a:pt x="19442" y="0"/>
                      </a:lnTo>
                      <a:lnTo>
                        <a:pt x="19112" y="72"/>
                      </a:lnTo>
                      <a:lnTo>
                        <a:pt x="19088" y="998"/>
                      </a:lnTo>
                      <a:lnTo>
                        <a:pt x="19211" y="1966"/>
                      </a:lnTo>
                      <a:lnTo>
                        <a:pt x="18811" y="1726"/>
                      </a:lnTo>
                      <a:lnTo>
                        <a:pt x="18638" y="413"/>
                      </a:lnTo>
                      <a:lnTo>
                        <a:pt x="18054" y="413"/>
                      </a:lnTo>
                      <a:lnTo>
                        <a:pt x="17760" y="416"/>
                      </a:lnTo>
                      <a:lnTo>
                        <a:pt x="16847" y="977"/>
                      </a:lnTo>
                      <a:lnTo>
                        <a:pt x="16016" y="1586"/>
                      </a:lnTo>
                      <a:lnTo>
                        <a:pt x="15795" y="1805"/>
                      </a:lnTo>
                      <a:lnTo>
                        <a:pt x="15803" y="3084"/>
                      </a:lnTo>
                      <a:lnTo>
                        <a:pt x="16370" y="2889"/>
                      </a:lnTo>
                      <a:lnTo>
                        <a:pt x="16831" y="2378"/>
                      </a:lnTo>
                      <a:lnTo>
                        <a:pt x="17250" y="2012"/>
                      </a:lnTo>
                      <a:lnTo>
                        <a:pt x="17789" y="1866"/>
                      </a:lnTo>
                      <a:lnTo>
                        <a:pt x="17854" y="2932"/>
                      </a:lnTo>
                      <a:lnTo>
                        <a:pt x="17247" y="3298"/>
                      </a:lnTo>
                      <a:lnTo>
                        <a:pt x="16886" y="3663"/>
                      </a:lnTo>
                      <a:lnTo>
                        <a:pt x="16443" y="3736"/>
                      </a:lnTo>
                      <a:lnTo>
                        <a:pt x="16115" y="4102"/>
                      </a:lnTo>
                      <a:lnTo>
                        <a:pt x="16017" y="5098"/>
                      </a:lnTo>
                      <a:lnTo>
                        <a:pt x="16017" y="6776"/>
                      </a:lnTo>
                      <a:lnTo>
                        <a:pt x="15943" y="7653"/>
                      </a:lnTo>
                      <a:lnTo>
                        <a:pt x="15853" y="8454"/>
                      </a:lnTo>
                      <a:lnTo>
                        <a:pt x="15853" y="9425"/>
                      </a:lnTo>
                      <a:lnTo>
                        <a:pt x="15577" y="10537"/>
                      </a:lnTo>
                      <a:lnTo>
                        <a:pt x="15641" y="8643"/>
                      </a:lnTo>
                      <a:lnTo>
                        <a:pt x="15321" y="8280"/>
                      </a:lnTo>
                      <a:lnTo>
                        <a:pt x="15076" y="7918"/>
                      </a:lnTo>
                      <a:lnTo>
                        <a:pt x="15389" y="6703"/>
                      </a:lnTo>
                      <a:lnTo>
                        <a:pt x="15389" y="5853"/>
                      </a:lnTo>
                      <a:lnTo>
                        <a:pt x="14947" y="5198"/>
                      </a:lnTo>
                      <a:lnTo>
                        <a:pt x="14733" y="5125"/>
                      </a:lnTo>
                      <a:lnTo>
                        <a:pt x="14486" y="5052"/>
                      </a:lnTo>
                      <a:lnTo>
                        <a:pt x="14248" y="4982"/>
                      </a:lnTo>
                      <a:lnTo>
                        <a:pt x="13362" y="5055"/>
                      </a:lnTo>
                      <a:lnTo>
                        <a:pt x="13101" y="5956"/>
                      </a:lnTo>
                      <a:lnTo>
                        <a:pt x="12763" y="6395"/>
                      </a:lnTo>
                      <a:lnTo>
                        <a:pt x="12180" y="6809"/>
                      </a:lnTo>
                      <a:lnTo>
                        <a:pt x="11062" y="6809"/>
                      </a:lnTo>
                      <a:lnTo>
                        <a:pt x="10698" y="6048"/>
                      </a:lnTo>
                      <a:lnTo>
                        <a:pt x="10017" y="5685"/>
                      </a:lnTo>
                      <a:lnTo>
                        <a:pt x="9630" y="5685"/>
                      </a:lnTo>
                      <a:lnTo>
                        <a:pt x="9245" y="5831"/>
                      </a:lnTo>
                      <a:lnTo>
                        <a:pt x="9033" y="6334"/>
                      </a:lnTo>
                      <a:lnTo>
                        <a:pt x="8960" y="7062"/>
                      </a:lnTo>
                      <a:lnTo>
                        <a:pt x="8525" y="7281"/>
                      </a:lnTo>
                      <a:lnTo>
                        <a:pt x="8156" y="7281"/>
                      </a:lnTo>
                      <a:lnTo>
                        <a:pt x="8379" y="623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33" name="ïşliḍé"/>
                <p:cNvSpPr/>
                <p:nvPr/>
              </p:nvSpPr>
              <p:spPr bwMode="auto">
                <a:xfrm>
                  <a:off x="6124236" y="2686864"/>
                  <a:ext cx="115911" cy="54936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7934" y="952"/>
                      </a:moveTo>
                      <a:lnTo>
                        <a:pt x="10370" y="641"/>
                      </a:lnTo>
                      <a:lnTo>
                        <a:pt x="12234" y="2097"/>
                      </a:lnTo>
                      <a:lnTo>
                        <a:pt x="15066" y="3160"/>
                      </a:lnTo>
                      <a:lnTo>
                        <a:pt x="16147" y="6695"/>
                      </a:lnTo>
                      <a:lnTo>
                        <a:pt x="18442" y="8314"/>
                      </a:lnTo>
                      <a:lnTo>
                        <a:pt x="20794" y="8853"/>
                      </a:lnTo>
                      <a:lnTo>
                        <a:pt x="21600" y="11834"/>
                      </a:lnTo>
                      <a:lnTo>
                        <a:pt x="19458" y="12360"/>
                      </a:lnTo>
                      <a:cubicBezTo>
                        <a:pt x="18791" y="12394"/>
                        <a:pt x="18126" y="12502"/>
                        <a:pt x="17464" y="12684"/>
                      </a:cubicBezTo>
                      <a:cubicBezTo>
                        <a:pt x="15906" y="13112"/>
                        <a:pt x="14380" y="13946"/>
                        <a:pt x="12919" y="15166"/>
                      </a:cubicBezTo>
                      <a:lnTo>
                        <a:pt x="11078" y="16029"/>
                      </a:lnTo>
                      <a:lnTo>
                        <a:pt x="8533" y="14424"/>
                      </a:lnTo>
                      <a:lnTo>
                        <a:pt x="7428" y="18687"/>
                      </a:lnTo>
                      <a:lnTo>
                        <a:pt x="4579" y="21600"/>
                      </a:lnTo>
                      <a:lnTo>
                        <a:pt x="2559" y="21276"/>
                      </a:lnTo>
                      <a:lnTo>
                        <a:pt x="1056" y="19011"/>
                      </a:lnTo>
                      <a:lnTo>
                        <a:pt x="2007" y="15476"/>
                      </a:lnTo>
                      <a:lnTo>
                        <a:pt x="4688" y="13534"/>
                      </a:lnTo>
                      <a:lnTo>
                        <a:pt x="6215" y="13210"/>
                      </a:lnTo>
                      <a:lnTo>
                        <a:pt x="8958" y="10108"/>
                      </a:lnTo>
                      <a:lnTo>
                        <a:pt x="7794" y="6142"/>
                      </a:lnTo>
                      <a:lnTo>
                        <a:pt x="5858" y="5494"/>
                      </a:lnTo>
                      <a:lnTo>
                        <a:pt x="5090" y="9677"/>
                      </a:lnTo>
                      <a:lnTo>
                        <a:pt x="2073" y="10972"/>
                      </a:lnTo>
                      <a:lnTo>
                        <a:pt x="865" y="6884"/>
                      </a:lnTo>
                      <a:lnTo>
                        <a:pt x="0" y="3768"/>
                      </a:lnTo>
                      <a:lnTo>
                        <a:pt x="609" y="963"/>
                      </a:lnTo>
                      <a:lnTo>
                        <a:pt x="3066" y="315"/>
                      </a:lnTo>
                      <a:lnTo>
                        <a:pt x="5208" y="0"/>
                      </a:lnTo>
                      <a:lnTo>
                        <a:pt x="7934" y="95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34" name="îsḷidé"/>
                <p:cNvSpPr/>
                <p:nvPr/>
              </p:nvSpPr>
              <p:spPr bwMode="auto">
                <a:xfrm>
                  <a:off x="4494905" y="2870271"/>
                  <a:ext cx="2913051" cy="2559348"/>
                </a:xfrm>
                <a:custGeom>
                  <a:avLst/>
                  <a:gdLst>
                    <a:gd name="T0" fmla="+- 0 10934 269"/>
                    <a:gd name="T1" fmla="*/ T0 w 21331"/>
                    <a:gd name="T2" fmla="*/ 10800 h 21600"/>
                    <a:gd name="T3" fmla="+- 0 10934 269"/>
                    <a:gd name="T4" fmla="*/ T3 w 21331"/>
                    <a:gd name="T5" fmla="*/ 10800 h 21600"/>
                    <a:gd name="T6" fmla="+- 0 10934 269"/>
                    <a:gd name="T7" fmla="*/ T6 w 21331"/>
                    <a:gd name="T8" fmla="*/ 10800 h 21600"/>
                    <a:gd name="T9" fmla="+- 0 10934 269"/>
                    <a:gd name="T10" fmla="*/ T9 w 21331"/>
                    <a:gd name="T11" fmla="*/ 10800 h 21600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1331" h="21600">
                      <a:moveTo>
                        <a:pt x="16414" y="71"/>
                      </a:moveTo>
                      <a:lnTo>
                        <a:pt x="16464" y="135"/>
                      </a:lnTo>
                      <a:lnTo>
                        <a:pt x="16565" y="167"/>
                      </a:lnTo>
                      <a:lnTo>
                        <a:pt x="16665" y="181"/>
                      </a:lnTo>
                      <a:lnTo>
                        <a:pt x="16717" y="269"/>
                      </a:lnTo>
                      <a:lnTo>
                        <a:pt x="16658" y="325"/>
                      </a:lnTo>
                      <a:lnTo>
                        <a:pt x="16608" y="422"/>
                      </a:lnTo>
                      <a:lnTo>
                        <a:pt x="16556" y="415"/>
                      </a:lnTo>
                      <a:lnTo>
                        <a:pt x="16602" y="522"/>
                      </a:lnTo>
                      <a:lnTo>
                        <a:pt x="16506" y="529"/>
                      </a:lnTo>
                      <a:lnTo>
                        <a:pt x="16552" y="633"/>
                      </a:lnTo>
                      <a:lnTo>
                        <a:pt x="16674" y="652"/>
                      </a:lnTo>
                      <a:lnTo>
                        <a:pt x="16733" y="728"/>
                      </a:lnTo>
                      <a:lnTo>
                        <a:pt x="16793" y="804"/>
                      </a:lnTo>
                      <a:lnTo>
                        <a:pt x="16893" y="790"/>
                      </a:lnTo>
                      <a:lnTo>
                        <a:pt x="17140" y="769"/>
                      </a:lnTo>
                      <a:lnTo>
                        <a:pt x="17231" y="790"/>
                      </a:lnTo>
                      <a:lnTo>
                        <a:pt x="17247" y="910"/>
                      </a:lnTo>
                      <a:lnTo>
                        <a:pt x="17199" y="972"/>
                      </a:lnTo>
                      <a:lnTo>
                        <a:pt x="17241" y="1046"/>
                      </a:lnTo>
                      <a:lnTo>
                        <a:pt x="17353" y="1217"/>
                      </a:lnTo>
                      <a:lnTo>
                        <a:pt x="17428" y="1301"/>
                      </a:lnTo>
                      <a:lnTo>
                        <a:pt x="17518" y="1382"/>
                      </a:lnTo>
                      <a:lnTo>
                        <a:pt x="17650" y="1479"/>
                      </a:lnTo>
                      <a:lnTo>
                        <a:pt x="17717" y="1571"/>
                      </a:lnTo>
                      <a:lnTo>
                        <a:pt x="17729" y="1652"/>
                      </a:lnTo>
                      <a:lnTo>
                        <a:pt x="17687" y="1715"/>
                      </a:lnTo>
                      <a:lnTo>
                        <a:pt x="17623" y="1803"/>
                      </a:lnTo>
                      <a:lnTo>
                        <a:pt x="17635" y="1900"/>
                      </a:lnTo>
                      <a:lnTo>
                        <a:pt x="17691" y="1969"/>
                      </a:lnTo>
                      <a:lnTo>
                        <a:pt x="17697" y="2091"/>
                      </a:lnTo>
                      <a:lnTo>
                        <a:pt x="17697" y="2186"/>
                      </a:lnTo>
                      <a:cubicBezTo>
                        <a:pt x="17709" y="2209"/>
                        <a:pt x="17723" y="2231"/>
                        <a:pt x="17739" y="2250"/>
                      </a:cubicBezTo>
                      <a:cubicBezTo>
                        <a:pt x="17779" y="2300"/>
                        <a:pt x="17830" y="2337"/>
                        <a:pt x="17887" y="2356"/>
                      </a:cubicBezTo>
                      <a:lnTo>
                        <a:pt x="17940" y="2493"/>
                      </a:lnTo>
                      <a:lnTo>
                        <a:pt x="17964" y="2574"/>
                      </a:lnTo>
                      <a:cubicBezTo>
                        <a:pt x="17992" y="2570"/>
                        <a:pt x="18020" y="2567"/>
                        <a:pt x="18048" y="2565"/>
                      </a:cubicBezTo>
                      <a:cubicBezTo>
                        <a:pt x="18097" y="2561"/>
                        <a:pt x="18146" y="2561"/>
                        <a:pt x="18194" y="2563"/>
                      </a:cubicBezTo>
                      <a:lnTo>
                        <a:pt x="18379" y="2690"/>
                      </a:lnTo>
                      <a:lnTo>
                        <a:pt x="18411" y="2800"/>
                      </a:lnTo>
                      <a:lnTo>
                        <a:pt x="18509" y="2904"/>
                      </a:lnTo>
                      <a:lnTo>
                        <a:pt x="18667" y="3000"/>
                      </a:lnTo>
                      <a:lnTo>
                        <a:pt x="18701" y="3084"/>
                      </a:lnTo>
                      <a:lnTo>
                        <a:pt x="18677" y="3202"/>
                      </a:lnTo>
                      <a:lnTo>
                        <a:pt x="18757" y="3276"/>
                      </a:lnTo>
                      <a:lnTo>
                        <a:pt x="18835" y="3350"/>
                      </a:lnTo>
                      <a:lnTo>
                        <a:pt x="18803" y="3518"/>
                      </a:lnTo>
                      <a:lnTo>
                        <a:pt x="18881" y="3629"/>
                      </a:lnTo>
                      <a:lnTo>
                        <a:pt x="18937" y="3672"/>
                      </a:lnTo>
                      <a:lnTo>
                        <a:pt x="19010" y="3779"/>
                      </a:lnTo>
                      <a:lnTo>
                        <a:pt x="19086" y="3878"/>
                      </a:lnTo>
                      <a:lnTo>
                        <a:pt x="19116" y="3966"/>
                      </a:lnTo>
                      <a:lnTo>
                        <a:pt x="19162" y="4057"/>
                      </a:lnTo>
                      <a:lnTo>
                        <a:pt x="19186" y="4172"/>
                      </a:lnTo>
                      <a:lnTo>
                        <a:pt x="19169" y="4285"/>
                      </a:lnTo>
                      <a:lnTo>
                        <a:pt x="19237" y="4354"/>
                      </a:lnTo>
                      <a:lnTo>
                        <a:pt x="19331" y="4386"/>
                      </a:lnTo>
                      <a:lnTo>
                        <a:pt x="19367" y="4483"/>
                      </a:lnTo>
                      <a:cubicBezTo>
                        <a:pt x="19379" y="4507"/>
                        <a:pt x="19381" y="4536"/>
                        <a:pt x="19373" y="4562"/>
                      </a:cubicBezTo>
                      <a:cubicBezTo>
                        <a:pt x="19357" y="4621"/>
                        <a:pt x="19300" y="4652"/>
                        <a:pt x="19249" y="4628"/>
                      </a:cubicBezTo>
                      <a:lnTo>
                        <a:pt x="19226" y="4488"/>
                      </a:lnTo>
                      <a:cubicBezTo>
                        <a:pt x="19216" y="4465"/>
                        <a:pt x="19204" y="4444"/>
                        <a:pt x="19190" y="4425"/>
                      </a:cubicBezTo>
                      <a:cubicBezTo>
                        <a:pt x="19161" y="4386"/>
                        <a:pt x="19123" y="4357"/>
                        <a:pt x="19098" y="4314"/>
                      </a:cubicBezTo>
                      <a:cubicBezTo>
                        <a:pt x="19074" y="4274"/>
                        <a:pt x="19064" y="4226"/>
                        <a:pt x="19068" y="4178"/>
                      </a:cubicBezTo>
                      <a:lnTo>
                        <a:pt x="19020" y="4087"/>
                      </a:lnTo>
                      <a:lnTo>
                        <a:pt x="18953" y="3930"/>
                      </a:lnTo>
                      <a:lnTo>
                        <a:pt x="18899" y="3847"/>
                      </a:lnTo>
                      <a:cubicBezTo>
                        <a:pt x="18877" y="3837"/>
                        <a:pt x="18856" y="3826"/>
                        <a:pt x="18835" y="3814"/>
                      </a:cubicBezTo>
                      <a:cubicBezTo>
                        <a:pt x="18779" y="3783"/>
                        <a:pt x="18727" y="3743"/>
                        <a:pt x="18680" y="3696"/>
                      </a:cubicBezTo>
                      <a:cubicBezTo>
                        <a:pt x="18635" y="3669"/>
                        <a:pt x="18589" y="3641"/>
                        <a:pt x="18544" y="3613"/>
                      </a:cubicBezTo>
                      <a:cubicBezTo>
                        <a:pt x="18505" y="3589"/>
                        <a:pt x="18467" y="3565"/>
                        <a:pt x="18429" y="3541"/>
                      </a:cubicBezTo>
                      <a:lnTo>
                        <a:pt x="18327" y="3437"/>
                      </a:lnTo>
                      <a:lnTo>
                        <a:pt x="18212" y="3347"/>
                      </a:lnTo>
                      <a:lnTo>
                        <a:pt x="18078" y="3183"/>
                      </a:lnTo>
                      <a:lnTo>
                        <a:pt x="17965" y="3032"/>
                      </a:lnTo>
                      <a:cubicBezTo>
                        <a:pt x="17946" y="2980"/>
                        <a:pt x="17924" y="2929"/>
                        <a:pt x="17901" y="2880"/>
                      </a:cubicBezTo>
                      <a:cubicBezTo>
                        <a:pt x="17875" y="2824"/>
                        <a:pt x="17847" y="2770"/>
                        <a:pt x="17817" y="2717"/>
                      </a:cubicBezTo>
                      <a:lnTo>
                        <a:pt x="17780" y="2636"/>
                      </a:lnTo>
                      <a:lnTo>
                        <a:pt x="17668" y="2429"/>
                      </a:lnTo>
                      <a:lnTo>
                        <a:pt x="17581" y="2204"/>
                      </a:lnTo>
                      <a:lnTo>
                        <a:pt x="17478" y="2116"/>
                      </a:lnTo>
                      <a:lnTo>
                        <a:pt x="17388" y="2005"/>
                      </a:lnTo>
                      <a:lnTo>
                        <a:pt x="17254" y="1941"/>
                      </a:lnTo>
                      <a:lnTo>
                        <a:pt x="17205" y="2005"/>
                      </a:lnTo>
                      <a:lnTo>
                        <a:pt x="17310" y="2100"/>
                      </a:lnTo>
                      <a:lnTo>
                        <a:pt x="17388" y="2190"/>
                      </a:lnTo>
                      <a:lnTo>
                        <a:pt x="17456" y="2322"/>
                      </a:lnTo>
                      <a:lnTo>
                        <a:pt x="17480" y="2412"/>
                      </a:lnTo>
                      <a:lnTo>
                        <a:pt x="17378" y="2389"/>
                      </a:lnTo>
                      <a:lnTo>
                        <a:pt x="17276" y="2492"/>
                      </a:lnTo>
                      <a:lnTo>
                        <a:pt x="17286" y="2649"/>
                      </a:lnTo>
                      <a:lnTo>
                        <a:pt x="17344" y="2737"/>
                      </a:lnTo>
                      <a:lnTo>
                        <a:pt x="17484" y="2847"/>
                      </a:lnTo>
                      <a:lnTo>
                        <a:pt x="17556" y="2903"/>
                      </a:lnTo>
                      <a:lnTo>
                        <a:pt x="17628" y="2970"/>
                      </a:lnTo>
                      <a:lnTo>
                        <a:pt x="17634" y="3113"/>
                      </a:lnTo>
                      <a:lnTo>
                        <a:pt x="17610" y="3201"/>
                      </a:lnTo>
                      <a:lnTo>
                        <a:pt x="17535" y="3256"/>
                      </a:lnTo>
                      <a:lnTo>
                        <a:pt x="17469" y="3270"/>
                      </a:lnTo>
                      <a:lnTo>
                        <a:pt x="17403" y="3318"/>
                      </a:lnTo>
                      <a:lnTo>
                        <a:pt x="17381" y="3441"/>
                      </a:lnTo>
                      <a:lnTo>
                        <a:pt x="17295" y="3608"/>
                      </a:lnTo>
                      <a:lnTo>
                        <a:pt x="17241" y="3695"/>
                      </a:lnTo>
                      <a:lnTo>
                        <a:pt x="17199" y="3823"/>
                      </a:lnTo>
                      <a:lnTo>
                        <a:pt x="17199" y="3936"/>
                      </a:lnTo>
                      <a:lnTo>
                        <a:pt x="17223" y="4093"/>
                      </a:lnTo>
                      <a:lnTo>
                        <a:pt x="17259" y="4271"/>
                      </a:lnTo>
                      <a:lnTo>
                        <a:pt x="17322" y="4484"/>
                      </a:lnTo>
                      <a:cubicBezTo>
                        <a:pt x="17335" y="4565"/>
                        <a:pt x="17344" y="4646"/>
                        <a:pt x="17348" y="4727"/>
                      </a:cubicBezTo>
                      <a:cubicBezTo>
                        <a:pt x="17351" y="4801"/>
                        <a:pt x="17351" y="4875"/>
                        <a:pt x="17348" y="4949"/>
                      </a:cubicBezTo>
                      <a:lnTo>
                        <a:pt x="17388" y="5111"/>
                      </a:lnTo>
                      <a:lnTo>
                        <a:pt x="17448" y="5118"/>
                      </a:lnTo>
                      <a:lnTo>
                        <a:pt x="17454" y="4982"/>
                      </a:lnTo>
                      <a:lnTo>
                        <a:pt x="17466" y="4852"/>
                      </a:lnTo>
                      <a:cubicBezTo>
                        <a:pt x="17490" y="4841"/>
                        <a:pt x="17516" y="4837"/>
                        <a:pt x="17542" y="4841"/>
                      </a:cubicBezTo>
                      <a:cubicBezTo>
                        <a:pt x="17595" y="4849"/>
                        <a:pt x="17641" y="4888"/>
                        <a:pt x="17663" y="4944"/>
                      </a:cubicBezTo>
                      <a:lnTo>
                        <a:pt x="17689" y="5039"/>
                      </a:lnTo>
                      <a:lnTo>
                        <a:pt x="17753" y="4984"/>
                      </a:lnTo>
                      <a:cubicBezTo>
                        <a:pt x="17717" y="4958"/>
                        <a:pt x="17713" y="4898"/>
                        <a:pt x="17747" y="4868"/>
                      </a:cubicBezTo>
                      <a:cubicBezTo>
                        <a:pt x="17781" y="4837"/>
                        <a:pt x="17827" y="4860"/>
                        <a:pt x="17870" y="4873"/>
                      </a:cubicBezTo>
                      <a:cubicBezTo>
                        <a:pt x="17910" y="4884"/>
                        <a:pt x="17952" y="4884"/>
                        <a:pt x="17992" y="4870"/>
                      </a:cubicBezTo>
                      <a:cubicBezTo>
                        <a:pt x="17989" y="4839"/>
                        <a:pt x="17981" y="4810"/>
                        <a:pt x="17968" y="4782"/>
                      </a:cubicBezTo>
                      <a:cubicBezTo>
                        <a:pt x="17948" y="4739"/>
                        <a:pt x="17917" y="4704"/>
                        <a:pt x="17880" y="4680"/>
                      </a:cubicBezTo>
                      <a:cubicBezTo>
                        <a:pt x="17876" y="4656"/>
                        <a:pt x="17886" y="4631"/>
                        <a:pt x="17904" y="4618"/>
                      </a:cubicBezTo>
                      <a:cubicBezTo>
                        <a:pt x="17948" y="4584"/>
                        <a:pt x="18007" y="4623"/>
                        <a:pt x="18004" y="4684"/>
                      </a:cubicBezTo>
                      <a:cubicBezTo>
                        <a:pt x="18055" y="4708"/>
                        <a:pt x="18104" y="4737"/>
                        <a:pt x="18150" y="4772"/>
                      </a:cubicBezTo>
                      <a:cubicBezTo>
                        <a:pt x="18186" y="4799"/>
                        <a:pt x="18219" y="4830"/>
                        <a:pt x="18251" y="4863"/>
                      </a:cubicBezTo>
                      <a:cubicBezTo>
                        <a:pt x="18300" y="4887"/>
                        <a:pt x="18346" y="4917"/>
                        <a:pt x="18389" y="4953"/>
                      </a:cubicBezTo>
                      <a:cubicBezTo>
                        <a:pt x="18451" y="5004"/>
                        <a:pt x="18505" y="5066"/>
                        <a:pt x="18550" y="5136"/>
                      </a:cubicBezTo>
                      <a:lnTo>
                        <a:pt x="18694" y="5233"/>
                      </a:lnTo>
                      <a:lnTo>
                        <a:pt x="18831" y="5331"/>
                      </a:lnTo>
                      <a:lnTo>
                        <a:pt x="18885" y="5372"/>
                      </a:lnTo>
                      <a:lnTo>
                        <a:pt x="18785" y="5419"/>
                      </a:lnTo>
                      <a:lnTo>
                        <a:pt x="18721" y="5439"/>
                      </a:lnTo>
                      <a:lnTo>
                        <a:pt x="18745" y="5534"/>
                      </a:lnTo>
                      <a:lnTo>
                        <a:pt x="18818" y="5629"/>
                      </a:lnTo>
                      <a:cubicBezTo>
                        <a:pt x="18846" y="5650"/>
                        <a:pt x="18875" y="5672"/>
                        <a:pt x="18902" y="5696"/>
                      </a:cubicBezTo>
                      <a:cubicBezTo>
                        <a:pt x="18943" y="5732"/>
                        <a:pt x="18982" y="5770"/>
                        <a:pt x="19018" y="5812"/>
                      </a:cubicBezTo>
                      <a:lnTo>
                        <a:pt x="19064" y="5895"/>
                      </a:lnTo>
                      <a:lnTo>
                        <a:pt x="19146" y="5985"/>
                      </a:lnTo>
                      <a:lnTo>
                        <a:pt x="19078" y="6032"/>
                      </a:lnTo>
                      <a:lnTo>
                        <a:pt x="19119" y="6122"/>
                      </a:lnTo>
                      <a:lnTo>
                        <a:pt x="19040" y="6150"/>
                      </a:lnTo>
                      <a:cubicBezTo>
                        <a:pt x="19009" y="6117"/>
                        <a:pt x="18983" y="6080"/>
                        <a:pt x="18962" y="6039"/>
                      </a:cubicBezTo>
                      <a:cubicBezTo>
                        <a:pt x="18929" y="5975"/>
                        <a:pt x="18910" y="5902"/>
                        <a:pt x="18870" y="5844"/>
                      </a:cubicBezTo>
                      <a:cubicBezTo>
                        <a:pt x="18844" y="5806"/>
                        <a:pt x="18810" y="5776"/>
                        <a:pt x="18771" y="5756"/>
                      </a:cubicBezTo>
                      <a:cubicBezTo>
                        <a:pt x="18741" y="5731"/>
                        <a:pt x="18713" y="5704"/>
                        <a:pt x="18687" y="5673"/>
                      </a:cubicBezTo>
                      <a:cubicBezTo>
                        <a:pt x="18643" y="5620"/>
                        <a:pt x="18606" y="5559"/>
                        <a:pt x="18578" y="5492"/>
                      </a:cubicBezTo>
                      <a:lnTo>
                        <a:pt x="18488" y="5381"/>
                      </a:lnTo>
                      <a:lnTo>
                        <a:pt x="18392" y="5256"/>
                      </a:lnTo>
                      <a:lnTo>
                        <a:pt x="18331" y="5194"/>
                      </a:lnTo>
                      <a:lnTo>
                        <a:pt x="18249" y="5214"/>
                      </a:lnTo>
                      <a:lnTo>
                        <a:pt x="18307" y="5369"/>
                      </a:lnTo>
                      <a:lnTo>
                        <a:pt x="18368" y="5536"/>
                      </a:lnTo>
                      <a:cubicBezTo>
                        <a:pt x="18417" y="5611"/>
                        <a:pt x="18466" y="5688"/>
                        <a:pt x="18512" y="5766"/>
                      </a:cubicBezTo>
                      <a:cubicBezTo>
                        <a:pt x="18547" y="5825"/>
                        <a:pt x="18581" y="5884"/>
                        <a:pt x="18614" y="5944"/>
                      </a:cubicBezTo>
                      <a:cubicBezTo>
                        <a:pt x="18617" y="6005"/>
                        <a:pt x="18623" y="6065"/>
                        <a:pt x="18632" y="6125"/>
                      </a:cubicBezTo>
                      <a:cubicBezTo>
                        <a:pt x="18654" y="6257"/>
                        <a:pt x="18693" y="6384"/>
                        <a:pt x="18749" y="6502"/>
                      </a:cubicBezTo>
                      <a:lnTo>
                        <a:pt x="18801" y="6680"/>
                      </a:lnTo>
                      <a:cubicBezTo>
                        <a:pt x="18813" y="6708"/>
                        <a:pt x="18821" y="6738"/>
                        <a:pt x="18825" y="6768"/>
                      </a:cubicBezTo>
                      <a:cubicBezTo>
                        <a:pt x="18832" y="6809"/>
                        <a:pt x="18832" y="6850"/>
                        <a:pt x="18825" y="6890"/>
                      </a:cubicBezTo>
                      <a:lnTo>
                        <a:pt x="18843" y="6999"/>
                      </a:lnTo>
                      <a:lnTo>
                        <a:pt x="18854" y="7091"/>
                      </a:lnTo>
                      <a:lnTo>
                        <a:pt x="18867" y="7202"/>
                      </a:lnTo>
                      <a:lnTo>
                        <a:pt x="18867" y="7382"/>
                      </a:lnTo>
                      <a:lnTo>
                        <a:pt x="18792" y="7535"/>
                      </a:lnTo>
                      <a:lnTo>
                        <a:pt x="18728" y="7616"/>
                      </a:lnTo>
                      <a:lnTo>
                        <a:pt x="18674" y="7664"/>
                      </a:lnTo>
                      <a:lnTo>
                        <a:pt x="18620" y="7814"/>
                      </a:lnTo>
                      <a:lnTo>
                        <a:pt x="18620" y="7957"/>
                      </a:lnTo>
                      <a:lnTo>
                        <a:pt x="18636" y="8094"/>
                      </a:lnTo>
                      <a:lnTo>
                        <a:pt x="18646" y="8230"/>
                      </a:lnTo>
                      <a:lnTo>
                        <a:pt x="18640" y="8352"/>
                      </a:lnTo>
                      <a:lnTo>
                        <a:pt x="18598" y="8494"/>
                      </a:lnTo>
                      <a:lnTo>
                        <a:pt x="18552" y="8660"/>
                      </a:lnTo>
                      <a:lnTo>
                        <a:pt x="18594" y="8750"/>
                      </a:lnTo>
                      <a:lnTo>
                        <a:pt x="18686" y="8803"/>
                      </a:lnTo>
                      <a:lnTo>
                        <a:pt x="18784" y="8859"/>
                      </a:lnTo>
                      <a:lnTo>
                        <a:pt x="18864" y="8944"/>
                      </a:lnTo>
                      <a:lnTo>
                        <a:pt x="18992" y="8987"/>
                      </a:lnTo>
                      <a:lnTo>
                        <a:pt x="19058" y="9091"/>
                      </a:lnTo>
                      <a:lnTo>
                        <a:pt x="19149" y="9188"/>
                      </a:lnTo>
                      <a:lnTo>
                        <a:pt x="19187" y="9299"/>
                      </a:lnTo>
                      <a:lnTo>
                        <a:pt x="19193" y="9438"/>
                      </a:lnTo>
                      <a:lnTo>
                        <a:pt x="19203" y="9524"/>
                      </a:lnTo>
                      <a:lnTo>
                        <a:pt x="19175" y="9637"/>
                      </a:lnTo>
                      <a:lnTo>
                        <a:pt x="19129" y="9732"/>
                      </a:lnTo>
                      <a:lnTo>
                        <a:pt x="19099" y="9850"/>
                      </a:lnTo>
                      <a:lnTo>
                        <a:pt x="18968" y="9944"/>
                      </a:lnTo>
                      <a:lnTo>
                        <a:pt x="19059" y="10011"/>
                      </a:lnTo>
                      <a:lnTo>
                        <a:pt x="19121" y="9983"/>
                      </a:lnTo>
                      <a:lnTo>
                        <a:pt x="19127" y="10076"/>
                      </a:lnTo>
                      <a:lnTo>
                        <a:pt x="19069" y="10158"/>
                      </a:lnTo>
                      <a:lnTo>
                        <a:pt x="18953" y="10089"/>
                      </a:lnTo>
                      <a:lnTo>
                        <a:pt x="18919" y="10033"/>
                      </a:lnTo>
                      <a:lnTo>
                        <a:pt x="18849" y="9950"/>
                      </a:lnTo>
                      <a:lnTo>
                        <a:pt x="18833" y="9869"/>
                      </a:lnTo>
                      <a:lnTo>
                        <a:pt x="18833" y="9755"/>
                      </a:lnTo>
                      <a:lnTo>
                        <a:pt x="18809" y="9603"/>
                      </a:lnTo>
                      <a:lnTo>
                        <a:pt x="18773" y="9548"/>
                      </a:lnTo>
                      <a:lnTo>
                        <a:pt x="18677" y="9409"/>
                      </a:lnTo>
                      <a:cubicBezTo>
                        <a:pt x="18683" y="9382"/>
                        <a:pt x="18683" y="9354"/>
                        <a:pt x="18677" y="9328"/>
                      </a:cubicBezTo>
                      <a:cubicBezTo>
                        <a:pt x="18660" y="9261"/>
                        <a:pt x="18608" y="9215"/>
                        <a:pt x="18548" y="9214"/>
                      </a:cubicBezTo>
                      <a:lnTo>
                        <a:pt x="18524" y="9283"/>
                      </a:lnTo>
                      <a:lnTo>
                        <a:pt x="18439" y="9274"/>
                      </a:lnTo>
                      <a:lnTo>
                        <a:pt x="18391" y="9170"/>
                      </a:lnTo>
                      <a:lnTo>
                        <a:pt x="18360" y="9077"/>
                      </a:lnTo>
                      <a:lnTo>
                        <a:pt x="18312" y="8980"/>
                      </a:lnTo>
                      <a:lnTo>
                        <a:pt x="18254" y="8947"/>
                      </a:lnTo>
                      <a:lnTo>
                        <a:pt x="18202" y="8991"/>
                      </a:lnTo>
                      <a:lnTo>
                        <a:pt x="18126" y="9125"/>
                      </a:lnTo>
                      <a:lnTo>
                        <a:pt x="18116" y="9208"/>
                      </a:lnTo>
                      <a:lnTo>
                        <a:pt x="18045" y="9240"/>
                      </a:lnTo>
                      <a:cubicBezTo>
                        <a:pt x="18021" y="9248"/>
                        <a:pt x="17999" y="9265"/>
                        <a:pt x="17983" y="9289"/>
                      </a:cubicBezTo>
                      <a:cubicBezTo>
                        <a:pt x="17962" y="9320"/>
                        <a:pt x="17954" y="9359"/>
                        <a:pt x="17959" y="9398"/>
                      </a:cubicBezTo>
                      <a:lnTo>
                        <a:pt x="17889" y="9432"/>
                      </a:lnTo>
                      <a:lnTo>
                        <a:pt x="17865" y="9316"/>
                      </a:lnTo>
                      <a:cubicBezTo>
                        <a:pt x="17861" y="9286"/>
                        <a:pt x="17857" y="9256"/>
                        <a:pt x="17853" y="9226"/>
                      </a:cubicBezTo>
                      <a:cubicBezTo>
                        <a:pt x="17848" y="9184"/>
                        <a:pt x="17844" y="9142"/>
                        <a:pt x="17841" y="9101"/>
                      </a:cubicBezTo>
                      <a:lnTo>
                        <a:pt x="17811" y="8978"/>
                      </a:lnTo>
                      <a:lnTo>
                        <a:pt x="17699" y="8957"/>
                      </a:lnTo>
                      <a:lnTo>
                        <a:pt x="17699" y="9133"/>
                      </a:lnTo>
                      <a:lnTo>
                        <a:pt x="17676" y="9240"/>
                      </a:lnTo>
                      <a:lnTo>
                        <a:pt x="17580" y="9434"/>
                      </a:lnTo>
                      <a:lnTo>
                        <a:pt x="17522" y="9539"/>
                      </a:lnTo>
                      <a:lnTo>
                        <a:pt x="17459" y="9624"/>
                      </a:lnTo>
                      <a:lnTo>
                        <a:pt x="17500" y="9711"/>
                      </a:lnTo>
                      <a:lnTo>
                        <a:pt x="17578" y="9707"/>
                      </a:lnTo>
                      <a:lnTo>
                        <a:pt x="17646" y="9700"/>
                      </a:lnTo>
                      <a:lnTo>
                        <a:pt x="17712" y="9756"/>
                      </a:lnTo>
                      <a:lnTo>
                        <a:pt x="17786" y="9835"/>
                      </a:lnTo>
                      <a:lnTo>
                        <a:pt x="17826" y="9786"/>
                      </a:lnTo>
                      <a:lnTo>
                        <a:pt x="17866" y="9664"/>
                      </a:lnTo>
                      <a:lnTo>
                        <a:pt x="17963" y="9602"/>
                      </a:lnTo>
                      <a:lnTo>
                        <a:pt x="18083" y="9636"/>
                      </a:lnTo>
                      <a:lnTo>
                        <a:pt x="18197" y="9616"/>
                      </a:lnTo>
                      <a:lnTo>
                        <a:pt x="18276" y="9680"/>
                      </a:lnTo>
                      <a:cubicBezTo>
                        <a:pt x="18282" y="9705"/>
                        <a:pt x="18281" y="9731"/>
                        <a:pt x="18274" y="9755"/>
                      </a:cubicBezTo>
                      <a:cubicBezTo>
                        <a:pt x="18257" y="9808"/>
                        <a:pt x="18210" y="9840"/>
                        <a:pt x="18162" y="9833"/>
                      </a:cubicBezTo>
                      <a:cubicBezTo>
                        <a:pt x="18155" y="9874"/>
                        <a:pt x="18147" y="9915"/>
                        <a:pt x="18138" y="9956"/>
                      </a:cubicBezTo>
                      <a:cubicBezTo>
                        <a:pt x="18126" y="10010"/>
                        <a:pt x="18112" y="10063"/>
                        <a:pt x="18097" y="10116"/>
                      </a:cubicBezTo>
                      <a:cubicBezTo>
                        <a:pt x="18086" y="10143"/>
                        <a:pt x="18072" y="10169"/>
                        <a:pt x="18057" y="10194"/>
                      </a:cubicBezTo>
                      <a:cubicBezTo>
                        <a:pt x="18040" y="10224"/>
                        <a:pt x="18020" y="10252"/>
                        <a:pt x="17997" y="10277"/>
                      </a:cubicBezTo>
                      <a:cubicBezTo>
                        <a:pt x="17998" y="10320"/>
                        <a:pt x="18013" y="10362"/>
                        <a:pt x="18040" y="10393"/>
                      </a:cubicBezTo>
                      <a:cubicBezTo>
                        <a:pt x="18064" y="10421"/>
                        <a:pt x="18096" y="10439"/>
                        <a:pt x="18130" y="10444"/>
                      </a:cubicBezTo>
                      <a:lnTo>
                        <a:pt x="18237" y="10513"/>
                      </a:lnTo>
                      <a:lnTo>
                        <a:pt x="18339" y="10605"/>
                      </a:lnTo>
                      <a:lnTo>
                        <a:pt x="18405" y="10695"/>
                      </a:lnTo>
                      <a:lnTo>
                        <a:pt x="18507" y="10743"/>
                      </a:lnTo>
                      <a:lnTo>
                        <a:pt x="18585" y="10812"/>
                      </a:lnTo>
                      <a:lnTo>
                        <a:pt x="18660" y="10944"/>
                      </a:lnTo>
                      <a:lnTo>
                        <a:pt x="18643" y="11076"/>
                      </a:lnTo>
                      <a:lnTo>
                        <a:pt x="18626" y="11201"/>
                      </a:lnTo>
                      <a:lnTo>
                        <a:pt x="18690" y="11249"/>
                      </a:lnTo>
                      <a:lnTo>
                        <a:pt x="18770" y="11159"/>
                      </a:lnTo>
                      <a:lnTo>
                        <a:pt x="18844" y="11280"/>
                      </a:lnTo>
                      <a:lnTo>
                        <a:pt x="18844" y="11534"/>
                      </a:lnTo>
                      <a:cubicBezTo>
                        <a:pt x="18847" y="11572"/>
                        <a:pt x="18847" y="11611"/>
                        <a:pt x="18844" y="11650"/>
                      </a:cubicBezTo>
                      <a:cubicBezTo>
                        <a:pt x="18838" y="11724"/>
                        <a:pt x="18821" y="11797"/>
                        <a:pt x="18794" y="11865"/>
                      </a:cubicBezTo>
                      <a:lnTo>
                        <a:pt x="18788" y="11992"/>
                      </a:lnTo>
                      <a:lnTo>
                        <a:pt x="18778" y="12087"/>
                      </a:lnTo>
                      <a:lnTo>
                        <a:pt x="18754" y="12223"/>
                      </a:lnTo>
                      <a:lnTo>
                        <a:pt x="18761" y="12362"/>
                      </a:lnTo>
                      <a:lnTo>
                        <a:pt x="18748" y="12524"/>
                      </a:lnTo>
                      <a:cubicBezTo>
                        <a:pt x="18728" y="12562"/>
                        <a:pt x="18711" y="12603"/>
                        <a:pt x="18696" y="12644"/>
                      </a:cubicBezTo>
                      <a:cubicBezTo>
                        <a:pt x="18677" y="12700"/>
                        <a:pt x="18663" y="12759"/>
                        <a:pt x="18654" y="12818"/>
                      </a:cubicBezTo>
                      <a:lnTo>
                        <a:pt x="18618" y="12978"/>
                      </a:lnTo>
                      <a:lnTo>
                        <a:pt x="18584" y="13112"/>
                      </a:lnTo>
                      <a:lnTo>
                        <a:pt x="18538" y="13262"/>
                      </a:lnTo>
                      <a:lnTo>
                        <a:pt x="18492" y="13364"/>
                      </a:lnTo>
                      <a:lnTo>
                        <a:pt x="18426" y="13433"/>
                      </a:lnTo>
                      <a:lnTo>
                        <a:pt x="18368" y="13467"/>
                      </a:lnTo>
                      <a:lnTo>
                        <a:pt x="18254" y="13522"/>
                      </a:lnTo>
                      <a:lnTo>
                        <a:pt x="18200" y="13571"/>
                      </a:lnTo>
                      <a:lnTo>
                        <a:pt x="18073" y="13728"/>
                      </a:lnTo>
                      <a:lnTo>
                        <a:pt x="17997" y="13832"/>
                      </a:lnTo>
                      <a:lnTo>
                        <a:pt x="17882" y="13943"/>
                      </a:lnTo>
                      <a:lnTo>
                        <a:pt x="17824" y="13982"/>
                      </a:lnTo>
                      <a:lnTo>
                        <a:pt x="17663" y="14056"/>
                      </a:lnTo>
                      <a:lnTo>
                        <a:pt x="17593" y="14135"/>
                      </a:lnTo>
                      <a:lnTo>
                        <a:pt x="17520" y="14269"/>
                      </a:lnTo>
                      <a:lnTo>
                        <a:pt x="17593" y="14387"/>
                      </a:lnTo>
                      <a:lnTo>
                        <a:pt x="17677" y="14527"/>
                      </a:lnTo>
                      <a:lnTo>
                        <a:pt x="17643" y="14626"/>
                      </a:lnTo>
                      <a:lnTo>
                        <a:pt x="17636" y="14768"/>
                      </a:lnTo>
                      <a:lnTo>
                        <a:pt x="17568" y="14904"/>
                      </a:lnTo>
                      <a:lnTo>
                        <a:pt x="17436" y="15018"/>
                      </a:lnTo>
                      <a:cubicBezTo>
                        <a:pt x="17409" y="15023"/>
                        <a:pt x="17382" y="15020"/>
                        <a:pt x="17358" y="15008"/>
                      </a:cubicBezTo>
                      <a:cubicBezTo>
                        <a:pt x="17303" y="14984"/>
                        <a:pt x="17265" y="14924"/>
                        <a:pt x="17262" y="14857"/>
                      </a:cubicBezTo>
                      <a:cubicBezTo>
                        <a:pt x="17265" y="14804"/>
                        <a:pt x="17277" y="14752"/>
                        <a:pt x="17296" y="14704"/>
                      </a:cubicBezTo>
                      <a:cubicBezTo>
                        <a:pt x="17318" y="14649"/>
                        <a:pt x="17350" y="14599"/>
                        <a:pt x="17390" y="14559"/>
                      </a:cubicBezTo>
                      <a:lnTo>
                        <a:pt x="17402" y="14408"/>
                      </a:lnTo>
                      <a:lnTo>
                        <a:pt x="17350" y="14299"/>
                      </a:lnTo>
                      <a:lnTo>
                        <a:pt x="17205" y="14265"/>
                      </a:lnTo>
                      <a:lnTo>
                        <a:pt x="17099" y="14410"/>
                      </a:lnTo>
                      <a:cubicBezTo>
                        <a:pt x="17077" y="14469"/>
                        <a:pt x="17043" y="14522"/>
                        <a:pt x="17001" y="14563"/>
                      </a:cubicBezTo>
                      <a:cubicBezTo>
                        <a:pt x="16963" y="14600"/>
                        <a:pt x="16919" y="14627"/>
                        <a:pt x="16872" y="14644"/>
                      </a:cubicBezTo>
                      <a:lnTo>
                        <a:pt x="16764" y="14827"/>
                      </a:lnTo>
                      <a:lnTo>
                        <a:pt x="16758" y="14963"/>
                      </a:lnTo>
                      <a:lnTo>
                        <a:pt x="16816" y="15102"/>
                      </a:lnTo>
                      <a:lnTo>
                        <a:pt x="16917" y="15189"/>
                      </a:lnTo>
                      <a:lnTo>
                        <a:pt x="16995" y="15259"/>
                      </a:lnTo>
                      <a:lnTo>
                        <a:pt x="17164" y="15392"/>
                      </a:lnTo>
                      <a:lnTo>
                        <a:pt x="17290" y="15494"/>
                      </a:lnTo>
                      <a:lnTo>
                        <a:pt x="17357" y="15555"/>
                      </a:lnTo>
                      <a:lnTo>
                        <a:pt x="17423" y="15686"/>
                      </a:lnTo>
                      <a:lnTo>
                        <a:pt x="17495" y="15781"/>
                      </a:lnTo>
                      <a:lnTo>
                        <a:pt x="17557" y="15857"/>
                      </a:lnTo>
                      <a:lnTo>
                        <a:pt x="17611" y="15968"/>
                      </a:lnTo>
                      <a:lnTo>
                        <a:pt x="17617" y="16099"/>
                      </a:lnTo>
                      <a:lnTo>
                        <a:pt x="17637" y="16277"/>
                      </a:lnTo>
                      <a:lnTo>
                        <a:pt x="17613" y="16444"/>
                      </a:lnTo>
                      <a:lnTo>
                        <a:pt x="17583" y="16550"/>
                      </a:lnTo>
                      <a:lnTo>
                        <a:pt x="17433" y="16695"/>
                      </a:lnTo>
                      <a:lnTo>
                        <a:pt x="17264" y="16800"/>
                      </a:lnTo>
                      <a:lnTo>
                        <a:pt x="17168" y="16910"/>
                      </a:lnTo>
                      <a:cubicBezTo>
                        <a:pt x="17158" y="16955"/>
                        <a:pt x="17146" y="16999"/>
                        <a:pt x="17134" y="17042"/>
                      </a:cubicBezTo>
                      <a:cubicBezTo>
                        <a:pt x="17110" y="17127"/>
                        <a:pt x="17082" y="17210"/>
                        <a:pt x="17050" y="17292"/>
                      </a:cubicBezTo>
                      <a:lnTo>
                        <a:pt x="16971" y="17416"/>
                      </a:lnTo>
                      <a:lnTo>
                        <a:pt x="16887" y="17476"/>
                      </a:lnTo>
                      <a:lnTo>
                        <a:pt x="16831" y="17382"/>
                      </a:lnTo>
                      <a:cubicBezTo>
                        <a:pt x="16842" y="17347"/>
                        <a:pt x="16850" y="17310"/>
                        <a:pt x="16855" y="17273"/>
                      </a:cubicBezTo>
                      <a:cubicBezTo>
                        <a:pt x="16863" y="17213"/>
                        <a:pt x="16863" y="17153"/>
                        <a:pt x="16855" y="17093"/>
                      </a:cubicBezTo>
                      <a:lnTo>
                        <a:pt x="16716" y="17130"/>
                      </a:lnTo>
                      <a:cubicBezTo>
                        <a:pt x="16720" y="17165"/>
                        <a:pt x="16703" y="17199"/>
                        <a:pt x="16674" y="17213"/>
                      </a:cubicBezTo>
                      <a:cubicBezTo>
                        <a:pt x="16638" y="17230"/>
                        <a:pt x="16597" y="17212"/>
                        <a:pt x="16581" y="17171"/>
                      </a:cubicBezTo>
                      <a:lnTo>
                        <a:pt x="16484" y="17088"/>
                      </a:lnTo>
                      <a:lnTo>
                        <a:pt x="16420" y="16906"/>
                      </a:lnTo>
                      <a:lnTo>
                        <a:pt x="16345" y="16885"/>
                      </a:lnTo>
                      <a:lnTo>
                        <a:pt x="16272" y="16837"/>
                      </a:lnTo>
                      <a:cubicBezTo>
                        <a:pt x="16239" y="16823"/>
                        <a:pt x="16205" y="16811"/>
                        <a:pt x="16170" y="16802"/>
                      </a:cubicBezTo>
                      <a:cubicBezTo>
                        <a:pt x="16116" y="16788"/>
                        <a:pt x="16061" y="16781"/>
                        <a:pt x="16005" y="16781"/>
                      </a:cubicBezTo>
                      <a:cubicBezTo>
                        <a:pt x="15991" y="16748"/>
                        <a:pt x="15965" y="16723"/>
                        <a:pt x="15934" y="16714"/>
                      </a:cubicBezTo>
                      <a:cubicBezTo>
                        <a:pt x="15886" y="16700"/>
                        <a:pt x="15835" y="16726"/>
                        <a:pt x="15811" y="16776"/>
                      </a:cubicBezTo>
                      <a:lnTo>
                        <a:pt x="15872" y="16973"/>
                      </a:lnTo>
                      <a:cubicBezTo>
                        <a:pt x="15869" y="17007"/>
                        <a:pt x="15863" y="17041"/>
                        <a:pt x="15854" y="17074"/>
                      </a:cubicBezTo>
                      <a:cubicBezTo>
                        <a:pt x="15840" y="17130"/>
                        <a:pt x="15819" y="17183"/>
                        <a:pt x="15792" y="17232"/>
                      </a:cubicBezTo>
                      <a:lnTo>
                        <a:pt x="15763" y="17357"/>
                      </a:lnTo>
                      <a:lnTo>
                        <a:pt x="15740" y="17479"/>
                      </a:lnTo>
                      <a:lnTo>
                        <a:pt x="15788" y="17534"/>
                      </a:lnTo>
                      <a:lnTo>
                        <a:pt x="15856" y="17571"/>
                      </a:lnTo>
                      <a:lnTo>
                        <a:pt x="15904" y="17640"/>
                      </a:lnTo>
                      <a:lnTo>
                        <a:pt x="16048" y="17874"/>
                      </a:lnTo>
                      <a:lnTo>
                        <a:pt x="16109" y="17999"/>
                      </a:lnTo>
                      <a:lnTo>
                        <a:pt x="16227" y="17999"/>
                      </a:lnTo>
                      <a:lnTo>
                        <a:pt x="16289" y="17992"/>
                      </a:lnTo>
                      <a:lnTo>
                        <a:pt x="16383" y="18054"/>
                      </a:lnTo>
                      <a:lnTo>
                        <a:pt x="16450" y="18110"/>
                      </a:lnTo>
                      <a:lnTo>
                        <a:pt x="16524" y="18154"/>
                      </a:lnTo>
                      <a:lnTo>
                        <a:pt x="16592" y="18218"/>
                      </a:lnTo>
                      <a:lnTo>
                        <a:pt x="16628" y="18311"/>
                      </a:lnTo>
                      <a:lnTo>
                        <a:pt x="16662" y="18452"/>
                      </a:lnTo>
                      <a:lnTo>
                        <a:pt x="16732" y="18566"/>
                      </a:lnTo>
                      <a:lnTo>
                        <a:pt x="16780" y="18628"/>
                      </a:lnTo>
                      <a:lnTo>
                        <a:pt x="16815" y="18695"/>
                      </a:lnTo>
                      <a:lnTo>
                        <a:pt x="16927" y="18920"/>
                      </a:lnTo>
                      <a:lnTo>
                        <a:pt x="16981" y="18961"/>
                      </a:lnTo>
                      <a:lnTo>
                        <a:pt x="16965" y="19077"/>
                      </a:lnTo>
                      <a:lnTo>
                        <a:pt x="16973" y="19201"/>
                      </a:lnTo>
                      <a:lnTo>
                        <a:pt x="16903" y="19278"/>
                      </a:lnTo>
                      <a:cubicBezTo>
                        <a:pt x="16882" y="19321"/>
                        <a:pt x="16837" y="19340"/>
                        <a:pt x="16796" y="19323"/>
                      </a:cubicBezTo>
                      <a:cubicBezTo>
                        <a:pt x="16774" y="19314"/>
                        <a:pt x="16756" y="19296"/>
                        <a:pt x="16746" y="19273"/>
                      </a:cubicBezTo>
                      <a:cubicBezTo>
                        <a:pt x="16736" y="19250"/>
                        <a:pt x="16733" y="19223"/>
                        <a:pt x="16740" y="19196"/>
                      </a:cubicBezTo>
                      <a:lnTo>
                        <a:pt x="16722" y="19351"/>
                      </a:lnTo>
                      <a:lnTo>
                        <a:pt x="16764" y="19424"/>
                      </a:lnTo>
                      <a:lnTo>
                        <a:pt x="16881" y="19424"/>
                      </a:lnTo>
                      <a:lnTo>
                        <a:pt x="16939" y="19512"/>
                      </a:lnTo>
                      <a:lnTo>
                        <a:pt x="16985" y="19572"/>
                      </a:lnTo>
                      <a:lnTo>
                        <a:pt x="17053" y="19471"/>
                      </a:lnTo>
                      <a:lnTo>
                        <a:pt x="17192" y="19424"/>
                      </a:lnTo>
                      <a:lnTo>
                        <a:pt x="17240" y="19524"/>
                      </a:lnTo>
                      <a:lnTo>
                        <a:pt x="17380" y="19549"/>
                      </a:lnTo>
                      <a:lnTo>
                        <a:pt x="17456" y="19452"/>
                      </a:lnTo>
                      <a:cubicBezTo>
                        <a:pt x="17476" y="19409"/>
                        <a:pt x="17517" y="19384"/>
                        <a:pt x="17559" y="19389"/>
                      </a:cubicBezTo>
                      <a:cubicBezTo>
                        <a:pt x="17608" y="19395"/>
                        <a:pt x="17647" y="19439"/>
                        <a:pt x="17653" y="19496"/>
                      </a:cubicBezTo>
                      <a:lnTo>
                        <a:pt x="17540" y="19602"/>
                      </a:lnTo>
                      <a:lnTo>
                        <a:pt x="17332" y="19651"/>
                      </a:lnTo>
                      <a:lnTo>
                        <a:pt x="17249" y="19678"/>
                      </a:lnTo>
                      <a:cubicBezTo>
                        <a:pt x="17248" y="19715"/>
                        <a:pt x="17246" y="19752"/>
                        <a:pt x="17243" y="19789"/>
                      </a:cubicBezTo>
                      <a:cubicBezTo>
                        <a:pt x="17239" y="19830"/>
                        <a:pt x="17233" y="19870"/>
                        <a:pt x="17224" y="19910"/>
                      </a:cubicBezTo>
                      <a:cubicBezTo>
                        <a:pt x="17200" y="19939"/>
                        <a:pt x="17182" y="19976"/>
                        <a:pt x="17175" y="20016"/>
                      </a:cubicBezTo>
                      <a:cubicBezTo>
                        <a:pt x="17167" y="20055"/>
                        <a:pt x="17168" y="20096"/>
                        <a:pt x="17179" y="20134"/>
                      </a:cubicBezTo>
                      <a:cubicBezTo>
                        <a:pt x="17194" y="20153"/>
                        <a:pt x="17215" y="20164"/>
                        <a:pt x="17237" y="20166"/>
                      </a:cubicBezTo>
                      <a:cubicBezTo>
                        <a:pt x="17273" y="20170"/>
                        <a:pt x="17306" y="20148"/>
                        <a:pt x="17339" y="20132"/>
                      </a:cubicBezTo>
                      <a:cubicBezTo>
                        <a:pt x="17390" y="20106"/>
                        <a:pt x="17443" y="20090"/>
                        <a:pt x="17498" y="20085"/>
                      </a:cubicBezTo>
                      <a:lnTo>
                        <a:pt x="17633" y="20097"/>
                      </a:lnTo>
                      <a:lnTo>
                        <a:pt x="17739" y="20097"/>
                      </a:lnTo>
                      <a:lnTo>
                        <a:pt x="17853" y="20055"/>
                      </a:lnTo>
                      <a:lnTo>
                        <a:pt x="17928" y="20016"/>
                      </a:lnTo>
                      <a:lnTo>
                        <a:pt x="18088" y="19882"/>
                      </a:lnTo>
                      <a:lnTo>
                        <a:pt x="18190" y="19861"/>
                      </a:lnTo>
                      <a:lnTo>
                        <a:pt x="18338" y="19813"/>
                      </a:lnTo>
                      <a:lnTo>
                        <a:pt x="18437" y="19787"/>
                      </a:lnTo>
                      <a:lnTo>
                        <a:pt x="18586" y="19718"/>
                      </a:lnTo>
                      <a:lnTo>
                        <a:pt x="18676" y="19738"/>
                      </a:lnTo>
                      <a:lnTo>
                        <a:pt x="18731" y="19812"/>
                      </a:lnTo>
                      <a:lnTo>
                        <a:pt x="18828" y="19784"/>
                      </a:lnTo>
                      <a:lnTo>
                        <a:pt x="18946" y="19749"/>
                      </a:lnTo>
                      <a:lnTo>
                        <a:pt x="19089" y="19668"/>
                      </a:lnTo>
                      <a:lnTo>
                        <a:pt x="19189" y="19585"/>
                      </a:lnTo>
                      <a:lnTo>
                        <a:pt x="19342" y="19469"/>
                      </a:lnTo>
                      <a:lnTo>
                        <a:pt x="19486" y="19425"/>
                      </a:lnTo>
                      <a:lnTo>
                        <a:pt x="19602" y="19377"/>
                      </a:lnTo>
                      <a:lnTo>
                        <a:pt x="19649" y="19317"/>
                      </a:lnTo>
                      <a:lnTo>
                        <a:pt x="19713" y="19254"/>
                      </a:lnTo>
                      <a:lnTo>
                        <a:pt x="19775" y="19215"/>
                      </a:lnTo>
                      <a:lnTo>
                        <a:pt x="19939" y="19129"/>
                      </a:lnTo>
                      <a:lnTo>
                        <a:pt x="19999" y="19053"/>
                      </a:lnTo>
                      <a:lnTo>
                        <a:pt x="20069" y="18977"/>
                      </a:lnTo>
                      <a:cubicBezTo>
                        <a:pt x="20101" y="18956"/>
                        <a:pt x="20134" y="18937"/>
                        <a:pt x="20167" y="18919"/>
                      </a:cubicBezTo>
                      <a:cubicBezTo>
                        <a:pt x="20238" y="18881"/>
                        <a:pt x="20311" y="18849"/>
                        <a:pt x="20386" y="18824"/>
                      </a:cubicBezTo>
                      <a:lnTo>
                        <a:pt x="20450" y="18785"/>
                      </a:lnTo>
                      <a:lnTo>
                        <a:pt x="20516" y="18669"/>
                      </a:lnTo>
                      <a:cubicBezTo>
                        <a:pt x="20515" y="18643"/>
                        <a:pt x="20519" y="18617"/>
                        <a:pt x="20528" y="18593"/>
                      </a:cubicBezTo>
                      <a:cubicBezTo>
                        <a:pt x="20549" y="18541"/>
                        <a:pt x="20591" y="18504"/>
                        <a:pt x="20641" y="18496"/>
                      </a:cubicBezTo>
                      <a:cubicBezTo>
                        <a:pt x="20669" y="18494"/>
                        <a:pt x="20697" y="18487"/>
                        <a:pt x="20723" y="18475"/>
                      </a:cubicBezTo>
                      <a:cubicBezTo>
                        <a:pt x="20775" y="18452"/>
                        <a:pt x="20819" y="18410"/>
                        <a:pt x="20850" y="18357"/>
                      </a:cubicBezTo>
                      <a:lnTo>
                        <a:pt x="20910" y="18315"/>
                      </a:lnTo>
                      <a:lnTo>
                        <a:pt x="20982" y="18211"/>
                      </a:lnTo>
                      <a:lnTo>
                        <a:pt x="21046" y="18112"/>
                      </a:lnTo>
                      <a:cubicBezTo>
                        <a:pt x="21062" y="18061"/>
                        <a:pt x="21082" y="18012"/>
                        <a:pt x="21106" y="17966"/>
                      </a:cubicBezTo>
                      <a:cubicBezTo>
                        <a:pt x="21136" y="17909"/>
                        <a:pt x="21173" y="17857"/>
                        <a:pt x="21214" y="17811"/>
                      </a:cubicBezTo>
                      <a:lnTo>
                        <a:pt x="21331" y="17756"/>
                      </a:lnTo>
                      <a:lnTo>
                        <a:pt x="21303" y="17850"/>
                      </a:lnTo>
                      <a:cubicBezTo>
                        <a:pt x="21282" y="17880"/>
                        <a:pt x="21261" y="17910"/>
                        <a:pt x="21240" y="17941"/>
                      </a:cubicBezTo>
                      <a:cubicBezTo>
                        <a:pt x="21206" y="17991"/>
                        <a:pt x="21173" y="18042"/>
                        <a:pt x="21140" y="18093"/>
                      </a:cubicBezTo>
                      <a:cubicBezTo>
                        <a:pt x="21111" y="18137"/>
                        <a:pt x="21081" y="18180"/>
                        <a:pt x="21049" y="18221"/>
                      </a:cubicBezTo>
                      <a:cubicBezTo>
                        <a:pt x="20946" y="18353"/>
                        <a:pt x="20827" y="18468"/>
                        <a:pt x="20695" y="18561"/>
                      </a:cubicBezTo>
                      <a:lnTo>
                        <a:pt x="20598" y="18658"/>
                      </a:lnTo>
                      <a:cubicBezTo>
                        <a:pt x="20607" y="18693"/>
                        <a:pt x="20609" y="18730"/>
                        <a:pt x="20604" y="18766"/>
                      </a:cubicBezTo>
                      <a:cubicBezTo>
                        <a:pt x="20588" y="18879"/>
                        <a:pt x="20510" y="18966"/>
                        <a:pt x="20411" y="18979"/>
                      </a:cubicBezTo>
                      <a:cubicBezTo>
                        <a:pt x="20376" y="19034"/>
                        <a:pt x="20343" y="19091"/>
                        <a:pt x="20311" y="19148"/>
                      </a:cubicBezTo>
                      <a:cubicBezTo>
                        <a:pt x="20282" y="19202"/>
                        <a:pt x="20253" y="19256"/>
                        <a:pt x="20215" y="19301"/>
                      </a:cubicBezTo>
                      <a:cubicBezTo>
                        <a:pt x="20184" y="19336"/>
                        <a:pt x="20148" y="19363"/>
                        <a:pt x="20108" y="19382"/>
                      </a:cubicBezTo>
                      <a:lnTo>
                        <a:pt x="19940" y="19354"/>
                      </a:lnTo>
                      <a:lnTo>
                        <a:pt x="20080" y="19165"/>
                      </a:lnTo>
                      <a:lnTo>
                        <a:pt x="20174" y="19137"/>
                      </a:lnTo>
                      <a:lnTo>
                        <a:pt x="20262" y="19012"/>
                      </a:lnTo>
                      <a:lnTo>
                        <a:pt x="20148" y="19047"/>
                      </a:lnTo>
                      <a:lnTo>
                        <a:pt x="20078" y="19082"/>
                      </a:lnTo>
                      <a:lnTo>
                        <a:pt x="19988" y="19179"/>
                      </a:lnTo>
                      <a:cubicBezTo>
                        <a:pt x="19967" y="19209"/>
                        <a:pt x="19943" y="19237"/>
                        <a:pt x="19916" y="19262"/>
                      </a:cubicBezTo>
                      <a:cubicBezTo>
                        <a:pt x="19878" y="19297"/>
                        <a:pt x="19835" y="19324"/>
                        <a:pt x="19791" y="19350"/>
                      </a:cubicBezTo>
                      <a:cubicBezTo>
                        <a:pt x="19751" y="19374"/>
                        <a:pt x="19711" y="19397"/>
                        <a:pt x="19671" y="19419"/>
                      </a:cubicBezTo>
                      <a:lnTo>
                        <a:pt x="19578" y="19463"/>
                      </a:lnTo>
                      <a:lnTo>
                        <a:pt x="19444" y="19530"/>
                      </a:lnTo>
                      <a:lnTo>
                        <a:pt x="19322" y="19620"/>
                      </a:lnTo>
                      <a:cubicBezTo>
                        <a:pt x="19275" y="19676"/>
                        <a:pt x="19222" y="19724"/>
                        <a:pt x="19165" y="19763"/>
                      </a:cubicBezTo>
                      <a:cubicBezTo>
                        <a:pt x="19107" y="19803"/>
                        <a:pt x="19045" y="19833"/>
                        <a:pt x="18980" y="19854"/>
                      </a:cubicBezTo>
                      <a:cubicBezTo>
                        <a:pt x="18942" y="19865"/>
                        <a:pt x="18904" y="19876"/>
                        <a:pt x="18866" y="19888"/>
                      </a:cubicBezTo>
                      <a:cubicBezTo>
                        <a:pt x="18783" y="19914"/>
                        <a:pt x="18699" y="19940"/>
                        <a:pt x="18617" y="19969"/>
                      </a:cubicBezTo>
                      <a:cubicBezTo>
                        <a:pt x="18571" y="19992"/>
                        <a:pt x="18524" y="20013"/>
                        <a:pt x="18476" y="20034"/>
                      </a:cubicBezTo>
                      <a:cubicBezTo>
                        <a:pt x="18431" y="20053"/>
                        <a:pt x="18386" y="20070"/>
                        <a:pt x="18340" y="20087"/>
                      </a:cubicBezTo>
                      <a:cubicBezTo>
                        <a:pt x="18309" y="20102"/>
                        <a:pt x="18278" y="20117"/>
                        <a:pt x="18247" y="20133"/>
                      </a:cubicBezTo>
                      <a:cubicBezTo>
                        <a:pt x="18182" y="20167"/>
                        <a:pt x="18117" y="20203"/>
                        <a:pt x="18053" y="20242"/>
                      </a:cubicBezTo>
                      <a:lnTo>
                        <a:pt x="17728" y="20325"/>
                      </a:lnTo>
                      <a:lnTo>
                        <a:pt x="17372" y="20415"/>
                      </a:lnTo>
                      <a:cubicBezTo>
                        <a:pt x="17344" y="20407"/>
                        <a:pt x="17315" y="20409"/>
                        <a:pt x="17288" y="20422"/>
                      </a:cubicBezTo>
                      <a:cubicBezTo>
                        <a:pt x="17235" y="20448"/>
                        <a:pt x="17202" y="20509"/>
                        <a:pt x="17204" y="20575"/>
                      </a:cubicBezTo>
                      <a:lnTo>
                        <a:pt x="17087" y="20483"/>
                      </a:lnTo>
                      <a:cubicBezTo>
                        <a:pt x="17061" y="20489"/>
                        <a:pt x="17034" y="20475"/>
                        <a:pt x="17021" y="20448"/>
                      </a:cubicBezTo>
                      <a:cubicBezTo>
                        <a:pt x="16997" y="20396"/>
                        <a:pt x="17028" y="20333"/>
                        <a:pt x="17079" y="20332"/>
                      </a:cubicBezTo>
                      <a:cubicBezTo>
                        <a:pt x="17065" y="20293"/>
                        <a:pt x="17036" y="20263"/>
                        <a:pt x="17001" y="20249"/>
                      </a:cubicBezTo>
                      <a:cubicBezTo>
                        <a:pt x="16951" y="20230"/>
                        <a:pt x="16897" y="20245"/>
                        <a:pt x="16861" y="20288"/>
                      </a:cubicBezTo>
                      <a:lnTo>
                        <a:pt x="16748" y="20281"/>
                      </a:lnTo>
                      <a:lnTo>
                        <a:pt x="16402" y="20084"/>
                      </a:lnTo>
                      <a:cubicBezTo>
                        <a:pt x="16357" y="20073"/>
                        <a:pt x="16314" y="20050"/>
                        <a:pt x="16279" y="20015"/>
                      </a:cubicBezTo>
                      <a:cubicBezTo>
                        <a:pt x="16239" y="19977"/>
                        <a:pt x="16209" y="19928"/>
                        <a:pt x="16192" y="19872"/>
                      </a:cubicBezTo>
                      <a:lnTo>
                        <a:pt x="16066" y="19698"/>
                      </a:lnTo>
                      <a:lnTo>
                        <a:pt x="15915" y="19517"/>
                      </a:lnTo>
                      <a:lnTo>
                        <a:pt x="15785" y="19421"/>
                      </a:lnTo>
                      <a:lnTo>
                        <a:pt x="15762" y="19360"/>
                      </a:lnTo>
                      <a:lnTo>
                        <a:pt x="15647" y="19258"/>
                      </a:lnTo>
                      <a:lnTo>
                        <a:pt x="15574" y="19232"/>
                      </a:lnTo>
                      <a:lnTo>
                        <a:pt x="15482" y="19232"/>
                      </a:lnTo>
                      <a:lnTo>
                        <a:pt x="15415" y="19294"/>
                      </a:lnTo>
                      <a:lnTo>
                        <a:pt x="15421" y="19158"/>
                      </a:lnTo>
                      <a:lnTo>
                        <a:pt x="15404" y="19068"/>
                      </a:lnTo>
                      <a:lnTo>
                        <a:pt x="15229" y="19019"/>
                      </a:lnTo>
                      <a:lnTo>
                        <a:pt x="15095" y="18950"/>
                      </a:lnTo>
                      <a:lnTo>
                        <a:pt x="15050" y="18841"/>
                      </a:lnTo>
                      <a:lnTo>
                        <a:pt x="14913" y="18702"/>
                      </a:lnTo>
                      <a:lnTo>
                        <a:pt x="14922" y="18563"/>
                      </a:lnTo>
                      <a:cubicBezTo>
                        <a:pt x="14944" y="18547"/>
                        <a:pt x="14969" y="18536"/>
                        <a:pt x="14995" y="18533"/>
                      </a:cubicBezTo>
                      <a:cubicBezTo>
                        <a:pt x="15045" y="18527"/>
                        <a:pt x="15094" y="18547"/>
                        <a:pt x="15130" y="18586"/>
                      </a:cubicBezTo>
                      <a:lnTo>
                        <a:pt x="15250" y="18579"/>
                      </a:lnTo>
                      <a:cubicBezTo>
                        <a:pt x="15275" y="18565"/>
                        <a:pt x="15303" y="18558"/>
                        <a:pt x="15331" y="18558"/>
                      </a:cubicBezTo>
                      <a:cubicBezTo>
                        <a:pt x="15371" y="18559"/>
                        <a:pt x="15410" y="18575"/>
                        <a:pt x="15441" y="18605"/>
                      </a:cubicBezTo>
                      <a:cubicBezTo>
                        <a:pt x="15463" y="18645"/>
                        <a:pt x="15493" y="18677"/>
                        <a:pt x="15529" y="18699"/>
                      </a:cubicBezTo>
                      <a:cubicBezTo>
                        <a:pt x="15566" y="18722"/>
                        <a:pt x="15608" y="18732"/>
                        <a:pt x="15648" y="18746"/>
                      </a:cubicBezTo>
                      <a:cubicBezTo>
                        <a:pt x="15700" y="18763"/>
                        <a:pt x="15751" y="18785"/>
                        <a:pt x="15800" y="18813"/>
                      </a:cubicBezTo>
                      <a:lnTo>
                        <a:pt x="15933" y="18847"/>
                      </a:lnTo>
                      <a:lnTo>
                        <a:pt x="16015" y="18921"/>
                      </a:lnTo>
                      <a:lnTo>
                        <a:pt x="16117" y="18979"/>
                      </a:lnTo>
                      <a:lnTo>
                        <a:pt x="16310" y="18979"/>
                      </a:lnTo>
                      <a:cubicBezTo>
                        <a:pt x="16320" y="18986"/>
                        <a:pt x="16331" y="18992"/>
                        <a:pt x="16342" y="18996"/>
                      </a:cubicBezTo>
                      <a:cubicBezTo>
                        <a:pt x="16366" y="19006"/>
                        <a:pt x="16392" y="19009"/>
                        <a:pt x="16417" y="19014"/>
                      </a:cubicBezTo>
                      <a:cubicBezTo>
                        <a:pt x="16466" y="19024"/>
                        <a:pt x="16514" y="19042"/>
                        <a:pt x="16559" y="19067"/>
                      </a:cubicBezTo>
                      <a:lnTo>
                        <a:pt x="16667" y="19019"/>
                      </a:lnTo>
                      <a:lnTo>
                        <a:pt x="16539" y="18952"/>
                      </a:lnTo>
                      <a:lnTo>
                        <a:pt x="16313" y="18910"/>
                      </a:lnTo>
                      <a:cubicBezTo>
                        <a:pt x="16263" y="18924"/>
                        <a:pt x="16210" y="18899"/>
                        <a:pt x="16184" y="18848"/>
                      </a:cubicBezTo>
                      <a:cubicBezTo>
                        <a:pt x="16164" y="18807"/>
                        <a:pt x="16164" y="18757"/>
                        <a:pt x="16184" y="18716"/>
                      </a:cubicBezTo>
                      <a:lnTo>
                        <a:pt x="16129" y="18671"/>
                      </a:lnTo>
                      <a:lnTo>
                        <a:pt x="16092" y="18488"/>
                      </a:lnTo>
                      <a:lnTo>
                        <a:pt x="16068" y="18412"/>
                      </a:lnTo>
                      <a:lnTo>
                        <a:pt x="15974" y="18266"/>
                      </a:lnTo>
                      <a:cubicBezTo>
                        <a:pt x="15960" y="18231"/>
                        <a:pt x="15942" y="18198"/>
                        <a:pt x="15920" y="18169"/>
                      </a:cubicBezTo>
                      <a:cubicBezTo>
                        <a:pt x="15869" y="18102"/>
                        <a:pt x="15800" y="18057"/>
                        <a:pt x="15725" y="18041"/>
                      </a:cubicBezTo>
                      <a:lnTo>
                        <a:pt x="15635" y="18014"/>
                      </a:lnTo>
                      <a:lnTo>
                        <a:pt x="15589" y="17891"/>
                      </a:lnTo>
                      <a:lnTo>
                        <a:pt x="15546" y="17748"/>
                      </a:lnTo>
                      <a:cubicBezTo>
                        <a:pt x="15546" y="17677"/>
                        <a:pt x="15546" y="17606"/>
                        <a:pt x="15546" y="17535"/>
                      </a:cubicBezTo>
                      <a:cubicBezTo>
                        <a:pt x="15546" y="17477"/>
                        <a:pt x="15546" y="17419"/>
                        <a:pt x="15546" y="17362"/>
                      </a:cubicBezTo>
                      <a:lnTo>
                        <a:pt x="15490" y="17248"/>
                      </a:lnTo>
                      <a:lnTo>
                        <a:pt x="15426" y="17149"/>
                      </a:lnTo>
                      <a:lnTo>
                        <a:pt x="15420" y="17056"/>
                      </a:lnTo>
                      <a:cubicBezTo>
                        <a:pt x="15443" y="17028"/>
                        <a:pt x="15460" y="16993"/>
                        <a:pt x="15468" y="16955"/>
                      </a:cubicBezTo>
                      <a:cubicBezTo>
                        <a:pt x="15479" y="16897"/>
                        <a:pt x="15471" y="16837"/>
                        <a:pt x="15456" y="16781"/>
                      </a:cubicBezTo>
                      <a:cubicBezTo>
                        <a:pt x="15434" y="16699"/>
                        <a:pt x="15398" y="16622"/>
                        <a:pt x="15365" y="16545"/>
                      </a:cubicBezTo>
                      <a:cubicBezTo>
                        <a:pt x="15338" y="16481"/>
                        <a:pt x="15312" y="16416"/>
                        <a:pt x="15287" y="16351"/>
                      </a:cubicBezTo>
                      <a:lnTo>
                        <a:pt x="15233" y="16185"/>
                      </a:lnTo>
                      <a:lnTo>
                        <a:pt x="15175" y="16127"/>
                      </a:lnTo>
                      <a:cubicBezTo>
                        <a:pt x="15141" y="16135"/>
                        <a:pt x="15110" y="16151"/>
                        <a:pt x="15082" y="16173"/>
                      </a:cubicBezTo>
                      <a:cubicBezTo>
                        <a:pt x="15049" y="16200"/>
                        <a:pt x="15022" y="16236"/>
                        <a:pt x="15004" y="16278"/>
                      </a:cubicBezTo>
                      <a:lnTo>
                        <a:pt x="14928" y="16337"/>
                      </a:lnTo>
                      <a:lnTo>
                        <a:pt x="14836" y="16416"/>
                      </a:lnTo>
                      <a:lnTo>
                        <a:pt x="14697" y="16436"/>
                      </a:lnTo>
                      <a:lnTo>
                        <a:pt x="14625" y="16429"/>
                      </a:lnTo>
                      <a:lnTo>
                        <a:pt x="14591" y="16219"/>
                      </a:lnTo>
                      <a:lnTo>
                        <a:pt x="14593" y="16108"/>
                      </a:lnTo>
                      <a:lnTo>
                        <a:pt x="14563" y="15944"/>
                      </a:lnTo>
                      <a:lnTo>
                        <a:pt x="14495" y="15830"/>
                      </a:lnTo>
                      <a:lnTo>
                        <a:pt x="14410" y="15736"/>
                      </a:lnTo>
                      <a:lnTo>
                        <a:pt x="14181" y="15569"/>
                      </a:lnTo>
                      <a:cubicBezTo>
                        <a:pt x="14143" y="15549"/>
                        <a:pt x="14110" y="15518"/>
                        <a:pt x="14084" y="15479"/>
                      </a:cubicBezTo>
                      <a:cubicBezTo>
                        <a:pt x="14040" y="15412"/>
                        <a:pt x="14022" y="15326"/>
                        <a:pt x="14034" y="15243"/>
                      </a:cubicBezTo>
                      <a:cubicBezTo>
                        <a:pt x="14035" y="15188"/>
                        <a:pt x="14019" y="15134"/>
                        <a:pt x="13989" y="15090"/>
                      </a:cubicBezTo>
                      <a:cubicBezTo>
                        <a:pt x="13954" y="15039"/>
                        <a:pt x="13903" y="15006"/>
                        <a:pt x="13847" y="14998"/>
                      </a:cubicBezTo>
                      <a:lnTo>
                        <a:pt x="13762" y="15095"/>
                      </a:lnTo>
                      <a:cubicBezTo>
                        <a:pt x="13736" y="15117"/>
                        <a:pt x="13710" y="15138"/>
                        <a:pt x="13683" y="15158"/>
                      </a:cubicBezTo>
                      <a:cubicBezTo>
                        <a:pt x="13641" y="15188"/>
                        <a:pt x="13598" y="15217"/>
                        <a:pt x="13554" y="15243"/>
                      </a:cubicBezTo>
                      <a:lnTo>
                        <a:pt x="13393" y="15305"/>
                      </a:lnTo>
                      <a:lnTo>
                        <a:pt x="13262" y="15351"/>
                      </a:lnTo>
                      <a:lnTo>
                        <a:pt x="13126" y="15337"/>
                      </a:lnTo>
                      <a:lnTo>
                        <a:pt x="13009" y="15358"/>
                      </a:lnTo>
                      <a:lnTo>
                        <a:pt x="12999" y="15465"/>
                      </a:lnTo>
                      <a:cubicBezTo>
                        <a:pt x="12993" y="15508"/>
                        <a:pt x="12981" y="15550"/>
                        <a:pt x="12962" y="15587"/>
                      </a:cubicBezTo>
                      <a:cubicBezTo>
                        <a:pt x="12930" y="15652"/>
                        <a:pt x="12881" y="15704"/>
                        <a:pt x="12823" y="15736"/>
                      </a:cubicBezTo>
                      <a:lnTo>
                        <a:pt x="12743" y="15796"/>
                      </a:lnTo>
                      <a:cubicBezTo>
                        <a:pt x="12724" y="15835"/>
                        <a:pt x="12701" y="15872"/>
                        <a:pt x="12675" y="15907"/>
                      </a:cubicBezTo>
                      <a:cubicBezTo>
                        <a:pt x="12628" y="15970"/>
                        <a:pt x="12572" y="16022"/>
                        <a:pt x="12518" y="16078"/>
                      </a:cubicBezTo>
                      <a:cubicBezTo>
                        <a:pt x="12477" y="16120"/>
                        <a:pt x="12437" y="16164"/>
                        <a:pt x="12399" y="16210"/>
                      </a:cubicBezTo>
                      <a:cubicBezTo>
                        <a:pt x="12372" y="16241"/>
                        <a:pt x="12343" y="16269"/>
                        <a:pt x="12311" y="16293"/>
                      </a:cubicBezTo>
                      <a:cubicBezTo>
                        <a:pt x="12277" y="16318"/>
                        <a:pt x="12240" y="16338"/>
                        <a:pt x="12202" y="16353"/>
                      </a:cubicBezTo>
                      <a:cubicBezTo>
                        <a:pt x="12152" y="16366"/>
                        <a:pt x="12105" y="16390"/>
                        <a:pt x="12063" y="16423"/>
                      </a:cubicBezTo>
                      <a:cubicBezTo>
                        <a:pt x="12018" y="16458"/>
                        <a:pt x="11980" y="16503"/>
                        <a:pt x="11950" y="16555"/>
                      </a:cubicBezTo>
                      <a:cubicBezTo>
                        <a:pt x="11893" y="16590"/>
                        <a:pt x="11836" y="16626"/>
                        <a:pt x="11779" y="16663"/>
                      </a:cubicBezTo>
                      <a:cubicBezTo>
                        <a:pt x="11737" y="16691"/>
                        <a:pt x="11695" y="16718"/>
                        <a:pt x="11653" y="16746"/>
                      </a:cubicBezTo>
                      <a:lnTo>
                        <a:pt x="11605" y="16813"/>
                      </a:lnTo>
                      <a:lnTo>
                        <a:pt x="11600" y="16987"/>
                      </a:lnTo>
                      <a:lnTo>
                        <a:pt x="11631" y="17158"/>
                      </a:lnTo>
                      <a:lnTo>
                        <a:pt x="11635" y="17311"/>
                      </a:lnTo>
                      <a:lnTo>
                        <a:pt x="11635" y="17490"/>
                      </a:lnTo>
                      <a:lnTo>
                        <a:pt x="11601" y="17658"/>
                      </a:lnTo>
                      <a:lnTo>
                        <a:pt x="11601" y="17846"/>
                      </a:lnTo>
                      <a:lnTo>
                        <a:pt x="11545" y="17992"/>
                      </a:lnTo>
                      <a:cubicBezTo>
                        <a:pt x="11502" y="17998"/>
                        <a:pt x="11463" y="18023"/>
                        <a:pt x="11436" y="18061"/>
                      </a:cubicBezTo>
                      <a:cubicBezTo>
                        <a:pt x="11389" y="18127"/>
                        <a:pt x="11384" y="18220"/>
                        <a:pt x="11423" y="18293"/>
                      </a:cubicBezTo>
                      <a:cubicBezTo>
                        <a:pt x="11408" y="18312"/>
                        <a:pt x="11392" y="18330"/>
                        <a:pt x="11374" y="18346"/>
                      </a:cubicBezTo>
                      <a:cubicBezTo>
                        <a:pt x="11337" y="18380"/>
                        <a:pt x="11294" y="18406"/>
                        <a:pt x="11249" y="18422"/>
                      </a:cubicBezTo>
                      <a:lnTo>
                        <a:pt x="11126" y="18475"/>
                      </a:lnTo>
                      <a:lnTo>
                        <a:pt x="11059" y="18480"/>
                      </a:lnTo>
                      <a:lnTo>
                        <a:pt x="10976" y="18431"/>
                      </a:lnTo>
                      <a:lnTo>
                        <a:pt x="10881" y="18320"/>
                      </a:lnTo>
                      <a:lnTo>
                        <a:pt x="10821" y="18218"/>
                      </a:lnTo>
                      <a:lnTo>
                        <a:pt x="10773" y="18044"/>
                      </a:lnTo>
                      <a:lnTo>
                        <a:pt x="10756" y="17922"/>
                      </a:lnTo>
                      <a:lnTo>
                        <a:pt x="10676" y="17775"/>
                      </a:lnTo>
                      <a:lnTo>
                        <a:pt x="10591" y="17699"/>
                      </a:lnTo>
                      <a:lnTo>
                        <a:pt x="10518" y="17512"/>
                      </a:lnTo>
                      <a:lnTo>
                        <a:pt x="10459" y="17386"/>
                      </a:lnTo>
                      <a:lnTo>
                        <a:pt x="10429" y="17283"/>
                      </a:lnTo>
                      <a:cubicBezTo>
                        <a:pt x="10421" y="17238"/>
                        <a:pt x="10409" y="17195"/>
                        <a:pt x="10393" y="17153"/>
                      </a:cubicBezTo>
                      <a:cubicBezTo>
                        <a:pt x="10371" y="17098"/>
                        <a:pt x="10343" y="17047"/>
                        <a:pt x="10309" y="17001"/>
                      </a:cubicBezTo>
                      <a:lnTo>
                        <a:pt x="10248" y="16876"/>
                      </a:lnTo>
                      <a:lnTo>
                        <a:pt x="10194" y="16723"/>
                      </a:lnTo>
                      <a:lnTo>
                        <a:pt x="10118" y="16387"/>
                      </a:lnTo>
                      <a:lnTo>
                        <a:pt x="10118" y="16125"/>
                      </a:lnTo>
                      <a:cubicBezTo>
                        <a:pt x="10118" y="16079"/>
                        <a:pt x="10118" y="16033"/>
                        <a:pt x="10118" y="15987"/>
                      </a:cubicBezTo>
                      <a:cubicBezTo>
                        <a:pt x="10117" y="15897"/>
                        <a:pt x="10115" y="15808"/>
                        <a:pt x="10112" y="15718"/>
                      </a:cubicBezTo>
                      <a:lnTo>
                        <a:pt x="10021" y="15510"/>
                      </a:lnTo>
                      <a:lnTo>
                        <a:pt x="9917" y="15473"/>
                      </a:lnTo>
                      <a:lnTo>
                        <a:pt x="9807" y="15540"/>
                      </a:lnTo>
                      <a:lnTo>
                        <a:pt x="9702" y="15576"/>
                      </a:lnTo>
                      <a:lnTo>
                        <a:pt x="9604" y="15501"/>
                      </a:lnTo>
                      <a:lnTo>
                        <a:pt x="9518" y="15434"/>
                      </a:lnTo>
                      <a:lnTo>
                        <a:pt x="9354" y="15318"/>
                      </a:lnTo>
                      <a:lnTo>
                        <a:pt x="9312" y="15235"/>
                      </a:lnTo>
                      <a:lnTo>
                        <a:pt x="9320" y="15135"/>
                      </a:lnTo>
                      <a:lnTo>
                        <a:pt x="9349" y="15043"/>
                      </a:lnTo>
                      <a:lnTo>
                        <a:pt x="9252" y="14925"/>
                      </a:lnTo>
                      <a:cubicBezTo>
                        <a:pt x="9222" y="14896"/>
                        <a:pt x="9191" y="14869"/>
                        <a:pt x="9159" y="14844"/>
                      </a:cubicBezTo>
                      <a:cubicBezTo>
                        <a:pt x="9113" y="14807"/>
                        <a:pt x="9066" y="14774"/>
                        <a:pt x="9016" y="14744"/>
                      </a:cubicBezTo>
                      <a:lnTo>
                        <a:pt x="9004" y="14578"/>
                      </a:lnTo>
                      <a:lnTo>
                        <a:pt x="8867" y="14351"/>
                      </a:lnTo>
                      <a:lnTo>
                        <a:pt x="8718" y="14337"/>
                      </a:lnTo>
                      <a:lnTo>
                        <a:pt x="8446" y="14318"/>
                      </a:lnTo>
                      <a:lnTo>
                        <a:pt x="8237" y="14290"/>
                      </a:lnTo>
                      <a:lnTo>
                        <a:pt x="8129" y="14235"/>
                      </a:lnTo>
                      <a:lnTo>
                        <a:pt x="8021" y="14242"/>
                      </a:lnTo>
                      <a:cubicBezTo>
                        <a:pt x="7979" y="14277"/>
                        <a:pt x="7925" y="14284"/>
                        <a:pt x="7876" y="14263"/>
                      </a:cubicBezTo>
                      <a:cubicBezTo>
                        <a:pt x="7829" y="14242"/>
                        <a:pt x="7794" y="14195"/>
                        <a:pt x="7782" y="14138"/>
                      </a:cubicBezTo>
                      <a:cubicBezTo>
                        <a:pt x="7742" y="14107"/>
                        <a:pt x="7698" y="14084"/>
                        <a:pt x="7652" y="14068"/>
                      </a:cubicBezTo>
                      <a:cubicBezTo>
                        <a:pt x="7569" y="14040"/>
                        <a:pt x="7482" y="14038"/>
                        <a:pt x="7399" y="14061"/>
                      </a:cubicBezTo>
                      <a:lnTo>
                        <a:pt x="7248" y="13904"/>
                      </a:lnTo>
                      <a:lnTo>
                        <a:pt x="7291" y="13677"/>
                      </a:lnTo>
                      <a:lnTo>
                        <a:pt x="7244" y="13548"/>
                      </a:lnTo>
                      <a:lnTo>
                        <a:pt x="7098" y="13580"/>
                      </a:lnTo>
                      <a:lnTo>
                        <a:pt x="6814" y="13580"/>
                      </a:lnTo>
                      <a:lnTo>
                        <a:pt x="6626" y="13386"/>
                      </a:lnTo>
                      <a:lnTo>
                        <a:pt x="6541" y="13238"/>
                      </a:lnTo>
                      <a:cubicBezTo>
                        <a:pt x="6526" y="13193"/>
                        <a:pt x="6503" y="13152"/>
                        <a:pt x="6473" y="13118"/>
                      </a:cubicBezTo>
                      <a:cubicBezTo>
                        <a:pt x="6437" y="13076"/>
                        <a:pt x="6392" y="13046"/>
                        <a:pt x="6343" y="13030"/>
                      </a:cubicBezTo>
                      <a:cubicBezTo>
                        <a:pt x="6344" y="12983"/>
                        <a:pt x="6342" y="12936"/>
                        <a:pt x="6337" y="12889"/>
                      </a:cubicBezTo>
                      <a:cubicBezTo>
                        <a:pt x="6329" y="12807"/>
                        <a:pt x="6313" y="12726"/>
                        <a:pt x="6283" y="12651"/>
                      </a:cubicBezTo>
                      <a:cubicBezTo>
                        <a:pt x="6249" y="12563"/>
                        <a:pt x="6198" y="12485"/>
                        <a:pt x="6130" y="12429"/>
                      </a:cubicBezTo>
                      <a:cubicBezTo>
                        <a:pt x="6082" y="12389"/>
                        <a:pt x="6027" y="12361"/>
                        <a:pt x="5969" y="12348"/>
                      </a:cubicBezTo>
                      <a:lnTo>
                        <a:pt x="5954" y="12542"/>
                      </a:lnTo>
                      <a:cubicBezTo>
                        <a:pt x="5965" y="12594"/>
                        <a:pt x="5973" y="12648"/>
                        <a:pt x="5978" y="12701"/>
                      </a:cubicBezTo>
                      <a:cubicBezTo>
                        <a:pt x="5984" y="12772"/>
                        <a:pt x="5984" y="12842"/>
                        <a:pt x="5978" y="12912"/>
                      </a:cubicBezTo>
                      <a:cubicBezTo>
                        <a:pt x="6004" y="12980"/>
                        <a:pt x="6023" y="13052"/>
                        <a:pt x="6034" y="13125"/>
                      </a:cubicBezTo>
                      <a:cubicBezTo>
                        <a:pt x="6046" y="13201"/>
                        <a:pt x="6049" y="13278"/>
                        <a:pt x="6044" y="13354"/>
                      </a:cubicBezTo>
                      <a:cubicBezTo>
                        <a:pt x="6021" y="13399"/>
                        <a:pt x="6033" y="13457"/>
                        <a:pt x="6073" y="13484"/>
                      </a:cubicBezTo>
                      <a:cubicBezTo>
                        <a:pt x="6141" y="13530"/>
                        <a:pt x="6224" y="13462"/>
                        <a:pt x="6209" y="13373"/>
                      </a:cubicBezTo>
                      <a:cubicBezTo>
                        <a:pt x="6230" y="13352"/>
                        <a:pt x="6260" y="13347"/>
                        <a:pt x="6285" y="13359"/>
                      </a:cubicBezTo>
                      <a:cubicBezTo>
                        <a:pt x="6362" y="13396"/>
                        <a:pt x="6358" y="13523"/>
                        <a:pt x="6279" y="13554"/>
                      </a:cubicBezTo>
                      <a:lnTo>
                        <a:pt x="6257" y="13760"/>
                      </a:lnTo>
                      <a:lnTo>
                        <a:pt x="6330" y="13908"/>
                      </a:lnTo>
                      <a:lnTo>
                        <a:pt x="6470" y="13915"/>
                      </a:lnTo>
                      <a:lnTo>
                        <a:pt x="6606" y="13928"/>
                      </a:lnTo>
                      <a:lnTo>
                        <a:pt x="6799" y="13928"/>
                      </a:lnTo>
                      <a:cubicBezTo>
                        <a:pt x="6828" y="13893"/>
                        <a:pt x="6859" y="13860"/>
                        <a:pt x="6892" y="13829"/>
                      </a:cubicBezTo>
                      <a:cubicBezTo>
                        <a:pt x="6935" y="13787"/>
                        <a:pt x="6980" y="13750"/>
                        <a:pt x="7028" y="13717"/>
                      </a:cubicBezTo>
                      <a:lnTo>
                        <a:pt x="7153" y="13697"/>
                      </a:lnTo>
                      <a:lnTo>
                        <a:pt x="7172" y="13798"/>
                      </a:lnTo>
                      <a:lnTo>
                        <a:pt x="7108" y="13909"/>
                      </a:lnTo>
                      <a:cubicBezTo>
                        <a:pt x="7092" y="13956"/>
                        <a:pt x="7092" y="14008"/>
                        <a:pt x="7108" y="14055"/>
                      </a:cubicBezTo>
                      <a:cubicBezTo>
                        <a:pt x="7129" y="14115"/>
                        <a:pt x="7173" y="14159"/>
                        <a:pt x="7227" y="14175"/>
                      </a:cubicBezTo>
                      <a:lnTo>
                        <a:pt x="7468" y="14356"/>
                      </a:lnTo>
                      <a:lnTo>
                        <a:pt x="7490" y="14477"/>
                      </a:lnTo>
                      <a:lnTo>
                        <a:pt x="7524" y="14583"/>
                      </a:lnTo>
                      <a:cubicBezTo>
                        <a:pt x="7554" y="14623"/>
                        <a:pt x="7576" y="14671"/>
                        <a:pt x="7586" y="14722"/>
                      </a:cubicBezTo>
                      <a:cubicBezTo>
                        <a:pt x="7597" y="14771"/>
                        <a:pt x="7597" y="14823"/>
                        <a:pt x="7586" y="14873"/>
                      </a:cubicBezTo>
                      <a:lnTo>
                        <a:pt x="7532" y="14967"/>
                      </a:lnTo>
                      <a:lnTo>
                        <a:pt x="7433" y="15055"/>
                      </a:lnTo>
                      <a:lnTo>
                        <a:pt x="7433" y="15138"/>
                      </a:lnTo>
                      <a:lnTo>
                        <a:pt x="7363" y="15180"/>
                      </a:lnTo>
                      <a:lnTo>
                        <a:pt x="7303" y="15145"/>
                      </a:lnTo>
                      <a:lnTo>
                        <a:pt x="7229" y="15249"/>
                      </a:lnTo>
                      <a:lnTo>
                        <a:pt x="7223" y="15376"/>
                      </a:lnTo>
                      <a:lnTo>
                        <a:pt x="7123" y="15465"/>
                      </a:lnTo>
                      <a:lnTo>
                        <a:pt x="7038" y="15486"/>
                      </a:lnTo>
                      <a:lnTo>
                        <a:pt x="6978" y="15576"/>
                      </a:lnTo>
                      <a:lnTo>
                        <a:pt x="6918" y="15614"/>
                      </a:lnTo>
                      <a:cubicBezTo>
                        <a:pt x="6866" y="15614"/>
                        <a:pt x="6815" y="15617"/>
                        <a:pt x="6763" y="15621"/>
                      </a:cubicBezTo>
                      <a:cubicBezTo>
                        <a:pt x="6681" y="15628"/>
                        <a:pt x="6598" y="15641"/>
                        <a:pt x="6517" y="15660"/>
                      </a:cubicBezTo>
                      <a:lnTo>
                        <a:pt x="6396" y="15693"/>
                      </a:lnTo>
                      <a:lnTo>
                        <a:pt x="6267" y="15714"/>
                      </a:lnTo>
                      <a:lnTo>
                        <a:pt x="6183" y="15748"/>
                      </a:lnTo>
                      <a:lnTo>
                        <a:pt x="6093" y="15845"/>
                      </a:lnTo>
                      <a:lnTo>
                        <a:pt x="5982" y="15896"/>
                      </a:lnTo>
                      <a:lnTo>
                        <a:pt x="5844" y="15903"/>
                      </a:lnTo>
                      <a:lnTo>
                        <a:pt x="5726" y="15903"/>
                      </a:lnTo>
                      <a:cubicBezTo>
                        <a:pt x="5691" y="15908"/>
                        <a:pt x="5656" y="15915"/>
                        <a:pt x="5622" y="15924"/>
                      </a:cubicBezTo>
                      <a:cubicBezTo>
                        <a:pt x="5554" y="15941"/>
                        <a:pt x="5488" y="15964"/>
                        <a:pt x="5423" y="15993"/>
                      </a:cubicBezTo>
                      <a:cubicBezTo>
                        <a:pt x="5367" y="15995"/>
                        <a:pt x="5310" y="15992"/>
                        <a:pt x="5253" y="15986"/>
                      </a:cubicBezTo>
                      <a:cubicBezTo>
                        <a:pt x="5188" y="15980"/>
                        <a:pt x="5123" y="15968"/>
                        <a:pt x="5059" y="15952"/>
                      </a:cubicBezTo>
                      <a:lnTo>
                        <a:pt x="4827" y="15910"/>
                      </a:lnTo>
                      <a:lnTo>
                        <a:pt x="4622" y="15910"/>
                      </a:lnTo>
                      <a:lnTo>
                        <a:pt x="4537" y="15972"/>
                      </a:lnTo>
                      <a:cubicBezTo>
                        <a:pt x="4532" y="16014"/>
                        <a:pt x="4535" y="16057"/>
                        <a:pt x="4547" y="16098"/>
                      </a:cubicBezTo>
                      <a:cubicBezTo>
                        <a:pt x="4560" y="16143"/>
                        <a:pt x="4583" y="16184"/>
                        <a:pt x="4608" y="16223"/>
                      </a:cubicBezTo>
                      <a:cubicBezTo>
                        <a:pt x="4649" y="16284"/>
                        <a:pt x="4694" y="16339"/>
                        <a:pt x="4745" y="16389"/>
                      </a:cubicBezTo>
                      <a:cubicBezTo>
                        <a:pt x="4786" y="16422"/>
                        <a:pt x="4834" y="16443"/>
                        <a:pt x="4883" y="16452"/>
                      </a:cubicBezTo>
                      <a:cubicBezTo>
                        <a:pt x="4971" y="16467"/>
                        <a:pt x="5061" y="16441"/>
                        <a:pt x="5149" y="16456"/>
                      </a:cubicBezTo>
                      <a:cubicBezTo>
                        <a:pt x="5202" y="16466"/>
                        <a:pt x="5253" y="16491"/>
                        <a:pt x="5303" y="16514"/>
                      </a:cubicBezTo>
                      <a:cubicBezTo>
                        <a:pt x="5349" y="16535"/>
                        <a:pt x="5394" y="16555"/>
                        <a:pt x="5440" y="16574"/>
                      </a:cubicBezTo>
                      <a:lnTo>
                        <a:pt x="5559" y="16588"/>
                      </a:lnTo>
                      <a:cubicBezTo>
                        <a:pt x="5605" y="16588"/>
                        <a:pt x="5651" y="16590"/>
                        <a:pt x="5697" y="16595"/>
                      </a:cubicBezTo>
                      <a:cubicBezTo>
                        <a:pt x="5754" y="16601"/>
                        <a:pt x="5811" y="16611"/>
                        <a:pt x="5867" y="16625"/>
                      </a:cubicBezTo>
                      <a:lnTo>
                        <a:pt x="5903" y="16764"/>
                      </a:lnTo>
                      <a:lnTo>
                        <a:pt x="5885" y="16889"/>
                      </a:lnTo>
                      <a:lnTo>
                        <a:pt x="5903" y="16977"/>
                      </a:lnTo>
                      <a:lnTo>
                        <a:pt x="5791" y="17080"/>
                      </a:lnTo>
                      <a:lnTo>
                        <a:pt x="5755" y="17189"/>
                      </a:lnTo>
                      <a:lnTo>
                        <a:pt x="5710" y="17363"/>
                      </a:lnTo>
                      <a:lnTo>
                        <a:pt x="5654" y="17453"/>
                      </a:lnTo>
                      <a:lnTo>
                        <a:pt x="5570" y="17552"/>
                      </a:lnTo>
                      <a:lnTo>
                        <a:pt x="5524" y="17638"/>
                      </a:lnTo>
                      <a:lnTo>
                        <a:pt x="5430" y="17728"/>
                      </a:lnTo>
                      <a:lnTo>
                        <a:pt x="5378" y="17827"/>
                      </a:lnTo>
                      <a:lnTo>
                        <a:pt x="5329" y="17901"/>
                      </a:lnTo>
                      <a:lnTo>
                        <a:pt x="5285" y="17947"/>
                      </a:lnTo>
                      <a:lnTo>
                        <a:pt x="5207" y="18030"/>
                      </a:lnTo>
                      <a:lnTo>
                        <a:pt x="5088" y="18145"/>
                      </a:lnTo>
                      <a:lnTo>
                        <a:pt x="4891" y="18247"/>
                      </a:lnTo>
                      <a:lnTo>
                        <a:pt x="4765" y="18267"/>
                      </a:lnTo>
                      <a:lnTo>
                        <a:pt x="4622" y="18360"/>
                      </a:lnTo>
                      <a:lnTo>
                        <a:pt x="4507" y="18429"/>
                      </a:lnTo>
                      <a:cubicBezTo>
                        <a:pt x="4459" y="18470"/>
                        <a:pt x="4409" y="18508"/>
                        <a:pt x="4358" y="18544"/>
                      </a:cubicBezTo>
                      <a:cubicBezTo>
                        <a:pt x="4311" y="18577"/>
                        <a:pt x="4263" y="18608"/>
                        <a:pt x="4214" y="18637"/>
                      </a:cubicBezTo>
                      <a:lnTo>
                        <a:pt x="4051" y="18720"/>
                      </a:lnTo>
                      <a:lnTo>
                        <a:pt x="4029" y="18928"/>
                      </a:lnTo>
                      <a:cubicBezTo>
                        <a:pt x="3996" y="18947"/>
                        <a:pt x="3969" y="18975"/>
                        <a:pt x="3951" y="19011"/>
                      </a:cubicBezTo>
                      <a:cubicBezTo>
                        <a:pt x="3923" y="19064"/>
                        <a:pt x="3916" y="19128"/>
                        <a:pt x="3932" y="19187"/>
                      </a:cubicBezTo>
                      <a:lnTo>
                        <a:pt x="4003" y="19338"/>
                      </a:lnTo>
                      <a:lnTo>
                        <a:pt x="4019" y="19497"/>
                      </a:lnTo>
                      <a:lnTo>
                        <a:pt x="4013" y="19585"/>
                      </a:lnTo>
                      <a:lnTo>
                        <a:pt x="4214" y="19924"/>
                      </a:lnTo>
                      <a:lnTo>
                        <a:pt x="4298" y="20091"/>
                      </a:lnTo>
                      <a:lnTo>
                        <a:pt x="4246" y="20160"/>
                      </a:lnTo>
                      <a:cubicBezTo>
                        <a:pt x="4252" y="20198"/>
                        <a:pt x="4262" y="20234"/>
                        <a:pt x="4276" y="20269"/>
                      </a:cubicBezTo>
                      <a:cubicBezTo>
                        <a:pt x="4297" y="20321"/>
                        <a:pt x="4326" y="20368"/>
                        <a:pt x="4362" y="20407"/>
                      </a:cubicBezTo>
                      <a:cubicBezTo>
                        <a:pt x="4384" y="20460"/>
                        <a:pt x="4408" y="20511"/>
                        <a:pt x="4435" y="20560"/>
                      </a:cubicBezTo>
                      <a:cubicBezTo>
                        <a:pt x="4461" y="20609"/>
                        <a:pt x="4490" y="20657"/>
                        <a:pt x="4509" y="20711"/>
                      </a:cubicBezTo>
                      <a:cubicBezTo>
                        <a:pt x="4528" y="20764"/>
                        <a:pt x="4538" y="20821"/>
                        <a:pt x="4537" y="20879"/>
                      </a:cubicBezTo>
                      <a:cubicBezTo>
                        <a:pt x="4491" y="20895"/>
                        <a:pt x="4442" y="20897"/>
                        <a:pt x="4394" y="20886"/>
                      </a:cubicBezTo>
                      <a:cubicBezTo>
                        <a:pt x="4338" y="20872"/>
                        <a:pt x="4284" y="20839"/>
                        <a:pt x="4226" y="20844"/>
                      </a:cubicBezTo>
                      <a:cubicBezTo>
                        <a:pt x="4059" y="20859"/>
                        <a:pt x="3988" y="21097"/>
                        <a:pt x="4114" y="21226"/>
                      </a:cubicBezTo>
                      <a:lnTo>
                        <a:pt x="4334" y="21600"/>
                      </a:lnTo>
                      <a:cubicBezTo>
                        <a:pt x="2302" y="19692"/>
                        <a:pt x="881" y="17057"/>
                        <a:pt x="296" y="14112"/>
                      </a:cubicBezTo>
                      <a:cubicBezTo>
                        <a:pt x="-269" y="11265"/>
                        <a:pt x="-20" y="8283"/>
                        <a:pt x="1006" y="5612"/>
                      </a:cubicBezTo>
                      <a:lnTo>
                        <a:pt x="1246" y="5877"/>
                      </a:lnTo>
                      <a:lnTo>
                        <a:pt x="1393" y="5923"/>
                      </a:lnTo>
                      <a:lnTo>
                        <a:pt x="1444" y="5803"/>
                      </a:lnTo>
                      <a:lnTo>
                        <a:pt x="1572" y="5553"/>
                      </a:lnTo>
                      <a:cubicBezTo>
                        <a:pt x="1602" y="5549"/>
                        <a:pt x="1631" y="5546"/>
                        <a:pt x="1660" y="5543"/>
                      </a:cubicBezTo>
                      <a:cubicBezTo>
                        <a:pt x="1709" y="5539"/>
                        <a:pt x="1759" y="5538"/>
                        <a:pt x="1805" y="5559"/>
                      </a:cubicBezTo>
                      <a:cubicBezTo>
                        <a:pt x="1864" y="5586"/>
                        <a:pt x="1906" y="5647"/>
                        <a:pt x="1916" y="5720"/>
                      </a:cubicBezTo>
                      <a:lnTo>
                        <a:pt x="2039" y="6093"/>
                      </a:lnTo>
                      <a:lnTo>
                        <a:pt x="2184" y="6323"/>
                      </a:lnTo>
                      <a:lnTo>
                        <a:pt x="2296" y="6527"/>
                      </a:lnTo>
                      <a:lnTo>
                        <a:pt x="2288" y="6750"/>
                      </a:lnTo>
                      <a:lnTo>
                        <a:pt x="2411" y="6885"/>
                      </a:lnTo>
                      <a:lnTo>
                        <a:pt x="2523" y="7042"/>
                      </a:lnTo>
                      <a:lnTo>
                        <a:pt x="2571" y="7246"/>
                      </a:lnTo>
                      <a:lnTo>
                        <a:pt x="2459" y="7533"/>
                      </a:lnTo>
                      <a:cubicBezTo>
                        <a:pt x="2429" y="7569"/>
                        <a:pt x="2403" y="7609"/>
                        <a:pt x="2381" y="7653"/>
                      </a:cubicBezTo>
                      <a:cubicBezTo>
                        <a:pt x="2341" y="7735"/>
                        <a:pt x="2318" y="7827"/>
                        <a:pt x="2314" y="7922"/>
                      </a:cubicBezTo>
                      <a:cubicBezTo>
                        <a:pt x="2278" y="7895"/>
                        <a:pt x="2233" y="7891"/>
                        <a:pt x="2194" y="7912"/>
                      </a:cubicBezTo>
                      <a:cubicBezTo>
                        <a:pt x="2065" y="7983"/>
                        <a:pt x="2083" y="8201"/>
                        <a:pt x="2221" y="8243"/>
                      </a:cubicBezTo>
                      <a:cubicBezTo>
                        <a:pt x="2246" y="8318"/>
                        <a:pt x="2273" y="8392"/>
                        <a:pt x="2301" y="8465"/>
                      </a:cubicBezTo>
                      <a:cubicBezTo>
                        <a:pt x="2338" y="8559"/>
                        <a:pt x="2378" y="8653"/>
                        <a:pt x="2392" y="8755"/>
                      </a:cubicBezTo>
                      <a:cubicBezTo>
                        <a:pt x="2406" y="8853"/>
                        <a:pt x="2394" y="8953"/>
                        <a:pt x="2400" y="9052"/>
                      </a:cubicBezTo>
                      <a:cubicBezTo>
                        <a:pt x="2409" y="9185"/>
                        <a:pt x="2449" y="9313"/>
                        <a:pt x="2497" y="9435"/>
                      </a:cubicBezTo>
                      <a:cubicBezTo>
                        <a:pt x="2522" y="9499"/>
                        <a:pt x="2550" y="9563"/>
                        <a:pt x="2580" y="9625"/>
                      </a:cubicBezTo>
                      <a:cubicBezTo>
                        <a:pt x="2640" y="9538"/>
                        <a:pt x="2694" y="9445"/>
                        <a:pt x="2743" y="9348"/>
                      </a:cubicBezTo>
                      <a:cubicBezTo>
                        <a:pt x="2767" y="9299"/>
                        <a:pt x="2792" y="9247"/>
                        <a:pt x="2836" y="9221"/>
                      </a:cubicBezTo>
                      <a:cubicBezTo>
                        <a:pt x="2945" y="9158"/>
                        <a:pt x="3069" y="9269"/>
                        <a:pt x="3042" y="9407"/>
                      </a:cubicBezTo>
                      <a:cubicBezTo>
                        <a:pt x="3080" y="9427"/>
                        <a:pt x="3109" y="9463"/>
                        <a:pt x="3123" y="9508"/>
                      </a:cubicBezTo>
                      <a:cubicBezTo>
                        <a:pt x="3135" y="9547"/>
                        <a:pt x="3135" y="9590"/>
                        <a:pt x="3123" y="9628"/>
                      </a:cubicBezTo>
                      <a:cubicBezTo>
                        <a:pt x="3137" y="9680"/>
                        <a:pt x="3152" y="9731"/>
                        <a:pt x="3168" y="9782"/>
                      </a:cubicBezTo>
                      <a:cubicBezTo>
                        <a:pt x="3199" y="9874"/>
                        <a:pt x="3234" y="9964"/>
                        <a:pt x="3273" y="10051"/>
                      </a:cubicBezTo>
                      <a:cubicBezTo>
                        <a:pt x="3350" y="10082"/>
                        <a:pt x="3405" y="10159"/>
                        <a:pt x="3417" y="10252"/>
                      </a:cubicBezTo>
                      <a:cubicBezTo>
                        <a:pt x="3425" y="10310"/>
                        <a:pt x="3414" y="10372"/>
                        <a:pt x="3433" y="10428"/>
                      </a:cubicBezTo>
                      <a:cubicBezTo>
                        <a:pt x="3472" y="10537"/>
                        <a:pt x="3593" y="10568"/>
                        <a:pt x="3669" y="10489"/>
                      </a:cubicBezTo>
                      <a:lnTo>
                        <a:pt x="3848" y="10517"/>
                      </a:lnTo>
                      <a:lnTo>
                        <a:pt x="3887" y="10677"/>
                      </a:lnTo>
                      <a:lnTo>
                        <a:pt x="3957" y="10763"/>
                      </a:lnTo>
                      <a:lnTo>
                        <a:pt x="4118" y="10778"/>
                      </a:lnTo>
                      <a:lnTo>
                        <a:pt x="4294" y="10751"/>
                      </a:lnTo>
                      <a:cubicBezTo>
                        <a:pt x="4328" y="10680"/>
                        <a:pt x="4361" y="10609"/>
                        <a:pt x="4394" y="10538"/>
                      </a:cubicBezTo>
                      <a:cubicBezTo>
                        <a:pt x="4461" y="10389"/>
                        <a:pt x="4525" y="10237"/>
                        <a:pt x="4586" y="10084"/>
                      </a:cubicBezTo>
                      <a:cubicBezTo>
                        <a:pt x="4723" y="10101"/>
                        <a:pt x="4775" y="9885"/>
                        <a:pt x="4651" y="9818"/>
                      </a:cubicBezTo>
                      <a:cubicBezTo>
                        <a:pt x="4554" y="9767"/>
                        <a:pt x="4477" y="9904"/>
                        <a:pt x="4380" y="9920"/>
                      </a:cubicBezTo>
                      <a:cubicBezTo>
                        <a:pt x="4251" y="9942"/>
                        <a:pt x="4154" y="9786"/>
                        <a:pt x="4214" y="9652"/>
                      </a:cubicBezTo>
                      <a:lnTo>
                        <a:pt x="3896" y="9443"/>
                      </a:lnTo>
                      <a:lnTo>
                        <a:pt x="3827" y="9279"/>
                      </a:lnTo>
                      <a:lnTo>
                        <a:pt x="3869" y="8992"/>
                      </a:lnTo>
                      <a:lnTo>
                        <a:pt x="3979" y="8687"/>
                      </a:lnTo>
                      <a:lnTo>
                        <a:pt x="4075" y="8326"/>
                      </a:lnTo>
                      <a:lnTo>
                        <a:pt x="3907" y="8067"/>
                      </a:lnTo>
                      <a:cubicBezTo>
                        <a:pt x="3888" y="8125"/>
                        <a:pt x="3873" y="8184"/>
                        <a:pt x="3861" y="8243"/>
                      </a:cubicBezTo>
                      <a:cubicBezTo>
                        <a:pt x="3834" y="8382"/>
                        <a:pt x="3824" y="8524"/>
                        <a:pt x="3832" y="8666"/>
                      </a:cubicBezTo>
                      <a:lnTo>
                        <a:pt x="3738" y="8824"/>
                      </a:lnTo>
                      <a:lnTo>
                        <a:pt x="3632" y="9015"/>
                      </a:lnTo>
                      <a:lnTo>
                        <a:pt x="3465" y="8931"/>
                      </a:lnTo>
                      <a:cubicBezTo>
                        <a:pt x="3441" y="8880"/>
                        <a:pt x="3420" y="8826"/>
                        <a:pt x="3402" y="8771"/>
                      </a:cubicBezTo>
                      <a:cubicBezTo>
                        <a:pt x="3365" y="8659"/>
                        <a:pt x="3343" y="8537"/>
                        <a:pt x="3372" y="8422"/>
                      </a:cubicBezTo>
                      <a:cubicBezTo>
                        <a:pt x="3404" y="8296"/>
                        <a:pt x="3495" y="8200"/>
                        <a:pt x="3525" y="8073"/>
                      </a:cubicBezTo>
                      <a:cubicBezTo>
                        <a:pt x="3550" y="7965"/>
                        <a:pt x="3528" y="7851"/>
                        <a:pt x="3535" y="7740"/>
                      </a:cubicBezTo>
                      <a:cubicBezTo>
                        <a:pt x="3544" y="7599"/>
                        <a:pt x="3599" y="7467"/>
                        <a:pt x="3688" y="7370"/>
                      </a:cubicBezTo>
                      <a:cubicBezTo>
                        <a:pt x="3661" y="7278"/>
                        <a:pt x="3641" y="7183"/>
                        <a:pt x="3629" y="7087"/>
                      </a:cubicBezTo>
                      <a:cubicBezTo>
                        <a:pt x="3616" y="6976"/>
                        <a:pt x="3614" y="6864"/>
                        <a:pt x="3621" y="6753"/>
                      </a:cubicBezTo>
                      <a:cubicBezTo>
                        <a:pt x="3631" y="6615"/>
                        <a:pt x="3656" y="6479"/>
                        <a:pt x="3696" y="6348"/>
                      </a:cubicBezTo>
                      <a:lnTo>
                        <a:pt x="3712" y="6050"/>
                      </a:lnTo>
                      <a:lnTo>
                        <a:pt x="3587" y="6161"/>
                      </a:lnTo>
                      <a:cubicBezTo>
                        <a:pt x="3548" y="6243"/>
                        <a:pt x="3518" y="6330"/>
                        <a:pt x="3499" y="6420"/>
                      </a:cubicBezTo>
                      <a:cubicBezTo>
                        <a:pt x="3473" y="6538"/>
                        <a:pt x="3466" y="6661"/>
                        <a:pt x="3477" y="6782"/>
                      </a:cubicBezTo>
                      <a:cubicBezTo>
                        <a:pt x="3453" y="6846"/>
                        <a:pt x="3440" y="6915"/>
                        <a:pt x="3437" y="6985"/>
                      </a:cubicBezTo>
                      <a:cubicBezTo>
                        <a:pt x="3435" y="7044"/>
                        <a:pt x="3440" y="7103"/>
                        <a:pt x="3453" y="7160"/>
                      </a:cubicBezTo>
                      <a:lnTo>
                        <a:pt x="3485" y="7354"/>
                      </a:lnTo>
                      <a:lnTo>
                        <a:pt x="3408" y="7574"/>
                      </a:lnTo>
                      <a:lnTo>
                        <a:pt x="3248" y="7500"/>
                      </a:lnTo>
                      <a:lnTo>
                        <a:pt x="3125" y="7642"/>
                      </a:lnTo>
                      <a:lnTo>
                        <a:pt x="2999" y="7741"/>
                      </a:lnTo>
                      <a:lnTo>
                        <a:pt x="2919" y="7814"/>
                      </a:lnTo>
                      <a:lnTo>
                        <a:pt x="2818" y="7903"/>
                      </a:lnTo>
                      <a:cubicBezTo>
                        <a:pt x="2783" y="7851"/>
                        <a:pt x="2759" y="7791"/>
                        <a:pt x="2745" y="7727"/>
                      </a:cubicBezTo>
                      <a:cubicBezTo>
                        <a:pt x="2730" y="7655"/>
                        <a:pt x="2730" y="7580"/>
                        <a:pt x="2745" y="7508"/>
                      </a:cubicBezTo>
                      <a:lnTo>
                        <a:pt x="2761" y="7317"/>
                      </a:lnTo>
                      <a:lnTo>
                        <a:pt x="2978" y="7320"/>
                      </a:lnTo>
                      <a:lnTo>
                        <a:pt x="3051" y="7425"/>
                      </a:lnTo>
                      <a:cubicBezTo>
                        <a:pt x="3079" y="7445"/>
                        <a:pt x="3113" y="7450"/>
                        <a:pt x="3144" y="7437"/>
                      </a:cubicBezTo>
                      <a:cubicBezTo>
                        <a:pt x="3219" y="7406"/>
                        <a:pt x="3247" y="7301"/>
                        <a:pt x="3200" y="7227"/>
                      </a:cubicBezTo>
                      <a:cubicBezTo>
                        <a:pt x="3202" y="7148"/>
                        <a:pt x="3202" y="7069"/>
                        <a:pt x="3200" y="6989"/>
                      </a:cubicBezTo>
                      <a:cubicBezTo>
                        <a:pt x="3198" y="6882"/>
                        <a:pt x="3193" y="6775"/>
                        <a:pt x="3184" y="6668"/>
                      </a:cubicBezTo>
                      <a:cubicBezTo>
                        <a:pt x="3196" y="6584"/>
                        <a:pt x="3204" y="6498"/>
                        <a:pt x="3208" y="6413"/>
                      </a:cubicBezTo>
                      <a:cubicBezTo>
                        <a:pt x="3212" y="6344"/>
                        <a:pt x="3213" y="6275"/>
                        <a:pt x="3212" y="6206"/>
                      </a:cubicBezTo>
                      <a:lnTo>
                        <a:pt x="3075" y="6447"/>
                      </a:lnTo>
                      <a:lnTo>
                        <a:pt x="2810" y="6734"/>
                      </a:lnTo>
                      <a:lnTo>
                        <a:pt x="2700" y="6848"/>
                      </a:lnTo>
                      <a:lnTo>
                        <a:pt x="2612" y="6626"/>
                      </a:lnTo>
                      <a:cubicBezTo>
                        <a:pt x="2698" y="6545"/>
                        <a:pt x="2779" y="6458"/>
                        <a:pt x="2855" y="6364"/>
                      </a:cubicBezTo>
                      <a:cubicBezTo>
                        <a:pt x="2946" y="6253"/>
                        <a:pt x="3028" y="6133"/>
                        <a:pt x="3101" y="6006"/>
                      </a:cubicBezTo>
                      <a:lnTo>
                        <a:pt x="3249" y="6006"/>
                      </a:lnTo>
                      <a:lnTo>
                        <a:pt x="3326" y="6110"/>
                      </a:lnTo>
                      <a:lnTo>
                        <a:pt x="3444" y="5888"/>
                      </a:lnTo>
                      <a:lnTo>
                        <a:pt x="3327" y="5799"/>
                      </a:lnTo>
                      <a:lnTo>
                        <a:pt x="3141" y="5835"/>
                      </a:lnTo>
                      <a:lnTo>
                        <a:pt x="3061" y="5734"/>
                      </a:lnTo>
                      <a:lnTo>
                        <a:pt x="3061" y="5579"/>
                      </a:lnTo>
                      <a:cubicBezTo>
                        <a:pt x="3067" y="5506"/>
                        <a:pt x="3026" y="5439"/>
                        <a:pt x="2964" y="5422"/>
                      </a:cubicBezTo>
                      <a:cubicBezTo>
                        <a:pt x="2864" y="5395"/>
                        <a:pt x="2775" y="5498"/>
                        <a:pt x="2798" y="5613"/>
                      </a:cubicBezTo>
                      <a:lnTo>
                        <a:pt x="2657" y="5650"/>
                      </a:lnTo>
                      <a:lnTo>
                        <a:pt x="2472" y="5613"/>
                      </a:lnTo>
                      <a:lnTo>
                        <a:pt x="2382" y="5742"/>
                      </a:lnTo>
                      <a:lnTo>
                        <a:pt x="2318" y="5840"/>
                      </a:lnTo>
                      <a:lnTo>
                        <a:pt x="2168" y="5847"/>
                      </a:lnTo>
                      <a:lnTo>
                        <a:pt x="2067" y="5755"/>
                      </a:lnTo>
                      <a:lnTo>
                        <a:pt x="1907" y="5445"/>
                      </a:lnTo>
                      <a:lnTo>
                        <a:pt x="1987" y="5288"/>
                      </a:lnTo>
                      <a:lnTo>
                        <a:pt x="2051" y="5100"/>
                      </a:lnTo>
                      <a:lnTo>
                        <a:pt x="2121" y="4918"/>
                      </a:lnTo>
                      <a:lnTo>
                        <a:pt x="2177" y="4760"/>
                      </a:lnTo>
                      <a:lnTo>
                        <a:pt x="2250" y="4615"/>
                      </a:lnTo>
                      <a:lnTo>
                        <a:pt x="2378" y="4449"/>
                      </a:lnTo>
                      <a:cubicBezTo>
                        <a:pt x="2403" y="4432"/>
                        <a:pt x="2427" y="4414"/>
                        <a:pt x="2450" y="4394"/>
                      </a:cubicBezTo>
                      <a:cubicBezTo>
                        <a:pt x="2509" y="4343"/>
                        <a:pt x="2561" y="4283"/>
                        <a:pt x="2605" y="4215"/>
                      </a:cubicBezTo>
                      <a:lnTo>
                        <a:pt x="2693" y="4104"/>
                      </a:lnTo>
                      <a:lnTo>
                        <a:pt x="2803" y="3986"/>
                      </a:lnTo>
                      <a:cubicBezTo>
                        <a:pt x="2816" y="3926"/>
                        <a:pt x="2876" y="3898"/>
                        <a:pt x="2921" y="3931"/>
                      </a:cubicBezTo>
                      <a:cubicBezTo>
                        <a:pt x="2974" y="3970"/>
                        <a:pt x="2965" y="4055"/>
                        <a:pt x="2945" y="4129"/>
                      </a:cubicBezTo>
                      <a:cubicBezTo>
                        <a:pt x="2931" y="4178"/>
                        <a:pt x="2917" y="4228"/>
                        <a:pt x="2902" y="4277"/>
                      </a:cubicBezTo>
                      <a:cubicBezTo>
                        <a:pt x="2901" y="4340"/>
                        <a:pt x="2904" y="4404"/>
                        <a:pt x="2910" y="4467"/>
                      </a:cubicBezTo>
                      <a:cubicBezTo>
                        <a:pt x="2920" y="4567"/>
                        <a:pt x="2938" y="4665"/>
                        <a:pt x="2966" y="4761"/>
                      </a:cubicBezTo>
                      <a:cubicBezTo>
                        <a:pt x="3007" y="4762"/>
                        <a:pt x="3048" y="4752"/>
                        <a:pt x="3086" y="4733"/>
                      </a:cubicBezTo>
                      <a:cubicBezTo>
                        <a:pt x="3186" y="4681"/>
                        <a:pt x="3253" y="4569"/>
                        <a:pt x="3257" y="4443"/>
                      </a:cubicBezTo>
                      <a:lnTo>
                        <a:pt x="3338" y="4313"/>
                      </a:lnTo>
                      <a:lnTo>
                        <a:pt x="3383" y="4178"/>
                      </a:lnTo>
                      <a:cubicBezTo>
                        <a:pt x="3406" y="4107"/>
                        <a:pt x="3422" y="4033"/>
                        <a:pt x="3431" y="3958"/>
                      </a:cubicBezTo>
                      <a:cubicBezTo>
                        <a:pt x="3440" y="3883"/>
                        <a:pt x="3444" y="3803"/>
                        <a:pt x="3487" y="3746"/>
                      </a:cubicBezTo>
                      <a:cubicBezTo>
                        <a:pt x="3520" y="3703"/>
                        <a:pt x="3569" y="3682"/>
                        <a:pt x="3618" y="3691"/>
                      </a:cubicBezTo>
                      <a:cubicBezTo>
                        <a:pt x="3633" y="3729"/>
                        <a:pt x="3645" y="3768"/>
                        <a:pt x="3653" y="3808"/>
                      </a:cubicBezTo>
                      <a:cubicBezTo>
                        <a:pt x="3660" y="3838"/>
                        <a:pt x="3664" y="3868"/>
                        <a:pt x="3667" y="3899"/>
                      </a:cubicBezTo>
                      <a:cubicBezTo>
                        <a:pt x="3669" y="3929"/>
                        <a:pt x="3670" y="3960"/>
                        <a:pt x="3669" y="3990"/>
                      </a:cubicBezTo>
                      <a:lnTo>
                        <a:pt x="3817" y="3830"/>
                      </a:lnTo>
                      <a:lnTo>
                        <a:pt x="3843" y="3947"/>
                      </a:lnTo>
                      <a:cubicBezTo>
                        <a:pt x="3812" y="3965"/>
                        <a:pt x="3797" y="4007"/>
                        <a:pt x="3808" y="4045"/>
                      </a:cubicBezTo>
                      <a:cubicBezTo>
                        <a:pt x="3830" y="4118"/>
                        <a:pt x="3914" y="4130"/>
                        <a:pt x="3950" y="4067"/>
                      </a:cubicBezTo>
                      <a:lnTo>
                        <a:pt x="3988" y="3925"/>
                      </a:lnTo>
                      <a:lnTo>
                        <a:pt x="3955" y="3755"/>
                      </a:lnTo>
                      <a:lnTo>
                        <a:pt x="3843" y="3626"/>
                      </a:lnTo>
                      <a:cubicBezTo>
                        <a:pt x="3784" y="3589"/>
                        <a:pt x="3775" y="3494"/>
                        <a:pt x="3827" y="3444"/>
                      </a:cubicBezTo>
                      <a:cubicBezTo>
                        <a:pt x="3863" y="3409"/>
                        <a:pt x="3915" y="3412"/>
                        <a:pt x="3948" y="3450"/>
                      </a:cubicBezTo>
                      <a:lnTo>
                        <a:pt x="4100" y="3404"/>
                      </a:lnTo>
                      <a:lnTo>
                        <a:pt x="4117" y="3240"/>
                      </a:lnTo>
                      <a:lnTo>
                        <a:pt x="4210" y="3187"/>
                      </a:lnTo>
                      <a:lnTo>
                        <a:pt x="4319" y="3147"/>
                      </a:lnTo>
                      <a:lnTo>
                        <a:pt x="4565" y="3073"/>
                      </a:lnTo>
                      <a:lnTo>
                        <a:pt x="4627" y="2830"/>
                      </a:lnTo>
                      <a:lnTo>
                        <a:pt x="4391" y="2882"/>
                      </a:lnTo>
                      <a:cubicBezTo>
                        <a:pt x="4368" y="2936"/>
                        <a:pt x="4333" y="2982"/>
                        <a:pt x="4290" y="3015"/>
                      </a:cubicBezTo>
                      <a:cubicBezTo>
                        <a:pt x="4264" y="3035"/>
                        <a:pt x="4236" y="3049"/>
                        <a:pt x="4207" y="3058"/>
                      </a:cubicBezTo>
                      <a:lnTo>
                        <a:pt x="4079" y="2901"/>
                      </a:lnTo>
                      <a:lnTo>
                        <a:pt x="4143" y="2716"/>
                      </a:lnTo>
                      <a:lnTo>
                        <a:pt x="4263" y="2670"/>
                      </a:lnTo>
                      <a:lnTo>
                        <a:pt x="4404" y="2601"/>
                      </a:lnTo>
                      <a:lnTo>
                        <a:pt x="4522" y="2444"/>
                      </a:lnTo>
                      <a:lnTo>
                        <a:pt x="4583" y="2537"/>
                      </a:lnTo>
                      <a:lnTo>
                        <a:pt x="4677" y="2629"/>
                      </a:lnTo>
                      <a:lnTo>
                        <a:pt x="4835" y="2620"/>
                      </a:lnTo>
                      <a:lnTo>
                        <a:pt x="4972" y="2490"/>
                      </a:lnTo>
                      <a:lnTo>
                        <a:pt x="4856" y="2382"/>
                      </a:lnTo>
                      <a:lnTo>
                        <a:pt x="4977" y="2286"/>
                      </a:lnTo>
                      <a:lnTo>
                        <a:pt x="5207" y="2231"/>
                      </a:lnTo>
                      <a:cubicBezTo>
                        <a:pt x="5227" y="2263"/>
                        <a:pt x="5235" y="2303"/>
                        <a:pt x="5229" y="2342"/>
                      </a:cubicBezTo>
                      <a:cubicBezTo>
                        <a:pt x="5222" y="2383"/>
                        <a:pt x="5201" y="2418"/>
                        <a:pt x="5170" y="2440"/>
                      </a:cubicBezTo>
                      <a:lnTo>
                        <a:pt x="5282" y="2513"/>
                      </a:lnTo>
                      <a:lnTo>
                        <a:pt x="5263" y="2618"/>
                      </a:lnTo>
                      <a:lnTo>
                        <a:pt x="5111" y="2683"/>
                      </a:lnTo>
                      <a:lnTo>
                        <a:pt x="5095" y="2825"/>
                      </a:lnTo>
                      <a:lnTo>
                        <a:pt x="4958" y="2969"/>
                      </a:lnTo>
                      <a:lnTo>
                        <a:pt x="4819" y="3096"/>
                      </a:lnTo>
                      <a:lnTo>
                        <a:pt x="4691" y="3226"/>
                      </a:lnTo>
                      <a:lnTo>
                        <a:pt x="4546" y="3404"/>
                      </a:lnTo>
                      <a:lnTo>
                        <a:pt x="4471" y="3556"/>
                      </a:lnTo>
                      <a:cubicBezTo>
                        <a:pt x="4450" y="3591"/>
                        <a:pt x="4428" y="3625"/>
                        <a:pt x="4404" y="3658"/>
                      </a:cubicBezTo>
                      <a:cubicBezTo>
                        <a:pt x="4362" y="3714"/>
                        <a:pt x="4315" y="3766"/>
                        <a:pt x="4265" y="3812"/>
                      </a:cubicBezTo>
                      <a:lnTo>
                        <a:pt x="4166" y="3879"/>
                      </a:lnTo>
                      <a:lnTo>
                        <a:pt x="4099" y="4015"/>
                      </a:lnTo>
                      <a:lnTo>
                        <a:pt x="4318" y="4052"/>
                      </a:lnTo>
                      <a:cubicBezTo>
                        <a:pt x="4352" y="4032"/>
                        <a:pt x="4391" y="4023"/>
                        <a:pt x="4430" y="4024"/>
                      </a:cubicBezTo>
                      <a:cubicBezTo>
                        <a:pt x="4505" y="4027"/>
                        <a:pt x="4574" y="4071"/>
                        <a:pt x="4617" y="4142"/>
                      </a:cubicBezTo>
                      <a:lnTo>
                        <a:pt x="4826" y="4207"/>
                      </a:lnTo>
                      <a:cubicBezTo>
                        <a:pt x="4843" y="4163"/>
                        <a:pt x="4862" y="4121"/>
                        <a:pt x="4882" y="4080"/>
                      </a:cubicBezTo>
                      <a:cubicBezTo>
                        <a:pt x="4923" y="3997"/>
                        <a:pt x="4969" y="3919"/>
                        <a:pt x="5021" y="3845"/>
                      </a:cubicBezTo>
                      <a:lnTo>
                        <a:pt x="5212" y="3774"/>
                      </a:lnTo>
                      <a:lnTo>
                        <a:pt x="5327" y="3854"/>
                      </a:lnTo>
                      <a:cubicBezTo>
                        <a:pt x="5324" y="3893"/>
                        <a:pt x="5313" y="3930"/>
                        <a:pt x="5294" y="3962"/>
                      </a:cubicBezTo>
                      <a:cubicBezTo>
                        <a:pt x="5255" y="4031"/>
                        <a:pt x="5187" y="4071"/>
                        <a:pt x="5115" y="4067"/>
                      </a:cubicBezTo>
                      <a:lnTo>
                        <a:pt x="5292" y="4150"/>
                      </a:lnTo>
                      <a:cubicBezTo>
                        <a:pt x="5318" y="4077"/>
                        <a:pt x="5353" y="4007"/>
                        <a:pt x="5394" y="3943"/>
                      </a:cubicBezTo>
                      <a:cubicBezTo>
                        <a:pt x="5455" y="3848"/>
                        <a:pt x="5531" y="3767"/>
                        <a:pt x="5618" y="3703"/>
                      </a:cubicBezTo>
                      <a:lnTo>
                        <a:pt x="5351" y="3604"/>
                      </a:lnTo>
                      <a:cubicBezTo>
                        <a:pt x="5342" y="3529"/>
                        <a:pt x="5350" y="3453"/>
                        <a:pt x="5375" y="3382"/>
                      </a:cubicBezTo>
                      <a:cubicBezTo>
                        <a:pt x="5409" y="3282"/>
                        <a:pt x="5473" y="3201"/>
                        <a:pt x="5544" y="3132"/>
                      </a:cubicBezTo>
                      <a:cubicBezTo>
                        <a:pt x="5611" y="3066"/>
                        <a:pt x="5686" y="3010"/>
                        <a:pt x="5766" y="2965"/>
                      </a:cubicBezTo>
                      <a:lnTo>
                        <a:pt x="5926" y="2872"/>
                      </a:lnTo>
                      <a:cubicBezTo>
                        <a:pt x="5975" y="2833"/>
                        <a:pt x="6032" y="2810"/>
                        <a:pt x="6092" y="2808"/>
                      </a:cubicBezTo>
                      <a:cubicBezTo>
                        <a:pt x="6167" y="2804"/>
                        <a:pt x="6240" y="2832"/>
                        <a:pt x="6298" y="2885"/>
                      </a:cubicBezTo>
                      <a:lnTo>
                        <a:pt x="6394" y="2829"/>
                      </a:lnTo>
                      <a:lnTo>
                        <a:pt x="6559" y="2829"/>
                      </a:lnTo>
                      <a:lnTo>
                        <a:pt x="6711" y="2754"/>
                      </a:lnTo>
                      <a:lnTo>
                        <a:pt x="6914" y="2764"/>
                      </a:lnTo>
                      <a:lnTo>
                        <a:pt x="7195" y="2702"/>
                      </a:lnTo>
                      <a:lnTo>
                        <a:pt x="7270" y="2637"/>
                      </a:lnTo>
                      <a:cubicBezTo>
                        <a:pt x="7245" y="2593"/>
                        <a:pt x="7242" y="2537"/>
                        <a:pt x="7262" y="2490"/>
                      </a:cubicBezTo>
                      <a:cubicBezTo>
                        <a:pt x="7308" y="2384"/>
                        <a:pt x="7432" y="2364"/>
                        <a:pt x="7500" y="2453"/>
                      </a:cubicBezTo>
                      <a:lnTo>
                        <a:pt x="7642" y="2508"/>
                      </a:lnTo>
                      <a:lnTo>
                        <a:pt x="7741" y="2517"/>
                      </a:lnTo>
                      <a:cubicBezTo>
                        <a:pt x="7781" y="2521"/>
                        <a:pt x="7821" y="2529"/>
                        <a:pt x="7859" y="2542"/>
                      </a:cubicBezTo>
                      <a:cubicBezTo>
                        <a:pt x="7933" y="2567"/>
                        <a:pt x="8004" y="2610"/>
                        <a:pt x="8082" y="2607"/>
                      </a:cubicBezTo>
                      <a:cubicBezTo>
                        <a:pt x="8127" y="2605"/>
                        <a:pt x="8173" y="2587"/>
                        <a:pt x="8218" y="2598"/>
                      </a:cubicBezTo>
                      <a:cubicBezTo>
                        <a:pt x="8296" y="2617"/>
                        <a:pt x="8345" y="2709"/>
                        <a:pt x="8322" y="2798"/>
                      </a:cubicBezTo>
                      <a:lnTo>
                        <a:pt x="8282" y="2916"/>
                      </a:lnTo>
                      <a:cubicBezTo>
                        <a:pt x="8326" y="2959"/>
                        <a:pt x="8367" y="3008"/>
                        <a:pt x="8402" y="3061"/>
                      </a:cubicBezTo>
                      <a:cubicBezTo>
                        <a:pt x="8443" y="3121"/>
                        <a:pt x="8477" y="3186"/>
                        <a:pt x="8504" y="3255"/>
                      </a:cubicBezTo>
                      <a:lnTo>
                        <a:pt x="8504" y="3447"/>
                      </a:lnTo>
                      <a:lnTo>
                        <a:pt x="8496" y="3675"/>
                      </a:lnTo>
                      <a:cubicBezTo>
                        <a:pt x="8498" y="3711"/>
                        <a:pt x="8495" y="3748"/>
                        <a:pt x="8488" y="3783"/>
                      </a:cubicBezTo>
                      <a:cubicBezTo>
                        <a:pt x="8471" y="3867"/>
                        <a:pt x="8428" y="3941"/>
                        <a:pt x="8368" y="3993"/>
                      </a:cubicBezTo>
                      <a:lnTo>
                        <a:pt x="8169" y="4067"/>
                      </a:lnTo>
                      <a:lnTo>
                        <a:pt x="8068" y="3940"/>
                      </a:lnTo>
                      <a:cubicBezTo>
                        <a:pt x="8064" y="3886"/>
                        <a:pt x="8029" y="3841"/>
                        <a:pt x="7982" y="3832"/>
                      </a:cubicBezTo>
                      <a:cubicBezTo>
                        <a:pt x="7918" y="3820"/>
                        <a:pt x="7858" y="3877"/>
                        <a:pt x="7857" y="3952"/>
                      </a:cubicBezTo>
                      <a:lnTo>
                        <a:pt x="7801" y="4106"/>
                      </a:lnTo>
                      <a:lnTo>
                        <a:pt x="7774" y="4248"/>
                      </a:lnTo>
                      <a:lnTo>
                        <a:pt x="7855" y="4366"/>
                      </a:lnTo>
                      <a:lnTo>
                        <a:pt x="7892" y="4224"/>
                      </a:lnTo>
                      <a:lnTo>
                        <a:pt x="7895" y="4131"/>
                      </a:lnTo>
                      <a:cubicBezTo>
                        <a:pt x="7944" y="4086"/>
                        <a:pt x="8018" y="4105"/>
                        <a:pt x="8045" y="4171"/>
                      </a:cubicBezTo>
                      <a:cubicBezTo>
                        <a:pt x="8064" y="4220"/>
                        <a:pt x="8052" y="4287"/>
                        <a:pt x="8093" y="4316"/>
                      </a:cubicBezTo>
                      <a:cubicBezTo>
                        <a:pt x="8142" y="4352"/>
                        <a:pt x="8194" y="4293"/>
                        <a:pt x="8235" y="4236"/>
                      </a:cubicBezTo>
                      <a:cubicBezTo>
                        <a:pt x="8263" y="4196"/>
                        <a:pt x="8297" y="4161"/>
                        <a:pt x="8339" y="4143"/>
                      </a:cubicBezTo>
                      <a:cubicBezTo>
                        <a:pt x="8407" y="4115"/>
                        <a:pt x="8482" y="4137"/>
                        <a:pt x="8530" y="4199"/>
                      </a:cubicBezTo>
                      <a:cubicBezTo>
                        <a:pt x="8551" y="4157"/>
                        <a:pt x="8569" y="4112"/>
                        <a:pt x="8583" y="4066"/>
                      </a:cubicBezTo>
                      <a:cubicBezTo>
                        <a:pt x="8611" y="3973"/>
                        <a:pt x="8625" y="3871"/>
                        <a:pt x="8682" y="3797"/>
                      </a:cubicBezTo>
                      <a:cubicBezTo>
                        <a:pt x="8723" y="3745"/>
                        <a:pt x="8782" y="3715"/>
                        <a:pt x="8843" y="3714"/>
                      </a:cubicBezTo>
                      <a:lnTo>
                        <a:pt x="8923" y="3850"/>
                      </a:lnTo>
                      <a:cubicBezTo>
                        <a:pt x="8870" y="3866"/>
                        <a:pt x="8825" y="3909"/>
                        <a:pt x="8803" y="3967"/>
                      </a:cubicBezTo>
                      <a:cubicBezTo>
                        <a:pt x="8776" y="4037"/>
                        <a:pt x="8785" y="4117"/>
                        <a:pt x="8824" y="4177"/>
                      </a:cubicBezTo>
                      <a:lnTo>
                        <a:pt x="9007" y="4131"/>
                      </a:lnTo>
                      <a:cubicBezTo>
                        <a:pt x="9034" y="4102"/>
                        <a:pt x="9065" y="4077"/>
                        <a:pt x="9098" y="4056"/>
                      </a:cubicBezTo>
                      <a:cubicBezTo>
                        <a:pt x="9161" y="4017"/>
                        <a:pt x="9232" y="3995"/>
                        <a:pt x="9304" y="3992"/>
                      </a:cubicBezTo>
                      <a:lnTo>
                        <a:pt x="9430" y="3982"/>
                      </a:lnTo>
                      <a:lnTo>
                        <a:pt x="9654" y="4102"/>
                      </a:lnTo>
                      <a:lnTo>
                        <a:pt x="9975" y="4130"/>
                      </a:lnTo>
                      <a:lnTo>
                        <a:pt x="9895" y="3948"/>
                      </a:lnTo>
                      <a:lnTo>
                        <a:pt x="9887" y="3785"/>
                      </a:lnTo>
                      <a:cubicBezTo>
                        <a:pt x="9916" y="3725"/>
                        <a:pt x="9978" y="3698"/>
                        <a:pt x="10034" y="3720"/>
                      </a:cubicBezTo>
                      <a:cubicBezTo>
                        <a:pt x="10079" y="3738"/>
                        <a:pt x="10109" y="3785"/>
                        <a:pt x="10141" y="3825"/>
                      </a:cubicBezTo>
                      <a:cubicBezTo>
                        <a:pt x="10204" y="3903"/>
                        <a:pt x="10282" y="3961"/>
                        <a:pt x="10369" y="3995"/>
                      </a:cubicBezTo>
                      <a:cubicBezTo>
                        <a:pt x="10377" y="3997"/>
                        <a:pt x="10385" y="4002"/>
                        <a:pt x="10392" y="4009"/>
                      </a:cubicBezTo>
                      <a:cubicBezTo>
                        <a:pt x="10411" y="4032"/>
                        <a:pt x="10412" y="4066"/>
                        <a:pt x="10417" y="4097"/>
                      </a:cubicBezTo>
                      <a:cubicBezTo>
                        <a:pt x="10430" y="4172"/>
                        <a:pt x="10475" y="4236"/>
                        <a:pt x="10537" y="4265"/>
                      </a:cubicBezTo>
                      <a:cubicBezTo>
                        <a:pt x="10563" y="4250"/>
                        <a:pt x="10585" y="4228"/>
                        <a:pt x="10602" y="4200"/>
                      </a:cubicBezTo>
                      <a:cubicBezTo>
                        <a:pt x="10689" y="4054"/>
                        <a:pt x="10611" y="3852"/>
                        <a:pt x="10457" y="3830"/>
                      </a:cubicBezTo>
                      <a:lnTo>
                        <a:pt x="10545" y="3713"/>
                      </a:lnTo>
                      <a:cubicBezTo>
                        <a:pt x="10580" y="3673"/>
                        <a:pt x="10611" y="3629"/>
                        <a:pt x="10639" y="3583"/>
                      </a:cubicBezTo>
                      <a:cubicBezTo>
                        <a:pt x="10709" y="3468"/>
                        <a:pt x="10758" y="3336"/>
                        <a:pt x="10781" y="3198"/>
                      </a:cubicBezTo>
                      <a:cubicBezTo>
                        <a:pt x="10852" y="3143"/>
                        <a:pt x="10948" y="3162"/>
                        <a:pt x="10998" y="3241"/>
                      </a:cubicBezTo>
                      <a:cubicBezTo>
                        <a:pt x="11032" y="3294"/>
                        <a:pt x="11037" y="3364"/>
                        <a:pt x="11012" y="3423"/>
                      </a:cubicBezTo>
                      <a:cubicBezTo>
                        <a:pt x="10972" y="3501"/>
                        <a:pt x="10943" y="3585"/>
                        <a:pt x="10926" y="3673"/>
                      </a:cubicBezTo>
                      <a:cubicBezTo>
                        <a:pt x="10909" y="3760"/>
                        <a:pt x="10903" y="3850"/>
                        <a:pt x="10910" y="3939"/>
                      </a:cubicBezTo>
                      <a:lnTo>
                        <a:pt x="10923" y="4114"/>
                      </a:lnTo>
                      <a:lnTo>
                        <a:pt x="10915" y="4243"/>
                      </a:lnTo>
                      <a:lnTo>
                        <a:pt x="10822" y="4410"/>
                      </a:lnTo>
                      <a:cubicBezTo>
                        <a:pt x="10793" y="4461"/>
                        <a:pt x="10771" y="4517"/>
                        <a:pt x="10757" y="4576"/>
                      </a:cubicBezTo>
                      <a:cubicBezTo>
                        <a:pt x="10748" y="4619"/>
                        <a:pt x="10742" y="4662"/>
                        <a:pt x="10741" y="4706"/>
                      </a:cubicBezTo>
                      <a:lnTo>
                        <a:pt x="10894" y="4647"/>
                      </a:lnTo>
                      <a:cubicBezTo>
                        <a:pt x="10939" y="4584"/>
                        <a:pt x="10975" y="4512"/>
                        <a:pt x="10998" y="4434"/>
                      </a:cubicBezTo>
                      <a:cubicBezTo>
                        <a:pt x="11025" y="4346"/>
                        <a:pt x="11036" y="4253"/>
                        <a:pt x="11030" y="4160"/>
                      </a:cubicBezTo>
                      <a:lnTo>
                        <a:pt x="11009" y="3938"/>
                      </a:lnTo>
                      <a:lnTo>
                        <a:pt x="11093" y="3540"/>
                      </a:lnTo>
                      <a:lnTo>
                        <a:pt x="11218" y="3453"/>
                      </a:lnTo>
                      <a:lnTo>
                        <a:pt x="11301" y="3462"/>
                      </a:lnTo>
                      <a:lnTo>
                        <a:pt x="11418" y="3487"/>
                      </a:lnTo>
                      <a:lnTo>
                        <a:pt x="11474" y="3320"/>
                      </a:lnTo>
                      <a:cubicBezTo>
                        <a:pt x="11481" y="3281"/>
                        <a:pt x="11498" y="3246"/>
                        <a:pt x="11523" y="3218"/>
                      </a:cubicBezTo>
                      <a:cubicBezTo>
                        <a:pt x="11589" y="3145"/>
                        <a:pt x="11693" y="3141"/>
                        <a:pt x="11764" y="3209"/>
                      </a:cubicBezTo>
                      <a:lnTo>
                        <a:pt x="11876" y="3117"/>
                      </a:lnTo>
                      <a:lnTo>
                        <a:pt x="11838" y="2990"/>
                      </a:lnTo>
                      <a:lnTo>
                        <a:pt x="11996" y="2886"/>
                      </a:lnTo>
                      <a:lnTo>
                        <a:pt x="12141" y="2738"/>
                      </a:lnTo>
                      <a:lnTo>
                        <a:pt x="12194" y="2569"/>
                      </a:lnTo>
                      <a:lnTo>
                        <a:pt x="12323" y="2470"/>
                      </a:lnTo>
                      <a:cubicBezTo>
                        <a:pt x="12346" y="2528"/>
                        <a:pt x="12392" y="2570"/>
                        <a:pt x="12446" y="2584"/>
                      </a:cubicBezTo>
                      <a:cubicBezTo>
                        <a:pt x="12513" y="2602"/>
                        <a:pt x="12584" y="2574"/>
                        <a:pt x="12628" y="2513"/>
                      </a:cubicBezTo>
                      <a:cubicBezTo>
                        <a:pt x="12596" y="2477"/>
                        <a:pt x="12571" y="2432"/>
                        <a:pt x="12556" y="2383"/>
                      </a:cubicBezTo>
                      <a:cubicBezTo>
                        <a:pt x="12507" y="2228"/>
                        <a:pt x="12554" y="2054"/>
                        <a:pt x="12671" y="1958"/>
                      </a:cubicBezTo>
                      <a:lnTo>
                        <a:pt x="12304" y="2202"/>
                      </a:lnTo>
                      <a:cubicBezTo>
                        <a:pt x="12291" y="2154"/>
                        <a:pt x="12262" y="2114"/>
                        <a:pt x="12224" y="2091"/>
                      </a:cubicBezTo>
                      <a:cubicBezTo>
                        <a:pt x="12154" y="2049"/>
                        <a:pt x="12071" y="2070"/>
                        <a:pt x="11993" y="2063"/>
                      </a:cubicBezTo>
                      <a:cubicBezTo>
                        <a:pt x="11889" y="2053"/>
                        <a:pt x="11793" y="1993"/>
                        <a:pt x="11731" y="1896"/>
                      </a:cubicBezTo>
                      <a:lnTo>
                        <a:pt x="11883" y="1723"/>
                      </a:lnTo>
                      <a:cubicBezTo>
                        <a:pt x="11938" y="1710"/>
                        <a:pt x="11995" y="1707"/>
                        <a:pt x="12051" y="1714"/>
                      </a:cubicBezTo>
                      <a:cubicBezTo>
                        <a:pt x="12150" y="1728"/>
                        <a:pt x="12244" y="1772"/>
                        <a:pt x="12321" y="1844"/>
                      </a:cubicBezTo>
                      <a:lnTo>
                        <a:pt x="12401" y="1900"/>
                      </a:lnTo>
                      <a:lnTo>
                        <a:pt x="12758" y="1965"/>
                      </a:lnTo>
                      <a:lnTo>
                        <a:pt x="12684" y="2143"/>
                      </a:lnTo>
                      <a:lnTo>
                        <a:pt x="12730" y="2287"/>
                      </a:lnTo>
                      <a:lnTo>
                        <a:pt x="12842" y="2306"/>
                      </a:lnTo>
                      <a:lnTo>
                        <a:pt x="13016" y="2278"/>
                      </a:lnTo>
                      <a:lnTo>
                        <a:pt x="13142" y="2371"/>
                      </a:lnTo>
                      <a:lnTo>
                        <a:pt x="13211" y="2525"/>
                      </a:lnTo>
                      <a:lnTo>
                        <a:pt x="13184" y="2648"/>
                      </a:lnTo>
                      <a:lnTo>
                        <a:pt x="13232" y="2743"/>
                      </a:lnTo>
                      <a:cubicBezTo>
                        <a:pt x="13311" y="2754"/>
                        <a:pt x="13391" y="2757"/>
                        <a:pt x="13471" y="2752"/>
                      </a:cubicBezTo>
                      <a:cubicBezTo>
                        <a:pt x="13547" y="2746"/>
                        <a:pt x="13623" y="2733"/>
                        <a:pt x="13698" y="2724"/>
                      </a:cubicBezTo>
                      <a:cubicBezTo>
                        <a:pt x="13781" y="2714"/>
                        <a:pt x="13864" y="2710"/>
                        <a:pt x="13947" y="2712"/>
                      </a:cubicBezTo>
                      <a:lnTo>
                        <a:pt x="13837" y="2552"/>
                      </a:lnTo>
                      <a:cubicBezTo>
                        <a:pt x="13838" y="2510"/>
                        <a:pt x="13852" y="2470"/>
                        <a:pt x="13878" y="2441"/>
                      </a:cubicBezTo>
                      <a:cubicBezTo>
                        <a:pt x="13958" y="2347"/>
                        <a:pt x="14086" y="2387"/>
                        <a:pt x="14194" y="2450"/>
                      </a:cubicBezTo>
                      <a:cubicBezTo>
                        <a:pt x="14304" y="2515"/>
                        <a:pt x="14409" y="2591"/>
                        <a:pt x="14507" y="2678"/>
                      </a:cubicBezTo>
                      <a:lnTo>
                        <a:pt x="14721" y="2638"/>
                      </a:lnTo>
                      <a:lnTo>
                        <a:pt x="14593" y="2454"/>
                      </a:lnTo>
                      <a:lnTo>
                        <a:pt x="14794" y="2410"/>
                      </a:lnTo>
                      <a:lnTo>
                        <a:pt x="14783" y="2198"/>
                      </a:lnTo>
                      <a:lnTo>
                        <a:pt x="14658" y="2025"/>
                      </a:lnTo>
                      <a:lnTo>
                        <a:pt x="14521" y="1970"/>
                      </a:lnTo>
                      <a:cubicBezTo>
                        <a:pt x="14423" y="2046"/>
                        <a:pt x="14293" y="2046"/>
                        <a:pt x="14195" y="1970"/>
                      </a:cubicBezTo>
                      <a:cubicBezTo>
                        <a:pt x="14116" y="1909"/>
                        <a:pt x="14069" y="1807"/>
                        <a:pt x="14069" y="1698"/>
                      </a:cubicBezTo>
                      <a:cubicBezTo>
                        <a:pt x="14068" y="1611"/>
                        <a:pt x="14143" y="1551"/>
                        <a:pt x="14213" y="1581"/>
                      </a:cubicBezTo>
                      <a:cubicBezTo>
                        <a:pt x="14278" y="1609"/>
                        <a:pt x="14304" y="1714"/>
                        <a:pt x="14377" y="1720"/>
                      </a:cubicBezTo>
                      <a:cubicBezTo>
                        <a:pt x="14425" y="1724"/>
                        <a:pt x="14462" y="1677"/>
                        <a:pt x="14508" y="1664"/>
                      </a:cubicBezTo>
                      <a:cubicBezTo>
                        <a:pt x="14579" y="1644"/>
                        <a:pt x="14650" y="1701"/>
                        <a:pt x="14658" y="1785"/>
                      </a:cubicBezTo>
                      <a:lnTo>
                        <a:pt x="14779" y="1865"/>
                      </a:lnTo>
                      <a:lnTo>
                        <a:pt x="14869" y="1881"/>
                      </a:lnTo>
                      <a:cubicBezTo>
                        <a:pt x="14923" y="1923"/>
                        <a:pt x="14996" y="1905"/>
                        <a:pt x="15030" y="1841"/>
                      </a:cubicBezTo>
                      <a:cubicBezTo>
                        <a:pt x="15049" y="1805"/>
                        <a:pt x="15051" y="1757"/>
                        <a:pt x="15080" y="1730"/>
                      </a:cubicBezTo>
                      <a:cubicBezTo>
                        <a:pt x="15120" y="1694"/>
                        <a:pt x="15174" y="1719"/>
                        <a:pt x="15222" y="1739"/>
                      </a:cubicBezTo>
                      <a:cubicBezTo>
                        <a:pt x="15297" y="1770"/>
                        <a:pt x="15377" y="1777"/>
                        <a:pt x="15454" y="1762"/>
                      </a:cubicBezTo>
                      <a:lnTo>
                        <a:pt x="15350" y="1521"/>
                      </a:lnTo>
                      <a:lnTo>
                        <a:pt x="15459" y="1450"/>
                      </a:lnTo>
                      <a:cubicBezTo>
                        <a:pt x="15512" y="1438"/>
                        <a:pt x="15565" y="1438"/>
                        <a:pt x="15617" y="1450"/>
                      </a:cubicBezTo>
                      <a:cubicBezTo>
                        <a:pt x="15658" y="1460"/>
                        <a:pt x="15698" y="1476"/>
                        <a:pt x="15738" y="1464"/>
                      </a:cubicBezTo>
                      <a:cubicBezTo>
                        <a:pt x="15827" y="1435"/>
                        <a:pt x="15853" y="1302"/>
                        <a:pt x="15783" y="1232"/>
                      </a:cubicBezTo>
                      <a:lnTo>
                        <a:pt x="15863" y="1115"/>
                      </a:lnTo>
                      <a:lnTo>
                        <a:pt x="15767" y="961"/>
                      </a:lnTo>
                      <a:lnTo>
                        <a:pt x="15847" y="807"/>
                      </a:lnTo>
                      <a:lnTo>
                        <a:pt x="15829" y="671"/>
                      </a:lnTo>
                      <a:lnTo>
                        <a:pt x="15831" y="495"/>
                      </a:lnTo>
                      <a:lnTo>
                        <a:pt x="15968" y="430"/>
                      </a:lnTo>
                      <a:lnTo>
                        <a:pt x="16069" y="323"/>
                      </a:lnTo>
                      <a:lnTo>
                        <a:pt x="16152" y="233"/>
                      </a:lnTo>
                      <a:lnTo>
                        <a:pt x="16137" y="92"/>
                      </a:lnTo>
                      <a:lnTo>
                        <a:pt x="16184" y="19"/>
                      </a:lnTo>
                      <a:lnTo>
                        <a:pt x="16291" y="0"/>
                      </a:lnTo>
                      <a:lnTo>
                        <a:pt x="16414" y="7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35" name="iṧļïḍe"/>
                <p:cNvSpPr/>
                <p:nvPr/>
              </p:nvSpPr>
              <p:spPr bwMode="auto">
                <a:xfrm>
                  <a:off x="6585629" y="2893680"/>
                  <a:ext cx="43039" cy="30461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8632" y="0"/>
                      </a:moveTo>
                      <a:lnTo>
                        <a:pt x="0" y="3082"/>
                      </a:lnTo>
                      <a:lnTo>
                        <a:pt x="7000" y="18486"/>
                      </a:lnTo>
                      <a:lnTo>
                        <a:pt x="19029" y="21600"/>
                      </a:lnTo>
                      <a:lnTo>
                        <a:pt x="21600" y="8368"/>
                      </a:lnTo>
                      <a:lnTo>
                        <a:pt x="863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36" name="iSlîḓé"/>
                <p:cNvSpPr/>
                <p:nvPr/>
              </p:nvSpPr>
              <p:spPr bwMode="auto">
                <a:xfrm>
                  <a:off x="5706391" y="3005146"/>
                  <a:ext cx="133908" cy="65618"/>
                </a:xfrm>
                <a:custGeom>
                  <a:avLst/>
                  <a:gdLst>
                    <a:gd name="T0" fmla="+- 0 11336 1398"/>
                    <a:gd name="T1" fmla="*/ T0 w 19876"/>
                    <a:gd name="T2" fmla="*/ 9687 h 19374"/>
                    <a:gd name="T3" fmla="+- 0 11336 1398"/>
                    <a:gd name="T4" fmla="*/ T3 w 19876"/>
                    <a:gd name="T5" fmla="*/ 9687 h 19374"/>
                    <a:gd name="T6" fmla="+- 0 11336 1398"/>
                    <a:gd name="T7" fmla="*/ T6 w 19876"/>
                    <a:gd name="T8" fmla="*/ 9687 h 19374"/>
                    <a:gd name="T9" fmla="+- 0 11336 1398"/>
                    <a:gd name="T10" fmla="*/ T9 w 19876"/>
                    <a:gd name="T11" fmla="*/ 9687 h 19374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9876" h="19374">
                      <a:moveTo>
                        <a:pt x="11133" y="0"/>
                      </a:moveTo>
                      <a:lnTo>
                        <a:pt x="6959" y="607"/>
                      </a:lnTo>
                      <a:lnTo>
                        <a:pt x="4043" y="4923"/>
                      </a:lnTo>
                      <a:cubicBezTo>
                        <a:pt x="5085" y="5164"/>
                        <a:pt x="5631" y="7507"/>
                        <a:pt x="5052" y="9245"/>
                      </a:cubicBezTo>
                      <a:cubicBezTo>
                        <a:pt x="4056" y="12232"/>
                        <a:pt x="1643" y="9217"/>
                        <a:pt x="508" y="11716"/>
                      </a:cubicBezTo>
                      <a:cubicBezTo>
                        <a:pt x="-1398" y="15913"/>
                        <a:pt x="2573" y="21600"/>
                        <a:pt x="3969" y="16673"/>
                      </a:cubicBezTo>
                      <a:lnTo>
                        <a:pt x="7016" y="12580"/>
                      </a:lnTo>
                      <a:cubicBezTo>
                        <a:pt x="7508" y="11720"/>
                        <a:pt x="8237" y="11675"/>
                        <a:pt x="8754" y="12472"/>
                      </a:cubicBezTo>
                      <a:cubicBezTo>
                        <a:pt x="9848" y="14158"/>
                        <a:pt x="9412" y="17626"/>
                        <a:pt x="8048" y="18091"/>
                      </a:cubicBezTo>
                      <a:cubicBezTo>
                        <a:pt x="9106" y="19886"/>
                        <a:pt x="10676" y="19787"/>
                        <a:pt x="11674" y="17861"/>
                      </a:cubicBezTo>
                      <a:cubicBezTo>
                        <a:pt x="12523" y="16224"/>
                        <a:pt x="12720" y="13662"/>
                        <a:pt x="12156" y="11594"/>
                      </a:cubicBezTo>
                      <a:cubicBezTo>
                        <a:pt x="12898" y="11139"/>
                        <a:pt x="13663" y="10850"/>
                        <a:pt x="14437" y="10731"/>
                      </a:cubicBezTo>
                      <a:cubicBezTo>
                        <a:pt x="15813" y="10520"/>
                        <a:pt x="17197" y="10850"/>
                        <a:pt x="18510" y="11702"/>
                      </a:cubicBezTo>
                      <a:cubicBezTo>
                        <a:pt x="19710" y="10349"/>
                        <a:pt x="20202" y="7411"/>
                        <a:pt x="19651" y="4896"/>
                      </a:cubicBezTo>
                      <a:cubicBezTo>
                        <a:pt x="18992" y="1894"/>
                        <a:pt x="17172" y="688"/>
                        <a:pt x="15740" y="2304"/>
                      </a:cubicBezTo>
                      <a:lnTo>
                        <a:pt x="13649" y="3263"/>
                      </a:lnTo>
                      <a:lnTo>
                        <a:pt x="1113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37" name="iṡḷiḓé"/>
                <p:cNvSpPr/>
                <p:nvPr/>
              </p:nvSpPr>
              <p:spPr bwMode="auto">
                <a:xfrm>
                  <a:off x="5888921" y="3062092"/>
                  <a:ext cx="92376" cy="33647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8098" y="0"/>
                      </a:moveTo>
                      <a:lnTo>
                        <a:pt x="2985" y="1410"/>
                      </a:lnTo>
                      <a:lnTo>
                        <a:pt x="0" y="15756"/>
                      </a:lnTo>
                      <a:lnTo>
                        <a:pt x="6488" y="18311"/>
                      </a:lnTo>
                      <a:cubicBezTo>
                        <a:pt x="7420" y="14861"/>
                        <a:pt x="8940" y="12992"/>
                        <a:pt x="10498" y="13377"/>
                      </a:cubicBezTo>
                      <a:cubicBezTo>
                        <a:pt x="12159" y="13788"/>
                        <a:pt x="13603" y="16678"/>
                        <a:pt x="14253" y="20895"/>
                      </a:cubicBezTo>
                      <a:lnTo>
                        <a:pt x="17075" y="21600"/>
                      </a:lnTo>
                      <a:lnTo>
                        <a:pt x="21087" y="12466"/>
                      </a:lnTo>
                      <a:lnTo>
                        <a:pt x="21600" y="1250"/>
                      </a:lnTo>
                      <a:lnTo>
                        <a:pt x="15450" y="2689"/>
                      </a:lnTo>
                      <a:lnTo>
                        <a:pt x="809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38" name="iṩļíḍe"/>
                <p:cNvSpPr/>
                <p:nvPr/>
              </p:nvSpPr>
              <p:spPr bwMode="auto">
                <a:xfrm>
                  <a:off x="5338821" y="2931053"/>
                  <a:ext cx="91026" cy="77330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8696" y="0"/>
                      </a:moveTo>
                      <a:lnTo>
                        <a:pt x="14560" y="294"/>
                      </a:lnTo>
                      <a:lnTo>
                        <a:pt x="12590" y="3470"/>
                      </a:lnTo>
                      <a:lnTo>
                        <a:pt x="8156" y="4070"/>
                      </a:lnTo>
                      <a:lnTo>
                        <a:pt x="6354" y="6511"/>
                      </a:lnTo>
                      <a:lnTo>
                        <a:pt x="0" y="10089"/>
                      </a:lnTo>
                      <a:lnTo>
                        <a:pt x="57" y="15915"/>
                      </a:lnTo>
                      <a:lnTo>
                        <a:pt x="1412" y="19977"/>
                      </a:lnTo>
                      <a:lnTo>
                        <a:pt x="7045" y="21600"/>
                      </a:lnTo>
                      <a:lnTo>
                        <a:pt x="9390" y="17103"/>
                      </a:lnTo>
                      <a:lnTo>
                        <a:pt x="11462" y="13538"/>
                      </a:lnTo>
                      <a:lnTo>
                        <a:pt x="14588" y="12005"/>
                      </a:lnTo>
                      <a:lnTo>
                        <a:pt x="18735" y="8147"/>
                      </a:lnTo>
                      <a:lnTo>
                        <a:pt x="21600" y="3661"/>
                      </a:lnTo>
                      <a:lnTo>
                        <a:pt x="18696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39" name="íSḷîďè"/>
                <p:cNvSpPr/>
                <p:nvPr/>
              </p:nvSpPr>
              <p:spPr bwMode="auto">
                <a:xfrm>
                  <a:off x="5802202" y="3163727"/>
                  <a:ext cx="188785" cy="141106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9557" y="1218"/>
                      </a:moveTo>
                      <a:lnTo>
                        <a:pt x="17140" y="2520"/>
                      </a:lnTo>
                      <a:lnTo>
                        <a:pt x="14445" y="1407"/>
                      </a:lnTo>
                      <a:lnTo>
                        <a:pt x="12396" y="3074"/>
                      </a:lnTo>
                      <a:lnTo>
                        <a:pt x="10239" y="4971"/>
                      </a:lnTo>
                      <a:lnTo>
                        <a:pt x="7744" y="6644"/>
                      </a:lnTo>
                      <a:cubicBezTo>
                        <a:pt x="7092" y="7326"/>
                        <a:pt x="6435" y="7999"/>
                        <a:pt x="5772" y="8661"/>
                      </a:cubicBezTo>
                      <a:cubicBezTo>
                        <a:pt x="4973" y="9460"/>
                        <a:pt x="4166" y="10244"/>
                        <a:pt x="3351" y="11013"/>
                      </a:cubicBezTo>
                      <a:cubicBezTo>
                        <a:pt x="2585" y="11419"/>
                        <a:pt x="1897" y="12051"/>
                        <a:pt x="1340" y="12862"/>
                      </a:cubicBezTo>
                      <a:cubicBezTo>
                        <a:pt x="660" y="13852"/>
                        <a:pt x="196" y="15072"/>
                        <a:pt x="0" y="16391"/>
                      </a:cubicBezTo>
                      <a:lnTo>
                        <a:pt x="772" y="18967"/>
                      </a:lnTo>
                      <a:lnTo>
                        <a:pt x="2489" y="21600"/>
                      </a:lnTo>
                      <a:lnTo>
                        <a:pt x="4744" y="21096"/>
                      </a:lnTo>
                      <a:lnTo>
                        <a:pt x="4828" y="17399"/>
                      </a:lnTo>
                      <a:lnTo>
                        <a:pt x="5456" y="14717"/>
                      </a:lnTo>
                      <a:lnTo>
                        <a:pt x="8088" y="13373"/>
                      </a:lnTo>
                      <a:lnTo>
                        <a:pt x="9428" y="12253"/>
                      </a:lnTo>
                      <a:lnTo>
                        <a:pt x="10762" y="10796"/>
                      </a:lnTo>
                      <a:lnTo>
                        <a:pt x="12102" y="9844"/>
                      </a:lnTo>
                      <a:lnTo>
                        <a:pt x="13693" y="8220"/>
                      </a:lnTo>
                      <a:lnTo>
                        <a:pt x="15158" y="6763"/>
                      </a:lnTo>
                      <a:cubicBezTo>
                        <a:pt x="15599" y="6284"/>
                        <a:pt x="16114" y="5939"/>
                        <a:pt x="16665" y="5755"/>
                      </a:cubicBezTo>
                      <a:cubicBezTo>
                        <a:pt x="17284" y="5548"/>
                        <a:pt x="17931" y="5548"/>
                        <a:pt x="18549" y="5755"/>
                      </a:cubicBezTo>
                      <a:lnTo>
                        <a:pt x="20810" y="4467"/>
                      </a:lnTo>
                      <a:lnTo>
                        <a:pt x="21600" y="2675"/>
                      </a:lnTo>
                      <a:lnTo>
                        <a:pt x="21145" y="0"/>
                      </a:lnTo>
                      <a:lnTo>
                        <a:pt x="19557" y="1218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40" name="îś1idè"/>
                <p:cNvSpPr/>
                <p:nvPr/>
              </p:nvSpPr>
              <p:spPr bwMode="auto">
                <a:xfrm>
                  <a:off x="6772818" y="2866607"/>
                  <a:ext cx="23789" cy="2906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8475" y="0"/>
                      </a:moveTo>
                      <a:lnTo>
                        <a:pt x="0" y="6186"/>
                      </a:lnTo>
                      <a:lnTo>
                        <a:pt x="6885" y="21600"/>
                      </a:lnTo>
                      <a:lnTo>
                        <a:pt x="21600" y="21600"/>
                      </a:lnTo>
                      <a:lnTo>
                        <a:pt x="13961" y="7762"/>
                      </a:lnTo>
                      <a:lnTo>
                        <a:pt x="847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41" name="íŝļíḍe"/>
                <p:cNvSpPr/>
                <p:nvPr/>
              </p:nvSpPr>
              <p:spPr bwMode="auto">
                <a:xfrm>
                  <a:off x="7112003" y="3432667"/>
                  <a:ext cx="157818" cy="636715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5027" y="0"/>
                      </a:moveTo>
                      <a:lnTo>
                        <a:pt x="4076" y="535"/>
                      </a:lnTo>
                      <a:lnTo>
                        <a:pt x="5478" y="1095"/>
                      </a:lnTo>
                      <a:lnTo>
                        <a:pt x="5928" y="1788"/>
                      </a:lnTo>
                      <a:cubicBezTo>
                        <a:pt x="5845" y="2008"/>
                        <a:pt x="5896" y="2230"/>
                        <a:pt x="6079" y="2446"/>
                      </a:cubicBezTo>
                      <a:cubicBezTo>
                        <a:pt x="6323" y="2736"/>
                        <a:pt x="6800" y="3010"/>
                        <a:pt x="7481" y="3253"/>
                      </a:cubicBezTo>
                      <a:lnTo>
                        <a:pt x="6786" y="4147"/>
                      </a:lnTo>
                      <a:lnTo>
                        <a:pt x="6786" y="4778"/>
                      </a:lnTo>
                      <a:lnTo>
                        <a:pt x="6486" y="5337"/>
                      </a:lnTo>
                      <a:lnTo>
                        <a:pt x="5434" y="5896"/>
                      </a:lnTo>
                      <a:lnTo>
                        <a:pt x="3086" y="6105"/>
                      </a:lnTo>
                      <a:lnTo>
                        <a:pt x="0" y="6031"/>
                      </a:lnTo>
                      <a:lnTo>
                        <a:pt x="732" y="6648"/>
                      </a:lnTo>
                      <a:lnTo>
                        <a:pt x="1680" y="6943"/>
                      </a:lnTo>
                      <a:lnTo>
                        <a:pt x="2713" y="7426"/>
                      </a:lnTo>
                      <a:lnTo>
                        <a:pt x="1862" y="7970"/>
                      </a:lnTo>
                      <a:lnTo>
                        <a:pt x="1862" y="8440"/>
                      </a:lnTo>
                      <a:cubicBezTo>
                        <a:pt x="2702" y="8643"/>
                        <a:pt x="3473" y="8863"/>
                        <a:pt x="4165" y="9098"/>
                      </a:cubicBezTo>
                      <a:cubicBezTo>
                        <a:pt x="4737" y="9292"/>
                        <a:pt x="5253" y="9495"/>
                        <a:pt x="5712" y="9706"/>
                      </a:cubicBezTo>
                      <a:lnTo>
                        <a:pt x="8216" y="10191"/>
                      </a:lnTo>
                      <a:lnTo>
                        <a:pt x="10219" y="10737"/>
                      </a:lnTo>
                      <a:cubicBezTo>
                        <a:pt x="11028" y="10971"/>
                        <a:pt x="11656" y="11241"/>
                        <a:pt x="12072" y="11531"/>
                      </a:cubicBezTo>
                      <a:cubicBezTo>
                        <a:pt x="12429" y="11780"/>
                        <a:pt x="12624" y="12041"/>
                        <a:pt x="12823" y="12301"/>
                      </a:cubicBezTo>
                      <a:cubicBezTo>
                        <a:pt x="13073" y="12627"/>
                        <a:pt x="13329" y="12961"/>
                        <a:pt x="12973" y="13282"/>
                      </a:cubicBezTo>
                      <a:cubicBezTo>
                        <a:pt x="12613" y="13606"/>
                        <a:pt x="11671" y="13871"/>
                        <a:pt x="10419" y="14001"/>
                      </a:cubicBezTo>
                      <a:lnTo>
                        <a:pt x="11233" y="14543"/>
                      </a:lnTo>
                      <a:lnTo>
                        <a:pt x="12729" y="15137"/>
                      </a:lnTo>
                      <a:lnTo>
                        <a:pt x="11978" y="15867"/>
                      </a:lnTo>
                      <a:lnTo>
                        <a:pt x="10282" y="16053"/>
                      </a:lnTo>
                      <a:lnTo>
                        <a:pt x="8579" y="16698"/>
                      </a:lnTo>
                      <a:lnTo>
                        <a:pt x="7276" y="17207"/>
                      </a:lnTo>
                      <a:lnTo>
                        <a:pt x="6726" y="17541"/>
                      </a:lnTo>
                      <a:lnTo>
                        <a:pt x="6476" y="18321"/>
                      </a:lnTo>
                      <a:lnTo>
                        <a:pt x="5875" y="18841"/>
                      </a:lnTo>
                      <a:lnTo>
                        <a:pt x="5173" y="19549"/>
                      </a:lnTo>
                      <a:lnTo>
                        <a:pt x="4172" y="20205"/>
                      </a:lnTo>
                      <a:lnTo>
                        <a:pt x="3627" y="20813"/>
                      </a:lnTo>
                      <a:lnTo>
                        <a:pt x="3326" y="21420"/>
                      </a:lnTo>
                      <a:lnTo>
                        <a:pt x="5668" y="21386"/>
                      </a:lnTo>
                      <a:cubicBezTo>
                        <a:pt x="5278" y="21262"/>
                        <a:pt x="5344" y="21084"/>
                        <a:pt x="5818" y="20979"/>
                      </a:cubicBezTo>
                      <a:cubicBezTo>
                        <a:pt x="7485" y="20613"/>
                        <a:pt x="9733" y="21220"/>
                        <a:pt x="8115" y="21600"/>
                      </a:cubicBezTo>
                      <a:lnTo>
                        <a:pt x="10970" y="20969"/>
                      </a:lnTo>
                      <a:lnTo>
                        <a:pt x="11121" y="20424"/>
                      </a:lnTo>
                      <a:lnTo>
                        <a:pt x="11121" y="19906"/>
                      </a:lnTo>
                      <a:lnTo>
                        <a:pt x="11871" y="19471"/>
                      </a:lnTo>
                      <a:lnTo>
                        <a:pt x="13362" y="19285"/>
                      </a:lnTo>
                      <a:lnTo>
                        <a:pt x="14213" y="18652"/>
                      </a:lnTo>
                      <a:lnTo>
                        <a:pt x="14514" y="18182"/>
                      </a:lnTo>
                      <a:lnTo>
                        <a:pt x="15665" y="17735"/>
                      </a:lnTo>
                      <a:cubicBezTo>
                        <a:pt x="16281" y="17732"/>
                        <a:pt x="16877" y="17680"/>
                        <a:pt x="17362" y="17586"/>
                      </a:cubicBezTo>
                      <a:cubicBezTo>
                        <a:pt x="19077" y="17253"/>
                        <a:pt x="19001" y="16604"/>
                        <a:pt x="17212" y="16296"/>
                      </a:cubicBezTo>
                      <a:lnTo>
                        <a:pt x="18101" y="15629"/>
                      </a:lnTo>
                      <a:lnTo>
                        <a:pt x="20204" y="15108"/>
                      </a:lnTo>
                      <a:lnTo>
                        <a:pt x="21600" y="14810"/>
                      </a:lnTo>
                      <a:lnTo>
                        <a:pt x="21199" y="13668"/>
                      </a:lnTo>
                      <a:cubicBezTo>
                        <a:pt x="20175" y="13471"/>
                        <a:pt x="19280" y="13237"/>
                        <a:pt x="18545" y="12973"/>
                      </a:cubicBezTo>
                      <a:cubicBezTo>
                        <a:pt x="17916" y="12747"/>
                        <a:pt x="17411" y="12501"/>
                        <a:pt x="17043" y="12242"/>
                      </a:cubicBezTo>
                      <a:lnTo>
                        <a:pt x="14996" y="11623"/>
                      </a:lnTo>
                      <a:lnTo>
                        <a:pt x="15447" y="10990"/>
                      </a:lnTo>
                      <a:lnTo>
                        <a:pt x="15146" y="10397"/>
                      </a:lnTo>
                      <a:lnTo>
                        <a:pt x="14000" y="10116"/>
                      </a:lnTo>
                      <a:lnTo>
                        <a:pt x="12955" y="9795"/>
                      </a:lnTo>
                      <a:cubicBezTo>
                        <a:pt x="12304" y="9688"/>
                        <a:pt x="11655" y="9580"/>
                        <a:pt x="11008" y="9472"/>
                      </a:cubicBezTo>
                      <a:cubicBezTo>
                        <a:pt x="9888" y="9284"/>
                        <a:pt x="8773" y="9095"/>
                        <a:pt x="7665" y="8903"/>
                      </a:cubicBezTo>
                      <a:cubicBezTo>
                        <a:pt x="6921" y="8859"/>
                        <a:pt x="6364" y="8706"/>
                        <a:pt x="6263" y="8518"/>
                      </a:cubicBezTo>
                      <a:cubicBezTo>
                        <a:pt x="6095" y="8204"/>
                        <a:pt x="7144" y="7932"/>
                        <a:pt x="8416" y="7961"/>
                      </a:cubicBezTo>
                      <a:lnTo>
                        <a:pt x="9668" y="7241"/>
                      </a:lnTo>
                      <a:cubicBezTo>
                        <a:pt x="9613" y="7043"/>
                        <a:pt x="9613" y="6844"/>
                        <a:pt x="9668" y="6646"/>
                      </a:cubicBezTo>
                      <a:cubicBezTo>
                        <a:pt x="9762" y="6309"/>
                        <a:pt x="10014" y="5976"/>
                        <a:pt x="10419" y="5653"/>
                      </a:cubicBezTo>
                      <a:lnTo>
                        <a:pt x="10714" y="5207"/>
                      </a:lnTo>
                      <a:lnTo>
                        <a:pt x="9368" y="5095"/>
                      </a:lnTo>
                      <a:lnTo>
                        <a:pt x="9067" y="4412"/>
                      </a:lnTo>
                      <a:lnTo>
                        <a:pt x="9211" y="3610"/>
                      </a:lnTo>
                      <a:lnTo>
                        <a:pt x="8498" y="2742"/>
                      </a:lnTo>
                      <a:lnTo>
                        <a:pt x="7747" y="1777"/>
                      </a:lnTo>
                      <a:lnTo>
                        <a:pt x="5850" y="466"/>
                      </a:lnTo>
                      <a:lnTo>
                        <a:pt x="502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42" name="ïślîdê"/>
                <p:cNvSpPr/>
                <p:nvPr/>
              </p:nvSpPr>
              <p:spPr bwMode="auto">
                <a:xfrm>
                  <a:off x="7185050" y="4135955"/>
                  <a:ext cx="20042" cy="3324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3458" y="0"/>
                      </a:moveTo>
                      <a:lnTo>
                        <a:pt x="0" y="8825"/>
                      </a:lnTo>
                      <a:lnTo>
                        <a:pt x="6965" y="21600"/>
                      </a:lnTo>
                      <a:lnTo>
                        <a:pt x="21600" y="14944"/>
                      </a:lnTo>
                      <a:lnTo>
                        <a:pt x="1345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43" name="iṡľidé"/>
                <p:cNvSpPr/>
                <p:nvPr/>
              </p:nvSpPr>
              <p:spPr bwMode="auto">
                <a:xfrm>
                  <a:off x="7179195" y="4201381"/>
                  <a:ext cx="21982" cy="36457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719" y="6002"/>
                      </a:moveTo>
                      <a:lnTo>
                        <a:pt x="0" y="12531"/>
                      </a:lnTo>
                      <a:lnTo>
                        <a:pt x="3624" y="21600"/>
                      </a:lnTo>
                      <a:lnTo>
                        <a:pt x="19442" y="19432"/>
                      </a:lnTo>
                      <a:lnTo>
                        <a:pt x="21600" y="7102"/>
                      </a:lnTo>
                      <a:lnTo>
                        <a:pt x="9733" y="0"/>
                      </a:lnTo>
                      <a:lnTo>
                        <a:pt x="719" y="600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44" name="ïṧlîḍè"/>
                <p:cNvSpPr/>
                <p:nvPr/>
              </p:nvSpPr>
              <p:spPr bwMode="auto">
                <a:xfrm>
                  <a:off x="7074258" y="4323890"/>
                  <a:ext cx="38453" cy="98974"/>
                </a:xfrm>
                <a:custGeom>
                  <a:avLst/>
                  <a:gdLst>
                    <a:gd name="T0" fmla="+- 0 10748 87"/>
                    <a:gd name="T1" fmla="*/ T0 w 21323"/>
                    <a:gd name="T2" fmla="*/ 10800 h 21600"/>
                    <a:gd name="T3" fmla="+- 0 10748 87"/>
                    <a:gd name="T4" fmla="*/ T3 w 21323"/>
                    <a:gd name="T5" fmla="*/ 10800 h 21600"/>
                    <a:gd name="T6" fmla="+- 0 10748 87"/>
                    <a:gd name="T7" fmla="*/ T6 w 21323"/>
                    <a:gd name="T8" fmla="*/ 10800 h 21600"/>
                    <a:gd name="T9" fmla="+- 0 10748 87"/>
                    <a:gd name="T10" fmla="*/ T9 w 21323"/>
                    <a:gd name="T11" fmla="*/ 10800 h 21600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1323" h="21600">
                      <a:moveTo>
                        <a:pt x="10762" y="0"/>
                      </a:moveTo>
                      <a:lnTo>
                        <a:pt x="2490" y="2455"/>
                      </a:lnTo>
                      <a:lnTo>
                        <a:pt x="186" y="8274"/>
                      </a:lnTo>
                      <a:cubicBezTo>
                        <a:pt x="-87" y="9763"/>
                        <a:pt x="-59" y="11259"/>
                        <a:pt x="271" y="12746"/>
                      </a:cubicBezTo>
                      <a:cubicBezTo>
                        <a:pt x="684" y="14610"/>
                        <a:pt x="1568" y="16452"/>
                        <a:pt x="2909" y="18246"/>
                      </a:cubicBezTo>
                      <a:lnTo>
                        <a:pt x="8999" y="21600"/>
                      </a:lnTo>
                      <a:lnTo>
                        <a:pt x="20538" y="21041"/>
                      </a:lnTo>
                      <a:cubicBezTo>
                        <a:pt x="21308" y="19652"/>
                        <a:pt x="21513" y="18223"/>
                        <a:pt x="21147" y="16809"/>
                      </a:cubicBezTo>
                      <a:cubicBezTo>
                        <a:pt x="20669" y="14961"/>
                        <a:pt x="19231" y="13181"/>
                        <a:pt x="18103" y="11379"/>
                      </a:cubicBezTo>
                      <a:cubicBezTo>
                        <a:pt x="16986" y="9592"/>
                        <a:pt x="16172" y="7778"/>
                        <a:pt x="15668" y="5949"/>
                      </a:cubicBezTo>
                      <a:lnTo>
                        <a:pt x="107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45" name="íṣ1ïdè"/>
                <p:cNvSpPr/>
                <p:nvPr/>
              </p:nvSpPr>
              <p:spPr bwMode="auto">
                <a:xfrm>
                  <a:off x="7112706" y="4489528"/>
                  <a:ext cx="183944" cy="301822"/>
                </a:xfrm>
                <a:custGeom>
                  <a:avLst/>
                  <a:gdLst>
                    <a:gd name="T0" fmla="+- 0 11035 470"/>
                    <a:gd name="T1" fmla="*/ T0 w 21130"/>
                    <a:gd name="T2" fmla="*/ 10800 h 21600"/>
                    <a:gd name="T3" fmla="+- 0 11035 470"/>
                    <a:gd name="T4" fmla="*/ T3 w 21130"/>
                    <a:gd name="T5" fmla="*/ 10800 h 21600"/>
                    <a:gd name="T6" fmla="+- 0 11035 470"/>
                    <a:gd name="T7" fmla="*/ T6 w 21130"/>
                    <a:gd name="T8" fmla="*/ 10800 h 21600"/>
                    <a:gd name="T9" fmla="+- 0 11035 470"/>
                    <a:gd name="T10" fmla="*/ T9 w 21130"/>
                    <a:gd name="T11" fmla="*/ 10800 h 21600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1130" h="21600">
                      <a:moveTo>
                        <a:pt x="3002" y="787"/>
                      </a:moveTo>
                      <a:lnTo>
                        <a:pt x="1284" y="1137"/>
                      </a:lnTo>
                      <a:lnTo>
                        <a:pt x="1313" y="2654"/>
                      </a:lnTo>
                      <a:lnTo>
                        <a:pt x="1628" y="5011"/>
                      </a:lnTo>
                      <a:cubicBezTo>
                        <a:pt x="901" y="5175"/>
                        <a:pt x="341" y="5544"/>
                        <a:pt x="120" y="6006"/>
                      </a:cubicBezTo>
                      <a:cubicBezTo>
                        <a:pt x="-470" y="7239"/>
                        <a:pt x="1208" y="8433"/>
                        <a:pt x="3247" y="8231"/>
                      </a:cubicBezTo>
                      <a:lnTo>
                        <a:pt x="3902" y="10091"/>
                      </a:lnTo>
                      <a:lnTo>
                        <a:pt x="3776" y="11737"/>
                      </a:lnTo>
                      <a:lnTo>
                        <a:pt x="5751" y="11187"/>
                      </a:lnTo>
                      <a:lnTo>
                        <a:pt x="6839" y="10245"/>
                      </a:lnTo>
                      <a:lnTo>
                        <a:pt x="8957" y="10873"/>
                      </a:lnTo>
                      <a:lnTo>
                        <a:pt x="8495" y="11868"/>
                      </a:lnTo>
                      <a:cubicBezTo>
                        <a:pt x="8438" y="12234"/>
                        <a:pt x="8396" y="12601"/>
                        <a:pt x="8368" y="12968"/>
                      </a:cubicBezTo>
                      <a:cubicBezTo>
                        <a:pt x="8304" y="13826"/>
                        <a:pt x="8375" y="14744"/>
                        <a:pt x="9377" y="15325"/>
                      </a:cubicBezTo>
                      <a:cubicBezTo>
                        <a:pt x="10089" y="15737"/>
                        <a:pt x="11115" y="15859"/>
                        <a:pt x="12020" y="15639"/>
                      </a:cubicBezTo>
                      <a:cubicBezTo>
                        <a:pt x="12117" y="15954"/>
                        <a:pt x="12601" y="16162"/>
                        <a:pt x="13107" y="16107"/>
                      </a:cubicBezTo>
                      <a:cubicBezTo>
                        <a:pt x="14452" y="15963"/>
                        <a:pt x="14449" y="14759"/>
                        <a:pt x="13102" y="14618"/>
                      </a:cubicBezTo>
                      <a:lnTo>
                        <a:pt x="14363" y="13757"/>
                      </a:lnTo>
                      <a:lnTo>
                        <a:pt x="16633" y="13053"/>
                      </a:lnTo>
                      <a:cubicBezTo>
                        <a:pt x="17399" y="13091"/>
                        <a:pt x="18066" y="13395"/>
                        <a:pt x="18356" y="13839"/>
                      </a:cubicBezTo>
                      <a:cubicBezTo>
                        <a:pt x="18796" y="14511"/>
                        <a:pt x="18291" y="15279"/>
                        <a:pt x="17221" y="15567"/>
                      </a:cubicBezTo>
                      <a:lnTo>
                        <a:pt x="14783" y="16847"/>
                      </a:lnTo>
                      <a:cubicBezTo>
                        <a:pt x="14357" y="17037"/>
                        <a:pt x="13952" y="17245"/>
                        <a:pt x="13570" y="17469"/>
                      </a:cubicBezTo>
                      <a:cubicBezTo>
                        <a:pt x="12792" y="17924"/>
                        <a:pt x="12117" y="18443"/>
                        <a:pt x="11563" y="19011"/>
                      </a:cubicBezTo>
                      <a:cubicBezTo>
                        <a:pt x="11546" y="19383"/>
                        <a:pt x="11631" y="19753"/>
                        <a:pt x="11815" y="20107"/>
                      </a:cubicBezTo>
                      <a:cubicBezTo>
                        <a:pt x="12116" y="20687"/>
                        <a:pt x="12668" y="21204"/>
                        <a:pt x="13412" y="21600"/>
                      </a:cubicBezTo>
                      <a:lnTo>
                        <a:pt x="14037" y="18929"/>
                      </a:lnTo>
                      <a:lnTo>
                        <a:pt x="15629" y="19165"/>
                      </a:lnTo>
                      <a:lnTo>
                        <a:pt x="15840" y="20497"/>
                      </a:lnTo>
                      <a:lnTo>
                        <a:pt x="17352" y="21253"/>
                      </a:lnTo>
                      <a:lnTo>
                        <a:pt x="18992" y="20389"/>
                      </a:lnTo>
                      <a:cubicBezTo>
                        <a:pt x="19051" y="20040"/>
                        <a:pt x="19220" y="19702"/>
                        <a:pt x="19491" y="19394"/>
                      </a:cubicBezTo>
                      <a:cubicBezTo>
                        <a:pt x="19824" y="19015"/>
                        <a:pt x="20300" y="18693"/>
                        <a:pt x="20878" y="18455"/>
                      </a:cubicBezTo>
                      <a:lnTo>
                        <a:pt x="21130" y="16935"/>
                      </a:lnTo>
                      <a:lnTo>
                        <a:pt x="20752" y="14736"/>
                      </a:lnTo>
                      <a:lnTo>
                        <a:pt x="19617" y="12719"/>
                      </a:lnTo>
                      <a:cubicBezTo>
                        <a:pt x="19197" y="12395"/>
                        <a:pt x="18701" y="12113"/>
                        <a:pt x="18146" y="11882"/>
                      </a:cubicBezTo>
                      <a:cubicBezTo>
                        <a:pt x="17676" y="11686"/>
                        <a:pt x="17167" y="11529"/>
                        <a:pt x="16633" y="11413"/>
                      </a:cubicBezTo>
                      <a:lnTo>
                        <a:pt x="16885" y="10006"/>
                      </a:lnTo>
                      <a:lnTo>
                        <a:pt x="16129" y="8539"/>
                      </a:lnTo>
                      <a:lnTo>
                        <a:pt x="13480" y="8251"/>
                      </a:lnTo>
                      <a:cubicBezTo>
                        <a:pt x="13030" y="7892"/>
                        <a:pt x="12393" y="7642"/>
                        <a:pt x="11678" y="7544"/>
                      </a:cubicBezTo>
                      <a:cubicBezTo>
                        <a:pt x="10537" y="7388"/>
                        <a:pt x="9349" y="7629"/>
                        <a:pt x="8573" y="8173"/>
                      </a:cubicBezTo>
                      <a:cubicBezTo>
                        <a:pt x="7842" y="8252"/>
                        <a:pt x="7094" y="8105"/>
                        <a:pt x="6566" y="7780"/>
                      </a:cubicBezTo>
                      <a:cubicBezTo>
                        <a:pt x="5388" y="7055"/>
                        <a:pt x="5616" y="5834"/>
                        <a:pt x="7028" y="5296"/>
                      </a:cubicBezTo>
                      <a:lnTo>
                        <a:pt x="7775" y="4359"/>
                      </a:lnTo>
                      <a:lnTo>
                        <a:pt x="6897" y="2317"/>
                      </a:lnTo>
                      <a:lnTo>
                        <a:pt x="5973" y="274"/>
                      </a:lnTo>
                      <a:lnTo>
                        <a:pt x="4586" y="0"/>
                      </a:lnTo>
                      <a:lnTo>
                        <a:pt x="3002" y="78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46" name="îşľíḓê"/>
                <p:cNvSpPr/>
                <p:nvPr/>
              </p:nvSpPr>
              <p:spPr bwMode="auto">
                <a:xfrm>
                  <a:off x="7090030" y="4680320"/>
                  <a:ext cx="71523" cy="144943"/>
                </a:xfrm>
                <a:custGeom>
                  <a:avLst/>
                  <a:gdLst>
                    <a:gd name="T0" fmla="+- 0 11017 434"/>
                    <a:gd name="T1" fmla="*/ T0 w 21166"/>
                    <a:gd name="T2" fmla="*/ 10665 h 21331"/>
                    <a:gd name="T3" fmla="+- 0 11017 434"/>
                    <a:gd name="T4" fmla="*/ T3 w 21166"/>
                    <a:gd name="T5" fmla="*/ 10665 h 21331"/>
                    <a:gd name="T6" fmla="+- 0 11017 434"/>
                    <a:gd name="T7" fmla="*/ T6 w 21166"/>
                    <a:gd name="T8" fmla="*/ 10665 h 21331"/>
                    <a:gd name="T9" fmla="+- 0 11017 434"/>
                    <a:gd name="T10" fmla="*/ T9 w 21166"/>
                    <a:gd name="T11" fmla="*/ 10665 h 21331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1166" h="21331">
                      <a:moveTo>
                        <a:pt x="16489" y="0"/>
                      </a:moveTo>
                      <a:lnTo>
                        <a:pt x="15066" y="2881"/>
                      </a:lnTo>
                      <a:lnTo>
                        <a:pt x="10957" y="7412"/>
                      </a:lnTo>
                      <a:cubicBezTo>
                        <a:pt x="10504" y="8901"/>
                        <a:pt x="9744" y="10363"/>
                        <a:pt x="8689" y="11774"/>
                      </a:cubicBezTo>
                      <a:cubicBezTo>
                        <a:pt x="6967" y="14079"/>
                        <a:pt x="4480" y="16225"/>
                        <a:pt x="1333" y="18122"/>
                      </a:cubicBezTo>
                      <a:cubicBezTo>
                        <a:pt x="-139" y="18713"/>
                        <a:pt x="-434" y="19771"/>
                        <a:pt x="660" y="20539"/>
                      </a:cubicBezTo>
                      <a:cubicBezTo>
                        <a:pt x="2129" y="21570"/>
                        <a:pt x="5185" y="21600"/>
                        <a:pt x="6736" y="20599"/>
                      </a:cubicBezTo>
                      <a:lnTo>
                        <a:pt x="10745" y="16345"/>
                      </a:lnTo>
                      <a:lnTo>
                        <a:pt x="14209" y="12737"/>
                      </a:lnTo>
                      <a:lnTo>
                        <a:pt x="16484" y="10858"/>
                      </a:lnTo>
                      <a:lnTo>
                        <a:pt x="18974" y="8334"/>
                      </a:lnTo>
                      <a:lnTo>
                        <a:pt x="18338" y="6732"/>
                      </a:lnTo>
                      <a:lnTo>
                        <a:pt x="18676" y="4860"/>
                      </a:lnTo>
                      <a:lnTo>
                        <a:pt x="21166" y="2437"/>
                      </a:lnTo>
                      <a:lnTo>
                        <a:pt x="1648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47" name="iṧ1íḑe"/>
                <p:cNvSpPr/>
                <p:nvPr/>
              </p:nvSpPr>
              <p:spPr bwMode="auto">
                <a:xfrm>
                  <a:off x="7146664" y="4869950"/>
                  <a:ext cx="143874" cy="247192"/>
                </a:xfrm>
                <a:custGeom>
                  <a:avLst/>
                  <a:gdLst>
                    <a:gd name="T0" fmla="*/ 10800 w 21600"/>
                    <a:gd name="T1" fmla="*/ 10730 h 21461"/>
                    <a:gd name="T2" fmla="*/ 10800 w 21600"/>
                    <a:gd name="T3" fmla="*/ 10730 h 21461"/>
                    <a:gd name="T4" fmla="*/ 10800 w 21600"/>
                    <a:gd name="T5" fmla="*/ 10730 h 21461"/>
                    <a:gd name="T6" fmla="*/ 10800 w 21600"/>
                    <a:gd name="T7" fmla="*/ 10730 h 214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461">
                      <a:moveTo>
                        <a:pt x="20200" y="0"/>
                      </a:moveTo>
                      <a:lnTo>
                        <a:pt x="18378" y="1600"/>
                      </a:lnTo>
                      <a:lnTo>
                        <a:pt x="16951" y="3140"/>
                      </a:lnTo>
                      <a:lnTo>
                        <a:pt x="12724" y="4375"/>
                      </a:lnTo>
                      <a:lnTo>
                        <a:pt x="10501" y="5388"/>
                      </a:lnTo>
                      <a:lnTo>
                        <a:pt x="8492" y="6588"/>
                      </a:lnTo>
                      <a:lnTo>
                        <a:pt x="6795" y="8236"/>
                      </a:lnTo>
                      <a:lnTo>
                        <a:pt x="4661" y="9887"/>
                      </a:lnTo>
                      <a:lnTo>
                        <a:pt x="2900" y="12048"/>
                      </a:lnTo>
                      <a:lnTo>
                        <a:pt x="2412" y="14303"/>
                      </a:lnTo>
                      <a:lnTo>
                        <a:pt x="0" y="16586"/>
                      </a:lnTo>
                      <a:lnTo>
                        <a:pt x="816" y="18111"/>
                      </a:lnTo>
                      <a:lnTo>
                        <a:pt x="3452" y="18108"/>
                      </a:lnTo>
                      <a:lnTo>
                        <a:pt x="3562" y="19918"/>
                      </a:lnTo>
                      <a:cubicBezTo>
                        <a:pt x="3535" y="20305"/>
                        <a:pt x="3775" y="20682"/>
                        <a:pt x="4228" y="20967"/>
                      </a:cubicBezTo>
                      <a:cubicBezTo>
                        <a:pt x="5009" y="21458"/>
                        <a:pt x="6252" y="21600"/>
                        <a:pt x="7297" y="21316"/>
                      </a:cubicBezTo>
                      <a:lnTo>
                        <a:pt x="6583" y="18743"/>
                      </a:lnTo>
                      <a:cubicBezTo>
                        <a:pt x="5057" y="18215"/>
                        <a:pt x="4609" y="17055"/>
                        <a:pt x="5601" y="16202"/>
                      </a:cubicBezTo>
                      <a:cubicBezTo>
                        <a:pt x="6085" y="15785"/>
                        <a:pt x="6880" y="15516"/>
                        <a:pt x="7743" y="15538"/>
                      </a:cubicBezTo>
                      <a:cubicBezTo>
                        <a:pt x="8840" y="15567"/>
                        <a:pt x="9742" y="16048"/>
                        <a:pt x="9879" y="16678"/>
                      </a:cubicBezTo>
                      <a:lnTo>
                        <a:pt x="11850" y="17973"/>
                      </a:lnTo>
                      <a:lnTo>
                        <a:pt x="13498" y="17210"/>
                      </a:lnTo>
                      <a:lnTo>
                        <a:pt x="13772" y="15526"/>
                      </a:lnTo>
                      <a:lnTo>
                        <a:pt x="10977" y="13275"/>
                      </a:lnTo>
                      <a:cubicBezTo>
                        <a:pt x="10590" y="12814"/>
                        <a:pt x="10590" y="12275"/>
                        <a:pt x="10977" y="11814"/>
                      </a:cubicBezTo>
                      <a:cubicBezTo>
                        <a:pt x="11582" y="11093"/>
                        <a:pt x="12928" y="10747"/>
                        <a:pt x="14054" y="10289"/>
                      </a:cubicBezTo>
                      <a:cubicBezTo>
                        <a:pt x="15451" y="9720"/>
                        <a:pt x="16553" y="8942"/>
                        <a:pt x="17240" y="8037"/>
                      </a:cubicBezTo>
                      <a:cubicBezTo>
                        <a:pt x="17148" y="7714"/>
                        <a:pt x="16830" y="7427"/>
                        <a:pt x="16361" y="7243"/>
                      </a:cubicBezTo>
                      <a:cubicBezTo>
                        <a:pt x="14681" y="6584"/>
                        <a:pt x="12585" y="7346"/>
                        <a:pt x="11204" y="8383"/>
                      </a:cubicBezTo>
                      <a:cubicBezTo>
                        <a:pt x="10376" y="9004"/>
                        <a:pt x="9658" y="9672"/>
                        <a:pt x="9062" y="10376"/>
                      </a:cubicBezTo>
                      <a:lnTo>
                        <a:pt x="6768" y="10563"/>
                      </a:lnTo>
                      <a:lnTo>
                        <a:pt x="10064" y="7648"/>
                      </a:lnTo>
                      <a:lnTo>
                        <a:pt x="16931" y="5138"/>
                      </a:lnTo>
                      <a:cubicBezTo>
                        <a:pt x="17976" y="4846"/>
                        <a:pt x="18910" y="4435"/>
                        <a:pt x="19677" y="3931"/>
                      </a:cubicBezTo>
                      <a:cubicBezTo>
                        <a:pt x="20605" y="3321"/>
                        <a:pt x="21264" y="2591"/>
                        <a:pt x="21600" y="1803"/>
                      </a:cubicBezTo>
                      <a:lnTo>
                        <a:pt x="2020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48" name="ïŝḻïḍé"/>
                <p:cNvSpPr/>
                <p:nvPr/>
              </p:nvSpPr>
              <p:spPr bwMode="auto">
                <a:xfrm>
                  <a:off x="6917725" y="4835702"/>
                  <a:ext cx="241155" cy="323817"/>
                </a:xfrm>
                <a:custGeom>
                  <a:avLst/>
                  <a:gdLst>
                    <a:gd name="T0" fmla="+- 0 10745 46"/>
                    <a:gd name="T1" fmla="*/ T0 w 21398"/>
                    <a:gd name="T2" fmla="*/ 10761 h 21522"/>
                    <a:gd name="T3" fmla="+- 0 10745 46"/>
                    <a:gd name="T4" fmla="*/ T3 w 21398"/>
                    <a:gd name="T5" fmla="*/ 10761 h 21522"/>
                    <a:gd name="T6" fmla="+- 0 10745 46"/>
                    <a:gd name="T7" fmla="*/ T6 w 21398"/>
                    <a:gd name="T8" fmla="*/ 10761 h 21522"/>
                    <a:gd name="T9" fmla="+- 0 10745 46"/>
                    <a:gd name="T10" fmla="*/ T9 w 21398"/>
                    <a:gd name="T11" fmla="*/ 10761 h 21522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1398" h="21522">
                      <a:moveTo>
                        <a:pt x="17013" y="246"/>
                      </a:moveTo>
                      <a:lnTo>
                        <a:pt x="15800" y="0"/>
                      </a:lnTo>
                      <a:lnTo>
                        <a:pt x="15127" y="2646"/>
                      </a:lnTo>
                      <a:cubicBezTo>
                        <a:pt x="15053" y="3116"/>
                        <a:pt x="14828" y="3566"/>
                        <a:pt x="14470" y="3956"/>
                      </a:cubicBezTo>
                      <a:cubicBezTo>
                        <a:pt x="13911" y="4568"/>
                        <a:pt x="13067" y="5001"/>
                        <a:pt x="12103" y="5169"/>
                      </a:cubicBezTo>
                      <a:lnTo>
                        <a:pt x="10779" y="6847"/>
                      </a:lnTo>
                      <a:cubicBezTo>
                        <a:pt x="10343" y="7465"/>
                        <a:pt x="9862" y="8065"/>
                        <a:pt x="9340" y="8644"/>
                      </a:cubicBezTo>
                      <a:cubicBezTo>
                        <a:pt x="8697" y="9358"/>
                        <a:pt x="7992" y="10039"/>
                        <a:pt x="7230" y="10684"/>
                      </a:cubicBezTo>
                      <a:lnTo>
                        <a:pt x="4726" y="11608"/>
                      </a:lnTo>
                      <a:lnTo>
                        <a:pt x="3843" y="12918"/>
                      </a:lnTo>
                      <a:lnTo>
                        <a:pt x="2625" y="13669"/>
                      </a:lnTo>
                      <a:cubicBezTo>
                        <a:pt x="2183" y="13433"/>
                        <a:pt x="1601" y="13404"/>
                        <a:pt x="1122" y="13596"/>
                      </a:cubicBezTo>
                      <a:cubicBezTo>
                        <a:pt x="370" y="13899"/>
                        <a:pt x="146" y="14579"/>
                        <a:pt x="63" y="15226"/>
                      </a:cubicBezTo>
                      <a:cubicBezTo>
                        <a:pt x="-46" y="16077"/>
                        <a:pt x="-13" y="16935"/>
                        <a:pt x="161" y="17779"/>
                      </a:cubicBezTo>
                      <a:cubicBezTo>
                        <a:pt x="650" y="17557"/>
                        <a:pt x="1272" y="17586"/>
                        <a:pt x="1719" y="17852"/>
                      </a:cubicBezTo>
                      <a:cubicBezTo>
                        <a:pt x="2637" y="18399"/>
                        <a:pt x="2438" y="19481"/>
                        <a:pt x="1358" y="19822"/>
                      </a:cubicBezTo>
                      <a:lnTo>
                        <a:pt x="2235" y="20987"/>
                      </a:lnTo>
                      <a:cubicBezTo>
                        <a:pt x="2431" y="21380"/>
                        <a:pt x="2990" y="21600"/>
                        <a:pt x="3534" y="21497"/>
                      </a:cubicBezTo>
                      <a:cubicBezTo>
                        <a:pt x="4205" y="21370"/>
                        <a:pt x="4519" y="20812"/>
                        <a:pt x="5121" y="20573"/>
                      </a:cubicBezTo>
                      <a:cubicBezTo>
                        <a:pt x="5952" y="20243"/>
                        <a:pt x="6979" y="20558"/>
                        <a:pt x="7263" y="21230"/>
                      </a:cubicBezTo>
                      <a:lnTo>
                        <a:pt x="8530" y="20281"/>
                      </a:lnTo>
                      <a:lnTo>
                        <a:pt x="10835" y="20062"/>
                      </a:lnTo>
                      <a:cubicBezTo>
                        <a:pt x="11371" y="20182"/>
                        <a:pt x="11933" y="20224"/>
                        <a:pt x="12491" y="20184"/>
                      </a:cubicBezTo>
                      <a:cubicBezTo>
                        <a:pt x="13360" y="20123"/>
                        <a:pt x="14185" y="19869"/>
                        <a:pt x="14861" y="19454"/>
                      </a:cubicBezTo>
                      <a:lnTo>
                        <a:pt x="15705" y="18603"/>
                      </a:lnTo>
                      <a:lnTo>
                        <a:pt x="15315" y="16539"/>
                      </a:lnTo>
                      <a:cubicBezTo>
                        <a:pt x="15489" y="16004"/>
                        <a:pt x="15822" y="15505"/>
                        <a:pt x="16289" y="15080"/>
                      </a:cubicBezTo>
                      <a:cubicBezTo>
                        <a:pt x="16740" y="14669"/>
                        <a:pt x="17305" y="14337"/>
                        <a:pt x="17945" y="14107"/>
                      </a:cubicBezTo>
                      <a:lnTo>
                        <a:pt x="18335" y="11651"/>
                      </a:lnTo>
                      <a:lnTo>
                        <a:pt x="19763" y="10608"/>
                      </a:lnTo>
                      <a:lnTo>
                        <a:pt x="21225" y="9587"/>
                      </a:lnTo>
                      <a:lnTo>
                        <a:pt x="20250" y="8297"/>
                      </a:lnTo>
                      <a:lnTo>
                        <a:pt x="19313" y="7933"/>
                      </a:lnTo>
                      <a:lnTo>
                        <a:pt x="18631" y="6668"/>
                      </a:lnTo>
                      <a:cubicBezTo>
                        <a:pt x="18176" y="6261"/>
                        <a:pt x="18065" y="5697"/>
                        <a:pt x="18343" y="5209"/>
                      </a:cubicBezTo>
                      <a:cubicBezTo>
                        <a:pt x="18807" y="4394"/>
                        <a:pt x="20116" y="4120"/>
                        <a:pt x="20839" y="3436"/>
                      </a:cubicBezTo>
                      <a:cubicBezTo>
                        <a:pt x="21406" y="2900"/>
                        <a:pt x="21554" y="2179"/>
                        <a:pt x="21228" y="1539"/>
                      </a:cubicBezTo>
                      <a:lnTo>
                        <a:pt x="17495" y="1466"/>
                      </a:lnTo>
                      <a:lnTo>
                        <a:pt x="17013" y="246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49" name="ïṥ1ídè"/>
                <p:cNvSpPr/>
                <p:nvPr/>
              </p:nvSpPr>
              <p:spPr bwMode="auto">
                <a:xfrm>
                  <a:off x="7317943" y="4803460"/>
                  <a:ext cx="45093" cy="134405"/>
                </a:xfrm>
                <a:custGeom>
                  <a:avLst/>
                  <a:gdLst>
                    <a:gd name="T0" fmla="+- 0 10829 516"/>
                    <a:gd name="T1" fmla="*/ T0 w 20626"/>
                    <a:gd name="T2" fmla="*/ 10708 h 21417"/>
                    <a:gd name="T3" fmla="+- 0 10829 516"/>
                    <a:gd name="T4" fmla="*/ T3 w 20626"/>
                    <a:gd name="T5" fmla="*/ 10708 h 21417"/>
                    <a:gd name="T6" fmla="+- 0 10829 516"/>
                    <a:gd name="T7" fmla="*/ T6 w 20626"/>
                    <a:gd name="T8" fmla="*/ 10708 h 21417"/>
                    <a:gd name="T9" fmla="+- 0 10829 516"/>
                    <a:gd name="T10" fmla="*/ T9 w 20626"/>
                    <a:gd name="T11" fmla="*/ 10708 h 21417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626" h="21417">
                      <a:moveTo>
                        <a:pt x="14198" y="0"/>
                      </a:moveTo>
                      <a:lnTo>
                        <a:pt x="7690" y="1996"/>
                      </a:lnTo>
                      <a:lnTo>
                        <a:pt x="3457" y="8567"/>
                      </a:lnTo>
                      <a:lnTo>
                        <a:pt x="7552" y="12065"/>
                      </a:lnTo>
                      <a:cubicBezTo>
                        <a:pt x="4935" y="12668"/>
                        <a:pt x="2855" y="13514"/>
                        <a:pt x="1548" y="14507"/>
                      </a:cubicBezTo>
                      <a:cubicBezTo>
                        <a:pt x="-441" y="16021"/>
                        <a:pt x="-516" y="17755"/>
                        <a:pt x="1342" y="19289"/>
                      </a:cubicBezTo>
                      <a:cubicBezTo>
                        <a:pt x="1870" y="20653"/>
                        <a:pt x="5514" y="21600"/>
                        <a:pt x="9418" y="21387"/>
                      </a:cubicBezTo>
                      <a:cubicBezTo>
                        <a:pt x="18316" y="20903"/>
                        <a:pt x="19431" y="16595"/>
                        <a:pt x="10925" y="15564"/>
                      </a:cubicBezTo>
                      <a:cubicBezTo>
                        <a:pt x="11564" y="14243"/>
                        <a:pt x="12233" y="12923"/>
                        <a:pt x="12934" y="11606"/>
                      </a:cubicBezTo>
                      <a:cubicBezTo>
                        <a:pt x="13730" y="10107"/>
                        <a:pt x="14567" y="8610"/>
                        <a:pt x="15443" y="7116"/>
                      </a:cubicBezTo>
                      <a:cubicBezTo>
                        <a:pt x="18016" y="6784"/>
                        <a:pt x="19915" y="6013"/>
                        <a:pt x="20464" y="5076"/>
                      </a:cubicBezTo>
                      <a:cubicBezTo>
                        <a:pt x="21084" y="4019"/>
                        <a:pt x="19903" y="2933"/>
                        <a:pt x="17431" y="2284"/>
                      </a:cubicBezTo>
                      <a:lnTo>
                        <a:pt x="1419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50" name="išliďé"/>
                <p:cNvSpPr/>
                <p:nvPr/>
              </p:nvSpPr>
              <p:spPr bwMode="auto">
                <a:xfrm>
                  <a:off x="7334540" y="4669514"/>
                  <a:ext cx="309095" cy="339452"/>
                </a:xfrm>
                <a:custGeom>
                  <a:avLst/>
                  <a:gdLst>
                    <a:gd name="T0" fmla="+- 0 10860 121"/>
                    <a:gd name="T1" fmla="*/ T0 w 21479"/>
                    <a:gd name="T2" fmla="*/ 10800 h 21600"/>
                    <a:gd name="T3" fmla="+- 0 10860 121"/>
                    <a:gd name="T4" fmla="*/ T3 w 21479"/>
                    <a:gd name="T5" fmla="*/ 10800 h 21600"/>
                    <a:gd name="T6" fmla="+- 0 10860 121"/>
                    <a:gd name="T7" fmla="*/ T6 w 21479"/>
                    <a:gd name="T8" fmla="*/ 10800 h 21600"/>
                    <a:gd name="T9" fmla="+- 0 10860 121"/>
                    <a:gd name="T10" fmla="*/ T9 w 21479"/>
                    <a:gd name="T11" fmla="*/ 10800 h 21600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1479" h="21600">
                      <a:moveTo>
                        <a:pt x="21479" y="0"/>
                      </a:moveTo>
                      <a:lnTo>
                        <a:pt x="16915" y="3468"/>
                      </a:lnTo>
                      <a:lnTo>
                        <a:pt x="13858" y="4603"/>
                      </a:lnTo>
                      <a:lnTo>
                        <a:pt x="12501" y="5511"/>
                      </a:lnTo>
                      <a:lnTo>
                        <a:pt x="11442" y="6905"/>
                      </a:lnTo>
                      <a:cubicBezTo>
                        <a:pt x="11349" y="7387"/>
                        <a:pt x="11188" y="7857"/>
                        <a:pt x="10965" y="8302"/>
                      </a:cubicBezTo>
                      <a:cubicBezTo>
                        <a:pt x="10562" y="9106"/>
                        <a:pt x="9963" y="9815"/>
                        <a:pt x="9214" y="10374"/>
                      </a:cubicBezTo>
                      <a:lnTo>
                        <a:pt x="8214" y="11279"/>
                      </a:lnTo>
                      <a:lnTo>
                        <a:pt x="7326" y="10162"/>
                      </a:lnTo>
                      <a:cubicBezTo>
                        <a:pt x="7669" y="9878"/>
                        <a:pt x="7704" y="9396"/>
                        <a:pt x="7405" y="9073"/>
                      </a:cubicBezTo>
                      <a:cubicBezTo>
                        <a:pt x="6483" y="8078"/>
                        <a:pt x="4794" y="9191"/>
                        <a:pt x="5532" y="10307"/>
                      </a:cubicBezTo>
                      <a:lnTo>
                        <a:pt x="5075" y="11122"/>
                      </a:lnTo>
                      <a:lnTo>
                        <a:pt x="3269" y="11332"/>
                      </a:lnTo>
                      <a:lnTo>
                        <a:pt x="3528" y="12889"/>
                      </a:lnTo>
                      <a:lnTo>
                        <a:pt x="4950" y="13168"/>
                      </a:lnTo>
                      <a:lnTo>
                        <a:pt x="5405" y="14353"/>
                      </a:lnTo>
                      <a:lnTo>
                        <a:pt x="4292" y="15191"/>
                      </a:lnTo>
                      <a:cubicBezTo>
                        <a:pt x="3915" y="14905"/>
                        <a:pt x="3349" y="14994"/>
                        <a:pt x="3097" y="15377"/>
                      </a:cubicBezTo>
                      <a:cubicBezTo>
                        <a:pt x="2857" y="15741"/>
                        <a:pt x="3039" y="16188"/>
                        <a:pt x="3004" y="16605"/>
                      </a:cubicBezTo>
                      <a:cubicBezTo>
                        <a:pt x="2952" y="17243"/>
                        <a:pt x="2425" y="17763"/>
                        <a:pt x="1734" y="17857"/>
                      </a:cubicBezTo>
                      <a:cubicBezTo>
                        <a:pt x="1126" y="17959"/>
                        <a:pt x="593" y="18288"/>
                        <a:pt x="261" y="18765"/>
                      </a:cubicBezTo>
                      <a:cubicBezTo>
                        <a:pt x="-88" y="19267"/>
                        <a:pt x="-121" y="19922"/>
                        <a:pt x="374" y="20232"/>
                      </a:cubicBezTo>
                      <a:cubicBezTo>
                        <a:pt x="1021" y="20637"/>
                        <a:pt x="1880" y="20122"/>
                        <a:pt x="1734" y="19417"/>
                      </a:cubicBezTo>
                      <a:cubicBezTo>
                        <a:pt x="2302" y="18971"/>
                        <a:pt x="2798" y="18453"/>
                        <a:pt x="3209" y="17880"/>
                      </a:cubicBezTo>
                      <a:cubicBezTo>
                        <a:pt x="3582" y="17359"/>
                        <a:pt x="3882" y="16797"/>
                        <a:pt x="4099" y="16207"/>
                      </a:cubicBezTo>
                      <a:lnTo>
                        <a:pt x="5672" y="15741"/>
                      </a:lnTo>
                      <a:lnTo>
                        <a:pt x="6537" y="15136"/>
                      </a:lnTo>
                      <a:lnTo>
                        <a:pt x="7958" y="14140"/>
                      </a:lnTo>
                      <a:cubicBezTo>
                        <a:pt x="8108" y="13661"/>
                        <a:pt x="8419" y="13237"/>
                        <a:pt x="8847" y="12929"/>
                      </a:cubicBezTo>
                      <a:cubicBezTo>
                        <a:pt x="9407" y="12527"/>
                        <a:pt x="10122" y="12350"/>
                        <a:pt x="10828" y="12440"/>
                      </a:cubicBezTo>
                      <a:lnTo>
                        <a:pt x="11463" y="14207"/>
                      </a:lnTo>
                      <a:cubicBezTo>
                        <a:pt x="11398" y="14613"/>
                        <a:pt x="11322" y="15016"/>
                        <a:pt x="11234" y="15418"/>
                      </a:cubicBezTo>
                      <a:cubicBezTo>
                        <a:pt x="11082" y="16116"/>
                        <a:pt x="10895" y="16808"/>
                        <a:pt x="10675" y="17490"/>
                      </a:cubicBezTo>
                      <a:lnTo>
                        <a:pt x="10440" y="21600"/>
                      </a:lnTo>
                      <a:cubicBezTo>
                        <a:pt x="12730" y="18516"/>
                        <a:pt x="14766" y="15279"/>
                        <a:pt x="16532" y="11918"/>
                      </a:cubicBezTo>
                      <a:cubicBezTo>
                        <a:pt x="18547" y="8081"/>
                        <a:pt x="20202" y="4094"/>
                        <a:pt x="214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51" name="işlïḋe"/>
                <p:cNvSpPr/>
                <p:nvPr/>
              </p:nvSpPr>
              <p:spPr bwMode="auto">
                <a:xfrm>
                  <a:off x="6942187" y="5041516"/>
                  <a:ext cx="515800" cy="506166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21600" y="0"/>
                      </a:moveTo>
                      <a:lnTo>
                        <a:pt x="19656" y="441"/>
                      </a:lnTo>
                      <a:lnTo>
                        <a:pt x="18924" y="739"/>
                      </a:lnTo>
                      <a:lnTo>
                        <a:pt x="18392" y="973"/>
                      </a:lnTo>
                      <a:lnTo>
                        <a:pt x="17335" y="1956"/>
                      </a:lnTo>
                      <a:cubicBezTo>
                        <a:pt x="17186" y="2215"/>
                        <a:pt x="16990" y="2443"/>
                        <a:pt x="16758" y="2628"/>
                      </a:cubicBezTo>
                      <a:cubicBezTo>
                        <a:pt x="16456" y="2868"/>
                        <a:pt x="16079" y="3082"/>
                        <a:pt x="16054" y="3471"/>
                      </a:cubicBezTo>
                      <a:cubicBezTo>
                        <a:pt x="16022" y="3962"/>
                        <a:pt x="16533" y="4297"/>
                        <a:pt x="16958" y="4064"/>
                      </a:cubicBezTo>
                      <a:cubicBezTo>
                        <a:pt x="16775" y="4426"/>
                        <a:pt x="16561" y="4771"/>
                        <a:pt x="16319" y="5095"/>
                      </a:cubicBezTo>
                      <a:cubicBezTo>
                        <a:pt x="16084" y="5408"/>
                        <a:pt x="15824" y="5700"/>
                        <a:pt x="15541" y="5968"/>
                      </a:cubicBezTo>
                      <a:cubicBezTo>
                        <a:pt x="15199" y="5766"/>
                        <a:pt x="14777" y="5766"/>
                        <a:pt x="14434" y="5968"/>
                      </a:cubicBezTo>
                      <a:cubicBezTo>
                        <a:pt x="14152" y="6134"/>
                        <a:pt x="13958" y="6419"/>
                        <a:pt x="13904" y="6746"/>
                      </a:cubicBezTo>
                      <a:cubicBezTo>
                        <a:pt x="13671" y="6999"/>
                        <a:pt x="13416" y="7229"/>
                        <a:pt x="13141" y="7433"/>
                      </a:cubicBezTo>
                      <a:cubicBezTo>
                        <a:pt x="12797" y="7688"/>
                        <a:pt x="12419" y="7908"/>
                        <a:pt x="12170" y="8261"/>
                      </a:cubicBezTo>
                      <a:cubicBezTo>
                        <a:pt x="11817" y="8762"/>
                        <a:pt x="11794" y="9435"/>
                        <a:pt x="11434" y="9932"/>
                      </a:cubicBezTo>
                      <a:cubicBezTo>
                        <a:pt x="11164" y="10305"/>
                        <a:pt x="10744" y="10522"/>
                        <a:pt x="10398" y="10822"/>
                      </a:cubicBezTo>
                      <a:cubicBezTo>
                        <a:pt x="10016" y="11153"/>
                        <a:pt x="9729" y="11583"/>
                        <a:pt x="9361" y="11930"/>
                      </a:cubicBezTo>
                      <a:cubicBezTo>
                        <a:pt x="8844" y="12418"/>
                        <a:pt x="8197" y="12724"/>
                        <a:pt x="7532" y="12959"/>
                      </a:cubicBezTo>
                      <a:cubicBezTo>
                        <a:pt x="6524" y="13316"/>
                        <a:pt x="5443" y="13535"/>
                        <a:pt x="4611" y="14222"/>
                      </a:cubicBezTo>
                      <a:cubicBezTo>
                        <a:pt x="4206" y="14556"/>
                        <a:pt x="3887" y="14985"/>
                        <a:pt x="3679" y="15471"/>
                      </a:cubicBezTo>
                      <a:cubicBezTo>
                        <a:pt x="3479" y="15817"/>
                        <a:pt x="3198" y="16106"/>
                        <a:pt x="2860" y="16312"/>
                      </a:cubicBezTo>
                      <a:cubicBezTo>
                        <a:pt x="2362" y="16616"/>
                        <a:pt x="1729" y="16763"/>
                        <a:pt x="1462" y="17296"/>
                      </a:cubicBezTo>
                      <a:cubicBezTo>
                        <a:pt x="1225" y="17769"/>
                        <a:pt x="1402" y="18316"/>
                        <a:pt x="1412" y="18842"/>
                      </a:cubicBezTo>
                      <a:cubicBezTo>
                        <a:pt x="1432" y="19824"/>
                        <a:pt x="877" y="20725"/>
                        <a:pt x="0" y="21133"/>
                      </a:cubicBezTo>
                      <a:lnTo>
                        <a:pt x="586" y="21600"/>
                      </a:lnTo>
                      <a:cubicBezTo>
                        <a:pt x="5308" y="19271"/>
                        <a:pt x="9593" y="16116"/>
                        <a:pt x="13246" y="12279"/>
                      </a:cubicBezTo>
                      <a:cubicBezTo>
                        <a:pt x="16673" y="8681"/>
                        <a:pt x="19495" y="4532"/>
                        <a:pt x="2160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52" name="îṣļídè"/>
                <p:cNvSpPr/>
                <p:nvPr/>
              </p:nvSpPr>
              <p:spPr bwMode="auto">
                <a:xfrm>
                  <a:off x="6438996" y="4873865"/>
                  <a:ext cx="58040" cy="153091"/>
                </a:xfrm>
                <a:custGeom>
                  <a:avLst/>
                  <a:gdLst>
                    <a:gd name="T0" fmla="*/ 10280 w 20560"/>
                    <a:gd name="T1" fmla="*/ 10586 h 21172"/>
                    <a:gd name="T2" fmla="*/ 10280 w 20560"/>
                    <a:gd name="T3" fmla="*/ 10586 h 21172"/>
                    <a:gd name="T4" fmla="*/ 10280 w 20560"/>
                    <a:gd name="T5" fmla="*/ 10586 h 21172"/>
                    <a:gd name="T6" fmla="*/ 10280 w 20560"/>
                    <a:gd name="T7" fmla="*/ 10586 h 211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560" h="21172">
                      <a:moveTo>
                        <a:pt x="7800" y="0"/>
                      </a:moveTo>
                      <a:lnTo>
                        <a:pt x="1142" y="765"/>
                      </a:lnTo>
                      <a:lnTo>
                        <a:pt x="14" y="4303"/>
                      </a:lnTo>
                      <a:lnTo>
                        <a:pt x="5170" y="8092"/>
                      </a:lnTo>
                      <a:lnTo>
                        <a:pt x="0" y="11375"/>
                      </a:lnTo>
                      <a:cubicBezTo>
                        <a:pt x="2789" y="11598"/>
                        <a:pt x="5194" y="12281"/>
                        <a:pt x="6597" y="13248"/>
                      </a:cubicBezTo>
                      <a:cubicBezTo>
                        <a:pt x="8277" y="14405"/>
                        <a:pt x="8326" y="15818"/>
                        <a:pt x="6727" y="16993"/>
                      </a:cubicBezTo>
                      <a:lnTo>
                        <a:pt x="9189" y="19523"/>
                      </a:lnTo>
                      <a:cubicBezTo>
                        <a:pt x="10190" y="20933"/>
                        <a:pt x="14323" y="21600"/>
                        <a:pt x="17583" y="20877"/>
                      </a:cubicBezTo>
                      <a:cubicBezTo>
                        <a:pt x="21196" y="20075"/>
                        <a:pt x="21600" y="18103"/>
                        <a:pt x="18360" y="17087"/>
                      </a:cubicBezTo>
                      <a:cubicBezTo>
                        <a:pt x="16563" y="16111"/>
                        <a:pt x="15042" y="15061"/>
                        <a:pt x="13824" y="13956"/>
                      </a:cubicBezTo>
                      <a:cubicBezTo>
                        <a:pt x="12396" y="12661"/>
                        <a:pt x="11394" y="11301"/>
                        <a:pt x="10842" y="9907"/>
                      </a:cubicBezTo>
                      <a:cubicBezTo>
                        <a:pt x="10964" y="8963"/>
                        <a:pt x="10964" y="8018"/>
                        <a:pt x="10842" y="7074"/>
                      </a:cubicBezTo>
                      <a:cubicBezTo>
                        <a:pt x="10634" y="5459"/>
                        <a:pt x="10070" y="3855"/>
                        <a:pt x="9157" y="2279"/>
                      </a:cubicBezTo>
                      <a:lnTo>
                        <a:pt x="780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53" name="îṣ1iḓê"/>
                <p:cNvSpPr/>
                <p:nvPr/>
              </p:nvSpPr>
              <p:spPr bwMode="auto">
                <a:xfrm>
                  <a:off x="6546621" y="5134766"/>
                  <a:ext cx="39464" cy="36979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7868" y="1684"/>
                      </a:moveTo>
                      <a:lnTo>
                        <a:pt x="531" y="0"/>
                      </a:lnTo>
                      <a:lnTo>
                        <a:pt x="0" y="7066"/>
                      </a:lnTo>
                      <a:lnTo>
                        <a:pt x="9782" y="15187"/>
                      </a:lnTo>
                      <a:lnTo>
                        <a:pt x="21600" y="21600"/>
                      </a:lnTo>
                      <a:lnTo>
                        <a:pt x="20799" y="8990"/>
                      </a:lnTo>
                      <a:lnTo>
                        <a:pt x="7868" y="168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54" name="íṥ1íďè"/>
                <p:cNvSpPr/>
                <p:nvPr/>
              </p:nvSpPr>
              <p:spPr bwMode="auto">
                <a:xfrm>
                  <a:off x="6610611" y="5174660"/>
                  <a:ext cx="86492" cy="81035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8591" y="4520"/>
                      </a:moveTo>
                      <a:lnTo>
                        <a:pt x="5210" y="1400"/>
                      </a:lnTo>
                      <a:lnTo>
                        <a:pt x="2367" y="0"/>
                      </a:lnTo>
                      <a:lnTo>
                        <a:pt x="0" y="993"/>
                      </a:lnTo>
                      <a:lnTo>
                        <a:pt x="3120" y="5543"/>
                      </a:lnTo>
                      <a:lnTo>
                        <a:pt x="8829" y="10517"/>
                      </a:lnTo>
                      <a:lnTo>
                        <a:pt x="9377" y="15480"/>
                      </a:lnTo>
                      <a:lnTo>
                        <a:pt x="14312" y="20149"/>
                      </a:lnTo>
                      <a:lnTo>
                        <a:pt x="18127" y="21600"/>
                      </a:lnTo>
                      <a:lnTo>
                        <a:pt x="21600" y="20137"/>
                      </a:lnTo>
                      <a:lnTo>
                        <a:pt x="17510" y="14016"/>
                      </a:lnTo>
                      <a:lnTo>
                        <a:pt x="12964" y="9921"/>
                      </a:lnTo>
                      <a:lnTo>
                        <a:pt x="8591" y="452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55" name="isḷiḋê"/>
                <p:cNvSpPr/>
                <p:nvPr/>
              </p:nvSpPr>
              <p:spPr bwMode="auto">
                <a:xfrm>
                  <a:off x="6876390" y="5004234"/>
                  <a:ext cx="32978" cy="38166"/>
                </a:xfrm>
                <a:custGeom>
                  <a:avLst/>
                  <a:gdLst>
                    <a:gd name="T0" fmla="+- 0 11056 513"/>
                    <a:gd name="T1" fmla="*/ T0 w 21087"/>
                    <a:gd name="T2" fmla="*/ 10800 h 21600"/>
                    <a:gd name="T3" fmla="+- 0 11056 513"/>
                    <a:gd name="T4" fmla="*/ T3 w 21087"/>
                    <a:gd name="T5" fmla="*/ 10800 h 21600"/>
                    <a:gd name="T6" fmla="+- 0 11056 513"/>
                    <a:gd name="T7" fmla="*/ T6 w 21087"/>
                    <a:gd name="T8" fmla="*/ 10800 h 21600"/>
                    <a:gd name="T9" fmla="+- 0 11056 513"/>
                    <a:gd name="T10" fmla="*/ T9 w 21087"/>
                    <a:gd name="T11" fmla="*/ 10800 h 21600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1087" h="21600">
                      <a:moveTo>
                        <a:pt x="16962" y="0"/>
                      </a:moveTo>
                      <a:lnTo>
                        <a:pt x="1783" y="1864"/>
                      </a:lnTo>
                      <a:cubicBezTo>
                        <a:pt x="-109" y="5075"/>
                        <a:pt x="-513" y="8812"/>
                        <a:pt x="657" y="12282"/>
                      </a:cubicBezTo>
                      <a:cubicBezTo>
                        <a:pt x="2131" y="16655"/>
                        <a:pt x="5904" y="20127"/>
                        <a:pt x="10784" y="21600"/>
                      </a:cubicBezTo>
                      <a:lnTo>
                        <a:pt x="21087" y="14558"/>
                      </a:lnTo>
                      <a:lnTo>
                        <a:pt x="1696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56" name="îṧḻíḋé"/>
                <p:cNvSpPr/>
                <p:nvPr/>
              </p:nvSpPr>
              <p:spPr bwMode="auto">
                <a:xfrm>
                  <a:off x="6825437" y="5045994"/>
                  <a:ext cx="28571" cy="30389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7117" y="0"/>
                      </a:moveTo>
                      <a:lnTo>
                        <a:pt x="0" y="5460"/>
                      </a:lnTo>
                      <a:lnTo>
                        <a:pt x="1597" y="19259"/>
                      </a:lnTo>
                      <a:lnTo>
                        <a:pt x="17761" y="21600"/>
                      </a:lnTo>
                      <a:lnTo>
                        <a:pt x="21600" y="13828"/>
                      </a:lnTo>
                      <a:lnTo>
                        <a:pt x="1711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57" name="ïşļïḋê"/>
                <p:cNvSpPr/>
                <p:nvPr/>
              </p:nvSpPr>
              <p:spPr bwMode="auto">
                <a:xfrm>
                  <a:off x="7139629" y="5188493"/>
                  <a:ext cx="40342" cy="41370"/>
                </a:xfrm>
                <a:custGeom>
                  <a:avLst/>
                  <a:gdLst>
                    <a:gd name="T0" fmla="+- 0 11243 1189"/>
                    <a:gd name="T1" fmla="*/ T0 w 20108"/>
                    <a:gd name="T2" fmla="*/ 10489 h 20978"/>
                    <a:gd name="T3" fmla="+- 0 11243 1189"/>
                    <a:gd name="T4" fmla="*/ T3 w 20108"/>
                    <a:gd name="T5" fmla="*/ 10489 h 20978"/>
                    <a:gd name="T6" fmla="+- 0 11243 1189"/>
                    <a:gd name="T7" fmla="*/ T6 w 20108"/>
                    <a:gd name="T8" fmla="*/ 10489 h 20978"/>
                    <a:gd name="T9" fmla="+- 0 11243 1189"/>
                    <a:gd name="T10" fmla="*/ T9 w 20108"/>
                    <a:gd name="T11" fmla="*/ 10489 h 20978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108" h="20978">
                      <a:moveTo>
                        <a:pt x="19810" y="0"/>
                      </a:moveTo>
                      <a:lnTo>
                        <a:pt x="5083" y="5544"/>
                      </a:lnTo>
                      <a:cubicBezTo>
                        <a:pt x="818" y="7157"/>
                        <a:pt x="-1189" y="12126"/>
                        <a:pt x="729" y="16323"/>
                      </a:cubicBezTo>
                      <a:cubicBezTo>
                        <a:pt x="2342" y="19854"/>
                        <a:pt x="6248" y="21600"/>
                        <a:pt x="10027" y="20777"/>
                      </a:cubicBezTo>
                      <a:cubicBezTo>
                        <a:pt x="14487" y="19806"/>
                        <a:pt x="17429" y="15774"/>
                        <a:pt x="18898" y="11315"/>
                      </a:cubicBezTo>
                      <a:cubicBezTo>
                        <a:pt x="20098" y="7674"/>
                        <a:pt x="20411" y="3791"/>
                        <a:pt x="1981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58" name="ïṣľïḓé"/>
                <p:cNvSpPr/>
                <p:nvPr/>
              </p:nvSpPr>
              <p:spPr bwMode="auto">
                <a:xfrm>
                  <a:off x="7259967" y="4937114"/>
                  <a:ext cx="66184" cy="55314"/>
                </a:xfrm>
                <a:custGeom>
                  <a:avLst/>
                  <a:gdLst>
                    <a:gd name="T0" fmla="+- 0 11003 652"/>
                    <a:gd name="T1" fmla="*/ T0 w 20703"/>
                    <a:gd name="T2" fmla="*/ 10283 h 20566"/>
                    <a:gd name="T3" fmla="+- 0 11003 652"/>
                    <a:gd name="T4" fmla="*/ T3 w 20703"/>
                    <a:gd name="T5" fmla="*/ 10283 h 20566"/>
                    <a:gd name="T6" fmla="+- 0 11003 652"/>
                    <a:gd name="T7" fmla="*/ T6 w 20703"/>
                    <a:gd name="T8" fmla="*/ 10283 h 20566"/>
                    <a:gd name="T9" fmla="+- 0 11003 652"/>
                    <a:gd name="T10" fmla="*/ T9 w 20703"/>
                    <a:gd name="T11" fmla="*/ 10283 h 20566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0703" h="20566">
                      <a:moveTo>
                        <a:pt x="9099" y="0"/>
                      </a:moveTo>
                      <a:lnTo>
                        <a:pt x="6797" y="4474"/>
                      </a:lnTo>
                      <a:lnTo>
                        <a:pt x="4155" y="12169"/>
                      </a:lnTo>
                      <a:cubicBezTo>
                        <a:pt x="1799" y="10958"/>
                        <a:pt x="-652" y="13629"/>
                        <a:pt x="158" y="16523"/>
                      </a:cubicBezTo>
                      <a:cubicBezTo>
                        <a:pt x="1013" y="19578"/>
                        <a:pt x="4559" y="19848"/>
                        <a:pt x="5735" y="16948"/>
                      </a:cubicBezTo>
                      <a:lnTo>
                        <a:pt x="10353" y="9481"/>
                      </a:lnTo>
                      <a:cubicBezTo>
                        <a:pt x="11293" y="7860"/>
                        <a:pt x="13199" y="7545"/>
                        <a:pt x="14475" y="8801"/>
                      </a:cubicBezTo>
                      <a:cubicBezTo>
                        <a:pt x="16759" y="11049"/>
                        <a:pt x="15506" y="15461"/>
                        <a:pt x="12543" y="15604"/>
                      </a:cubicBezTo>
                      <a:cubicBezTo>
                        <a:pt x="11461" y="16716"/>
                        <a:pt x="11461" y="18710"/>
                        <a:pt x="12543" y="19821"/>
                      </a:cubicBezTo>
                      <a:cubicBezTo>
                        <a:pt x="14274" y="21600"/>
                        <a:pt x="16807" y="19957"/>
                        <a:pt x="18366" y="17390"/>
                      </a:cubicBezTo>
                      <a:cubicBezTo>
                        <a:pt x="19873" y="14907"/>
                        <a:pt x="20948" y="11992"/>
                        <a:pt x="20655" y="8954"/>
                      </a:cubicBezTo>
                      <a:cubicBezTo>
                        <a:pt x="20369" y="5989"/>
                        <a:pt x="18809" y="3414"/>
                        <a:pt x="16535" y="2151"/>
                      </a:cubicBezTo>
                      <a:lnTo>
                        <a:pt x="909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59" name="iş1íḓè"/>
                <p:cNvSpPr/>
                <p:nvPr/>
              </p:nvSpPr>
              <p:spPr bwMode="auto">
                <a:xfrm>
                  <a:off x="7428765" y="4907611"/>
                  <a:ext cx="30372" cy="4753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6604" y="0"/>
                      </a:moveTo>
                      <a:lnTo>
                        <a:pt x="6746" y="6215"/>
                      </a:lnTo>
                      <a:lnTo>
                        <a:pt x="1510" y="12307"/>
                      </a:lnTo>
                      <a:lnTo>
                        <a:pt x="0" y="21600"/>
                      </a:lnTo>
                      <a:lnTo>
                        <a:pt x="16395" y="17422"/>
                      </a:lnTo>
                      <a:lnTo>
                        <a:pt x="21600" y="9940"/>
                      </a:lnTo>
                      <a:lnTo>
                        <a:pt x="166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60" name="îŝ1îḑe"/>
                <p:cNvSpPr/>
                <p:nvPr/>
              </p:nvSpPr>
              <p:spPr bwMode="auto">
                <a:xfrm>
                  <a:off x="7295344" y="4792305"/>
                  <a:ext cx="17290" cy="27730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17688" y="0"/>
                      </a:moveTo>
                      <a:lnTo>
                        <a:pt x="3114" y="6842"/>
                      </a:lnTo>
                      <a:lnTo>
                        <a:pt x="0" y="21600"/>
                      </a:lnTo>
                      <a:lnTo>
                        <a:pt x="21600" y="19569"/>
                      </a:lnTo>
                      <a:lnTo>
                        <a:pt x="1768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61" name="íṥľïḑè"/>
                <p:cNvSpPr/>
                <p:nvPr/>
              </p:nvSpPr>
              <p:spPr bwMode="auto">
                <a:xfrm>
                  <a:off x="6072136" y="5017938"/>
                  <a:ext cx="71765" cy="98700"/>
                </a:xfrm>
                <a:custGeom>
                  <a:avLst/>
                  <a:gdLst>
                    <a:gd name="T0" fmla="*/ 10535 w 21070"/>
                    <a:gd name="T1" fmla="*/ 10673 h 21347"/>
                    <a:gd name="T2" fmla="*/ 10535 w 21070"/>
                    <a:gd name="T3" fmla="*/ 10673 h 21347"/>
                    <a:gd name="T4" fmla="*/ 10535 w 21070"/>
                    <a:gd name="T5" fmla="*/ 10673 h 21347"/>
                    <a:gd name="T6" fmla="*/ 10535 w 21070"/>
                    <a:gd name="T7" fmla="*/ 10673 h 21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070" h="21347">
                      <a:moveTo>
                        <a:pt x="5049" y="0"/>
                      </a:moveTo>
                      <a:lnTo>
                        <a:pt x="0" y="1652"/>
                      </a:lnTo>
                      <a:lnTo>
                        <a:pt x="1021" y="6996"/>
                      </a:lnTo>
                      <a:cubicBezTo>
                        <a:pt x="1305" y="8755"/>
                        <a:pt x="1518" y="10520"/>
                        <a:pt x="1660" y="12288"/>
                      </a:cubicBezTo>
                      <a:cubicBezTo>
                        <a:pt x="1804" y="14080"/>
                        <a:pt x="1876" y="15875"/>
                        <a:pt x="1874" y="17670"/>
                      </a:cubicBezTo>
                      <a:lnTo>
                        <a:pt x="9180" y="21231"/>
                      </a:lnTo>
                      <a:cubicBezTo>
                        <a:pt x="11950" y="21600"/>
                        <a:pt x="14803" y="21082"/>
                        <a:pt x="17023" y="19807"/>
                      </a:cubicBezTo>
                      <a:cubicBezTo>
                        <a:pt x="20195" y="17985"/>
                        <a:pt x="21600" y="14976"/>
                        <a:pt x="20890" y="12051"/>
                      </a:cubicBezTo>
                      <a:cubicBezTo>
                        <a:pt x="20330" y="9748"/>
                        <a:pt x="18503" y="7718"/>
                        <a:pt x="15841" y="6442"/>
                      </a:cubicBezTo>
                      <a:lnTo>
                        <a:pt x="10024" y="1573"/>
                      </a:lnTo>
                      <a:lnTo>
                        <a:pt x="5049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  <p:sp>
              <p:nvSpPr>
                <p:cNvPr id="62" name="í$lídê"/>
                <p:cNvSpPr/>
                <p:nvPr/>
              </p:nvSpPr>
              <p:spPr bwMode="auto">
                <a:xfrm>
                  <a:off x="5138358" y="5355220"/>
                  <a:ext cx="220549" cy="242272"/>
                </a:xfrm>
                <a:custGeom>
                  <a:avLst/>
                  <a:gdLst>
                    <a:gd name="T0" fmla="*/ 10800 w 21600"/>
                    <a:gd name="T1" fmla="*/ 10800 h 21600"/>
                    <a:gd name="T2" fmla="*/ 10800 w 21600"/>
                    <a:gd name="T3" fmla="*/ 10800 h 21600"/>
                    <a:gd name="T4" fmla="*/ 10800 w 21600"/>
                    <a:gd name="T5" fmla="*/ 10800 h 21600"/>
                    <a:gd name="T6" fmla="*/ 10800 w 21600"/>
                    <a:gd name="T7" fmla="*/ 108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600" h="21600">
                      <a:moveTo>
                        <a:pt x="6835" y="10174"/>
                      </a:moveTo>
                      <a:lnTo>
                        <a:pt x="7686" y="8743"/>
                      </a:lnTo>
                      <a:lnTo>
                        <a:pt x="6918" y="6235"/>
                      </a:lnTo>
                      <a:lnTo>
                        <a:pt x="5238" y="4125"/>
                      </a:lnTo>
                      <a:cubicBezTo>
                        <a:pt x="5520" y="3407"/>
                        <a:pt x="6190" y="2873"/>
                        <a:pt x="7009" y="2714"/>
                      </a:cubicBezTo>
                      <a:cubicBezTo>
                        <a:pt x="8203" y="2482"/>
                        <a:pt x="9407" y="3066"/>
                        <a:pt x="9862" y="4098"/>
                      </a:cubicBezTo>
                      <a:cubicBezTo>
                        <a:pt x="10521" y="3211"/>
                        <a:pt x="11273" y="2385"/>
                        <a:pt x="12108" y="1631"/>
                      </a:cubicBezTo>
                      <a:cubicBezTo>
                        <a:pt x="12764" y="1039"/>
                        <a:pt x="13470" y="494"/>
                        <a:pt x="14218" y="0"/>
                      </a:cubicBezTo>
                      <a:lnTo>
                        <a:pt x="17085" y="3303"/>
                      </a:lnTo>
                      <a:cubicBezTo>
                        <a:pt x="17601" y="3636"/>
                        <a:pt x="18000" y="4099"/>
                        <a:pt x="18231" y="4635"/>
                      </a:cubicBezTo>
                      <a:cubicBezTo>
                        <a:pt x="18558" y="5392"/>
                        <a:pt x="18534" y="6237"/>
                        <a:pt x="18164" y="6977"/>
                      </a:cubicBezTo>
                      <a:lnTo>
                        <a:pt x="17954" y="11018"/>
                      </a:lnTo>
                      <a:lnTo>
                        <a:pt x="18384" y="13105"/>
                      </a:lnTo>
                      <a:cubicBezTo>
                        <a:pt x="18361" y="13550"/>
                        <a:pt x="18361" y="13995"/>
                        <a:pt x="18384" y="14439"/>
                      </a:cubicBezTo>
                      <a:cubicBezTo>
                        <a:pt x="18418" y="15093"/>
                        <a:pt x="18501" y="15745"/>
                        <a:pt x="18635" y="16388"/>
                      </a:cubicBezTo>
                      <a:lnTo>
                        <a:pt x="20175" y="18900"/>
                      </a:lnTo>
                      <a:lnTo>
                        <a:pt x="21600" y="21600"/>
                      </a:lnTo>
                      <a:cubicBezTo>
                        <a:pt x="17508" y="20470"/>
                        <a:pt x="13590" y="18871"/>
                        <a:pt x="9940" y="16841"/>
                      </a:cubicBezTo>
                      <a:cubicBezTo>
                        <a:pt x="6304" y="14820"/>
                        <a:pt x="2965" y="12388"/>
                        <a:pt x="0" y="9603"/>
                      </a:cubicBezTo>
                      <a:lnTo>
                        <a:pt x="6835" y="101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ffectLst/>
              </p:spPr>
              <p:txBody>
                <a:bodyPr lIns="121919" tIns="121919" rIns="121919" bIns="121919" anchor="ctr"/>
                <a:lstStyle>
                  <a:lvl1pPr defTabSz="455930">
                    <a:defRPr sz="2500">
                      <a:solidFill>
                        <a:srgbClr val="53585F"/>
                      </a:solidFill>
                    </a:defRPr>
                  </a:lvl1pPr>
                  <a:lvl2pPr defTabSz="455930">
                    <a:defRPr sz="2500">
                      <a:solidFill>
                        <a:srgbClr val="53585F"/>
                      </a:solidFill>
                    </a:defRPr>
                  </a:lvl2pPr>
                  <a:lvl3pPr defTabSz="455930">
                    <a:defRPr sz="2500">
                      <a:solidFill>
                        <a:srgbClr val="53585F"/>
                      </a:solidFill>
                    </a:defRPr>
                  </a:lvl3pPr>
                  <a:lvl4pPr defTabSz="455930">
                    <a:defRPr sz="2500">
                      <a:solidFill>
                        <a:srgbClr val="53585F"/>
                      </a:solidFill>
                    </a:defRPr>
                  </a:lvl4pPr>
                  <a:lvl5pPr defTabSz="455930">
                    <a:defRPr sz="2500">
                      <a:solidFill>
                        <a:srgbClr val="53585F"/>
                      </a:solidFill>
                    </a:defRPr>
                  </a:lvl5pPr>
                  <a:lvl6pPr marL="4572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6pPr>
                  <a:lvl7pPr marL="9144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7pPr>
                  <a:lvl8pPr marL="13716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8pPr>
                  <a:lvl9pPr marL="1828800" indent="914400" defTabSz="45593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500">
                      <a:solidFill>
                        <a:srgbClr val="53585F"/>
                      </a:solidFill>
                    </a:defRPr>
                  </a:lvl9pPr>
                </a:lstStyle>
                <a:p>
                  <a:pPr algn="ctr"/>
                  <a:endParaRPr lang="ru-RU" altLang="ru-RU" sz="1800">
                    <a:solidFill>
                      <a:srgbClr val="070707"/>
                    </a:solidFill>
                  </a:endParaRPr>
                </a:p>
              </p:txBody>
            </p:sp>
          </p:grpSp>
          <p:sp>
            <p:nvSpPr>
              <p:cNvPr id="30" name="íṣlíḑè"/>
              <p:cNvSpPr/>
              <p:nvPr/>
            </p:nvSpPr>
            <p:spPr bwMode="auto">
              <a:xfrm>
                <a:off x="4494824" y="2568052"/>
                <a:ext cx="3223332" cy="3223439"/>
              </a:xfrm>
              <a:custGeom>
                <a:avLst/>
                <a:gdLst>
                  <a:gd name="T0" fmla="+- 0 10800 961"/>
                  <a:gd name="T1" fmla="*/ T0 w 19679"/>
                  <a:gd name="T2" fmla="+- 0 10800 961"/>
                  <a:gd name="T3" fmla="*/ 10800 h 19679"/>
                  <a:gd name="T4" fmla="+- 0 10800 961"/>
                  <a:gd name="T5" fmla="*/ T4 w 19679"/>
                  <a:gd name="T6" fmla="+- 0 10800 961"/>
                  <a:gd name="T7" fmla="*/ 10800 h 19679"/>
                  <a:gd name="T8" fmla="+- 0 10800 961"/>
                  <a:gd name="T9" fmla="*/ T8 w 19679"/>
                  <a:gd name="T10" fmla="+- 0 10800 961"/>
                  <a:gd name="T11" fmla="*/ 10800 h 19679"/>
                  <a:gd name="T12" fmla="+- 0 10800 961"/>
                  <a:gd name="T13" fmla="*/ T12 w 19679"/>
                  <a:gd name="T14" fmla="+- 0 10800 961"/>
                  <a:gd name="T15" fmla="*/ 10800 h 19679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</a:cxnLst>
                <a:rect l="0" t="0" r="r" b="b"/>
                <a:pathLst>
                  <a:path w="19679" h="19679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w="76200" cap="flat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  <a:miter lim="0"/>
                <a:headEnd type="none" w="med" len="med"/>
                <a:tailEnd type="none" w="med" len="med"/>
              </a:ln>
              <a:effectLst/>
            </p:spPr>
            <p:txBody>
              <a:bodyPr lIns="121919" tIns="121919" rIns="121919" bIns="121919" anchor="ctr"/>
              <a:lstStyle>
                <a:lvl1pPr defTabSz="455930">
                  <a:defRPr sz="2500">
                    <a:solidFill>
                      <a:srgbClr val="53585F"/>
                    </a:solidFill>
                  </a:defRPr>
                </a:lvl1pPr>
                <a:lvl2pPr defTabSz="455930">
                  <a:defRPr sz="2500">
                    <a:solidFill>
                      <a:srgbClr val="53585F"/>
                    </a:solidFill>
                  </a:defRPr>
                </a:lvl2pPr>
                <a:lvl3pPr defTabSz="455930">
                  <a:defRPr sz="2500">
                    <a:solidFill>
                      <a:srgbClr val="53585F"/>
                    </a:solidFill>
                  </a:defRPr>
                </a:lvl3pPr>
                <a:lvl4pPr defTabSz="455930">
                  <a:defRPr sz="2500">
                    <a:solidFill>
                      <a:srgbClr val="53585F"/>
                    </a:solidFill>
                  </a:defRPr>
                </a:lvl4pPr>
                <a:lvl5pPr defTabSz="455930">
                  <a:defRPr sz="2500">
                    <a:solidFill>
                      <a:srgbClr val="53585F"/>
                    </a:solidFill>
                  </a:defRPr>
                </a:lvl5pPr>
                <a:lvl6pPr marL="457200" indent="914400" defTabSz="45593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rgbClr val="53585F"/>
                    </a:solidFill>
                  </a:defRPr>
                </a:lvl6pPr>
                <a:lvl7pPr marL="914400" indent="914400" defTabSz="45593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rgbClr val="53585F"/>
                    </a:solidFill>
                  </a:defRPr>
                </a:lvl7pPr>
                <a:lvl8pPr marL="1371600" indent="914400" defTabSz="45593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rgbClr val="53585F"/>
                    </a:solidFill>
                  </a:defRPr>
                </a:lvl8pPr>
                <a:lvl9pPr marL="1828800" indent="914400" defTabSz="455930" fontAlgn="base" hangingPunct="0">
                  <a:spcBef>
                    <a:spcPct val="0"/>
                  </a:spcBef>
                  <a:spcAft>
                    <a:spcPct val="0"/>
                  </a:spcAft>
                  <a:defRPr sz="2500">
                    <a:solidFill>
                      <a:srgbClr val="53585F"/>
                    </a:solidFill>
                  </a:defRPr>
                </a:lvl9pPr>
              </a:lstStyle>
              <a:p>
                <a:pPr algn="ctr"/>
                <a:endParaRPr lang="ru-RU" altLang="ru-RU" sz="1800">
                  <a:solidFill>
                    <a:srgbClr val="77716C"/>
                  </a:solidFill>
                </a:endParaRPr>
              </a:p>
            </p:txBody>
          </p:sp>
        </p:grpSp>
        <p:grpSp>
          <p:nvGrpSpPr>
            <p:cNvPr id="9" name="îṧḻïḍè"/>
            <p:cNvGrpSpPr/>
            <p:nvPr/>
          </p:nvGrpSpPr>
          <p:grpSpPr>
            <a:xfrm>
              <a:off x="3541506" y="3724011"/>
              <a:ext cx="763794" cy="765340"/>
              <a:chOff x="2537774" y="2043997"/>
              <a:chExt cx="755204" cy="756734"/>
            </a:xfrm>
          </p:grpSpPr>
          <p:sp>
            <p:nvSpPr>
              <p:cNvPr id="27" name="iṩliďè"/>
              <p:cNvSpPr/>
              <p:nvPr/>
            </p:nvSpPr>
            <p:spPr bwMode="auto">
              <a:xfrm>
                <a:off x="2537774" y="2043997"/>
                <a:ext cx="755204" cy="756734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endParaRPr lang="zh-CN" altLang="en-US" sz="1700"/>
              </a:p>
            </p:txBody>
          </p:sp>
          <p:sp>
            <p:nvSpPr>
              <p:cNvPr id="28" name="îś1îďé"/>
              <p:cNvSpPr/>
              <p:nvPr/>
            </p:nvSpPr>
            <p:spPr bwMode="auto">
              <a:xfrm>
                <a:off x="2718239" y="2228850"/>
                <a:ext cx="394276" cy="387024"/>
              </a:xfrm>
              <a:custGeom>
                <a:avLst/>
                <a:gdLst>
                  <a:gd name="connsiteX0" fmla="*/ 170608 w 607804"/>
                  <a:gd name="connsiteY0" fmla="*/ 262009 h 596630"/>
                  <a:gd name="connsiteX1" fmla="*/ 260792 w 607804"/>
                  <a:gd name="connsiteY1" fmla="*/ 427304 h 596630"/>
                  <a:gd name="connsiteX2" fmla="*/ 303865 w 607804"/>
                  <a:gd name="connsiteY2" fmla="*/ 451493 h 596630"/>
                  <a:gd name="connsiteX3" fmla="*/ 346938 w 607804"/>
                  <a:gd name="connsiteY3" fmla="*/ 427304 h 596630"/>
                  <a:gd name="connsiteX4" fmla="*/ 408855 w 607804"/>
                  <a:gd name="connsiteY4" fmla="*/ 319795 h 596630"/>
                  <a:gd name="connsiteX5" fmla="*/ 519229 w 607804"/>
                  <a:gd name="connsiteY5" fmla="*/ 298293 h 596630"/>
                  <a:gd name="connsiteX6" fmla="*/ 552880 w 607804"/>
                  <a:gd name="connsiteY6" fmla="*/ 319795 h 596630"/>
                  <a:gd name="connsiteX7" fmla="*/ 606721 w 607804"/>
                  <a:gd name="connsiteY7" fmla="*/ 538844 h 596630"/>
                  <a:gd name="connsiteX8" fmla="*/ 602683 w 607804"/>
                  <a:gd name="connsiteY8" fmla="*/ 563034 h 596630"/>
                  <a:gd name="connsiteX9" fmla="*/ 582493 w 607804"/>
                  <a:gd name="connsiteY9" fmla="*/ 575128 h 596630"/>
                  <a:gd name="connsiteX10" fmla="*/ 414239 w 607804"/>
                  <a:gd name="connsiteY10" fmla="*/ 596630 h 596630"/>
                  <a:gd name="connsiteX11" fmla="*/ 400779 w 607804"/>
                  <a:gd name="connsiteY11" fmla="*/ 595286 h 596630"/>
                  <a:gd name="connsiteX12" fmla="*/ 205605 w 607804"/>
                  <a:gd name="connsiteY12" fmla="*/ 532125 h 596630"/>
                  <a:gd name="connsiteX13" fmla="*/ 189453 w 607804"/>
                  <a:gd name="connsiteY13" fmla="*/ 532125 h 596630"/>
                  <a:gd name="connsiteX14" fmla="*/ 37352 w 607804"/>
                  <a:gd name="connsiteY14" fmla="*/ 572441 h 596630"/>
                  <a:gd name="connsiteX15" fmla="*/ 9085 w 607804"/>
                  <a:gd name="connsiteY15" fmla="*/ 565721 h 596630"/>
                  <a:gd name="connsiteX16" fmla="*/ 1009 w 607804"/>
                  <a:gd name="connsiteY16" fmla="*/ 537500 h 596630"/>
                  <a:gd name="connsiteX17" fmla="*/ 54850 w 607804"/>
                  <a:gd name="connsiteY17" fmla="*/ 321139 h 596630"/>
                  <a:gd name="connsiteX18" fmla="*/ 72348 w 607804"/>
                  <a:gd name="connsiteY18" fmla="*/ 300981 h 596630"/>
                  <a:gd name="connsiteX19" fmla="*/ 302554 w 607804"/>
                  <a:gd name="connsiteY19" fmla="*/ 68530 h 596630"/>
                  <a:gd name="connsiteX20" fmla="*/ 237945 w 607804"/>
                  <a:gd name="connsiteY20" fmla="*/ 133029 h 596630"/>
                  <a:gd name="connsiteX21" fmla="*/ 302554 w 607804"/>
                  <a:gd name="connsiteY21" fmla="*/ 197528 h 596630"/>
                  <a:gd name="connsiteX22" fmla="*/ 367164 w 607804"/>
                  <a:gd name="connsiteY22" fmla="*/ 133029 h 596630"/>
                  <a:gd name="connsiteX23" fmla="*/ 302554 w 607804"/>
                  <a:gd name="connsiteY23" fmla="*/ 68530 h 596630"/>
                  <a:gd name="connsiteX24" fmla="*/ 303901 w 607804"/>
                  <a:gd name="connsiteY24" fmla="*/ 0 h 596630"/>
                  <a:gd name="connsiteX25" fmla="*/ 438504 w 607804"/>
                  <a:gd name="connsiteY25" fmla="*/ 134373 h 596630"/>
                  <a:gd name="connsiteX26" fmla="*/ 313323 w 607804"/>
                  <a:gd name="connsiteY26" fmla="*/ 407150 h 596630"/>
                  <a:gd name="connsiteX27" fmla="*/ 303901 w 607804"/>
                  <a:gd name="connsiteY27" fmla="*/ 412525 h 596630"/>
                  <a:gd name="connsiteX28" fmla="*/ 294478 w 607804"/>
                  <a:gd name="connsiteY28" fmla="*/ 407150 h 596630"/>
                  <a:gd name="connsiteX29" fmla="*/ 169297 w 607804"/>
                  <a:gd name="connsiteY29" fmla="*/ 134373 h 596630"/>
                  <a:gd name="connsiteX30" fmla="*/ 303901 w 607804"/>
                  <a:gd name="connsiteY30" fmla="*/ 0 h 596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7804" h="596630">
                    <a:moveTo>
                      <a:pt x="170608" y="262009"/>
                    </a:moveTo>
                    <a:cubicBezTo>
                      <a:pt x="196183" y="317107"/>
                      <a:pt x="229834" y="376237"/>
                      <a:pt x="260792" y="427304"/>
                    </a:cubicBezTo>
                    <a:cubicBezTo>
                      <a:pt x="270214" y="442086"/>
                      <a:pt x="286367" y="451493"/>
                      <a:pt x="303865" y="451493"/>
                    </a:cubicBezTo>
                    <a:cubicBezTo>
                      <a:pt x="321363" y="451493"/>
                      <a:pt x="337516" y="442086"/>
                      <a:pt x="346938" y="427304"/>
                    </a:cubicBezTo>
                    <a:cubicBezTo>
                      <a:pt x="367128" y="393707"/>
                      <a:pt x="388665" y="357423"/>
                      <a:pt x="408855" y="319795"/>
                    </a:cubicBezTo>
                    <a:cubicBezTo>
                      <a:pt x="411547" y="319795"/>
                      <a:pt x="519229" y="298293"/>
                      <a:pt x="519229" y="298293"/>
                    </a:cubicBezTo>
                    <a:cubicBezTo>
                      <a:pt x="534036" y="295605"/>
                      <a:pt x="548842" y="305013"/>
                      <a:pt x="552880" y="319795"/>
                    </a:cubicBezTo>
                    <a:lnTo>
                      <a:pt x="606721" y="538844"/>
                    </a:lnTo>
                    <a:cubicBezTo>
                      <a:pt x="609413" y="546907"/>
                      <a:pt x="606721" y="556314"/>
                      <a:pt x="602683" y="563034"/>
                    </a:cubicBezTo>
                    <a:cubicBezTo>
                      <a:pt x="598645" y="569753"/>
                      <a:pt x="590569" y="573784"/>
                      <a:pt x="582493" y="575128"/>
                    </a:cubicBezTo>
                    <a:lnTo>
                      <a:pt x="414239" y="596630"/>
                    </a:lnTo>
                    <a:cubicBezTo>
                      <a:pt x="408855" y="596630"/>
                      <a:pt x="404817" y="596630"/>
                      <a:pt x="400779" y="595286"/>
                    </a:cubicBezTo>
                    <a:lnTo>
                      <a:pt x="205605" y="532125"/>
                    </a:lnTo>
                    <a:cubicBezTo>
                      <a:pt x="200221" y="530781"/>
                      <a:pt x="194837" y="530781"/>
                      <a:pt x="189453" y="532125"/>
                    </a:cubicBezTo>
                    <a:lnTo>
                      <a:pt x="37352" y="572441"/>
                    </a:lnTo>
                    <a:cubicBezTo>
                      <a:pt x="26584" y="575128"/>
                      <a:pt x="15815" y="572441"/>
                      <a:pt x="9085" y="565721"/>
                    </a:cubicBezTo>
                    <a:cubicBezTo>
                      <a:pt x="1009" y="557658"/>
                      <a:pt x="-1683" y="546907"/>
                      <a:pt x="1009" y="537500"/>
                    </a:cubicBezTo>
                    <a:lnTo>
                      <a:pt x="54850" y="321139"/>
                    </a:lnTo>
                    <a:cubicBezTo>
                      <a:pt x="57542" y="311732"/>
                      <a:pt x="64272" y="305013"/>
                      <a:pt x="72348" y="300981"/>
                    </a:cubicBezTo>
                    <a:close/>
                    <a:moveTo>
                      <a:pt x="302554" y="68530"/>
                    </a:moveTo>
                    <a:cubicBezTo>
                      <a:pt x="266212" y="68530"/>
                      <a:pt x="237945" y="98092"/>
                      <a:pt x="237945" y="133029"/>
                    </a:cubicBezTo>
                    <a:cubicBezTo>
                      <a:pt x="237945" y="169310"/>
                      <a:pt x="266212" y="197528"/>
                      <a:pt x="302554" y="197528"/>
                    </a:cubicBezTo>
                    <a:cubicBezTo>
                      <a:pt x="338897" y="197528"/>
                      <a:pt x="367164" y="167966"/>
                      <a:pt x="367164" y="133029"/>
                    </a:cubicBezTo>
                    <a:cubicBezTo>
                      <a:pt x="367164" y="96749"/>
                      <a:pt x="337551" y="68530"/>
                      <a:pt x="302554" y="68530"/>
                    </a:cubicBezTo>
                    <a:close/>
                    <a:moveTo>
                      <a:pt x="303901" y="0"/>
                    </a:moveTo>
                    <a:cubicBezTo>
                      <a:pt x="377932" y="0"/>
                      <a:pt x="438504" y="60468"/>
                      <a:pt x="438504" y="134373"/>
                    </a:cubicBezTo>
                    <a:cubicBezTo>
                      <a:pt x="438504" y="196185"/>
                      <a:pt x="344282" y="357432"/>
                      <a:pt x="313323" y="407150"/>
                    </a:cubicBezTo>
                    <a:cubicBezTo>
                      <a:pt x="310631" y="409838"/>
                      <a:pt x="307939" y="412525"/>
                      <a:pt x="303901" y="412525"/>
                    </a:cubicBezTo>
                    <a:cubicBezTo>
                      <a:pt x="301208" y="412525"/>
                      <a:pt x="297170" y="409838"/>
                      <a:pt x="294478" y="407150"/>
                    </a:cubicBezTo>
                    <a:cubicBezTo>
                      <a:pt x="263519" y="357432"/>
                      <a:pt x="169297" y="196185"/>
                      <a:pt x="169297" y="134373"/>
                    </a:cubicBezTo>
                    <a:cubicBezTo>
                      <a:pt x="169297" y="60468"/>
                      <a:pt x="229869" y="0"/>
                      <a:pt x="3039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0" name="iŝľîde"/>
            <p:cNvGrpSpPr/>
            <p:nvPr/>
          </p:nvGrpSpPr>
          <p:grpSpPr>
            <a:xfrm>
              <a:off x="7886700" y="3724011"/>
              <a:ext cx="763794" cy="765340"/>
              <a:chOff x="2537774" y="2043997"/>
              <a:chExt cx="755204" cy="756734"/>
            </a:xfrm>
          </p:grpSpPr>
          <p:sp>
            <p:nvSpPr>
              <p:cNvPr id="25" name="î$ľíḍé"/>
              <p:cNvSpPr/>
              <p:nvPr/>
            </p:nvSpPr>
            <p:spPr bwMode="auto">
              <a:xfrm>
                <a:off x="2537774" y="2043997"/>
                <a:ext cx="755204" cy="756734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endParaRPr lang="zh-CN" altLang="en-US" sz="1700"/>
              </a:p>
            </p:txBody>
          </p:sp>
          <p:sp>
            <p:nvSpPr>
              <p:cNvPr id="26" name="íSḻiḋé"/>
              <p:cNvSpPr/>
              <p:nvPr/>
            </p:nvSpPr>
            <p:spPr bwMode="auto">
              <a:xfrm>
                <a:off x="2718239" y="2228850"/>
                <a:ext cx="394276" cy="387024"/>
              </a:xfrm>
              <a:custGeom>
                <a:avLst/>
                <a:gdLst>
                  <a:gd name="connsiteX0" fmla="*/ 170608 w 607804"/>
                  <a:gd name="connsiteY0" fmla="*/ 262009 h 596630"/>
                  <a:gd name="connsiteX1" fmla="*/ 260792 w 607804"/>
                  <a:gd name="connsiteY1" fmla="*/ 427304 h 596630"/>
                  <a:gd name="connsiteX2" fmla="*/ 303865 w 607804"/>
                  <a:gd name="connsiteY2" fmla="*/ 451493 h 596630"/>
                  <a:gd name="connsiteX3" fmla="*/ 346938 w 607804"/>
                  <a:gd name="connsiteY3" fmla="*/ 427304 h 596630"/>
                  <a:gd name="connsiteX4" fmla="*/ 408855 w 607804"/>
                  <a:gd name="connsiteY4" fmla="*/ 319795 h 596630"/>
                  <a:gd name="connsiteX5" fmla="*/ 519229 w 607804"/>
                  <a:gd name="connsiteY5" fmla="*/ 298293 h 596630"/>
                  <a:gd name="connsiteX6" fmla="*/ 552880 w 607804"/>
                  <a:gd name="connsiteY6" fmla="*/ 319795 h 596630"/>
                  <a:gd name="connsiteX7" fmla="*/ 606721 w 607804"/>
                  <a:gd name="connsiteY7" fmla="*/ 538844 h 596630"/>
                  <a:gd name="connsiteX8" fmla="*/ 602683 w 607804"/>
                  <a:gd name="connsiteY8" fmla="*/ 563034 h 596630"/>
                  <a:gd name="connsiteX9" fmla="*/ 582493 w 607804"/>
                  <a:gd name="connsiteY9" fmla="*/ 575128 h 596630"/>
                  <a:gd name="connsiteX10" fmla="*/ 414239 w 607804"/>
                  <a:gd name="connsiteY10" fmla="*/ 596630 h 596630"/>
                  <a:gd name="connsiteX11" fmla="*/ 400779 w 607804"/>
                  <a:gd name="connsiteY11" fmla="*/ 595286 h 596630"/>
                  <a:gd name="connsiteX12" fmla="*/ 205605 w 607804"/>
                  <a:gd name="connsiteY12" fmla="*/ 532125 h 596630"/>
                  <a:gd name="connsiteX13" fmla="*/ 189453 w 607804"/>
                  <a:gd name="connsiteY13" fmla="*/ 532125 h 596630"/>
                  <a:gd name="connsiteX14" fmla="*/ 37352 w 607804"/>
                  <a:gd name="connsiteY14" fmla="*/ 572441 h 596630"/>
                  <a:gd name="connsiteX15" fmla="*/ 9085 w 607804"/>
                  <a:gd name="connsiteY15" fmla="*/ 565721 h 596630"/>
                  <a:gd name="connsiteX16" fmla="*/ 1009 w 607804"/>
                  <a:gd name="connsiteY16" fmla="*/ 537500 h 596630"/>
                  <a:gd name="connsiteX17" fmla="*/ 54850 w 607804"/>
                  <a:gd name="connsiteY17" fmla="*/ 321139 h 596630"/>
                  <a:gd name="connsiteX18" fmla="*/ 72348 w 607804"/>
                  <a:gd name="connsiteY18" fmla="*/ 300981 h 596630"/>
                  <a:gd name="connsiteX19" fmla="*/ 302554 w 607804"/>
                  <a:gd name="connsiteY19" fmla="*/ 68530 h 596630"/>
                  <a:gd name="connsiteX20" fmla="*/ 237945 w 607804"/>
                  <a:gd name="connsiteY20" fmla="*/ 133029 h 596630"/>
                  <a:gd name="connsiteX21" fmla="*/ 302554 w 607804"/>
                  <a:gd name="connsiteY21" fmla="*/ 197528 h 596630"/>
                  <a:gd name="connsiteX22" fmla="*/ 367164 w 607804"/>
                  <a:gd name="connsiteY22" fmla="*/ 133029 h 596630"/>
                  <a:gd name="connsiteX23" fmla="*/ 302554 w 607804"/>
                  <a:gd name="connsiteY23" fmla="*/ 68530 h 596630"/>
                  <a:gd name="connsiteX24" fmla="*/ 303901 w 607804"/>
                  <a:gd name="connsiteY24" fmla="*/ 0 h 596630"/>
                  <a:gd name="connsiteX25" fmla="*/ 438504 w 607804"/>
                  <a:gd name="connsiteY25" fmla="*/ 134373 h 596630"/>
                  <a:gd name="connsiteX26" fmla="*/ 313323 w 607804"/>
                  <a:gd name="connsiteY26" fmla="*/ 407150 h 596630"/>
                  <a:gd name="connsiteX27" fmla="*/ 303901 w 607804"/>
                  <a:gd name="connsiteY27" fmla="*/ 412525 h 596630"/>
                  <a:gd name="connsiteX28" fmla="*/ 294478 w 607804"/>
                  <a:gd name="connsiteY28" fmla="*/ 407150 h 596630"/>
                  <a:gd name="connsiteX29" fmla="*/ 169297 w 607804"/>
                  <a:gd name="connsiteY29" fmla="*/ 134373 h 596630"/>
                  <a:gd name="connsiteX30" fmla="*/ 303901 w 607804"/>
                  <a:gd name="connsiteY30" fmla="*/ 0 h 596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7804" h="596630">
                    <a:moveTo>
                      <a:pt x="170608" y="262009"/>
                    </a:moveTo>
                    <a:cubicBezTo>
                      <a:pt x="196183" y="317107"/>
                      <a:pt x="229834" y="376237"/>
                      <a:pt x="260792" y="427304"/>
                    </a:cubicBezTo>
                    <a:cubicBezTo>
                      <a:pt x="270214" y="442086"/>
                      <a:pt x="286367" y="451493"/>
                      <a:pt x="303865" y="451493"/>
                    </a:cubicBezTo>
                    <a:cubicBezTo>
                      <a:pt x="321363" y="451493"/>
                      <a:pt x="337516" y="442086"/>
                      <a:pt x="346938" y="427304"/>
                    </a:cubicBezTo>
                    <a:cubicBezTo>
                      <a:pt x="367128" y="393707"/>
                      <a:pt x="388665" y="357423"/>
                      <a:pt x="408855" y="319795"/>
                    </a:cubicBezTo>
                    <a:cubicBezTo>
                      <a:pt x="411547" y="319795"/>
                      <a:pt x="519229" y="298293"/>
                      <a:pt x="519229" y="298293"/>
                    </a:cubicBezTo>
                    <a:cubicBezTo>
                      <a:pt x="534036" y="295605"/>
                      <a:pt x="548842" y="305013"/>
                      <a:pt x="552880" y="319795"/>
                    </a:cubicBezTo>
                    <a:lnTo>
                      <a:pt x="606721" y="538844"/>
                    </a:lnTo>
                    <a:cubicBezTo>
                      <a:pt x="609413" y="546907"/>
                      <a:pt x="606721" y="556314"/>
                      <a:pt x="602683" y="563034"/>
                    </a:cubicBezTo>
                    <a:cubicBezTo>
                      <a:pt x="598645" y="569753"/>
                      <a:pt x="590569" y="573784"/>
                      <a:pt x="582493" y="575128"/>
                    </a:cubicBezTo>
                    <a:lnTo>
                      <a:pt x="414239" y="596630"/>
                    </a:lnTo>
                    <a:cubicBezTo>
                      <a:pt x="408855" y="596630"/>
                      <a:pt x="404817" y="596630"/>
                      <a:pt x="400779" y="595286"/>
                    </a:cubicBezTo>
                    <a:lnTo>
                      <a:pt x="205605" y="532125"/>
                    </a:lnTo>
                    <a:cubicBezTo>
                      <a:pt x="200221" y="530781"/>
                      <a:pt x="194837" y="530781"/>
                      <a:pt x="189453" y="532125"/>
                    </a:cubicBezTo>
                    <a:lnTo>
                      <a:pt x="37352" y="572441"/>
                    </a:lnTo>
                    <a:cubicBezTo>
                      <a:pt x="26584" y="575128"/>
                      <a:pt x="15815" y="572441"/>
                      <a:pt x="9085" y="565721"/>
                    </a:cubicBezTo>
                    <a:cubicBezTo>
                      <a:pt x="1009" y="557658"/>
                      <a:pt x="-1683" y="546907"/>
                      <a:pt x="1009" y="537500"/>
                    </a:cubicBezTo>
                    <a:lnTo>
                      <a:pt x="54850" y="321139"/>
                    </a:lnTo>
                    <a:cubicBezTo>
                      <a:pt x="57542" y="311732"/>
                      <a:pt x="64272" y="305013"/>
                      <a:pt x="72348" y="300981"/>
                    </a:cubicBezTo>
                    <a:close/>
                    <a:moveTo>
                      <a:pt x="302554" y="68530"/>
                    </a:moveTo>
                    <a:cubicBezTo>
                      <a:pt x="266212" y="68530"/>
                      <a:pt x="237945" y="98092"/>
                      <a:pt x="237945" y="133029"/>
                    </a:cubicBezTo>
                    <a:cubicBezTo>
                      <a:pt x="237945" y="169310"/>
                      <a:pt x="266212" y="197528"/>
                      <a:pt x="302554" y="197528"/>
                    </a:cubicBezTo>
                    <a:cubicBezTo>
                      <a:pt x="338897" y="197528"/>
                      <a:pt x="367164" y="167966"/>
                      <a:pt x="367164" y="133029"/>
                    </a:cubicBezTo>
                    <a:cubicBezTo>
                      <a:pt x="367164" y="96749"/>
                      <a:pt x="337551" y="68530"/>
                      <a:pt x="302554" y="68530"/>
                    </a:cubicBezTo>
                    <a:close/>
                    <a:moveTo>
                      <a:pt x="303901" y="0"/>
                    </a:moveTo>
                    <a:cubicBezTo>
                      <a:pt x="377932" y="0"/>
                      <a:pt x="438504" y="60468"/>
                      <a:pt x="438504" y="134373"/>
                    </a:cubicBezTo>
                    <a:cubicBezTo>
                      <a:pt x="438504" y="196185"/>
                      <a:pt x="344282" y="357432"/>
                      <a:pt x="313323" y="407150"/>
                    </a:cubicBezTo>
                    <a:cubicBezTo>
                      <a:pt x="310631" y="409838"/>
                      <a:pt x="307939" y="412525"/>
                      <a:pt x="303901" y="412525"/>
                    </a:cubicBezTo>
                    <a:cubicBezTo>
                      <a:pt x="301208" y="412525"/>
                      <a:pt x="297170" y="409838"/>
                      <a:pt x="294478" y="407150"/>
                    </a:cubicBezTo>
                    <a:cubicBezTo>
                      <a:pt x="263519" y="357432"/>
                      <a:pt x="169297" y="196185"/>
                      <a:pt x="169297" y="134373"/>
                    </a:cubicBezTo>
                    <a:cubicBezTo>
                      <a:pt x="169297" y="60468"/>
                      <a:pt x="229869" y="0"/>
                      <a:pt x="3039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1" name="íŝļîḋé"/>
            <p:cNvGrpSpPr/>
            <p:nvPr/>
          </p:nvGrpSpPr>
          <p:grpSpPr>
            <a:xfrm>
              <a:off x="4249601" y="2115798"/>
              <a:ext cx="763794" cy="765340"/>
              <a:chOff x="2537774" y="2043997"/>
              <a:chExt cx="755204" cy="756734"/>
            </a:xfrm>
          </p:grpSpPr>
          <p:sp>
            <p:nvSpPr>
              <p:cNvPr id="23" name="iṧḷíḋe"/>
              <p:cNvSpPr/>
              <p:nvPr/>
            </p:nvSpPr>
            <p:spPr bwMode="auto">
              <a:xfrm>
                <a:off x="2537774" y="2043997"/>
                <a:ext cx="755204" cy="756734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endParaRPr lang="zh-CN" altLang="en-US" sz="1700"/>
              </a:p>
            </p:txBody>
          </p:sp>
          <p:sp>
            <p:nvSpPr>
              <p:cNvPr id="24" name="i$1îḓe"/>
              <p:cNvSpPr/>
              <p:nvPr/>
            </p:nvSpPr>
            <p:spPr bwMode="auto">
              <a:xfrm>
                <a:off x="2718239" y="2228850"/>
                <a:ext cx="394276" cy="387024"/>
              </a:xfrm>
              <a:custGeom>
                <a:avLst/>
                <a:gdLst>
                  <a:gd name="connsiteX0" fmla="*/ 170608 w 607804"/>
                  <a:gd name="connsiteY0" fmla="*/ 262009 h 596630"/>
                  <a:gd name="connsiteX1" fmla="*/ 260792 w 607804"/>
                  <a:gd name="connsiteY1" fmla="*/ 427304 h 596630"/>
                  <a:gd name="connsiteX2" fmla="*/ 303865 w 607804"/>
                  <a:gd name="connsiteY2" fmla="*/ 451493 h 596630"/>
                  <a:gd name="connsiteX3" fmla="*/ 346938 w 607804"/>
                  <a:gd name="connsiteY3" fmla="*/ 427304 h 596630"/>
                  <a:gd name="connsiteX4" fmla="*/ 408855 w 607804"/>
                  <a:gd name="connsiteY4" fmla="*/ 319795 h 596630"/>
                  <a:gd name="connsiteX5" fmla="*/ 519229 w 607804"/>
                  <a:gd name="connsiteY5" fmla="*/ 298293 h 596630"/>
                  <a:gd name="connsiteX6" fmla="*/ 552880 w 607804"/>
                  <a:gd name="connsiteY6" fmla="*/ 319795 h 596630"/>
                  <a:gd name="connsiteX7" fmla="*/ 606721 w 607804"/>
                  <a:gd name="connsiteY7" fmla="*/ 538844 h 596630"/>
                  <a:gd name="connsiteX8" fmla="*/ 602683 w 607804"/>
                  <a:gd name="connsiteY8" fmla="*/ 563034 h 596630"/>
                  <a:gd name="connsiteX9" fmla="*/ 582493 w 607804"/>
                  <a:gd name="connsiteY9" fmla="*/ 575128 h 596630"/>
                  <a:gd name="connsiteX10" fmla="*/ 414239 w 607804"/>
                  <a:gd name="connsiteY10" fmla="*/ 596630 h 596630"/>
                  <a:gd name="connsiteX11" fmla="*/ 400779 w 607804"/>
                  <a:gd name="connsiteY11" fmla="*/ 595286 h 596630"/>
                  <a:gd name="connsiteX12" fmla="*/ 205605 w 607804"/>
                  <a:gd name="connsiteY12" fmla="*/ 532125 h 596630"/>
                  <a:gd name="connsiteX13" fmla="*/ 189453 w 607804"/>
                  <a:gd name="connsiteY13" fmla="*/ 532125 h 596630"/>
                  <a:gd name="connsiteX14" fmla="*/ 37352 w 607804"/>
                  <a:gd name="connsiteY14" fmla="*/ 572441 h 596630"/>
                  <a:gd name="connsiteX15" fmla="*/ 9085 w 607804"/>
                  <a:gd name="connsiteY15" fmla="*/ 565721 h 596630"/>
                  <a:gd name="connsiteX16" fmla="*/ 1009 w 607804"/>
                  <a:gd name="connsiteY16" fmla="*/ 537500 h 596630"/>
                  <a:gd name="connsiteX17" fmla="*/ 54850 w 607804"/>
                  <a:gd name="connsiteY17" fmla="*/ 321139 h 596630"/>
                  <a:gd name="connsiteX18" fmla="*/ 72348 w 607804"/>
                  <a:gd name="connsiteY18" fmla="*/ 300981 h 596630"/>
                  <a:gd name="connsiteX19" fmla="*/ 302554 w 607804"/>
                  <a:gd name="connsiteY19" fmla="*/ 68530 h 596630"/>
                  <a:gd name="connsiteX20" fmla="*/ 237945 w 607804"/>
                  <a:gd name="connsiteY20" fmla="*/ 133029 h 596630"/>
                  <a:gd name="connsiteX21" fmla="*/ 302554 w 607804"/>
                  <a:gd name="connsiteY21" fmla="*/ 197528 h 596630"/>
                  <a:gd name="connsiteX22" fmla="*/ 367164 w 607804"/>
                  <a:gd name="connsiteY22" fmla="*/ 133029 h 596630"/>
                  <a:gd name="connsiteX23" fmla="*/ 302554 w 607804"/>
                  <a:gd name="connsiteY23" fmla="*/ 68530 h 596630"/>
                  <a:gd name="connsiteX24" fmla="*/ 303901 w 607804"/>
                  <a:gd name="connsiteY24" fmla="*/ 0 h 596630"/>
                  <a:gd name="connsiteX25" fmla="*/ 438504 w 607804"/>
                  <a:gd name="connsiteY25" fmla="*/ 134373 h 596630"/>
                  <a:gd name="connsiteX26" fmla="*/ 313323 w 607804"/>
                  <a:gd name="connsiteY26" fmla="*/ 407150 h 596630"/>
                  <a:gd name="connsiteX27" fmla="*/ 303901 w 607804"/>
                  <a:gd name="connsiteY27" fmla="*/ 412525 h 596630"/>
                  <a:gd name="connsiteX28" fmla="*/ 294478 w 607804"/>
                  <a:gd name="connsiteY28" fmla="*/ 407150 h 596630"/>
                  <a:gd name="connsiteX29" fmla="*/ 169297 w 607804"/>
                  <a:gd name="connsiteY29" fmla="*/ 134373 h 596630"/>
                  <a:gd name="connsiteX30" fmla="*/ 303901 w 607804"/>
                  <a:gd name="connsiteY30" fmla="*/ 0 h 596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7804" h="596630">
                    <a:moveTo>
                      <a:pt x="170608" y="262009"/>
                    </a:moveTo>
                    <a:cubicBezTo>
                      <a:pt x="196183" y="317107"/>
                      <a:pt x="229834" y="376237"/>
                      <a:pt x="260792" y="427304"/>
                    </a:cubicBezTo>
                    <a:cubicBezTo>
                      <a:pt x="270214" y="442086"/>
                      <a:pt x="286367" y="451493"/>
                      <a:pt x="303865" y="451493"/>
                    </a:cubicBezTo>
                    <a:cubicBezTo>
                      <a:pt x="321363" y="451493"/>
                      <a:pt x="337516" y="442086"/>
                      <a:pt x="346938" y="427304"/>
                    </a:cubicBezTo>
                    <a:cubicBezTo>
                      <a:pt x="367128" y="393707"/>
                      <a:pt x="388665" y="357423"/>
                      <a:pt x="408855" y="319795"/>
                    </a:cubicBezTo>
                    <a:cubicBezTo>
                      <a:pt x="411547" y="319795"/>
                      <a:pt x="519229" y="298293"/>
                      <a:pt x="519229" y="298293"/>
                    </a:cubicBezTo>
                    <a:cubicBezTo>
                      <a:pt x="534036" y="295605"/>
                      <a:pt x="548842" y="305013"/>
                      <a:pt x="552880" y="319795"/>
                    </a:cubicBezTo>
                    <a:lnTo>
                      <a:pt x="606721" y="538844"/>
                    </a:lnTo>
                    <a:cubicBezTo>
                      <a:pt x="609413" y="546907"/>
                      <a:pt x="606721" y="556314"/>
                      <a:pt x="602683" y="563034"/>
                    </a:cubicBezTo>
                    <a:cubicBezTo>
                      <a:pt x="598645" y="569753"/>
                      <a:pt x="590569" y="573784"/>
                      <a:pt x="582493" y="575128"/>
                    </a:cubicBezTo>
                    <a:lnTo>
                      <a:pt x="414239" y="596630"/>
                    </a:lnTo>
                    <a:cubicBezTo>
                      <a:pt x="408855" y="596630"/>
                      <a:pt x="404817" y="596630"/>
                      <a:pt x="400779" y="595286"/>
                    </a:cubicBezTo>
                    <a:lnTo>
                      <a:pt x="205605" y="532125"/>
                    </a:lnTo>
                    <a:cubicBezTo>
                      <a:pt x="200221" y="530781"/>
                      <a:pt x="194837" y="530781"/>
                      <a:pt x="189453" y="532125"/>
                    </a:cubicBezTo>
                    <a:lnTo>
                      <a:pt x="37352" y="572441"/>
                    </a:lnTo>
                    <a:cubicBezTo>
                      <a:pt x="26584" y="575128"/>
                      <a:pt x="15815" y="572441"/>
                      <a:pt x="9085" y="565721"/>
                    </a:cubicBezTo>
                    <a:cubicBezTo>
                      <a:pt x="1009" y="557658"/>
                      <a:pt x="-1683" y="546907"/>
                      <a:pt x="1009" y="537500"/>
                    </a:cubicBezTo>
                    <a:lnTo>
                      <a:pt x="54850" y="321139"/>
                    </a:lnTo>
                    <a:cubicBezTo>
                      <a:pt x="57542" y="311732"/>
                      <a:pt x="64272" y="305013"/>
                      <a:pt x="72348" y="300981"/>
                    </a:cubicBezTo>
                    <a:close/>
                    <a:moveTo>
                      <a:pt x="302554" y="68530"/>
                    </a:moveTo>
                    <a:cubicBezTo>
                      <a:pt x="266212" y="68530"/>
                      <a:pt x="237945" y="98092"/>
                      <a:pt x="237945" y="133029"/>
                    </a:cubicBezTo>
                    <a:cubicBezTo>
                      <a:pt x="237945" y="169310"/>
                      <a:pt x="266212" y="197528"/>
                      <a:pt x="302554" y="197528"/>
                    </a:cubicBezTo>
                    <a:cubicBezTo>
                      <a:pt x="338897" y="197528"/>
                      <a:pt x="367164" y="167966"/>
                      <a:pt x="367164" y="133029"/>
                    </a:cubicBezTo>
                    <a:cubicBezTo>
                      <a:pt x="367164" y="96749"/>
                      <a:pt x="337551" y="68530"/>
                      <a:pt x="302554" y="68530"/>
                    </a:cubicBezTo>
                    <a:close/>
                    <a:moveTo>
                      <a:pt x="303901" y="0"/>
                    </a:moveTo>
                    <a:cubicBezTo>
                      <a:pt x="377932" y="0"/>
                      <a:pt x="438504" y="60468"/>
                      <a:pt x="438504" y="134373"/>
                    </a:cubicBezTo>
                    <a:cubicBezTo>
                      <a:pt x="438504" y="196185"/>
                      <a:pt x="344282" y="357432"/>
                      <a:pt x="313323" y="407150"/>
                    </a:cubicBezTo>
                    <a:cubicBezTo>
                      <a:pt x="310631" y="409838"/>
                      <a:pt x="307939" y="412525"/>
                      <a:pt x="303901" y="412525"/>
                    </a:cubicBezTo>
                    <a:cubicBezTo>
                      <a:pt x="301208" y="412525"/>
                      <a:pt x="297170" y="409838"/>
                      <a:pt x="294478" y="407150"/>
                    </a:cubicBezTo>
                    <a:cubicBezTo>
                      <a:pt x="263519" y="357432"/>
                      <a:pt x="169297" y="196185"/>
                      <a:pt x="169297" y="134373"/>
                    </a:cubicBezTo>
                    <a:cubicBezTo>
                      <a:pt x="169297" y="60468"/>
                      <a:pt x="229869" y="0"/>
                      <a:pt x="3039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2" name="iṡḻïḋé"/>
            <p:cNvGrpSpPr/>
            <p:nvPr/>
          </p:nvGrpSpPr>
          <p:grpSpPr>
            <a:xfrm>
              <a:off x="7194188" y="2115798"/>
              <a:ext cx="763794" cy="765340"/>
              <a:chOff x="2537774" y="2043997"/>
              <a:chExt cx="755204" cy="756734"/>
            </a:xfrm>
          </p:grpSpPr>
          <p:sp>
            <p:nvSpPr>
              <p:cNvPr id="21" name="îsḷiḋè"/>
              <p:cNvSpPr/>
              <p:nvPr/>
            </p:nvSpPr>
            <p:spPr bwMode="auto">
              <a:xfrm>
                <a:off x="2537774" y="2043997"/>
                <a:ext cx="755204" cy="756734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endParaRPr lang="zh-CN" altLang="en-US" sz="1700"/>
              </a:p>
            </p:txBody>
          </p:sp>
          <p:sp>
            <p:nvSpPr>
              <p:cNvPr id="22" name="işľîḓê"/>
              <p:cNvSpPr/>
              <p:nvPr/>
            </p:nvSpPr>
            <p:spPr bwMode="auto">
              <a:xfrm>
                <a:off x="2718239" y="2228850"/>
                <a:ext cx="394276" cy="387024"/>
              </a:xfrm>
              <a:custGeom>
                <a:avLst/>
                <a:gdLst>
                  <a:gd name="connsiteX0" fmla="*/ 170608 w 607804"/>
                  <a:gd name="connsiteY0" fmla="*/ 262009 h 596630"/>
                  <a:gd name="connsiteX1" fmla="*/ 260792 w 607804"/>
                  <a:gd name="connsiteY1" fmla="*/ 427304 h 596630"/>
                  <a:gd name="connsiteX2" fmla="*/ 303865 w 607804"/>
                  <a:gd name="connsiteY2" fmla="*/ 451493 h 596630"/>
                  <a:gd name="connsiteX3" fmla="*/ 346938 w 607804"/>
                  <a:gd name="connsiteY3" fmla="*/ 427304 h 596630"/>
                  <a:gd name="connsiteX4" fmla="*/ 408855 w 607804"/>
                  <a:gd name="connsiteY4" fmla="*/ 319795 h 596630"/>
                  <a:gd name="connsiteX5" fmla="*/ 519229 w 607804"/>
                  <a:gd name="connsiteY5" fmla="*/ 298293 h 596630"/>
                  <a:gd name="connsiteX6" fmla="*/ 552880 w 607804"/>
                  <a:gd name="connsiteY6" fmla="*/ 319795 h 596630"/>
                  <a:gd name="connsiteX7" fmla="*/ 606721 w 607804"/>
                  <a:gd name="connsiteY7" fmla="*/ 538844 h 596630"/>
                  <a:gd name="connsiteX8" fmla="*/ 602683 w 607804"/>
                  <a:gd name="connsiteY8" fmla="*/ 563034 h 596630"/>
                  <a:gd name="connsiteX9" fmla="*/ 582493 w 607804"/>
                  <a:gd name="connsiteY9" fmla="*/ 575128 h 596630"/>
                  <a:gd name="connsiteX10" fmla="*/ 414239 w 607804"/>
                  <a:gd name="connsiteY10" fmla="*/ 596630 h 596630"/>
                  <a:gd name="connsiteX11" fmla="*/ 400779 w 607804"/>
                  <a:gd name="connsiteY11" fmla="*/ 595286 h 596630"/>
                  <a:gd name="connsiteX12" fmla="*/ 205605 w 607804"/>
                  <a:gd name="connsiteY12" fmla="*/ 532125 h 596630"/>
                  <a:gd name="connsiteX13" fmla="*/ 189453 w 607804"/>
                  <a:gd name="connsiteY13" fmla="*/ 532125 h 596630"/>
                  <a:gd name="connsiteX14" fmla="*/ 37352 w 607804"/>
                  <a:gd name="connsiteY14" fmla="*/ 572441 h 596630"/>
                  <a:gd name="connsiteX15" fmla="*/ 9085 w 607804"/>
                  <a:gd name="connsiteY15" fmla="*/ 565721 h 596630"/>
                  <a:gd name="connsiteX16" fmla="*/ 1009 w 607804"/>
                  <a:gd name="connsiteY16" fmla="*/ 537500 h 596630"/>
                  <a:gd name="connsiteX17" fmla="*/ 54850 w 607804"/>
                  <a:gd name="connsiteY17" fmla="*/ 321139 h 596630"/>
                  <a:gd name="connsiteX18" fmla="*/ 72348 w 607804"/>
                  <a:gd name="connsiteY18" fmla="*/ 300981 h 596630"/>
                  <a:gd name="connsiteX19" fmla="*/ 302554 w 607804"/>
                  <a:gd name="connsiteY19" fmla="*/ 68530 h 596630"/>
                  <a:gd name="connsiteX20" fmla="*/ 237945 w 607804"/>
                  <a:gd name="connsiteY20" fmla="*/ 133029 h 596630"/>
                  <a:gd name="connsiteX21" fmla="*/ 302554 w 607804"/>
                  <a:gd name="connsiteY21" fmla="*/ 197528 h 596630"/>
                  <a:gd name="connsiteX22" fmla="*/ 367164 w 607804"/>
                  <a:gd name="connsiteY22" fmla="*/ 133029 h 596630"/>
                  <a:gd name="connsiteX23" fmla="*/ 302554 w 607804"/>
                  <a:gd name="connsiteY23" fmla="*/ 68530 h 596630"/>
                  <a:gd name="connsiteX24" fmla="*/ 303901 w 607804"/>
                  <a:gd name="connsiteY24" fmla="*/ 0 h 596630"/>
                  <a:gd name="connsiteX25" fmla="*/ 438504 w 607804"/>
                  <a:gd name="connsiteY25" fmla="*/ 134373 h 596630"/>
                  <a:gd name="connsiteX26" fmla="*/ 313323 w 607804"/>
                  <a:gd name="connsiteY26" fmla="*/ 407150 h 596630"/>
                  <a:gd name="connsiteX27" fmla="*/ 303901 w 607804"/>
                  <a:gd name="connsiteY27" fmla="*/ 412525 h 596630"/>
                  <a:gd name="connsiteX28" fmla="*/ 294478 w 607804"/>
                  <a:gd name="connsiteY28" fmla="*/ 407150 h 596630"/>
                  <a:gd name="connsiteX29" fmla="*/ 169297 w 607804"/>
                  <a:gd name="connsiteY29" fmla="*/ 134373 h 596630"/>
                  <a:gd name="connsiteX30" fmla="*/ 303901 w 607804"/>
                  <a:gd name="connsiteY30" fmla="*/ 0 h 596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7804" h="596630">
                    <a:moveTo>
                      <a:pt x="170608" y="262009"/>
                    </a:moveTo>
                    <a:cubicBezTo>
                      <a:pt x="196183" y="317107"/>
                      <a:pt x="229834" y="376237"/>
                      <a:pt x="260792" y="427304"/>
                    </a:cubicBezTo>
                    <a:cubicBezTo>
                      <a:pt x="270214" y="442086"/>
                      <a:pt x="286367" y="451493"/>
                      <a:pt x="303865" y="451493"/>
                    </a:cubicBezTo>
                    <a:cubicBezTo>
                      <a:pt x="321363" y="451493"/>
                      <a:pt x="337516" y="442086"/>
                      <a:pt x="346938" y="427304"/>
                    </a:cubicBezTo>
                    <a:cubicBezTo>
                      <a:pt x="367128" y="393707"/>
                      <a:pt x="388665" y="357423"/>
                      <a:pt x="408855" y="319795"/>
                    </a:cubicBezTo>
                    <a:cubicBezTo>
                      <a:pt x="411547" y="319795"/>
                      <a:pt x="519229" y="298293"/>
                      <a:pt x="519229" y="298293"/>
                    </a:cubicBezTo>
                    <a:cubicBezTo>
                      <a:pt x="534036" y="295605"/>
                      <a:pt x="548842" y="305013"/>
                      <a:pt x="552880" y="319795"/>
                    </a:cubicBezTo>
                    <a:lnTo>
                      <a:pt x="606721" y="538844"/>
                    </a:lnTo>
                    <a:cubicBezTo>
                      <a:pt x="609413" y="546907"/>
                      <a:pt x="606721" y="556314"/>
                      <a:pt x="602683" y="563034"/>
                    </a:cubicBezTo>
                    <a:cubicBezTo>
                      <a:pt x="598645" y="569753"/>
                      <a:pt x="590569" y="573784"/>
                      <a:pt x="582493" y="575128"/>
                    </a:cubicBezTo>
                    <a:lnTo>
                      <a:pt x="414239" y="596630"/>
                    </a:lnTo>
                    <a:cubicBezTo>
                      <a:pt x="408855" y="596630"/>
                      <a:pt x="404817" y="596630"/>
                      <a:pt x="400779" y="595286"/>
                    </a:cubicBezTo>
                    <a:lnTo>
                      <a:pt x="205605" y="532125"/>
                    </a:lnTo>
                    <a:cubicBezTo>
                      <a:pt x="200221" y="530781"/>
                      <a:pt x="194837" y="530781"/>
                      <a:pt x="189453" y="532125"/>
                    </a:cubicBezTo>
                    <a:lnTo>
                      <a:pt x="37352" y="572441"/>
                    </a:lnTo>
                    <a:cubicBezTo>
                      <a:pt x="26584" y="575128"/>
                      <a:pt x="15815" y="572441"/>
                      <a:pt x="9085" y="565721"/>
                    </a:cubicBezTo>
                    <a:cubicBezTo>
                      <a:pt x="1009" y="557658"/>
                      <a:pt x="-1683" y="546907"/>
                      <a:pt x="1009" y="537500"/>
                    </a:cubicBezTo>
                    <a:lnTo>
                      <a:pt x="54850" y="321139"/>
                    </a:lnTo>
                    <a:cubicBezTo>
                      <a:pt x="57542" y="311732"/>
                      <a:pt x="64272" y="305013"/>
                      <a:pt x="72348" y="300981"/>
                    </a:cubicBezTo>
                    <a:close/>
                    <a:moveTo>
                      <a:pt x="302554" y="68530"/>
                    </a:moveTo>
                    <a:cubicBezTo>
                      <a:pt x="266212" y="68530"/>
                      <a:pt x="237945" y="98092"/>
                      <a:pt x="237945" y="133029"/>
                    </a:cubicBezTo>
                    <a:cubicBezTo>
                      <a:pt x="237945" y="169310"/>
                      <a:pt x="266212" y="197528"/>
                      <a:pt x="302554" y="197528"/>
                    </a:cubicBezTo>
                    <a:cubicBezTo>
                      <a:pt x="338897" y="197528"/>
                      <a:pt x="367164" y="167966"/>
                      <a:pt x="367164" y="133029"/>
                    </a:cubicBezTo>
                    <a:cubicBezTo>
                      <a:pt x="367164" y="96749"/>
                      <a:pt x="337551" y="68530"/>
                      <a:pt x="302554" y="68530"/>
                    </a:cubicBezTo>
                    <a:close/>
                    <a:moveTo>
                      <a:pt x="303901" y="0"/>
                    </a:moveTo>
                    <a:cubicBezTo>
                      <a:pt x="377932" y="0"/>
                      <a:pt x="438504" y="60468"/>
                      <a:pt x="438504" y="134373"/>
                    </a:cubicBezTo>
                    <a:cubicBezTo>
                      <a:pt x="438504" y="196185"/>
                      <a:pt x="344282" y="357432"/>
                      <a:pt x="313323" y="407150"/>
                    </a:cubicBezTo>
                    <a:cubicBezTo>
                      <a:pt x="310631" y="409838"/>
                      <a:pt x="307939" y="412525"/>
                      <a:pt x="303901" y="412525"/>
                    </a:cubicBezTo>
                    <a:cubicBezTo>
                      <a:pt x="301208" y="412525"/>
                      <a:pt x="297170" y="409838"/>
                      <a:pt x="294478" y="407150"/>
                    </a:cubicBezTo>
                    <a:cubicBezTo>
                      <a:pt x="263519" y="357432"/>
                      <a:pt x="169297" y="196185"/>
                      <a:pt x="169297" y="134373"/>
                    </a:cubicBezTo>
                    <a:cubicBezTo>
                      <a:pt x="169297" y="60468"/>
                      <a:pt x="229869" y="0"/>
                      <a:pt x="3039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" name="íṧlîďè"/>
            <p:cNvSpPr/>
            <p:nvPr/>
          </p:nvSpPr>
          <p:spPr bwMode="auto">
            <a:xfrm>
              <a:off x="673100" y="4018350"/>
              <a:ext cx="2811858" cy="84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4" name="íš1îďe"/>
            <p:cNvSpPr txBox="1"/>
            <p:nvPr/>
          </p:nvSpPr>
          <p:spPr bwMode="auto">
            <a:xfrm>
              <a:off x="673100" y="3527399"/>
              <a:ext cx="2811858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5" name="îś1ïḍé"/>
            <p:cNvSpPr/>
            <p:nvPr/>
          </p:nvSpPr>
          <p:spPr bwMode="auto">
            <a:xfrm>
              <a:off x="8707042" y="4018350"/>
              <a:ext cx="2811858" cy="84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6" name="íşľíḓè"/>
            <p:cNvSpPr txBox="1"/>
            <p:nvPr/>
          </p:nvSpPr>
          <p:spPr bwMode="auto">
            <a:xfrm>
              <a:off x="8707042" y="3527399"/>
              <a:ext cx="2811858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7" name="iṩḻîďè"/>
            <p:cNvSpPr/>
            <p:nvPr/>
          </p:nvSpPr>
          <p:spPr bwMode="auto">
            <a:xfrm>
              <a:off x="673100" y="2046655"/>
              <a:ext cx="3422820" cy="84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8" name="íṥ1ïďè"/>
            <p:cNvSpPr txBox="1"/>
            <p:nvPr/>
          </p:nvSpPr>
          <p:spPr bwMode="auto">
            <a:xfrm>
              <a:off x="673100" y="1555704"/>
              <a:ext cx="3422820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9" name="ïṩľîḍê"/>
            <p:cNvSpPr/>
            <p:nvPr/>
          </p:nvSpPr>
          <p:spPr bwMode="auto">
            <a:xfrm>
              <a:off x="8079484" y="2046655"/>
              <a:ext cx="3439416" cy="84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20" name="ïS1îḍê"/>
            <p:cNvSpPr txBox="1"/>
            <p:nvPr/>
          </p:nvSpPr>
          <p:spPr bwMode="auto">
            <a:xfrm>
              <a:off x="8079484" y="1555704"/>
              <a:ext cx="3439416" cy="490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4036815" y="1549400"/>
            <a:ext cx="4118370" cy="4165600"/>
            <a:chOff x="3916000" y="1427200"/>
            <a:chExt cx="4360000" cy="4410000"/>
          </a:xfrm>
        </p:grpSpPr>
        <p:sp>
          <p:nvSpPr>
            <p:cNvPr id="6" name="Freeform 5"/>
            <p:cNvSpPr/>
            <p:nvPr/>
          </p:nvSpPr>
          <p:spPr bwMode="auto">
            <a:xfrm rot="4244657">
              <a:off x="4229195" y="1578341"/>
              <a:ext cx="3880032" cy="4213578"/>
            </a:xfrm>
            <a:custGeom>
              <a:avLst/>
              <a:gdLst>
                <a:gd name="T0" fmla="*/ 661 w 1707"/>
                <a:gd name="T1" fmla="*/ 275 h 1851"/>
                <a:gd name="T2" fmla="*/ 1615 w 1707"/>
                <a:gd name="T3" fmla="*/ 692 h 1851"/>
                <a:gd name="T4" fmla="*/ 1635 w 1707"/>
                <a:gd name="T5" fmla="*/ 870 h 1851"/>
                <a:gd name="T6" fmla="*/ 1655 w 1707"/>
                <a:gd name="T7" fmla="*/ 1048 h 1851"/>
                <a:gd name="T8" fmla="*/ 817 w 1707"/>
                <a:gd name="T9" fmla="*/ 1666 h 1851"/>
                <a:gd name="T10" fmla="*/ 653 w 1707"/>
                <a:gd name="T11" fmla="*/ 1594 h 1851"/>
                <a:gd name="T12" fmla="*/ 489 w 1707"/>
                <a:gd name="T13" fmla="*/ 1522 h 1851"/>
                <a:gd name="T14" fmla="*/ 373 w 1707"/>
                <a:gd name="T15" fmla="*/ 487 h 1851"/>
                <a:gd name="T16" fmla="*/ 517 w 1707"/>
                <a:gd name="T17" fmla="*/ 381 h 1851"/>
                <a:gd name="T18" fmla="*/ 661 w 1707"/>
                <a:gd name="T19" fmla="*/ 275 h 1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7" h="1851">
                  <a:moveTo>
                    <a:pt x="661" y="275"/>
                  </a:moveTo>
                  <a:cubicBezTo>
                    <a:pt x="1034" y="0"/>
                    <a:pt x="1564" y="232"/>
                    <a:pt x="1615" y="692"/>
                  </a:cubicBezTo>
                  <a:cubicBezTo>
                    <a:pt x="1635" y="870"/>
                    <a:pt x="1635" y="870"/>
                    <a:pt x="1635" y="870"/>
                  </a:cubicBezTo>
                  <a:cubicBezTo>
                    <a:pt x="1655" y="1048"/>
                    <a:pt x="1655" y="1048"/>
                    <a:pt x="1655" y="1048"/>
                  </a:cubicBezTo>
                  <a:cubicBezTo>
                    <a:pt x="1707" y="1508"/>
                    <a:pt x="1241" y="1851"/>
                    <a:pt x="817" y="1666"/>
                  </a:cubicBezTo>
                  <a:cubicBezTo>
                    <a:pt x="653" y="1594"/>
                    <a:pt x="653" y="1594"/>
                    <a:pt x="653" y="1594"/>
                  </a:cubicBezTo>
                  <a:cubicBezTo>
                    <a:pt x="489" y="1522"/>
                    <a:pt x="489" y="1522"/>
                    <a:pt x="489" y="1522"/>
                  </a:cubicBezTo>
                  <a:cubicBezTo>
                    <a:pt x="64" y="1337"/>
                    <a:pt x="0" y="762"/>
                    <a:pt x="373" y="487"/>
                  </a:cubicBezTo>
                  <a:cubicBezTo>
                    <a:pt x="517" y="381"/>
                    <a:pt x="517" y="381"/>
                    <a:pt x="517" y="381"/>
                  </a:cubicBezTo>
                  <a:lnTo>
                    <a:pt x="661" y="2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/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3916000" y="1427200"/>
              <a:ext cx="4088947" cy="4410000"/>
              <a:chOff x="3916000" y="1427200"/>
              <a:chExt cx="4088947" cy="4410000"/>
            </a:xfrm>
          </p:grpSpPr>
          <p:sp>
            <p:nvSpPr>
              <p:cNvPr id="8" name="Freeform 5"/>
              <p:cNvSpPr/>
              <p:nvPr/>
            </p:nvSpPr>
            <p:spPr bwMode="auto">
              <a:xfrm>
                <a:off x="3916000" y="1427200"/>
                <a:ext cx="4060904" cy="4410000"/>
              </a:xfrm>
              <a:custGeom>
                <a:avLst/>
                <a:gdLst>
                  <a:gd name="T0" fmla="*/ 661 w 1707"/>
                  <a:gd name="T1" fmla="*/ 275 h 1851"/>
                  <a:gd name="T2" fmla="*/ 1615 w 1707"/>
                  <a:gd name="T3" fmla="*/ 692 h 1851"/>
                  <a:gd name="T4" fmla="*/ 1635 w 1707"/>
                  <a:gd name="T5" fmla="*/ 870 h 1851"/>
                  <a:gd name="T6" fmla="*/ 1655 w 1707"/>
                  <a:gd name="T7" fmla="*/ 1048 h 1851"/>
                  <a:gd name="T8" fmla="*/ 817 w 1707"/>
                  <a:gd name="T9" fmla="*/ 1666 h 1851"/>
                  <a:gd name="T10" fmla="*/ 653 w 1707"/>
                  <a:gd name="T11" fmla="*/ 1594 h 1851"/>
                  <a:gd name="T12" fmla="*/ 489 w 1707"/>
                  <a:gd name="T13" fmla="*/ 1522 h 1851"/>
                  <a:gd name="T14" fmla="*/ 373 w 1707"/>
                  <a:gd name="T15" fmla="*/ 487 h 1851"/>
                  <a:gd name="T16" fmla="*/ 517 w 1707"/>
                  <a:gd name="T17" fmla="*/ 381 h 1851"/>
                  <a:gd name="T18" fmla="*/ 661 w 1707"/>
                  <a:gd name="T19" fmla="*/ 275 h 1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07" h="1851">
                    <a:moveTo>
                      <a:pt x="661" y="275"/>
                    </a:moveTo>
                    <a:cubicBezTo>
                      <a:pt x="1034" y="0"/>
                      <a:pt x="1564" y="232"/>
                      <a:pt x="1615" y="692"/>
                    </a:cubicBezTo>
                    <a:cubicBezTo>
                      <a:pt x="1635" y="870"/>
                      <a:pt x="1635" y="870"/>
                      <a:pt x="1635" y="870"/>
                    </a:cubicBezTo>
                    <a:cubicBezTo>
                      <a:pt x="1655" y="1048"/>
                      <a:pt x="1655" y="1048"/>
                      <a:pt x="1655" y="1048"/>
                    </a:cubicBezTo>
                    <a:cubicBezTo>
                      <a:pt x="1707" y="1508"/>
                      <a:pt x="1241" y="1851"/>
                      <a:pt x="817" y="1666"/>
                    </a:cubicBezTo>
                    <a:cubicBezTo>
                      <a:pt x="653" y="1594"/>
                      <a:pt x="653" y="1594"/>
                      <a:pt x="653" y="1594"/>
                    </a:cubicBezTo>
                    <a:cubicBezTo>
                      <a:pt x="489" y="1522"/>
                      <a:pt x="489" y="1522"/>
                      <a:pt x="489" y="1522"/>
                    </a:cubicBezTo>
                    <a:cubicBezTo>
                      <a:pt x="64" y="1337"/>
                      <a:pt x="0" y="762"/>
                      <a:pt x="373" y="487"/>
                    </a:cubicBezTo>
                    <a:cubicBezTo>
                      <a:pt x="517" y="381"/>
                      <a:pt x="517" y="381"/>
                      <a:pt x="517" y="381"/>
                    </a:cubicBezTo>
                    <a:lnTo>
                      <a:pt x="661" y="275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dirty="0"/>
              </a:p>
            </p:txBody>
          </p:sp>
          <p:sp>
            <p:nvSpPr>
              <p:cNvPr id="9" name="任意多边形: 形状 8"/>
              <p:cNvSpPr/>
              <p:nvPr/>
            </p:nvSpPr>
            <p:spPr bwMode="auto">
              <a:xfrm>
                <a:off x="4208984" y="1617025"/>
                <a:ext cx="3795963" cy="3626091"/>
              </a:xfrm>
              <a:custGeom>
                <a:avLst/>
                <a:gdLst>
                  <a:gd name="connsiteX0" fmla="*/ 1898462 w 3795963"/>
                  <a:gd name="connsiteY0" fmla="*/ 0 h 3626091"/>
                  <a:gd name="connsiteX1" fmla="*/ 2576443 w 3795963"/>
                  <a:gd name="connsiteY1" fmla="*/ 298451 h 3626091"/>
                  <a:gd name="connsiteX2" fmla="*/ 3749231 w 3795963"/>
                  <a:gd name="connsiteY2" fmla="*/ 2326246 h 3626091"/>
                  <a:gd name="connsiteX3" fmla="*/ 3751610 w 3795963"/>
                  <a:gd name="connsiteY3" fmla="*/ 2338160 h 3626091"/>
                  <a:gd name="connsiteX4" fmla="*/ 3140237 w 3795963"/>
                  <a:gd name="connsiteY4" fmla="*/ 3498603 h 3626091"/>
                  <a:gd name="connsiteX5" fmla="*/ 3137859 w 3795963"/>
                  <a:gd name="connsiteY5" fmla="*/ 3503368 h 3626091"/>
                  <a:gd name="connsiteX6" fmla="*/ 689991 w 3795963"/>
                  <a:gd name="connsiteY6" fmla="*/ 3512900 h 3626091"/>
                  <a:gd name="connsiteX7" fmla="*/ 687613 w 3795963"/>
                  <a:gd name="connsiteY7" fmla="*/ 3505751 h 3626091"/>
                  <a:gd name="connsiteX8" fmla="*/ 42936 w 3795963"/>
                  <a:gd name="connsiteY8" fmla="*/ 2338160 h 3626091"/>
                  <a:gd name="connsiteX9" fmla="*/ 1220481 w 3795963"/>
                  <a:gd name="connsiteY9" fmla="*/ 298451 h 3626091"/>
                  <a:gd name="connsiteX10" fmla="*/ 1898462 w 3795963"/>
                  <a:gd name="connsiteY10" fmla="*/ 0 h 36260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795963" h="3626091">
                    <a:moveTo>
                      <a:pt x="1898462" y="0"/>
                    </a:moveTo>
                    <a:cubicBezTo>
                      <a:pt x="2147650" y="0"/>
                      <a:pt x="2396837" y="99484"/>
                      <a:pt x="2576443" y="298451"/>
                    </a:cubicBezTo>
                    <a:cubicBezTo>
                      <a:pt x="3068871" y="820292"/>
                      <a:pt x="3523237" y="1642371"/>
                      <a:pt x="3749231" y="2326246"/>
                    </a:cubicBezTo>
                    <a:cubicBezTo>
                      <a:pt x="3749231" y="2331012"/>
                      <a:pt x="3751610" y="2335778"/>
                      <a:pt x="3751610" y="2338160"/>
                    </a:cubicBezTo>
                    <a:cubicBezTo>
                      <a:pt x="3910995" y="2826642"/>
                      <a:pt x="3625529" y="3355632"/>
                      <a:pt x="3140237" y="3498603"/>
                    </a:cubicBezTo>
                    <a:cubicBezTo>
                      <a:pt x="3137859" y="3503368"/>
                      <a:pt x="3137859" y="3503368"/>
                      <a:pt x="3137859" y="3503368"/>
                    </a:cubicBezTo>
                    <a:cubicBezTo>
                      <a:pt x="2436089" y="3672550"/>
                      <a:pt x="1398898" y="3658253"/>
                      <a:pt x="689991" y="3512900"/>
                    </a:cubicBezTo>
                    <a:cubicBezTo>
                      <a:pt x="687613" y="3505751"/>
                      <a:pt x="687613" y="3505751"/>
                      <a:pt x="687613" y="3505751"/>
                    </a:cubicBezTo>
                    <a:cubicBezTo>
                      <a:pt x="183290" y="3377078"/>
                      <a:pt x="-116449" y="2838556"/>
                      <a:pt x="42936" y="2338160"/>
                    </a:cubicBezTo>
                    <a:cubicBezTo>
                      <a:pt x="268930" y="1651903"/>
                      <a:pt x="725674" y="822675"/>
                      <a:pt x="1220481" y="298451"/>
                    </a:cubicBezTo>
                    <a:cubicBezTo>
                      <a:pt x="1400087" y="99484"/>
                      <a:pt x="1649274" y="0"/>
                      <a:pt x="1898462" y="0"/>
                    </a:cubicBezTo>
                    <a:close/>
                  </a:path>
                </a:pathLst>
              </a:custGeom>
              <a:blipFill>
                <a:blip r:embed="rId1"/>
                <a:stretch>
                  <a:fillRect l="-21768" r="-21609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lt1"/>
                  </a:solidFill>
                </a:endParaRPr>
              </a:p>
            </p:txBody>
          </p:sp>
        </p:grpSp>
      </p:grpSp>
      <p:sp>
        <p:nvSpPr>
          <p:cNvPr id="10" name="Shape 305"/>
          <p:cNvSpPr txBox="1"/>
          <p:nvPr/>
        </p:nvSpPr>
        <p:spPr>
          <a:xfrm>
            <a:off x="660401" y="2566230"/>
            <a:ext cx="3548584" cy="967258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b" anchorCtr="0">
            <a:normAutofit/>
          </a:bodyPr>
          <a:lstStyle/>
          <a:p>
            <a:pPr>
              <a:buSzPct val="25000"/>
            </a:pPr>
            <a:r>
              <a:rPr lang="en-US" sz="2000" b="1" dirty="0">
                <a:ea typeface="Calibri" panose="020F0502020204030204"/>
                <a:cs typeface="Calibri" panose="020F0502020204030204"/>
                <a:sym typeface="Calibri" panose="020F0502020204030204"/>
              </a:rPr>
              <a:t>Unified fonts make </a:t>
            </a:r>
            <a:endParaRPr lang="en-US" sz="2000" b="1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>
              <a:buSzPct val="25000"/>
            </a:pPr>
            <a:r>
              <a:rPr lang="en-US" sz="2000" b="1" dirty="0">
                <a:ea typeface="Calibri" panose="020F0502020204030204"/>
                <a:cs typeface="Calibri" panose="020F0502020204030204"/>
                <a:sym typeface="Calibri" panose="020F0502020204030204"/>
              </a:rPr>
              <a:t>reading more fluent.</a:t>
            </a:r>
            <a:endParaRPr lang="en-US" sz="2000" b="1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Shape 306"/>
          <p:cNvSpPr txBox="1"/>
          <p:nvPr/>
        </p:nvSpPr>
        <p:spPr>
          <a:xfrm>
            <a:off x="660399" y="3533486"/>
            <a:ext cx="3548585" cy="1001963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t" anchorCtr="0">
            <a:normAutofit/>
          </a:bodyPr>
          <a:lstStyle/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ea typeface="Calibri" panose="020F0502020204030204"/>
                <a:cs typeface="Calibri" panose="020F0502020204030204"/>
                <a:sym typeface="Calibri" panose="020F0502020204030204"/>
              </a:rPr>
              <a:t>Theme color makes PPT more convenient to change.</a:t>
            </a:r>
            <a:endParaRPr lang="en-US" sz="11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>
              <a:lnSpc>
                <a:spcPct val="150000"/>
              </a:lnSpc>
              <a:buSzPct val="25000"/>
            </a:pPr>
            <a:r>
              <a:rPr lang="en-US" sz="1100" dirty="0">
                <a:ea typeface="Calibri" panose="020F0502020204030204"/>
                <a:cs typeface="Calibri" panose="020F0502020204030204"/>
                <a:sym typeface="Calibri" panose="020F0502020204030204"/>
              </a:rPr>
              <a:t>Adjust the spacing to adapt to Chinese typesetting, use the reference line in PPT.</a:t>
            </a:r>
            <a:endParaRPr lang="en-US" sz="11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084974" y="1130300"/>
            <a:ext cx="3433926" cy="1308761"/>
            <a:chOff x="8084974" y="1130300"/>
            <a:chExt cx="3433926" cy="1308761"/>
          </a:xfrm>
        </p:grpSpPr>
        <p:grpSp>
          <p:nvGrpSpPr>
            <p:cNvPr id="13" name="组合 12"/>
            <p:cNvGrpSpPr/>
            <p:nvPr/>
          </p:nvGrpSpPr>
          <p:grpSpPr>
            <a:xfrm>
              <a:off x="8084974" y="1266924"/>
              <a:ext cx="836894" cy="836894"/>
              <a:chOff x="7043444" y="1148015"/>
              <a:chExt cx="1297072" cy="1297072"/>
            </a:xfrm>
          </p:grpSpPr>
          <p:sp>
            <p:nvSpPr>
              <p:cNvPr id="17" name="Oval 5"/>
              <p:cNvSpPr/>
              <p:nvPr/>
            </p:nvSpPr>
            <p:spPr bwMode="auto">
              <a:xfrm>
                <a:off x="7043444" y="1148015"/>
                <a:ext cx="1297072" cy="129707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sx="110000" sy="110000" algn="ctr" rotWithShape="0">
                  <a:schemeClr val="tx2">
                    <a:alpha val="19000"/>
                  </a:schemeClr>
                </a:outerShdw>
              </a:effectLst>
            </p:spPr>
            <p:txBody>
              <a:bodyPr lIns="91440" tIns="45720" rIns="91440" bIns="4572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3200"/>
              </a:p>
            </p:txBody>
          </p:sp>
          <p:sp>
            <p:nvSpPr>
              <p:cNvPr id="18" name="bank_289176"/>
              <p:cNvSpPr>
                <a:spLocks noChangeAspect="1"/>
              </p:cNvSpPr>
              <p:nvPr/>
            </p:nvSpPr>
            <p:spPr bwMode="auto">
              <a:xfrm>
                <a:off x="7442648" y="1556431"/>
                <a:ext cx="498672" cy="480241"/>
              </a:xfrm>
              <a:custGeom>
                <a:avLst/>
                <a:gdLst>
                  <a:gd name="connsiteX0" fmla="*/ 216243 w 609050"/>
                  <a:gd name="connsiteY0" fmla="*/ 412730 h 586540"/>
                  <a:gd name="connsiteX1" fmla="*/ 216243 w 609050"/>
                  <a:gd name="connsiteY1" fmla="*/ 456594 h 586540"/>
                  <a:gd name="connsiteX2" fmla="*/ 293953 w 609050"/>
                  <a:gd name="connsiteY2" fmla="*/ 456594 h 586540"/>
                  <a:gd name="connsiteX3" fmla="*/ 293953 w 609050"/>
                  <a:gd name="connsiteY3" fmla="*/ 412730 h 586540"/>
                  <a:gd name="connsiteX4" fmla="*/ 69884 w 609050"/>
                  <a:gd name="connsiteY4" fmla="*/ 412730 h 586540"/>
                  <a:gd name="connsiteX5" fmla="*/ 69884 w 609050"/>
                  <a:gd name="connsiteY5" fmla="*/ 456594 h 586540"/>
                  <a:gd name="connsiteX6" fmla="*/ 147595 w 609050"/>
                  <a:gd name="connsiteY6" fmla="*/ 456594 h 586540"/>
                  <a:gd name="connsiteX7" fmla="*/ 147595 w 609050"/>
                  <a:gd name="connsiteY7" fmla="*/ 412730 h 586540"/>
                  <a:gd name="connsiteX8" fmla="*/ 460769 w 609050"/>
                  <a:gd name="connsiteY8" fmla="*/ 376268 h 586540"/>
                  <a:gd name="connsiteX9" fmla="*/ 460769 w 609050"/>
                  <a:gd name="connsiteY9" fmla="*/ 414786 h 586540"/>
                  <a:gd name="connsiteX10" fmla="*/ 555916 w 609050"/>
                  <a:gd name="connsiteY10" fmla="*/ 414786 h 586540"/>
                  <a:gd name="connsiteX11" fmla="*/ 555916 w 609050"/>
                  <a:gd name="connsiteY11" fmla="*/ 376268 h 586540"/>
                  <a:gd name="connsiteX12" fmla="*/ 216243 w 609050"/>
                  <a:gd name="connsiteY12" fmla="*/ 339670 h 586540"/>
                  <a:gd name="connsiteX13" fmla="*/ 216243 w 609050"/>
                  <a:gd name="connsiteY13" fmla="*/ 383533 h 586540"/>
                  <a:gd name="connsiteX14" fmla="*/ 293953 w 609050"/>
                  <a:gd name="connsiteY14" fmla="*/ 383533 h 586540"/>
                  <a:gd name="connsiteX15" fmla="*/ 293953 w 609050"/>
                  <a:gd name="connsiteY15" fmla="*/ 339670 h 586540"/>
                  <a:gd name="connsiteX16" fmla="*/ 69884 w 609050"/>
                  <a:gd name="connsiteY16" fmla="*/ 339670 h 586540"/>
                  <a:gd name="connsiteX17" fmla="*/ 69884 w 609050"/>
                  <a:gd name="connsiteY17" fmla="*/ 383533 h 586540"/>
                  <a:gd name="connsiteX18" fmla="*/ 147595 w 609050"/>
                  <a:gd name="connsiteY18" fmla="*/ 383533 h 586540"/>
                  <a:gd name="connsiteX19" fmla="*/ 147595 w 609050"/>
                  <a:gd name="connsiteY19" fmla="*/ 339670 h 586540"/>
                  <a:gd name="connsiteX20" fmla="*/ 460769 w 609050"/>
                  <a:gd name="connsiteY20" fmla="*/ 303071 h 586540"/>
                  <a:gd name="connsiteX21" fmla="*/ 460769 w 609050"/>
                  <a:gd name="connsiteY21" fmla="*/ 341726 h 586540"/>
                  <a:gd name="connsiteX22" fmla="*/ 555916 w 609050"/>
                  <a:gd name="connsiteY22" fmla="*/ 341726 h 586540"/>
                  <a:gd name="connsiteX23" fmla="*/ 555916 w 609050"/>
                  <a:gd name="connsiteY23" fmla="*/ 303071 h 586540"/>
                  <a:gd name="connsiteX24" fmla="*/ 216243 w 609050"/>
                  <a:gd name="connsiteY24" fmla="*/ 266609 h 586540"/>
                  <a:gd name="connsiteX25" fmla="*/ 216243 w 609050"/>
                  <a:gd name="connsiteY25" fmla="*/ 310473 h 586540"/>
                  <a:gd name="connsiteX26" fmla="*/ 293953 w 609050"/>
                  <a:gd name="connsiteY26" fmla="*/ 310473 h 586540"/>
                  <a:gd name="connsiteX27" fmla="*/ 293953 w 609050"/>
                  <a:gd name="connsiteY27" fmla="*/ 266609 h 586540"/>
                  <a:gd name="connsiteX28" fmla="*/ 69884 w 609050"/>
                  <a:gd name="connsiteY28" fmla="*/ 266609 h 586540"/>
                  <a:gd name="connsiteX29" fmla="*/ 69884 w 609050"/>
                  <a:gd name="connsiteY29" fmla="*/ 310473 h 586540"/>
                  <a:gd name="connsiteX30" fmla="*/ 147595 w 609050"/>
                  <a:gd name="connsiteY30" fmla="*/ 310473 h 586540"/>
                  <a:gd name="connsiteX31" fmla="*/ 147595 w 609050"/>
                  <a:gd name="connsiteY31" fmla="*/ 266609 h 586540"/>
                  <a:gd name="connsiteX32" fmla="*/ 460769 w 609050"/>
                  <a:gd name="connsiteY32" fmla="*/ 230010 h 586540"/>
                  <a:gd name="connsiteX33" fmla="*/ 460769 w 609050"/>
                  <a:gd name="connsiteY33" fmla="*/ 268528 h 586540"/>
                  <a:gd name="connsiteX34" fmla="*/ 555916 w 609050"/>
                  <a:gd name="connsiteY34" fmla="*/ 268528 h 586540"/>
                  <a:gd name="connsiteX35" fmla="*/ 555916 w 609050"/>
                  <a:gd name="connsiteY35" fmla="*/ 230010 h 586540"/>
                  <a:gd name="connsiteX36" fmla="*/ 216243 w 609050"/>
                  <a:gd name="connsiteY36" fmla="*/ 193549 h 586540"/>
                  <a:gd name="connsiteX37" fmla="*/ 216243 w 609050"/>
                  <a:gd name="connsiteY37" fmla="*/ 237412 h 586540"/>
                  <a:gd name="connsiteX38" fmla="*/ 293953 w 609050"/>
                  <a:gd name="connsiteY38" fmla="*/ 237412 h 586540"/>
                  <a:gd name="connsiteX39" fmla="*/ 293953 w 609050"/>
                  <a:gd name="connsiteY39" fmla="*/ 193549 h 586540"/>
                  <a:gd name="connsiteX40" fmla="*/ 69884 w 609050"/>
                  <a:gd name="connsiteY40" fmla="*/ 193549 h 586540"/>
                  <a:gd name="connsiteX41" fmla="*/ 69884 w 609050"/>
                  <a:gd name="connsiteY41" fmla="*/ 237412 h 586540"/>
                  <a:gd name="connsiteX42" fmla="*/ 147595 w 609050"/>
                  <a:gd name="connsiteY42" fmla="*/ 237412 h 586540"/>
                  <a:gd name="connsiteX43" fmla="*/ 147595 w 609050"/>
                  <a:gd name="connsiteY43" fmla="*/ 193549 h 586540"/>
                  <a:gd name="connsiteX44" fmla="*/ 460769 w 609050"/>
                  <a:gd name="connsiteY44" fmla="*/ 156950 h 586540"/>
                  <a:gd name="connsiteX45" fmla="*/ 460769 w 609050"/>
                  <a:gd name="connsiteY45" fmla="*/ 195468 h 586540"/>
                  <a:gd name="connsiteX46" fmla="*/ 555916 w 609050"/>
                  <a:gd name="connsiteY46" fmla="*/ 195468 h 586540"/>
                  <a:gd name="connsiteX47" fmla="*/ 555916 w 609050"/>
                  <a:gd name="connsiteY47" fmla="*/ 156950 h 586540"/>
                  <a:gd name="connsiteX48" fmla="*/ 192926 w 609050"/>
                  <a:gd name="connsiteY48" fmla="*/ 96251 h 586540"/>
                  <a:gd name="connsiteX49" fmla="*/ 361366 w 609050"/>
                  <a:gd name="connsiteY49" fmla="*/ 96251 h 586540"/>
                  <a:gd name="connsiteX50" fmla="*/ 361366 w 609050"/>
                  <a:gd name="connsiteY50" fmla="*/ 114880 h 586540"/>
                  <a:gd name="connsiteX51" fmla="*/ 192926 w 609050"/>
                  <a:gd name="connsiteY51" fmla="*/ 114880 h 586540"/>
                  <a:gd name="connsiteX52" fmla="*/ 192926 w 609050"/>
                  <a:gd name="connsiteY52" fmla="*/ 49819 h 586540"/>
                  <a:gd name="connsiteX53" fmla="*/ 361366 w 609050"/>
                  <a:gd name="connsiteY53" fmla="*/ 49819 h 586540"/>
                  <a:gd name="connsiteX54" fmla="*/ 361366 w 609050"/>
                  <a:gd name="connsiteY54" fmla="*/ 68307 h 586540"/>
                  <a:gd name="connsiteX55" fmla="*/ 192926 w 609050"/>
                  <a:gd name="connsiteY55" fmla="*/ 68307 h 586540"/>
                  <a:gd name="connsiteX56" fmla="*/ 166130 w 609050"/>
                  <a:gd name="connsiteY56" fmla="*/ 25222 h 586540"/>
                  <a:gd name="connsiteX57" fmla="*/ 166130 w 609050"/>
                  <a:gd name="connsiteY57" fmla="*/ 155716 h 586540"/>
                  <a:gd name="connsiteX58" fmla="*/ 338987 w 609050"/>
                  <a:gd name="connsiteY58" fmla="*/ 155716 h 586540"/>
                  <a:gd name="connsiteX59" fmla="*/ 338987 w 609050"/>
                  <a:gd name="connsiteY59" fmla="*/ 341040 h 586540"/>
                  <a:gd name="connsiteX60" fmla="*/ 338987 w 609050"/>
                  <a:gd name="connsiteY60" fmla="*/ 531710 h 586540"/>
                  <a:gd name="connsiteX61" fmla="*/ 366721 w 609050"/>
                  <a:gd name="connsiteY61" fmla="*/ 531710 h 586540"/>
                  <a:gd name="connsiteX62" fmla="*/ 366721 w 609050"/>
                  <a:gd name="connsiteY62" fmla="*/ 341040 h 586540"/>
                  <a:gd name="connsiteX63" fmla="*/ 366721 w 609050"/>
                  <a:gd name="connsiteY63" fmla="*/ 155305 h 586540"/>
                  <a:gd name="connsiteX64" fmla="*/ 388002 w 609050"/>
                  <a:gd name="connsiteY64" fmla="*/ 143517 h 586540"/>
                  <a:gd name="connsiteX65" fmla="*/ 388002 w 609050"/>
                  <a:gd name="connsiteY65" fmla="*/ 25222 h 586540"/>
                  <a:gd name="connsiteX66" fmla="*/ 140867 w 609050"/>
                  <a:gd name="connsiteY66" fmla="*/ 0 h 586540"/>
                  <a:gd name="connsiteX67" fmla="*/ 413402 w 609050"/>
                  <a:gd name="connsiteY67" fmla="*/ 0 h 586540"/>
                  <a:gd name="connsiteX68" fmla="*/ 413402 w 609050"/>
                  <a:gd name="connsiteY68" fmla="*/ 129398 h 586540"/>
                  <a:gd name="connsiteX69" fmla="*/ 432486 w 609050"/>
                  <a:gd name="connsiteY69" fmla="*/ 118843 h 586540"/>
                  <a:gd name="connsiteX70" fmla="*/ 584199 w 609050"/>
                  <a:gd name="connsiteY70" fmla="*/ 118843 h 586540"/>
                  <a:gd name="connsiteX71" fmla="*/ 584199 w 609050"/>
                  <a:gd name="connsiteY71" fmla="*/ 531710 h 586540"/>
                  <a:gd name="connsiteX72" fmla="*/ 609050 w 609050"/>
                  <a:gd name="connsiteY72" fmla="*/ 531710 h 586540"/>
                  <a:gd name="connsiteX73" fmla="*/ 609050 w 609050"/>
                  <a:gd name="connsiteY73" fmla="*/ 586540 h 586540"/>
                  <a:gd name="connsiteX74" fmla="*/ 0 w 609050"/>
                  <a:gd name="connsiteY74" fmla="*/ 586540 h 586540"/>
                  <a:gd name="connsiteX75" fmla="*/ 0 w 609050"/>
                  <a:gd name="connsiteY75" fmla="*/ 531710 h 586540"/>
                  <a:gd name="connsiteX76" fmla="*/ 24851 w 609050"/>
                  <a:gd name="connsiteY76" fmla="*/ 531710 h 586540"/>
                  <a:gd name="connsiteX77" fmla="*/ 24851 w 609050"/>
                  <a:gd name="connsiteY77" fmla="*/ 155716 h 586540"/>
                  <a:gd name="connsiteX78" fmla="*/ 140867 w 609050"/>
                  <a:gd name="connsiteY78" fmla="*/ 155716 h 586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609050" h="586540">
                    <a:moveTo>
                      <a:pt x="216243" y="412730"/>
                    </a:moveTo>
                    <a:lnTo>
                      <a:pt x="216243" y="456594"/>
                    </a:lnTo>
                    <a:lnTo>
                      <a:pt x="293953" y="456594"/>
                    </a:lnTo>
                    <a:lnTo>
                      <a:pt x="293953" y="412730"/>
                    </a:lnTo>
                    <a:close/>
                    <a:moveTo>
                      <a:pt x="69884" y="412730"/>
                    </a:moveTo>
                    <a:lnTo>
                      <a:pt x="69884" y="456594"/>
                    </a:lnTo>
                    <a:lnTo>
                      <a:pt x="147595" y="456594"/>
                    </a:lnTo>
                    <a:lnTo>
                      <a:pt x="147595" y="412730"/>
                    </a:lnTo>
                    <a:close/>
                    <a:moveTo>
                      <a:pt x="460769" y="376268"/>
                    </a:moveTo>
                    <a:lnTo>
                      <a:pt x="460769" y="414786"/>
                    </a:lnTo>
                    <a:lnTo>
                      <a:pt x="555916" y="414786"/>
                    </a:lnTo>
                    <a:lnTo>
                      <a:pt x="555916" y="376268"/>
                    </a:lnTo>
                    <a:close/>
                    <a:moveTo>
                      <a:pt x="216243" y="339670"/>
                    </a:moveTo>
                    <a:lnTo>
                      <a:pt x="216243" y="383533"/>
                    </a:lnTo>
                    <a:lnTo>
                      <a:pt x="293953" y="383533"/>
                    </a:lnTo>
                    <a:lnTo>
                      <a:pt x="293953" y="339670"/>
                    </a:lnTo>
                    <a:close/>
                    <a:moveTo>
                      <a:pt x="69884" y="339670"/>
                    </a:moveTo>
                    <a:lnTo>
                      <a:pt x="69884" y="383533"/>
                    </a:lnTo>
                    <a:lnTo>
                      <a:pt x="147595" y="383533"/>
                    </a:lnTo>
                    <a:lnTo>
                      <a:pt x="147595" y="339670"/>
                    </a:lnTo>
                    <a:close/>
                    <a:moveTo>
                      <a:pt x="460769" y="303071"/>
                    </a:moveTo>
                    <a:lnTo>
                      <a:pt x="460769" y="341726"/>
                    </a:lnTo>
                    <a:lnTo>
                      <a:pt x="555916" y="341726"/>
                    </a:lnTo>
                    <a:lnTo>
                      <a:pt x="555916" y="303071"/>
                    </a:lnTo>
                    <a:close/>
                    <a:moveTo>
                      <a:pt x="216243" y="266609"/>
                    </a:moveTo>
                    <a:lnTo>
                      <a:pt x="216243" y="310473"/>
                    </a:lnTo>
                    <a:lnTo>
                      <a:pt x="293953" y="310473"/>
                    </a:lnTo>
                    <a:lnTo>
                      <a:pt x="293953" y="266609"/>
                    </a:lnTo>
                    <a:close/>
                    <a:moveTo>
                      <a:pt x="69884" y="266609"/>
                    </a:moveTo>
                    <a:lnTo>
                      <a:pt x="69884" y="310473"/>
                    </a:lnTo>
                    <a:lnTo>
                      <a:pt x="147595" y="310473"/>
                    </a:lnTo>
                    <a:lnTo>
                      <a:pt x="147595" y="266609"/>
                    </a:lnTo>
                    <a:close/>
                    <a:moveTo>
                      <a:pt x="460769" y="230010"/>
                    </a:moveTo>
                    <a:lnTo>
                      <a:pt x="460769" y="268528"/>
                    </a:lnTo>
                    <a:lnTo>
                      <a:pt x="555916" y="268528"/>
                    </a:lnTo>
                    <a:lnTo>
                      <a:pt x="555916" y="230010"/>
                    </a:lnTo>
                    <a:close/>
                    <a:moveTo>
                      <a:pt x="216243" y="193549"/>
                    </a:moveTo>
                    <a:lnTo>
                      <a:pt x="216243" y="237412"/>
                    </a:lnTo>
                    <a:lnTo>
                      <a:pt x="293953" y="237412"/>
                    </a:lnTo>
                    <a:lnTo>
                      <a:pt x="293953" y="193549"/>
                    </a:lnTo>
                    <a:close/>
                    <a:moveTo>
                      <a:pt x="69884" y="193549"/>
                    </a:moveTo>
                    <a:lnTo>
                      <a:pt x="69884" y="237412"/>
                    </a:lnTo>
                    <a:lnTo>
                      <a:pt x="147595" y="237412"/>
                    </a:lnTo>
                    <a:lnTo>
                      <a:pt x="147595" y="193549"/>
                    </a:lnTo>
                    <a:close/>
                    <a:moveTo>
                      <a:pt x="460769" y="156950"/>
                    </a:moveTo>
                    <a:lnTo>
                      <a:pt x="460769" y="195468"/>
                    </a:lnTo>
                    <a:lnTo>
                      <a:pt x="555916" y="195468"/>
                    </a:lnTo>
                    <a:lnTo>
                      <a:pt x="555916" y="156950"/>
                    </a:lnTo>
                    <a:close/>
                    <a:moveTo>
                      <a:pt x="192926" y="96251"/>
                    </a:moveTo>
                    <a:lnTo>
                      <a:pt x="361366" y="96251"/>
                    </a:lnTo>
                    <a:lnTo>
                      <a:pt x="361366" y="114880"/>
                    </a:lnTo>
                    <a:lnTo>
                      <a:pt x="192926" y="114880"/>
                    </a:lnTo>
                    <a:close/>
                    <a:moveTo>
                      <a:pt x="192926" y="49819"/>
                    </a:moveTo>
                    <a:lnTo>
                      <a:pt x="361366" y="49819"/>
                    </a:lnTo>
                    <a:lnTo>
                      <a:pt x="361366" y="68307"/>
                    </a:lnTo>
                    <a:lnTo>
                      <a:pt x="192926" y="68307"/>
                    </a:lnTo>
                    <a:close/>
                    <a:moveTo>
                      <a:pt x="166130" y="25222"/>
                    </a:moveTo>
                    <a:lnTo>
                      <a:pt x="166130" y="155716"/>
                    </a:lnTo>
                    <a:lnTo>
                      <a:pt x="338987" y="155716"/>
                    </a:lnTo>
                    <a:lnTo>
                      <a:pt x="338987" y="341040"/>
                    </a:lnTo>
                    <a:lnTo>
                      <a:pt x="338987" y="531710"/>
                    </a:lnTo>
                    <a:lnTo>
                      <a:pt x="366721" y="531710"/>
                    </a:lnTo>
                    <a:lnTo>
                      <a:pt x="366721" y="341040"/>
                    </a:lnTo>
                    <a:lnTo>
                      <a:pt x="366721" y="155305"/>
                    </a:lnTo>
                    <a:lnTo>
                      <a:pt x="388002" y="143517"/>
                    </a:lnTo>
                    <a:lnTo>
                      <a:pt x="388002" y="25222"/>
                    </a:lnTo>
                    <a:close/>
                    <a:moveTo>
                      <a:pt x="140867" y="0"/>
                    </a:moveTo>
                    <a:lnTo>
                      <a:pt x="413402" y="0"/>
                    </a:lnTo>
                    <a:lnTo>
                      <a:pt x="413402" y="129398"/>
                    </a:lnTo>
                    <a:lnTo>
                      <a:pt x="432486" y="118843"/>
                    </a:lnTo>
                    <a:lnTo>
                      <a:pt x="584199" y="118843"/>
                    </a:lnTo>
                    <a:lnTo>
                      <a:pt x="584199" y="531710"/>
                    </a:lnTo>
                    <a:lnTo>
                      <a:pt x="609050" y="531710"/>
                    </a:lnTo>
                    <a:lnTo>
                      <a:pt x="609050" y="586540"/>
                    </a:lnTo>
                    <a:lnTo>
                      <a:pt x="0" y="586540"/>
                    </a:lnTo>
                    <a:lnTo>
                      <a:pt x="0" y="531710"/>
                    </a:lnTo>
                    <a:lnTo>
                      <a:pt x="24851" y="531710"/>
                    </a:lnTo>
                    <a:lnTo>
                      <a:pt x="24851" y="155716"/>
                    </a:lnTo>
                    <a:lnTo>
                      <a:pt x="140867" y="15571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lIns="91440" tIns="45720" rIns="91440" bIns="45720"/>
              <a:lstStyle/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9131300" y="1130300"/>
              <a:ext cx="2387600" cy="1308761"/>
              <a:chOff x="673099" y="2252632"/>
              <a:chExt cx="3589337" cy="1308761"/>
            </a:xfrm>
          </p:grpSpPr>
          <p:sp>
            <p:nvSpPr>
              <p:cNvPr id="15" name="íṩḻídè"/>
              <p:cNvSpPr txBox="1"/>
              <p:nvPr/>
            </p:nvSpPr>
            <p:spPr bwMode="auto">
              <a:xfrm>
                <a:off x="673099" y="2252632"/>
                <a:ext cx="358933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6" name="i$ľîḓê"/>
              <p:cNvSpPr/>
              <p:nvPr/>
            </p:nvSpPr>
            <p:spPr bwMode="auto">
              <a:xfrm>
                <a:off x="673099" y="2694438"/>
                <a:ext cx="3589337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8084974" y="2977820"/>
            <a:ext cx="3433926" cy="1308761"/>
            <a:chOff x="8084974" y="1130300"/>
            <a:chExt cx="3433926" cy="1308761"/>
          </a:xfrm>
        </p:grpSpPr>
        <p:grpSp>
          <p:nvGrpSpPr>
            <p:cNvPr id="20" name="组合 19"/>
            <p:cNvGrpSpPr/>
            <p:nvPr/>
          </p:nvGrpSpPr>
          <p:grpSpPr>
            <a:xfrm>
              <a:off x="8084974" y="1266924"/>
              <a:ext cx="836894" cy="836894"/>
              <a:chOff x="7043444" y="1148015"/>
              <a:chExt cx="1297072" cy="1297072"/>
            </a:xfrm>
          </p:grpSpPr>
          <p:sp>
            <p:nvSpPr>
              <p:cNvPr id="24" name="Oval 5"/>
              <p:cNvSpPr/>
              <p:nvPr/>
            </p:nvSpPr>
            <p:spPr bwMode="auto">
              <a:xfrm>
                <a:off x="7043444" y="1148015"/>
                <a:ext cx="1297072" cy="129707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sx="110000" sy="110000" algn="ctr" rotWithShape="0">
                  <a:schemeClr val="tx2">
                    <a:alpha val="19000"/>
                  </a:schemeClr>
                </a:outerShdw>
              </a:effectLst>
            </p:spPr>
            <p:txBody>
              <a:bodyPr lIns="91440" tIns="45720" rIns="91440" bIns="4572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3200"/>
              </a:p>
            </p:txBody>
          </p:sp>
          <p:sp>
            <p:nvSpPr>
              <p:cNvPr id="25" name="bank_289176"/>
              <p:cNvSpPr>
                <a:spLocks noChangeAspect="1"/>
              </p:cNvSpPr>
              <p:nvPr/>
            </p:nvSpPr>
            <p:spPr bwMode="auto">
              <a:xfrm>
                <a:off x="7442648" y="1556431"/>
                <a:ext cx="498672" cy="480241"/>
              </a:xfrm>
              <a:custGeom>
                <a:avLst/>
                <a:gdLst>
                  <a:gd name="connsiteX0" fmla="*/ 216243 w 609050"/>
                  <a:gd name="connsiteY0" fmla="*/ 412730 h 586540"/>
                  <a:gd name="connsiteX1" fmla="*/ 216243 w 609050"/>
                  <a:gd name="connsiteY1" fmla="*/ 456594 h 586540"/>
                  <a:gd name="connsiteX2" fmla="*/ 293953 w 609050"/>
                  <a:gd name="connsiteY2" fmla="*/ 456594 h 586540"/>
                  <a:gd name="connsiteX3" fmla="*/ 293953 w 609050"/>
                  <a:gd name="connsiteY3" fmla="*/ 412730 h 586540"/>
                  <a:gd name="connsiteX4" fmla="*/ 69884 w 609050"/>
                  <a:gd name="connsiteY4" fmla="*/ 412730 h 586540"/>
                  <a:gd name="connsiteX5" fmla="*/ 69884 w 609050"/>
                  <a:gd name="connsiteY5" fmla="*/ 456594 h 586540"/>
                  <a:gd name="connsiteX6" fmla="*/ 147595 w 609050"/>
                  <a:gd name="connsiteY6" fmla="*/ 456594 h 586540"/>
                  <a:gd name="connsiteX7" fmla="*/ 147595 w 609050"/>
                  <a:gd name="connsiteY7" fmla="*/ 412730 h 586540"/>
                  <a:gd name="connsiteX8" fmla="*/ 460769 w 609050"/>
                  <a:gd name="connsiteY8" fmla="*/ 376268 h 586540"/>
                  <a:gd name="connsiteX9" fmla="*/ 460769 w 609050"/>
                  <a:gd name="connsiteY9" fmla="*/ 414786 h 586540"/>
                  <a:gd name="connsiteX10" fmla="*/ 555916 w 609050"/>
                  <a:gd name="connsiteY10" fmla="*/ 414786 h 586540"/>
                  <a:gd name="connsiteX11" fmla="*/ 555916 w 609050"/>
                  <a:gd name="connsiteY11" fmla="*/ 376268 h 586540"/>
                  <a:gd name="connsiteX12" fmla="*/ 216243 w 609050"/>
                  <a:gd name="connsiteY12" fmla="*/ 339670 h 586540"/>
                  <a:gd name="connsiteX13" fmla="*/ 216243 w 609050"/>
                  <a:gd name="connsiteY13" fmla="*/ 383533 h 586540"/>
                  <a:gd name="connsiteX14" fmla="*/ 293953 w 609050"/>
                  <a:gd name="connsiteY14" fmla="*/ 383533 h 586540"/>
                  <a:gd name="connsiteX15" fmla="*/ 293953 w 609050"/>
                  <a:gd name="connsiteY15" fmla="*/ 339670 h 586540"/>
                  <a:gd name="connsiteX16" fmla="*/ 69884 w 609050"/>
                  <a:gd name="connsiteY16" fmla="*/ 339670 h 586540"/>
                  <a:gd name="connsiteX17" fmla="*/ 69884 w 609050"/>
                  <a:gd name="connsiteY17" fmla="*/ 383533 h 586540"/>
                  <a:gd name="connsiteX18" fmla="*/ 147595 w 609050"/>
                  <a:gd name="connsiteY18" fmla="*/ 383533 h 586540"/>
                  <a:gd name="connsiteX19" fmla="*/ 147595 w 609050"/>
                  <a:gd name="connsiteY19" fmla="*/ 339670 h 586540"/>
                  <a:gd name="connsiteX20" fmla="*/ 460769 w 609050"/>
                  <a:gd name="connsiteY20" fmla="*/ 303071 h 586540"/>
                  <a:gd name="connsiteX21" fmla="*/ 460769 w 609050"/>
                  <a:gd name="connsiteY21" fmla="*/ 341726 h 586540"/>
                  <a:gd name="connsiteX22" fmla="*/ 555916 w 609050"/>
                  <a:gd name="connsiteY22" fmla="*/ 341726 h 586540"/>
                  <a:gd name="connsiteX23" fmla="*/ 555916 w 609050"/>
                  <a:gd name="connsiteY23" fmla="*/ 303071 h 586540"/>
                  <a:gd name="connsiteX24" fmla="*/ 216243 w 609050"/>
                  <a:gd name="connsiteY24" fmla="*/ 266609 h 586540"/>
                  <a:gd name="connsiteX25" fmla="*/ 216243 w 609050"/>
                  <a:gd name="connsiteY25" fmla="*/ 310473 h 586540"/>
                  <a:gd name="connsiteX26" fmla="*/ 293953 w 609050"/>
                  <a:gd name="connsiteY26" fmla="*/ 310473 h 586540"/>
                  <a:gd name="connsiteX27" fmla="*/ 293953 w 609050"/>
                  <a:gd name="connsiteY27" fmla="*/ 266609 h 586540"/>
                  <a:gd name="connsiteX28" fmla="*/ 69884 w 609050"/>
                  <a:gd name="connsiteY28" fmla="*/ 266609 h 586540"/>
                  <a:gd name="connsiteX29" fmla="*/ 69884 w 609050"/>
                  <a:gd name="connsiteY29" fmla="*/ 310473 h 586540"/>
                  <a:gd name="connsiteX30" fmla="*/ 147595 w 609050"/>
                  <a:gd name="connsiteY30" fmla="*/ 310473 h 586540"/>
                  <a:gd name="connsiteX31" fmla="*/ 147595 w 609050"/>
                  <a:gd name="connsiteY31" fmla="*/ 266609 h 586540"/>
                  <a:gd name="connsiteX32" fmla="*/ 460769 w 609050"/>
                  <a:gd name="connsiteY32" fmla="*/ 230010 h 586540"/>
                  <a:gd name="connsiteX33" fmla="*/ 460769 w 609050"/>
                  <a:gd name="connsiteY33" fmla="*/ 268528 h 586540"/>
                  <a:gd name="connsiteX34" fmla="*/ 555916 w 609050"/>
                  <a:gd name="connsiteY34" fmla="*/ 268528 h 586540"/>
                  <a:gd name="connsiteX35" fmla="*/ 555916 w 609050"/>
                  <a:gd name="connsiteY35" fmla="*/ 230010 h 586540"/>
                  <a:gd name="connsiteX36" fmla="*/ 216243 w 609050"/>
                  <a:gd name="connsiteY36" fmla="*/ 193549 h 586540"/>
                  <a:gd name="connsiteX37" fmla="*/ 216243 w 609050"/>
                  <a:gd name="connsiteY37" fmla="*/ 237412 h 586540"/>
                  <a:gd name="connsiteX38" fmla="*/ 293953 w 609050"/>
                  <a:gd name="connsiteY38" fmla="*/ 237412 h 586540"/>
                  <a:gd name="connsiteX39" fmla="*/ 293953 w 609050"/>
                  <a:gd name="connsiteY39" fmla="*/ 193549 h 586540"/>
                  <a:gd name="connsiteX40" fmla="*/ 69884 w 609050"/>
                  <a:gd name="connsiteY40" fmla="*/ 193549 h 586540"/>
                  <a:gd name="connsiteX41" fmla="*/ 69884 w 609050"/>
                  <a:gd name="connsiteY41" fmla="*/ 237412 h 586540"/>
                  <a:gd name="connsiteX42" fmla="*/ 147595 w 609050"/>
                  <a:gd name="connsiteY42" fmla="*/ 237412 h 586540"/>
                  <a:gd name="connsiteX43" fmla="*/ 147595 w 609050"/>
                  <a:gd name="connsiteY43" fmla="*/ 193549 h 586540"/>
                  <a:gd name="connsiteX44" fmla="*/ 460769 w 609050"/>
                  <a:gd name="connsiteY44" fmla="*/ 156950 h 586540"/>
                  <a:gd name="connsiteX45" fmla="*/ 460769 w 609050"/>
                  <a:gd name="connsiteY45" fmla="*/ 195468 h 586540"/>
                  <a:gd name="connsiteX46" fmla="*/ 555916 w 609050"/>
                  <a:gd name="connsiteY46" fmla="*/ 195468 h 586540"/>
                  <a:gd name="connsiteX47" fmla="*/ 555916 w 609050"/>
                  <a:gd name="connsiteY47" fmla="*/ 156950 h 586540"/>
                  <a:gd name="connsiteX48" fmla="*/ 192926 w 609050"/>
                  <a:gd name="connsiteY48" fmla="*/ 96251 h 586540"/>
                  <a:gd name="connsiteX49" fmla="*/ 361366 w 609050"/>
                  <a:gd name="connsiteY49" fmla="*/ 96251 h 586540"/>
                  <a:gd name="connsiteX50" fmla="*/ 361366 w 609050"/>
                  <a:gd name="connsiteY50" fmla="*/ 114880 h 586540"/>
                  <a:gd name="connsiteX51" fmla="*/ 192926 w 609050"/>
                  <a:gd name="connsiteY51" fmla="*/ 114880 h 586540"/>
                  <a:gd name="connsiteX52" fmla="*/ 192926 w 609050"/>
                  <a:gd name="connsiteY52" fmla="*/ 49819 h 586540"/>
                  <a:gd name="connsiteX53" fmla="*/ 361366 w 609050"/>
                  <a:gd name="connsiteY53" fmla="*/ 49819 h 586540"/>
                  <a:gd name="connsiteX54" fmla="*/ 361366 w 609050"/>
                  <a:gd name="connsiteY54" fmla="*/ 68307 h 586540"/>
                  <a:gd name="connsiteX55" fmla="*/ 192926 w 609050"/>
                  <a:gd name="connsiteY55" fmla="*/ 68307 h 586540"/>
                  <a:gd name="connsiteX56" fmla="*/ 166130 w 609050"/>
                  <a:gd name="connsiteY56" fmla="*/ 25222 h 586540"/>
                  <a:gd name="connsiteX57" fmla="*/ 166130 w 609050"/>
                  <a:gd name="connsiteY57" fmla="*/ 155716 h 586540"/>
                  <a:gd name="connsiteX58" fmla="*/ 338987 w 609050"/>
                  <a:gd name="connsiteY58" fmla="*/ 155716 h 586540"/>
                  <a:gd name="connsiteX59" fmla="*/ 338987 w 609050"/>
                  <a:gd name="connsiteY59" fmla="*/ 341040 h 586540"/>
                  <a:gd name="connsiteX60" fmla="*/ 338987 w 609050"/>
                  <a:gd name="connsiteY60" fmla="*/ 531710 h 586540"/>
                  <a:gd name="connsiteX61" fmla="*/ 366721 w 609050"/>
                  <a:gd name="connsiteY61" fmla="*/ 531710 h 586540"/>
                  <a:gd name="connsiteX62" fmla="*/ 366721 w 609050"/>
                  <a:gd name="connsiteY62" fmla="*/ 341040 h 586540"/>
                  <a:gd name="connsiteX63" fmla="*/ 366721 w 609050"/>
                  <a:gd name="connsiteY63" fmla="*/ 155305 h 586540"/>
                  <a:gd name="connsiteX64" fmla="*/ 388002 w 609050"/>
                  <a:gd name="connsiteY64" fmla="*/ 143517 h 586540"/>
                  <a:gd name="connsiteX65" fmla="*/ 388002 w 609050"/>
                  <a:gd name="connsiteY65" fmla="*/ 25222 h 586540"/>
                  <a:gd name="connsiteX66" fmla="*/ 140867 w 609050"/>
                  <a:gd name="connsiteY66" fmla="*/ 0 h 586540"/>
                  <a:gd name="connsiteX67" fmla="*/ 413402 w 609050"/>
                  <a:gd name="connsiteY67" fmla="*/ 0 h 586540"/>
                  <a:gd name="connsiteX68" fmla="*/ 413402 w 609050"/>
                  <a:gd name="connsiteY68" fmla="*/ 129398 h 586540"/>
                  <a:gd name="connsiteX69" fmla="*/ 432486 w 609050"/>
                  <a:gd name="connsiteY69" fmla="*/ 118843 h 586540"/>
                  <a:gd name="connsiteX70" fmla="*/ 584199 w 609050"/>
                  <a:gd name="connsiteY70" fmla="*/ 118843 h 586540"/>
                  <a:gd name="connsiteX71" fmla="*/ 584199 w 609050"/>
                  <a:gd name="connsiteY71" fmla="*/ 531710 h 586540"/>
                  <a:gd name="connsiteX72" fmla="*/ 609050 w 609050"/>
                  <a:gd name="connsiteY72" fmla="*/ 531710 h 586540"/>
                  <a:gd name="connsiteX73" fmla="*/ 609050 w 609050"/>
                  <a:gd name="connsiteY73" fmla="*/ 586540 h 586540"/>
                  <a:gd name="connsiteX74" fmla="*/ 0 w 609050"/>
                  <a:gd name="connsiteY74" fmla="*/ 586540 h 586540"/>
                  <a:gd name="connsiteX75" fmla="*/ 0 w 609050"/>
                  <a:gd name="connsiteY75" fmla="*/ 531710 h 586540"/>
                  <a:gd name="connsiteX76" fmla="*/ 24851 w 609050"/>
                  <a:gd name="connsiteY76" fmla="*/ 531710 h 586540"/>
                  <a:gd name="connsiteX77" fmla="*/ 24851 w 609050"/>
                  <a:gd name="connsiteY77" fmla="*/ 155716 h 586540"/>
                  <a:gd name="connsiteX78" fmla="*/ 140867 w 609050"/>
                  <a:gd name="connsiteY78" fmla="*/ 155716 h 586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609050" h="586540">
                    <a:moveTo>
                      <a:pt x="216243" y="412730"/>
                    </a:moveTo>
                    <a:lnTo>
                      <a:pt x="216243" y="456594"/>
                    </a:lnTo>
                    <a:lnTo>
                      <a:pt x="293953" y="456594"/>
                    </a:lnTo>
                    <a:lnTo>
                      <a:pt x="293953" y="412730"/>
                    </a:lnTo>
                    <a:close/>
                    <a:moveTo>
                      <a:pt x="69884" y="412730"/>
                    </a:moveTo>
                    <a:lnTo>
                      <a:pt x="69884" y="456594"/>
                    </a:lnTo>
                    <a:lnTo>
                      <a:pt x="147595" y="456594"/>
                    </a:lnTo>
                    <a:lnTo>
                      <a:pt x="147595" y="412730"/>
                    </a:lnTo>
                    <a:close/>
                    <a:moveTo>
                      <a:pt x="460769" y="376268"/>
                    </a:moveTo>
                    <a:lnTo>
                      <a:pt x="460769" y="414786"/>
                    </a:lnTo>
                    <a:lnTo>
                      <a:pt x="555916" y="414786"/>
                    </a:lnTo>
                    <a:lnTo>
                      <a:pt x="555916" y="376268"/>
                    </a:lnTo>
                    <a:close/>
                    <a:moveTo>
                      <a:pt x="216243" y="339670"/>
                    </a:moveTo>
                    <a:lnTo>
                      <a:pt x="216243" y="383533"/>
                    </a:lnTo>
                    <a:lnTo>
                      <a:pt x="293953" y="383533"/>
                    </a:lnTo>
                    <a:lnTo>
                      <a:pt x="293953" y="339670"/>
                    </a:lnTo>
                    <a:close/>
                    <a:moveTo>
                      <a:pt x="69884" y="339670"/>
                    </a:moveTo>
                    <a:lnTo>
                      <a:pt x="69884" y="383533"/>
                    </a:lnTo>
                    <a:lnTo>
                      <a:pt x="147595" y="383533"/>
                    </a:lnTo>
                    <a:lnTo>
                      <a:pt x="147595" y="339670"/>
                    </a:lnTo>
                    <a:close/>
                    <a:moveTo>
                      <a:pt x="460769" y="303071"/>
                    </a:moveTo>
                    <a:lnTo>
                      <a:pt x="460769" y="341726"/>
                    </a:lnTo>
                    <a:lnTo>
                      <a:pt x="555916" y="341726"/>
                    </a:lnTo>
                    <a:lnTo>
                      <a:pt x="555916" y="303071"/>
                    </a:lnTo>
                    <a:close/>
                    <a:moveTo>
                      <a:pt x="216243" y="266609"/>
                    </a:moveTo>
                    <a:lnTo>
                      <a:pt x="216243" y="310473"/>
                    </a:lnTo>
                    <a:lnTo>
                      <a:pt x="293953" y="310473"/>
                    </a:lnTo>
                    <a:lnTo>
                      <a:pt x="293953" y="266609"/>
                    </a:lnTo>
                    <a:close/>
                    <a:moveTo>
                      <a:pt x="69884" y="266609"/>
                    </a:moveTo>
                    <a:lnTo>
                      <a:pt x="69884" y="310473"/>
                    </a:lnTo>
                    <a:lnTo>
                      <a:pt x="147595" y="310473"/>
                    </a:lnTo>
                    <a:lnTo>
                      <a:pt x="147595" y="266609"/>
                    </a:lnTo>
                    <a:close/>
                    <a:moveTo>
                      <a:pt x="460769" y="230010"/>
                    </a:moveTo>
                    <a:lnTo>
                      <a:pt x="460769" y="268528"/>
                    </a:lnTo>
                    <a:lnTo>
                      <a:pt x="555916" y="268528"/>
                    </a:lnTo>
                    <a:lnTo>
                      <a:pt x="555916" y="230010"/>
                    </a:lnTo>
                    <a:close/>
                    <a:moveTo>
                      <a:pt x="216243" y="193549"/>
                    </a:moveTo>
                    <a:lnTo>
                      <a:pt x="216243" y="237412"/>
                    </a:lnTo>
                    <a:lnTo>
                      <a:pt x="293953" y="237412"/>
                    </a:lnTo>
                    <a:lnTo>
                      <a:pt x="293953" y="193549"/>
                    </a:lnTo>
                    <a:close/>
                    <a:moveTo>
                      <a:pt x="69884" y="193549"/>
                    </a:moveTo>
                    <a:lnTo>
                      <a:pt x="69884" y="237412"/>
                    </a:lnTo>
                    <a:lnTo>
                      <a:pt x="147595" y="237412"/>
                    </a:lnTo>
                    <a:lnTo>
                      <a:pt x="147595" y="193549"/>
                    </a:lnTo>
                    <a:close/>
                    <a:moveTo>
                      <a:pt x="460769" y="156950"/>
                    </a:moveTo>
                    <a:lnTo>
                      <a:pt x="460769" y="195468"/>
                    </a:lnTo>
                    <a:lnTo>
                      <a:pt x="555916" y="195468"/>
                    </a:lnTo>
                    <a:lnTo>
                      <a:pt x="555916" y="156950"/>
                    </a:lnTo>
                    <a:close/>
                    <a:moveTo>
                      <a:pt x="192926" y="96251"/>
                    </a:moveTo>
                    <a:lnTo>
                      <a:pt x="361366" y="96251"/>
                    </a:lnTo>
                    <a:lnTo>
                      <a:pt x="361366" y="114880"/>
                    </a:lnTo>
                    <a:lnTo>
                      <a:pt x="192926" y="114880"/>
                    </a:lnTo>
                    <a:close/>
                    <a:moveTo>
                      <a:pt x="192926" y="49819"/>
                    </a:moveTo>
                    <a:lnTo>
                      <a:pt x="361366" y="49819"/>
                    </a:lnTo>
                    <a:lnTo>
                      <a:pt x="361366" y="68307"/>
                    </a:lnTo>
                    <a:lnTo>
                      <a:pt x="192926" y="68307"/>
                    </a:lnTo>
                    <a:close/>
                    <a:moveTo>
                      <a:pt x="166130" y="25222"/>
                    </a:moveTo>
                    <a:lnTo>
                      <a:pt x="166130" y="155716"/>
                    </a:lnTo>
                    <a:lnTo>
                      <a:pt x="338987" y="155716"/>
                    </a:lnTo>
                    <a:lnTo>
                      <a:pt x="338987" y="341040"/>
                    </a:lnTo>
                    <a:lnTo>
                      <a:pt x="338987" y="531710"/>
                    </a:lnTo>
                    <a:lnTo>
                      <a:pt x="366721" y="531710"/>
                    </a:lnTo>
                    <a:lnTo>
                      <a:pt x="366721" y="341040"/>
                    </a:lnTo>
                    <a:lnTo>
                      <a:pt x="366721" y="155305"/>
                    </a:lnTo>
                    <a:lnTo>
                      <a:pt x="388002" y="143517"/>
                    </a:lnTo>
                    <a:lnTo>
                      <a:pt x="388002" y="25222"/>
                    </a:lnTo>
                    <a:close/>
                    <a:moveTo>
                      <a:pt x="140867" y="0"/>
                    </a:moveTo>
                    <a:lnTo>
                      <a:pt x="413402" y="0"/>
                    </a:lnTo>
                    <a:lnTo>
                      <a:pt x="413402" y="129398"/>
                    </a:lnTo>
                    <a:lnTo>
                      <a:pt x="432486" y="118843"/>
                    </a:lnTo>
                    <a:lnTo>
                      <a:pt x="584199" y="118843"/>
                    </a:lnTo>
                    <a:lnTo>
                      <a:pt x="584199" y="531710"/>
                    </a:lnTo>
                    <a:lnTo>
                      <a:pt x="609050" y="531710"/>
                    </a:lnTo>
                    <a:lnTo>
                      <a:pt x="609050" y="586540"/>
                    </a:lnTo>
                    <a:lnTo>
                      <a:pt x="0" y="586540"/>
                    </a:lnTo>
                    <a:lnTo>
                      <a:pt x="0" y="531710"/>
                    </a:lnTo>
                    <a:lnTo>
                      <a:pt x="24851" y="531710"/>
                    </a:lnTo>
                    <a:lnTo>
                      <a:pt x="24851" y="155716"/>
                    </a:lnTo>
                    <a:lnTo>
                      <a:pt x="140867" y="15571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lIns="91440" tIns="45720" rIns="91440" bIns="45720"/>
              <a:lstStyle/>
              <a:p>
                <a:endParaRPr lang="zh-CN" altLang="en-US"/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9131300" y="1130300"/>
              <a:ext cx="2387600" cy="1308761"/>
              <a:chOff x="673099" y="2252632"/>
              <a:chExt cx="3589337" cy="1308761"/>
            </a:xfrm>
          </p:grpSpPr>
          <p:sp>
            <p:nvSpPr>
              <p:cNvPr id="22" name="íṩḻídè"/>
              <p:cNvSpPr txBox="1"/>
              <p:nvPr/>
            </p:nvSpPr>
            <p:spPr bwMode="auto">
              <a:xfrm>
                <a:off x="673099" y="2252632"/>
                <a:ext cx="358933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23" name="i$ľîḓê"/>
              <p:cNvSpPr/>
              <p:nvPr/>
            </p:nvSpPr>
            <p:spPr bwMode="auto">
              <a:xfrm>
                <a:off x="673099" y="2694438"/>
                <a:ext cx="3589337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</p:grpSp>
      <p:grpSp>
        <p:nvGrpSpPr>
          <p:cNvPr id="26" name="组合 25"/>
          <p:cNvGrpSpPr/>
          <p:nvPr/>
        </p:nvGrpSpPr>
        <p:grpSpPr>
          <a:xfrm>
            <a:off x="8084974" y="4825339"/>
            <a:ext cx="3433926" cy="1308761"/>
            <a:chOff x="8084974" y="1130300"/>
            <a:chExt cx="3433926" cy="1308761"/>
          </a:xfrm>
        </p:grpSpPr>
        <p:grpSp>
          <p:nvGrpSpPr>
            <p:cNvPr id="27" name="组合 26"/>
            <p:cNvGrpSpPr/>
            <p:nvPr/>
          </p:nvGrpSpPr>
          <p:grpSpPr>
            <a:xfrm>
              <a:off x="8084974" y="1266924"/>
              <a:ext cx="836894" cy="836894"/>
              <a:chOff x="7043444" y="1148015"/>
              <a:chExt cx="1297072" cy="1297072"/>
            </a:xfrm>
          </p:grpSpPr>
          <p:sp>
            <p:nvSpPr>
              <p:cNvPr id="31" name="Oval 5"/>
              <p:cNvSpPr/>
              <p:nvPr/>
            </p:nvSpPr>
            <p:spPr bwMode="auto">
              <a:xfrm>
                <a:off x="7043444" y="1148015"/>
                <a:ext cx="1297072" cy="129707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sx="110000" sy="110000" algn="ctr" rotWithShape="0">
                  <a:schemeClr val="tx2">
                    <a:alpha val="19000"/>
                  </a:schemeClr>
                </a:outerShdw>
              </a:effectLst>
            </p:spPr>
            <p:txBody>
              <a:bodyPr lIns="91440" tIns="45720" rIns="91440" bIns="4572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3200"/>
              </a:p>
            </p:txBody>
          </p:sp>
          <p:sp>
            <p:nvSpPr>
              <p:cNvPr id="32" name="bank_289176"/>
              <p:cNvSpPr>
                <a:spLocks noChangeAspect="1"/>
              </p:cNvSpPr>
              <p:nvPr/>
            </p:nvSpPr>
            <p:spPr bwMode="auto">
              <a:xfrm>
                <a:off x="7442648" y="1556431"/>
                <a:ext cx="498672" cy="480241"/>
              </a:xfrm>
              <a:custGeom>
                <a:avLst/>
                <a:gdLst>
                  <a:gd name="connsiteX0" fmla="*/ 216243 w 609050"/>
                  <a:gd name="connsiteY0" fmla="*/ 412730 h 586540"/>
                  <a:gd name="connsiteX1" fmla="*/ 216243 w 609050"/>
                  <a:gd name="connsiteY1" fmla="*/ 456594 h 586540"/>
                  <a:gd name="connsiteX2" fmla="*/ 293953 w 609050"/>
                  <a:gd name="connsiteY2" fmla="*/ 456594 h 586540"/>
                  <a:gd name="connsiteX3" fmla="*/ 293953 w 609050"/>
                  <a:gd name="connsiteY3" fmla="*/ 412730 h 586540"/>
                  <a:gd name="connsiteX4" fmla="*/ 69884 w 609050"/>
                  <a:gd name="connsiteY4" fmla="*/ 412730 h 586540"/>
                  <a:gd name="connsiteX5" fmla="*/ 69884 w 609050"/>
                  <a:gd name="connsiteY5" fmla="*/ 456594 h 586540"/>
                  <a:gd name="connsiteX6" fmla="*/ 147595 w 609050"/>
                  <a:gd name="connsiteY6" fmla="*/ 456594 h 586540"/>
                  <a:gd name="connsiteX7" fmla="*/ 147595 w 609050"/>
                  <a:gd name="connsiteY7" fmla="*/ 412730 h 586540"/>
                  <a:gd name="connsiteX8" fmla="*/ 460769 w 609050"/>
                  <a:gd name="connsiteY8" fmla="*/ 376268 h 586540"/>
                  <a:gd name="connsiteX9" fmla="*/ 460769 w 609050"/>
                  <a:gd name="connsiteY9" fmla="*/ 414786 h 586540"/>
                  <a:gd name="connsiteX10" fmla="*/ 555916 w 609050"/>
                  <a:gd name="connsiteY10" fmla="*/ 414786 h 586540"/>
                  <a:gd name="connsiteX11" fmla="*/ 555916 w 609050"/>
                  <a:gd name="connsiteY11" fmla="*/ 376268 h 586540"/>
                  <a:gd name="connsiteX12" fmla="*/ 216243 w 609050"/>
                  <a:gd name="connsiteY12" fmla="*/ 339670 h 586540"/>
                  <a:gd name="connsiteX13" fmla="*/ 216243 w 609050"/>
                  <a:gd name="connsiteY13" fmla="*/ 383533 h 586540"/>
                  <a:gd name="connsiteX14" fmla="*/ 293953 w 609050"/>
                  <a:gd name="connsiteY14" fmla="*/ 383533 h 586540"/>
                  <a:gd name="connsiteX15" fmla="*/ 293953 w 609050"/>
                  <a:gd name="connsiteY15" fmla="*/ 339670 h 586540"/>
                  <a:gd name="connsiteX16" fmla="*/ 69884 w 609050"/>
                  <a:gd name="connsiteY16" fmla="*/ 339670 h 586540"/>
                  <a:gd name="connsiteX17" fmla="*/ 69884 w 609050"/>
                  <a:gd name="connsiteY17" fmla="*/ 383533 h 586540"/>
                  <a:gd name="connsiteX18" fmla="*/ 147595 w 609050"/>
                  <a:gd name="connsiteY18" fmla="*/ 383533 h 586540"/>
                  <a:gd name="connsiteX19" fmla="*/ 147595 w 609050"/>
                  <a:gd name="connsiteY19" fmla="*/ 339670 h 586540"/>
                  <a:gd name="connsiteX20" fmla="*/ 460769 w 609050"/>
                  <a:gd name="connsiteY20" fmla="*/ 303071 h 586540"/>
                  <a:gd name="connsiteX21" fmla="*/ 460769 w 609050"/>
                  <a:gd name="connsiteY21" fmla="*/ 341726 h 586540"/>
                  <a:gd name="connsiteX22" fmla="*/ 555916 w 609050"/>
                  <a:gd name="connsiteY22" fmla="*/ 341726 h 586540"/>
                  <a:gd name="connsiteX23" fmla="*/ 555916 w 609050"/>
                  <a:gd name="connsiteY23" fmla="*/ 303071 h 586540"/>
                  <a:gd name="connsiteX24" fmla="*/ 216243 w 609050"/>
                  <a:gd name="connsiteY24" fmla="*/ 266609 h 586540"/>
                  <a:gd name="connsiteX25" fmla="*/ 216243 w 609050"/>
                  <a:gd name="connsiteY25" fmla="*/ 310473 h 586540"/>
                  <a:gd name="connsiteX26" fmla="*/ 293953 w 609050"/>
                  <a:gd name="connsiteY26" fmla="*/ 310473 h 586540"/>
                  <a:gd name="connsiteX27" fmla="*/ 293953 w 609050"/>
                  <a:gd name="connsiteY27" fmla="*/ 266609 h 586540"/>
                  <a:gd name="connsiteX28" fmla="*/ 69884 w 609050"/>
                  <a:gd name="connsiteY28" fmla="*/ 266609 h 586540"/>
                  <a:gd name="connsiteX29" fmla="*/ 69884 w 609050"/>
                  <a:gd name="connsiteY29" fmla="*/ 310473 h 586540"/>
                  <a:gd name="connsiteX30" fmla="*/ 147595 w 609050"/>
                  <a:gd name="connsiteY30" fmla="*/ 310473 h 586540"/>
                  <a:gd name="connsiteX31" fmla="*/ 147595 w 609050"/>
                  <a:gd name="connsiteY31" fmla="*/ 266609 h 586540"/>
                  <a:gd name="connsiteX32" fmla="*/ 460769 w 609050"/>
                  <a:gd name="connsiteY32" fmla="*/ 230010 h 586540"/>
                  <a:gd name="connsiteX33" fmla="*/ 460769 w 609050"/>
                  <a:gd name="connsiteY33" fmla="*/ 268528 h 586540"/>
                  <a:gd name="connsiteX34" fmla="*/ 555916 w 609050"/>
                  <a:gd name="connsiteY34" fmla="*/ 268528 h 586540"/>
                  <a:gd name="connsiteX35" fmla="*/ 555916 w 609050"/>
                  <a:gd name="connsiteY35" fmla="*/ 230010 h 586540"/>
                  <a:gd name="connsiteX36" fmla="*/ 216243 w 609050"/>
                  <a:gd name="connsiteY36" fmla="*/ 193549 h 586540"/>
                  <a:gd name="connsiteX37" fmla="*/ 216243 w 609050"/>
                  <a:gd name="connsiteY37" fmla="*/ 237412 h 586540"/>
                  <a:gd name="connsiteX38" fmla="*/ 293953 w 609050"/>
                  <a:gd name="connsiteY38" fmla="*/ 237412 h 586540"/>
                  <a:gd name="connsiteX39" fmla="*/ 293953 w 609050"/>
                  <a:gd name="connsiteY39" fmla="*/ 193549 h 586540"/>
                  <a:gd name="connsiteX40" fmla="*/ 69884 w 609050"/>
                  <a:gd name="connsiteY40" fmla="*/ 193549 h 586540"/>
                  <a:gd name="connsiteX41" fmla="*/ 69884 w 609050"/>
                  <a:gd name="connsiteY41" fmla="*/ 237412 h 586540"/>
                  <a:gd name="connsiteX42" fmla="*/ 147595 w 609050"/>
                  <a:gd name="connsiteY42" fmla="*/ 237412 h 586540"/>
                  <a:gd name="connsiteX43" fmla="*/ 147595 w 609050"/>
                  <a:gd name="connsiteY43" fmla="*/ 193549 h 586540"/>
                  <a:gd name="connsiteX44" fmla="*/ 460769 w 609050"/>
                  <a:gd name="connsiteY44" fmla="*/ 156950 h 586540"/>
                  <a:gd name="connsiteX45" fmla="*/ 460769 w 609050"/>
                  <a:gd name="connsiteY45" fmla="*/ 195468 h 586540"/>
                  <a:gd name="connsiteX46" fmla="*/ 555916 w 609050"/>
                  <a:gd name="connsiteY46" fmla="*/ 195468 h 586540"/>
                  <a:gd name="connsiteX47" fmla="*/ 555916 w 609050"/>
                  <a:gd name="connsiteY47" fmla="*/ 156950 h 586540"/>
                  <a:gd name="connsiteX48" fmla="*/ 192926 w 609050"/>
                  <a:gd name="connsiteY48" fmla="*/ 96251 h 586540"/>
                  <a:gd name="connsiteX49" fmla="*/ 361366 w 609050"/>
                  <a:gd name="connsiteY49" fmla="*/ 96251 h 586540"/>
                  <a:gd name="connsiteX50" fmla="*/ 361366 w 609050"/>
                  <a:gd name="connsiteY50" fmla="*/ 114880 h 586540"/>
                  <a:gd name="connsiteX51" fmla="*/ 192926 w 609050"/>
                  <a:gd name="connsiteY51" fmla="*/ 114880 h 586540"/>
                  <a:gd name="connsiteX52" fmla="*/ 192926 w 609050"/>
                  <a:gd name="connsiteY52" fmla="*/ 49819 h 586540"/>
                  <a:gd name="connsiteX53" fmla="*/ 361366 w 609050"/>
                  <a:gd name="connsiteY53" fmla="*/ 49819 h 586540"/>
                  <a:gd name="connsiteX54" fmla="*/ 361366 w 609050"/>
                  <a:gd name="connsiteY54" fmla="*/ 68307 h 586540"/>
                  <a:gd name="connsiteX55" fmla="*/ 192926 w 609050"/>
                  <a:gd name="connsiteY55" fmla="*/ 68307 h 586540"/>
                  <a:gd name="connsiteX56" fmla="*/ 166130 w 609050"/>
                  <a:gd name="connsiteY56" fmla="*/ 25222 h 586540"/>
                  <a:gd name="connsiteX57" fmla="*/ 166130 w 609050"/>
                  <a:gd name="connsiteY57" fmla="*/ 155716 h 586540"/>
                  <a:gd name="connsiteX58" fmla="*/ 338987 w 609050"/>
                  <a:gd name="connsiteY58" fmla="*/ 155716 h 586540"/>
                  <a:gd name="connsiteX59" fmla="*/ 338987 w 609050"/>
                  <a:gd name="connsiteY59" fmla="*/ 341040 h 586540"/>
                  <a:gd name="connsiteX60" fmla="*/ 338987 w 609050"/>
                  <a:gd name="connsiteY60" fmla="*/ 531710 h 586540"/>
                  <a:gd name="connsiteX61" fmla="*/ 366721 w 609050"/>
                  <a:gd name="connsiteY61" fmla="*/ 531710 h 586540"/>
                  <a:gd name="connsiteX62" fmla="*/ 366721 w 609050"/>
                  <a:gd name="connsiteY62" fmla="*/ 341040 h 586540"/>
                  <a:gd name="connsiteX63" fmla="*/ 366721 w 609050"/>
                  <a:gd name="connsiteY63" fmla="*/ 155305 h 586540"/>
                  <a:gd name="connsiteX64" fmla="*/ 388002 w 609050"/>
                  <a:gd name="connsiteY64" fmla="*/ 143517 h 586540"/>
                  <a:gd name="connsiteX65" fmla="*/ 388002 w 609050"/>
                  <a:gd name="connsiteY65" fmla="*/ 25222 h 586540"/>
                  <a:gd name="connsiteX66" fmla="*/ 140867 w 609050"/>
                  <a:gd name="connsiteY66" fmla="*/ 0 h 586540"/>
                  <a:gd name="connsiteX67" fmla="*/ 413402 w 609050"/>
                  <a:gd name="connsiteY67" fmla="*/ 0 h 586540"/>
                  <a:gd name="connsiteX68" fmla="*/ 413402 w 609050"/>
                  <a:gd name="connsiteY68" fmla="*/ 129398 h 586540"/>
                  <a:gd name="connsiteX69" fmla="*/ 432486 w 609050"/>
                  <a:gd name="connsiteY69" fmla="*/ 118843 h 586540"/>
                  <a:gd name="connsiteX70" fmla="*/ 584199 w 609050"/>
                  <a:gd name="connsiteY70" fmla="*/ 118843 h 586540"/>
                  <a:gd name="connsiteX71" fmla="*/ 584199 w 609050"/>
                  <a:gd name="connsiteY71" fmla="*/ 531710 h 586540"/>
                  <a:gd name="connsiteX72" fmla="*/ 609050 w 609050"/>
                  <a:gd name="connsiteY72" fmla="*/ 531710 h 586540"/>
                  <a:gd name="connsiteX73" fmla="*/ 609050 w 609050"/>
                  <a:gd name="connsiteY73" fmla="*/ 586540 h 586540"/>
                  <a:gd name="connsiteX74" fmla="*/ 0 w 609050"/>
                  <a:gd name="connsiteY74" fmla="*/ 586540 h 586540"/>
                  <a:gd name="connsiteX75" fmla="*/ 0 w 609050"/>
                  <a:gd name="connsiteY75" fmla="*/ 531710 h 586540"/>
                  <a:gd name="connsiteX76" fmla="*/ 24851 w 609050"/>
                  <a:gd name="connsiteY76" fmla="*/ 531710 h 586540"/>
                  <a:gd name="connsiteX77" fmla="*/ 24851 w 609050"/>
                  <a:gd name="connsiteY77" fmla="*/ 155716 h 586540"/>
                  <a:gd name="connsiteX78" fmla="*/ 140867 w 609050"/>
                  <a:gd name="connsiteY78" fmla="*/ 155716 h 586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609050" h="586540">
                    <a:moveTo>
                      <a:pt x="216243" y="412730"/>
                    </a:moveTo>
                    <a:lnTo>
                      <a:pt x="216243" y="456594"/>
                    </a:lnTo>
                    <a:lnTo>
                      <a:pt x="293953" y="456594"/>
                    </a:lnTo>
                    <a:lnTo>
                      <a:pt x="293953" y="412730"/>
                    </a:lnTo>
                    <a:close/>
                    <a:moveTo>
                      <a:pt x="69884" y="412730"/>
                    </a:moveTo>
                    <a:lnTo>
                      <a:pt x="69884" y="456594"/>
                    </a:lnTo>
                    <a:lnTo>
                      <a:pt x="147595" y="456594"/>
                    </a:lnTo>
                    <a:lnTo>
                      <a:pt x="147595" y="412730"/>
                    </a:lnTo>
                    <a:close/>
                    <a:moveTo>
                      <a:pt x="460769" y="376268"/>
                    </a:moveTo>
                    <a:lnTo>
                      <a:pt x="460769" y="414786"/>
                    </a:lnTo>
                    <a:lnTo>
                      <a:pt x="555916" y="414786"/>
                    </a:lnTo>
                    <a:lnTo>
                      <a:pt x="555916" y="376268"/>
                    </a:lnTo>
                    <a:close/>
                    <a:moveTo>
                      <a:pt x="216243" y="339670"/>
                    </a:moveTo>
                    <a:lnTo>
                      <a:pt x="216243" y="383533"/>
                    </a:lnTo>
                    <a:lnTo>
                      <a:pt x="293953" y="383533"/>
                    </a:lnTo>
                    <a:lnTo>
                      <a:pt x="293953" y="339670"/>
                    </a:lnTo>
                    <a:close/>
                    <a:moveTo>
                      <a:pt x="69884" y="339670"/>
                    </a:moveTo>
                    <a:lnTo>
                      <a:pt x="69884" y="383533"/>
                    </a:lnTo>
                    <a:lnTo>
                      <a:pt x="147595" y="383533"/>
                    </a:lnTo>
                    <a:lnTo>
                      <a:pt x="147595" y="339670"/>
                    </a:lnTo>
                    <a:close/>
                    <a:moveTo>
                      <a:pt x="460769" y="303071"/>
                    </a:moveTo>
                    <a:lnTo>
                      <a:pt x="460769" y="341726"/>
                    </a:lnTo>
                    <a:lnTo>
                      <a:pt x="555916" y="341726"/>
                    </a:lnTo>
                    <a:lnTo>
                      <a:pt x="555916" y="303071"/>
                    </a:lnTo>
                    <a:close/>
                    <a:moveTo>
                      <a:pt x="216243" y="266609"/>
                    </a:moveTo>
                    <a:lnTo>
                      <a:pt x="216243" y="310473"/>
                    </a:lnTo>
                    <a:lnTo>
                      <a:pt x="293953" y="310473"/>
                    </a:lnTo>
                    <a:lnTo>
                      <a:pt x="293953" y="266609"/>
                    </a:lnTo>
                    <a:close/>
                    <a:moveTo>
                      <a:pt x="69884" y="266609"/>
                    </a:moveTo>
                    <a:lnTo>
                      <a:pt x="69884" y="310473"/>
                    </a:lnTo>
                    <a:lnTo>
                      <a:pt x="147595" y="310473"/>
                    </a:lnTo>
                    <a:lnTo>
                      <a:pt x="147595" y="266609"/>
                    </a:lnTo>
                    <a:close/>
                    <a:moveTo>
                      <a:pt x="460769" y="230010"/>
                    </a:moveTo>
                    <a:lnTo>
                      <a:pt x="460769" y="268528"/>
                    </a:lnTo>
                    <a:lnTo>
                      <a:pt x="555916" y="268528"/>
                    </a:lnTo>
                    <a:lnTo>
                      <a:pt x="555916" y="230010"/>
                    </a:lnTo>
                    <a:close/>
                    <a:moveTo>
                      <a:pt x="216243" y="193549"/>
                    </a:moveTo>
                    <a:lnTo>
                      <a:pt x="216243" y="237412"/>
                    </a:lnTo>
                    <a:lnTo>
                      <a:pt x="293953" y="237412"/>
                    </a:lnTo>
                    <a:lnTo>
                      <a:pt x="293953" y="193549"/>
                    </a:lnTo>
                    <a:close/>
                    <a:moveTo>
                      <a:pt x="69884" y="193549"/>
                    </a:moveTo>
                    <a:lnTo>
                      <a:pt x="69884" y="237412"/>
                    </a:lnTo>
                    <a:lnTo>
                      <a:pt x="147595" y="237412"/>
                    </a:lnTo>
                    <a:lnTo>
                      <a:pt x="147595" y="193549"/>
                    </a:lnTo>
                    <a:close/>
                    <a:moveTo>
                      <a:pt x="460769" y="156950"/>
                    </a:moveTo>
                    <a:lnTo>
                      <a:pt x="460769" y="195468"/>
                    </a:lnTo>
                    <a:lnTo>
                      <a:pt x="555916" y="195468"/>
                    </a:lnTo>
                    <a:lnTo>
                      <a:pt x="555916" y="156950"/>
                    </a:lnTo>
                    <a:close/>
                    <a:moveTo>
                      <a:pt x="192926" y="96251"/>
                    </a:moveTo>
                    <a:lnTo>
                      <a:pt x="361366" y="96251"/>
                    </a:lnTo>
                    <a:lnTo>
                      <a:pt x="361366" y="114880"/>
                    </a:lnTo>
                    <a:lnTo>
                      <a:pt x="192926" y="114880"/>
                    </a:lnTo>
                    <a:close/>
                    <a:moveTo>
                      <a:pt x="192926" y="49819"/>
                    </a:moveTo>
                    <a:lnTo>
                      <a:pt x="361366" y="49819"/>
                    </a:lnTo>
                    <a:lnTo>
                      <a:pt x="361366" y="68307"/>
                    </a:lnTo>
                    <a:lnTo>
                      <a:pt x="192926" y="68307"/>
                    </a:lnTo>
                    <a:close/>
                    <a:moveTo>
                      <a:pt x="166130" y="25222"/>
                    </a:moveTo>
                    <a:lnTo>
                      <a:pt x="166130" y="155716"/>
                    </a:lnTo>
                    <a:lnTo>
                      <a:pt x="338987" y="155716"/>
                    </a:lnTo>
                    <a:lnTo>
                      <a:pt x="338987" y="341040"/>
                    </a:lnTo>
                    <a:lnTo>
                      <a:pt x="338987" y="531710"/>
                    </a:lnTo>
                    <a:lnTo>
                      <a:pt x="366721" y="531710"/>
                    </a:lnTo>
                    <a:lnTo>
                      <a:pt x="366721" y="341040"/>
                    </a:lnTo>
                    <a:lnTo>
                      <a:pt x="366721" y="155305"/>
                    </a:lnTo>
                    <a:lnTo>
                      <a:pt x="388002" y="143517"/>
                    </a:lnTo>
                    <a:lnTo>
                      <a:pt x="388002" y="25222"/>
                    </a:lnTo>
                    <a:close/>
                    <a:moveTo>
                      <a:pt x="140867" y="0"/>
                    </a:moveTo>
                    <a:lnTo>
                      <a:pt x="413402" y="0"/>
                    </a:lnTo>
                    <a:lnTo>
                      <a:pt x="413402" y="129398"/>
                    </a:lnTo>
                    <a:lnTo>
                      <a:pt x="432486" y="118843"/>
                    </a:lnTo>
                    <a:lnTo>
                      <a:pt x="584199" y="118843"/>
                    </a:lnTo>
                    <a:lnTo>
                      <a:pt x="584199" y="531710"/>
                    </a:lnTo>
                    <a:lnTo>
                      <a:pt x="609050" y="531710"/>
                    </a:lnTo>
                    <a:lnTo>
                      <a:pt x="609050" y="586540"/>
                    </a:lnTo>
                    <a:lnTo>
                      <a:pt x="0" y="586540"/>
                    </a:lnTo>
                    <a:lnTo>
                      <a:pt x="0" y="531710"/>
                    </a:lnTo>
                    <a:lnTo>
                      <a:pt x="24851" y="531710"/>
                    </a:lnTo>
                    <a:lnTo>
                      <a:pt x="24851" y="155716"/>
                    </a:lnTo>
                    <a:lnTo>
                      <a:pt x="140867" y="15571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lIns="91440" tIns="45720" rIns="91440" bIns="45720"/>
              <a:lstStyle/>
              <a:p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9131300" y="1130300"/>
              <a:ext cx="2387600" cy="1308761"/>
              <a:chOff x="673099" y="2252632"/>
              <a:chExt cx="3589337" cy="1308761"/>
            </a:xfrm>
          </p:grpSpPr>
          <p:sp>
            <p:nvSpPr>
              <p:cNvPr id="29" name="íṩḻídè"/>
              <p:cNvSpPr txBox="1"/>
              <p:nvPr/>
            </p:nvSpPr>
            <p:spPr bwMode="auto">
              <a:xfrm>
                <a:off x="673099" y="2252632"/>
                <a:ext cx="358933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30" name="i$ľîḓê"/>
              <p:cNvSpPr/>
              <p:nvPr/>
            </p:nvSpPr>
            <p:spPr bwMode="auto">
              <a:xfrm>
                <a:off x="673099" y="2694438"/>
                <a:ext cx="3589337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Shape 1442"/>
          <p:cNvSpPr/>
          <p:nvPr/>
        </p:nvSpPr>
        <p:spPr>
          <a:xfrm>
            <a:off x="5148997" y="1776705"/>
            <a:ext cx="1905000" cy="30736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822" y="0"/>
                </a:moveTo>
                <a:cubicBezTo>
                  <a:pt x="3505" y="0"/>
                  <a:pt x="0" y="2172"/>
                  <a:pt x="0" y="4850"/>
                </a:cubicBezTo>
                <a:lnTo>
                  <a:pt x="0" y="106711"/>
                </a:lnTo>
                <a:cubicBezTo>
                  <a:pt x="0" y="109388"/>
                  <a:pt x="3505" y="111561"/>
                  <a:pt x="7822" y="111561"/>
                </a:cubicBezTo>
                <a:lnTo>
                  <a:pt x="52000" y="111561"/>
                </a:lnTo>
                <a:lnTo>
                  <a:pt x="60000" y="120000"/>
                </a:lnTo>
                <a:lnTo>
                  <a:pt x="68000" y="111561"/>
                </a:lnTo>
                <a:lnTo>
                  <a:pt x="112177" y="111561"/>
                </a:lnTo>
                <a:cubicBezTo>
                  <a:pt x="116494" y="111561"/>
                  <a:pt x="120000" y="109388"/>
                  <a:pt x="120000" y="106711"/>
                </a:cubicBezTo>
                <a:lnTo>
                  <a:pt x="120000" y="4850"/>
                </a:lnTo>
                <a:cubicBezTo>
                  <a:pt x="120000" y="2172"/>
                  <a:pt x="116494" y="0"/>
                  <a:pt x="112177" y="0"/>
                </a:cubicBezTo>
                <a:lnTo>
                  <a:pt x="78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endParaRPr sz="2400">
              <a:solidFill>
                <a:schemeClr val="dk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Shape 1443"/>
          <p:cNvSpPr/>
          <p:nvPr/>
        </p:nvSpPr>
        <p:spPr>
          <a:xfrm>
            <a:off x="5883540" y="2938392"/>
            <a:ext cx="489556" cy="48968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3568" y="87947"/>
                </a:moveTo>
                <a:lnTo>
                  <a:pt x="93568" y="87947"/>
                </a:lnTo>
                <a:cubicBezTo>
                  <a:pt x="78502" y="103046"/>
                  <a:pt x="54185" y="104900"/>
                  <a:pt x="37533" y="91655"/>
                </a:cubicBezTo>
                <a:cubicBezTo>
                  <a:pt x="13215" y="116026"/>
                  <a:pt x="13215" y="116026"/>
                  <a:pt x="13215" y="116026"/>
                </a:cubicBezTo>
                <a:cubicBezTo>
                  <a:pt x="9515" y="119735"/>
                  <a:pt x="5814" y="119735"/>
                  <a:pt x="1850" y="116026"/>
                </a:cubicBezTo>
                <a:cubicBezTo>
                  <a:pt x="0" y="114172"/>
                  <a:pt x="0" y="108609"/>
                  <a:pt x="1850" y="104900"/>
                </a:cubicBezTo>
                <a:cubicBezTo>
                  <a:pt x="28017" y="80529"/>
                  <a:pt x="28017" y="80529"/>
                  <a:pt x="28017" y="80529"/>
                </a:cubicBezTo>
                <a:cubicBezTo>
                  <a:pt x="15066" y="63576"/>
                  <a:pt x="15066" y="39205"/>
                  <a:pt x="31718" y="24370"/>
                </a:cubicBezTo>
                <a:cubicBezTo>
                  <a:pt x="46784" y="9271"/>
                  <a:pt x="46784" y="9271"/>
                  <a:pt x="46784" y="9271"/>
                </a:cubicBezTo>
                <a:cubicBezTo>
                  <a:pt x="56035" y="20662"/>
                  <a:pt x="56035" y="20662"/>
                  <a:pt x="56035" y="20662"/>
                </a:cubicBezTo>
                <a:cubicBezTo>
                  <a:pt x="74801" y="1854"/>
                  <a:pt x="74801" y="1854"/>
                  <a:pt x="74801" y="1854"/>
                </a:cubicBezTo>
                <a:cubicBezTo>
                  <a:pt x="76651" y="0"/>
                  <a:pt x="82202" y="0"/>
                  <a:pt x="84052" y="1854"/>
                </a:cubicBezTo>
                <a:cubicBezTo>
                  <a:pt x="88017" y="5562"/>
                  <a:pt x="88017" y="9271"/>
                  <a:pt x="84052" y="13245"/>
                </a:cubicBezTo>
                <a:cubicBezTo>
                  <a:pt x="67400" y="29933"/>
                  <a:pt x="67400" y="29933"/>
                  <a:pt x="67400" y="29933"/>
                </a:cubicBezTo>
                <a:cubicBezTo>
                  <a:pt x="88017" y="50596"/>
                  <a:pt x="88017" y="50596"/>
                  <a:pt x="88017" y="50596"/>
                </a:cubicBezTo>
                <a:cubicBezTo>
                  <a:pt x="104669" y="33642"/>
                  <a:pt x="104669" y="33642"/>
                  <a:pt x="104669" y="33642"/>
                </a:cubicBezTo>
                <a:cubicBezTo>
                  <a:pt x="108370" y="31788"/>
                  <a:pt x="113920" y="31788"/>
                  <a:pt x="115770" y="33642"/>
                </a:cubicBezTo>
                <a:cubicBezTo>
                  <a:pt x="119735" y="37350"/>
                  <a:pt x="119735" y="41059"/>
                  <a:pt x="115770" y="45033"/>
                </a:cubicBezTo>
                <a:cubicBezTo>
                  <a:pt x="99118" y="61721"/>
                  <a:pt x="99118" y="61721"/>
                  <a:pt x="99118" y="61721"/>
                </a:cubicBezTo>
                <a:cubicBezTo>
                  <a:pt x="108370" y="73112"/>
                  <a:pt x="108370" y="73112"/>
                  <a:pt x="108370" y="73112"/>
                </a:cubicBezTo>
                <a:lnTo>
                  <a:pt x="93568" y="87947"/>
                </a:lnTo>
              </a:path>
            </a:pathLst>
          </a:custGeom>
          <a:solidFill>
            <a:schemeClr val="lt1"/>
          </a:solidFill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endParaRPr sz="1100" dirty="0">
              <a:solidFill>
                <a:schemeClr val="dk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Shape 1444"/>
          <p:cNvSpPr txBox="1"/>
          <p:nvPr/>
        </p:nvSpPr>
        <p:spPr>
          <a:xfrm>
            <a:off x="5094673" y="2175893"/>
            <a:ext cx="1953171" cy="392512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/>
          <a:p>
            <a:pPr algn="ctr">
              <a:buSzPct val="25000"/>
            </a:pPr>
            <a:r>
              <a:rPr lang="de-DE" sz="2000" b="1" dirty="0">
                <a:solidFill>
                  <a:schemeClr val="bg1"/>
                </a:solidFill>
                <a:sym typeface="Calibri" panose="020F0502020204030204"/>
              </a:rPr>
              <a:t>Text here</a:t>
            </a:r>
            <a:endParaRPr lang="de-DE" sz="2000" b="1" dirty="0">
              <a:solidFill>
                <a:schemeClr val="bg1"/>
              </a:solidFill>
              <a:sym typeface="Calibri" panose="020F0502020204030204"/>
            </a:endParaRPr>
          </a:p>
        </p:txBody>
      </p:sp>
      <p:sp>
        <p:nvSpPr>
          <p:cNvPr id="8" name="Shape 1445"/>
          <p:cNvSpPr txBox="1"/>
          <p:nvPr/>
        </p:nvSpPr>
        <p:spPr>
          <a:xfrm>
            <a:off x="5210913" y="3696419"/>
            <a:ext cx="1775815" cy="90258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rmAutofit/>
          </a:bodyPr>
          <a:lstStyle/>
          <a:p>
            <a:pPr algn="ctr">
              <a:lnSpc>
                <a:spcPct val="150000"/>
              </a:lnSpc>
              <a:buSzPct val="25000"/>
            </a:pPr>
            <a:r>
              <a:rPr lang="en-US" sz="1200" dirty="0">
                <a:solidFill>
                  <a:schemeClr val="lt1"/>
                </a:solidFill>
                <a:ea typeface="Calibri" panose="020F0502020204030204"/>
                <a:cs typeface="Calibri" panose="020F0502020204030204"/>
                <a:sym typeface="Calibri" panose="020F0502020204030204"/>
              </a:rPr>
              <a:t>Copy paste fonts. Choose the only option to retain text.….</a:t>
            </a:r>
            <a:endParaRPr lang="en-US" sz="1200" dirty="0">
              <a:solidFill>
                <a:schemeClr val="lt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Shape 1446"/>
          <p:cNvSpPr/>
          <p:nvPr/>
        </p:nvSpPr>
        <p:spPr>
          <a:xfrm>
            <a:off x="5106702" y="5098572"/>
            <a:ext cx="1974733" cy="64435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pPr algn="ctr">
              <a:buSzPct val="25000"/>
            </a:pPr>
            <a:r>
              <a:rPr lang="de-DE" altLang="zh-CN" b="1" dirty="0">
                <a:solidFill>
                  <a:schemeClr val="accent1">
                    <a:lumMod val="75000"/>
                  </a:schemeClr>
                </a:solidFill>
                <a:sym typeface="Calibri" panose="020F0502020204030204"/>
              </a:rPr>
              <a:t>... ￥</a:t>
            </a:r>
            <a:r>
              <a:rPr lang="de-DE" b="1" dirty="0">
                <a:solidFill>
                  <a:schemeClr val="accent1">
                    <a:lumMod val="75000"/>
                  </a:schemeClr>
                </a:solidFill>
                <a:sym typeface="Calibri" panose="020F0502020204030204"/>
              </a:rPr>
              <a:t> | 56 %</a:t>
            </a:r>
            <a:endParaRPr lang="de-DE" b="1" dirty="0">
              <a:solidFill>
                <a:schemeClr val="accent1">
                  <a:lumMod val="75000"/>
                </a:schemeClr>
              </a:solidFill>
              <a:sym typeface="Calibri" panose="020F0502020204030204"/>
            </a:endParaRPr>
          </a:p>
        </p:txBody>
      </p:sp>
      <p:sp>
        <p:nvSpPr>
          <p:cNvPr id="10" name="Shape 1448"/>
          <p:cNvSpPr txBox="1"/>
          <p:nvPr/>
        </p:nvSpPr>
        <p:spPr>
          <a:xfrm>
            <a:off x="1576399" y="1616655"/>
            <a:ext cx="1824568" cy="392512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1">
            <a:normAutofit lnSpcReduction="10000"/>
          </a:bodyPr>
          <a:lstStyle/>
          <a:p>
            <a:pPr algn="ctr">
              <a:buSzPct val="25000"/>
            </a:pPr>
            <a:r>
              <a:rPr lang="de-DE" sz="2000" b="1" dirty="0">
                <a:sym typeface="Calibri" panose="020F0502020204030204"/>
              </a:rPr>
              <a:t>Text here</a:t>
            </a:r>
            <a:endParaRPr lang="de-DE" sz="2000" b="1" dirty="0">
              <a:sym typeface="Calibri" panose="020F0502020204030204"/>
            </a:endParaRPr>
          </a:p>
        </p:txBody>
      </p:sp>
      <p:sp>
        <p:nvSpPr>
          <p:cNvPr id="11" name="Shape 1449"/>
          <p:cNvSpPr/>
          <p:nvPr/>
        </p:nvSpPr>
        <p:spPr>
          <a:xfrm>
            <a:off x="2160726" y="2289930"/>
            <a:ext cx="655912" cy="565754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92019" y="95496"/>
                </a:moveTo>
                <a:lnTo>
                  <a:pt x="92019" y="95496"/>
                </a:lnTo>
                <a:cubicBezTo>
                  <a:pt x="87881" y="95496"/>
                  <a:pt x="86502" y="92290"/>
                  <a:pt x="86502" y="89083"/>
                </a:cubicBezTo>
                <a:cubicBezTo>
                  <a:pt x="86502" y="85877"/>
                  <a:pt x="87881" y="82442"/>
                  <a:pt x="92019" y="82442"/>
                </a:cubicBezTo>
                <a:cubicBezTo>
                  <a:pt x="100295" y="82442"/>
                  <a:pt x="108768" y="74427"/>
                  <a:pt x="108768" y="63206"/>
                </a:cubicBezTo>
                <a:cubicBezTo>
                  <a:pt x="108768" y="56564"/>
                  <a:pt x="105812" y="51755"/>
                  <a:pt x="103054" y="48549"/>
                </a:cubicBezTo>
                <a:cubicBezTo>
                  <a:pt x="101674" y="48549"/>
                  <a:pt x="101674" y="48549"/>
                  <a:pt x="101674" y="46946"/>
                </a:cubicBezTo>
                <a:lnTo>
                  <a:pt x="100295" y="46946"/>
                </a:lnTo>
                <a:lnTo>
                  <a:pt x="98916" y="45343"/>
                </a:lnTo>
                <a:lnTo>
                  <a:pt x="97536" y="45343"/>
                </a:lnTo>
                <a:cubicBezTo>
                  <a:pt x="97536" y="45343"/>
                  <a:pt x="96157" y="45343"/>
                  <a:pt x="96157" y="43740"/>
                </a:cubicBezTo>
                <a:cubicBezTo>
                  <a:pt x="94778" y="43740"/>
                  <a:pt x="94778" y="43740"/>
                  <a:pt x="94778" y="43740"/>
                </a:cubicBezTo>
                <a:cubicBezTo>
                  <a:pt x="94778" y="43740"/>
                  <a:pt x="94778" y="43740"/>
                  <a:pt x="93399" y="43740"/>
                </a:cubicBezTo>
                <a:cubicBezTo>
                  <a:pt x="92019" y="43740"/>
                  <a:pt x="92019" y="43740"/>
                  <a:pt x="92019" y="43740"/>
                </a:cubicBezTo>
                <a:lnTo>
                  <a:pt x="90640" y="43740"/>
                </a:lnTo>
                <a:cubicBezTo>
                  <a:pt x="90640" y="42137"/>
                  <a:pt x="90640" y="42137"/>
                  <a:pt x="90640" y="40534"/>
                </a:cubicBezTo>
                <a:cubicBezTo>
                  <a:pt x="90640" y="38702"/>
                  <a:pt x="89261" y="38702"/>
                  <a:pt x="89261" y="37099"/>
                </a:cubicBezTo>
                <a:cubicBezTo>
                  <a:pt x="89261" y="35496"/>
                  <a:pt x="89261" y="35496"/>
                  <a:pt x="87881" y="33893"/>
                </a:cubicBezTo>
                <a:cubicBezTo>
                  <a:pt x="87881" y="32290"/>
                  <a:pt x="87881" y="32290"/>
                  <a:pt x="86502" y="30687"/>
                </a:cubicBezTo>
                <a:cubicBezTo>
                  <a:pt x="80788" y="21068"/>
                  <a:pt x="71133" y="12824"/>
                  <a:pt x="59901" y="12824"/>
                </a:cubicBezTo>
                <a:cubicBezTo>
                  <a:pt x="48866" y="12824"/>
                  <a:pt x="39014" y="21068"/>
                  <a:pt x="33497" y="30687"/>
                </a:cubicBezTo>
                <a:cubicBezTo>
                  <a:pt x="32118" y="32290"/>
                  <a:pt x="32118" y="32290"/>
                  <a:pt x="32118" y="33893"/>
                </a:cubicBezTo>
                <a:cubicBezTo>
                  <a:pt x="30738" y="35496"/>
                  <a:pt x="30738" y="35496"/>
                  <a:pt x="30738" y="37099"/>
                </a:cubicBezTo>
                <a:cubicBezTo>
                  <a:pt x="30738" y="38702"/>
                  <a:pt x="29359" y="38702"/>
                  <a:pt x="29359" y="40534"/>
                </a:cubicBezTo>
                <a:cubicBezTo>
                  <a:pt x="29359" y="42137"/>
                  <a:pt x="29359" y="42137"/>
                  <a:pt x="29359" y="43740"/>
                </a:cubicBezTo>
                <a:lnTo>
                  <a:pt x="27980" y="43740"/>
                </a:lnTo>
                <a:cubicBezTo>
                  <a:pt x="27980" y="43740"/>
                  <a:pt x="27980" y="43740"/>
                  <a:pt x="26600" y="43740"/>
                </a:cubicBezTo>
                <a:cubicBezTo>
                  <a:pt x="25221" y="43740"/>
                  <a:pt x="25221" y="43740"/>
                  <a:pt x="25221" y="43740"/>
                </a:cubicBezTo>
                <a:cubicBezTo>
                  <a:pt x="25221" y="43740"/>
                  <a:pt x="25221" y="43740"/>
                  <a:pt x="23842" y="43740"/>
                </a:cubicBezTo>
                <a:cubicBezTo>
                  <a:pt x="23842" y="45343"/>
                  <a:pt x="22266" y="45343"/>
                  <a:pt x="22266" y="45343"/>
                </a:cubicBezTo>
                <a:lnTo>
                  <a:pt x="20886" y="45343"/>
                </a:lnTo>
                <a:lnTo>
                  <a:pt x="19507" y="46946"/>
                </a:lnTo>
                <a:lnTo>
                  <a:pt x="18128" y="46946"/>
                </a:lnTo>
                <a:cubicBezTo>
                  <a:pt x="18128" y="48549"/>
                  <a:pt x="18128" y="48549"/>
                  <a:pt x="16748" y="48549"/>
                </a:cubicBezTo>
                <a:cubicBezTo>
                  <a:pt x="13990" y="51755"/>
                  <a:pt x="11231" y="56564"/>
                  <a:pt x="11231" y="63206"/>
                </a:cubicBezTo>
                <a:cubicBezTo>
                  <a:pt x="11231" y="74427"/>
                  <a:pt x="19507" y="82442"/>
                  <a:pt x="27980" y="82442"/>
                </a:cubicBezTo>
                <a:cubicBezTo>
                  <a:pt x="32118" y="82442"/>
                  <a:pt x="33497" y="85877"/>
                  <a:pt x="33497" y="89083"/>
                </a:cubicBezTo>
                <a:cubicBezTo>
                  <a:pt x="33497" y="92290"/>
                  <a:pt x="32118" y="95496"/>
                  <a:pt x="27980" y="95496"/>
                </a:cubicBezTo>
                <a:cubicBezTo>
                  <a:pt x="12610" y="95496"/>
                  <a:pt x="0" y="80839"/>
                  <a:pt x="0" y="63206"/>
                </a:cubicBezTo>
                <a:cubicBezTo>
                  <a:pt x="0" y="48549"/>
                  <a:pt x="8472" y="35496"/>
                  <a:pt x="19507" y="32290"/>
                </a:cubicBezTo>
                <a:cubicBezTo>
                  <a:pt x="26600" y="12824"/>
                  <a:pt x="41773" y="0"/>
                  <a:pt x="59901" y="0"/>
                </a:cubicBezTo>
                <a:cubicBezTo>
                  <a:pt x="78029" y="0"/>
                  <a:pt x="93399" y="12824"/>
                  <a:pt x="100295" y="32290"/>
                </a:cubicBezTo>
                <a:cubicBezTo>
                  <a:pt x="111527" y="35496"/>
                  <a:pt x="119802" y="48549"/>
                  <a:pt x="119802" y="63206"/>
                </a:cubicBezTo>
                <a:cubicBezTo>
                  <a:pt x="119802" y="80839"/>
                  <a:pt x="107389" y="95496"/>
                  <a:pt x="92019" y="95496"/>
                </a:cubicBezTo>
                <a:close/>
                <a:moveTo>
                  <a:pt x="39014" y="80839"/>
                </a:moveTo>
                <a:lnTo>
                  <a:pt x="39014" y="80839"/>
                </a:lnTo>
                <a:cubicBezTo>
                  <a:pt x="55763" y="58167"/>
                  <a:pt x="55763" y="58167"/>
                  <a:pt x="55763" y="58167"/>
                </a:cubicBezTo>
                <a:cubicBezTo>
                  <a:pt x="57142" y="58167"/>
                  <a:pt x="58522" y="56564"/>
                  <a:pt x="59901" y="56564"/>
                </a:cubicBezTo>
                <a:cubicBezTo>
                  <a:pt x="61280" y="56564"/>
                  <a:pt x="62660" y="58167"/>
                  <a:pt x="64236" y="58167"/>
                </a:cubicBezTo>
                <a:cubicBezTo>
                  <a:pt x="80788" y="80839"/>
                  <a:pt x="80788" y="80839"/>
                  <a:pt x="80788" y="80839"/>
                </a:cubicBezTo>
                <a:cubicBezTo>
                  <a:pt x="82167" y="80839"/>
                  <a:pt x="82167" y="82442"/>
                  <a:pt x="82167" y="84045"/>
                </a:cubicBezTo>
                <a:cubicBezTo>
                  <a:pt x="82167" y="89083"/>
                  <a:pt x="79408" y="90687"/>
                  <a:pt x="76650" y="90687"/>
                </a:cubicBezTo>
                <a:cubicBezTo>
                  <a:pt x="75270" y="90687"/>
                  <a:pt x="73891" y="90687"/>
                  <a:pt x="72512" y="89083"/>
                </a:cubicBezTo>
                <a:cubicBezTo>
                  <a:pt x="65615" y="79236"/>
                  <a:pt x="65615" y="79236"/>
                  <a:pt x="65615" y="79236"/>
                </a:cubicBezTo>
                <a:cubicBezTo>
                  <a:pt x="65615" y="113358"/>
                  <a:pt x="65615" y="113358"/>
                  <a:pt x="65615" y="113358"/>
                </a:cubicBezTo>
                <a:cubicBezTo>
                  <a:pt x="65615" y="116564"/>
                  <a:pt x="62660" y="119770"/>
                  <a:pt x="59901" y="119770"/>
                </a:cubicBezTo>
                <a:cubicBezTo>
                  <a:pt x="57142" y="119770"/>
                  <a:pt x="54384" y="116564"/>
                  <a:pt x="54384" y="113358"/>
                </a:cubicBezTo>
                <a:cubicBezTo>
                  <a:pt x="54384" y="79236"/>
                  <a:pt x="54384" y="79236"/>
                  <a:pt x="54384" y="79236"/>
                </a:cubicBezTo>
                <a:cubicBezTo>
                  <a:pt x="47487" y="89083"/>
                  <a:pt x="47487" y="89083"/>
                  <a:pt x="47487" y="89083"/>
                </a:cubicBezTo>
                <a:cubicBezTo>
                  <a:pt x="46108" y="90687"/>
                  <a:pt x="44532" y="90687"/>
                  <a:pt x="43152" y="90687"/>
                </a:cubicBezTo>
                <a:cubicBezTo>
                  <a:pt x="40394" y="90687"/>
                  <a:pt x="37635" y="89083"/>
                  <a:pt x="37635" y="84045"/>
                </a:cubicBezTo>
                <a:cubicBezTo>
                  <a:pt x="37635" y="82442"/>
                  <a:pt x="37635" y="80839"/>
                  <a:pt x="39014" y="808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endParaRPr sz="1100">
              <a:solidFill>
                <a:schemeClr val="dk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" name="Shape 1450"/>
          <p:cNvSpPr txBox="1"/>
          <p:nvPr/>
        </p:nvSpPr>
        <p:spPr>
          <a:xfrm>
            <a:off x="1576399" y="3137183"/>
            <a:ext cx="1824568" cy="102090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rmAutofit/>
          </a:bodyPr>
          <a:lstStyle/>
          <a:p>
            <a:pPr algn="ctr">
              <a:lnSpc>
                <a:spcPct val="150000"/>
              </a:lnSpc>
              <a:buSzPct val="25000"/>
            </a:pPr>
            <a:r>
              <a:rPr lang="en-US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Copy paste fonts. Choose the only option to retain text.…</a:t>
            </a:r>
            <a:r>
              <a:rPr lang="de-DE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de-DE" sz="12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Shape 1451"/>
          <p:cNvSpPr/>
          <p:nvPr/>
        </p:nvSpPr>
        <p:spPr>
          <a:xfrm>
            <a:off x="1501315" y="4244365"/>
            <a:ext cx="1974733" cy="64435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pPr algn="ctr">
              <a:buSzPct val="25000"/>
            </a:pPr>
            <a:r>
              <a:rPr lang="de-DE" altLang="zh-CN" b="1" dirty="0">
                <a:solidFill>
                  <a:schemeClr val="accent1">
                    <a:lumMod val="75000"/>
                  </a:schemeClr>
                </a:solidFill>
                <a:sym typeface="Calibri" panose="020F0502020204030204"/>
              </a:rPr>
              <a:t>...</a:t>
            </a:r>
            <a:r>
              <a:rPr lang="de-DE" b="1" dirty="0">
                <a:solidFill>
                  <a:schemeClr val="accent1">
                    <a:lumMod val="75000"/>
                  </a:schemeClr>
                </a:solidFill>
                <a:sym typeface="Calibri" panose="020F0502020204030204"/>
              </a:rPr>
              <a:t> ￥ | 27 %</a:t>
            </a:r>
            <a:endParaRPr lang="de-DE" b="1" dirty="0">
              <a:solidFill>
                <a:schemeClr val="accent1">
                  <a:lumMod val="75000"/>
                </a:schemeClr>
              </a:solidFill>
              <a:sym typeface="Calibri" panose="020F0502020204030204"/>
            </a:endParaRPr>
          </a:p>
        </p:txBody>
      </p:sp>
      <p:sp>
        <p:nvSpPr>
          <p:cNvPr id="14" name="Shape 1453"/>
          <p:cNvSpPr/>
          <p:nvPr/>
        </p:nvSpPr>
        <p:spPr>
          <a:xfrm>
            <a:off x="9212275" y="2301633"/>
            <a:ext cx="534431" cy="514678"/>
          </a:xfrm>
          <a:custGeom>
            <a:avLst/>
            <a:gdLst>
              <a:gd name="connsiteX0" fmla="*/ 216243 w 609050"/>
              <a:gd name="connsiteY0" fmla="*/ 412730 h 586540"/>
              <a:gd name="connsiteX1" fmla="*/ 216243 w 609050"/>
              <a:gd name="connsiteY1" fmla="*/ 456594 h 586540"/>
              <a:gd name="connsiteX2" fmla="*/ 293953 w 609050"/>
              <a:gd name="connsiteY2" fmla="*/ 456594 h 586540"/>
              <a:gd name="connsiteX3" fmla="*/ 293953 w 609050"/>
              <a:gd name="connsiteY3" fmla="*/ 412730 h 586540"/>
              <a:gd name="connsiteX4" fmla="*/ 69884 w 609050"/>
              <a:gd name="connsiteY4" fmla="*/ 412730 h 586540"/>
              <a:gd name="connsiteX5" fmla="*/ 69884 w 609050"/>
              <a:gd name="connsiteY5" fmla="*/ 456594 h 586540"/>
              <a:gd name="connsiteX6" fmla="*/ 147595 w 609050"/>
              <a:gd name="connsiteY6" fmla="*/ 456594 h 586540"/>
              <a:gd name="connsiteX7" fmla="*/ 147595 w 609050"/>
              <a:gd name="connsiteY7" fmla="*/ 412730 h 586540"/>
              <a:gd name="connsiteX8" fmla="*/ 460769 w 609050"/>
              <a:gd name="connsiteY8" fmla="*/ 376268 h 586540"/>
              <a:gd name="connsiteX9" fmla="*/ 460769 w 609050"/>
              <a:gd name="connsiteY9" fmla="*/ 414786 h 586540"/>
              <a:gd name="connsiteX10" fmla="*/ 555916 w 609050"/>
              <a:gd name="connsiteY10" fmla="*/ 414786 h 586540"/>
              <a:gd name="connsiteX11" fmla="*/ 555916 w 609050"/>
              <a:gd name="connsiteY11" fmla="*/ 376268 h 586540"/>
              <a:gd name="connsiteX12" fmla="*/ 216243 w 609050"/>
              <a:gd name="connsiteY12" fmla="*/ 339670 h 586540"/>
              <a:gd name="connsiteX13" fmla="*/ 216243 w 609050"/>
              <a:gd name="connsiteY13" fmla="*/ 383533 h 586540"/>
              <a:gd name="connsiteX14" fmla="*/ 293953 w 609050"/>
              <a:gd name="connsiteY14" fmla="*/ 383533 h 586540"/>
              <a:gd name="connsiteX15" fmla="*/ 293953 w 609050"/>
              <a:gd name="connsiteY15" fmla="*/ 339670 h 586540"/>
              <a:gd name="connsiteX16" fmla="*/ 69884 w 609050"/>
              <a:gd name="connsiteY16" fmla="*/ 339670 h 586540"/>
              <a:gd name="connsiteX17" fmla="*/ 69884 w 609050"/>
              <a:gd name="connsiteY17" fmla="*/ 383533 h 586540"/>
              <a:gd name="connsiteX18" fmla="*/ 147595 w 609050"/>
              <a:gd name="connsiteY18" fmla="*/ 383533 h 586540"/>
              <a:gd name="connsiteX19" fmla="*/ 147595 w 609050"/>
              <a:gd name="connsiteY19" fmla="*/ 339670 h 586540"/>
              <a:gd name="connsiteX20" fmla="*/ 460769 w 609050"/>
              <a:gd name="connsiteY20" fmla="*/ 303071 h 586540"/>
              <a:gd name="connsiteX21" fmla="*/ 460769 w 609050"/>
              <a:gd name="connsiteY21" fmla="*/ 341726 h 586540"/>
              <a:gd name="connsiteX22" fmla="*/ 555916 w 609050"/>
              <a:gd name="connsiteY22" fmla="*/ 341726 h 586540"/>
              <a:gd name="connsiteX23" fmla="*/ 555916 w 609050"/>
              <a:gd name="connsiteY23" fmla="*/ 303071 h 586540"/>
              <a:gd name="connsiteX24" fmla="*/ 216243 w 609050"/>
              <a:gd name="connsiteY24" fmla="*/ 266609 h 586540"/>
              <a:gd name="connsiteX25" fmla="*/ 216243 w 609050"/>
              <a:gd name="connsiteY25" fmla="*/ 310473 h 586540"/>
              <a:gd name="connsiteX26" fmla="*/ 293953 w 609050"/>
              <a:gd name="connsiteY26" fmla="*/ 310473 h 586540"/>
              <a:gd name="connsiteX27" fmla="*/ 293953 w 609050"/>
              <a:gd name="connsiteY27" fmla="*/ 266609 h 586540"/>
              <a:gd name="connsiteX28" fmla="*/ 69884 w 609050"/>
              <a:gd name="connsiteY28" fmla="*/ 266609 h 586540"/>
              <a:gd name="connsiteX29" fmla="*/ 69884 w 609050"/>
              <a:gd name="connsiteY29" fmla="*/ 310473 h 586540"/>
              <a:gd name="connsiteX30" fmla="*/ 147595 w 609050"/>
              <a:gd name="connsiteY30" fmla="*/ 310473 h 586540"/>
              <a:gd name="connsiteX31" fmla="*/ 147595 w 609050"/>
              <a:gd name="connsiteY31" fmla="*/ 266609 h 586540"/>
              <a:gd name="connsiteX32" fmla="*/ 460769 w 609050"/>
              <a:gd name="connsiteY32" fmla="*/ 230010 h 586540"/>
              <a:gd name="connsiteX33" fmla="*/ 460769 w 609050"/>
              <a:gd name="connsiteY33" fmla="*/ 268528 h 586540"/>
              <a:gd name="connsiteX34" fmla="*/ 555916 w 609050"/>
              <a:gd name="connsiteY34" fmla="*/ 268528 h 586540"/>
              <a:gd name="connsiteX35" fmla="*/ 555916 w 609050"/>
              <a:gd name="connsiteY35" fmla="*/ 230010 h 586540"/>
              <a:gd name="connsiteX36" fmla="*/ 216243 w 609050"/>
              <a:gd name="connsiteY36" fmla="*/ 193549 h 586540"/>
              <a:gd name="connsiteX37" fmla="*/ 216243 w 609050"/>
              <a:gd name="connsiteY37" fmla="*/ 237412 h 586540"/>
              <a:gd name="connsiteX38" fmla="*/ 293953 w 609050"/>
              <a:gd name="connsiteY38" fmla="*/ 237412 h 586540"/>
              <a:gd name="connsiteX39" fmla="*/ 293953 w 609050"/>
              <a:gd name="connsiteY39" fmla="*/ 193549 h 586540"/>
              <a:gd name="connsiteX40" fmla="*/ 69884 w 609050"/>
              <a:gd name="connsiteY40" fmla="*/ 193549 h 586540"/>
              <a:gd name="connsiteX41" fmla="*/ 69884 w 609050"/>
              <a:gd name="connsiteY41" fmla="*/ 237412 h 586540"/>
              <a:gd name="connsiteX42" fmla="*/ 147595 w 609050"/>
              <a:gd name="connsiteY42" fmla="*/ 237412 h 586540"/>
              <a:gd name="connsiteX43" fmla="*/ 147595 w 609050"/>
              <a:gd name="connsiteY43" fmla="*/ 193549 h 586540"/>
              <a:gd name="connsiteX44" fmla="*/ 460769 w 609050"/>
              <a:gd name="connsiteY44" fmla="*/ 156950 h 586540"/>
              <a:gd name="connsiteX45" fmla="*/ 460769 w 609050"/>
              <a:gd name="connsiteY45" fmla="*/ 195468 h 586540"/>
              <a:gd name="connsiteX46" fmla="*/ 555916 w 609050"/>
              <a:gd name="connsiteY46" fmla="*/ 195468 h 586540"/>
              <a:gd name="connsiteX47" fmla="*/ 555916 w 609050"/>
              <a:gd name="connsiteY47" fmla="*/ 156950 h 586540"/>
              <a:gd name="connsiteX48" fmla="*/ 192926 w 609050"/>
              <a:gd name="connsiteY48" fmla="*/ 96251 h 586540"/>
              <a:gd name="connsiteX49" fmla="*/ 361366 w 609050"/>
              <a:gd name="connsiteY49" fmla="*/ 96251 h 586540"/>
              <a:gd name="connsiteX50" fmla="*/ 361366 w 609050"/>
              <a:gd name="connsiteY50" fmla="*/ 114880 h 586540"/>
              <a:gd name="connsiteX51" fmla="*/ 192926 w 609050"/>
              <a:gd name="connsiteY51" fmla="*/ 114880 h 586540"/>
              <a:gd name="connsiteX52" fmla="*/ 192926 w 609050"/>
              <a:gd name="connsiteY52" fmla="*/ 49819 h 586540"/>
              <a:gd name="connsiteX53" fmla="*/ 361366 w 609050"/>
              <a:gd name="connsiteY53" fmla="*/ 49819 h 586540"/>
              <a:gd name="connsiteX54" fmla="*/ 361366 w 609050"/>
              <a:gd name="connsiteY54" fmla="*/ 68307 h 586540"/>
              <a:gd name="connsiteX55" fmla="*/ 192926 w 609050"/>
              <a:gd name="connsiteY55" fmla="*/ 68307 h 586540"/>
              <a:gd name="connsiteX56" fmla="*/ 166130 w 609050"/>
              <a:gd name="connsiteY56" fmla="*/ 25222 h 586540"/>
              <a:gd name="connsiteX57" fmla="*/ 166130 w 609050"/>
              <a:gd name="connsiteY57" fmla="*/ 155716 h 586540"/>
              <a:gd name="connsiteX58" fmla="*/ 338987 w 609050"/>
              <a:gd name="connsiteY58" fmla="*/ 155716 h 586540"/>
              <a:gd name="connsiteX59" fmla="*/ 338987 w 609050"/>
              <a:gd name="connsiteY59" fmla="*/ 341040 h 586540"/>
              <a:gd name="connsiteX60" fmla="*/ 338987 w 609050"/>
              <a:gd name="connsiteY60" fmla="*/ 531710 h 586540"/>
              <a:gd name="connsiteX61" fmla="*/ 366721 w 609050"/>
              <a:gd name="connsiteY61" fmla="*/ 531710 h 586540"/>
              <a:gd name="connsiteX62" fmla="*/ 366721 w 609050"/>
              <a:gd name="connsiteY62" fmla="*/ 341040 h 586540"/>
              <a:gd name="connsiteX63" fmla="*/ 366721 w 609050"/>
              <a:gd name="connsiteY63" fmla="*/ 155305 h 586540"/>
              <a:gd name="connsiteX64" fmla="*/ 388002 w 609050"/>
              <a:gd name="connsiteY64" fmla="*/ 143517 h 586540"/>
              <a:gd name="connsiteX65" fmla="*/ 388002 w 609050"/>
              <a:gd name="connsiteY65" fmla="*/ 25222 h 586540"/>
              <a:gd name="connsiteX66" fmla="*/ 140867 w 609050"/>
              <a:gd name="connsiteY66" fmla="*/ 0 h 586540"/>
              <a:gd name="connsiteX67" fmla="*/ 413402 w 609050"/>
              <a:gd name="connsiteY67" fmla="*/ 0 h 586540"/>
              <a:gd name="connsiteX68" fmla="*/ 413402 w 609050"/>
              <a:gd name="connsiteY68" fmla="*/ 129398 h 586540"/>
              <a:gd name="connsiteX69" fmla="*/ 432486 w 609050"/>
              <a:gd name="connsiteY69" fmla="*/ 118843 h 586540"/>
              <a:gd name="connsiteX70" fmla="*/ 584199 w 609050"/>
              <a:gd name="connsiteY70" fmla="*/ 118843 h 586540"/>
              <a:gd name="connsiteX71" fmla="*/ 584199 w 609050"/>
              <a:gd name="connsiteY71" fmla="*/ 531710 h 586540"/>
              <a:gd name="connsiteX72" fmla="*/ 609050 w 609050"/>
              <a:gd name="connsiteY72" fmla="*/ 531710 h 586540"/>
              <a:gd name="connsiteX73" fmla="*/ 609050 w 609050"/>
              <a:gd name="connsiteY73" fmla="*/ 586540 h 586540"/>
              <a:gd name="connsiteX74" fmla="*/ 0 w 609050"/>
              <a:gd name="connsiteY74" fmla="*/ 586540 h 586540"/>
              <a:gd name="connsiteX75" fmla="*/ 0 w 609050"/>
              <a:gd name="connsiteY75" fmla="*/ 531710 h 586540"/>
              <a:gd name="connsiteX76" fmla="*/ 24851 w 609050"/>
              <a:gd name="connsiteY76" fmla="*/ 531710 h 586540"/>
              <a:gd name="connsiteX77" fmla="*/ 24851 w 609050"/>
              <a:gd name="connsiteY77" fmla="*/ 155716 h 586540"/>
              <a:gd name="connsiteX78" fmla="*/ 140867 w 609050"/>
              <a:gd name="connsiteY78" fmla="*/ 155716 h 58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609050" h="586540">
                <a:moveTo>
                  <a:pt x="216243" y="412730"/>
                </a:moveTo>
                <a:lnTo>
                  <a:pt x="216243" y="456594"/>
                </a:lnTo>
                <a:lnTo>
                  <a:pt x="293953" y="456594"/>
                </a:lnTo>
                <a:lnTo>
                  <a:pt x="293953" y="412730"/>
                </a:lnTo>
                <a:close/>
                <a:moveTo>
                  <a:pt x="69884" y="412730"/>
                </a:moveTo>
                <a:lnTo>
                  <a:pt x="69884" y="456594"/>
                </a:lnTo>
                <a:lnTo>
                  <a:pt x="147595" y="456594"/>
                </a:lnTo>
                <a:lnTo>
                  <a:pt x="147595" y="412730"/>
                </a:lnTo>
                <a:close/>
                <a:moveTo>
                  <a:pt x="460769" y="376268"/>
                </a:moveTo>
                <a:lnTo>
                  <a:pt x="460769" y="414786"/>
                </a:lnTo>
                <a:lnTo>
                  <a:pt x="555916" y="414786"/>
                </a:lnTo>
                <a:lnTo>
                  <a:pt x="555916" y="376268"/>
                </a:lnTo>
                <a:close/>
                <a:moveTo>
                  <a:pt x="216243" y="339670"/>
                </a:moveTo>
                <a:lnTo>
                  <a:pt x="216243" y="383533"/>
                </a:lnTo>
                <a:lnTo>
                  <a:pt x="293953" y="383533"/>
                </a:lnTo>
                <a:lnTo>
                  <a:pt x="293953" y="339670"/>
                </a:lnTo>
                <a:close/>
                <a:moveTo>
                  <a:pt x="69884" y="339670"/>
                </a:moveTo>
                <a:lnTo>
                  <a:pt x="69884" y="383533"/>
                </a:lnTo>
                <a:lnTo>
                  <a:pt x="147595" y="383533"/>
                </a:lnTo>
                <a:lnTo>
                  <a:pt x="147595" y="339670"/>
                </a:lnTo>
                <a:close/>
                <a:moveTo>
                  <a:pt x="460769" y="303071"/>
                </a:moveTo>
                <a:lnTo>
                  <a:pt x="460769" y="341726"/>
                </a:lnTo>
                <a:lnTo>
                  <a:pt x="555916" y="341726"/>
                </a:lnTo>
                <a:lnTo>
                  <a:pt x="555916" y="303071"/>
                </a:lnTo>
                <a:close/>
                <a:moveTo>
                  <a:pt x="216243" y="266609"/>
                </a:moveTo>
                <a:lnTo>
                  <a:pt x="216243" y="310473"/>
                </a:lnTo>
                <a:lnTo>
                  <a:pt x="293953" y="310473"/>
                </a:lnTo>
                <a:lnTo>
                  <a:pt x="293953" y="266609"/>
                </a:lnTo>
                <a:close/>
                <a:moveTo>
                  <a:pt x="69884" y="266609"/>
                </a:moveTo>
                <a:lnTo>
                  <a:pt x="69884" y="310473"/>
                </a:lnTo>
                <a:lnTo>
                  <a:pt x="147595" y="310473"/>
                </a:lnTo>
                <a:lnTo>
                  <a:pt x="147595" y="266609"/>
                </a:lnTo>
                <a:close/>
                <a:moveTo>
                  <a:pt x="460769" y="230010"/>
                </a:moveTo>
                <a:lnTo>
                  <a:pt x="460769" y="268528"/>
                </a:lnTo>
                <a:lnTo>
                  <a:pt x="555916" y="268528"/>
                </a:lnTo>
                <a:lnTo>
                  <a:pt x="555916" y="230010"/>
                </a:lnTo>
                <a:close/>
                <a:moveTo>
                  <a:pt x="216243" y="193549"/>
                </a:moveTo>
                <a:lnTo>
                  <a:pt x="216243" y="237412"/>
                </a:lnTo>
                <a:lnTo>
                  <a:pt x="293953" y="237412"/>
                </a:lnTo>
                <a:lnTo>
                  <a:pt x="293953" y="193549"/>
                </a:lnTo>
                <a:close/>
                <a:moveTo>
                  <a:pt x="69884" y="193549"/>
                </a:moveTo>
                <a:lnTo>
                  <a:pt x="69884" y="237412"/>
                </a:lnTo>
                <a:lnTo>
                  <a:pt x="147595" y="237412"/>
                </a:lnTo>
                <a:lnTo>
                  <a:pt x="147595" y="193549"/>
                </a:lnTo>
                <a:close/>
                <a:moveTo>
                  <a:pt x="460769" y="156950"/>
                </a:moveTo>
                <a:lnTo>
                  <a:pt x="460769" y="195468"/>
                </a:lnTo>
                <a:lnTo>
                  <a:pt x="555916" y="195468"/>
                </a:lnTo>
                <a:lnTo>
                  <a:pt x="555916" y="156950"/>
                </a:lnTo>
                <a:close/>
                <a:moveTo>
                  <a:pt x="192926" y="96251"/>
                </a:moveTo>
                <a:lnTo>
                  <a:pt x="361366" y="96251"/>
                </a:lnTo>
                <a:lnTo>
                  <a:pt x="361366" y="114880"/>
                </a:lnTo>
                <a:lnTo>
                  <a:pt x="192926" y="114880"/>
                </a:lnTo>
                <a:close/>
                <a:moveTo>
                  <a:pt x="192926" y="49819"/>
                </a:moveTo>
                <a:lnTo>
                  <a:pt x="361366" y="49819"/>
                </a:lnTo>
                <a:lnTo>
                  <a:pt x="361366" y="68307"/>
                </a:lnTo>
                <a:lnTo>
                  <a:pt x="192926" y="68307"/>
                </a:lnTo>
                <a:close/>
                <a:moveTo>
                  <a:pt x="166130" y="25222"/>
                </a:moveTo>
                <a:lnTo>
                  <a:pt x="166130" y="155716"/>
                </a:lnTo>
                <a:lnTo>
                  <a:pt x="338987" y="155716"/>
                </a:lnTo>
                <a:lnTo>
                  <a:pt x="338987" y="341040"/>
                </a:lnTo>
                <a:lnTo>
                  <a:pt x="338987" y="531710"/>
                </a:lnTo>
                <a:lnTo>
                  <a:pt x="366721" y="531710"/>
                </a:lnTo>
                <a:lnTo>
                  <a:pt x="366721" y="341040"/>
                </a:lnTo>
                <a:lnTo>
                  <a:pt x="366721" y="155305"/>
                </a:lnTo>
                <a:lnTo>
                  <a:pt x="388002" y="143517"/>
                </a:lnTo>
                <a:lnTo>
                  <a:pt x="388002" y="25222"/>
                </a:lnTo>
                <a:close/>
                <a:moveTo>
                  <a:pt x="140867" y="0"/>
                </a:moveTo>
                <a:lnTo>
                  <a:pt x="413402" y="0"/>
                </a:lnTo>
                <a:lnTo>
                  <a:pt x="413402" y="129398"/>
                </a:lnTo>
                <a:lnTo>
                  <a:pt x="432486" y="118843"/>
                </a:lnTo>
                <a:lnTo>
                  <a:pt x="584199" y="118843"/>
                </a:lnTo>
                <a:lnTo>
                  <a:pt x="584199" y="531710"/>
                </a:lnTo>
                <a:lnTo>
                  <a:pt x="609050" y="531710"/>
                </a:lnTo>
                <a:lnTo>
                  <a:pt x="609050" y="586540"/>
                </a:lnTo>
                <a:lnTo>
                  <a:pt x="0" y="586540"/>
                </a:lnTo>
                <a:lnTo>
                  <a:pt x="0" y="531710"/>
                </a:lnTo>
                <a:lnTo>
                  <a:pt x="24851" y="531710"/>
                </a:lnTo>
                <a:lnTo>
                  <a:pt x="24851" y="155716"/>
                </a:lnTo>
                <a:lnTo>
                  <a:pt x="140867" y="1557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91440" tIns="45720" rIns="91440" bIns="4572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1100">
              <a:solidFill>
                <a:schemeClr val="dk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" name="Shape 1454"/>
          <p:cNvSpPr txBox="1"/>
          <p:nvPr/>
        </p:nvSpPr>
        <p:spPr>
          <a:xfrm>
            <a:off x="8567207" y="1616656"/>
            <a:ext cx="1824568" cy="392512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1">
            <a:normAutofit lnSpcReduction="10000"/>
          </a:bodyPr>
          <a:lstStyle/>
          <a:p>
            <a:pPr algn="ctr">
              <a:buSzPct val="25000"/>
            </a:pPr>
            <a:r>
              <a:rPr lang="de-DE" sz="2000" b="1" dirty="0">
                <a:sym typeface="Calibri" panose="020F0502020204030204"/>
              </a:rPr>
              <a:t>Text here</a:t>
            </a:r>
            <a:endParaRPr lang="de-DE" sz="2000" b="1" dirty="0">
              <a:sym typeface="Calibri" panose="020F0502020204030204"/>
            </a:endParaRPr>
          </a:p>
        </p:txBody>
      </p:sp>
      <p:sp>
        <p:nvSpPr>
          <p:cNvPr id="16" name="Shape 1455"/>
          <p:cNvSpPr txBox="1"/>
          <p:nvPr/>
        </p:nvSpPr>
        <p:spPr>
          <a:xfrm>
            <a:off x="8567207" y="3137183"/>
            <a:ext cx="1824568" cy="102090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rmAutofit/>
          </a:bodyPr>
          <a:lstStyle/>
          <a:p>
            <a:pPr algn="ctr">
              <a:lnSpc>
                <a:spcPct val="150000"/>
              </a:lnSpc>
              <a:buSzPct val="25000"/>
            </a:pPr>
            <a:r>
              <a:rPr lang="en-US" altLang="zh-CN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Copy paste fonts. Choose the only option to retain text.…</a:t>
            </a:r>
            <a:r>
              <a:rPr lang="de-DE" altLang="zh-CN" sz="1200" dirty="0">
                <a:ea typeface="Calibri" panose="020F0502020204030204"/>
                <a:cs typeface="Calibri" panose="020F0502020204030204"/>
                <a:sym typeface="Calibri" panose="020F0502020204030204"/>
              </a:rPr>
              <a:t>.</a:t>
            </a:r>
            <a:endParaRPr lang="de-DE" altLang="zh-CN" sz="12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" name="Shape 1456"/>
          <p:cNvSpPr/>
          <p:nvPr/>
        </p:nvSpPr>
        <p:spPr>
          <a:xfrm>
            <a:off x="8488718" y="4244365"/>
            <a:ext cx="1974733" cy="64435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pPr algn="ctr">
              <a:buSzPct val="25000"/>
            </a:pPr>
            <a:r>
              <a:rPr lang="de-DE" b="1">
                <a:solidFill>
                  <a:schemeClr val="accent1">
                    <a:lumMod val="75000"/>
                  </a:schemeClr>
                </a:solidFill>
                <a:sym typeface="Calibri" panose="020F0502020204030204"/>
              </a:rPr>
              <a:t>...</a:t>
            </a:r>
            <a:r>
              <a:rPr lang="de-DE" altLang="zh-CN" b="1">
                <a:solidFill>
                  <a:schemeClr val="accent1">
                    <a:lumMod val="75000"/>
                  </a:schemeClr>
                </a:solidFill>
                <a:sym typeface="Calibri" panose="020F0502020204030204"/>
              </a:rPr>
              <a:t> ￥</a:t>
            </a:r>
            <a:r>
              <a:rPr lang="de-DE" b="1">
                <a:solidFill>
                  <a:schemeClr val="accent1">
                    <a:lumMod val="75000"/>
                  </a:schemeClr>
                </a:solidFill>
                <a:sym typeface="Calibri" panose="020F0502020204030204"/>
              </a:rPr>
              <a:t> | 57 </a:t>
            </a:r>
            <a:r>
              <a:rPr lang="de-DE" b="1" dirty="0">
                <a:solidFill>
                  <a:schemeClr val="accent1">
                    <a:lumMod val="75000"/>
                  </a:schemeClr>
                </a:solidFill>
                <a:sym typeface="Calibri" panose="020F0502020204030204"/>
              </a:rPr>
              <a:t>%</a:t>
            </a:r>
            <a:endParaRPr lang="de-DE" b="1" dirty="0">
              <a:solidFill>
                <a:schemeClr val="accent1">
                  <a:lumMod val="75000"/>
                </a:schemeClr>
              </a:solidFill>
              <a:sym typeface="Calibri" panose="020F0502020204030204"/>
            </a:endParaRPr>
          </a:p>
        </p:txBody>
      </p:sp>
      <p:cxnSp>
        <p:nvCxnSpPr>
          <p:cNvPr id="18" name="Shape 1464"/>
          <p:cNvCxnSpPr/>
          <p:nvPr/>
        </p:nvCxnSpPr>
        <p:spPr>
          <a:xfrm>
            <a:off x="4283645" y="1814052"/>
            <a:ext cx="0" cy="3229897"/>
          </a:xfrm>
          <a:prstGeom prst="straightConnector1">
            <a:avLst/>
          </a:prstGeom>
          <a:ln w="3175" cap="rnd">
            <a:solidFill>
              <a:schemeClr val="tx2">
                <a:lumMod val="9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hape 1465"/>
          <p:cNvCxnSpPr/>
          <p:nvPr/>
        </p:nvCxnSpPr>
        <p:spPr>
          <a:xfrm>
            <a:off x="7885673" y="1814052"/>
            <a:ext cx="0" cy="3229897"/>
          </a:xfrm>
          <a:prstGeom prst="straightConnector1">
            <a:avLst/>
          </a:prstGeom>
          <a:ln w="3175" cap="rnd">
            <a:solidFill>
              <a:schemeClr val="tx2">
                <a:lumMod val="9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120a29b7-d775-4db3-996a-09cb5d6556eb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025" y="1123950"/>
            <a:ext cx="10851464" cy="4610100"/>
            <a:chOff x="669025" y="1123950"/>
            <a:chExt cx="10851464" cy="4610100"/>
          </a:xfrm>
        </p:grpSpPr>
        <p:sp>
          <p:nvSpPr>
            <p:cNvPr id="6" name="îşḻide"/>
            <p:cNvSpPr/>
            <p:nvPr/>
          </p:nvSpPr>
          <p:spPr>
            <a:xfrm>
              <a:off x="669025" y="1123950"/>
              <a:ext cx="10851463" cy="2000100"/>
            </a:xfrm>
            <a:prstGeom prst="roundRect">
              <a:avLst>
                <a:gd name="adj" fmla="val 0"/>
              </a:avLst>
            </a:prstGeom>
            <a:blipFill rotWithShape="1">
              <a:blip r:embed="rId2"/>
              <a:stretch>
                <a:fillRect t="-98125" b="-96884"/>
              </a:stretch>
            </a:blip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</a:p>
          </p:txBody>
        </p:sp>
        <p:sp>
          <p:nvSpPr>
            <p:cNvPr id="7" name="iṥļïḍè"/>
            <p:cNvSpPr/>
            <p:nvPr/>
          </p:nvSpPr>
          <p:spPr bwMode="auto">
            <a:xfrm>
              <a:off x="671513" y="2750085"/>
              <a:ext cx="10848976" cy="373965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</a:rPr>
                <a:t>2018</a:t>
              </a:r>
              <a:endParaRPr lang="zh-CN" altLang="en-US" sz="2000" b="1" dirty="0">
                <a:solidFill>
                  <a:schemeClr val="bg1"/>
                </a:solidFill>
              </a:endParaRPr>
            </a:p>
          </p:txBody>
        </p:sp>
        <p:grpSp>
          <p:nvGrpSpPr>
            <p:cNvPr id="8" name="işļiďè"/>
            <p:cNvGrpSpPr/>
            <p:nvPr/>
          </p:nvGrpSpPr>
          <p:grpSpPr>
            <a:xfrm>
              <a:off x="669925" y="4472771"/>
              <a:ext cx="2527565" cy="1261279"/>
              <a:chOff x="3981000" y="1539000"/>
              <a:chExt cx="2250000" cy="1261279"/>
            </a:xfrm>
          </p:grpSpPr>
          <p:sp>
            <p:nvSpPr>
              <p:cNvPr id="22" name="îş1ïdè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Q1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išľíďê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grpSp>
          <p:nvGrpSpPr>
            <p:cNvPr id="9" name="ïśļîdè"/>
            <p:cNvGrpSpPr/>
            <p:nvPr/>
          </p:nvGrpSpPr>
          <p:grpSpPr>
            <a:xfrm>
              <a:off x="3444258" y="4472771"/>
              <a:ext cx="2527565" cy="1261279"/>
              <a:chOff x="3981000" y="1539000"/>
              <a:chExt cx="2250000" cy="1261279"/>
            </a:xfrm>
          </p:grpSpPr>
          <p:sp>
            <p:nvSpPr>
              <p:cNvPr id="20" name="ïşḻiďè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Q2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ïšļíḋè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grpSp>
          <p:nvGrpSpPr>
            <p:cNvPr id="10" name="ïṧľîďê"/>
            <p:cNvGrpSpPr/>
            <p:nvPr/>
          </p:nvGrpSpPr>
          <p:grpSpPr>
            <a:xfrm>
              <a:off x="6218590" y="4472771"/>
              <a:ext cx="2527565" cy="1261279"/>
              <a:chOff x="3981000" y="1539000"/>
              <a:chExt cx="2250000" cy="1261279"/>
            </a:xfrm>
          </p:grpSpPr>
          <p:sp>
            <p:nvSpPr>
              <p:cNvPr id="18" name="ïṥľíḍê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Q3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íSlîḑè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grpSp>
          <p:nvGrpSpPr>
            <p:cNvPr id="11" name="îṡľîḋê"/>
            <p:cNvGrpSpPr/>
            <p:nvPr/>
          </p:nvGrpSpPr>
          <p:grpSpPr>
            <a:xfrm>
              <a:off x="8992923" y="4472771"/>
              <a:ext cx="2527565" cy="1261279"/>
              <a:chOff x="3981000" y="1539000"/>
              <a:chExt cx="2250000" cy="1261279"/>
            </a:xfrm>
          </p:grpSpPr>
          <p:sp>
            <p:nvSpPr>
              <p:cNvPr id="16" name="ïSļíḍé"/>
              <p:cNvSpPr/>
              <p:nvPr/>
            </p:nvSpPr>
            <p:spPr bwMode="auto">
              <a:xfrm>
                <a:off x="3981000" y="1539000"/>
                <a:ext cx="2250000" cy="4050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38100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Q4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ï$1ïde"/>
              <p:cNvSpPr/>
              <p:nvPr/>
            </p:nvSpPr>
            <p:spPr bwMode="auto">
              <a:xfrm>
                <a:off x="3981000" y="1944000"/>
                <a:ext cx="2250000" cy="856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zh-CN" altLang="en-US" sz="1100" dirty="0"/>
              </a:p>
            </p:txBody>
          </p:sp>
        </p:grpSp>
        <p:cxnSp>
          <p:nvCxnSpPr>
            <p:cNvPr id="12" name="肘形连接符 16"/>
            <p:cNvCxnSpPr>
              <a:stCxn id="7" idx="2"/>
              <a:endCxn id="22" idx="0"/>
            </p:cNvCxnSpPr>
            <p:nvPr/>
          </p:nvCxnSpPr>
          <p:spPr>
            <a:xfrm rot="5400000">
              <a:off x="3340495" y="1717264"/>
              <a:ext cx="1348721" cy="4162293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肘形连接符 18"/>
            <p:cNvCxnSpPr>
              <a:stCxn id="7" idx="2"/>
              <a:endCxn id="16" idx="0"/>
            </p:cNvCxnSpPr>
            <p:nvPr/>
          </p:nvCxnSpPr>
          <p:spPr>
            <a:xfrm rot="16200000" flipH="1">
              <a:off x="7501993" y="1718057"/>
              <a:ext cx="1348721" cy="4160705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肘形连接符 20"/>
            <p:cNvCxnSpPr>
              <a:stCxn id="7" idx="2"/>
              <a:endCxn id="20" idx="0"/>
            </p:cNvCxnSpPr>
            <p:nvPr/>
          </p:nvCxnSpPr>
          <p:spPr>
            <a:xfrm rot="5400000">
              <a:off x="4727661" y="3104430"/>
              <a:ext cx="1348721" cy="1387960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肘形连接符 22"/>
            <p:cNvCxnSpPr>
              <a:stCxn id="7" idx="2"/>
              <a:endCxn id="18" idx="0"/>
            </p:cNvCxnSpPr>
            <p:nvPr/>
          </p:nvCxnSpPr>
          <p:spPr>
            <a:xfrm rot="16200000" flipH="1">
              <a:off x="6114827" y="3105224"/>
              <a:ext cx="1348721" cy="1386372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3d38886e-2382-4dbe-abe1-b9c3aaa0a329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73532" y="1237871"/>
            <a:ext cx="10651906" cy="4702601"/>
            <a:chOff x="773531" y="1237871"/>
            <a:chExt cx="10651908" cy="4702602"/>
          </a:xfrm>
        </p:grpSpPr>
        <p:grpSp>
          <p:nvGrpSpPr>
            <p:cNvPr id="6" name="iṡľïḓê"/>
            <p:cNvGrpSpPr>
              <a:grpSpLocks noChangeAspect="1"/>
            </p:cNvGrpSpPr>
            <p:nvPr/>
          </p:nvGrpSpPr>
          <p:grpSpPr bwMode="auto">
            <a:xfrm>
              <a:off x="3251589" y="1237871"/>
              <a:ext cx="5688821" cy="4702602"/>
              <a:chOff x="949" y="564"/>
              <a:chExt cx="3859" cy="3190"/>
            </a:xfrm>
            <a:solidFill>
              <a:srgbClr val="F2F2F2"/>
            </a:solidFill>
          </p:grpSpPr>
          <p:sp>
            <p:nvSpPr>
              <p:cNvPr id="42" name="iŝľîḓê"/>
              <p:cNvSpPr/>
              <p:nvPr/>
            </p:nvSpPr>
            <p:spPr bwMode="auto">
              <a:xfrm>
                <a:off x="2569" y="604"/>
                <a:ext cx="1690" cy="1441"/>
              </a:xfrm>
              <a:custGeom>
                <a:avLst/>
                <a:gdLst>
                  <a:gd name="T0" fmla="*/ 673 w 714"/>
                  <a:gd name="T1" fmla="*/ 51 h 609"/>
                  <a:gd name="T2" fmla="*/ 632 w 714"/>
                  <a:gd name="T3" fmla="*/ 59 h 609"/>
                  <a:gd name="T4" fmla="*/ 609 w 714"/>
                  <a:gd name="T5" fmla="*/ 28 h 609"/>
                  <a:gd name="T6" fmla="*/ 584 w 714"/>
                  <a:gd name="T7" fmla="*/ 30 h 609"/>
                  <a:gd name="T8" fmla="*/ 564 w 714"/>
                  <a:gd name="T9" fmla="*/ 11 h 609"/>
                  <a:gd name="T10" fmla="*/ 570 w 714"/>
                  <a:gd name="T11" fmla="*/ 22 h 609"/>
                  <a:gd name="T12" fmla="*/ 575 w 714"/>
                  <a:gd name="T13" fmla="*/ 42 h 609"/>
                  <a:gd name="T14" fmla="*/ 553 w 714"/>
                  <a:gd name="T15" fmla="*/ 122 h 609"/>
                  <a:gd name="T16" fmla="*/ 491 w 714"/>
                  <a:gd name="T17" fmla="*/ 157 h 609"/>
                  <a:gd name="T18" fmla="*/ 522 w 714"/>
                  <a:gd name="T19" fmla="*/ 214 h 609"/>
                  <a:gd name="T20" fmla="*/ 568 w 714"/>
                  <a:gd name="T21" fmla="*/ 214 h 609"/>
                  <a:gd name="T22" fmla="*/ 509 w 714"/>
                  <a:gd name="T23" fmla="*/ 270 h 609"/>
                  <a:gd name="T24" fmla="*/ 455 w 714"/>
                  <a:gd name="T25" fmla="*/ 332 h 609"/>
                  <a:gd name="T26" fmla="*/ 393 w 714"/>
                  <a:gd name="T27" fmla="*/ 364 h 609"/>
                  <a:gd name="T28" fmla="*/ 353 w 714"/>
                  <a:gd name="T29" fmla="*/ 422 h 609"/>
                  <a:gd name="T30" fmla="*/ 215 w 714"/>
                  <a:gd name="T31" fmla="*/ 465 h 609"/>
                  <a:gd name="T32" fmla="*/ 101 w 714"/>
                  <a:gd name="T33" fmla="*/ 427 h 609"/>
                  <a:gd name="T34" fmla="*/ 1 w 714"/>
                  <a:gd name="T35" fmla="*/ 422 h 609"/>
                  <a:gd name="T36" fmla="*/ 12 w 714"/>
                  <a:gd name="T37" fmla="*/ 454 h 609"/>
                  <a:gd name="T38" fmla="*/ 23 w 714"/>
                  <a:gd name="T39" fmla="*/ 494 h 609"/>
                  <a:gd name="T40" fmla="*/ 69 w 714"/>
                  <a:gd name="T41" fmla="*/ 483 h 609"/>
                  <a:gd name="T42" fmla="*/ 69 w 714"/>
                  <a:gd name="T43" fmla="*/ 522 h 609"/>
                  <a:gd name="T44" fmla="*/ 95 w 714"/>
                  <a:gd name="T45" fmla="*/ 541 h 609"/>
                  <a:gd name="T46" fmla="*/ 109 w 714"/>
                  <a:gd name="T47" fmla="*/ 559 h 609"/>
                  <a:gd name="T48" fmla="*/ 121 w 714"/>
                  <a:gd name="T49" fmla="*/ 556 h 609"/>
                  <a:gd name="T50" fmla="*/ 180 w 714"/>
                  <a:gd name="T51" fmla="*/ 535 h 609"/>
                  <a:gd name="T52" fmla="*/ 191 w 714"/>
                  <a:gd name="T53" fmla="*/ 562 h 609"/>
                  <a:gd name="T54" fmla="*/ 167 w 714"/>
                  <a:gd name="T55" fmla="*/ 581 h 609"/>
                  <a:gd name="T56" fmla="*/ 209 w 714"/>
                  <a:gd name="T57" fmla="*/ 605 h 609"/>
                  <a:gd name="T58" fmla="*/ 237 w 714"/>
                  <a:gd name="T59" fmla="*/ 553 h 609"/>
                  <a:gd name="T60" fmla="*/ 261 w 714"/>
                  <a:gd name="T61" fmla="*/ 546 h 609"/>
                  <a:gd name="T62" fmla="*/ 270 w 714"/>
                  <a:gd name="T63" fmla="*/ 590 h 609"/>
                  <a:gd name="T64" fmla="*/ 307 w 714"/>
                  <a:gd name="T65" fmla="*/ 608 h 609"/>
                  <a:gd name="T66" fmla="*/ 333 w 714"/>
                  <a:gd name="T67" fmla="*/ 564 h 609"/>
                  <a:gd name="T68" fmla="*/ 367 w 714"/>
                  <a:gd name="T69" fmla="*/ 538 h 609"/>
                  <a:gd name="T70" fmla="*/ 377 w 714"/>
                  <a:gd name="T71" fmla="*/ 533 h 609"/>
                  <a:gd name="T72" fmla="*/ 403 w 714"/>
                  <a:gd name="T73" fmla="*/ 526 h 609"/>
                  <a:gd name="T74" fmla="*/ 425 w 714"/>
                  <a:gd name="T75" fmla="*/ 503 h 609"/>
                  <a:gd name="T76" fmla="*/ 457 w 714"/>
                  <a:gd name="T77" fmla="*/ 492 h 609"/>
                  <a:gd name="T78" fmla="*/ 456 w 714"/>
                  <a:gd name="T79" fmla="*/ 462 h 609"/>
                  <a:gd name="T80" fmla="*/ 479 w 714"/>
                  <a:gd name="T81" fmla="*/ 420 h 609"/>
                  <a:gd name="T82" fmla="*/ 494 w 714"/>
                  <a:gd name="T83" fmla="*/ 448 h 609"/>
                  <a:gd name="T84" fmla="*/ 506 w 714"/>
                  <a:gd name="T85" fmla="*/ 432 h 609"/>
                  <a:gd name="T86" fmla="*/ 537 w 714"/>
                  <a:gd name="T87" fmla="*/ 403 h 609"/>
                  <a:gd name="T88" fmla="*/ 562 w 714"/>
                  <a:gd name="T89" fmla="*/ 398 h 609"/>
                  <a:gd name="T90" fmla="*/ 572 w 714"/>
                  <a:gd name="T91" fmla="*/ 417 h 609"/>
                  <a:gd name="T92" fmla="*/ 601 w 714"/>
                  <a:gd name="T93" fmla="*/ 444 h 609"/>
                  <a:gd name="T94" fmla="*/ 613 w 714"/>
                  <a:gd name="T95" fmla="*/ 436 h 609"/>
                  <a:gd name="T96" fmla="*/ 633 w 714"/>
                  <a:gd name="T97" fmla="*/ 416 h 609"/>
                  <a:gd name="T98" fmla="*/ 677 w 714"/>
                  <a:gd name="T99" fmla="*/ 385 h 609"/>
                  <a:gd name="T100" fmla="*/ 712 w 714"/>
                  <a:gd name="T101" fmla="*/ 354 h 609"/>
                  <a:gd name="T102" fmla="*/ 699 w 714"/>
                  <a:gd name="T103" fmla="*/ 324 h 609"/>
                  <a:gd name="T104" fmla="*/ 674 w 714"/>
                  <a:gd name="T105" fmla="*/ 322 h 609"/>
                  <a:gd name="T106" fmla="*/ 657 w 714"/>
                  <a:gd name="T107" fmla="*/ 295 h 609"/>
                  <a:gd name="T108" fmla="*/ 637 w 714"/>
                  <a:gd name="T109" fmla="*/ 263 h 609"/>
                  <a:gd name="T110" fmla="*/ 652 w 714"/>
                  <a:gd name="T111" fmla="*/ 254 h 609"/>
                  <a:gd name="T112" fmla="*/ 662 w 714"/>
                  <a:gd name="T113" fmla="*/ 226 h 609"/>
                  <a:gd name="T114" fmla="*/ 657 w 714"/>
                  <a:gd name="T115" fmla="*/ 190 h 609"/>
                  <a:gd name="T116" fmla="*/ 672 w 714"/>
                  <a:gd name="T117" fmla="*/ 168 h 609"/>
                  <a:gd name="T118" fmla="*/ 691 w 714"/>
                  <a:gd name="T119" fmla="*/ 163 h 609"/>
                  <a:gd name="T120" fmla="*/ 699 w 714"/>
                  <a:gd name="T121" fmla="*/ 125 h 609"/>
                  <a:gd name="T122" fmla="*/ 701 w 714"/>
                  <a:gd name="T123" fmla="*/ 84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4" h="609">
                    <a:moveTo>
                      <a:pt x="699" y="64"/>
                    </a:moveTo>
                    <a:cubicBezTo>
                      <a:pt x="697" y="56"/>
                      <a:pt x="697" y="56"/>
                      <a:pt x="697" y="56"/>
                    </a:cubicBezTo>
                    <a:cubicBezTo>
                      <a:pt x="689" y="43"/>
                      <a:pt x="689" y="43"/>
                      <a:pt x="689" y="43"/>
                    </a:cubicBezTo>
                    <a:cubicBezTo>
                      <a:pt x="683" y="40"/>
                      <a:pt x="683" y="40"/>
                      <a:pt x="683" y="40"/>
                    </a:cubicBezTo>
                    <a:cubicBezTo>
                      <a:pt x="677" y="43"/>
                      <a:pt x="677" y="43"/>
                      <a:pt x="677" y="43"/>
                    </a:cubicBezTo>
                    <a:cubicBezTo>
                      <a:pt x="674" y="50"/>
                      <a:pt x="674" y="50"/>
                      <a:pt x="674" y="50"/>
                    </a:cubicBezTo>
                    <a:cubicBezTo>
                      <a:pt x="673" y="51"/>
                      <a:pt x="673" y="51"/>
                      <a:pt x="673" y="51"/>
                    </a:cubicBezTo>
                    <a:cubicBezTo>
                      <a:pt x="673" y="51"/>
                      <a:pt x="673" y="51"/>
                      <a:pt x="673" y="51"/>
                    </a:cubicBezTo>
                    <a:cubicBezTo>
                      <a:pt x="672" y="51"/>
                      <a:pt x="672" y="51"/>
                      <a:pt x="672" y="51"/>
                    </a:cubicBezTo>
                    <a:cubicBezTo>
                      <a:pt x="661" y="53"/>
                      <a:pt x="661" y="53"/>
                      <a:pt x="661" y="53"/>
                    </a:cubicBezTo>
                    <a:cubicBezTo>
                      <a:pt x="660" y="54"/>
                      <a:pt x="659" y="54"/>
                      <a:pt x="658" y="56"/>
                    </a:cubicBezTo>
                    <a:cubicBezTo>
                      <a:pt x="655" y="58"/>
                      <a:pt x="655" y="58"/>
                      <a:pt x="655" y="58"/>
                    </a:cubicBezTo>
                    <a:cubicBezTo>
                      <a:pt x="649" y="63"/>
                      <a:pt x="649" y="63"/>
                      <a:pt x="649" y="63"/>
                    </a:cubicBezTo>
                    <a:cubicBezTo>
                      <a:pt x="648" y="64"/>
                      <a:pt x="648" y="64"/>
                      <a:pt x="648" y="64"/>
                    </a:cubicBezTo>
                    <a:cubicBezTo>
                      <a:pt x="643" y="65"/>
                      <a:pt x="643" y="65"/>
                      <a:pt x="643" y="65"/>
                    </a:cubicBezTo>
                    <a:cubicBezTo>
                      <a:pt x="640" y="64"/>
                      <a:pt x="637" y="62"/>
                      <a:pt x="632" y="59"/>
                    </a:cubicBezTo>
                    <a:cubicBezTo>
                      <a:pt x="631" y="58"/>
                      <a:pt x="631" y="58"/>
                      <a:pt x="631" y="58"/>
                    </a:cubicBezTo>
                    <a:cubicBezTo>
                      <a:pt x="623" y="50"/>
                      <a:pt x="619" y="45"/>
                      <a:pt x="619" y="42"/>
                    </a:cubicBezTo>
                    <a:cubicBezTo>
                      <a:pt x="619" y="31"/>
                      <a:pt x="619" y="31"/>
                      <a:pt x="619" y="31"/>
                    </a:cubicBezTo>
                    <a:cubicBezTo>
                      <a:pt x="619" y="31"/>
                      <a:pt x="619" y="31"/>
                      <a:pt x="619" y="31"/>
                    </a:cubicBezTo>
                    <a:cubicBezTo>
                      <a:pt x="619" y="30"/>
                      <a:pt x="619" y="30"/>
                      <a:pt x="619" y="30"/>
                    </a:cubicBezTo>
                    <a:cubicBezTo>
                      <a:pt x="621" y="28"/>
                      <a:pt x="621" y="28"/>
                      <a:pt x="621" y="28"/>
                    </a:cubicBezTo>
                    <a:cubicBezTo>
                      <a:pt x="609" y="24"/>
                      <a:pt x="609" y="24"/>
                      <a:pt x="609" y="24"/>
                    </a:cubicBezTo>
                    <a:cubicBezTo>
                      <a:pt x="609" y="28"/>
                      <a:pt x="609" y="28"/>
                      <a:pt x="609" y="28"/>
                    </a:cubicBezTo>
                    <a:cubicBezTo>
                      <a:pt x="609" y="30"/>
                      <a:pt x="607" y="31"/>
                      <a:pt x="605" y="32"/>
                    </a:cubicBezTo>
                    <a:cubicBezTo>
                      <a:pt x="601" y="34"/>
                      <a:pt x="601" y="34"/>
                      <a:pt x="601" y="34"/>
                    </a:cubicBezTo>
                    <a:cubicBezTo>
                      <a:pt x="600" y="34"/>
                      <a:pt x="600" y="34"/>
                      <a:pt x="600" y="34"/>
                    </a:cubicBezTo>
                    <a:cubicBezTo>
                      <a:pt x="600" y="33"/>
                      <a:pt x="600" y="33"/>
                      <a:pt x="600" y="33"/>
                    </a:cubicBezTo>
                    <a:cubicBezTo>
                      <a:pt x="594" y="32"/>
                      <a:pt x="594" y="32"/>
                      <a:pt x="594" y="32"/>
                    </a:cubicBezTo>
                    <a:cubicBezTo>
                      <a:pt x="595" y="36"/>
                      <a:pt x="595" y="36"/>
                      <a:pt x="595" y="36"/>
                    </a:cubicBezTo>
                    <a:cubicBezTo>
                      <a:pt x="585" y="30"/>
                      <a:pt x="585" y="30"/>
                      <a:pt x="585" y="30"/>
                    </a:cubicBezTo>
                    <a:cubicBezTo>
                      <a:pt x="584" y="30"/>
                      <a:pt x="584" y="30"/>
                      <a:pt x="584" y="30"/>
                    </a:cubicBezTo>
                    <a:cubicBezTo>
                      <a:pt x="584" y="29"/>
                      <a:pt x="584" y="29"/>
                      <a:pt x="584" y="29"/>
                    </a:cubicBezTo>
                    <a:cubicBezTo>
                      <a:pt x="584" y="29"/>
                      <a:pt x="584" y="29"/>
                      <a:pt x="584" y="29"/>
                    </a:cubicBezTo>
                    <a:cubicBezTo>
                      <a:pt x="582" y="25"/>
                      <a:pt x="581" y="20"/>
                      <a:pt x="581" y="16"/>
                    </a:cubicBezTo>
                    <a:cubicBezTo>
                      <a:pt x="581" y="12"/>
                      <a:pt x="582" y="9"/>
                      <a:pt x="583" y="8"/>
                    </a:cubicBezTo>
                    <a:cubicBezTo>
                      <a:pt x="586" y="3"/>
                      <a:pt x="586" y="3"/>
                      <a:pt x="586" y="3"/>
                    </a:cubicBezTo>
                    <a:cubicBezTo>
                      <a:pt x="585" y="0"/>
                      <a:pt x="585" y="0"/>
                      <a:pt x="585" y="0"/>
                    </a:cubicBezTo>
                    <a:cubicBezTo>
                      <a:pt x="575" y="1"/>
                      <a:pt x="575" y="1"/>
                      <a:pt x="575" y="1"/>
                    </a:cubicBezTo>
                    <a:cubicBezTo>
                      <a:pt x="569" y="2"/>
                      <a:pt x="566" y="5"/>
                      <a:pt x="564" y="11"/>
                    </a:cubicBezTo>
                    <a:cubicBezTo>
                      <a:pt x="564" y="11"/>
                      <a:pt x="564" y="11"/>
                      <a:pt x="564" y="11"/>
                    </a:cubicBezTo>
                    <a:cubicBezTo>
                      <a:pt x="564" y="11"/>
                      <a:pt x="564" y="11"/>
                      <a:pt x="564" y="11"/>
                    </a:cubicBezTo>
                    <a:cubicBezTo>
                      <a:pt x="558" y="20"/>
                      <a:pt x="558" y="20"/>
                      <a:pt x="558" y="20"/>
                    </a:cubicBezTo>
                    <a:cubicBezTo>
                      <a:pt x="564" y="20"/>
                      <a:pt x="564" y="20"/>
                      <a:pt x="564" y="20"/>
                    </a:cubicBezTo>
                    <a:cubicBezTo>
                      <a:pt x="564" y="20"/>
                      <a:pt x="564" y="20"/>
                      <a:pt x="564" y="20"/>
                    </a:cubicBezTo>
                    <a:cubicBezTo>
                      <a:pt x="565" y="20"/>
                      <a:pt x="565" y="20"/>
                      <a:pt x="565" y="20"/>
                    </a:cubicBezTo>
                    <a:cubicBezTo>
                      <a:pt x="565" y="20"/>
                      <a:pt x="565" y="20"/>
                      <a:pt x="565" y="20"/>
                    </a:cubicBezTo>
                    <a:cubicBezTo>
                      <a:pt x="570" y="22"/>
                      <a:pt x="570" y="22"/>
                      <a:pt x="570" y="22"/>
                    </a:cubicBezTo>
                    <a:cubicBezTo>
                      <a:pt x="571" y="22"/>
                      <a:pt x="571" y="22"/>
                      <a:pt x="571" y="22"/>
                    </a:cubicBezTo>
                    <a:cubicBezTo>
                      <a:pt x="571" y="23"/>
                      <a:pt x="571" y="23"/>
                      <a:pt x="571" y="23"/>
                    </a:cubicBezTo>
                    <a:cubicBezTo>
                      <a:pt x="571" y="24"/>
                      <a:pt x="571" y="24"/>
                      <a:pt x="571" y="24"/>
                    </a:cubicBezTo>
                    <a:cubicBezTo>
                      <a:pt x="572" y="32"/>
                      <a:pt x="572" y="32"/>
                      <a:pt x="572" y="32"/>
                    </a:cubicBezTo>
                    <a:cubicBezTo>
                      <a:pt x="575" y="40"/>
                      <a:pt x="575" y="40"/>
                      <a:pt x="575" y="40"/>
                    </a:cubicBezTo>
                    <a:cubicBezTo>
                      <a:pt x="575" y="41"/>
                      <a:pt x="575" y="41"/>
                      <a:pt x="575" y="41"/>
                    </a:cubicBezTo>
                    <a:cubicBezTo>
                      <a:pt x="575" y="41"/>
                      <a:pt x="575" y="41"/>
                      <a:pt x="575" y="41"/>
                    </a:cubicBezTo>
                    <a:cubicBezTo>
                      <a:pt x="575" y="42"/>
                      <a:pt x="575" y="42"/>
                      <a:pt x="575" y="42"/>
                    </a:cubicBezTo>
                    <a:cubicBezTo>
                      <a:pt x="561" y="68"/>
                      <a:pt x="561" y="68"/>
                      <a:pt x="561" y="68"/>
                    </a:cubicBezTo>
                    <a:cubicBezTo>
                      <a:pt x="559" y="71"/>
                      <a:pt x="558" y="81"/>
                      <a:pt x="557" y="95"/>
                    </a:cubicBezTo>
                    <a:cubicBezTo>
                      <a:pt x="557" y="96"/>
                      <a:pt x="557" y="96"/>
                      <a:pt x="557" y="96"/>
                    </a:cubicBezTo>
                    <a:cubicBezTo>
                      <a:pt x="552" y="106"/>
                      <a:pt x="552" y="106"/>
                      <a:pt x="552" y="106"/>
                    </a:cubicBezTo>
                    <a:cubicBezTo>
                      <a:pt x="555" y="110"/>
                      <a:pt x="555" y="110"/>
                      <a:pt x="555" y="110"/>
                    </a:cubicBezTo>
                    <a:cubicBezTo>
                      <a:pt x="555" y="111"/>
                      <a:pt x="555" y="111"/>
                      <a:pt x="555" y="111"/>
                    </a:cubicBezTo>
                    <a:cubicBezTo>
                      <a:pt x="556" y="117"/>
                      <a:pt x="555" y="121"/>
                      <a:pt x="554" y="122"/>
                    </a:cubicBezTo>
                    <a:cubicBezTo>
                      <a:pt x="553" y="122"/>
                      <a:pt x="553" y="122"/>
                      <a:pt x="553" y="122"/>
                    </a:cubicBezTo>
                    <a:cubicBezTo>
                      <a:pt x="550" y="124"/>
                      <a:pt x="541" y="133"/>
                      <a:pt x="526" y="151"/>
                    </a:cubicBezTo>
                    <a:cubicBezTo>
                      <a:pt x="525" y="152"/>
                      <a:pt x="525" y="152"/>
                      <a:pt x="525" y="152"/>
                    </a:cubicBezTo>
                    <a:cubicBezTo>
                      <a:pt x="524" y="152"/>
                      <a:pt x="524" y="152"/>
                      <a:pt x="524" y="152"/>
                    </a:cubicBezTo>
                    <a:cubicBezTo>
                      <a:pt x="523" y="151"/>
                      <a:pt x="523" y="151"/>
                      <a:pt x="523" y="151"/>
                    </a:cubicBezTo>
                    <a:cubicBezTo>
                      <a:pt x="517" y="148"/>
                      <a:pt x="513" y="144"/>
                      <a:pt x="510" y="141"/>
                    </a:cubicBezTo>
                    <a:cubicBezTo>
                      <a:pt x="507" y="140"/>
                      <a:pt x="501" y="138"/>
                      <a:pt x="491" y="138"/>
                    </a:cubicBezTo>
                    <a:cubicBezTo>
                      <a:pt x="491" y="157"/>
                      <a:pt x="491" y="157"/>
                      <a:pt x="491" y="157"/>
                    </a:cubicBezTo>
                    <a:cubicBezTo>
                      <a:pt x="491" y="157"/>
                      <a:pt x="491" y="157"/>
                      <a:pt x="491" y="157"/>
                    </a:cubicBezTo>
                    <a:cubicBezTo>
                      <a:pt x="483" y="192"/>
                      <a:pt x="483" y="192"/>
                      <a:pt x="483" y="192"/>
                    </a:cubicBezTo>
                    <a:cubicBezTo>
                      <a:pt x="482" y="196"/>
                      <a:pt x="481" y="204"/>
                      <a:pt x="481" y="216"/>
                    </a:cubicBezTo>
                    <a:cubicBezTo>
                      <a:pt x="484" y="220"/>
                      <a:pt x="484" y="220"/>
                      <a:pt x="484" y="220"/>
                    </a:cubicBezTo>
                    <a:cubicBezTo>
                      <a:pt x="487" y="215"/>
                      <a:pt x="487" y="215"/>
                      <a:pt x="487" y="215"/>
                    </a:cubicBezTo>
                    <a:cubicBezTo>
                      <a:pt x="487" y="215"/>
                      <a:pt x="487" y="215"/>
                      <a:pt x="487" y="215"/>
                    </a:cubicBezTo>
                    <a:cubicBezTo>
                      <a:pt x="487" y="214"/>
                      <a:pt x="487" y="214"/>
                      <a:pt x="487" y="214"/>
                    </a:cubicBezTo>
                    <a:cubicBezTo>
                      <a:pt x="497" y="210"/>
                      <a:pt x="497" y="210"/>
                      <a:pt x="497" y="210"/>
                    </a:cubicBezTo>
                    <a:cubicBezTo>
                      <a:pt x="522" y="214"/>
                      <a:pt x="522" y="214"/>
                      <a:pt x="522" y="214"/>
                    </a:cubicBezTo>
                    <a:cubicBezTo>
                      <a:pt x="525" y="210"/>
                      <a:pt x="525" y="210"/>
                      <a:pt x="525" y="210"/>
                    </a:cubicBezTo>
                    <a:cubicBezTo>
                      <a:pt x="529" y="204"/>
                      <a:pt x="529" y="204"/>
                      <a:pt x="529" y="204"/>
                    </a:cubicBezTo>
                    <a:cubicBezTo>
                      <a:pt x="529" y="204"/>
                      <a:pt x="529" y="204"/>
                      <a:pt x="529" y="204"/>
                    </a:cubicBezTo>
                    <a:cubicBezTo>
                      <a:pt x="529" y="204"/>
                      <a:pt x="529" y="204"/>
                      <a:pt x="529" y="204"/>
                    </a:cubicBezTo>
                    <a:cubicBezTo>
                      <a:pt x="530" y="203"/>
                      <a:pt x="530" y="203"/>
                      <a:pt x="530" y="203"/>
                    </a:cubicBezTo>
                    <a:cubicBezTo>
                      <a:pt x="540" y="201"/>
                      <a:pt x="540" y="201"/>
                      <a:pt x="540" y="201"/>
                    </a:cubicBezTo>
                    <a:cubicBezTo>
                      <a:pt x="553" y="200"/>
                      <a:pt x="553" y="200"/>
                      <a:pt x="553" y="200"/>
                    </a:cubicBezTo>
                    <a:cubicBezTo>
                      <a:pt x="557" y="201"/>
                      <a:pt x="562" y="206"/>
                      <a:pt x="568" y="214"/>
                    </a:cubicBezTo>
                    <a:cubicBezTo>
                      <a:pt x="584" y="222"/>
                      <a:pt x="593" y="230"/>
                      <a:pt x="595" y="236"/>
                    </a:cubicBezTo>
                    <a:cubicBezTo>
                      <a:pt x="596" y="239"/>
                      <a:pt x="596" y="242"/>
                      <a:pt x="595" y="244"/>
                    </a:cubicBezTo>
                    <a:cubicBezTo>
                      <a:pt x="593" y="247"/>
                      <a:pt x="591" y="249"/>
                      <a:pt x="587" y="249"/>
                    </a:cubicBezTo>
                    <a:cubicBezTo>
                      <a:pt x="586" y="249"/>
                      <a:pt x="586" y="249"/>
                      <a:pt x="586" y="249"/>
                    </a:cubicBezTo>
                    <a:cubicBezTo>
                      <a:pt x="567" y="248"/>
                      <a:pt x="555" y="248"/>
                      <a:pt x="551" y="250"/>
                    </a:cubicBezTo>
                    <a:cubicBezTo>
                      <a:pt x="542" y="256"/>
                      <a:pt x="542" y="256"/>
                      <a:pt x="542" y="256"/>
                    </a:cubicBezTo>
                    <a:cubicBezTo>
                      <a:pt x="530" y="265"/>
                      <a:pt x="522" y="269"/>
                      <a:pt x="517" y="269"/>
                    </a:cubicBezTo>
                    <a:cubicBezTo>
                      <a:pt x="509" y="270"/>
                      <a:pt x="509" y="270"/>
                      <a:pt x="509" y="270"/>
                    </a:cubicBezTo>
                    <a:cubicBezTo>
                      <a:pt x="505" y="290"/>
                      <a:pt x="505" y="290"/>
                      <a:pt x="505" y="290"/>
                    </a:cubicBezTo>
                    <a:cubicBezTo>
                      <a:pt x="503" y="296"/>
                      <a:pt x="501" y="300"/>
                      <a:pt x="498" y="303"/>
                    </a:cubicBezTo>
                    <a:cubicBezTo>
                      <a:pt x="495" y="306"/>
                      <a:pt x="490" y="308"/>
                      <a:pt x="483" y="310"/>
                    </a:cubicBezTo>
                    <a:cubicBezTo>
                      <a:pt x="476" y="311"/>
                      <a:pt x="469" y="314"/>
                      <a:pt x="463" y="317"/>
                    </a:cubicBezTo>
                    <a:cubicBezTo>
                      <a:pt x="457" y="332"/>
                      <a:pt x="457" y="332"/>
                      <a:pt x="457" y="332"/>
                    </a:cubicBezTo>
                    <a:cubicBezTo>
                      <a:pt x="456" y="332"/>
                      <a:pt x="456" y="332"/>
                      <a:pt x="456" y="332"/>
                    </a:cubicBezTo>
                    <a:cubicBezTo>
                      <a:pt x="456" y="332"/>
                      <a:pt x="456" y="332"/>
                      <a:pt x="456" y="332"/>
                    </a:cubicBezTo>
                    <a:cubicBezTo>
                      <a:pt x="455" y="332"/>
                      <a:pt x="455" y="332"/>
                      <a:pt x="455" y="332"/>
                    </a:cubicBezTo>
                    <a:cubicBezTo>
                      <a:pt x="437" y="340"/>
                      <a:pt x="437" y="340"/>
                      <a:pt x="437" y="340"/>
                    </a:cubicBezTo>
                    <a:cubicBezTo>
                      <a:pt x="436" y="340"/>
                      <a:pt x="436" y="340"/>
                      <a:pt x="436" y="340"/>
                    </a:cubicBezTo>
                    <a:cubicBezTo>
                      <a:pt x="427" y="338"/>
                      <a:pt x="427" y="338"/>
                      <a:pt x="427" y="338"/>
                    </a:cubicBezTo>
                    <a:cubicBezTo>
                      <a:pt x="419" y="336"/>
                      <a:pt x="414" y="334"/>
                      <a:pt x="410" y="332"/>
                    </a:cubicBezTo>
                    <a:cubicBezTo>
                      <a:pt x="405" y="330"/>
                      <a:pt x="400" y="329"/>
                      <a:pt x="395" y="331"/>
                    </a:cubicBezTo>
                    <a:cubicBezTo>
                      <a:pt x="390" y="338"/>
                      <a:pt x="387" y="346"/>
                      <a:pt x="388" y="355"/>
                    </a:cubicBezTo>
                    <a:cubicBezTo>
                      <a:pt x="388" y="360"/>
                      <a:pt x="389" y="363"/>
                      <a:pt x="391" y="364"/>
                    </a:cubicBezTo>
                    <a:cubicBezTo>
                      <a:pt x="393" y="364"/>
                      <a:pt x="393" y="364"/>
                      <a:pt x="393" y="364"/>
                    </a:cubicBezTo>
                    <a:cubicBezTo>
                      <a:pt x="397" y="362"/>
                      <a:pt x="397" y="362"/>
                      <a:pt x="397" y="362"/>
                    </a:cubicBezTo>
                    <a:cubicBezTo>
                      <a:pt x="397" y="374"/>
                      <a:pt x="397" y="374"/>
                      <a:pt x="397" y="374"/>
                    </a:cubicBezTo>
                    <a:cubicBezTo>
                      <a:pt x="397" y="379"/>
                      <a:pt x="396" y="382"/>
                      <a:pt x="393" y="384"/>
                    </a:cubicBezTo>
                    <a:cubicBezTo>
                      <a:pt x="391" y="386"/>
                      <a:pt x="387" y="388"/>
                      <a:pt x="382" y="389"/>
                    </a:cubicBezTo>
                    <a:cubicBezTo>
                      <a:pt x="379" y="390"/>
                      <a:pt x="379" y="390"/>
                      <a:pt x="379" y="390"/>
                    </a:cubicBezTo>
                    <a:cubicBezTo>
                      <a:pt x="375" y="392"/>
                      <a:pt x="366" y="402"/>
                      <a:pt x="354" y="422"/>
                    </a:cubicBezTo>
                    <a:cubicBezTo>
                      <a:pt x="354" y="422"/>
                      <a:pt x="354" y="422"/>
                      <a:pt x="354" y="422"/>
                    </a:cubicBezTo>
                    <a:cubicBezTo>
                      <a:pt x="353" y="422"/>
                      <a:pt x="353" y="422"/>
                      <a:pt x="353" y="422"/>
                    </a:cubicBezTo>
                    <a:cubicBezTo>
                      <a:pt x="341" y="430"/>
                      <a:pt x="341" y="430"/>
                      <a:pt x="341" y="430"/>
                    </a:cubicBezTo>
                    <a:cubicBezTo>
                      <a:pt x="343" y="430"/>
                      <a:pt x="345" y="430"/>
                      <a:pt x="344" y="432"/>
                    </a:cubicBezTo>
                    <a:cubicBezTo>
                      <a:pt x="344" y="434"/>
                      <a:pt x="343" y="434"/>
                      <a:pt x="339" y="434"/>
                    </a:cubicBezTo>
                    <a:cubicBezTo>
                      <a:pt x="305" y="434"/>
                      <a:pt x="305" y="434"/>
                      <a:pt x="305" y="434"/>
                    </a:cubicBezTo>
                    <a:cubicBezTo>
                      <a:pt x="267" y="432"/>
                      <a:pt x="238" y="443"/>
                      <a:pt x="217" y="464"/>
                    </a:cubicBezTo>
                    <a:cubicBezTo>
                      <a:pt x="216" y="465"/>
                      <a:pt x="216" y="465"/>
                      <a:pt x="216" y="465"/>
                    </a:cubicBezTo>
                    <a:cubicBezTo>
                      <a:pt x="215" y="465"/>
                      <a:pt x="215" y="465"/>
                      <a:pt x="215" y="465"/>
                    </a:cubicBezTo>
                    <a:cubicBezTo>
                      <a:pt x="215" y="465"/>
                      <a:pt x="215" y="465"/>
                      <a:pt x="215" y="465"/>
                    </a:cubicBezTo>
                    <a:cubicBezTo>
                      <a:pt x="201" y="467"/>
                      <a:pt x="201" y="467"/>
                      <a:pt x="201" y="467"/>
                    </a:cubicBezTo>
                    <a:cubicBezTo>
                      <a:pt x="200" y="467"/>
                      <a:pt x="200" y="467"/>
                      <a:pt x="200" y="467"/>
                    </a:cubicBezTo>
                    <a:cubicBezTo>
                      <a:pt x="199" y="467"/>
                      <a:pt x="199" y="467"/>
                      <a:pt x="199" y="467"/>
                    </a:cubicBezTo>
                    <a:cubicBezTo>
                      <a:pt x="195" y="458"/>
                      <a:pt x="195" y="458"/>
                      <a:pt x="195" y="458"/>
                    </a:cubicBezTo>
                    <a:cubicBezTo>
                      <a:pt x="181" y="461"/>
                      <a:pt x="181" y="461"/>
                      <a:pt x="181" y="461"/>
                    </a:cubicBezTo>
                    <a:cubicBezTo>
                      <a:pt x="173" y="462"/>
                      <a:pt x="163" y="460"/>
                      <a:pt x="152" y="454"/>
                    </a:cubicBezTo>
                    <a:cubicBezTo>
                      <a:pt x="142" y="450"/>
                      <a:pt x="133" y="444"/>
                      <a:pt x="123" y="436"/>
                    </a:cubicBezTo>
                    <a:cubicBezTo>
                      <a:pt x="117" y="432"/>
                      <a:pt x="110" y="428"/>
                      <a:pt x="101" y="427"/>
                    </a:cubicBezTo>
                    <a:cubicBezTo>
                      <a:pt x="88" y="426"/>
                      <a:pt x="88" y="426"/>
                      <a:pt x="88" y="426"/>
                    </a:cubicBezTo>
                    <a:cubicBezTo>
                      <a:pt x="74" y="428"/>
                      <a:pt x="74" y="428"/>
                      <a:pt x="74" y="428"/>
                    </a:cubicBezTo>
                    <a:cubicBezTo>
                      <a:pt x="63" y="429"/>
                      <a:pt x="53" y="429"/>
                      <a:pt x="43" y="428"/>
                    </a:cubicBezTo>
                    <a:cubicBezTo>
                      <a:pt x="32" y="428"/>
                      <a:pt x="18" y="424"/>
                      <a:pt x="1" y="419"/>
                    </a:cubicBezTo>
                    <a:cubicBezTo>
                      <a:pt x="0" y="422"/>
                      <a:pt x="0" y="422"/>
                      <a:pt x="0" y="422"/>
                    </a:cubicBezTo>
                    <a:cubicBezTo>
                      <a:pt x="0" y="422"/>
                      <a:pt x="0" y="422"/>
                      <a:pt x="0" y="422"/>
                    </a:cubicBezTo>
                    <a:cubicBezTo>
                      <a:pt x="1" y="422"/>
                      <a:pt x="1" y="422"/>
                      <a:pt x="1" y="422"/>
                    </a:cubicBezTo>
                    <a:cubicBezTo>
                      <a:pt x="1" y="422"/>
                      <a:pt x="1" y="422"/>
                      <a:pt x="1" y="422"/>
                    </a:cubicBezTo>
                    <a:cubicBezTo>
                      <a:pt x="1" y="422"/>
                      <a:pt x="1" y="422"/>
                      <a:pt x="1" y="422"/>
                    </a:cubicBezTo>
                    <a:cubicBezTo>
                      <a:pt x="1" y="426"/>
                      <a:pt x="1" y="426"/>
                      <a:pt x="1" y="426"/>
                    </a:cubicBezTo>
                    <a:cubicBezTo>
                      <a:pt x="5" y="434"/>
                      <a:pt x="5" y="434"/>
                      <a:pt x="5" y="434"/>
                    </a:cubicBezTo>
                    <a:cubicBezTo>
                      <a:pt x="13" y="444"/>
                      <a:pt x="13" y="444"/>
                      <a:pt x="13" y="444"/>
                    </a:cubicBezTo>
                    <a:cubicBezTo>
                      <a:pt x="14" y="446"/>
                      <a:pt x="14" y="446"/>
                      <a:pt x="14" y="446"/>
                    </a:cubicBezTo>
                    <a:cubicBezTo>
                      <a:pt x="12" y="453"/>
                      <a:pt x="12" y="453"/>
                      <a:pt x="12" y="453"/>
                    </a:cubicBezTo>
                    <a:cubicBezTo>
                      <a:pt x="12" y="454"/>
                      <a:pt x="12" y="454"/>
                      <a:pt x="12" y="454"/>
                    </a:cubicBezTo>
                    <a:cubicBezTo>
                      <a:pt x="12" y="454"/>
                      <a:pt x="12" y="454"/>
                      <a:pt x="12" y="454"/>
                    </a:cubicBezTo>
                    <a:cubicBezTo>
                      <a:pt x="7" y="460"/>
                      <a:pt x="7" y="460"/>
                      <a:pt x="7" y="460"/>
                    </a:cubicBezTo>
                    <a:cubicBezTo>
                      <a:pt x="12" y="465"/>
                      <a:pt x="12" y="465"/>
                      <a:pt x="12" y="465"/>
                    </a:cubicBezTo>
                    <a:cubicBezTo>
                      <a:pt x="14" y="467"/>
                      <a:pt x="15" y="469"/>
                      <a:pt x="15" y="470"/>
                    </a:cubicBezTo>
                    <a:cubicBezTo>
                      <a:pt x="17" y="478"/>
                      <a:pt x="17" y="478"/>
                      <a:pt x="17" y="478"/>
                    </a:cubicBezTo>
                    <a:cubicBezTo>
                      <a:pt x="23" y="484"/>
                      <a:pt x="23" y="484"/>
                      <a:pt x="23" y="484"/>
                    </a:cubicBezTo>
                    <a:cubicBezTo>
                      <a:pt x="23" y="485"/>
                      <a:pt x="23" y="485"/>
                      <a:pt x="23" y="485"/>
                    </a:cubicBezTo>
                    <a:cubicBezTo>
                      <a:pt x="23" y="490"/>
                      <a:pt x="23" y="490"/>
                      <a:pt x="23" y="490"/>
                    </a:cubicBezTo>
                    <a:cubicBezTo>
                      <a:pt x="23" y="494"/>
                      <a:pt x="23" y="494"/>
                      <a:pt x="23" y="494"/>
                    </a:cubicBezTo>
                    <a:cubicBezTo>
                      <a:pt x="27" y="497"/>
                      <a:pt x="27" y="497"/>
                      <a:pt x="27" y="497"/>
                    </a:cubicBezTo>
                    <a:cubicBezTo>
                      <a:pt x="29" y="496"/>
                      <a:pt x="29" y="496"/>
                      <a:pt x="29" y="496"/>
                    </a:cubicBezTo>
                    <a:cubicBezTo>
                      <a:pt x="30" y="495"/>
                      <a:pt x="30" y="495"/>
                      <a:pt x="30" y="495"/>
                    </a:cubicBezTo>
                    <a:cubicBezTo>
                      <a:pt x="31" y="492"/>
                      <a:pt x="33" y="490"/>
                      <a:pt x="36" y="490"/>
                    </a:cubicBezTo>
                    <a:cubicBezTo>
                      <a:pt x="39" y="488"/>
                      <a:pt x="39" y="488"/>
                      <a:pt x="39" y="488"/>
                    </a:cubicBezTo>
                    <a:cubicBezTo>
                      <a:pt x="60" y="486"/>
                      <a:pt x="60" y="486"/>
                      <a:pt x="60" y="486"/>
                    </a:cubicBezTo>
                    <a:cubicBezTo>
                      <a:pt x="69" y="483"/>
                      <a:pt x="69" y="483"/>
                      <a:pt x="69" y="483"/>
                    </a:cubicBezTo>
                    <a:cubicBezTo>
                      <a:pt x="69" y="483"/>
                      <a:pt x="69" y="483"/>
                      <a:pt x="69" y="483"/>
                    </a:cubicBezTo>
                    <a:cubicBezTo>
                      <a:pt x="71" y="482"/>
                      <a:pt x="71" y="482"/>
                      <a:pt x="71" y="482"/>
                    </a:cubicBezTo>
                    <a:cubicBezTo>
                      <a:pt x="75" y="492"/>
                      <a:pt x="75" y="492"/>
                      <a:pt x="75" y="492"/>
                    </a:cubicBezTo>
                    <a:cubicBezTo>
                      <a:pt x="75" y="492"/>
                      <a:pt x="75" y="492"/>
                      <a:pt x="75" y="492"/>
                    </a:cubicBezTo>
                    <a:cubicBezTo>
                      <a:pt x="75" y="492"/>
                      <a:pt x="75" y="492"/>
                      <a:pt x="75" y="492"/>
                    </a:cubicBezTo>
                    <a:cubicBezTo>
                      <a:pt x="76" y="494"/>
                      <a:pt x="75" y="496"/>
                      <a:pt x="74" y="498"/>
                    </a:cubicBezTo>
                    <a:cubicBezTo>
                      <a:pt x="63" y="514"/>
                      <a:pt x="63" y="514"/>
                      <a:pt x="63" y="514"/>
                    </a:cubicBezTo>
                    <a:cubicBezTo>
                      <a:pt x="63" y="517"/>
                      <a:pt x="63" y="517"/>
                      <a:pt x="63" y="517"/>
                    </a:cubicBezTo>
                    <a:cubicBezTo>
                      <a:pt x="69" y="522"/>
                      <a:pt x="69" y="522"/>
                      <a:pt x="69" y="522"/>
                    </a:cubicBezTo>
                    <a:cubicBezTo>
                      <a:pt x="74" y="526"/>
                      <a:pt x="74" y="526"/>
                      <a:pt x="74" y="526"/>
                    </a:cubicBezTo>
                    <a:cubicBezTo>
                      <a:pt x="74" y="526"/>
                      <a:pt x="74" y="526"/>
                      <a:pt x="74" y="526"/>
                    </a:cubicBezTo>
                    <a:cubicBezTo>
                      <a:pt x="77" y="529"/>
                      <a:pt x="79" y="531"/>
                      <a:pt x="81" y="532"/>
                    </a:cubicBezTo>
                    <a:cubicBezTo>
                      <a:pt x="84" y="532"/>
                      <a:pt x="87" y="535"/>
                      <a:pt x="89" y="538"/>
                    </a:cubicBezTo>
                    <a:cubicBezTo>
                      <a:pt x="89" y="539"/>
                      <a:pt x="89" y="539"/>
                      <a:pt x="89" y="539"/>
                    </a:cubicBezTo>
                    <a:cubicBezTo>
                      <a:pt x="93" y="541"/>
                      <a:pt x="93" y="541"/>
                      <a:pt x="93" y="541"/>
                    </a:cubicBezTo>
                    <a:cubicBezTo>
                      <a:pt x="95" y="541"/>
                      <a:pt x="95" y="541"/>
                      <a:pt x="95" y="541"/>
                    </a:cubicBezTo>
                    <a:cubicBezTo>
                      <a:pt x="95" y="541"/>
                      <a:pt x="95" y="541"/>
                      <a:pt x="95" y="541"/>
                    </a:cubicBezTo>
                    <a:cubicBezTo>
                      <a:pt x="96" y="546"/>
                      <a:pt x="96" y="546"/>
                      <a:pt x="96" y="546"/>
                    </a:cubicBezTo>
                    <a:cubicBezTo>
                      <a:pt x="96" y="546"/>
                      <a:pt x="96" y="546"/>
                      <a:pt x="96" y="546"/>
                    </a:cubicBezTo>
                    <a:cubicBezTo>
                      <a:pt x="97" y="550"/>
                      <a:pt x="97" y="550"/>
                      <a:pt x="97" y="550"/>
                    </a:cubicBezTo>
                    <a:cubicBezTo>
                      <a:pt x="98" y="556"/>
                      <a:pt x="98" y="556"/>
                      <a:pt x="98" y="556"/>
                    </a:cubicBezTo>
                    <a:cubicBezTo>
                      <a:pt x="108" y="558"/>
                      <a:pt x="108" y="558"/>
                      <a:pt x="108" y="558"/>
                    </a:cubicBezTo>
                    <a:cubicBezTo>
                      <a:pt x="109" y="558"/>
                      <a:pt x="109" y="558"/>
                      <a:pt x="109" y="558"/>
                    </a:cubicBezTo>
                    <a:cubicBezTo>
                      <a:pt x="109" y="558"/>
                      <a:pt x="109" y="558"/>
                      <a:pt x="109" y="558"/>
                    </a:cubicBezTo>
                    <a:cubicBezTo>
                      <a:pt x="109" y="559"/>
                      <a:pt x="109" y="559"/>
                      <a:pt x="109" y="559"/>
                    </a:cubicBezTo>
                    <a:cubicBezTo>
                      <a:pt x="110" y="560"/>
                      <a:pt x="110" y="560"/>
                      <a:pt x="110" y="560"/>
                    </a:cubicBezTo>
                    <a:cubicBezTo>
                      <a:pt x="113" y="565"/>
                      <a:pt x="113" y="565"/>
                      <a:pt x="113" y="565"/>
                    </a:cubicBezTo>
                    <a:cubicBezTo>
                      <a:pt x="121" y="568"/>
                      <a:pt x="121" y="568"/>
                      <a:pt x="121" y="568"/>
                    </a:cubicBezTo>
                    <a:cubicBezTo>
                      <a:pt x="126" y="565"/>
                      <a:pt x="126" y="565"/>
                      <a:pt x="126" y="565"/>
                    </a:cubicBezTo>
                    <a:cubicBezTo>
                      <a:pt x="125" y="562"/>
                      <a:pt x="125" y="562"/>
                      <a:pt x="125" y="562"/>
                    </a:cubicBezTo>
                    <a:cubicBezTo>
                      <a:pt x="120" y="557"/>
                      <a:pt x="120" y="557"/>
                      <a:pt x="120" y="557"/>
                    </a:cubicBezTo>
                    <a:cubicBezTo>
                      <a:pt x="121" y="556"/>
                      <a:pt x="121" y="556"/>
                      <a:pt x="121" y="556"/>
                    </a:cubicBezTo>
                    <a:cubicBezTo>
                      <a:pt x="121" y="556"/>
                      <a:pt x="121" y="556"/>
                      <a:pt x="121" y="556"/>
                    </a:cubicBezTo>
                    <a:cubicBezTo>
                      <a:pt x="125" y="547"/>
                      <a:pt x="125" y="547"/>
                      <a:pt x="125" y="547"/>
                    </a:cubicBezTo>
                    <a:cubicBezTo>
                      <a:pt x="135" y="547"/>
                      <a:pt x="135" y="547"/>
                      <a:pt x="135" y="547"/>
                    </a:cubicBezTo>
                    <a:cubicBezTo>
                      <a:pt x="135" y="548"/>
                      <a:pt x="135" y="548"/>
                      <a:pt x="135" y="548"/>
                    </a:cubicBezTo>
                    <a:cubicBezTo>
                      <a:pt x="149" y="552"/>
                      <a:pt x="149" y="552"/>
                      <a:pt x="149" y="552"/>
                    </a:cubicBezTo>
                    <a:cubicBezTo>
                      <a:pt x="157" y="551"/>
                      <a:pt x="157" y="551"/>
                      <a:pt x="157" y="551"/>
                    </a:cubicBezTo>
                    <a:cubicBezTo>
                      <a:pt x="163" y="546"/>
                      <a:pt x="163" y="546"/>
                      <a:pt x="163" y="546"/>
                    </a:cubicBezTo>
                    <a:cubicBezTo>
                      <a:pt x="169" y="537"/>
                      <a:pt x="174" y="534"/>
                      <a:pt x="177" y="536"/>
                    </a:cubicBezTo>
                    <a:cubicBezTo>
                      <a:pt x="180" y="535"/>
                      <a:pt x="180" y="535"/>
                      <a:pt x="180" y="535"/>
                    </a:cubicBezTo>
                    <a:cubicBezTo>
                      <a:pt x="183" y="535"/>
                      <a:pt x="185" y="536"/>
                      <a:pt x="187" y="536"/>
                    </a:cubicBezTo>
                    <a:cubicBezTo>
                      <a:pt x="187" y="537"/>
                      <a:pt x="187" y="538"/>
                      <a:pt x="187" y="538"/>
                    </a:cubicBezTo>
                    <a:cubicBezTo>
                      <a:pt x="187" y="540"/>
                      <a:pt x="189" y="543"/>
                      <a:pt x="191" y="548"/>
                    </a:cubicBezTo>
                    <a:cubicBezTo>
                      <a:pt x="191" y="548"/>
                      <a:pt x="191" y="548"/>
                      <a:pt x="191" y="548"/>
                    </a:cubicBezTo>
                    <a:cubicBezTo>
                      <a:pt x="191" y="548"/>
                      <a:pt x="191" y="548"/>
                      <a:pt x="191" y="548"/>
                    </a:cubicBezTo>
                    <a:cubicBezTo>
                      <a:pt x="193" y="554"/>
                      <a:pt x="193" y="554"/>
                      <a:pt x="193" y="554"/>
                    </a:cubicBezTo>
                    <a:cubicBezTo>
                      <a:pt x="193" y="555"/>
                      <a:pt x="193" y="555"/>
                      <a:pt x="193" y="555"/>
                    </a:cubicBezTo>
                    <a:cubicBezTo>
                      <a:pt x="191" y="562"/>
                      <a:pt x="191" y="562"/>
                      <a:pt x="191" y="562"/>
                    </a:cubicBezTo>
                    <a:cubicBezTo>
                      <a:pt x="191" y="562"/>
                      <a:pt x="191" y="562"/>
                      <a:pt x="191" y="562"/>
                    </a:cubicBezTo>
                    <a:cubicBezTo>
                      <a:pt x="191" y="562"/>
                      <a:pt x="191" y="562"/>
                      <a:pt x="191" y="562"/>
                    </a:cubicBezTo>
                    <a:cubicBezTo>
                      <a:pt x="191" y="562"/>
                      <a:pt x="191" y="562"/>
                      <a:pt x="191" y="562"/>
                    </a:cubicBezTo>
                    <a:cubicBezTo>
                      <a:pt x="184" y="570"/>
                      <a:pt x="184" y="570"/>
                      <a:pt x="184" y="570"/>
                    </a:cubicBezTo>
                    <a:cubicBezTo>
                      <a:pt x="183" y="571"/>
                      <a:pt x="183" y="571"/>
                      <a:pt x="183" y="571"/>
                    </a:cubicBezTo>
                    <a:cubicBezTo>
                      <a:pt x="183" y="571"/>
                      <a:pt x="183" y="571"/>
                      <a:pt x="183" y="571"/>
                    </a:cubicBezTo>
                    <a:cubicBezTo>
                      <a:pt x="169" y="577"/>
                      <a:pt x="169" y="577"/>
                      <a:pt x="169" y="577"/>
                    </a:cubicBezTo>
                    <a:cubicBezTo>
                      <a:pt x="167" y="581"/>
                      <a:pt x="167" y="581"/>
                      <a:pt x="167" y="581"/>
                    </a:cubicBezTo>
                    <a:cubicBezTo>
                      <a:pt x="165" y="593"/>
                      <a:pt x="165" y="593"/>
                      <a:pt x="165" y="593"/>
                    </a:cubicBezTo>
                    <a:cubicBezTo>
                      <a:pt x="166" y="598"/>
                      <a:pt x="166" y="598"/>
                      <a:pt x="166" y="598"/>
                    </a:cubicBezTo>
                    <a:cubicBezTo>
                      <a:pt x="170" y="604"/>
                      <a:pt x="170" y="604"/>
                      <a:pt x="170" y="604"/>
                    </a:cubicBezTo>
                    <a:cubicBezTo>
                      <a:pt x="171" y="606"/>
                      <a:pt x="171" y="606"/>
                      <a:pt x="171" y="606"/>
                    </a:cubicBezTo>
                    <a:cubicBezTo>
                      <a:pt x="176" y="609"/>
                      <a:pt x="176" y="609"/>
                      <a:pt x="176" y="609"/>
                    </a:cubicBezTo>
                    <a:cubicBezTo>
                      <a:pt x="193" y="609"/>
                      <a:pt x="193" y="609"/>
                      <a:pt x="193" y="609"/>
                    </a:cubicBezTo>
                    <a:cubicBezTo>
                      <a:pt x="207" y="607"/>
                      <a:pt x="207" y="607"/>
                      <a:pt x="207" y="607"/>
                    </a:cubicBezTo>
                    <a:cubicBezTo>
                      <a:pt x="209" y="605"/>
                      <a:pt x="209" y="605"/>
                      <a:pt x="209" y="605"/>
                    </a:cubicBezTo>
                    <a:cubicBezTo>
                      <a:pt x="211" y="602"/>
                      <a:pt x="213" y="602"/>
                      <a:pt x="214" y="602"/>
                    </a:cubicBezTo>
                    <a:cubicBezTo>
                      <a:pt x="224" y="603"/>
                      <a:pt x="224" y="603"/>
                      <a:pt x="224" y="603"/>
                    </a:cubicBezTo>
                    <a:cubicBezTo>
                      <a:pt x="225" y="602"/>
                      <a:pt x="225" y="602"/>
                      <a:pt x="225" y="602"/>
                    </a:cubicBezTo>
                    <a:cubicBezTo>
                      <a:pt x="224" y="599"/>
                      <a:pt x="224" y="596"/>
                      <a:pt x="225" y="594"/>
                    </a:cubicBezTo>
                    <a:cubicBezTo>
                      <a:pt x="229" y="587"/>
                      <a:pt x="229" y="587"/>
                      <a:pt x="229" y="587"/>
                    </a:cubicBezTo>
                    <a:cubicBezTo>
                      <a:pt x="229" y="574"/>
                      <a:pt x="229" y="574"/>
                      <a:pt x="229" y="574"/>
                    </a:cubicBezTo>
                    <a:cubicBezTo>
                      <a:pt x="229" y="574"/>
                      <a:pt x="229" y="574"/>
                      <a:pt x="229" y="574"/>
                    </a:cubicBezTo>
                    <a:cubicBezTo>
                      <a:pt x="237" y="553"/>
                      <a:pt x="237" y="553"/>
                      <a:pt x="237" y="553"/>
                    </a:cubicBezTo>
                    <a:cubicBezTo>
                      <a:pt x="237" y="553"/>
                      <a:pt x="237" y="553"/>
                      <a:pt x="237" y="553"/>
                    </a:cubicBezTo>
                    <a:cubicBezTo>
                      <a:pt x="237" y="552"/>
                      <a:pt x="237" y="552"/>
                      <a:pt x="237" y="552"/>
                    </a:cubicBezTo>
                    <a:cubicBezTo>
                      <a:pt x="237" y="552"/>
                      <a:pt x="237" y="552"/>
                      <a:pt x="237" y="552"/>
                    </a:cubicBezTo>
                    <a:cubicBezTo>
                      <a:pt x="237" y="552"/>
                      <a:pt x="237" y="552"/>
                      <a:pt x="237" y="552"/>
                    </a:cubicBezTo>
                    <a:cubicBezTo>
                      <a:pt x="250" y="542"/>
                      <a:pt x="250" y="542"/>
                      <a:pt x="250" y="542"/>
                    </a:cubicBezTo>
                    <a:cubicBezTo>
                      <a:pt x="251" y="541"/>
                      <a:pt x="251" y="541"/>
                      <a:pt x="251" y="541"/>
                    </a:cubicBezTo>
                    <a:cubicBezTo>
                      <a:pt x="261" y="546"/>
                      <a:pt x="261" y="546"/>
                      <a:pt x="261" y="546"/>
                    </a:cubicBezTo>
                    <a:cubicBezTo>
                      <a:pt x="261" y="546"/>
                      <a:pt x="261" y="546"/>
                      <a:pt x="261" y="546"/>
                    </a:cubicBezTo>
                    <a:cubicBezTo>
                      <a:pt x="267" y="550"/>
                      <a:pt x="270" y="553"/>
                      <a:pt x="270" y="555"/>
                    </a:cubicBezTo>
                    <a:cubicBezTo>
                      <a:pt x="269" y="564"/>
                      <a:pt x="269" y="564"/>
                      <a:pt x="269" y="564"/>
                    </a:cubicBezTo>
                    <a:cubicBezTo>
                      <a:pt x="265" y="570"/>
                      <a:pt x="265" y="570"/>
                      <a:pt x="265" y="570"/>
                    </a:cubicBezTo>
                    <a:cubicBezTo>
                      <a:pt x="263" y="578"/>
                      <a:pt x="263" y="578"/>
                      <a:pt x="263" y="578"/>
                    </a:cubicBezTo>
                    <a:cubicBezTo>
                      <a:pt x="263" y="586"/>
                      <a:pt x="263" y="586"/>
                      <a:pt x="263" y="586"/>
                    </a:cubicBezTo>
                    <a:cubicBezTo>
                      <a:pt x="265" y="590"/>
                      <a:pt x="265" y="590"/>
                      <a:pt x="265" y="590"/>
                    </a:cubicBezTo>
                    <a:cubicBezTo>
                      <a:pt x="269" y="590"/>
                      <a:pt x="269" y="590"/>
                      <a:pt x="269" y="590"/>
                    </a:cubicBezTo>
                    <a:cubicBezTo>
                      <a:pt x="270" y="590"/>
                      <a:pt x="270" y="590"/>
                      <a:pt x="270" y="590"/>
                    </a:cubicBezTo>
                    <a:cubicBezTo>
                      <a:pt x="276" y="590"/>
                      <a:pt x="276" y="590"/>
                      <a:pt x="276" y="590"/>
                    </a:cubicBezTo>
                    <a:cubicBezTo>
                      <a:pt x="279" y="592"/>
                      <a:pt x="281" y="594"/>
                      <a:pt x="283" y="598"/>
                    </a:cubicBezTo>
                    <a:cubicBezTo>
                      <a:pt x="286" y="600"/>
                      <a:pt x="286" y="600"/>
                      <a:pt x="286" y="600"/>
                    </a:cubicBezTo>
                    <a:cubicBezTo>
                      <a:pt x="287" y="600"/>
                      <a:pt x="287" y="600"/>
                      <a:pt x="287" y="600"/>
                    </a:cubicBezTo>
                    <a:cubicBezTo>
                      <a:pt x="287" y="600"/>
                      <a:pt x="287" y="600"/>
                      <a:pt x="287" y="600"/>
                    </a:cubicBezTo>
                    <a:cubicBezTo>
                      <a:pt x="287" y="600"/>
                      <a:pt x="287" y="600"/>
                      <a:pt x="287" y="600"/>
                    </a:cubicBezTo>
                    <a:cubicBezTo>
                      <a:pt x="301" y="606"/>
                      <a:pt x="301" y="606"/>
                      <a:pt x="301" y="606"/>
                    </a:cubicBezTo>
                    <a:cubicBezTo>
                      <a:pt x="307" y="608"/>
                      <a:pt x="307" y="608"/>
                      <a:pt x="307" y="608"/>
                    </a:cubicBezTo>
                    <a:cubicBezTo>
                      <a:pt x="315" y="607"/>
                      <a:pt x="315" y="607"/>
                      <a:pt x="315" y="607"/>
                    </a:cubicBezTo>
                    <a:cubicBezTo>
                      <a:pt x="319" y="602"/>
                      <a:pt x="319" y="602"/>
                      <a:pt x="319" y="602"/>
                    </a:cubicBezTo>
                    <a:cubicBezTo>
                      <a:pt x="323" y="582"/>
                      <a:pt x="323" y="582"/>
                      <a:pt x="323" y="582"/>
                    </a:cubicBezTo>
                    <a:cubicBezTo>
                      <a:pt x="324" y="572"/>
                      <a:pt x="324" y="572"/>
                      <a:pt x="324" y="572"/>
                    </a:cubicBezTo>
                    <a:cubicBezTo>
                      <a:pt x="324" y="571"/>
                      <a:pt x="324" y="571"/>
                      <a:pt x="324" y="571"/>
                    </a:cubicBezTo>
                    <a:cubicBezTo>
                      <a:pt x="325" y="570"/>
                      <a:pt x="325" y="570"/>
                      <a:pt x="325" y="570"/>
                    </a:cubicBezTo>
                    <a:cubicBezTo>
                      <a:pt x="325" y="570"/>
                      <a:pt x="325" y="570"/>
                      <a:pt x="325" y="570"/>
                    </a:cubicBezTo>
                    <a:cubicBezTo>
                      <a:pt x="333" y="564"/>
                      <a:pt x="333" y="564"/>
                      <a:pt x="333" y="564"/>
                    </a:cubicBezTo>
                    <a:cubicBezTo>
                      <a:pt x="337" y="558"/>
                      <a:pt x="337" y="558"/>
                      <a:pt x="337" y="558"/>
                    </a:cubicBezTo>
                    <a:cubicBezTo>
                      <a:pt x="337" y="558"/>
                      <a:pt x="337" y="558"/>
                      <a:pt x="337" y="558"/>
                    </a:cubicBezTo>
                    <a:cubicBezTo>
                      <a:pt x="345" y="554"/>
                      <a:pt x="345" y="554"/>
                      <a:pt x="345" y="554"/>
                    </a:cubicBezTo>
                    <a:cubicBezTo>
                      <a:pt x="350" y="551"/>
                      <a:pt x="350" y="551"/>
                      <a:pt x="350" y="551"/>
                    </a:cubicBezTo>
                    <a:cubicBezTo>
                      <a:pt x="356" y="549"/>
                      <a:pt x="356" y="549"/>
                      <a:pt x="356" y="549"/>
                    </a:cubicBezTo>
                    <a:cubicBezTo>
                      <a:pt x="353" y="537"/>
                      <a:pt x="353" y="537"/>
                      <a:pt x="353" y="537"/>
                    </a:cubicBezTo>
                    <a:cubicBezTo>
                      <a:pt x="367" y="538"/>
                      <a:pt x="367" y="538"/>
                      <a:pt x="367" y="538"/>
                    </a:cubicBezTo>
                    <a:cubicBezTo>
                      <a:pt x="367" y="538"/>
                      <a:pt x="367" y="538"/>
                      <a:pt x="367" y="538"/>
                    </a:cubicBezTo>
                    <a:cubicBezTo>
                      <a:pt x="367" y="539"/>
                      <a:pt x="367" y="539"/>
                      <a:pt x="367" y="539"/>
                    </a:cubicBezTo>
                    <a:cubicBezTo>
                      <a:pt x="367" y="539"/>
                      <a:pt x="367" y="539"/>
                      <a:pt x="367" y="539"/>
                    </a:cubicBezTo>
                    <a:cubicBezTo>
                      <a:pt x="374" y="542"/>
                      <a:pt x="374" y="542"/>
                      <a:pt x="374" y="542"/>
                    </a:cubicBezTo>
                    <a:cubicBezTo>
                      <a:pt x="374" y="542"/>
                      <a:pt x="374" y="542"/>
                      <a:pt x="374" y="542"/>
                    </a:cubicBezTo>
                    <a:cubicBezTo>
                      <a:pt x="374" y="541"/>
                      <a:pt x="374" y="541"/>
                      <a:pt x="374" y="541"/>
                    </a:cubicBezTo>
                    <a:cubicBezTo>
                      <a:pt x="376" y="534"/>
                      <a:pt x="376" y="534"/>
                      <a:pt x="376" y="534"/>
                    </a:cubicBezTo>
                    <a:cubicBezTo>
                      <a:pt x="376" y="532"/>
                      <a:pt x="376" y="532"/>
                      <a:pt x="376" y="532"/>
                    </a:cubicBezTo>
                    <a:cubicBezTo>
                      <a:pt x="377" y="533"/>
                      <a:pt x="377" y="533"/>
                      <a:pt x="377" y="533"/>
                    </a:cubicBezTo>
                    <a:cubicBezTo>
                      <a:pt x="378" y="533"/>
                      <a:pt x="378" y="533"/>
                      <a:pt x="378" y="533"/>
                    </a:cubicBezTo>
                    <a:cubicBezTo>
                      <a:pt x="384" y="534"/>
                      <a:pt x="384" y="534"/>
                      <a:pt x="384" y="534"/>
                    </a:cubicBezTo>
                    <a:cubicBezTo>
                      <a:pt x="387" y="534"/>
                      <a:pt x="387" y="534"/>
                      <a:pt x="387" y="534"/>
                    </a:cubicBezTo>
                    <a:cubicBezTo>
                      <a:pt x="393" y="528"/>
                      <a:pt x="393" y="528"/>
                      <a:pt x="393" y="528"/>
                    </a:cubicBezTo>
                    <a:cubicBezTo>
                      <a:pt x="394" y="528"/>
                      <a:pt x="394" y="528"/>
                      <a:pt x="394" y="528"/>
                    </a:cubicBezTo>
                    <a:cubicBezTo>
                      <a:pt x="394" y="527"/>
                      <a:pt x="394" y="527"/>
                      <a:pt x="394" y="527"/>
                    </a:cubicBezTo>
                    <a:cubicBezTo>
                      <a:pt x="395" y="527"/>
                      <a:pt x="395" y="527"/>
                      <a:pt x="395" y="527"/>
                    </a:cubicBezTo>
                    <a:cubicBezTo>
                      <a:pt x="403" y="526"/>
                      <a:pt x="403" y="526"/>
                      <a:pt x="403" y="526"/>
                    </a:cubicBezTo>
                    <a:cubicBezTo>
                      <a:pt x="409" y="519"/>
                      <a:pt x="409" y="519"/>
                      <a:pt x="409" y="519"/>
                    </a:cubicBezTo>
                    <a:cubicBezTo>
                      <a:pt x="413" y="514"/>
                      <a:pt x="413" y="514"/>
                      <a:pt x="413" y="514"/>
                    </a:cubicBezTo>
                    <a:cubicBezTo>
                      <a:pt x="413" y="508"/>
                      <a:pt x="413" y="508"/>
                      <a:pt x="413" y="508"/>
                    </a:cubicBezTo>
                    <a:cubicBezTo>
                      <a:pt x="413" y="505"/>
                      <a:pt x="414" y="504"/>
                      <a:pt x="417" y="502"/>
                    </a:cubicBezTo>
                    <a:cubicBezTo>
                      <a:pt x="417" y="502"/>
                      <a:pt x="417" y="502"/>
                      <a:pt x="417" y="502"/>
                    </a:cubicBezTo>
                    <a:cubicBezTo>
                      <a:pt x="417" y="502"/>
                      <a:pt x="417" y="502"/>
                      <a:pt x="417" y="502"/>
                    </a:cubicBezTo>
                    <a:cubicBezTo>
                      <a:pt x="418" y="502"/>
                      <a:pt x="418" y="502"/>
                      <a:pt x="418" y="502"/>
                    </a:cubicBezTo>
                    <a:cubicBezTo>
                      <a:pt x="425" y="503"/>
                      <a:pt x="425" y="503"/>
                      <a:pt x="425" y="503"/>
                    </a:cubicBezTo>
                    <a:cubicBezTo>
                      <a:pt x="429" y="501"/>
                      <a:pt x="429" y="501"/>
                      <a:pt x="429" y="501"/>
                    </a:cubicBezTo>
                    <a:cubicBezTo>
                      <a:pt x="430" y="496"/>
                      <a:pt x="430" y="496"/>
                      <a:pt x="430" y="496"/>
                    </a:cubicBezTo>
                    <a:cubicBezTo>
                      <a:pt x="438" y="493"/>
                      <a:pt x="438" y="493"/>
                      <a:pt x="438" y="493"/>
                    </a:cubicBezTo>
                    <a:cubicBezTo>
                      <a:pt x="438" y="493"/>
                      <a:pt x="438" y="493"/>
                      <a:pt x="438" y="493"/>
                    </a:cubicBezTo>
                    <a:cubicBezTo>
                      <a:pt x="439" y="493"/>
                      <a:pt x="439" y="493"/>
                      <a:pt x="439" y="493"/>
                    </a:cubicBezTo>
                    <a:cubicBezTo>
                      <a:pt x="439" y="493"/>
                      <a:pt x="439" y="493"/>
                      <a:pt x="439" y="493"/>
                    </a:cubicBezTo>
                    <a:cubicBezTo>
                      <a:pt x="449" y="494"/>
                      <a:pt x="449" y="494"/>
                      <a:pt x="449" y="494"/>
                    </a:cubicBezTo>
                    <a:cubicBezTo>
                      <a:pt x="457" y="492"/>
                      <a:pt x="457" y="492"/>
                      <a:pt x="457" y="492"/>
                    </a:cubicBezTo>
                    <a:cubicBezTo>
                      <a:pt x="461" y="488"/>
                      <a:pt x="461" y="488"/>
                      <a:pt x="461" y="488"/>
                    </a:cubicBezTo>
                    <a:cubicBezTo>
                      <a:pt x="465" y="481"/>
                      <a:pt x="465" y="481"/>
                      <a:pt x="465" y="481"/>
                    </a:cubicBezTo>
                    <a:cubicBezTo>
                      <a:pt x="459" y="475"/>
                      <a:pt x="459" y="475"/>
                      <a:pt x="459" y="475"/>
                    </a:cubicBezTo>
                    <a:cubicBezTo>
                      <a:pt x="459" y="474"/>
                      <a:pt x="459" y="474"/>
                      <a:pt x="459" y="474"/>
                    </a:cubicBezTo>
                    <a:cubicBezTo>
                      <a:pt x="459" y="474"/>
                      <a:pt x="459" y="474"/>
                      <a:pt x="459" y="474"/>
                    </a:cubicBezTo>
                    <a:cubicBezTo>
                      <a:pt x="457" y="470"/>
                      <a:pt x="457" y="470"/>
                      <a:pt x="457" y="470"/>
                    </a:cubicBezTo>
                    <a:cubicBezTo>
                      <a:pt x="457" y="470"/>
                      <a:pt x="457" y="470"/>
                      <a:pt x="457" y="470"/>
                    </a:cubicBezTo>
                    <a:cubicBezTo>
                      <a:pt x="456" y="462"/>
                      <a:pt x="456" y="462"/>
                      <a:pt x="456" y="462"/>
                    </a:cubicBezTo>
                    <a:cubicBezTo>
                      <a:pt x="456" y="462"/>
                      <a:pt x="456" y="462"/>
                      <a:pt x="456" y="462"/>
                    </a:cubicBezTo>
                    <a:cubicBezTo>
                      <a:pt x="459" y="456"/>
                      <a:pt x="459" y="456"/>
                      <a:pt x="459" y="456"/>
                    </a:cubicBezTo>
                    <a:cubicBezTo>
                      <a:pt x="459" y="454"/>
                      <a:pt x="461" y="451"/>
                      <a:pt x="464" y="448"/>
                    </a:cubicBezTo>
                    <a:cubicBezTo>
                      <a:pt x="468" y="439"/>
                      <a:pt x="468" y="439"/>
                      <a:pt x="468" y="439"/>
                    </a:cubicBezTo>
                    <a:cubicBezTo>
                      <a:pt x="468" y="438"/>
                      <a:pt x="468" y="438"/>
                      <a:pt x="468" y="438"/>
                    </a:cubicBezTo>
                    <a:cubicBezTo>
                      <a:pt x="469" y="438"/>
                      <a:pt x="469" y="438"/>
                      <a:pt x="469" y="438"/>
                    </a:cubicBezTo>
                    <a:cubicBezTo>
                      <a:pt x="473" y="432"/>
                      <a:pt x="473" y="432"/>
                      <a:pt x="473" y="432"/>
                    </a:cubicBezTo>
                    <a:cubicBezTo>
                      <a:pt x="479" y="420"/>
                      <a:pt x="479" y="420"/>
                      <a:pt x="479" y="420"/>
                    </a:cubicBezTo>
                    <a:cubicBezTo>
                      <a:pt x="484" y="428"/>
                      <a:pt x="484" y="428"/>
                      <a:pt x="484" y="428"/>
                    </a:cubicBezTo>
                    <a:cubicBezTo>
                      <a:pt x="485" y="428"/>
                      <a:pt x="485" y="428"/>
                      <a:pt x="485" y="428"/>
                    </a:cubicBezTo>
                    <a:cubicBezTo>
                      <a:pt x="485" y="429"/>
                      <a:pt x="485" y="429"/>
                      <a:pt x="485" y="429"/>
                    </a:cubicBezTo>
                    <a:cubicBezTo>
                      <a:pt x="487" y="437"/>
                      <a:pt x="487" y="437"/>
                      <a:pt x="487" y="437"/>
                    </a:cubicBezTo>
                    <a:cubicBezTo>
                      <a:pt x="487" y="437"/>
                      <a:pt x="487" y="437"/>
                      <a:pt x="487" y="437"/>
                    </a:cubicBezTo>
                    <a:cubicBezTo>
                      <a:pt x="488" y="445"/>
                      <a:pt x="488" y="445"/>
                      <a:pt x="488" y="445"/>
                    </a:cubicBezTo>
                    <a:cubicBezTo>
                      <a:pt x="493" y="448"/>
                      <a:pt x="493" y="448"/>
                      <a:pt x="493" y="448"/>
                    </a:cubicBezTo>
                    <a:cubicBezTo>
                      <a:pt x="494" y="448"/>
                      <a:pt x="494" y="448"/>
                      <a:pt x="494" y="448"/>
                    </a:cubicBezTo>
                    <a:cubicBezTo>
                      <a:pt x="494" y="448"/>
                      <a:pt x="494" y="448"/>
                      <a:pt x="494" y="448"/>
                    </a:cubicBezTo>
                    <a:cubicBezTo>
                      <a:pt x="494" y="448"/>
                      <a:pt x="494" y="448"/>
                      <a:pt x="494" y="448"/>
                    </a:cubicBezTo>
                    <a:cubicBezTo>
                      <a:pt x="495" y="448"/>
                      <a:pt x="495" y="448"/>
                      <a:pt x="495" y="448"/>
                    </a:cubicBezTo>
                    <a:cubicBezTo>
                      <a:pt x="496" y="448"/>
                      <a:pt x="496" y="448"/>
                      <a:pt x="496" y="448"/>
                    </a:cubicBezTo>
                    <a:cubicBezTo>
                      <a:pt x="501" y="440"/>
                      <a:pt x="501" y="440"/>
                      <a:pt x="501" y="440"/>
                    </a:cubicBezTo>
                    <a:cubicBezTo>
                      <a:pt x="503" y="432"/>
                      <a:pt x="503" y="432"/>
                      <a:pt x="503" y="432"/>
                    </a:cubicBezTo>
                    <a:cubicBezTo>
                      <a:pt x="505" y="432"/>
                      <a:pt x="505" y="432"/>
                      <a:pt x="505" y="432"/>
                    </a:cubicBezTo>
                    <a:cubicBezTo>
                      <a:pt x="506" y="432"/>
                      <a:pt x="506" y="432"/>
                      <a:pt x="506" y="432"/>
                    </a:cubicBezTo>
                    <a:cubicBezTo>
                      <a:pt x="517" y="436"/>
                      <a:pt x="517" y="436"/>
                      <a:pt x="517" y="436"/>
                    </a:cubicBezTo>
                    <a:cubicBezTo>
                      <a:pt x="523" y="432"/>
                      <a:pt x="523" y="432"/>
                      <a:pt x="523" y="432"/>
                    </a:cubicBezTo>
                    <a:cubicBezTo>
                      <a:pt x="523" y="432"/>
                      <a:pt x="523" y="432"/>
                      <a:pt x="523" y="432"/>
                    </a:cubicBezTo>
                    <a:cubicBezTo>
                      <a:pt x="524" y="432"/>
                      <a:pt x="524" y="432"/>
                      <a:pt x="524" y="432"/>
                    </a:cubicBezTo>
                    <a:cubicBezTo>
                      <a:pt x="530" y="431"/>
                      <a:pt x="530" y="431"/>
                      <a:pt x="530" y="431"/>
                    </a:cubicBezTo>
                    <a:cubicBezTo>
                      <a:pt x="534" y="424"/>
                      <a:pt x="534" y="424"/>
                      <a:pt x="534" y="424"/>
                    </a:cubicBezTo>
                    <a:cubicBezTo>
                      <a:pt x="534" y="416"/>
                      <a:pt x="534" y="416"/>
                      <a:pt x="534" y="416"/>
                    </a:cubicBezTo>
                    <a:cubicBezTo>
                      <a:pt x="537" y="403"/>
                      <a:pt x="537" y="403"/>
                      <a:pt x="537" y="403"/>
                    </a:cubicBezTo>
                    <a:cubicBezTo>
                      <a:pt x="537" y="404"/>
                      <a:pt x="537" y="404"/>
                      <a:pt x="537" y="404"/>
                    </a:cubicBezTo>
                    <a:cubicBezTo>
                      <a:pt x="539" y="404"/>
                      <a:pt x="539" y="404"/>
                      <a:pt x="539" y="404"/>
                    </a:cubicBezTo>
                    <a:cubicBezTo>
                      <a:pt x="547" y="406"/>
                      <a:pt x="547" y="406"/>
                      <a:pt x="547" y="406"/>
                    </a:cubicBezTo>
                    <a:cubicBezTo>
                      <a:pt x="551" y="398"/>
                      <a:pt x="551" y="398"/>
                      <a:pt x="551" y="398"/>
                    </a:cubicBezTo>
                    <a:cubicBezTo>
                      <a:pt x="552" y="398"/>
                      <a:pt x="552" y="398"/>
                      <a:pt x="552" y="398"/>
                    </a:cubicBezTo>
                    <a:cubicBezTo>
                      <a:pt x="553" y="398"/>
                      <a:pt x="553" y="398"/>
                      <a:pt x="553" y="398"/>
                    </a:cubicBezTo>
                    <a:cubicBezTo>
                      <a:pt x="561" y="398"/>
                      <a:pt x="561" y="398"/>
                      <a:pt x="561" y="398"/>
                    </a:cubicBezTo>
                    <a:cubicBezTo>
                      <a:pt x="562" y="398"/>
                      <a:pt x="562" y="398"/>
                      <a:pt x="562" y="398"/>
                    </a:cubicBezTo>
                    <a:cubicBezTo>
                      <a:pt x="562" y="398"/>
                      <a:pt x="562" y="398"/>
                      <a:pt x="562" y="398"/>
                    </a:cubicBezTo>
                    <a:cubicBezTo>
                      <a:pt x="563" y="398"/>
                      <a:pt x="563" y="398"/>
                      <a:pt x="563" y="398"/>
                    </a:cubicBezTo>
                    <a:cubicBezTo>
                      <a:pt x="567" y="404"/>
                      <a:pt x="567" y="404"/>
                      <a:pt x="567" y="404"/>
                    </a:cubicBezTo>
                    <a:cubicBezTo>
                      <a:pt x="567" y="404"/>
                      <a:pt x="567" y="404"/>
                      <a:pt x="567" y="404"/>
                    </a:cubicBezTo>
                    <a:cubicBezTo>
                      <a:pt x="567" y="405"/>
                      <a:pt x="567" y="405"/>
                      <a:pt x="567" y="405"/>
                    </a:cubicBezTo>
                    <a:cubicBezTo>
                      <a:pt x="567" y="406"/>
                      <a:pt x="567" y="406"/>
                      <a:pt x="567" y="406"/>
                    </a:cubicBezTo>
                    <a:cubicBezTo>
                      <a:pt x="568" y="414"/>
                      <a:pt x="568" y="414"/>
                      <a:pt x="568" y="414"/>
                    </a:cubicBezTo>
                    <a:cubicBezTo>
                      <a:pt x="572" y="417"/>
                      <a:pt x="572" y="417"/>
                      <a:pt x="572" y="417"/>
                    </a:cubicBezTo>
                    <a:cubicBezTo>
                      <a:pt x="577" y="412"/>
                      <a:pt x="577" y="412"/>
                      <a:pt x="577" y="412"/>
                    </a:cubicBezTo>
                    <a:cubicBezTo>
                      <a:pt x="579" y="414"/>
                      <a:pt x="579" y="414"/>
                      <a:pt x="579" y="414"/>
                    </a:cubicBezTo>
                    <a:cubicBezTo>
                      <a:pt x="581" y="416"/>
                      <a:pt x="581" y="418"/>
                      <a:pt x="581" y="420"/>
                    </a:cubicBezTo>
                    <a:cubicBezTo>
                      <a:pt x="581" y="427"/>
                      <a:pt x="581" y="427"/>
                      <a:pt x="581" y="427"/>
                    </a:cubicBezTo>
                    <a:cubicBezTo>
                      <a:pt x="579" y="434"/>
                      <a:pt x="579" y="434"/>
                      <a:pt x="579" y="434"/>
                    </a:cubicBezTo>
                    <a:cubicBezTo>
                      <a:pt x="581" y="438"/>
                      <a:pt x="581" y="438"/>
                      <a:pt x="581" y="438"/>
                    </a:cubicBezTo>
                    <a:cubicBezTo>
                      <a:pt x="585" y="442"/>
                      <a:pt x="585" y="442"/>
                      <a:pt x="585" y="442"/>
                    </a:cubicBezTo>
                    <a:cubicBezTo>
                      <a:pt x="601" y="444"/>
                      <a:pt x="601" y="444"/>
                      <a:pt x="601" y="444"/>
                    </a:cubicBezTo>
                    <a:cubicBezTo>
                      <a:pt x="602" y="445"/>
                      <a:pt x="602" y="445"/>
                      <a:pt x="602" y="445"/>
                    </a:cubicBezTo>
                    <a:cubicBezTo>
                      <a:pt x="602" y="445"/>
                      <a:pt x="602" y="445"/>
                      <a:pt x="602" y="445"/>
                    </a:cubicBezTo>
                    <a:cubicBezTo>
                      <a:pt x="603" y="445"/>
                      <a:pt x="603" y="445"/>
                      <a:pt x="603" y="445"/>
                    </a:cubicBezTo>
                    <a:cubicBezTo>
                      <a:pt x="603" y="445"/>
                      <a:pt x="603" y="445"/>
                      <a:pt x="603" y="445"/>
                    </a:cubicBezTo>
                    <a:cubicBezTo>
                      <a:pt x="604" y="446"/>
                      <a:pt x="604" y="446"/>
                      <a:pt x="604" y="446"/>
                    </a:cubicBezTo>
                    <a:cubicBezTo>
                      <a:pt x="609" y="440"/>
                      <a:pt x="609" y="440"/>
                      <a:pt x="609" y="440"/>
                    </a:cubicBezTo>
                    <a:cubicBezTo>
                      <a:pt x="609" y="440"/>
                      <a:pt x="609" y="440"/>
                      <a:pt x="609" y="440"/>
                    </a:cubicBezTo>
                    <a:cubicBezTo>
                      <a:pt x="613" y="436"/>
                      <a:pt x="613" y="436"/>
                      <a:pt x="613" y="436"/>
                    </a:cubicBezTo>
                    <a:cubicBezTo>
                      <a:pt x="611" y="430"/>
                      <a:pt x="611" y="430"/>
                      <a:pt x="611" y="430"/>
                    </a:cubicBezTo>
                    <a:cubicBezTo>
                      <a:pt x="607" y="404"/>
                      <a:pt x="607" y="404"/>
                      <a:pt x="607" y="404"/>
                    </a:cubicBezTo>
                    <a:cubicBezTo>
                      <a:pt x="619" y="410"/>
                      <a:pt x="619" y="410"/>
                      <a:pt x="619" y="410"/>
                    </a:cubicBezTo>
                    <a:cubicBezTo>
                      <a:pt x="619" y="410"/>
                      <a:pt x="619" y="410"/>
                      <a:pt x="619" y="410"/>
                    </a:cubicBezTo>
                    <a:cubicBezTo>
                      <a:pt x="619" y="410"/>
                      <a:pt x="619" y="410"/>
                      <a:pt x="619" y="410"/>
                    </a:cubicBezTo>
                    <a:cubicBezTo>
                      <a:pt x="625" y="416"/>
                      <a:pt x="625" y="416"/>
                      <a:pt x="625" y="416"/>
                    </a:cubicBezTo>
                    <a:cubicBezTo>
                      <a:pt x="628" y="419"/>
                      <a:pt x="628" y="419"/>
                      <a:pt x="628" y="419"/>
                    </a:cubicBezTo>
                    <a:cubicBezTo>
                      <a:pt x="633" y="416"/>
                      <a:pt x="633" y="416"/>
                      <a:pt x="633" y="416"/>
                    </a:cubicBezTo>
                    <a:cubicBezTo>
                      <a:pt x="649" y="398"/>
                      <a:pt x="649" y="398"/>
                      <a:pt x="649" y="398"/>
                    </a:cubicBezTo>
                    <a:cubicBezTo>
                      <a:pt x="649" y="398"/>
                      <a:pt x="649" y="398"/>
                      <a:pt x="649" y="398"/>
                    </a:cubicBezTo>
                    <a:cubicBezTo>
                      <a:pt x="650" y="398"/>
                      <a:pt x="650" y="398"/>
                      <a:pt x="650" y="398"/>
                    </a:cubicBezTo>
                    <a:cubicBezTo>
                      <a:pt x="656" y="393"/>
                      <a:pt x="656" y="393"/>
                      <a:pt x="656" y="393"/>
                    </a:cubicBezTo>
                    <a:cubicBezTo>
                      <a:pt x="663" y="384"/>
                      <a:pt x="663" y="384"/>
                      <a:pt x="663" y="384"/>
                    </a:cubicBezTo>
                    <a:cubicBezTo>
                      <a:pt x="663" y="383"/>
                      <a:pt x="663" y="383"/>
                      <a:pt x="663" y="383"/>
                    </a:cubicBezTo>
                    <a:cubicBezTo>
                      <a:pt x="672" y="385"/>
                      <a:pt x="672" y="385"/>
                      <a:pt x="672" y="385"/>
                    </a:cubicBezTo>
                    <a:cubicBezTo>
                      <a:pt x="677" y="385"/>
                      <a:pt x="677" y="385"/>
                      <a:pt x="677" y="385"/>
                    </a:cubicBezTo>
                    <a:cubicBezTo>
                      <a:pt x="677" y="382"/>
                      <a:pt x="677" y="379"/>
                      <a:pt x="678" y="378"/>
                    </a:cubicBezTo>
                    <a:cubicBezTo>
                      <a:pt x="685" y="370"/>
                      <a:pt x="685" y="370"/>
                      <a:pt x="685" y="370"/>
                    </a:cubicBezTo>
                    <a:cubicBezTo>
                      <a:pt x="687" y="368"/>
                      <a:pt x="687" y="368"/>
                      <a:pt x="687" y="368"/>
                    </a:cubicBezTo>
                    <a:cubicBezTo>
                      <a:pt x="695" y="371"/>
                      <a:pt x="695" y="371"/>
                      <a:pt x="695" y="371"/>
                    </a:cubicBezTo>
                    <a:cubicBezTo>
                      <a:pt x="704" y="370"/>
                      <a:pt x="704" y="370"/>
                      <a:pt x="704" y="370"/>
                    </a:cubicBezTo>
                    <a:cubicBezTo>
                      <a:pt x="711" y="363"/>
                      <a:pt x="711" y="363"/>
                      <a:pt x="711" y="363"/>
                    </a:cubicBezTo>
                    <a:cubicBezTo>
                      <a:pt x="714" y="357"/>
                      <a:pt x="714" y="357"/>
                      <a:pt x="714" y="357"/>
                    </a:cubicBezTo>
                    <a:cubicBezTo>
                      <a:pt x="712" y="354"/>
                      <a:pt x="712" y="354"/>
                      <a:pt x="712" y="354"/>
                    </a:cubicBezTo>
                    <a:cubicBezTo>
                      <a:pt x="706" y="357"/>
                      <a:pt x="706" y="357"/>
                      <a:pt x="706" y="357"/>
                    </a:cubicBezTo>
                    <a:cubicBezTo>
                      <a:pt x="706" y="356"/>
                      <a:pt x="706" y="356"/>
                      <a:pt x="706" y="356"/>
                    </a:cubicBezTo>
                    <a:cubicBezTo>
                      <a:pt x="705" y="356"/>
                      <a:pt x="705" y="356"/>
                      <a:pt x="705" y="356"/>
                    </a:cubicBezTo>
                    <a:cubicBezTo>
                      <a:pt x="698" y="350"/>
                      <a:pt x="698" y="350"/>
                      <a:pt x="698" y="350"/>
                    </a:cubicBezTo>
                    <a:cubicBezTo>
                      <a:pt x="698" y="349"/>
                      <a:pt x="698" y="349"/>
                      <a:pt x="698" y="349"/>
                    </a:cubicBezTo>
                    <a:cubicBezTo>
                      <a:pt x="701" y="338"/>
                      <a:pt x="701" y="338"/>
                      <a:pt x="701" y="338"/>
                    </a:cubicBezTo>
                    <a:cubicBezTo>
                      <a:pt x="701" y="330"/>
                      <a:pt x="701" y="330"/>
                      <a:pt x="701" y="330"/>
                    </a:cubicBezTo>
                    <a:cubicBezTo>
                      <a:pt x="699" y="324"/>
                      <a:pt x="699" y="324"/>
                      <a:pt x="699" y="324"/>
                    </a:cubicBezTo>
                    <a:cubicBezTo>
                      <a:pt x="694" y="322"/>
                      <a:pt x="694" y="322"/>
                      <a:pt x="694" y="322"/>
                    </a:cubicBezTo>
                    <a:cubicBezTo>
                      <a:pt x="694" y="321"/>
                      <a:pt x="694" y="321"/>
                      <a:pt x="694" y="321"/>
                    </a:cubicBezTo>
                    <a:cubicBezTo>
                      <a:pt x="693" y="321"/>
                      <a:pt x="693" y="321"/>
                      <a:pt x="693" y="321"/>
                    </a:cubicBezTo>
                    <a:cubicBezTo>
                      <a:pt x="693" y="320"/>
                      <a:pt x="693" y="320"/>
                      <a:pt x="693" y="320"/>
                    </a:cubicBezTo>
                    <a:cubicBezTo>
                      <a:pt x="688" y="311"/>
                      <a:pt x="688" y="311"/>
                      <a:pt x="688" y="311"/>
                    </a:cubicBezTo>
                    <a:cubicBezTo>
                      <a:pt x="687" y="310"/>
                      <a:pt x="687" y="310"/>
                      <a:pt x="687" y="310"/>
                    </a:cubicBezTo>
                    <a:cubicBezTo>
                      <a:pt x="681" y="318"/>
                      <a:pt x="681" y="318"/>
                      <a:pt x="681" y="318"/>
                    </a:cubicBezTo>
                    <a:cubicBezTo>
                      <a:pt x="674" y="322"/>
                      <a:pt x="674" y="322"/>
                      <a:pt x="674" y="322"/>
                    </a:cubicBezTo>
                    <a:cubicBezTo>
                      <a:pt x="672" y="323"/>
                      <a:pt x="672" y="323"/>
                      <a:pt x="672" y="323"/>
                    </a:cubicBezTo>
                    <a:cubicBezTo>
                      <a:pt x="672" y="322"/>
                      <a:pt x="672" y="322"/>
                      <a:pt x="672" y="322"/>
                    </a:cubicBezTo>
                    <a:cubicBezTo>
                      <a:pt x="671" y="322"/>
                      <a:pt x="671" y="322"/>
                      <a:pt x="671" y="322"/>
                    </a:cubicBezTo>
                    <a:cubicBezTo>
                      <a:pt x="664" y="315"/>
                      <a:pt x="664" y="315"/>
                      <a:pt x="664" y="315"/>
                    </a:cubicBezTo>
                    <a:cubicBezTo>
                      <a:pt x="664" y="314"/>
                      <a:pt x="664" y="314"/>
                      <a:pt x="664" y="314"/>
                    </a:cubicBezTo>
                    <a:cubicBezTo>
                      <a:pt x="659" y="303"/>
                      <a:pt x="659" y="303"/>
                      <a:pt x="659" y="303"/>
                    </a:cubicBezTo>
                    <a:cubicBezTo>
                      <a:pt x="659" y="303"/>
                      <a:pt x="659" y="303"/>
                      <a:pt x="659" y="303"/>
                    </a:cubicBezTo>
                    <a:cubicBezTo>
                      <a:pt x="657" y="295"/>
                      <a:pt x="657" y="295"/>
                      <a:pt x="657" y="295"/>
                    </a:cubicBezTo>
                    <a:cubicBezTo>
                      <a:pt x="657" y="294"/>
                      <a:pt x="657" y="294"/>
                      <a:pt x="657" y="294"/>
                    </a:cubicBezTo>
                    <a:cubicBezTo>
                      <a:pt x="657" y="294"/>
                      <a:pt x="657" y="294"/>
                      <a:pt x="657" y="294"/>
                    </a:cubicBezTo>
                    <a:cubicBezTo>
                      <a:pt x="657" y="282"/>
                      <a:pt x="657" y="282"/>
                      <a:pt x="657" y="282"/>
                    </a:cubicBezTo>
                    <a:cubicBezTo>
                      <a:pt x="656" y="275"/>
                      <a:pt x="656" y="275"/>
                      <a:pt x="656" y="275"/>
                    </a:cubicBezTo>
                    <a:cubicBezTo>
                      <a:pt x="650" y="273"/>
                      <a:pt x="650" y="273"/>
                      <a:pt x="650" y="273"/>
                    </a:cubicBezTo>
                    <a:cubicBezTo>
                      <a:pt x="650" y="273"/>
                      <a:pt x="650" y="273"/>
                      <a:pt x="650" y="273"/>
                    </a:cubicBezTo>
                    <a:cubicBezTo>
                      <a:pt x="650" y="273"/>
                      <a:pt x="650" y="273"/>
                      <a:pt x="650" y="273"/>
                    </a:cubicBezTo>
                    <a:cubicBezTo>
                      <a:pt x="637" y="263"/>
                      <a:pt x="637" y="263"/>
                      <a:pt x="637" y="263"/>
                    </a:cubicBezTo>
                    <a:cubicBezTo>
                      <a:pt x="638" y="262"/>
                      <a:pt x="638" y="262"/>
                      <a:pt x="638" y="262"/>
                    </a:cubicBezTo>
                    <a:cubicBezTo>
                      <a:pt x="644" y="255"/>
                      <a:pt x="644" y="255"/>
                      <a:pt x="644" y="255"/>
                    </a:cubicBezTo>
                    <a:cubicBezTo>
                      <a:pt x="644" y="255"/>
                      <a:pt x="644" y="255"/>
                      <a:pt x="644" y="255"/>
                    </a:cubicBezTo>
                    <a:cubicBezTo>
                      <a:pt x="644" y="254"/>
                      <a:pt x="644" y="254"/>
                      <a:pt x="644" y="254"/>
                    </a:cubicBezTo>
                    <a:cubicBezTo>
                      <a:pt x="645" y="254"/>
                      <a:pt x="645" y="254"/>
                      <a:pt x="645" y="254"/>
                    </a:cubicBezTo>
                    <a:cubicBezTo>
                      <a:pt x="645" y="254"/>
                      <a:pt x="645" y="254"/>
                      <a:pt x="645" y="254"/>
                    </a:cubicBezTo>
                    <a:cubicBezTo>
                      <a:pt x="651" y="254"/>
                      <a:pt x="651" y="254"/>
                      <a:pt x="651" y="254"/>
                    </a:cubicBezTo>
                    <a:cubicBezTo>
                      <a:pt x="652" y="254"/>
                      <a:pt x="652" y="254"/>
                      <a:pt x="652" y="254"/>
                    </a:cubicBezTo>
                    <a:cubicBezTo>
                      <a:pt x="654" y="254"/>
                      <a:pt x="656" y="255"/>
                      <a:pt x="657" y="257"/>
                    </a:cubicBezTo>
                    <a:cubicBezTo>
                      <a:pt x="663" y="261"/>
                      <a:pt x="663" y="261"/>
                      <a:pt x="663" y="261"/>
                    </a:cubicBezTo>
                    <a:cubicBezTo>
                      <a:pt x="669" y="256"/>
                      <a:pt x="669" y="256"/>
                      <a:pt x="669" y="256"/>
                    </a:cubicBezTo>
                    <a:cubicBezTo>
                      <a:pt x="673" y="250"/>
                      <a:pt x="673" y="250"/>
                      <a:pt x="673" y="250"/>
                    </a:cubicBezTo>
                    <a:cubicBezTo>
                      <a:pt x="673" y="245"/>
                      <a:pt x="673" y="245"/>
                      <a:pt x="673" y="245"/>
                    </a:cubicBezTo>
                    <a:cubicBezTo>
                      <a:pt x="672" y="232"/>
                      <a:pt x="672" y="232"/>
                      <a:pt x="672" y="232"/>
                    </a:cubicBezTo>
                    <a:cubicBezTo>
                      <a:pt x="671" y="227"/>
                      <a:pt x="671" y="227"/>
                      <a:pt x="671" y="227"/>
                    </a:cubicBezTo>
                    <a:cubicBezTo>
                      <a:pt x="662" y="226"/>
                      <a:pt x="662" y="226"/>
                      <a:pt x="662" y="226"/>
                    </a:cubicBezTo>
                    <a:cubicBezTo>
                      <a:pt x="662" y="220"/>
                      <a:pt x="662" y="220"/>
                      <a:pt x="662" y="220"/>
                    </a:cubicBezTo>
                    <a:cubicBezTo>
                      <a:pt x="654" y="210"/>
                      <a:pt x="654" y="210"/>
                      <a:pt x="654" y="210"/>
                    </a:cubicBezTo>
                    <a:cubicBezTo>
                      <a:pt x="653" y="210"/>
                      <a:pt x="653" y="210"/>
                      <a:pt x="653" y="210"/>
                    </a:cubicBezTo>
                    <a:cubicBezTo>
                      <a:pt x="649" y="203"/>
                      <a:pt x="649" y="203"/>
                      <a:pt x="649" y="203"/>
                    </a:cubicBezTo>
                    <a:cubicBezTo>
                      <a:pt x="649" y="202"/>
                      <a:pt x="649" y="202"/>
                      <a:pt x="649" y="202"/>
                    </a:cubicBezTo>
                    <a:cubicBezTo>
                      <a:pt x="649" y="201"/>
                      <a:pt x="649" y="201"/>
                      <a:pt x="649" y="201"/>
                    </a:cubicBezTo>
                    <a:cubicBezTo>
                      <a:pt x="649" y="201"/>
                      <a:pt x="649" y="201"/>
                      <a:pt x="649" y="201"/>
                    </a:cubicBezTo>
                    <a:cubicBezTo>
                      <a:pt x="657" y="190"/>
                      <a:pt x="657" y="190"/>
                      <a:pt x="657" y="190"/>
                    </a:cubicBezTo>
                    <a:cubicBezTo>
                      <a:pt x="657" y="189"/>
                      <a:pt x="657" y="189"/>
                      <a:pt x="657" y="189"/>
                    </a:cubicBezTo>
                    <a:cubicBezTo>
                      <a:pt x="658" y="189"/>
                      <a:pt x="658" y="189"/>
                      <a:pt x="658" y="189"/>
                    </a:cubicBezTo>
                    <a:cubicBezTo>
                      <a:pt x="658" y="188"/>
                      <a:pt x="658" y="188"/>
                      <a:pt x="658" y="188"/>
                    </a:cubicBezTo>
                    <a:cubicBezTo>
                      <a:pt x="659" y="188"/>
                      <a:pt x="659" y="188"/>
                      <a:pt x="659" y="188"/>
                    </a:cubicBezTo>
                    <a:cubicBezTo>
                      <a:pt x="662" y="188"/>
                      <a:pt x="662" y="188"/>
                      <a:pt x="662" y="188"/>
                    </a:cubicBezTo>
                    <a:cubicBezTo>
                      <a:pt x="667" y="184"/>
                      <a:pt x="667" y="184"/>
                      <a:pt x="667" y="184"/>
                    </a:cubicBezTo>
                    <a:cubicBezTo>
                      <a:pt x="672" y="168"/>
                      <a:pt x="672" y="168"/>
                      <a:pt x="672" y="168"/>
                    </a:cubicBezTo>
                    <a:cubicBezTo>
                      <a:pt x="672" y="168"/>
                      <a:pt x="672" y="168"/>
                      <a:pt x="672" y="168"/>
                    </a:cubicBezTo>
                    <a:cubicBezTo>
                      <a:pt x="672" y="168"/>
                      <a:pt x="672" y="168"/>
                      <a:pt x="672" y="168"/>
                    </a:cubicBezTo>
                    <a:cubicBezTo>
                      <a:pt x="679" y="161"/>
                      <a:pt x="679" y="161"/>
                      <a:pt x="679" y="161"/>
                    </a:cubicBezTo>
                    <a:cubicBezTo>
                      <a:pt x="679" y="160"/>
                      <a:pt x="679" y="160"/>
                      <a:pt x="679" y="160"/>
                    </a:cubicBezTo>
                    <a:cubicBezTo>
                      <a:pt x="679" y="160"/>
                      <a:pt x="679" y="160"/>
                      <a:pt x="679" y="160"/>
                    </a:cubicBezTo>
                    <a:cubicBezTo>
                      <a:pt x="679" y="160"/>
                      <a:pt x="679" y="160"/>
                      <a:pt x="679" y="160"/>
                    </a:cubicBezTo>
                    <a:cubicBezTo>
                      <a:pt x="687" y="158"/>
                      <a:pt x="687" y="158"/>
                      <a:pt x="687" y="158"/>
                    </a:cubicBezTo>
                    <a:cubicBezTo>
                      <a:pt x="687" y="159"/>
                      <a:pt x="687" y="159"/>
                      <a:pt x="687" y="159"/>
                    </a:cubicBezTo>
                    <a:cubicBezTo>
                      <a:pt x="691" y="163"/>
                      <a:pt x="691" y="163"/>
                      <a:pt x="691" y="163"/>
                    </a:cubicBezTo>
                    <a:cubicBezTo>
                      <a:pt x="693" y="164"/>
                      <a:pt x="693" y="164"/>
                      <a:pt x="693" y="164"/>
                    </a:cubicBezTo>
                    <a:cubicBezTo>
                      <a:pt x="696" y="151"/>
                      <a:pt x="696" y="151"/>
                      <a:pt x="696" y="151"/>
                    </a:cubicBezTo>
                    <a:cubicBezTo>
                      <a:pt x="693" y="142"/>
                      <a:pt x="693" y="142"/>
                      <a:pt x="693" y="142"/>
                    </a:cubicBezTo>
                    <a:cubicBezTo>
                      <a:pt x="693" y="142"/>
                      <a:pt x="693" y="142"/>
                      <a:pt x="693" y="142"/>
                    </a:cubicBezTo>
                    <a:cubicBezTo>
                      <a:pt x="693" y="141"/>
                      <a:pt x="693" y="141"/>
                      <a:pt x="693" y="141"/>
                    </a:cubicBezTo>
                    <a:cubicBezTo>
                      <a:pt x="694" y="131"/>
                      <a:pt x="694" y="131"/>
                      <a:pt x="694" y="131"/>
                    </a:cubicBezTo>
                    <a:cubicBezTo>
                      <a:pt x="694" y="130"/>
                      <a:pt x="694" y="130"/>
                      <a:pt x="694" y="130"/>
                    </a:cubicBezTo>
                    <a:cubicBezTo>
                      <a:pt x="699" y="125"/>
                      <a:pt x="699" y="125"/>
                      <a:pt x="699" y="125"/>
                    </a:cubicBezTo>
                    <a:cubicBezTo>
                      <a:pt x="702" y="120"/>
                      <a:pt x="702" y="120"/>
                      <a:pt x="702" y="120"/>
                    </a:cubicBezTo>
                    <a:cubicBezTo>
                      <a:pt x="702" y="115"/>
                      <a:pt x="702" y="115"/>
                      <a:pt x="702" y="115"/>
                    </a:cubicBezTo>
                    <a:cubicBezTo>
                      <a:pt x="702" y="112"/>
                      <a:pt x="701" y="108"/>
                      <a:pt x="699" y="102"/>
                    </a:cubicBezTo>
                    <a:cubicBezTo>
                      <a:pt x="699" y="102"/>
                      <a:pt x="699" y="102"/>
                      <a:pt x="699" y="102"/>
                    </a:cubicBezTo>
                    <a:cubicBezTo>
                      <a:pt x="699" y="102"/>
                      <a:pt x="699" y="102"/>
                      <a:pt x="699" y="102"/>
                    </a:cubicBezTo>
                    <a:cubicBezTo>
                      <a:pt x="699" y="93"/>
                      <a:pt x="699" y="93"/>
                      <a:pt x="699" y="93"/>
                    </a:cubicBezTo>
                    <a:cubicBezTo>
                      <a:pt x="699" y="92"/>
                      <a:pt x="699" y="92"/>
                      <a:pt x="699" y="92"/>
                    </a:cubicBezTo>
                    <a:cubicBezTo>
                      <a:pt x="701" y="84"/>
                      <a:pt x="701" y="84"/>
                      <a:pt x="701" y="84"/>
                    </a:cubicBezTo>
                    <a:cubicBezTo>
                      <a:pt x="699" y="80"/>
                      <a:pt x="698" y="78"/>
                      <a:pt x="698" y="76"/>
                    </a:cubicBezTo>
                    <a:lnTo>
                      <a:pt x="699" y="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sliḍê"/>
              <p:cNvSpPr/>
              <p:nvPr/>
            </p:nvSpPr>
            <p:spPr bwMode="auto">
              <a:xfrm>
                <a:off x="2244" y="1579"/>
                <a:ext cx="1080" cy="914"/>
              </a:xfrm>
              <a:custGeom>
                <a:avLst/>
                <a:gdLst>
                  <a:gd name="T0" fmla="*/ 268 w 456"/>
                  <a:gd name="T1" fmla="*/ 154 h 386"/>
                  <a:gd name="T2" fmla="*/ 258 w 456"/>
                  <a:gd name="T3" fmla="*/ 160 h 386"/>
                  <a:gd name="T4" fmla="*/ 222 w 456"/>
                  <a:gd name="T5" fmla="*/ 128 h 386"/>
                  <a:gd name="T6" fmla="*/ 196 w 456"/>
                  <a:gd name="T7" fmla="*/ 107 h 386"/>
                  <a:gd name="T8" fmla="*/ 199 w 456"/>
                  <a:gd name="T9" fmla="*/ 78 h 386"/>
                  <a:gd name="T10" fmla="*/ 170 w 456"/>
                  <a:gd name="T11" fmla="*/ 86 h 386"/>
                  <a:gd name="T12" fmla="*/ 148 w 456"/>
                  <a:gd name="T13" fmla="*/ 58 h 386"/>
                  <a:gd name="T14" fmla="*/ 138 w 456"/>
                  <a:gd name="T15" fmla="*/ 24 h 386"/>
                  <a:gd name="T16" fmla="*/ 128 w 456"/>
                  <a:gd name="T17" fmla="*/ 7 h 386"/>
                  <a:gd name="T18" fmla="*/ 105 w 456"/>
                  <a:gd name="T19" fmla="*/ 15 h 386"/>
                  <a:gd name="T20" fmla="*/ 89 w 456"/>
                  <a:gd name="T21" fmla="*/ 32 h 386"/>
                  <a:gd name="T22" fmla="*/ 49 w 456"/>
                  <a:gd name="T23" fmla="*/ 44 h 386"/>
                  <a:gd name="T24" fmla="*/ 25 w 456"/>
                  <a:gd name="T25" fmla="*/ 73 h 386"/>
                  <a:gd name="T26" fmla="*/ 2 w 456"/>
                  <a:gd name="T27" fmla="*/ 92 h 386"/>
                  <a:gd name="T28" fmla="*/ 33 w 456"/>
                  <a:gd name="T29" fmla="*/ 119 h 386"/>
                  <a:gd name="T30" fmla="*/ 56 w 456"/>
                  <a:gd name="T31" fmla="*/ 127 h 386"/>
                  <a:gd name="T32" fmla="*/ 112 w 456"/>
                  <a:gd name="T33" fmla="*/ 150 h 386"/>
                  <a:gd name="T34" fmla="*/ 152 w 456"/>
                  <a:gd name="T35" fmla="*/ 142 h 386"/>
                  <a:gd name="T36" fmla="*/ 186 w 456"/>
                  <a:gd name="T37" fmla="*/ 156 h 386"/>
                  <a:gd name="T38" fmla="*/ 216 w 456"/>
                  <a:gd name="T39" fmla="*/ 168 h 386"/>
                  <a:gd name="T40" fmla="*/ 262 w 456"/>
                  <a:gd name="T41" fmla="*/ 203 h 386"/>
                  <a:gd name="T42" fmla="*/ 274 w 456"/>
                  <a:gd name="T43" fmla="*/ 220 h 386"/>
                  <a:gd name="T44" fmla="*/ 271 w 456"/>
                  <a:gd name="T45" fmla="*/ 288 h 386"/>
                  <a:gd name="T46" fmla="*/ 252 w 456"/>
                  <a:gd name="T47" fmla="*/ 322 h 386"/>
                  <a:gd name="T48" fmla="*/ 224 w 456"/>
                  <a:gd name="T49" fmla="*/ 333 h 386"/>
                  <a:gd name="T50" fmla="*/ 250 w 456"/>
                  <a:gd name="T51" fmla="*/ 352 h 386"/>
                  <a:gd name="T52" fmla="*/ 262 w 456"/>
                  <a:gd name="T53" fmla="*/ 348 h 386"/>
                  <a:gd name="T54" fmla="*/ 263 w 456"/>
                  <a:gd name="T55" fmla="*/ 335 h 386"/>
                  <a:gd name="T56" fmla="*/ 276 w 456"/>
                  <a:gd name="T57" fmla="*/ 322 h 386"/>
                  <a:gd name="T58" fmla="*/ 288 w 456"/>
                  <a:gd name="T59" fmla="*/ 332 h 386"/>
                  <a:gd name="T60" fmla="*/ 322 w 456"/>
                  <a:gd name="T61" fmla="*/ 346 h 386"/>
                  <a:gd name="T62" fmla="*/ 334 w 456"/>
                  <a:gd name="T63" fmla="*/ 366 h 386"/>
                  <a:gd name="T64" fmla="*/ 364 w 456"/>
                  <a:gd name="T65" fmla="*/ 375 h 386"/>
                  <a:gd name="T66" fmla="*/ 364 w 456"/>
                  <a:gd name="T67" fmla="*/ 357 h 386"/>
                  <a:gd name="T68" fmla="*/ 368 w 456"/>
                  <a:gd name="T69" fmla="*/ 350 h 386"/>
                  <a:gd name="T70" fmla="*/ 383 w 456"/>
                  <a:gd name="T71" fmla="*/ 324 h 386"/>
                  <a:gd name="T72" fmla="*/ 385 w 456"/>
                  <a:gd name="T73" fmla="*/ 307 h 386"/>
                  <a:gd name="T74" fmla="*/ 400 w 456"/>
                  <a:gd name="T75" fmla="*/ 290 h 386"/>
                  <a:gd name="T76" fmla="*/ 423 w 456"/>
                  <a:gd name="T77" fmla="*/ 286 h 386"/>
                  <a:gd name="T78" fmla="*/ 446 w 456"/>
                  <a:gd name="T79" fmla="*/ 278 h 386"/>
                  <a:gd name="T80" fmla="*/ 453 w 456"/>
                  <a:gd name="T81" fmla="*/ 244 h 386"/>
                  <a:gd name="T82" fmla="*/ 412 w 456"/>
                  <a:gd name="T83" fmla="*/ 218 h 386"/>
                  <a:gd name="T84" fmla="*/ 396 w 456"/>
                  <a:gd name="T85" fmla="*/ 246 h 386"/>
                  <a:gd name="T86" fmla="*/ 408 w 456"/>
                  <a:gd name="T87" fmla="*/ 255 h 386"/>
                  <a:gd name="T88" fmla="*/ 406 w 456"/>
                  <a:gd name="T89" fmla="*/ 270 h 386"/>
                  <a:gd name="T90" fmla="*/ 389 w 456"/>
                  <a:gd name="T91" fmla="*/ 275 h 386"/>
                  <a:gd name="T92" fmla="*/ 374 w 456"/>
                  <a:gd name="T93" fmla="*/ 284 h 386"/>
                  <a:gd name="T94" fmla="*/ 363 w 456"/>
                  <a:gd name="T95" fmla="*/ 273 h 386"/>
                  <a:gd name="T96" fmla="*/ 356 w 456"/>
                  <a:gd name="T97" fmla="*/ 256 h 386"/>
                  <a:gd name="T98" fmla="*/ 350 w 456"/>
                  <a:gd name="T99" fmla="*/ 238 h 386"/>
                  <a:gd name="T100" fmla="*/ 326 w 456"/>
                  <a:gd name="T101" fmla="*/ 208 h 386"/>
                  <a:gd name="T102" fmla="*/ 299 w 456"/>
                  <a:gd name="T103" fmla="*/ 188 h 386"/>
                  <a:gd name="T104" fmla="*/ 300 w 456"/>
                  <a:gd name="T105" fmla="*/ 168 h 386"/>
                  <a:gd name="T106" fmla="*/ 325 w 456"/>
                  <a:gd name="T107" fmla="*/ 142 h 386"/>
                  <a:gd name="T108" fmla="*/ 296 w 456"/>
                  <a:gd name="T109" fmla="*/ 143 h 3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456" h="386">
                    <a:moveTo>
                      <a:pt x="271" y="140"/>
                    </a:moveTo>
                    <a:cubicBezTo>
                      <a:pt x="265" y="140"/>
                      <a:pt x="265" y="140"/>
                      <a:pt x="265" y="140"/>
                    </a:cubicBezTo>
                    <a:cubicBezTo>
                      <a:pt x="263" y="144"/>
                      <a:pt x="263" y="144"/>
                      <a:pt x="263" y="144"/>
                    </a:cubicBezTo>
                    <a:cubicBezTo>
                      <a:pt x="266" y="148"/>
                      <a:pt x="266" y="148"/>
                      <a:pt x="266" y="148"/>
                    </a:cubicBezTo>
                    <a:cubicBezTo>
                      <a:pt x="266" y="148"/>
                      <a:pt x="266" y="148"/>
                      <a:pt x="266" y="148"/>
                    </a:cubicBezTo>
                    <a:cubicBezTo>
                      <a:pt x="266" y="148"/>
                      <a:pt x="266" y="148"/>
                      <a:pt x="266" y="148"/>
                    </a:cubicBezTo>
                    <a:cubicBezTo>
                      <a:pt x="268" y="154"/>
                      <a:pt x="268" y="154"/>
                      <a:pt x="268" y="154"/>
                    </a:cubicBezTo>
                    <a:cubicBezTo>
                      <a:pt x="268" y="154"/>
                      <a:pt x="268" y="154"/>
                      <a:pt x="268" y="154"/>
                    </a:cubicBezTo>
                    <a:cubicBezTo>
                      <a:pt x="268" y="155"/>
                      <a:pt x="268" y="155"/>
                      <a:pt x="268" y="155"/>
                    </a:cubicBezTo>
                    <a:cubicBezTo>
                      <a:pt x="268" y="156"/>
                      <a:pt x="268" y="156"/>
                      <a:pt x="268" y="156"/>
                    </a:cubicBezTo>
                    <a:cubicBezTo>
                      <a:pt x="259" y="160"/>
                      <a:pt x="259" y="160"/>
                      <a:pt x="259" y="160"/>
                    </a:cubicBezTo>
                    <a:cubicBezTo>
                      <a:pt x="258" y="160"/>
                      <a:pt x="258" y="160"/>
                      <a:pt x="258" y="160"/>
                    </a:cubicBezTo>
                    <a:cubicBezTo>
                      <a:pt x="258" y="160"/>
                      <a:pt x="258" y="160"/>
                      <a:pt x="258" y="160"/>
                    </a:cubicBezTo>
                    <a:cubicBezTo>
                      <a:pt x="258" y="160"/>
                      <a:pt x="258" y="160"/>
                      <a:pt x="258" y="160"/>
                    </a:cubicBezTo>
                    <a:cubicBezTo>
                      <a:pt x="258" y="160"/>
                      <a:pt x="258" y="160"/>
                      <a:pt x="258" y="160"/>
                    </a:cubicBezTo>
                    <a:cubicBezTo>
                      <a:pt x="251" y="160"/>
                      <a:pt x="247" y="158"/>
                      <a:pt x="246" y="155"/>
                    </a:cubicBezTo>
                    <a:cubicBezTo>
                      <a:pt x="244" y="150"/>
                      <a:pt x="244" y="150"/>
                      <a:pt x="244" y="150"/>
                    </a:cubicBezTo>
                    <a:cubicBezTo>
                      <a:pt x="232" y="148"/>
                      <a:pt x="232" y="148"/>
                      <a:pt x="232" y="148"/>
                    </a:cubicBezTo>
                    <a:cubicBezTo>
                      <a:pt x="228" y="132"/>
                      <a:pt x="228" y="132"/>
                      <a:pt x="228" y="132"/>
                    </a:cubicBezTo>
                    <a:cubicBezTo>
                      <a:pt x="226" y="132"/>
                      <a:pt x="224" y="131"/>
                      <a:pt x="223" y="129"/>
                    </a:cubicBezTo>
                    <a:cubicBezTo>
                      <a:pt x="222" y="128"/>
                      <a:pt x="222" y="128"/>
                      <a:pt x="222" y="128"/>
                    </a:cubicBezTo>
                    <a:cubicBezTo>
                      <a:pt x="220" y="126"/>
                      <a:pt x="219" y="124"/>
                      <a:pt x="216" y="124"/>
                    </a:cubicBezTo>
                    <a:cubicBezTo>
                      <a:pt x="213" y="122"/>
                      <a:pt x="210" y="120"/>
                      <a:pt x="208" y="116"/>
                    </a:cubicBezTo>
                    <a:cubicBezTo>
                      <a:pt x="203" y="114"/>
                      <a:pt x="203" y="114"/>
                      <a:pt x="203" y="114"/>
                    </a:cubicBezTo>
                    <a:cubicBezTo>
                      <a:pt x="203" y="114"/>
                      <a:pt x="203" y="114"/>
                      <a:pt x="203" y="114"/>
                    </a:cubicBezTo>
                    <a:cubicBezTo>
                      <a:pt x="203" y="114"/>
                      <a:pt x="203" y="114"/>
                      <a:pt x="203" y="114"/>
                    </a:cubicBezTo>
                    <a:cubicBezTo>
                      <a:pt x="203" y="114"/>
                      <a:pt x="203" y="114"/>
                      <a:pt x="203" y="114"/>
                    </a:cubicBezTo>
                    <a:cubicBezTo>
                      <a:pt x="196" y="107"/>
                      <a:pt x="196" y="107"/>
                      <a:pt x="196" y="107"/>
                    </a:cubicBezTo>
                    <a:cubicBezTo>
                      <a:pt x="196" y="107"/>
                      <a:pt x="196" y="107"/>
                      <a:pt x="196" y="107"/>
                    </a:cubicBezTo>
                    <a:cubicBezTo>
                      <a:pt x="195" y="102"/>
                      <a:pt x="195" y="102"/>
                      <a:pt x="195" y="102"/>
                    </a:cubicBezTo>
                    <a:cubicBezTo>
                      <a:pt x="195" y="101"/>
                      <a:pt x="195" y="101"/>
                      <a:pt x="195" y="101"/>
                    </a:cubicBezTo>
                    <a:cubicBezTo>
                      <a:pt x="208" y="84"/>
                      <a:pt x="208" y="84"/>
                      <a:pt x="208" y="84"/>
                    </a:cubicBezTo>
                    <a:cubicBezTo>
                      <a:pt x="208" y="82"/>
                      <a:pt x="208" y="82"/>
                      <a:pt x="208" y="81"/>
                    </a:cubicBezTo>
                    <a:cubicBezTo>
                      <a:pt x="206" y="76"/>
                      <a:pt x="206" y="76"/>
                      <a:pt x="206" y="76"/>
                    </a:cubicBezTo>
                    <a:cubicBezTo>
                      <a:pt x="199" y="78"/>
                      <a:pt x="199" y="78"/>
                      <a:pt x="199" y="78"/>
                    </a:cubicBezTo>
                    <a:cubicBezTo>
                      <a:pt x="198" y="78"/>
                      <a:pt x="198" y="78"/>
                      <a:pt x="198" y="78"/>
                    </a:cubicBezTo>
                    <a:cubicBezTo>
                      <a:pt x="198" y="79"/>
                      <a:pt x="198" y="79"/>
                      <a:pt x="198" y="79"/>
                    </a:cubicBezTo>
                    <a:cubicBezTo>
                      <a:pt x="198" y="79"/>
                      <a:pt x="198" y="79"/>
                      <a:pt x="198" y="79"/>
                    </a:cubicBezTo>
                    <a:cubicBezTo>
                      <a:pt x="180" y="80"/>
                      <a:pt x="180" y="80"/>
                      <a:pt x="180" y="80"/>
                    </a:cubicBezTo>
                    <a:cubicBezTo>
                      <a:pt x="174" y="82"/>
                      <a:pt x="174" y="82"/>
                      <a:pt x="174" y="82"/>
                    </a:cubicBezTo>
                    <a:cubicBezTo>
                      <a:pt x="171" y="84"/>
                      <a:pt x="171" y="84"/>
                      <a:pt x="171" y="84"/>
                    </a:cubicBezTo>
                    <a:cubicBezTo>
                      <a:pt x="170" y="86"/>
                      <a:pt x="170" y="86"/>
                      <a:pt x="170" y="86"/>
                    </a:cubicBezTo>
                    <a:cubicBezTo>
                      <a:pt x="168" y="88"/>
                      <a:pt x="166" y="90"/>
                      <a:pt x="162" y="89"/>
                    </a:cubicBezTo>
                    <a:cubicBezTo>
                      <a:pt x="162" y="89"/>
                      <a:pt x="162" y="89"/>
                      <a:pt x="162" y="89"/>
                    </a:cubicBezTo>
                    <a:cubicBezTo>
                      <a:pt x="162" y="88"/>
                      <a:pt x="162" y="88"/>
                      <a:pt x="162" y="88"/>
                    </a:cubicBezTo>
                    <a:cubicBezTo>
                      <a:pt x="156" y="84"/>
                      <a:pt x="156" y="84"/>
                      <a:pt x="156" y="84"/>
                    </a:cubicBezTo>
                    <a:cubicBezTo>
                      <a:pt x="156" y="74"/>
                      <a:pt x="156" y="74"/>
                      <a:pt x="156" y="74"/>
                    </a:cubicBezTo>
                    <a:cubicBezTo>
                      <a:pt x="152" y="72"/>
                      <a:pt x="150" y="69"/>
                      <a:pt x="150" y="67"/>
                    </a:cubicBezTo>
                    <a:cubicBezTo>
                      <a:pt x="148" y="58"/>
                      <a:pt x="148" y="58"/>
                      <a:pt x="148" y="58"/>
                    </a:cubicBezTo>
                    <a:cubicBezTo>
                      <a:pt x="144" y="54"/>
                      <a:pt x="144" y="54"/>
                      <a:pt x="144" y="54"/>
                    </a:cubicBezTo>
                    <a:cubicBezTo>
                      <a:pt x="140" y="50"/>
                      <a:pt x="140" y="50"/>
                      <a:pt x="140" y="50"/>
                    </a:cubicBezTo>
                    <a:cubicBezTo>
                      <a:pt x="138" y="49"/>
                      <a:pt x="138" y="49"/>
                      <a:pt x="138" y="49"/>
                    </a:cubicBezTo>
                    <a:cubicBezTo>
                      <a:pt x="145" y="40"/>
                      <a:pt x="145" y="40"/>
                      <a:pt x="145" y="40"/>
                    </a:cubicBezTo>
                    <a:cubicBezTo>
                      <a:pt x="146" y="34"/>
                      <a:pt x="146" y="34"/>
                      <a:pt x="146" y="34"/>
                    </a:cubicBezTo>
                    <a:cubicBezTo>
                      <a:pt x="138" y="24"/>
                      <a:pt x="138" y="24"/>
                      <a:pt x="138" y="24"/>
                    </a:cubicBezTo>
                    <a:cubicBezTo>
                      <a:pt x="138" y="24"/>
                      <a:pt x="138" y="24"/>
                      <a:pt x="138" y="24"/>
                    </a:cubicBezTo>
                    <a:cubicBezTo>
                      <a:pt x="138" y="24"/>
                      <a:pt x="138" y="24"/>
                      <a:pt x="138" y="24"/>
                    </a:cubicBezTo>
                    <a:cubicBezTo>
                      <a:pt x="134" y="16"/>
                      <a:pt x="134" y="16"/>
                      <a:pt x="134" y="16"/>
                    </a:cubicBezTo>
                    <a:cubicBezTo>
                      <a:pt x="134" y="16"/>
                      <a:pt x="134" y="16"/>
                      <a:pt x="134" y="16"/>
                    </a:cubicBezTo>
                    <a:cubicBezTo>
                      <a:pt x="134" y="16"/>
                      <a:pt x="134" y="16"/>
                      <a:pt x="134" y="16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28" y="8"/>
                      <a:pt x="128" y="8"/>
                      <a:pt x="128" y="8"/>
                    </a:cubicBezTo>
                    <a:cubicBezTo>
                      <a:pt x="128" y="7"/>
                      <a:pt x="128" y="7"/>
                      <a:pt x="128" y="7"/>
                    </a:cubicBezTo>
                    <a:cubicBezTo>
                      <a:pt x="128" y="7"/>
                      <a:pt x="128" y="7"/>
                      <a:pt x="128" y="7"/>
                    </a:cubicBezTo>
                    <a:cubicBezTo>
                      <a:pt x="128" y="7"/>
                      <a:pt x="128" y="7"/>
                      <a:pt x="128" y="7"/>
                    </a:cubicBezTo>
                    <a:cubicBezTo>
                      <a:pt x="123" y="1"/>
                      <a:pt x="123" y="1"/>
                      <a:pt x="123" y="1"/>
                    </a:cubicBezTo>
                    <a:cubicBezTo>
                      <a:pt x="116" y="0"/>
                      <a:pt x="116" y="0"/>
                      <a:pt x="116" y="0"/>
                    </a:cubicBezTo>
                    <a:cubicBezTo>
                      <a:pt x="108" y="2"/>
                      <a:pt x="108" y="2"/>
                      <a:pt x="108" y="2"/>
                    </a:cubicBezTo>
                    <a:cubicBezTo>
                      <a:pt x="106" y="4"/>
                      <a:pt x="106" y="4"/>
                      <a:pt x="106" y="4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4" y="28"/>
                      <a:pt x="104" y="28"/>
                      <a:pt x="104" y="28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89" y="32"/>
                      <a:pt x="89" y="32"/>
                      <a:pt x="89" y="32"/>
                    </a:cubicBezTo>
                    <a:cubicBezTo>
                      <a:pt x="86" y="34"/>
                      <a:pt x="82" y="36"/>
                      <a:pt x="77" y="37"/>
                    </a:cubicBezTo>
                    <a:cubicBezTo>
                      <a:pt x="76" y="38"/>
                      <a:pt x="76" y="38"/>
                      <a:pt x="76" y="38"/>
                    </a:cubicBezTo>
                    <a:cubicBezTo>
                      <a:pt x="76" y="38"/>
                      <a:pt x="76" y="38"/>
                      <a:pt x="76" y="38"/>
                    </a:cubicBezTo>
                    <a:cubicBezTo>
                      <a:pt x="76" y="38"/>
                      <a:pt x="76" y="38"/>
                      <a:pt x="76" y="38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57" y="40"/>
                      <a:pt x="57" y="40"/>
                      <a:pt x="57" y="40"/>
                    </a:cubicBezTo>
                    <a:cubicBezTo>
                      <a:pt x="56" y="42"/>
                      <a:pt x="53" y="44"/>
                      <a:pt x="49" y="44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36" y="58"/>
                      <a:pt x="36" y="58"/>
                      <a:pt x="36" y="58"/>
                    </a:cubicBezTo>
                    <a:cubicBezTo>
                      <a:pt x="36" y="59"/>
                      <a:pt x="36" y="59"/>
                      <a:pt x="36" y="59"/>
                    </a:cubicBezTo>
                    <a:cubicBezTo>
                      <a:pt x="34" y="62"/>
                      <a:pt x="32" y="65"/>
                      <a:pt x="30" y="66"/>
                    </a:cubicBezTo>
                    <a:cubicBezTo>
                      <a:pt x="25" y="72"/>
                      <a:pt x="25" y="72"/>
                      <a:pt x="25" y="72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5" y="73"/>
                      <a:pt x="25" y="73"/>
                      <a:pt x="25" y="73"/>
                    </a:cubicBezTo>
                    <a:cubicBezTo>
                      <a:pt x="22" y="75"/>
                      <a:pt x="22" y="75"/>
                      <a:pt x="22" y="75"/>
                    </a:cubicBezTo>
                    <a:cubicBezTo>
                      <a:pt x="20" y="76"/>
                      <a:pt x="18" y="76"/>
                      <a:pt x="16" y="76"/>
                    </a:cubicBezTo>
                    <a:cubicBezTo>
                      <a:pt x="6" y="76"/>
                      <a:pt x="6" y="76"/>
                      <a:pt x="6" y="76"/>
                    </a:cubicBezTo>
                    <a:cubicBezTo>
                      <a:pt x="4" y="79"/>
                      <a:pt x="4" y="79"/>
                      <a:pt x="4" y="79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2" y="92"/>
                      <a:pt x="2" y="92"/>
                      <a:pt x="2" y="92"/>
                    </a:cubicBezTo>
                    <a:cubicBezTo>
                      <a:pt x="1" y="108"/>
                      <a:pt x="1" y="108"/>
                      <a:pt x="1" y="108"/>
                    </a:cubicBezTo>
                    <a:cubicBezTo>
                      <a:pt x="4" y="112"/>
                      <a:pt x="4" y="112"/>
                      <a:pt x="4" y="112"/>
                    </a:cubicBezTo>
                    <a:cubicBezTo>
                      <a:pt x="4" y="113"/>
                      <a:pt x="4" y="113"/>
                      <a:pt x="4" y="113"/>
                    </a:cubicBezTo>
                    <a:cubicBezTo>
                      <a:pt x="5" y="116"/>
                      <a:pt x="5" y="116"/>
                      <a:pt x="5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20" y="118"/>
                      <a:pt x="20" y="118"/>
                      <a:pt x="20" y="118"/>
                    </a:cubicBezTo>
                    <a:cubicBezTo>
                      <a:pt x="33" y="119"/>
                      <a:pt x="33" y="119"/>
                      <a:pt x="33" y="119"/>
                    </a:cubicBezTo>
                    <a:cubicBezTo>
                      <a:pt x="38" y="118"/>
                      <a:pt x="38" y="118"/>
                      <a:pt x="38" y="118"/>
                    </a:cubicBezTo>
                    <a:cubicBezTo>
                      <a:pt x="39" y="118"/>
                      <a:pt x="39" y="118"/>
                      <a:pt x="39" y="118"/>
                    </a:cubicBezTo>
                    <a:cubicBezTo>
                      <a:pt x="40" y="118"/>
                      <a:pt x="40" y="118"/>
                      <a:pt x="40" y="118"/>
                    </a:cubicBezTo>
                    <a:cubicBezTo>
                      <a:pt x="50" y="122"/>
                      <a:pt x="50" y="122"/>
                      <a:pt x="50" y="122"/>
                    </a:cubicBezTo>
                    <a:cubicBezTo>
                      <a:pt x="50" y="122"/>
                      <a:pt x="50" y="122"/>
                      <a:pt x="50" y="122"/>
                    </a:cubicBezTo>
                    <a:cubicBezTo>
                      <a:pt x="51" y="122"/>
                      <a:pt x="51" y="122"/>
                      <a:pt x="51" y="122"/>
                    </a:cubicBezTo>
                    <a:cubicBezTo>
                      <a:pt x="56" y="127"/>
                      <a:pt x="56" y="127"/>
                      <a:pt x="56" y="127"/>
                    </a:cubicBezTo>
                    <a:cubicBezTo>
                      <a:pt x="68" y="131"/>
                      <a:pt x="68" y="131"/>
                      <a:pt x="68" y="131"/>
                    </a:cubicBezTo>
                    <a:cubicBezTo>
                      <a:pt x="69" y="131"/>
                      <a:pt x="69" y="131"/>
                      <a:pt x="69" y="131"/>
                    </a:cubicBezTo>
                    <a:cubicBezTo>
                      <a:pt x="77" y="136"/>
                      <a:pt x="77" y="136"/>
                      <a:pt x="77" y="136"/>
                    </a:cubicBezTo>
                    <a:cubicBezTo>
                      <a:pt x="96" y="154"/>
                      <a:pt x="96" y="154"/>
                      <a:pt x="96" y="154"/>
                    </a:cubicBezTo>
                    <a:cubicBezTo>
                      <a:pt x="105" y="158"/>
                      <a:pt x="105" y="158"/>
                      <a:pt x="105" y="158"/>
                    </a:cubicBezTo>
                    <a:cubicBezTo>
                      <a:pt x="109" y="156"/>
                      <a:pt x="109" y="156"/>
                      <a:pt x="109" y="156"/>
                    </a:cubicBezTo>
                    <a:cubicBezTo>
                      <a:pt x="112" y="150"/>
                      <a:pt x="112" y="150"/>
                      <a:pt x="112" y="150"/>
                    </a:cubicBezTo>
                    <a:cubicBezTo>
                      <a:pt x="110" y="139"/>
                      <a:pt x="110" y="139"/>
                      <a:pt x="110" y="139"/>
                    </a:cubicBezTo>
                    <a:cubicBezTo>
                      <a:pt x="110" y="136"/>
                      <a:pt x="113" y="134"/>
                      <a:pt x="118" y="132"/>
                    </a:cubicBezTo>
                    <a:cubicBezTo>
                      <a:pt x="118" y="131"/>
                      <a:pt x="118" y="131"/>
                      <a:pt x="118" y="131"/>
                    </a:cubicBezTo>
                    <a:cubicBezTo>
                      <a:pt x="143" y="146"/>
                      <a:pt x="143" y="146"/>
                      <a:pt x="143" y="146"/>
                    </a:cubicBezTo>
                    <a:cubicBezTo>
                      <a:pt x="146" y="145"/>
                      <a:pt x="146" y="145"/>
                      <a:pt x="146" y="145"/>
                    </a:cubicBezTo>
                    <a:cubicBezTo>
                      <a:pt x="151" y="142"/>
                      <a:pt x="151" y="142"/>
                      <a:pt x="151" y="142"/>
                    </a:cubicBezTo>
                    <a:cubicBezTo>
                      <a:pt x="152" y="142"/>
                      <a:pt x="152" y="142"/>
                      <a:pt x="152" y="142"/>
                    </a:cubicBezTo>
                    <a:cubicBezTo>
                      <a:pt x="155" y="142"/>
                      <a:pt x="155" y="142"/>
                      <a:pt x="155" y="142"/>
                    </a:cubicBezTo>
                    <a:cubicBezTo>
                      <a:pt x="160" y="138"/>
                      <a:pt x="160" y="138"/>
                      <a:pt x="160" y="138"/>
                    </a:cubicBezTo>
                    <a:cubicBezTo>
                      <a:pt x="161" y="138"/>
                      <a:pt x="161" y="138"/>
                      <a:pt x="161" y="138"/>
                    </a:cubicBezTo>
                    <a:cubicBezTo>
                      <a:pt x="162" y="138"/>
                      <a:pt x="162" y="138"/>
                      <a:pt x="162" y="138"/>
                    </a:cubicBezTo>
                    <a:cubicBezTo>
                      <a:pt x="176" y="148"/>
                      <a:pt x="176" y="148"/>
                      <a:pt x="176" y="148"/>
                    </a:cubicBezTo>
                    <a:cubicBezTo>
                      <a:pt x="177" y="149"/>
                      <a:pt x="177" y="149"/>
                      <a:pt x="177" y="149"/>
                    </a:cubicBezTo>
                    <a:cubicBezTo>
                      <a:pt x="186" y="156"/>
                      <a:pt x="186" y="156"/>
                      <a:pt x="186" y="156"/>
                    </a:cubicBezTo>
                    <a:cubicBezTo>
                      <a:pt x="188" y="158"/>
                      <a:pt x="192" y="161"/>
                      <a:pt x="194" y="165"/>
                    </a:cubicBezTo>
                    <a:cubicBezTo>
                      <a:pt x="199" y="170"/>
                      <a:pt x="199" y="170"/>
                      <a:pt x="199" y="170"/>
                    </a:cubicBezTo>
                    <a:cubicBezTo>
                      <a:pt x="202" y="169"/>
                      <a:pt x="202" y="169"/>
                      <a:pt x="202" y="169"/>
                    </a:cubicBezTo>
                    <a:cubicBezTo>
                      <a:pt x="206" y="162"/>
                      <a:pt x="206" y="162"/>
                      <a:pt x="206" y="162"/>
                    </a:cubicBezTo>
                    <a:cubicBezTo>
                      <a:pt x="215" y="168"/>
                      <a:pt x="215" y="168"/>
                      <a:pt x="215" y="168"/>
                    </a:cubicBezTo>
                    <a:cubicBezTo>
                      <a:pt x="215" y="168"/>
                      <a:pt x="215" y="168"/>
                      <a:pt x="215" y="168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16" y="168"/>
                      <a:pt x="216" y="168"/>
                      <a:pt x="216" y="168"/>
                    </a:cubicBezTo>
                    <a:cubicBezTo>
                      <a:pt x="222" y="176"/>
                      <a:pt x="222" y="176"/>
                      <a:pt x="222" y="176"/>
                    </a:cubicBezTo>
                    <a:cubicBezTo>
                      <a:pt x="240" y="190"/>
                      <a:pt x="240" y="190"/>
                      <a:pt x="240" y="190"/>
                    </a:cubicBezTo>
                    <a:cubicBezTo>
                      <a:pt x="240" y="190"/>
                      <a:pt x="240" y="190"/>
                      <a:pt x="240" y="190"/>
                    </a:cubicBezTo>
                    <a:cubicBezTo>
                      <a:pt x="246" y="196"/>
                      <a:pt x="246" y="196"/>
                      <a:pt x="246" y="196"/>
                    </a:cubicBezTo>
                    <a:cubicBezTo>
                      <a:pt x="261" y="191"/>
                      <a:pt x="261" y="191"/>
                      <a:pt x="261" y="191"/>
                    </a:cubicBezTo>
                    <a:cubicBezTo>
                      <a:pt x="262" y="203"/>
                      <a:pt x="262" y="203"/>
                      <a:pt x="262" y="203"/>
                    </a:cubicBezTo>
                    <a:cubicBezTo>
                      <a:pt x="269" y="210"/>
                      <a:pt x="269" y="210"/>
                      <a:pt x="269" y="210"/>
                    </a:cubicBezTo>
                    <a:cubicBezTo>
                      <a:pt x="269" y="210"/>
                      <a:pt x="269" y="210"/>
                      <a:pt x="269" y="210"/>
                    </a:cubicBezTo>
                    <a:cubicBezTo>
                      <a:pt x="269" y="210"/>
                      <a:pt x="269" y="210"/>
                      <a:pt x="269" y="210"/>
                    </a:cubicBezTo>
                    <a:cubicBezTo>
                      <a:pt x="274" y="218"/>
                      <a:pt x="274" y="218"/>
                      <a:pt x="274" y="218"/>
                    </a:cubicBezTo>
                    <a:cubicBezTo>
                      <a:pt x="274" y="219"/>
                      <a:pt x="274" y="219"/>
                      <a:pt x="274" y="219"/>
                    </a:cubicBezTo>
                    <a:cubicBezTo>
                      <a:pt x="274" y="219"/>
                      <a:pt x="274" y="219"/>
                      <a:pt x="274" y="219"/>
                    </a:cubicBezTo>
                    <a:cubicBezTo>
                      <a:pt x="274" y="220"/>
                      <a:pt x="274" y="220"/>
                      <a:pt x="274" y="220"/>
                    </a:cubicBezTo>
                    <a:cubicBezTo>
                      <a:pt x="280" y="247"/>
                      <a:pt x="280" y="247"/>
                      <a:pt x="280" y="247"/>
                    </a:cubicBezTo>
                    <a:cubicBezTo>
                      <a:pt x="286" y="258"/>
                      <a:pt x="286" y="258"/>
                      <a:pt x="286" y="258"/>
                    </a:cubicBezTo>
                    <a:cubicBezTo>
                      <a:pt x="278" y="279"/>
                      <a:pt x="278" y="279"/>
                      <a:pt x="278" y="279"/>
                    </a:cubicBezTo>
                    <a:cubicBezTo>
                      <a:pt x="278" y="280"/>
                      <a:pt x="278" y="280"/>
                      <a:pt x="278" y="280"/>
                    </a:cubicBezTo>
                    <a:cubicBezTo>
                      <a:pt x="272" y="282"/>
                      <a:pt x="272" y="282"/>
                      <a:pt x="272" y="282"/>
                    </a:cubicBezTo>
                    <a:cubicBezTo>
                      <a:pt x="272" y="288"/>
                      <a:pt x="272" y="288"/>
                      <a:pt x="272" y="288"/>
                    </a:cubicBezTo>
                    <a:cubicBezTo>
                      <a:pt x="271" y="288"/>
                      <a:pt x="271" y="288"/>
                      <a:pt x="271" y="288"/>
                    </a:cubicBezTo>
                    <a:cubicBezTo>
                      <a:pt x="264" y="299"/>
                      <a:pt x="264" y="299"/>
                      <a:pt x="264" y="299"/>
                    </a:cubicBezTo>
                    <a:cubicBezTo>
                      <a:pt x="264" y="299"/>
                      <a:pt x="264" y="299"/>
                      <a:pt x="264" y="299"/>
                    </a:cubicBezTo>
                    <a:cubicBezTo>
                      <a:pt x="254" y="300"/>
                      <a:pt x="254" y="300"/>
                      <a:pt x="254" y="300"/>
                    </a:cubicBezTo>
                    <a:cubicBezTo>
                      <a:pt x="244" y="308"/>
                      <a:pt x="244" y="308"/>
                      <a:pt x="244" y="308"/>
                    </a:cubicBezTo>
                    <a:cubicBezTo>
                      <a:pt x="246" y="309"/>
                      <a:pt x="247" y="310"/>
                      <a:pt x="250" y="311"/>
                    </a:cubicBezTo>
                    <a:cubicBezTo>
                      <a:pt x="254" y="312"/>
                      <a:pt x="254" y="316"/>
                      <a:pt x="252" y="321"/>
                    </a:cubicBezTo>
                    <a:cubicBezTo>
                      <a:pt x="252" y="322"/>
                      <a:pt x="252" y="322"/>
                      <a:pt x="252" y="322"/>
                    </a:cubicBezTo>
                    <a:cubicBezTo>
                      <a:pt x="246" y="328"/>
                      <a:pt x="246" y="328"/>
                      <a:pt x="246" y="328"/>
                    </a:cubicBezTo>
                    <a:cubicBezTo>
                      <a:pt x="245" y="328"/>
                      <a:pt x="245" y="328"/>
                      <a:pt x="245" y="328"/>
                    </a:cubicBezTo>
                    <a:cubicBezTo>
                      <a:pt x="245" y="329"/>
                      <a:pt x="245" y="329"/>
                      <a:pt x="245" y="329"/>
                    </a:cubicBezTo>
                    <a:cubicBezTo>
                      <a:pt x="244" y="329"/>
                      <a:pt x="244" y="329"/>
                      <a:pt x="244" y="329"/>
                    </a:cubicBezTo>
                    <a:cubicBezTo>
                      <a:pt x="244" y="329"/>
                      <a:pt x="244" y="329"/>
                      <a:pt x="244" y="329"/>
                    </a:cubicBezTo>
                    <a:cubicBezTo>
                      <a:pt x="225" y="326"/>
                      <a:pt x="225" y="326"/>
                      <a:pt x="225" y="326"/>
                    </a:cubicBezTo>
                    <a:cubicBezTo>
                      <a:pt x="224" y="333"/>
                      <a:pt x="224" y="333"/>
                      <a:pt x="224" y="333"/>
                    </a:cubicBezTo>
                    <a:cubicBezTo>
                      <a:pt x="226" y="348"/>
                      <a:pt x="226" y="348"/>
                      <a:pt x="226" y="348"/>
                    </a:cubicBezTo>
                    <a:cubicBezTo>
                      <a:pt x="242" y="354"/>
                      <a:pt x="242" y="354"/>
                      <a:pt x="242" y="354"/>
                    </a:cubicBezTo>
                    <a:cubicBezTo>
                      <a:pt x="242" y="355"/>
                      <a:pt x="242" y="355"/>
                      <a:pt x="242" y="355"/>
                    </a:cubicBezTo>
                    <a:cubicBezTo>
                      <a:pt x="242" y="355"/>
                      <a:pt x="242" y="355"/>
                      <a:pt x="242" y="355"/>
                    </a:cubicBezTo>
                    <a:cubicBezTo>
                      <a:pt x="248" y="353"/>
                      <a:pt x="248" y="353"/>
                      <a:pt x="248" y="353"/>
                    </a:cubicBezTo>
                    <a:cubicBezTo>
                      <a:pt x="249" y="353"/>
                      <a:pt x="249" y="353"/>
                      <a:pt x="249" y="353"/>
                    </a:cubicBezTo>
                    <a:cubicBezTo>
                      <a:pt x="250" y="352"/>
                      <a:pt x="250" y="352"/>
                      <a:pt x="250" y="352"/>
                    </a:cubicBezTo>
                    <a:cubicBezTo>
                      <a:pt x="250" y="353"/>
                      <a:pt x="250" y="353"/>
                      <a:pt x="250" y="353"/>
                    </a:cubicBezTo>
                    <a:cubicBezTo>
                      <a:pt x="250" y="353"/>
                      <a:pt x="250" y="353"/>
                      <a:pt x="250" y="353"/>
                    </a:cubicBezTo>
                    <a:cubicBezTo>
                      <a:pt x="255" y="356"/>
                      <a:pt x="255" y="356"/>
                      <a:pt x="255" y="356"/>
                    </a:cubicBezTo>
                    <a:cubicBezTo>
                      <a:pt x="262" y="356"/>
                      <a:pt x="262" y="356"/>
                      <a:pt x="262" y="356"/>
                    </a:cubicBezTo>
                    <a:cubicBezTo>
                      <a:pt x="264" y="355"/>
                      <a:pt x="264" y="355"/>
                      <a:pt x="264" y="355"/>
                    </a:cubicBezTo>
                    <a:cubicBezTo>
                      <a:pt x="262" y="348"/>
                      <a:pt x="262" y="348"/>
                      <a:pt x="262" y="348"/>
                    </a:cubicBezTo>
                    <a:cubicBezTo>
                      <a:pt x="262" y="348"/>
                      <a:pt x="262" y="348"/>
                      <a:pt x="262" y="348"/>
                    </a:cubicBezTo>
                    <a:cubicBezTo>
                      <a:pt x="262" y="348"/>
                      <a:pt x="262" y="348"/>
                      <a:pt x="262" y="348"/>
                    </a:cubicBezTo>
                    <a:cubicBezTo>
                      <a:pt x="260" y="340"/>
                      <a:pt x="260" y="340"/>
                      <a:pt x="260" y="340"/>
                    </a:cubicBezTo>
                    <a:cubicBezTo>
                      <a:pt x="260" y="339"/>
                      <a:pt x="260" y="339"/>
                      <a:pt x="260" y="339"/>
                    </a:cubicBezTo>
                    <a:cubicBezTo>
                      <a:pt x="260" y="338"/>
                      <a:pt x="260" y="338"/>
                      <a:pt x="260" y="338"/>
                    </a:cubicBezTo>
                    <a:cubicBezTo>
                      <a:pt x="260" y="338"/>
                      <a:pt x="260" y="338"/>
                      <a:pt x="260" y="338"/>
                    </a:cubicBezTo>
                    <a:cubicBezTo>
                      <a:pt x="260" y="338"/>
                      <a:pt x="260" y="338"/>
                      <a:pt x="260" y="338"/>
                    </a:cubicBezTo>
                    <a:cubicBezTo>
                      <a:pt x="263" y="335"/>
                      <a:pt x="263" y="335"/>
                      <a:pt x="263" y="335"/>
                    </a:cubicBezTo>
                    <a:cubicBezTo>
                      <a:pt x="264" y="334"/>
                      <a:pt x="264" y="334"/>
                      <a:pt x="264" y="334"/>
                    </a:cubicBezTo>
                    <a:cubicBezTo>
                      <a:pt x="264" y="334"/>
                      <a:pt x="264" y="334"/>
                      <a:pt x="264" y="334"/>
                    </a:cubicBezTo>
                    <a:cubicBezTo>
                      <a:pt x="264" y="334"/>
                      <a:pt x="264" y="334"/>
                      <a:pt x="264" y="334"/>
                    </a:cubicBezTo>
                    <a:cubicBezTo>
                      <a:pt x="268" y="328"/>
                      <a:pt x="268" y="328"/>
                      <a:pt x="268" y="328"/>
                    </a:cubicBezTo>
                    <a:cubicBezTo>
                      <a:pt x="269" y="327"/>
                      <a:pt x="269" y="327"/>
                      <a:pt x="269" y="327"/>
                    </a:cubicBezTo>
                    <a:cubicBezTo>
                      <a:pt x="276" y="322"/>
                      <a:pt x="276" y="322"/>
                      <a:pt x="276" y="322"/>
                    </a:cubicBezTo>
                    <a:cubicBezTo>
                      <a:pt x="276" y="322"/>
                      <a:pt x="276" y="322"/>
                      <a:pt x="276" y="322"/>
                    </a:cubicBezTo>
                    <a:cubicBezTo>
                      <a:pt x="276" y="321"/>
                      <a:pt x="276" y="321"/>
                      <a:pt x="276" y="321"/>
                    </a:cubicBezTo>
                    <a:cubicBezTo>
                      <a:pt x="277" y="321"/>
                      <a:pt x="277" y="321"/>
                      <a:pt x="277" y="321"/>
                    </a:cubicBezTo>
                    <a:cubicBezTo>
                      <a:pt x="277" y="321"/>
                      <a:pt x="277" y="321"/>
                      <a:pt x="277" y="321"/>
                    </a:cubicBezTo>
                    <a:cubicBezTo>
                      <a:pt x="286" y="320"/>
                      <a:pt x="286" y="320"/>
                      <a:pt x="286" y="320"/>
                    </a:cubicBezTo>
                    <a:cubicBezTo>
                      <a:pt x="286" y="322"/>
                      <a:pt x="286" y="322"/>
                      <a:pt x="286" y="322"/>
                    </a:cubicBezTo>
                    <a:cubicBezTo>
                      <a:pt x="286" y="325"/>
                      <a:pt x="286" y="327"/>
                      <a:pt x="286" y="328"/>
                    </a:cubicBezTo>
                    <a:cubicBezTo>
                      <a:pt x="288" y="332"/>
                      <a:pt x="288" y="332"/>
                      <a:pt x="288" y="332"/>
                    </a:cubicBezTo>
                    <a:cubicBezTo>
                      <a:pt x="290" y="337"/>
                      <a:pt x="290" y="337"/>
                      <a:pt x="290" y="337"/>
                    </a:cubicBezTo>
                    <a:cubicBezTo>
                      <a:pt x="298" y="342"/>
                      <a:pt x="298" y="342"/>
                      <a:pt x="298" y="342"/>
                    </a:cubicBezTo>
                    <a:cubicBezTo>
                      <a:pt x="320" y="344"/>
                      <a:pt x="320" y="344"/>
                      <a:pt x="320" y="344"/>
                    </a:cubicBezTo>
                    <a:cubicBezTo>
                      <a:pt x="321" y="344"/>
                      <a:pt x="321" y="344"/>
                      <a:pt x="321" y="344"/>
                    </a:cubicBezTo>
                    <a:cubicBezTo>
                      <a:pt x="322" y="344"/>
                      <a:pt x="322" y="344"/>
                      <a:pt x="322" y="344"/>
                    </a:cubicBezTo>
                    <a:cubicBezTo>
                      <a:pt x="322" y="345"/>
                      <a:pt x="322" y="345"/>
                      <a:pt x="322" y="345"/>
                    </a:cubicBezTo>
                    <a:cubicBezTo>
                      <a:pt x="322" y="346"/>
                      <a:pt x="322" y="346"/>
                      <a:pt x="322" y="346"/>
                    </a:cubicBezTo>
                    <a:cubicBezTo>
                      <a:pt x="322" y="353"/>
                      <a:pt x="322" y="353"/>
                      <a:pt x="322" y="353"/>
                    </a:cubicBezTo>
                    <a:cubicBezTo>
                      <a:pt x="328" y="360"/>
                      <a:pt x="328" y="360"/>
                      <a:pt x="328" y="360"/>
                    </a:cubicBezTo>
                    <a:cubicBezTo>
                      <a:pt x="333" y="362"/>
                      <a:pt x="333" y="362"/>
                      <a:pt x="333" y="362"/>
                    </a:cubicBezTo>
                    <a:cubicBezTo>
                      <a:pt x="334" y="362"/>
                      <a:pt x="334" y="362"/>
                      <a:pt x="334" y="362"/>
                    </a:cubicBezTo>
                    <a:cubicBezTo>
                      <a:pt x="334" y="362"/>
                      <a:pt x="334" y="362"/>
                      <a:pt x="334" y="362"/>
                    </a:cubicBezTo>
                    <a:cubicBezTo>
                      <a:pt x="334" y="363"/>
                      <a:pt x="334" y="363"/>
                      <a:pt x="334" y="363"/>
                    </a:cubicBezTo>
                    <a:cubicBezTo>
                      <a:pt x="334" y="366"/>
                      <a:pt x="334" y="366"/>
                      <a:pt x="334" y="366"/>
                    </a:cubicBezTo>
                    <a:cubicBezTo>
                      <a:pt x="334" y="370"/>
                      <a:pt x="334" y="370"/>
                      <a:pt x="334" y="370"/>
                    </a:cubicBezTo>
                    <a:cubicBezTo>
                      <a:pt x="332" y="378"/>
                      <a:pt x="332" y="378"/>
                      <a:pt x="332" y="378"/>
                    </a:cubicBezTo>
                    <a:cubicBezTo>
                      <a:pt x="335" y="380"/>
                      <a:pt x="335" y="380"/>
                      <a:pt x="335" y="380"/>
                    </a:cubicBezTo>
                    <a:cubicBezTo>
                      <a:pt x="338" y="380"/>
                      <a:pt x="341" y="380"/>
                      <a:pt x="344" y="382"/>
                    </a:cubicBezTo>
                    <a:cubicBezTo>
                      <a:pt x="353" y="386"/>
                      <a:pt x="353" y="386"/>
                      <a:pt x="353" y="386"/>
                    </a:cubicBezTo>
                    <a:cubicBezTo>
                      <a:pt x="358" y="382"/>
                      <a:pt x="358" y="382"/>
                      <a:pt x="358" y="382"/>
                    </a:cubicBezTo>
                    <a:cubicBezTo>
                      <a:pt x="364" y="375"/>
                      <a:pt x="364" y="375"/>
                      <a:pt x="364" y="375"/>
                    </a:cubicBezTo>
                    <a:cubicBezTo>
                      <a:pt x="365" y="372"/>
                      <a:pt x="365" y="372"/>
                      <a:pt x="365" y="372"/>
                    </a:cubicBezTo>
                    <a:cubicBezTo>
                      <a:pt x="365" y="372"/>
                      <a:pt x="365" y="372"/>
                      <a:pt x="365" y="372"/>
                    </a:cubicBezTo>
                    <a:cubicBezTo>
                      <a:pt x="366" y="371"/>
                      <a:pt x="366" y="371"/>
                      <a:pt x="366" y="371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67" y="370"/>
                      <a:pt x="367" y="370"/>
                      <a:pt x="367" y="370"/>
                    </a:cubicBezTo>
                    <a:cubicBezTo>
                      <a:pt x="365" y="361"/>
                      <a:pt x="365" y="361"/>
                      <a:pt x="365" y="361"/>
                    </a:cubicBezTo>
                    <a:cubicBezTo>
                      <a:pt x="364" y="357"/>
                      <a:pt x="364" y="357"/>
                      <a:pt x="364" y="357"/>
                    </a:cubicBezTo>
                    <a:cubicBezTo>
                      <a:pt x="364" y="356"/>
                      <a:pt x="364" y="356"/>
                      <a:pt x="364" y="356"/>
                    </a:cubicBezTo>
                    <a:cubicBezTo>
                      <a:pt x="364" y="356"/>
                      <a:pt x="364" y="356"/>
                      <a:pt x="364" y="356"/>
                    </a:cubicBezTo>
                    <a:cubicBezTo>
                      <a:pt x="364" y="356"/>
                      <a:pt x="364" y="356"/>
                      <a:pt x="364" y="356"/>
                    </a:cubicBezTo>
                    <a:cubicBezTo>
                      <a:pt x="364" y="355"/>
                      <a:pt x="364" y="355"/>
                      <a:pt x="364" y="355"/>
                    </a:cubicBezTo>
                    <a:cubicBezTo>
                      <a:pt x="368" y="350"/>
                      <a:pt x="368" y="350"/>
                      <a:pt x="368" y="350"/>
                    </a:cubicBezTo>
                    <a:cubicBezTo>
                      <a:pt x="368" y="350"/>
                      <a:pt x="368" y="350"/>
                      <a:pt x="368" y="350"/>
                    </a:cubicBezTo>
                    <a:cubicBezTo>
                      <a:pt x="368" y="350"/>
                      <a:pt x="368" y="350"/>
                      <a:pt x="368" y="350"/>
                    </a:cubicBezTo>
                    <a:cubicBezTo>
                      <a:pt x="374" y="345"/>
                      <a:pt x="374" y="345"/>
                      <a:pt x="374" y="345"/>
                    </a:cubicBezTo>
                    <a:cubicBezTo>
                      <a:pt x="375" y="345"/>
                      <a:pt x="375" y="345"/>
                      <a:pt x="375" y="345"/>
                    </a:cubicBezTo>
                    <a:cubicBezTo>
                      <a:pt x="388" y="345"/>
                      <a:pt x="388" y="345"/>
                      <a:pt x="388" y="345"/>
                    </a:cubicBezTo>
                    <a:cubicBezTo>
                      <a:pt x="390" y="344"/>
                      <a:pt x="390" y="344"/>
                      <a:pt x="390" y="344"/>
                    </a:cubicBezTo>
                    <a:cubicBezTo>
                      <a:pt x="390" y="338"/>
                      <a:pt x="390" y="338"/>
                      <a:pt x="390" y="338"/>
                    </a:cubicBezTo>
                    <a:cubicBezTo>
                      <a:pt x="388" y="332"/>
                      <a:pt x="388" y="332"/>
                      <a:pt x="388" y="332"/>
                    </a:cubicBezTo>
                    <a:cubicBezTo>
                      <a:pt x="383" y="324"/>
                      <a:pt x="383" y="324"/>
                      <a:pt x="383" y="324"/>
                    </a:cubicBezTo>
                    <a:cubicBezTo>
                      <a:pt x="383" y="324"/>
                      <a:pt x="383" y="324"/>
                      <a:pt x="383" y="324"/>
                    </a:cubicBezTo>
                    <a:cubicBezTo>
                      <a:pt x="383" y="324"/>
                      <a:pt x="383" y="324"/>
                      <a:pt x="383" y="324"/>
                    </a:cubicBezTo>
                    <a:cubicBezTo>
                      <a:pt x="383" y="314"/>
                      <a:pt x="383" y="314"/>
                      <a:pt x="383" y="314"/>
                    </a:cubicBezTo>
                    <a:cubicBezTo>
                      <a:pt x="383" y="313"/>
                      <a:pt x="383" y="313"/>
                      <a:pt x="383" y="313"/>
                    </a:cubicBezTo>
                    <a:cubicBezTo>
                      <a:pt x="383" y="313"/>
                      <a:pt x="383" y="313"/>
                      <a:pt x="383" y="313"/>
                    </a:cubicBezTo>
                    <a:cubicBezTo>
                      <a:pt x="385" y="307"/>
                      <a:pt x="385" y="307"/>
                      <a:pt x="385" y="307"/>
                    </a:cubicBezTo>
                    <a:cubicBezTo>
                      <a:pt x="385" y="307"/>
                      <a:pt x="385" y="307"/>
                      <a:pt x="385" y="307"/>
                    </a:cubicBezTo>
                    <a:cubicBezTo>
                      <a:pt x="386" y="307"/>
                      <a:pt x="386" y="307"/>
                      <a:pt x="386" y="307"/>
                    </a:cubicBezTo>
                    <a:cubicBezTo>
                      <a:pt x="386" y="307"/>
                      <a:pt x="386" y="307"/>
                      <a:pt x="386" y="307"/>
                    </a:cubicBezTo>
                    <a:cubicBezTo>
                      <a:pt x="396" y="291"/>
                      <a:pt x="396" y="291"/>
                      <a:pt x="396" y="291"/>
                    </a:cubicBezTo>
                    <a:cubicBezTo>
                      <a:pt x="397" y="291"/>
                      <a:pt x="397" y="291"/>
                      <a:pt x="397" y="291"/>
                    </a:cubicBezTo>
                    <a:cubicBezTo>
                      <a:pt x="397" y="291"/>
                      <a:pt x="397" y="291"/>
                      <a:pt x="397" y="291"/>
                    </a:cubicBezTo>
                    <a:cubicBezTo>
                      <a:pt x="398" y="290"/>
                      <a:pt x="398" y="290"/>
                      <a:pt x="398" y="290"/>
                    </a:cubicBezTo>
                    <a:cubicBezTo>
                      <a:pt x="400" y="290"/>
                      <a:pt x="400" y="290"/>
                      <a:pt x="400" y="290"/>
                    </a:cubicBezTo>
                    <a:cubicBezTo>
                      <a:pt x="404" y="291"/>
                      <a:pt x="404" y="291"/>
                      <a:pt x="404" y="291"/>
                    </a:cubicBezTo>
                    <a:cubicBezTo>
                      <a:pt x="414" y="296"/>
                      <a:pt x="414" y="296"/>
                      <a:pt x="414" y="296"/>
                    </a:cubicBezTo>
                    <a:cubicBezTo>
                      <a:pt x="420" y="298"/>
                      <a:pt x="420" y="298"/>
                      <a:pt x="420" y="298"/>
                    </a:cubicBezTo>
                    <a:cubicBezTo>
                      <a:pt x="420" y="295"/>
                      <a:pt x="420" y="295"/>
                      <a:pt x="420" y="295"/>
                    </a:cubicBezTo>
                    <a:cubicBezTo>
                      <a:pt x="419" y="294"/>
                      <a:pt x="419" y="294"/>
                      <a:pt x="419" y="294"/>
                    </a:cubicBezTo>
                    <a:cubicBezTo>
                      <a:pt x="419" y="293"/>
                      <a:pt x="419" y="293"/>
                      <a:pt x="419" y="293"/>
                    </a:cubicBezTo>
                    <a:cubicBezTo>
                      <a:pt x="419" y="290"/>
                      <a:pt x="420" y="288"/>
                      <a:pt x="423" y="286"/>
                    </a:cubicBezTo>
                    <a:cubicBezTo>
                      <a:pt x="430" y="281"/>
                      <a:pt x="430" y="281"/>
                      <a:pt x="430" y="281"/>
                    </a:cubicBezTo>
                    <a:cubicBezTo>
                      <a:pt x="430" y="281"/>
                      <a:pt x="430" y="281"/>
                      <a:pt x="430" y="281"/>
                    </a:cubicBezTo>
                    <a:cubicBezTo>
                      <a:pt x="430" y="281"/>
                      <a:pt x="430" y="281"/>
                      <a:pt x="430" y="281"/>
                    </a:cubicBezTo>
                    <a:cubicBezTo>
                      <a:pt x="430" y="280"/>
                      <a:pt x="430" y="280"/>
                      <a:pt x="430" y="280"/>
                    </a:cubicBezTo>
                    <a:cubicBezTo>
                      <a:pt x="434" y="279"/>
                      <a:pt x="437" y="278"/>
                      <a:pt x="438" y="278"/>
                    </a:cubicBezTo>
                    <a:cubicBezTo>
                      <a:pt x="445" y="278"/>
                      <a:pt x="445" y="278"/>
                      <a:pt x="445" y="278"/>
                    </a:cubicBezTo>
                    <a:cubicBezTo>
                      <a:pt x="446" y="278"/>
                      <a:pt x="446" y="278"/>
                      <a:pt x="446" y="278"/>
                    </a:cubicBezTo>
                    <a:cubicBezTo>
                      <a:pt x="446" y="278"/>
                      <a:pt x="446" y="278"/>
                      <a:pt x="446" y="278"/>
                    </a:cubicBezTo>
                    <a:cubicBezTo>
                      <a:pt x="450" y="278"/>
                      <a:pt x="450" y="278"/>
                      <a:pt x="450" y="278"/>
                    </a:cubicBezTo>
                    <a:cubicBezTo>
                      <a:pt x="452" y="268"/>
                      <a:pt x="452" y="268"/>
                      <a:pt x="452" y="268"/>
                    </a:cubicBezTo>
                    <a:cubicBezTo>
                      <a:pt x="452" y="262"/>
                      <a:pt x="452" y="262"/>
                      <a:pt x="452" y="262"/>
                    </a:cubicBezTo>
                    <a:cubicBezTo>
                      <a:pt x="452" y="257"/>
                      <a:pt x="452" y="254"/>
                      <a:pt x="454" y="254"/>
                    </a:cubicBezTo>
                    <a:cubicBezTo>
                      <a:pt x="456" y="248"/>
                      <a:pt x="456" y="248"/>
                      <a:pt x="456" y="248"/>
                    </a:cubicBezTo>
                    <a:cubicBezTo>
                      <a:pt x="453" y="244"/>
                      <a:pt x="453" y="244"/>
                      <a:pt x="453" y="244"/>
                    </a:cubicBezTo>
                    <a:cubicBezTo>
                      <a:pt x="448" y="240"/>
                      <a:pt x="448" y="240"/>
                      <a:pt x="448" y="240"/>
                    </a:cubicBezTo>
                    <a:cubicBezTo>
                      <a:pt x="438" y="238"/>
                      <a:pt x="438" y="238"/>
                      <a:pt x="438" y="238"/>
                    </a:cubicBezTo>
                    <a:cubicBezTo>
                      <a:pt x="436" y="238"/>
                      <a:pt x="432" y="236"/>
                      <a:pt x="426" y="230"/>
                    </a:cubicBezTo>
                    <a:cubicBezTo>
                      <a:pt x="420" y="228"/>
                      <a:pt x="420" y="228"/>
                      <a:pt x="420" y="228"/>
                    </a:cubicBezTo>
                    <a:cubicBezTo>
                      <a:pt x="420" y="228"/>
                      <a:pt x="420" y="228"/>
                      <a:pt x="420" y="228"/>
                    </a:cubicBezTo>
                    <a:cubicBezTo>
                      <a:pt x="420" y="227"/>
                      <a:pt x="420" y="227"/>
                      <a:pt x="420" y="227"/>
                    </a:cubicBezTo>
                    <a:cubicBezTo>
                      <a:pt x="412" y="218"/>
                      <a:pt x="412" y="218"/>
                      <a:pt x="412" y="218"/>
                    </a:cubicBezTo>
                    <a:cubicBezTo>
                      <a:pt x="406" y="218"/>
                      <a:pt x="406" y="218"/>
                      <a:pt x="406" y="218"/>
                    </a:cubicBezTo>
                    <a:cubicBezTo>
                      <a:pt x="405" y="218"/>
                      <a:pt x="405" y="218"/>
                      <a:pt x="405" y="218"/>
                    </a:cubicBezTo>
                    <a:cubicBezTo>
                      <a:pt x="405" y="218"/>
                      <a:pt x="405" y="218"/>
                      <a:pt x="405" y="218"/>
                    </a:cubicBezTo>
                    <a:cubicBezTo>
                      <a:pt x="399" y="215"/>
                      <a:pt x="399" y="215"/>
                      <a:pt x="399" y="215"/>
                    </a:cubicBezTo>
                    <a:cubicBezTo>
                      <a:pt x="395" y="220"/>
                      <a:pt x="395" y="220"/>
                      <a:pt x="395" y="220"/>
                    </a:cubicBezTo>
                    <a:cubicBezTo>
                      <a:pt x="394" y="238"/>
                      <a:pt x="394" y="238"/>
                      <a:pt x="394" y="238"/>
                    </a:cubicBezTo>
                    <a:cubicBezTo>
                      <a:pt x="396" y="246"/>
                      <a:pt x="396" y="246"/>
                      <a:pt x="396" y="246"/>
                    </a:cubicBezTo>
                    <a:cubicBezTo>
                      <a:pt x="398" y="246"/>
                      <a:pt x="398" y="246"/>
                      <a:pt x="398" y="246"/>
                    </a:cubicBezTo>
                    <a:cubicBezTo>
                      <a:pt x="399" y="246"/>
                      <a:pt x="399" y="246"/>
                      <a:pt x="399" y="246"/>
                    </a:cubicBezTo>
                    <a:cubicBezTo>
                      <a:pt x="404" y="248"/>
                      <a:pt x="404" y="248"/>
                      <a:pt x="404" y="248"/>
                    </a:cubicBezTo>
                    <a:cubicBezTo>
                      <a:pt x="404" y="248"/>
                      <a:pt x="404" y="248"/>
                      <a:pt x="404" y="248"/>
                    </a:cubicBezTo>
                    <a:cubicBezTo>
                      <a:pt x="404" y="248"/>
                      <a:pt x="404" y="248"/>
                      <a:pt x="404" y="248"/>
                    </a:cubicBezTo>
                    <a:cubicBezTo>
                      <a:pt x="407" y="255"/>
                      <a:pt x="407" y="255"/>
                      <a:pt x="407" y="255"/>
                    </a:cubicBezTo>
                    <a:cubicBezTo>
                      <a:pt x="408" y="255"/>
                      <a:pt x="408" y="255"/>
                      <a:pt x="408" y="255"/>
                    </a:cubicBezTo>
                    <a:cubicBezTo>
                      <a:pt x="408" y="256"/>
                      <a:pt x="408" y="256"/>
                      <a:pt x="408" y="256"/>
                    </a:cubicBezTo>
                    <a:cubicBezTo>
                      <a:pt x="408" y="256"/>
                      <a:pt x="408" y="256"/>
                      <a:pt x="408" y="256"/>
                    </a:cubicBezTo>
                    <a:cubicBezTo>
                      <a:pt x="408" y="256"/>
                      <a:pt x="408" y="256"/>
                      <a:pt x="408" y="256"/>
                    </a:cubicBezTo>
                    <a:cubicBezTo>
                      <a:pt x="406" y="268"/>
                      <a:pt x="406" y="268"/>
                      <a:pt x="406" y="268"/>
                    </a:cubicBezTo>
                    <a:cubicBezTo>
                      <a:pt x="406" y="269"/>
                      <a:pt x="406" y="269"/>
                      <a:pt x="406" y="269"/>
                    </a:cubicBezTo>
                    <a:cubicBezTo>
                      <a:pt x="406" y="270"/>
                      <a:pt x="406" y="270"/>
                      <a:pt x="406" y="270"/>
                    </a:cubicBezTo>
                    <a:cubicBezTo>
                      <a:pt x="406" y="270"/>
                      <a:pt x="406" y="270"/>
                      <a:pt x="406" y="270"/>
                    </a:cubicBezTo>
                    <a:cubicBezTo>
                      <a:pt x="404" y="271"/>
                      <a:pt x="402" y="272"/>
                      <a:pt x="400" y="273"/>
                    </a:cubicBezTo>
                    <a:cubicBezTo>
                      <a:pt x="399" y="274"/>
                      <a:pt x="399" y="274"/>
                      <a:pt x="399" y="274"/>
                    </a:cubicBezTo>
                    <a:cubicBezTo>
                      <a:pt x="399" y="273"/>
                      <a:pt x="399" y="273"/>
                      <a:pt x="399" y="273"/>
                    </a:cubicBezTo>
                    <a:cubicBezTo>
                      <a:pt x="398" y="273"/>
                      <a:pt x="398" y="273"/>
                      <a:pt x="398" y="273"/>
                    </a:cubicBezTo>
                    <a:cubicBezTo>
                      <a:pt x="396" y="272"/>
                      <a:pt x="396" y="272"/>
                      <a:pt x="396" y="272"/>
                    </a:cubicBezTo>
                    <a:cubicBezTo>
                      <a:pt x="389" y="275"/>
                      <a:pt x="389" y="275"/>
                      <a:pt x="389" y="275"/>
                    </a:cubicBezTo>
                    <a:cubicBezTo>
                      <a:pt x="389" y="275"/>
                      <a:pt x="389" y="275"/>
                      <a:pt x="389" y="275"/>
                    </a:cubicBezTo>
                    <a:cubicBezTo>
                      <a:pt x="389" y="276"/>
                      <a:pt x="389" y="276"/>
                      <a:pt x="389" y="276"/>
                    </a:cubicBezTo>
                    <a:cubicBezTo>
                      <a:pt x="390" y="276"/>
                      <a:pt x="390" y="276"/>
                      <a:pt x="390" y="276"/>
                    </a:cubicBezTo>
                    <a:cubicBezTo>
                      <a:pt x="391" y="287"/>
                      <a:pt x="391" y="287"/>
                      <a:pt x="391" y="287"/>
                    </a:cubicBezTo>
                    <a:cubicBezTo>
                      <a:pt x="391" y="289"/>
                      <a:pt x="390" y="290"/>
                      <a:pt x="388" y="290"/>
                    </a:cubicBezTo>
                    <a:cubicBezTo>
                      <a:pt x="384" y="290"/>
                      <a:pt x="384" y="290"/>
                      <a:pt x="384" y="290"/>
                    </a:cubicBezTo>
                    <a:cubicBezTo>
                      <a:pt x="381" y="290"/>
                      <a:pt x="380" y="289"/>
                      <a:pt x="379" y="288"/>
                    </a:cubicBezTo>
                    <a:cubicBezTo>
                      <a:pt x="374" y="284"/>
                      <a:pt x="374" y="284"/>
                      <a:pt x="374" y="284"/>
                    </a:cubicBezTo>
                    <a:cubicBezTo>
                      <a:pt x="374" y="284"/>
                      <a:pt x="374" y="284"/>
                      <a:pt x="374" y="284"/>
                    </a:cubicBezTo>
                    <a:cubicBezTo>
                      <a:pt x="373" y="284"/>
                      <a:pt x="373" y="284"/>
                      <a:pt x="373" y="284"/>
                    </a:cubicBezTo>
                    <a:cubicBezTo>
                      <a:pt x="373" y="283"/>
                      <a:pt x="373" y="283"/>
                      <a:pt x="373" y="283"/>
                    </a:cubicBezTo>
                    <a:cubicBezTo>
                      <a:pt x="370" y="276"/>
                      <a:pt x="370" y="276"/>
                      <a:pt x="370" y="276"/>
                    </a:cubicBezTo>
                    <a:cubicBezTo>
                      <a:pt x="370" y="276"/>
                      <a:pt x="368" y="274"/>
                      <a:pt x="364" y="273"/>
                    </a:cubicBezTo>
                    <a:cubicBezTo>
                      <a:pt x="363" y="273"/>
                      <a:pt x="363" y="273"/>
                      <a:pt x="363" y="273"/>
                    </a:cubicBezTo>
                    <a:cubicBezTo>
                      <a:pt x="363" y="273"/>
                      <a:pt x="363" y="273"/>
                      <a:pt x="363" y="273"/>
                    </a:cubicBezTo>
                    <a:cubicBezTo>
                      <a:pt x="357" y="269"/>
                      <a:pt x="357" y="269"/>
                      <a:pt x="357" y="269"/>
                    </a:cubicBezTo>
                    <a:cubicBezTo>
                      <a:pt x="356" y="269"/>
                      <a:pt x="356" y="269"/>
                      <a:pt x="356" y="269"/>
                    </a:cubicBezTo>
                    <a:cubicBezTo>
                      <a:pt x="356" y="268"/>
                      <a:pt x="356" y="268"/>
                      <a:pt x="356" y="268"/>
                    </a:cubicBezTo>
                    <a:cubicBezTo>
                      <a:pt x="356" y="268"/>
                      <a:pt x="356" y="268"/>
                      <a:pt x="356" y="268"/>
                    </a:cubicBezTo>
                    <a:cubicBezTo>
                      <a:pt x="355" y="262"/>
                      <a:pt x="355" y="262"/>
                      <a:pt x="355" y="262"/>
                    </a:cubicBezTo>
                    <a:cubicBezTo>
                      <a:pt x="356" y="256"/>
                      <a:pt x="356" y="256"/>
                      <a:pt x="356" y="256"/>
                    </a:cubicBezTo>
                    <a:cubicBezTo>
                      <a:pt x="356" y="256"/>
                      <a:pt x="356" y="256"/>
                      <a:pt x="356" y="256"/>
                    </a:cubicBezTo>
                    <a:cubicBezTo>
                      <a:pt x="356" y="256"/>
                      <a:pt x="356" y="256"/>
                      <a:pt x="356" y="256"/>
                    </a:cubicBezTo>
                    <a:cubicBezTo>
                      <a:pt x="356" y="256"/>
                      <a:pt x="356" y="256"/>
                      <a:pt x="356" y="256"/>
                    </a:cubicBezTo>
                    <a:cubicBezTo>
                      <a:pt x="358" y="253"/>
                      <a:pt x="358" y="253"/>
                      <a:pt x="358" y="253"/>
                    </a:cubicBezTo>
                    <a:cubicBezTo>
                      <a:pt x="358" y="251"/>
                      <a:pt x="358" y="251"/>
                      <a:pt x="358" y="251"/>
                    </a:cubicBezTo>
                    <a:cubicBezTo>
                      <a:pt x="356" y="244"/>
                      <a:pt x="356" y="244"/>
                      <a:pt x="356" y="244"/>
                    </a:cubicBezTo>
                    <a:cubicBezTo>
                      <a:pt x="350" y="239"/>
                      <a:pt x="350" y="239"/>
                      <a:pt x="350" y="239"/>
                    </a:cubicBezTo>
                    <a:cubicBezTo>
                      <a:pt x="350" y="238"/>
                      <a:pt x="350" y="238"/>
                      <a:pt x="350" y="238"/>
                    </a:cubicBezTo>
                    <a:cubicBezTo>
                      <a:pt x="349" y="222"/>
                      <a:pt x="349" y="222"/>
                      <a:pt x="349" y="222"/>
                    </a:cubicBezTo>
                    <a:cubicBezTo>
                      <a:pt x="345" y="218"/>
                      <a:pt x="345" y="218"/>
                      <a:pt x="345" y="218"/>
                    </a:cubicBezTo>
                    <a:cubicBezTo>
                      <a:pt x="344" y="218"/>
                      <a:pt x="344" y="218"/>
                      <a:pt x="344" y="218"/>
                    </a:cubicBezTo>
                    <a:cubicBezTo>
                      <a:pt x="344" y="217"/>
                      <a:pt x="344" y="217"/>
                      <a:pt x="344" y="217"/>
                    </a:cubicBezTo>
                    <a:cubicBezTo>
                      <a:pt x="344" y="217"/>
                      <a:pt x="344" y="217"/>
                      <a:pt x="344" y="217"/>
                    </a:cubicBezTo>
                    <a:cubicBezTo>
                      <a:pt x="341" y="210"/>
                      <a:pt x="341" y="210"/>
                      <a:pt x="341" y="210"/>
                    </a:cubicBezTo>
                    <a:cubicBezTo>
                      <a:pt x="326" y="208"/>
                      <a:pt x="326" y="208"/>
                      <a:pt x="326" y="208"/>
                    </a:cubicBezTo>
                    <a:cubicBezTo>
                      <a:pt x="323" y="207"/>
                      <a:pt x="320" y="204"/>
                      <a:pt x="319" y="201"/>
                    </a:cubicBezTo>
                    <a:cubicBezTo>
                      <a:pt x="312" y="201"/>
                      <a:pt x="312" y="201"/>
                      <a:pt x="312" y="201"/>
                    </a:cubicBezTo>
                    <a:cubicBezTo>
                      <a:pt x="310" y="200"/>
                      <a:pt x="308" y="199"/>
                      <a:pt x="305" y="196"/>
                    </a:cubicBezTo>
                    <a:cubicBezTo>
                      <a:pt x="304" y="195"/>
                      <a:pt x="304" y="195"/>
                      <a:pt x="304" y="195"/>
                    </a:cubicBezTo>
                    <a:cubicBezTo>
                      <a:pt x="302" y="194"/>
                      <a:pt x="301" y="191"/>
                      <a:pt x="299" y="188"/>
                    </a:cubicBezTo>
                    <a:cubicBezTo>
                      <a:pt x="299" y="188"/>
                      <a:pt x="299" y="188"/>
                      <a:pt x="299" y="188"/>
                    </a:cubicBezTo>
                    <a:cubicBezTo>
                      <a:pt x="299" y="188"/>
                      <a:pt x="299" y="188"/>
                      <a:pt x="299" y="188"/>
                    </a:cubicBezTo>
                    <a:cubicBezTo>
                      <a:pt x="298" y="181"/>
                      <a:pt x="298" y="181"/>
                      <a:pt x="298" y="181"/>
                    </a:cubicBezTo>
                    <a:cubicBezTo>
                      <a:pt x="298" y="181"/>
                      <a:pt x="298" y="181"/>
                      <a:pt x="298" y="181"/>
                    </a:cubicBezTo>
                    <a:cubicBezTo>
                      <a:pt x="298" y="181"/>
                      <a:pt x="298" y="181"/>
                      <a:pt x="298" y="181"/>
                    </a:cubicBezTo>
                    <a:cubicBezTo>
                      <a:pt x="298" y="180"/>
                      <a:pt x="298" y="180"/>
                      <a:pt x="298" y="180"/>
                    </a:cubicBezTo>
                    <a:cubicBezTo>
                      <a:pt x="298" y="180"/>
                      <a:pt x="298" y="180"/>
                      <a:pt x="298" y="180"/>
                    </a:cubicBezTo>
                    <a:cubicBezTo>
                      <a:pt x="300" y="168"/>
                      <a:pt x="300" y="168"/>
                      <a:pt x="300" y="168"/>
                    </a:cubicBezTo>
                    <a:cubicBezTo>
                      <a:pt x="300" y="168"/>
                      <a:pt x="300" y="168"/>
                      <a:pt x="300" y="168"/>
                    </a:cubicBezTo>
                    <a:cubicBezTo>
                      <a:pt x="302" y="162"/>
                      <a:pt x="302" y="162"/>
                      <a:pt x="302" y="162"/>
                    </a:cubicBezTo>
                    <a:cubicBezTo>
                      <a:pt x="302" y="162"/>
                      <a:pt x="302" y="162"/>
                      <a:pt x="302" y="162"/>
                    </a:cubicBezTo>
                    <a:cubicBezTo>
                      <a:pt x="302" y="162"/>
                      <a:pt x="302" y="162"/>
                      <a:pt x="302" y="162"/>
                    </a:cubicBezTo>
                    <a:cubicBezTo>
                      <a:pt x="303" y="162"/>
                      <a:pt x="303" y="162"/>
                      <a:pt x="303" y="162"/>
                    </a:cubicBezTo>
                    <a:cubicBezTo>
                      <a:pt x="318" y="155"/>
                      <a:pt x="318" y="155"/>
                      <a:pt x="318" y="155"/>
                    </a:cubicBezTo>
                    <a:cubicBezTo>
                      <a:pt x="324" y="148"/>
                      <a:pt x="324" y="148"/>
                      <a:pt x="324" y="148"/>
                    </a:cubicBezTo>
                    <a:cubicBezTo>
                      <a:pt x="325" y="142"/>
                      <a:pt x="325" y="142"/>
                      <a:pt x="325" y="142"/>
                    </a:cubicBezTo>
                    <a:cubicBezTo>
                      <a:pt x="324" y="138"/>
                      <a:pt x="324" y="138"/>
                      <a:pt x="324" y="138"/>
                    </a:cubicBezTo>
                    <a:cubicBezTo>
                      <a:pt x="322" y="132"/>
                      <a:pt x="320" y="129"/>
                      <a:pt x="320" y="127"/>
                    </a:cubicBezTo>
                    <a:cubicBezTo>
                      <a:pt x="317" y="128"/>
                      <a:pt x="317" y="128"/>
                      <a:pt x="317" y="128"/>
                    </a:cubicBezTo>
                    <a:cubicBezTo>
                      <a:pt x="312" y="127"/>
                      <a:pt x="312" y="127"/>
                      <a:pt x="312" y="127"/>
                    </a:cubicBezTo>
                    <a:cubicBezTo>
                      <a:pt x="310" y="128"/>
                      <a:pt x="307" y="131"/>
                      <a:pt x="303" y="136"/>
                    </a:cubicBezTo>
                    <a:cubicBezTo>
                      <a:pt x="296" y="143"/>
                      <a:pt x="296" y="143"/>
                      <a:pt x="296" y="143"/>
                    </a:cubicBezTo>
                    <a:cubicBezTo>
                      <a:pt x="296" y="143"/>
                      <a:pt x="296" y="143"/>
                      <a:pt x="296" y="143"/>
                    </a:cubicBezTo>
                    <a:cubicBezTo>
                      <a:pt x="295" y="143"/>
                      <a:pt x="295" y="143"/>
                      <a:pt x="295" y="143"/>
                    </a:cubicBezTo>
                    <a:cubicBezTo>
                      <a:pt x="290" y="144"/>
                      <a:pt x="286" y="145"/>
                      <a:pt x="284" y="144"/>
                    </a:cubicBezTo>
                    <a:lnTo>
                      <a:pt x="271" y="1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îşḻide"/>
              <p:cNvSpPr/>
              <p:nvPr/>
            </p:nvSpPr>
            <p:spPr bwMode="auto">
              <a:xfrm>
                <a:off x="3011" y="1896"/>
                <a:ext cx="218" cy="360"/>
              </a:xfrm>
              <a:custGeom>
                <a:avLst/>
                <a:gdLst>
                  <a:gd name="T0" fmla="*/ 46 w 92"/>
                  <a:gd name="T1" fmla="*/ 29 h 152"/>
                  <a:gd name="T2" fmla="*/ 46 w 92"/>
                  <a:gd name="T3" fmla="*/ 43 h 152"/>
                  <a:gd name="T4" fmla="*/ 42 w 92"/>
                  <a:gd name="T5" fmla="*/ 54 h 152"/>
                  <a:gd name="T6" fmla="*/ 38 w 92"/>
                  <a:gd name="T7" fmla="*/ 62 h 152"/>
                  <a:gd name="T8" fmla="*/ 37 w 92"/>
                  <a:gd name="T9" fmla="*/ 61 h 152"/>
                  <a:gd name="T10" fmla="*/ 22 w 92"/>
                  <a:gd name="T11" fmla="*/ 65 h 152"/>
                  <a:gd name="T12" fmla="*/ 6 w 92"/>
                  <a:gd name="T13" fmla="*/ 67 h 152"/>
                  <a:gd name="T14" fmla="*/ 4 w 92"/>
                  <a:gd name="T15" fmla="*/ 70 h 152"/>
                  <a:gd name="T16" fmla="*/ 19 w 92"/>
                  <a:gd name="T17" fmla="*/ 72 h 152"/>
                  <a:gd name="T18" fmla="*/ 20 w 92"/>
                  <a:gd name="T19" fmla="*/ 72 h 152"/>
                  <a:gd name="T20" fmla="*/ 24 w 92"/>
                  <a:gd name="T21" fmla="*/ 81 h 152"/>
                  <a:gd name="T22" fmla="*/ 30 w 92"/>
                  <a:gd name="T23" fmla="*/ 92 h 152"/>
                  <a:gd name="T24" fmla="*/ 35 w 92"/>
                  <a:gd name="T25" fmla="*/ 108 h 152"/>
                  <a:gd name="T26" fmla="*/ 36 w 92"/>
                  <a:gd name="T27" fmla="*/ 108 h 152"/>
                  <a:gd name="T28" fmla="*/ 38 w 92"/>
                  <a:gd name="T29" fmla="*/ 116 h 152"/>
                  <a:gd name="T30" fmla="*/ 36 w 92"/>
                  <a:gd name="T31" fmla="*/ 124 h 152"/>
                  <a:gd name="T32" fmla="*/ 36 w 92"/>
                  <a:gd name="T33" fmla="*/ 132 h 152"/>
                  <a:gd name="T34" fmla="*/ 50 w 92"/>
                  <a:gd name="T35" fmla="*/ 140 h 152"/>
                  <a:gd name="T36" fmla="*/ 58 w 92"/>
                  <a:gd name="T37" fmla="*/ 151 h 152"/>
                  <a:gd name="T38" fmla="*/ 62 w 92"/>
                  <a:gd name="T39" fmla="*/ 152 h 152"/>
                  <a:gd name="T40" fmla="*/ 61 w 92"/>
                  <a:gd name="T41" fmla="*/ 139 h 152"/>
                  <a:gd name="T42" fmla="*/ 70 w 92"/>
                  <a:gd name="T43" fmla="*/ 134 h 152"/>
                  <a:gd name="T44" fmla="*/ 71 w 92"/>
                  <a:gd name="T45" fmla="*/ 134 h 152"/>
                  <a:gd name="T46" fmla="*/ 72 w 92"/>
                  <a:gd name="T47" fmla="*/ 134 h 152"/>
                  <a:gd name="T48" fmla="*/ 78 w 92"/>
                  <a:gd name="T49" fmla="*/ 133 h 152"/>
                  <a:gd name="T50" fmla="*/ 79 w 92"/>
                  <a:gd name="T51" fmla="*/ 122 h 152"/>
                  <a:gd name="T52" fmla="*/ 74 w 92"/>
                  <a:gd name="T53" fmla="*/ 116 h 152"/>
                  <a:gd name="T54" fmla="*/ 69 w 92"/>
                  <a:gd name="T55" fmla="*/ 116 h 152"/>
                  <a:gd name="T56" fmla="*/ 66 w 92"/>
                  <a:gd name="T57" fmla="*/ 105 h 152"/>
                  <a:gd name="T58" fmla="*/ 68 w 92"/>
                  <a:gd name="T59" fmla="*/ 84 h 152"/>
                  <a:gd name="T60" fmla="*/ 82 w 92"/>
                  <a:gd name="T61" fmla="*/ 80 h 152"/>
                  <a:gd name="T62" fmla="*/ 92 w 92"/>
                  <a:gd name="T63" fmla="*/ 54 h 152"/>
                  <a:gd name="T64" fmla="*/ 84 w 92"/>
                  <a:gd name="T65" fmla="*/ 48 h 152"/>
                  <a:gd name="T66" fmla="*/ 83 w 92"/>
                  <a:gd name="T67" fmla="*/ 48 h 152"/>
                  <a:gd name="T68" fmla="*/ 76 w 92"/>
                  <a:gd name="T69" fmla="*/ 48 h 152"/>
                  <a:gd name="T70" fmla="*/ 72 w 92"/>
                  <a:gd name="T71" fmla="*/ 42 h 152"/>
                  <a:gd name="T72" fmla="*/ 71 w 92"/>
                  <a:gd name="T73" fmla="*/ 42 h 152"/>
                  <a:gd name="T74" fmla="*/ 73 w 92"/>
                  <a:gd name="T75" fmla="*/ 26 h 152"/>
                  <a:gd name="T76" fmla="*/ 76 w 92"/>
                  <a:gd name="T77" fmla="*/ 18 h 152"/>
                  <a:gd name="T78" fmla="*/ 78 w 92"/>
                  <a:gd name="T79" fmla="*/ 10 h 152"/>
                  <a:gd name="T80" fmla="*/ 64 w 92"/>
                  <a:gd name="T81" fmla="*/ 0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2" h="152">
                    <a:moveTo>
                      <a:pt x="54" y="9"/>
                    </a:move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3"/>
                      <a:pt x="46" y="43"/>
                      <a:pt x="46" y="43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2" y="54"/>
                      <a:pt x="42" y="54"/>
                      <a:pt x="42" y="54"/>
                    </a:cubicBezTo>
                    <a:cubicBezTo>
                      <a:pt x="42" y="57"/>
                      <a:pt x="41" y="60"/>
                      <a:pt x="38" y="61"/>
                    </a:cubicBezTo>
                    <a:cubicBezTo>
                      <a:pt x="38" y="62"/>
                      <a:pt x="38" y="62"/>
                      <a:pt x="38" y="62"/>
                    </a:cubicBezTo>
                    <a:cubicBezTo>
                      <a:pt x="37" y="62"/>
                      <a:pt x="37" y="62"/>
                      <a:pt x="37" y="62"/>
                    </a:cubicBezTo>
                    <a:cubicBezTo>
                      <a:pt x="37" y="61"/>
                      <a:pt x="37" y="61"/>
                      <a:pt x="37" y="61"/>
                    </a:cubicBezTo>
                    <a:cubicBezTo>
                      <a:pt x="27" y="60"/>
                      <a:pt x="27" y="60"/>
                      <a:pt x="27" y="60"/>
                    </a:cubicBezTo>
                    <a:cubicBezTo>
                      <a:pt x="22" y="65"/>
                      <a:pt x="22" y="65"/>
                      <a:pt x="22" y="65"/>
                    </a:cubicBezTo>
                    <a:cubicBezTo>
                      <a:pt x="6" y="67"/>
                      <a:pt x="6" y="67"/>
                      <a:pt x="6" y="67"/>
                    </a:cubicBezTo>
                    <a:cubicBezTo>
                      <a:pt x="6" y="67"/>
                      <a:pt x="6" y="67"/>
                      <a:pt x="6" y="67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4" y="70"/>
                      <a:pt x="4" y="70"/>
                      <a:pt x="4" y="70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9" y="72"/>
                      <a:pt x="19" y="72"/>
                      <a:pt x="19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4" y="81"/>
                      <a:pt x="24" y="81"/>
                      <a:pt x="24" y="81"/>
                    </a:cubicBezTo>
                    <a:cubicBezTo>
                      <a:pt x="28" y="84"/>
                      <a:pt x="28" y="84"/>
                      <a:pt x="28" y="84"/>
                    </a:cubicBezTo>
                    <a:cubicBezTo>
                      <a:pt x="29" y="86"/>
                      <a:pt x="30" y="88"/>
                      <a:pt x="30" y="92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35" y="108"/>
                      <a:pt x="35" y="108"/>
                      <a:pt x="35" y="108"/>
                    </a:cubicBezTo>
                    <a:cubicBezTo>
                      <a:pt x="36" y="108"/>
                      <a:pt x="36" y="108"/>
                      <a:pt x="36" y="108"/>
                    </a:cubicBezTo>
                    <a:cubicBezTo>
                      <a:pt x="36" y="108"/>
                      <a:pt x="36" y="108"/>
                      <a:pt x="36" y="108"/>
                    </a:cubicBezTo>
                    <a:cubicBezTo>
                      <a:pt x="36" y="108"/>
                      <a:pt x="36" y="108"/>
                      <a:pt x="36" y="108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8" y="120"/>
                      <a:pt x="38" y="120"/>
                      <a:pt x="38" y="120"/>
                    </a:cubicBezTo>
                    <a:cubicBezTo>
                      <a:pt x="36" y="124"/>
                      <a:pt x="36" y="124"/>
                      <a:pt x="36" y="124"/>
                    </a:cubicBezTo>
                    <a:cubicBezTo>
                      <a:pt x="35" y="128"/>
                      <a:pt x="35" y="128"/>
                      <a:pt x="35" y="128"/>
                    </a:cubicBezTo>
                    <a:cubicBezTo>
                      <a:pt x="36" y="132"/>
                      <a:pt x="36" y="132"/>
                      <a:pt x="36" y="132"/>
                    </a:cubicBezTo>
                    <a:cubicBezTo>
                      <a:pt x="41" y="135"/>
                      <a:pt x="41" y="135"/>
                      <a:pt x="41" y="135"/>
                    </a:cubicBezTo>
                    <a:cubicBezTo>
                      <a:pt x="46" y="137"/>
                      <a:pt x="49" y="138"/>
                      <a:pt x="50" y="140"/>
                    </a:cubicBezTo>
                    <a:cubicBezTo>
                      <a:pt x="53" y="146"/>
                      <a:pt x="53" y="146"/>
                      <a:pt x="53" y="146"/>
                    </a:cubicBezTo>
                    <a:cubicBezTo>
                      <a:pt x="56" y="148"/>
                      <a:pt x="58" y="150"/>
                      <a:pt x="58" y="151"/>
                    </a:cubicBezTo>
                    <a:cubicBezTo>
                      <a:pt x="62" y="152"/>
                      <a:pt x="62" y="152"/>
                      <a:pt x="62" y="152"/>
                    </a:cubicBezTo>
                    <a:cubicBezTo>
                      <a:pt x="62" y="152"/>
                      <a:pt x="62" y="152"/>
                      <a:pt x="62" y="152"/>
                    </a:cubicBezTo>
                    <a:cubicBezTo>
                      <a:pt x="61" y="144"/>
                      <a:pt x="61" y="144"/>
                      <a:pt x="61" y="144"/>
                    </a:cubicBezTo>
                    <a:cubicBezTo>
                      <a:pt x="60" y="142"/>
                      <a:pt x="60" y="140"/>
                      <a:pt x="61" y="139"/>
                    </a:cubicBezTo>
                    <a:cubicBezTo>
                      <a:pt x="62" y="138"/>
                      <a:pt x="63" y="137"/>
                      <a:pt x="64" y="136"/>
                    </a:cubicBezTo>
                    <a:cubicBezTo>
                      <a:pt x="70" y="134"/>
                      <a:pt x="70" y="134"/>
                      <a:pt x="70" y="134"/>
                    </a:cubicBezTo>
                    <a:cubicBezTo>
                      <a:pt x="70" y="134"/>
                      <a:pt x="70" y="134"/>
                      <a:pt x="70" y="134"/>
                    </a:cubicBezTo>
                    <a:cubicBezTo>
                      <a:pt x="71" y="134"/>
                      <a:pt x="71" y="134"/>
                      <a:pt x="71" y="134"/>
                    </a:cubicBezTo>
                    <a:cubicBezTo>
                      <a:pt x="71" y="134"/>
                      <a:pt x="71" y="134"/>
                      <a:pt x="71" y="134"/>
                    </a:cubicBezTo>
                    <a:cubicBezTo>
                      <a:pt x="72" y="134"/>
                      <a:pt x="72" y="134"/>
                      <a:pt x="72" y="134"/>
                    </a:cubicBezTo>
                    <a:cubicBezTo>
                      <a:pt x="74" y="135"/>
                      <a:pt x="74" y="135"/>
                      <a:pt x="74" y="135"/>
                    </a:cubicBezTo>
                    <a:cubicBezTo>
                      <a:pt x="78" y="133"/>
                      <a:pt x="78" y="133"/>
                      <a:pt x="78" y="133"/>
                    </a:cubicBezTo>
                    <a:cubicBezTo>
                      <a:pt x="78" y="132"/>
                      <a:pt x="78" y="132"/>
                      <a:pt x="78" y="132"/>
                    </a:cubicBezTo>
                    <a:cubicBezTo>
                      <a:pt x="79" y="122"/>
                      <a:pt x="79" y="122"/>
                      <a:pt x="79" y="122"/>
                    </a:cubicBezTo>
                    <a:cubicBezTo>
                      <a:pt x="77" y="118"/>
                      <a:pt x="77" y="118"/>
                      <a:pt x="77" y="118"/>
                    </a:cubicBezTo>
                    <a:cubicBezTo>
                      <a:pt x="74" y="116"/>
                      <a:pt x="74" y="116"/>
                      <a:pt x="74" y="116"/>
                    </a:cubicBezTo>
                    <a:cubicBezTo>
                      <a:pt x="70" y="116"/>
                      <a:pt x="70" y="116"/>
                      <a:pt x="70" y="116"/>
                    </a:cubicBezTo>
                    <a:cubicBezTo>
                      <a:pt x="69" y="116"/>
                      <a:pt x="69" y="116"/>
                      <a:pt x="69" y="116"/>
                    </a:cubicBezTo>
                    <a:cubicBezTo>
                      <a:pt x="68" y="115"/>
                      <a:pt x="68" y="115"/>
                      <a:pt x="68" y="115"/>
                    </a:cubicBezTo>
                    <a:cubicBezTo>
                      <a:pt x="66" y="105"/>
                      <a:pt x="66" y="105"/>
                      <a:pt x="66" y="105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74" y="75"/>
                      <a:pt x="74" y="75"/>
                      <a:pt x="74" y="75"/>
                    </a:cubicBezTo>
                    <a:cubicBezTo>
                      <a:pt x="82" y="80"/>
                      <a:pt x="82" y="80"/>
                      <a:pt x="82" y="80"/>
                    </a:cubicBezTo>
                    <a:cubicBezTo>
                      <a:pt x="88" y="80"/>
                      <a:pt x="88" y="80"/>
                      <a:pt x="88" y="80"/>
                    </a:cubicBezTo>
                    <a:cubicBezTo>
                      <a:pt x="92" y="54"/>
                      <a:pt x="92" y="54"/>
                      <a:pt x="92" y="54"/>
                    </a:cubicBezTo>
                    <a:cubicBezTo>
                      <a:pt x="90" y="51"/>
                      <a:pt x="89" y="49"/>
                      <a:pt x="87" y="48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4" y="48"/>
                      <a:pt x="84" y="48"/>
                      <a:pt x="84" y="48"/>
                    </a:cubicBezTo>
                    <a:cubicBezTo>
                      <a:pt x="83" y="48"/>
                      <a:pt x="83" y="48"/>
                      <a:pt x="83" y="48"/>
                    </a:cubicBezTo>
                    <a:cubicBezTo>
                      <a:pt x="77" y="49"/>
                      <a:pt x="77" y="49"/>
                      <a:pt x="77" y="49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76" y="48"/>
                      <a:pt x="76" y="48"/>
                      <a:pt x="76" y="48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72" y="42"/>
                      <a:pt x="72" y="42"/>
                      <a:pt x="72" y="42"/>
                    </a:cubicBezTo>
                    <a:cubicBezTo>
                      <a:pt x="71" y="42"/>
                      <a:pt x="71" y="42"/>
                      <a:pt x="71" y="42"/>
                    </a:cubicBezTo>
                    <a:cubicBezTo>
                      <a:pt x="71" y="32"/>
                      <a:pt x="71" y="32"/>
                      <a:pt x="71" y="32"/>
                    </a:cubicBezTo>
                    <a:cubicBezTo>
                      <a:pt x="73" y="26"/>
                      <a:pt x="73" y="26"/>
                      <a:pt x="73" y="26"/>
                    </a:cubicBezTo>
                    <a:cubicBezTo>
                      <a:pt x="74" y="24"/>
                      <a:pt x="74" y="24"/>
                      <a:pt x="74" y="24"/>
                    </a:cubicBezTo>
                    <a:cubicBezTo>
                      <a:pt x="74" y="22"/>
                      <a:pt x="75" y="20"/>
                      <a:pt x="76" y="18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10"/>
                      <a:pt x="78" y="10"/>
                      <a:pt x="78" y="10"/>
                    </a:cubicBezTo>
                    <a:cubicBezTo>
                      <a:pt x="72" y="4"/>
                      <a:pt x="72" y="4"/>
                      <a:pt x="72" y="4"/>
                    </a:cubicBezTo>
                    <a:cubicBezTo>
                      <a:pt x="64" y="0"/>
                      <a:pt x="64" y="0"/>
                      <a:pt x="64" y="0"/>
                    </a:cubicBezTo>
                    <a:lnTo>
                      <a:pt x="54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ïSľiḍé"/>
              <p:cNvSpPr/>
              <p:nvPr/>
            </p:nvSpPr>
            <p:spPr bwMode="auto">
              <a:xfrm>
                <a:off x="949" y="950"/>
                <a:ext cx="1544" cy="1166"/>
              </a:xfrm>
              <a:custGeom>
                <a:avLst/>
                <a:gdLst>
                  <a:gd name="T0" fmla="*/ 639 w 652"/>
                  <a:gd name="T1" fmla="*/ 228 h 493"/>
                  <a:gd name="T2" fmla="*/ 612 w 652"/>
                  <a:gd name="T3" fmla="*/ 204 h 493"/>
                  <a:gd name="T4" fmla="*/ 596 w 652"/>
                  <a:gd name="T5" fmla="*/ 184 h 493"/>
                  <a:gd name="T6" fmla="*/ 520 w 652"/>
                  <a:gd name="T7" fmla="*/ 166 h 493"/>
                  <a:gd name="T8" fmla="*/ 524 w 652"/>
                  <a:gd name="T9" fmla="*/ 90 h 493"/>
                  <a:gd name="T10" fmla="*/ 470 w 652"/>
                  <a:gd name="T11" fmla="*/ 25 h 493"/>
                  <a:gd name="T12" fmla="*/ 443 w 652"/>
                  <a:gd name="T13" fmla="*/ 7 h 493"/>
                  <a:gd name="T14" fmla="*/ 401 w 652"/>
                  <a:gd name="T15" fmla="*/ 61 h 493"/>
                  <a:gd name="T16" fmla="*/ 309 w 652"/>
                  <a:gd name="T17" fmla="*/ 112 h 493"/>
                  <a:gd name="T18" fmla="*/ 291 w 652"/>
                  <a:gd name="T19" fmla="*/ 115 h 493"/>
                  <a:gd name="T20" fmla="*/ 237 w 652"/>
                  <a:gd name="T21" fmla="*/ 110 h 493"/>
                  <a:gd name="T22" fmla="*/ 245 w 652"/>
                  <a:gd name="T23" fmla="*/ 168 h 493"/>
                  <a:gd name="T24" fmla="*/ 234 w 652"/>
                  <a:gd name="T25" fmla="*/ 198 h 493"/>
                  <a:gd name="T26" fmla="*/ 226 w 652"/>
                  <a:gd name="T27" fmla="*/ 196 h 493"/>
                  <a:gd name="T28" fmla="*/ 202 w 652"/>
                  <a:gd name="T29" fmla="*/ 224 h 493"/>
                  <a:gd name="T30" fmla="*/ 165 w 652"/>
                  <a:gd name="T31" fmla="*/ 234 h 493"/>
                  <a:gd name="T32" fmla="*/ 92 w 652"/>
                  <a:gd name="T33" fmla="*/ 253 h 493"/>
                  <a:gd name="T34" fmla="*/ 53 w 652"/>
                  <a:gd name="T35" fmla="*/ 247 h 493"/>
                  <a:gd name="T36" fmla="*/ 33 w 652"/>
                  <a:gd name="T37" fmla="*/ 240 h 493"/>
                  <a:gd name="T38" fmla="*/ 5 w 652"/>
                  <a:gd name="T39" fmla="*/ 284 h 493"/>
                  <a:gd name="T40" fmla="*/ 27 w 652"/>
                  <a:gd name="T41" fmla="*/ 303 h 493"/>
                  <a:gd name="T42" fmla="*/ 21 w 652"/>
                  <a:gd name="T43" fmla="*/ 356 h 493"/>
                  <a:gd name="T44" fmla="*/ 21 w 652"/>
                  <a:gd name="T45" fmla="*/ 367 h 493"/>
                  <a:gd name="T46" fmla="*/ 60 w 652"/>
                  <a:gd name="T47" fmla="*/ 417 h 493"/>
                  <a:gd name="T48" fmla="*/ 85 w 652"/>
                  <a:gd name="T49" fmla="*/ 443 h 493"/>
                  <a:gd name="T50" fmla="*/ 105 w 652"/>
                  <a:gd name="T51" fmla="*/ 490 h 493"/>
                  <a:gd name="T52" fmla="*/ 130 w 652"/>
                  <a:gd name="T53" fmla="*/ 493 h 493"/>
                  <a:gd name="T54" fmla="*/ 145 w 652"/>
                  <a:gd name="T55" fmla="*/ 466 h 493"/>
                  <a:gd name="T56" fmla="*/ 165 w 652"/>
                  <a:gd name="T57" fmla="*/ 468 h 493"/>
                  <a:gd name="T58" fmla="*/ 230 w 652"/>
                  <a:gd name="T59" fmla="*/ 465 h 493"/>
                  <a:gd name="T60" fmla="*/ 251 w 652"/>
                  <a:gd name="T61" fmla="*/ 480 h 493"/>
                  <a:gd name="T62" fmla="*/ 285 w 652"/>
                  <a:gd name="T63" fmla="*/ 480 h 493"/>
                  <a:gd name="T64" fmla="*/ 360 w 652"/>
                  <a:gd name="T65" fmla="*/ 470 h 493"/>
                  <a:gd name="T66" fmla="*/ 413 w 652"/>
                  <a:gd name="T67" fmla="*/ 472 h 493"/>
                  <a:gd name="T68" fmla="*/ 446 w 652"/>
                  <a:gd name="T69" fmla="*/ 484 h 493"/>
                  <a:gd name="T70" fmla="*/ 473 w 652"/>
                  <a:gd name="T71" fmla="*/ 491 h 493"/>
                  <a:gd name="T72" fmla="*/ 469 w 652"/>
                  <a:gd name="T73" fmla="*/ 470 h 493"/>
                  <a:gd name="T74" fmla="*/ 477 w 652"/>
                  <a:gd name="T75" fmla="*/ 460 h 493"/>
                  <a:gd name="T76" fmla="*/ 479 w 652"/>
                  <a:gd name="T77" fmla="*/ 446 h 493"/>
                  <a:gd name="T78" fmla="*/ 461 w 652"/>
                  <a:gd name="T79" fmla="*/ 428 h 493"/>
                  <a:gd name="T80" fmla="*/ 462 w 652"/>
                  <a:gd name="T81" fmla="*/ 414 h 493"/>
                  <a:gd name="T82" fmla="*/ 494 w 652"/>
                  <a:gd name="T83" fmla="*/ 396 h 493"/>
                  <a:gd name="T84" fmla="*/ 527 w 652"/>
                  <a:gd name="T85" fmla="*/ 390 h 493"/>
                  <a:gd name="T86" fmla="*/ 544 w 652"/>
                  <a:gd name="T87" fmla="*/ 375 h 493"/>
                  <a:gd name="T88" fmla="*/ 545 w 652"/>
                  <a:gd name="T89" fmla="*/ 367 h 493"/>
                  <a:gd name="T90" fmla="*/ 547 w 652"/>
                  <a:gd name="T91" fmla="*/ 343 h 493"/>
                  <a:gd name="T92" fmla="*/ 585 w 652"/>
                  <a:gd name="T93" fmla="*/ 314 h 493"/>
                  <a:gd name="T94" fmla="*/ 603 w 652"/>
                  <a:gd name="T95" fmla="*/ 302 h 493"/>
                  <a:gd name="T96" fmla="*/ 635 w 652"/>
                  <a:gd name="T97" fmla="*/ 294 h 493"/>
                  <a:gd name="T98" fmla="*/ 648 w 652"/>
                  <a:gd name="T99" fmla="*/ 281 h 493"/>
                  <a:gd name="T100" fmla="*/ 651 w 652"/>
                  <a:gd name="T101" fmla="*/ 266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52" h="493">
                    <a:moveTo>
                      <a:pt x="651" y="265"/>
                    </a:moveTo>
                    <a:cubicBezTo>
                      <a:pt x="652" y="265"/>
                      <a:pt x="652" y="265"/>
                      <a:pt x="652" y="265"/>
                    </a:cubicBezTo>
                    <a:cubicBezTo>
                      <a:pt x="652" y="265"/>
                      <a:pt x="652" y="265"/>
                      <a:pt x="652" y="265"/>
                    </a:cubicBezTo>
                    <a:cubicBezTo>
                      <a:pt x="652" y="264"/>
                      <a:pt x="652" y="264"/>
                      <a:pt x="652" y="264"/>
                    </a:cubicBezTo>
                    <a:cubicBezTo>
                      <a:pt x="639" y="228"/>
                      <a:pt x="639" y="228"/>
                      <a:pt x="639" y="228"/>
                    </a:cubicBezTo>
                    <a:cubicBezTo>
                      <a:pt x="631" y="222"/>
                      <a:pt x="631" y="222"/>
                      <a:pt x="631" y="222"/>
                    </a:cubicBezTo>
                    <a:cubicBezTo>
                      <a:pt x="631" y="221"/>
                      <a:pt x="631" y="221"/>
                      <a:pt x="631" y="221"/>
                    </a:cubicBezTo>
                    <a:cubicBezTo>
                      <a:pt x="629" y="206"/>
                      <a:pt x="629" y="206"/>
                      <a:pt x="629" y="206"/>
                    </a:cubicBezTo>
                    <a:cubicBezTo>
                      <a:pt x="613" y="204"/>
                      <a:pt x="613" y="204"/>
                      <a:pt x="613" y="204"/>
                    </a:cubicBezTo>
                    <a:cubicBezTo>
                      <a:pt x="612" y="204"/>
                      <a:pt x="612" y="204"/>
                      <a:pt x="612" y="204"/>
                    </a:cubicBezTo>
                    <a:cubicBezTo>
                      <a:pt x="611" y="204"/>
                      <a:pt x="611" y="204"/>
                      <a:pt x="611" y="204"/>
                    </a:cubicBezTo>
                    <a:cubicBezTo>
                      <a:pt x="611" y="203"/>
                      <a:pt x="611" y="203"/>
                      <a:pt x="611" y="203"/>
                    </a:cubicBezTo>
                    <a:cubicBezTo>
                      <a:pt x="611" y="202"/>
                      <a:pt x="611" y="202"/>
                      <a:pt x="611" y="202"/>
                    </a:cubicBezTo>
                    <a:cubicBezTo>
                      <a:pt x="611" y="202"/>
                      <a:pt x="611" y="202"/>
                      <a:pt x="611" y="202"/>
                    </a:cubicBezTo>
                    <a:cubicBezTo>
                      <a:pt x="609" y="196"/>
                      <a:pt x="604" y="190"/>
                      <a:pt x="596" y="184"/>
                    </a:cubicBezTo>
                    <a:cubicBezTo>
                      <a:pt x="591" y="180"/>
                      <a:pt x="587" y="178"/>
                      <a:pt x="583" y="177"/>
                    </a:cubicBezTo>
                    <a:cubicBezTo>
                      <a:pt x="581" y="176"/>
                      <a:pt x="578" y="174"/>
                      <a:pt x="576" y="173"/>
                    </a:cubicBezTo>
                    <a:cubicBezTo>
                      <a:pt x="571" y="169"/>
                      <a:pt x="553" y="166"/>
                      <a:pt x="521" y="166"/>
                    </a:cubicBezTo>
                    <a:cubicBezTo>
                      <a:pt x="520" y="166"/>
                      <a:pt x="520" y="166"/>
                      <a:pt x="520" y="166"/>
                    </a:cubicBezTo>
                    <a:cubicBezTo>
                      <a:pt x="520" y="166"/>
                      <a:pt x="520" y="166"/>
                      <a:pt x="520" y="166"/>
                    </a:cubicBezTo>
                    <a:cubicBezTo>
                      <a:pt x="516" y="160"/>
                      <a:pt x="516" y="160"/>
                      <a:pt x="516" y="160"/>
                    </a:cubicBezTo>
                    <a:cubicBezTo>
                      <a:pt x="515" y="156"/>
                      <a:pt x="513" y="153"/>
                      <a:pt x="513" y="150"/>
                    </a:cubicBezTo>
                    <a:cubicBezTo>
                      <a:pt x="513" y="145"/>
                      <a:pt x="518" y="131"/>
                      <a:pt x="529" y="107"/>
                    </a:cubicBezTo>
                    <a:cubicBezTo>
                      <a:pt x="524" y="90"/>
                      <a:pt x="524" y="90"/>
                      <a:pt x="524" y="90"/>
                    </a:cubicBezTo>
                    <a:cubicBezTo>
                      <a:pt x="524" y="90"/>
                      <a:pt x="524" y="90"/>
                      <a:pt x="524" y="90"/>
                    </a:cubicBezTo>
                    <a:cubicBezTo>
                      <a:pt x="518" y="62"/>
                      <a:pt x="518" y="62"/>
                      <a:pt x="518" y="62"/>
                    </a:cubicBezTo>
                    <a:cubicBezTo>
                      <a:pt x="517" y="58"/>
                      <a:pt x="510" y="54"/>
                      <a:pt x="498" y="50"/>
                    </a:cubicBezTo>
                    <a:cubicBezTo>
                      <a:pt x="496" y="50"/>
                      <a:pt x="493" y="49"/>
                      <a:pt x="491" y="47"/>
                    </a:cubicBezTo>
                    <a:cubicBezTo>
                      <a:pt x="487" y="45"/>
                      <a:pt x="483" y="42"/>
                      <a:pt x="482" y="37"/>
                    </a:cubicBezTo>
                    <a:cubicBezTo>
                      <a:pt x="479" y="32"/>
                      <a:pt x="475" y="28"/>
                      <a:pt x="470" y="25"/>
                    </a:cubicBezTo>
                    <a:cubicBezTo>
                      <a:pt x="469" y="25"/>
                      <a:pt x="469" y="25"/>
                      <a:pt x="469" y="25"/>
                    </a:cubicBezTo>
                    <a:cubicBezTo>
                      <a:pt x="469" y="24"/>
                      <a:pt x="469" y="24"/>
                      <a:pt x="469" y="24"/>
                    </a:cubicBezTo>
                    <a:cubicBezTo>
                      <a:pt x="464" y="0"/>
                      <a:pt x="464" y="0"/>
                      <a:pt x="464" y="0"/>
                    </a:cubicBezTo>
                    <a:cubicBezTo>
                      <a:pt x="445" y="2"/>
                      <a:pt x="445" y="2"/>
                      <a:pt x="445" y="2"/>
                    </a:cubicBezTo>
                    <a:cubicBezTo>
                      <a:pt x="443" y="7"/>
                      <a:pt x="443" y="7"/>
                      <a:pt x="443" y="7"/>
                    </a:cubicBezTo>
                    <a:cubicBezTo>
                      <a:pt x="441" y="15"/>
                      <a:pt x="438" y="19"/>
                      <a:pt x="435" y="19"/>
                    </a:cubicBezTo>
                    <a:cubicBezTo>
                      <a:pt x="423" y="23"/>
                      <a:pt x="423" y="23"/>
                      <a:pt x="423" y="23"/>
                    </a:cubicBezTo>
                    <a:cubicBezTo>
                      <a:pt x="415" y="26"/>
                      <a:pt x="411" y="29"/>
                      <a:pt x="408" y="33"/>
                    </a:cubicBezTo>
                    <a:cubicBezTo>
                      <a:pt x="407" y="34"/>
                      <a:pt x="406" y="39"/>
                      <a:pt x="405" y="46"/>
                    </a:cubicBezTo>
                    <a:cubicBezTo>
                      <a:pt x="404" y="53"/>
                      <a:pt x="403" y="58"/>
                      <a:pt x="401" y="61"/>
                    </a:cubicBezTo>
                    <a:cubicBezTo>
                      <a:pt x="399" y="66"/>
                      <a:pt x="395" y="70"/>
                      <a:pt x="389" y="72"/>
                    </a:cubicBezTo>
                    <a:cubicBezTo>
                      <a:pt x="379" y="76"/>
                      <a:pt x="361" y="70"/>
                      <a:pt x="337" y="52"/>
                    </a:cubicBezTo>
                    <a:cubicBezTo>
                      <a:pt x="304" y="94"/>
                      <a:pt x="304" y="94"/>
                      <a:pt x="304" y="94"/>
                    </a:cubicBezTo>
                    <a:cubicBezTo>
                      <a:pt x="308" y="112"/>
                      <a:pt x="308" y="112"/>
                      <a:pt x="308" y="112"/>
                    </a:cubicBezTo>
                    <a:cubicBezTo>
                      <a:pt x="309" y="112"/>
                      <a:pt x="309" y="112"/>
                      <a:pt x="309" y="112"/>
                    </a:cubicBezTo>
                    <a:cubicBezTo>
                      <a:pt x="309" y="112"/>
                      <a:pt x="309" y="112"/>
                      <a:pt x="309" y="112"/>
                    </a:cubicBezTo>
                    <a:cubicBezTo>
                      <a:pt x="308" y="113"/>
                      <a:pt x="308" y="113"/>
                      <a:pt x="308" y="113"/>
                    </a:cubicBezTo>
                    <a:cubicBezTo>
                      <a:pt x="308" y="113"/>
                      <a:pt x="308" y="113"/>
                      <a:pt x="308" y="113"/>
                    </a:cubicBezTo>
                    <a:cubicBezTo>
                      <a:pt x="307" y="116"/>
                      <a:pt x="304" y="117"/>
                      <a:pt x="301" y="118"/>
                    </a:cubicBezTo>
                    <a:cubicBezTo>
                      <a:pt x="298" y="118"/>
                      <a:pt x="295" y="117"/>
                      <a:pt x="291" y="115"/>
                    </a:cubicBezTo>
                    <a:cubicBezTo>
                      <a:pt x="288" y="112"/>
                      <a:pt x="279" y="110"/>
                      <a:pt x="264" y="110"/>
                    </a:cubicBezTo>
                    <a:cubicBezTo>
                      <a:pt x="257" y="109"/>
                      <a:pt x="257" y="109"/>
                      <a:pt x="257" y="109"/>
                    </a:cubicBezTo>
                    <a:cubicBezTo>
                      <a:pt x="257" y="109"/>
                      <a:pt x="257" y="109"/>
                      <a:pt x="257" y="109"/>
                    </a:cubicBezTo>
                    <a:cubicBezTo>
                      <a:pt x="247" y="108"/>
                      <a:pt x="247" y="108"/>
                      <a:pt x="247" y="108"/>
                    </a:cubicBezTo>
                    <a:cubicBezTo>
                      <a:pt x="237" y="110"/>
                      <a:pt x="237" y="110"/>
                      <a:pt x="237" y="110"/>
                    </a:cubicBezTo>
                    <a:cubicBezTo>
                      <a:pt x="241" y="117"/>
                      <a:pt x="241" y="117"/>
                      <a:pt x="241" y="117"/>
                    </a:cubicBezTo>
                    <a:cubicBezTo>
                      <a:pt x="245" y="122"/>
                      <a:pt x="247" y="126"/>
                      <a:pt x="247" y="128"/>
                    </a:cubicBezTo>
                    <a:cubicBezTo>
                      <a:pt x="242" y="154"/>
                      <a:pt x="242" y="154"/>
                      <a:pt x="242" y="154"/>
                    </a:cubicBezTo>
                    <a:cubicBezTo>
                      <a:pt x="244" y="168"/>
                      <a:pt x="244" y="168"/>
                      <a:pt x="244" y="168"/>
                    </a:cubicBezTo>
                    <a:cubicBezTo>
                      <a:pt x="245" y="168"/>
                      <a:pt x="245" y="168"/>
                      <a:pt x="245" y="168"/>
                    </a:cubicBezTo>
                    <a:cubicBezTo>
                      <a:pt x="245" y="168"/>
                      <a:pt x="245" y="168"/>
                      <a:pt x="245" y="168"/>
                    </a:cubicBezTo>
                    <a:cubicBezTo>
                      <a:pt x="244" y="168"/>
                      <a:pt x="244" y="168"/>
                      <a:pt x="244" y="168"/>
                    </a:cubicBezTo>
                    <a:cubicBezTo>
                      <a:pt x="244" y="168"/>
                      <a:pt x="244" y="168"/>
                      <a:pt x="244" y="168"/>
                    </a:cubicBezTo>
                    <a:cubicBezTo>
                      <a:pt x="236" y="194"/>
                      <a:pt x="236" y="194"/>
                      <a:pt x="236" y="194"/>
                    </a:cubicBezTo>
                    <a:cubicBezTo>
                      <a:pt x="236" y="197"/>
                      <a:pt x="235" y="198"/>
                      <a:pt x="234" y="198"/>
                    </a:cubicBezTo>
                    <a:cubicBezTo>
                      <a:pt x="233" y="198"/>
                      <a:pt x="233" y="198"/>
                      <a:pt x="233" y="198"/>
                    </a:cubicBezTo>
                    <a:cubicBezTo>
                      <a:pt x="233" y="197"/>
                      <a:pt x="233" y="197"/>
                      <a:pt x="233" y="197"/>
                    </a:cubicBezTo>
                    <a:cubicBezTo>
                      <a:pt x="232" y="195"/>
                      <a:pt x="232" y="195"/>
                      <a:pt x="232" y="195"/>
                    </a:cubicBezTo>
                    <a:cubicBezTo>
                      <a:pt x="231" y="192"/>
                      <a:pt x="230" y="190"/>
                      <a:pt x="229" y="191"/>
                    </a:cubicBezTo>
                    <a:cubicBezTo>
                      <a:pt x="228" y="191"/>
                      <a:pt x="227" y="193"/>
                      <a:pt x="226" y="196"/>
                    </a:cubicBezTo>
                    <a:cubicBezTo>
                      <a:pt x="225" y="204"/>
                      <a:pt x="220" y="210"/>
                      <a:pt x="213" y="216"/>
                    </a:cubicBezTo>
                    <a:cubicBezTo>
                      <a:pt x="206" y="222"/>
                      <a:pt x="206" y="222"/>
                      <a:pt x="206" y="222"/>
                    </a:cubicBezTo>
                    <a:cubicBezTo>
                      <a:pt x="203" y="224"/>
                      <a:pt x="203" y="224"/>
                      <a:pt x="203" y="224"/>
                    </a:cubicBezTo>
                    <a:cubicBezTo>
                      <a:pt x="203" y="224"/>
                      <a:pt x="203" y="224"/>
                      <a:pt x="203" y="224"/>
                    </a:cubicBezTo>
                    <a:cubicBezTo>
                      <a:pt x="202" y="224"/>
                      <a:pt x="202" y="224"/>
                      <a:pt x="202" y="224"/>
                    </a:cubicBezTo>
                    <a:cubicBezTo>
                      <a:pt x="176" y="224"/>
                      <a:pt x="176" y="224"/>
                      <a:pt x="176" y="224"/>
                    </a:cubicBezTo>
                    <a:cubicBezTo>
                      <a:pt x="166" y="234"/>
                      <a:pt x="166" y="234"/>
                      <a:pt x="166" y="234"/>
                    </a:cubicBezTo>
                    <a:cubicBezTo>
                      <a:pt x="166" y="234"/>
                      <a:pt x="166" y="234"/>
                      <a:pt x="166" y="234"/>
                    </a:cubicBezTo>
                    <a:cubicBezTo>
                      <a:pt x="165" y="234"/>
                      <a:pt x="165" y="234"/>
                      <a:pt x="165" y="234"/>
                    </a:cubicBezTo>
                    <a:cubicBezTo>
                      <a:pt x="165" y="234"/>
                      <a:pt x="165" y="234"/>
                      <a:pt x="165" y="234"/>
                    </a:cubicBezTo>
                    <a:cubicBezTo>
                      <a:pt x="137" y="230"/>
                      <a:pt x="137" y="230"/>
                      <a:pt x="137" y="230"/>
                    </a:cubicBezTo>
                    <a:cubicBezTo>
                      <a:pt x="133" y="234"/>
                      <a:pt x="128" y="236"/>
                      <a:pt x="124" y="235"/>
                    </a:cubicBezTo>
                    <a:cubicBezTo>
                      <a:pt x="120" y="234"/>
                      <a:pt x="113" y="236"/>
                      <a:pt x="103" y="239"/>
                    </a:cubicBezTo>
                    <a:cubicBezTo>
                      <a:pt x="92" y="252"/>
                      <a:pt x="92" y="252"/>
                      <a:pt x="92" y="252"/>
                    </a:cubicBezTo>
                    <a:cubicBezTo>
                      <a:pt x="92" y="253"/>
                      <a:pt x="92" y="253"/>
                      <a:pt x="92" y="253"/>
                    </a:cubicBezTo>
                    <a:cubicBezTo>
                      <a:pt x="74" y="254"/>
                      <a:pt x="74" y="254"/>
                      <a:pt x="74" y="254"/>
                    </a:cubicBezTo>
                    <a:cubicBezTo>
                      <a:pt x="74" y="239"/>
                      <a:pt x="74" y="239"/>
                      <a:pt x="74" y="239"/>
                    </a:cubicBezTo>
                    <a:cubicBezTo>
                      <a:pt x="63" y="239"/>
                      <a:pt x="63" y="239"/>
                      <a:pt x="63" y="239"/>
                    </a:cubicBezTo>
                    <a:cubicBezTo>
                      <a:pt x="61" y="245"/>
                      <a:pt x="61" y="245"/>
                      <a:pt x="61" y="245"/>
                    </a:cubicBezTo>
                    <a:cubicBezTo>
                      <a:pt x="53" y="247"/>
                      <a:pt x="53" y="247"/>
                      <a:pt x="53" y="247"/>
                    </a:cubicBezTo>
                    <a:cubicBezTo>
                      <a:pt x="52" y="247"/>
                      <a:pt x="52" y="247"/>
                      <a:pt x="52" y="247"/>
                    </a:cubicBezTo>
                    <a:cubicBezTo>
                      <a:pt x="52" y="247"/>
                      <a:pt x="52" y="247"/>
                      <a:pt x="52" y="247"/>
                    </a:cubicBezTo>
                    <a:cubicBezTo>
                      <a:pt x="51" y="247"/>
                      <a:pt x="51" y="247"/>
                      <a:pt x="51" y="247"/>
                    </a:cubicBezTo>
                    <a:cubicBezTo>
                      <a:pt x="51" y="247"/>
                      <a:pt x="51" y="247"/>
                      <a:pt x="51" y="247"/>
                    </a:cubicBezTo>
                    <a:cubicBezTo>
                      <a:pt x="46" y="244"/>
                      <a:pt x="39" y="241"/>
                      <a:pt x="33" y="240"/>
                    </a:cubicBezTo>
                    <a:cubicBezTo>
                      <a:pt x="29" y="240"/>
                      <a:pt x="25" y="242"/>
                      <a:pt x="19" y="248"/>
                    </a:cubicBezTo>
                    <a:cubicBezTo>
                      <a:pt x="12" y="254"/>
                      <a:pt x="7" y="259"/>
                      <a:pt x="5" y="264"/>
                    </a:cubicBezTo>
                    <a:cubicBezTo>
                      <a:pt x="6" y="264"/>
                      <a:pt x="7" y="266"/>
                      <a:pt x="7" y="268"/>
                    </a:cubicBezTo>
                    <a:cubicBezTo>
                      <a:pt x="7" y="271"/>
                      <a:pt x="8" y="274"/>
                      <a:pt x="8" y="277"/>
                    </a:cubicBezTo>
                    <a:cubicBezTo>
                      <a:pt x="7" y="280"/>
                      <a:pt x="6" y="282"/>
                      <a:pt x="5" y="284"/>
                    </a:cubicBezTo>
                    <a:cubicBezTo>
                      <a:pt x="3" y="285"/>
                      <a:pt x="1" y="288"/>
                      <a:pt x="0" y="295"/>
                    </a:cubicBezTo>
                    <a:cubicBezTo>
                      <a:pt x="7" y="299"/>
                      <a:pt x="7" y="299"/>
                      <a:pt x="7" y="299"/>
                    </a:cubicBezTo>
                    <a:cubicBezTo>
                      <a:pt x="15" y="290"/>
                      <a:pt x="15" y="290"/>
                      <a:pt x="15" y="290"/>
                    </a:cubicBezTo>
                    <a:cubicBezTo>
                      <a:pt x="27" y="302"/>
                      <a:pt x="27" y="302"/>
                      <a:pt x="27" y="302"/>
                    </a:cubicBezTo>
                    <a:cubicBezTo>
                      <a:pt x="27" y="303"/>
                      <a:pt x="27" y="303"/>
                      <a:pt x="27" y="303"/>
                    </a:cubicBezTo>
                    <a:cubicBezTo>
                      <a:pt x="29" y="325"/>
                      <a:pt x="29" y="325"/>
                      <a:pt x="29" y="325"/>
                    </a:cubicBezTo>
                    <a:cubicBezTo>
                      <a:pt x="29" y="326"/>
                      <a:pt x="29" y="326"/>
                      <a:pt x="29" y="326"/>
                    </a:cubicBezTo>
                    <a:cubicBezTo>
                      <a:pt x="29" y="326"/>
                      <a:pt x="29" y="326"/>
                      <a:pt x="29" y="326"/>
                    </a:cubicBezTo>
                    <a:cubicBezTo>
                      <a:pt x="22" y="356"/>
                      <a:pt x="22" y="356"/>
                      <a:pt x="22" y="356"/>
                    </a:cubicBezTo>
                    <a:cubicBezTo>
                      <a:pt x="21" y="356"/>
                      <a:pt x="21" y="356"/>
                      <a:pt x="21" y="356"/>
                    </a:cubicBezTo>
                    <a:cubicBezTo>
                      <a:pt x="11" y="356"/>
                      <a:pt x="5" y="356"/>
                      <a:pt x="3" y="358"/>
                    </a:cubicBezTo>
                    <a:cubicBezTo>
                      <a:pt x="3" y="360"/>
                      <a:pt x="7" y="363"/>
                      <a:pt x="14" y="368"/>
                    </a:cubicBezTo>
                    <a:cubicBezTo>
                      <a:pt x="20" y="367"/>
                      <a:pt x="20" y="367"/>
                      <a:pt x="20" y="367"/>
                    </a:cubicBezTo>
                    <a:cubicBezTo>
                      <a:pt x="21" y="367"/>
                      <a:pt x="21" y="367"/>
                      <a:pt x="21" y="367"/>
                    </a:cubicBezTo>
                    <a:cubicBezTo>
                      <a:pt x="21" y="367"/>
                      <a:pt x="21" y="367"/>
                      <a:pt x="21" y="367"/>
                    </a:cubicBezTo>
                    <a:cubicBezTo>
                      <a:pt x="35" y="380"/>
                      <a:pt x="35" y="380"/>
                      <a:pt x="35" y="380"/>
                    </a:cubicBezTo>
                    <a:cubicBezTo>
                      <a:pt x="40" y="384"/>
                      <a:pt x="39" y="392"/>
                      <a:pt x="33" y="403"/>
                    </a:cubicBezTo>
                    <a:cubicBezTo>
                      <a:pt x="35" y="416"/>
                      <a:pt x="35" y="416"/>
                      <a:pt x="35" y="416"/>
                    </a:cubicBezTo>
                    <a:cubicBezTo>
                      <a:pt x="40" y="417"/>
                      <a:pt x="40" y="417"/>
                      <a:pt x="40" y="417"/>
                    </a:cubicBezTo>
                    <a:cubicBezTo>
                      <a:pt x="60" y="417"/>
                      <a:pt x="60" y="417"/>
                      <a:pt x="60" y="417"/>
                    </a:cubicBezTo>
                    <a:cubicBezTo>
                      <a:pt x="50" y="426"/>
                      <a:pt x="50" y="426"/>
                      <a:pt x="50" y="426"/>
                    </a:cubicBezTo>
                    <a:cubicBezTo>
                      <a:pt x="56" y="430"/>
                      <a:pt x="56" y="430"/>
                      <a:pt x="56" y="430"/>
                    </a:cubicBezTo>
                    <a:cubicBezTo>
                      <a:pt x="56" y="430"/>
                      <a:pt x="56" y="430"/>
                      <a:pt x="56" y="430"/>
                    </a:cubicBezTo>
                    <a:cubicBezTo>
                      <a:pt x="64" y="434"/>
                      <a:pt x="64" y="434"/>
                      <a:pt x="64" y="434"/>
                    </a:cubicBezTo>
                    <a:cubicBezTo>
                      <a:pt x="85" y="443"/>
                      <a:pt x="85" y="443"/>
                      <a:pt x="85" y="443"/>
                    </a:cubicBezTo>
                    <a:cubicBezTo>
                      <a:pt x="86" y="444"/>
                      <a:pt x="86" y="444"/>
                      <a:pt x="86" y="444"/>
                    </a:cubicBezTo>
                    <a:cubicBezTo>
                      <a:pt x="87" y="444"/>
                      <a:pt x="87" y="444"/>
                      <a:pt x="87" y="444"/>
                    </a:cubicBezTo>
                    <a:cubicBezTo>
                      <a:pt x="89" y="476"/>
                      <a:pt x="89" y="476"/>
                      <a:pt x="89" y="476"/>
                    </a:cubicBezTo>
                    <a:cubicBezTo>
                      <a:pt x="89" y="483"/>
                      <a:pt x="94" y="488"/>
                      <a:pt x="103" y="491"/>
                    </a:cubicBezTo>
                    <a:cubicBezTo>
                      <a:pt x="105" y="490"/>
                      <a:pt x="105" y="490"/>
                      <a:pt x="105" y="490"/>
                    </a:cubicBezTo>
                    <a:cubicBezTo>
                      <a:pt x="105" y="490"/>
                      <a:pt x="105" y="490"/>
                      <a:pt x="105" y="490"/>
                    </a:cubicBezTo>
                    <a:cubicBezTo>
                      <a:pt x="106" y="490"/>
                      <a:pt x="106" y="490"/>
                      <a:pt x="106" y="490"/>
                    </a:cubicBezTo>
                    <a:cubicBezTo>
                      <a:pt x="128" y="493"/>
                      <a:pt x="128" y="493"/>
                      <a:pt x="128" y="493"/>
                    </a:cubicBezTo>
                    <a:cubicBezTo>
                      <a:pt x="130" y="493"/>
                      <a:pt x="130" y="493"/>
                      <a:pt x="130" y="493"/>
                    </a:cubicBezTo>
                    <a:cubicBezTo>
                      <a:pt x="130" y="493"/>
                      <a:pt x="130" y="493"/>
                      <a:pt x="130" y="493"/>
                    </a:cubicBezTo>
                    <a:cubicBezTo>
                      <a:pt x="130" y="492"/>
                      <a:pt x="130" y="492"/>
                      <a:pt x="130" y="492"/>
                    </a:cubicBezTo>
                    <a:cubicBezTo>
                      <a:pt x="133" y="488"/>
                      <a:pt x="134" y="484"/>
                      <a:pt x="134" y="484"/>
                    </a:cubicBezTo>
                    <a:cubicBezTo>
                      <a:pt x="134" y="483"/>
                      <a:pt x="134" y="483"/>
                      <a:pt x="134" y="483"/>
                    </a:cubicBezTo>
                    <a:cubicBezTo>
                      <a:pt x="134" y="479"/>
                      <a:pt x="135" y="476"/>
                      <a:pt x="139" y="474"/>
                    </a:cubicBezTo>
                    <a:cubicBezTo>
                      <a:pt x="142" y="471"/>
                      <a:pt x="144" y="469"/>
                      <a:pt x="145" y="466"/>
                    </a:cubicBezTo>
                    <a:cubicBezTo>
                      <a:pt x="145" y="466"/>
                      <a:pt x="145" y="466"/>
                      <a:pt x="145" y="466"/>
                    </a:cubicBezTo>
                    <a:cubicBezTo>
                      <a:pt x="147" y="462"/>
                      <a:pt x="151" y="462"/>
                      <a:pt x="157" y="464"/>
                    </a:cubicBezTo>
                    <a:cubicBezTo>
                      <a:pt x="158" y="464"/>
                      <a:pt x="158" y="464"/>
                      <a:pt x="158" y="464"/>
                    </a:cubicBezTo>
                    <a:cubicBezTo>
                      <a:pt x="158" y="464"/>
                      <a:pt x="158" y="464"/>
                      <a:pt x="158" y="464"/>
                    </a:cubicBezTo>
                    <a:cubicBezTo>
                      <a:pt x="165" y="468"/>
                      <a:pt x="165" y="468"/>
                      <a:pt x="165" y="468"/>
                    </a:cubicBezTo>
                    <a:cubicBezTo>
                      <a:pt x="191" y="473"/>
                      <a:pt x="191" y="473"/>
                      <a:pt x="191" y="473"/>
                    </a:cubicBezTo>
                    <a:cubicBezTo>
                      <a:pt x="206" y="472"/>
                      <a:pt x="206" y="472"/>
                      <a:pt x="206" y="472"/>
                    </a:cubicBezTo>
                    <a:cubicBezTo>
                      <a:pt x="217" y="467"/>
                      <a:pt x="217" y="467"/>
                      <a:pt x="217" y="467"/>
                    </a:cubicBezTo>
                    <a:cubicBezTo>
                      <a:pt x="219" y="464"/>
                      <a:pt x="221" y="463"/>
                      <a:pt x="222" y="462"/>
                    </a:cubicBezTo>
                    <a:cubicBezTo>
                      <a:pt x="224" y="462"/>
                      <a:pt x="227" y="462"/>
                      <a:pt x="230" y="465"/>
                    </a:cubicBezTo>
                    <a:cubicBezTo>
                      <a:pt x="232" y="466"/>
                      <a:pt x="232" y="466"/>
                      <a:pt x="232" y="466"/>
                    </a:cubicBezTo>
                    <a:cubicBezTo>
                      <a:pt x="233" y="467"/>
                      <a:pt x="235" y="470"/>
                      <a:pt x="236" y="474"/>
                    </a:cubicBezTo>
                    <a:cubicBezTo>
                      <a:pt x="244" y="480"/>
                      <a:pt x="244" y="480"/>
                      <a:pt x="244" y="480"/>
                    </a:cubicBezTo>
                    <a:cubicBezTo>
                      <a:pt x="250" y="480"/>
                      <a:pt x="250" y="480"/>
                      <a:pt x="250" y="480"/>
                    </a:cubicBezTo>
                    <a:cubicBezTo>
                      <a:pt x="251" y="480"/>
                      <a:pt x="251" y="480"/>
                      <a:pt x="251" y="480"/>
                    </a:cubicBezTo>
                    <a:cubicBezTo>
                      <a:pt x="251" y="480"/>
                      <a:pt x="251" y="480"/>
                      <a:pt x="251" y="480"/>
                    </a:cubicBezTo>
                    <a:cubicBezTo>
                      <a:pt x="252" y="480"/>
                      <a:pt x="252" y="480"/>
                      <a:pt x="252" y="480"/>
                    </a:cubicBezTo>
                    <a:cubicBezTo>
                      <a:pt x="260" y="484"/>
                      <a:pt x="260" y="484"/>
                      <a:pt x="260" y="484"/>
                    </a:cubicBezTo>
                    <a:cubicBezTo>
                      <a:pt x="276" y="482"/>
                      <a:pt x="276" y="482"/>
                      <a:pt x="276" y="482"/>
                    </a:cubicBezTo>
                    <a:cubicBezTo>
                      <a:pt x="285" y="480"/>
                      <a:pt x="285" y="480"/>
                      <a:pt x="285" y="480"/>
                    </a:cubicBezTo>
                    <a:cubicBezTo>
                      <a:pt x="307" y="482"/>
                      <a:pt x="307" y="482"/>
                      <a:pt x="307" y="482"/>
                    </a:cubicBezTo>
                    <a:cubicBezTo>
                      <a:pt x="317" y="479"/>
                      <a:pt x="317" y="479"/>
                      <a:pt x="317" y="479"/>
                    </a:cubicBezTo>
                    <a:cubicBezTo>
                      <a:pt x="329" y="474"/>
                      <a:pt x="329" y="474"/>
                      <a:pt x="329" y="474"/>
                    </a:cubicBezTo>
                    <a:cubicBezTo>
                      <a:pt x="331" y="472"/>
                      <a:pt x="334" y="471"/>
                      <a:pt x="338" y="470"/>
                    </a:cubicBezTo>
                    <a:cubicBezTo>
                      <a:pt x="360" y="470"/>
                      <a:pt x="360" y="470"/>
                      <a:pt x="360" y="470"/>
                    </a:cubicBezTo>
                    <a:cubicBezTo>
                      <a:pt x="368" y="467"/>
                      <a:pt x="368" y="467"/>
                      <a:pt x="368" y="467"/>
                    </a:cubicBezTo>
                    <a:cubicBezTo>
                      <a:pt x="371" y="465"/>
                      <a:pt x="374" y="464"/>
                      <a:pt x="377" y="464"/>
                    </a:cubicBezTo>
                    <a:cubicBezTo>
                      <a:pt x="389" y="464"/>
                      <a:pt x="389" y="464"/>
                      <a:pt x="389" y="464"/>
                    </a:cubicBezTo>
                    <a:cubicBezTo>
                      <a:pt x="395" y="468"/>
                      <a:pt x="395" y="468"/>
                      <a:pt x="395" y="468"/>
                    </a:cubicBezTo>
                    <a:cubicBezTo>
                      <a:pt x="413" y="472"/>
                      <a:pt x="413" y="472"/>
                      <a:pt x="413" y="472"/>
                    </a:cubicBezTo>
                    <a:cubicBezTo>
                      <a:pt x="415" y="472"/>
                      <a:pt x="417" y="474"/>
                      <a:pt x="421" y="478"/>
                    </a:cubicBezTo>
                    <a:cubicBezTo>
                      <a:pt x="429" y="482"/>
                      <a:pt x="429" y="482"/>
                      <a:pt x="429" y="482"/>
                    </a:cubicBezTo>
                    <a:cubicBezTo>
                      <a:pt x="429" y="483"/>
                      <a:pt x="429" y="483"/>
                      <a:pt x="429" y="483"/>
                    </a:cubicBezTo>
                    <a:cubicBezTo>
                      <a:pt x="446" y="484"/>
                      <a:pt x="446" y="484"/>
                      <a:pt x="446" y="484"/>
                    </a:cubicBezTo>
                    <a:cubicBezTo>
                      <a:pt x="446" y="484"/>
                      <a:pt x="446" y="484"/>
                      <a:pt x="446" y="484"/>
                    </a:cubicBezTo>
                    <a:cubicBezTo>
                      <a:pt x="446" y="484"/>
                      <a:pt x="446" y="484"/>
                      <a:pt x="446" y="484"/>
                    </a:cubicBezTo>
                    <a:cubicBezTo>
                      <a:pt x="454" y="488"/>
                      <a:pt x="454" y="488"/>
                      <a:pt x="454" y="488"/>
                    </a:cubicBezTo>
                    <a:cubicBezTo>
                      <a:pt x="464" y="490"/>
                      <a:pt x="464" y="490"/>
                      <a:pt x="464" y="490"/>
                    </a:cubicBezTo>
                    <a:cubicBezTo>
                      <a:pt x="464" y="490"/>
                      <a:pt x="464" y="490"/>
                      <a:pt x="464" y="490"/>
                    </a:cubicBezTo>
                    <a:cubicBezTo>
                      <a:pt x="473" y="491"/>
                      <a:pt x="473" y="491"/>
                      <a:pt x="473" y="491"/>
                    </a:cubicBezTo>
                    <a:cubicBezTo>
                      <a:pt x="475" y="486"/>
                      <a:pt x="475" y="486"/>
                      <a:pt x="475" y="486"/>
                    </a:cubicBezTo>
                    <a:cubicBezTo>
                      <a:pt x="471" y="478"/>
                      <a:pt x="471" y="478"/>
                      <a:pt x="471" y="478"/>
                    </a:cubicBezTo>
                    <a:cubicBezTo>
                      <a:pt x="470" y="470"/>
                      <a:pt x="470" y="470"/>
                      <a:pt x="470" y="470"/>
                    </a:cubicBezTo>
                    <a:cubicBezTo>
                      <a:pt x="470" y="470"/>
                      <a:pt x="470" y="470"/>
                      <a:pt x="470" y="470"/>
                    </a:cubicBezTo>
                    <a:cubicBezTo>
                      <a:pt x="469" y="470"/>
                      <a:pt x="469" y="470"/>
                      <a:pt x="469" y="470"/>
                    </a:cubicBezTo>
                    <a:cubicBezTo>
                      <a:pt x="471" y="468"/>
                      <a:pt x="471" y="468"/>
                      <a:pt x="471" y="468"/>
                    </a:cubicBezTo>
                    <a:cubicBezTo>
                      <a:pt x="476" y="461"/>
                      <a:pt x="476" y="461"/>
                      <a:pt x="476" y="461"/>
                    </a:cubicBezTo>
                    <a:cubicBezTo>
                      <a:pt x="476" y="460"/>
                      <a:pt x="476" y="460"/>
                      <a:pt x="476" y="460"/>
                    </a:cubicBezTo>
                    <a:cubicBezTo>
                      <a:pt x="476" y="460"/>
                      <a:pt x="476" y="460"/>
                      <a:pt x="476" y="460"/>
                    </a:cubicBezTo>
                    <a:cubicBezTo>
                      <a:pt x="477" y="460"/>
                      <a:pt x="477" y="460"/>
                      <a:pt x="477" y="460"/>
                    </a:cubicBezTo>
                    <a:cubicBezTo>
                      <a:pt x="477" y="460"/>
                      <a:pt x="477" y="460"/>
                      <a:pt x="477" y="460"/>
                    </a:cubicBezTo>
                    <a:cubicBezTo>
                      <a:pt x="482" y="456"/>
                      <a:pt x="482" y="456"/>
                      <a:pt x="482" y="456"/>
                    </a:cubicBezTo>
                    <a:cubicBezTo>
                      <a:pt x="482" y="456"/>
                      <a:pt x="482" y="456"/>
                      <a:pt x="482" y="456"/>
                    </a:cubicBezTo>
                    <a:cubicBezTo>
                      <a:pt x="481" y="454"/>
                      <a:pt x="481" y="454"/>
                      <a:pt x="481" y="454"/>
                    </a:cubicBezTo>
                    <a:cubicBezTo>
                      <a:pt x="479" y="446"/>
                      <a:pt x="479" y="446"/>
                      <a:pt x="479" y="446"/>
                    </a:cubicBezTo>
                    <a:cubicBezTo>
                      <a:pt x="479" y="444"/>
                      <a:pt x="477" y="444"/>
                      <a:pt x="475" y="442"/>
                    </a:cubicBezTo>
                    <a:cubicBezTo>
                      <a:pt x="475" y="442"/>
                      <a:pt x="475" y="442"/>
                      <a:pt x="475" y="442"/>
                    </a:cubicBezTo>
                    <a:cubicBezTo>
                      <a:pt x="469" y="436"/>
                      <a:pt x="469" y="436"/>
                      <a:pt x="469" y="436"/>
                    </a:cubicBezTo>
                    <a:cubicBezTo>
                      <a:pt x="461" y="429"/>
                      <a:pt x="461" y="429"/>
                      <a:pt x="461" y="429"/>
                    </a:cubicBezTo>
                    <a:cubicBezTo>
                      <a:pt x="461" y="428"/>
                      <a:pt x="461" y="428"/>
                      <a:pt x="461" y="428"/>
                    </a:cubicBezTo>
                    <a:cubicBezTo>
                      <a:pt x="460" y="428"/>
                      <a:pt x="460" y="428"/>
                      <a:pt x="460" y="428"/>
                    </a:cubicBezTo>
                    <a:cubicBezTo>
                      <a:pt x="461" y="428"/>
                      <a:pt x="461" y="428"/>
                      <a:pt x="461" y="428"/>
                    </a:cubicBezTo>
                    <a:cubicBezTo>
                      <a:pt x="461" y="427"/>
                      <a:pt x="461" y="427"/>
                      <a:pt x="461" y="427"/>
                    </a:cubicBezTo>
                    <a:cubicBezTo>
                      <a:pt x="462" y="419"/>
                      <a:pt x="462" y="419"/>
                      <a:pt x="462" y="419"/>
                    </a:cubicBezTo>
                    <a:cubicBezTo>
                      <a:pt x="462" y="414"/>
                      <a:pt x="462" y="414"/>
                      <a:pt x="462" y="414"/>
                    </a:cubicBezTo>
                    <a:cubicBezTo>
                      <a:pt x="458" y="404"/>
                      <a:pt x="458" y="404"/>
                      <a:pt x="458" y="404"/>
                    </a:cubicBezTo>
                    <a:cubicBezTo>
                      <a:pt x="467" y="402"/>
                      <a:pt x="467" y="402"/>
                      <a:pt x="467" y="402"/>
                    </a:cubicBezTo>
                    <a:cubicBezTo>
                      <a:pt x="472" y="398"/>
                      <a:pt x="472" y="398"/>
                      <a:pt x="472" y="398"/>
                    </a:cubicBezTo>
                    <a:cubicBezTo>
                      <a:pt x="483" y="398"/>
                      <a:pt x="483" y="398"/>
                      <a:pt x="483" y="398"/>
                    </a:cubicBezTo>
                    <a:cubicBezTo>
                      <a:pt x="494" y="396"/>
                      <a:pt x="494" y="396"/>
                      <a:pt x="494" y="396"/>
                    </a:cubicBezTo>
                    <a:cubicBezTo>
                      <a:pt x="495" y="396"/>
                      <a:pt x="495" y="396"/>
                      <a:pt x="495" y="396"/>
                    </a:cubicBezTo>
                    <a:cubicBezTo>
                      <a:pt x="502" y="397"/>
                      <a:pt x="502" y="397"/>
                      <a:pt x="502" y="397"/>
                    </a:cubicBezTo>
                    <a:cubicBezTo>
                      <a:pt x="511" y="394"/>
                      <a:pt x="511" y="394"/>
                      <a:pt x="511" y="394"/>
                    </a:cubicBezTo>
                    <a:cubicBezTo>
                      <a:pt x="521" y="392"/>
                      <a:pt x="521" y="392"/>
                      <a:pt x="521" y="392"/>
                    </a:cubicBezTo>
                    <a:cubicBezTo>
                      <a:pt x="527" y="390"/>
                      <a:pt x="527" y="390"/>
                      <a:pt x="527" y="390"/>
                    </a:cubicBezTo>
                    <a:cubicBezTo>
                      <a:pt x="528" y="390"/>
                      <a:pt x="528" y="390"/>
                      <a:pt x="528" y="390"/>
                    </a:cubicBezTo>
                    <a:cubicBezTo>
                      <a:pt x="545" y="386"/>
                      <a:pt x="545" y="386"/>
                      <a:pt x="545" y="386"/>
                    </a:cubicBezTo>
                    <a:cubicBezTo>
                      <a:pt x="548" y="384"/>
                      <a:pt x="548" y="384"/>
                      <a:pt x="548" y="384"/>
                    </a:cubicBezTo>
                    <a:cubicBezTo>
                      <a:pt x="547" y="380"/>
                      <a:pt x="547" y="380"/>
                      <a:pt x="547" y="380"/>
                    </a:cubicBezTo>
                    <a:cubicBezTo>
                      <a:pt x="544" y="375"/>
                      <a:pt x="544" y="375"/>
                      <a:pt x="544" y="375"/>
                    </a:cubicBezTo>
                    <a:cubicBezTo>
                      <a:pt x="544" y="374"/>
                      <a:pt x="544" y="374"/>
                      <a:pt x="544" y="374"/>
                    </a:cubicBezTo>
                    <a:cubicBezTo>
                      <a:pt x="543" y="374"/>
                      <a:pt x="543" y="374"/>
                      <a:pt x="543" y="374"/>
                    </a:cubicBezTo>
                    <a:cubicBezTo>
                      <a:pt x="543" y="374"/>
                      <a:pt x="543" y="374"/>
                      <a:pt x="543" y="374"/>
                    </a:cubicBezTo>
                    <a:cubicBezTo>
                      <a:pt x="544" y="368"/>
                      <a:pt x="544" y="368"/>
                      <a:pt x="544" y="368"/>
                    </a:cubicBezTo>
                    <a:cubicBezTo>
                      <a:pt x="545" y="367"/>
                      <a:pt x="545" y="367"/>
                      <a:pt x="545" y="367"/>
                    </a:cubicBezTo>
                    <a:cubicBezTo>
                      <a:pt x="545" y="359"/>
                      <a:pt x="545" y="359"/>
                      <a:pt x="545" y="359"/>
                    </a:cubicBezTo>
                    <a:cubicBezTo>
                      <a:pt x="543" y="352"/>
                      <a:pt x="543" y="352"/>
                      <a:pt x="543" y="352"/>
                    </a:cubicBezTo>
                    <a:cubicBezTo>
                      <a:pt x="543" y="352"/>
                      <a:pt x="543" y="352"/>
                      <a:pt x="543" y="352"/>
                    </a:cubicBezTo>
                    <a:cubicBezTo>
                      <a:pt x="543" y="351"/>
                      <a:pt x="543" y="351"/>
                      <a:pt x="543" y="351"/>
                    </a:cubicBezTo>
                    <a:cubicBezTo>
                      <a:pt x="547" y="343"/>
                      <a:pt x="547" y="343"/>
                      <a:pt x="547" y="343"/>
                    </a:cubicBezTo>
                    <a:cubicBezTo>
                      <a:pt x="549" y="340"/>
                      <a:pt x="551" y="338"/>
                      <a:pt x="553" y="338"/>
                    </a:cubicBezTo>
                    <a:cubicBezTo>
                      <a:pt x="563" y="338"/>
                      <a:pt x="563" y="338"/>
                      <a:pt x="563" y="338"/>
                    </a:cubicBezTo>
                    <a:cubicBezTo>
                      <a:pt x="565" y="338"/>
                      <a:pt x="567" y="338"/>
                      <a:pt x="569" y="336"/>
                    </a:cubicBezTo>
                    <a:cubicBezTo>
                      <a:pt x="585" y="315"/>
                      <a:pt x="585" y="315"/>
                      <a:pt x="585" y="315"/>
                    </a:cubicBezTo>
                    <a:cubicBezTo>
                      <a:pt x="585" y="314"/>
                      <a:pt x="585" y="314"/>
                      <a:pt x="585" y="314"/>
                    </a:cubicBezTo>
                    <a:cubicBezTo>
                      <a:pt x="585" y="314"/>
                      <a:pt x="585" y="314"/>
                      <a:pt x="585" y="314"/>
                    </a:cubicBezTo>
                    <a:cubicBezTo>
                      <a:pt x="593" y="307"/>
                      <a:pt x="593" y="307"/>
                      <a:pt x="593" y="307"/>
                    </a:cubicBezTo>
                    <a:cubicBezTo>
                      <a:pt x="594" y="306"/>
                      <a:pt x="594" y="306"/>
                      <a:pt x="594" y="306"/>
                    </a:cubicBezTo>
                    <a:cubicBezTo>
                      <a:pt x="597" y="306"/>
                      <a:pt x="599" y="304"/>
                      <a:pt x="601" y="304"/>
                    </a:cubicBezTo>
                    <a:cubicBezTo>
                      <a:pt x="603" y="302"/>
                      <a:pt x="603" y="302"/>
                      <a:pt x="603" y="302"/>
                    </a:cubicBezTo>
                    <a:cubicBezTo>
                      <a:pt x="605" y="298"/>
                      <a:pt x="608" y="296"/>
                      <a:pt x="609" y="296"/>
                    </a:cubicBezTo>
                    <a:cubicBezTo>
                      <a:pt x="623" y="299"/>
                      <a:pt x="623" y="299"/>
                      <a:pt x="623" y="299"/>
                    </a:cubicBezTo>
                    <a:cubicBezTo>
                      <a:pt x="635" y="294"/>
                      <a:pt x="635" y="294"/>
                      <a:pt x="635" y="294"/>
                    </a:cubicBezTo>
                    <a:cubicBezTo>
                      <a:pt x="635" y="294"/>
                      <a:pt x="635" y="294"/>
                      <a:pt x="635" y="294"/>
                    </a:cubicBezTo>
                    <a:cubicBezTo>
                      <a:pt x="635" y="294"/>
                      <a:pt x="635" y="294"/>
                      <a:pt x="635" y="294"/>
                    </a:cubicBezTo>
                    <a:cubicBezTo>
                      <a:pt x="635" y="294"/>
                      <a:pt x="635" y="294"/>
                      <a:pt x="635" y="294"/>
                    </a:cubicBezTo>
                    <a:cubicBezTo>
                      <a:pt x="635" y="294"/>
                      <a:pt x="635" y="294"/>
                      <a:pt x="635" y="294"/>
                    </a:cubicBezTo>
                    <a:cubicBezTo>
                      <a:pt x="642" y="293"/>
                      <a:pt x="642" y="293"/>
                      <a:pt x="642" y="293"/>
                    </a:cubicBezTo>
                    <a:cubicBezTo>
                      <a:pt x="648" y="290"/>
                      <a:pt x="648" y="290"/>
                      <a:pt x="648" y="290"/>
                    </a:cubicBezTo>
                    <a:cubicBezTo>
                      <a:pt x="648" y="281"/>
                      <a:pt x="648" y="281"/>
                      <a:pt x="648" y="281"/>
                    </a:cubicBezTo>
                    <a:cubicBezTo>
                      <a:pt x="649" y="270"/>
                      <a:pt x="649" y="270"/>
                      <a:pt x="649" y="270"/>
                    </a:cubicBezTo>
                    <a:cubicBezTo>
                      <a:pt x="649" y="269"/>
                      <a:pt x="649" y="269"/>
                      <a:pt x="649" y="269"/>
                    </a:cubicBezTo>
                    <a:cubicBezTo>
                      <a:pt x="649" y="269"/>
                      <a:pt x="649" y="269"/>
                      <a:pt x="649" y="269"/>
                    </a:cubicBezTo>
                    <a:cubicBezTo>
                      <a:pt x="649" y="269"/>
                      <a:pt x="649" y="269"/>
                      <a:pt x="649" y="269"/>
                    </a:cubicBezTo>
                    <a:cubicBezTo>
                      <a:pt x="651" y="266"/>
                      <a:pt x="651" y="266"/>
                      <a:pt x="651" y="266"/>
                    </a:cubicBezTo>
                    <a:lnTo>
                      <a:pt x="651" y="26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îṣḻiḑe"/>
              <p:cNvSpPr/>
              <p:nvPr/>
            </p:nvSpPr>
            <p:spPr bwMode="auto">
              <a:xfrm>
                <a:off x="1951" y="1865"/>
                <a:ext cx="961" cy="689"/>
              </a:xfrm>
              <a:custGeom>
                <a:avLst/>
                <a:gdLst>
                  <a:gd name="T0" fmla="*/ 241 w 406"/>
                  <a:gd name="T1" fmla="*/ 29 h 291"/>
                  <a:gd name="T2" fmla="*/ 228 w 406"/>
                  <a:gd name="T3" fmla="*/ 42 h 291"/>
                  <a:gd name="T4" fmla="*/ 190 w 406"/>
                  <a:gd name="T5" fmla="*/ 14 h 291"/>
                  <a:gd name="T6" fmla="*/ 178 w 406"/>
                  <a:gd name="T7" fmla="*/ 9 h 291"/>
                  <a:gd name="T8" fmla="*/ 144 w 406"/>
                  <a:gd name="T9" fmla="*/ 2 h 291"/>
                  <a:gd name="T10" fmla="*/ 114 w 406"/>
                  <a:gd name="T11" fmla="*/ 5 h 291"/>
                  <a:gd name="T12" fmla="*/ 98 w 406"/>
                  <a:gd name="T13" fmla="*/ 10 h 291"/>
                  <a:gd name="T14" fmla="*/ 72 w 406"/>
                  <a:gd name="T15" fmla="*/ 13 h 291"/>
                  <a:gd name="T16" fmla="*/ 41 w 406"/>
                  <a:gd name="T17" fmla="*/ 20 h 291"/>
                  <a:gd name="T18" fmla="*/ 49 w 406"/>
                  <a:gd name="T19" fmla="*/ 45 h 291"/>
                  <a:gd name="T20" fmla="*/ 62 w 406"/>
                  <a:gd name="T21" fmla="*/ 65 h 291"/>
                  <a:gd name="T22" fmla="*/ 52 w 406"/>
                  <a:gd name="T23" fmla="*/ 89 h 291"/>
                  <a:gd name="T24" fmla="*/ 56 w 406"/>
                  <a:gd name="T25" fmla="*/ 102 h 291"/>
                  <a:gd name="T26" fmla="*/ 30 w 406"/>
                  <a:gd name="T27" fmla="*/ 105 h 291"/>
                  <a:gd name="T28" fmla="*/ 10 w 406"/>
                  <a:gd name="T29" fmla="*/ 121 h 291"/>
                  <a:gd name="T30" fmla="*/ 2 w 406"/>
                  <a:gd name="T31" fmla="*/ 136 h 291"/>
                  <a:gd name="T32" fmla="*/ 5 w 406"/>
                  <a:gd name="T33" fmla="*/ 169 h 291"/>
                  <a:gd name="T34" fmla="*/ 8 w 406"/>
                  <a:gd name="T35" fmla="*/ 197 h 291"/>
                  <a:gd name="T36" fmla="*/ 38 w 406"/>
                  <a:gd name="T37" fmla="*/ 209 h 291"/>
                  <a:gd name="T38" fmla="*/ 50 w 406"/>
                  <a:gd name="T39" fmla="*/ 217 h 291"/>
                  <a:gd name="T40" fmla="*/ 63 w 406"/>
                  <a:gd name="T41" fmla="*/ 229 h 291"/>
                  <a:gd name="T42" fmla="*/ 93 w 406"/>
                  <a:gd name="T43" fmla="*/ 241 h 291"/>
                  <a:gd name="T44" fmla="*/ 136 w 406"/>
                  <a:gd name="T45" fmla="*/ 250 h 291"/>
                  <a:gd name="T46" fmla="*/ 158 w 406"/>
                  <a:gd name="T47" fmla="*/ 256 h 291"/>
                  <a:gd name="T48" fmla="*/ 170 w 406"/>
                  <a:gd name="T49" fmla="*/ 268 h 291"/>
                  <a:gd name="T50" fmla="*/ 174 w 406"/>
                  <a:gd name="T51" fmla="*/ 277 h 291"/>
                  <a:gd name="T52" fmla="*/ 183 w 406"/>
                  <a:gd name="T53" fmla="*/ 289 h 291"/>
                  <a:gd name="T54" fmla="*/ 195 w 406"/>
                  <a:gd name="T55" fmla="*/ 284 h 291"/>
                  <a:gd name="T56" fmla="*/ 210 w 406"/>
                  <a:gd name="T57" fmla="*/ 279 h 291"/>
                  <a:gd name="T58" fmla="*/ 222 w 406"/>
                  <a:gd name="T59" fmla="*/ 276 h 291"/>
                  <a:gd name="T60" fmla="*/ 226 w 406"/>
                  <a:gd name="T61" fmla="*/ 261 h 291"/>
                  <a:gd name="T62" fmla="*/ 242 w 406"/>
                  <a:gd name="T63" fmla="*/ 235 h 291"/>
                  <a:gd name="T64" fmla="*/ 239 w 406"/>
                  <a:gd name="T65" fmla="*/ 210 h 291"/>
                  <a:gd name="T66" fmla="*/ 246 w 406"/>
                  <a:gd name="T67" fmla="*/ 203 h 291"/>
                  <a:gd name="T68" fmla="*/ 278 w 406"/>
                  <a:gd name="T69" fmla="*/ 213 h 291"/>
                  <a:gd name="T70" fmla="*/ 284 w 406"/>
                  <a:gd name="T71" fmla="*/ 231 h 291"/>
                  <a:gd name="T72" fmla="*/ 299 w 406"/>
                  <a:gd name="T73" fmla="*/ 249 h 291"/>
                  <a:gd name="T74" fmla="*/ 325 w 406"/>
                  <a:gd name="T75" fmla="*/ 259 h 291"/>
                  <a:gd name="T76" fmla="*/ 332 w 406"/>
                  <a:gd name="T77" fmla="*/ 261 h 291"/>
                  <a:gd name="T78" fmla="*/ 350 w 406"/>
                  <a:gd name="T79" fmla="*/ 254 h 291"/>
                  <a:gd name="T80" fmla="*/ 361 w 406"/>
                  <a:gd name="T81" fmla="*/ 236 h 291"/>
                  <a:gd name="T82" fmla="*/ 346 w 406"/>
                  <a:gd name="T83" fmla="*/ 229 h 291"/>
                  <a:gd name="T84" fmla="*/ 367 w 406"/>
                  <a:gd name="T85" fmla="*/ 203 h 291"/>
                  <a:gd name="T86" fmla="*/ 376 w 406"/>
                  <a:gd name="T87" fmla="*/ 175 h 291"/>
                  <a:gd name="T88" fmla="*/ 402 w 406"/>
                  <a:gd name="T89" fmla="*/ 145 h 291"/>
                  <a:gd name="T90" fmla="*/ 400 w 406"/>
                  <a:gd name="T91" fmla="*/ 127 h 291"/>
                  <a:gd name="T92" fmla="*/ 382 w 406"/>
                  <a:gd name="T93" fmla="*/ 84 h 291"/>
                  <a:gd name="T94" fmla="*/ 368 w 406"/>
                  <a:gd name="T95" fmla="*/ 79 h 291"/>
                  <a:gd name="T96" fmla="*/ 336 w 406"/>
                  <a:gd name="T97" fmla="*/ 50 h 291"/>
                  <a:gd name="T98" fmla="*/ 328 w 406"/>
                  <a:gd name="T99" fmla="*/ 53 h 291"/>
                  <a:gd name="T100" fmla="*/ 308 w 406"/>
                  <a:gd name="T101" fmla="*/ 39 h 291"/>
                  <a:gd name="T102" fmla="*/ 281 w 406"/>
                  <a:gd name="T103" fmla="*/ 25 h 291"/>
                  <a:gd name="T104" fmla="*/ 272 w 406"/>
                  <a:gd name="T105" fmla="*/ 27 h 291"/>
                  <a:gd name="T106" fmla="*/ 242 w 406"/>
                  <a:gd name="T107" fmla="*/ 15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06" h="291">
                    <a:moveTo>
                      <a:pt x="242" y="15"/>
                    </a:moveTo>
                    <a:cubicBezTo>
                      <a:pt x="238" y="18"/>
                      <a:pt x="238" y="18"/>
                      <a:pt x="238" y="18"/>
                    </a:cubicBezTo>
                    <a:cubicBezTo>
                      <a:pt x="238" y="19"/>
                      <a:pt x="239" y="23"/>
                      <a:pt x="240" y="28"/>
                    </a:cubicBezTo>
                    <a:cubicBezTo>
                      <a:pt x="240" y="29"/>
                      <a:pt x="240" y="29"/>
                      <a:pt x="240" y="29"/>
                    </a:cubicBezTo>
                    <a:cubicBezTo>
                      <a:pt x="241" y="29"/>
                      <a:pt x="241" y="29"/>
                      <a:pt x="241" y="29"/>
                    </a:cubicBezTo>
                    <a:cubicBezTo>
                      <a:pt x="240" y="29"/>
                      <a:pt x="240" y="29"/>
                      <a:pt x="240" y="29"/>
                    </a:cubicBezTo>
                    <a:cubicBezTo>
                      <a:pt x="236" y="39"/>
                      <a:pt x="236" y="39"/>
                      <a:pt x="236" y="39"/>
                    </a:cubicBezTo>
                    <a:cubicBezTo>
                      <a:pt x="230" y="41"/>
                      <a:pt x="230" y="41"/>
                      <a:pt x="230" y="41"/>
                    </a:cubicBezTo>
                    <a:cubicBezTo>
                      <a:pt x="229" y="42"/>
                      <a:pt x="229" y="42"/>
                      <a:pt x="229" y="42"/>
                    </a:cubicBezTo>
                    <a:cubicBezTo>
                      <a:pt x="228" y="42"/>
                      <a:pt x="228" y="42"/>
                      <a:pt x="228" y="42"/>
                    </a:cubicBezTo>
                    <a:cubicBezTo>
                      <a:pt x="218" y="37"/>
                      <a:pt x="218" y="37"/>
                      <a:pt x="218" y="37"/>
                    </a:cubicBezTo>
                    <a:cubicBezTo>
                      <a:pt x="218" y="37"/>
                      <a:pt x="218" y="37"/>
                      <a:pt x="218" y="37"/>
                    </a:cubicBezTo>
                    <a:cubicBezTo>
                      <a:pt x="218" y="37"/>
                      <a:pt x="218" y="37"/>
                      <a:pt x="218" y="37"/>
                    </a:cubicBezTo>
                    <a:cubicBezTo>
                      <a:pt x="198" y="19"/>
                      <a:pt x="198" y="19"/>
                      <a:pt x="198" y="19"/>
                    </a:cubicBezTo>
                    <a:cubicBezTo>
                      <a:pt x="190" y="14"/>
                      <a:pt x="190" y="14"/>
                      <a:pt x="190" y="14"/>
                    </a:cubicBezTo>
                    <a:cubicBezTo>
                      <a:pt x="178" y="10"/>
                      <a:pt x="178" y="10"/>
                      <a:pt x="178" y="10"/>
                    </a:cubicBezTo>
                    <a:cubicBezTo>
                      <a:pt x="178" y="9"/>
                      <a:pt x="178" y="9"/>
                      <a:pt x="178" y="9"/>
                    </a:cubicBezTo>
                    <a:cubicBezTo>
                      <a:pt x="178" y="9"/>
                      <a:pt x="178" y="9"/>
                      <a:pt x="178" y="9"/>
                    </a:cubicBezTo>
                    <a:cubicBezTo>
                      <a:pt x="178" y="9"/>
                      <a:pt x="178" y="9"/>
                      <a:pt x="178" y="9"/>
                    </a:cubicBezTo>
                    <a:cubicBezTo>
                      <a:pt x="178" y="9"/>
                      <a:pt x="178" y="9"/>
                      <a:pt x="178" y="9"/>
                    </a:cubicBezTo>
                    <a:cubicBezTo>
                      <a:pt x="172" y="5"/>
                      <a:pt x="172" y="5"/>
                      <a:pt x="172" y="5"/>
                    </a:cubicBezTo>
                    <a:cubicBezTo>
                      <a:pt x="162" y="2"/>
                      <a:pt x="162" y="2"/>
                      <a:pt x="162" y="2"/>
                    </a:cubicBezTo>
                    <a:cubicBezTo>
                      <a:pt x="157" y="3"/>
                      <a:pt x="157" y="3"/>
                      <a:pt x="157" y="3"/>
                    </a:cubicBezTo>
                    <a:cubicBezTo>
                      <a:pt x="156" y="3"/>
                      <a:pt x="156" y="3"/>
                      <a:pt x="156" y="3"/>
                    </a:cubicBezTo>
                    <a:cubicBezTo>
                      <a:pt x="144" y="2"/>
                      <a:pt x="144" y="2"/>
                      <a:pt x="144" y="2"/>
                    </a:cubicBezTo>
                    <a:cubicBezTo>
                      <a:pt x="143" y="2"/>
                      <a:pt x="143" y="2"/>
                      <a:pt x="143" y="2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124" y="3"/>
                      <a:pt x="124" y="3"/>
                      <a:pt x="124" y="3"/>
                    </a:cubicBezTo>
                    <a:cubicBezTo>
                      <a:pt x="122" y="4"/>
                      <a:pt x="118" y="5"/>
                      <a:pt x="114" y="5"/>
                    </a:cubicBezTo>
                    <a:cubicBezTo>
                      <a:pt x="106" y="7"/>
                      <a:pt x="106" y="7"/>
                      <a:pt x="106" y="7"/>
                    </a:cubicBezTo>
                    <a:cubicBezTo>
                      <a:pt x="99" y="9"/>
                      <a:pt x="99" y="9"/>
                      <a:pt x="99" y="9"/>
                    </a:cubicBezTo>
                    <a:cubicBezTo>
                      <a:pt x="98" y="10"/>
                      <a:pt x="98" y="10"/>
                      <a:pt x="98" y="10"/>
                    </a:cubicBezTo>
                    <a:cubicBezTo>
                      <a:pt x="98" y="10"/>
                      <a:pt x="98" y="10"/>
                      <a:pt x="98" y="10"/>
                    </a:cubicBezTo>
                    <a:cubicBezTo>
                      <a:pt x="98" y="10"/>
                      <a:pt x="98" y="10"/>
                      <a:pt x="98" y="10"/>
                    </a:cubicBezTo>
                    <a:cubicBezTo>
                      <a:pt x="90" y="11"/>
                      <a:pt x="90" y="11"/>
                      <a:pt x="90" y="11"/>
                    </a:cubicBezTo>
                    <a:cubicBezTo>
                      <a:pt x="80" y="14"/>
                      <a:pt x="80" y="14"/>
                      <a:pt x="80" y="14"/>
                    </a:cubicBezTo>
                    <a:cubicBezTo>
                      <a:pt x="80" y="14"/>
                      <a:pt x="80" y="14"/>
                      <a:pt x="80" y="14"/>
                    </a:cubicBezTo>
                    <a:cubicBezTo>
                      <a:pt x="79" y="14"/>
                      <a:pt x="79" y="14"/>
                      <a:pt x="79" y="14"/>
                    </a:cubicBezTo>
                    <a:cubicBezTo>
                      <a:pt x="72" y="13"/>
                      <a:pt x="72" y="13"/>
                      <a:pt x="72" y="13"/>
                    </a:cubicBezTo>
                    <a:cubicBezTo>
                      <a:pt x="60" y="15"/>
                      <a:pt x="60" y="15"/>
                      <a:pt x="60" y="15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6" y="19"/>
                      <a:pt x="46" y="19"/>
                      <a:pt x="46" y="19"/>
                    </a:cubicBezTo>
                    <a:cubicBezTo>
                      <a:pt x="46" y="19"/>
                      <a:pt x="46" y="19"/>
                      <a:pt x="46" y="19"/>
                    </a:cubicBezTo>
                    <a:cubicBezTo>
                      <a:pt x="41" y="20"/>
                      <a:pt x="41" y="20"/>
                      <a:pt x="41" y="20"/>
                    </a:cubicBezTo>
                    <a:cubicBezTo>
                      <a:pt x="43" y="25"/>
                      <a:pt x="43" y="25"/>
                      <a:pt x="43" y="25"/>
                    </a:cubicBezTo>
                    <a:cubicBezTo>
                      <a:pt x="43" y="33"/>
                      <a:pt x="43" y="33"/>
                      <a:pt x="43" y="33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49" y="45"/>
                      <a:pt x="49" y="45"/>
                      <a:pt x="49" y="45"/>
                    </a:cubicBezTo>
                    <a:cubicBezTo>
                      <a:pt x="49" y="45"/>
                      <a:pt x="49" y="45"/>
                      <a:pt x="49" y="45"/>
                    </a:cubicBezTo>
                    <a:cubicBezTo>
                      <a:pt x="49" y="45"/>
                      <a:pt x="49" y="45"/>
                      <a:pt x="49" y="45"/>
                    </a:cubicBezTo>
                    <a:cubicBezTo>
                      <a:pt x="49" y="45"/>
                      <a:pt x="49" y="45"/>
                      <a:pt x="49" y="45"/>
                    </a:cubicBezTo>
                    <a:cubicBezTo>
                      <a:pt x="55" y="51"/>
                      <a:pt x="55" y="51"/>
                      <a:pt x="55" y="51"/>
                    </a:cubicBezTo>
                    <a:cubicBezTo>
                      <a:pt x="58" y="54"/>
                      <a:pt x="60" y="56"/>
                      <a:pt x="60" y="59"/>
                    </a:cubicBezTo>
                    <a:cubicBezTo>
                      <a:pt x="62" y="65"/>
                      <a:pt x="62" y="65"/>
                      <a:pt x="62" y="65"/>
                    </a:cubicBezTo>
                    <a:cubicBezTo>
                      <a:pt x="65" y="71"/>
                      <a:pt x="65" y="71"/>
                      <a:pt x="65" y="71"/>
                    </a:cubicBezTo>
                    <a:cubicBezTo>
                      <a:pt x="64" y="71"/>
                      <a:pt x="64" y="71"/>
                      <a:pt x="64" y="71"/>
                    </a:cubicBezTo>
                    <a:cubicBezTo>
                      <a:pt x="56" y="77"/>
                      <a:pt x="56" y="77"/>
                      <a:pt x="56" y="77"/>
                    </a:cubicBezTo>
                    <a:cubicBezTo>
                      <a:pt x="51" y="83"/>
                      <a:pt x="51" y="83"/>
                      <a:pt x="51" y="83"/>
                    </a:cubicBezTo>
                    <a:cubicBezTo>
                      <a:pt x="52" y="89"/>
                      <a:pt x="52" y="89"/>
                      <a:pt x="52" y="89"/>
                    </a:cubicBezTo>
                    <a:cubicBezTo>
                      <a:pt x="56" y="98"/>
                      <a:pt x="56" y="98"/>
                      <a:pt x="56" y="98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99"/>
                      <a:pt x="56" y="99"/>
                      <a:pt x="56" y="99"/>
                    </a:cubicBezTo>
                    <a:cubicBezTo>
                      <a:pt x="56" y="102"/>
                      <a:pt x="56" y="102"/>
                      <a:pt x="56" y="102"/>
                    </a:cubicBezTo>
                    <a:cubicBezTo>
                      <a:pt x="55" y="104"/>
                      <a:pt x="54" y="106"/>
                      <a:pt x="53" y="107"/>
                    </a:cubicBezTo>
                    <a:cubicBezTo>
                      <a:pt x="50" y="109"/>
                      <a:pt x="46" y="109"/>
                      <a:pt x="40" y="107"/>
                    </a:cubicBezTo>
                    <a:cubicBezTo>
                      <a:pt x="30" y="105"/>
                      <a:pt x="30" y="105"/>
                      <a:pt x="30" y="105"/>
                    </a:cubicBezTo>
                    <a:cubicBezTo>
                      <a:pt x="30" y="105"/>
                      <a:pt x="30" y="105"/>
                      <a:pt x="30" y="105"/>
                    </a:cubicBezTo>
                    <a:cubicBezTo>
                      <a:pt x="30" y="105"/>
                      <a:pt x="30" y="105"/>
                      <a:pt x="30" y="105"/>
                    </a:cubicBezTo>
                    <a:cubicBezTo>
                      <a:pt x="29" y="105"/>
                      <a:pt x="29" y="105"/>
                      <a:pt x="29" y="105"/>
                    </a:cubicBezTo>
                    <a:cubicBezTo>
                      <a:pt x="22" y="101"/>
                      <a:pt x="22" y="101"/>
                      <a:pt x="22" y="101"/>
                    </a:cubicBezTo>
                    <a:cubicBezTo>
                      <a:pt x="10" y="101"/>
                      <a:pt x="10" y="101"/>
                      <a:pt x="10" y="101"/>
                    </a:cubicBezTo>
                    <a:cubicBezTo>
                      <a:pt x="11" y="101"/>
                      <a:pt x="11" y="101"/>
                      <a:pt x="11" y="101"/>
                    </a:cubicBezTo>
                    <a:cubicBezTo>
                      <a:pt x="10" y="121"/>
                      <a:pt x="10" y="121"/>
                      <a:pt x="10" y="121"/>
                    </a:cubicBezTo>
                    <a:cubicBezTo>
                      <a:pt x="9" y="124"/>
                      <a:pt x="7" y="125"/>
                      <a:pt x="4" y="125"/>
                    </a:cubicBezTo>
                    <a:cubicBezTo>
                      <a:pt x="3" y="126"/>
                      <a:pt x="2" y="127"/>
                      <a:pt x="3" y="131"/>
                    </a:cubicBezTo>
                    <a:cubicBezTo>
                      <a:pt x="3" y="131"/>
                      <a:pt x="3" y="131"/>
                      <a:pt x="3" y="131"/>
                    </a:cubicBezTo>
                    <a:cubicBezTo>
                      <a:pt x="2" y="131"/>
                      <a:pt x="2" y="131"/>
                      <a:pt x="2" y="131"/>
                    </a:cubicBezTo>
                    <a:cubicBezTo>
                      <a:pt x="2" y="136"/>
                      <a:pt x="2" y="136"/>
                      <a:pt x="2" y="136"/>
                    </a:cubicBezTo>
                    <a:cubicBezTo>
                      <a:pt x="4" y="139"/>
                      <a:pt x="6" y="141"/>
                      <a:pt x="7" y="142"/>
                    </a:cubicBezTo>
                    <a:cubicBezTo>
                      <a:pt x="9" y="152"/>
                      <a:pt x="9" y="152"/>
                      <a:pt x="9" y="152"/>
                    </a:cubicBezTo>
                    <a:cubicBezTo>
                      <a:pt x="9" y="155"/>
                      <a:pt x="9" y="155"/>
                      <a:pt x="9" y="155"/>
                    </a:cubicBezTo>
                    <a:cubicBezTo>
                      <a:pt x="9" y="157"/>
                      <a:pt x="8" y="159"/>
                      <a:pt x="8" y="161"/>
                    </a:cubicBezTo>
                    <a:cubicBezTo>
                      <a:pt x="5" y="169"/>
                      <a:pt x="5" y="169"/>
                      <a:pt x="5" y="169"/>
                    </a:cubicBezTo>
                    <a:cubicBezTo>
                      <a:pt x="0" y="179"/>
                      <a:pt x="0" y="179"/>
                      <a:pt x="0" y="179"/>
                    </a:cubicBezTo>
                    <a:cubicBezTo>
                      <a:pt x="0" y="181"/>
                      <a:pt x="0" y="181"/>
                      <a:pt x="0" y="181"/>
                    </a:cubicBezTo>
                    <a:cubicBezTo>
                      <a:pt x="0" y="185"/>
                      <a:pt x="0" y="185"/>
                      <a:pt x="0" y="185"/>
                    </a:cubicBezTo>
                    <a:cubicBezTo>
                      <a:pt x="6" y="192"/>
                      <a:pt x="6" y="192"/>
                      <a:pt x="6" y="192"/>
                    </a:cubicBezTo>
                    <a:cubicBezTo>
                      <a:pt x="7" y="194"/>
                      <a:pt x="8" y="195"/>
                      <a:pt x="8" y="197"/>
                    </a:cubicBezTo>
                    <a:cubicBezTo>
                      <a:pt x="13" y="203"/>
                      <a:pt x="13" y="203"/>
                      <a:pt x="13" y="203"/>
                    </a:cubicBezTo>
                    <a:cubicBezTo>
                      <a:pt x="20" y="211"/>
                      <a:pt x="20" y="211"/>
                      <a:pt x="20" y="211"/>
                    </a:cubicBezTo>
                    <a:cubicBezTo>
                      <a:pt x="23" y="214"/>
                      <a:pt x="25" y="215"/>
                      <a:pt x="26" y="215"/>
                    </a:cubicBezTo>
                    <a:cubicBezTo>
                      <a:pt x="34" y="211"/>
                      <a:pt x="34" y="211"/>
                      <a:pt x="34" y="211"/>
                    </a:cubicBezTo>
                    <a:cubicBezTo>
                      <a:pt x="35" y="209"/>
                      <a:pt x="36" y="209"/>
                      <a:pt x="38" y="209"/>
                    </a:cubicBezTo>
                    <a:cubicBezTo>
                      <a:pt x="40" y="209"/>
                      <a:pt x="42" y="210"/>
                      <a:pt x="46" y="212"/>
                    </a:cubicBezTo>
                    <a:cubicBezTo>
                      <a:pt x="46" y="212"/>
                      <a:pt x="46" y="212"/>
                      <a:pt x="46" y="212"/>
                    </a:cubicBezTo>
                    <a:cubicBezTo>
                      <a:pt x="46" y="212"/>
                      <a:pt x="46" y="212"/>
                      <a:pt x="46" y="212"/>
                    </a:cubicBezTo>
                    <a:cubicBezTo>
                      <a:pt x="46" y="213"/>
                      <a:pt x="46" y="213"/>
                      <a:pt x="46" y="213"/>
                    </a:cubicBezTo>
                    <a:cubicBezTo>
                      <a:pt x="50" y="217"/>
                      <a:pt x="50" y="217"/>
                      <a:pt x="50" y="217"/>
                    </a:cubicBezTo>
                    <a:cubicBezTo>
                      <a:pt x="52" y="222"/>
                      <a:pt x="52" y="222"/>
                      <a:pt x="52" y="222"/>
                    </a:cubicBezTo>
                    <a:cubicBezTo>
                      <a:pt x="54" y="224"/>
                      <a:pt x="54" y="224"/>
                      <a:pt x="54" y="224"/>
                    </a:cubicBezTo>
                    <a:cubicBezTo>
                      <a:pt x="55" y="225"/>
                      <a:pt x="55" y="225"/>
                      <a:pt x="55" y="225"/>
                    </a:cubicBezTo>
                    <a:cubicBezTo>
                      <a:pt x="60" y="229"/>
                      <a:pt x="60" y="229"/>
                      <a:pt x="60" y="229"/>
                    </a:cubicBezTo>
                    <a:cubicBezTo>
                      <a:pt x="63" y="229"/>
                      <a:pt x="63" y="229"/>
                      <a:pt x="63" y="229"/>
                    </a:cubicBezTo>
                    <a:cubicBezTo>
                      <a:pt x="65" y="229"/>
                      <a:pt x="66" y="231"/>
                      <a:pt x="68" y="232"/>
                    </a:cubicBezTo>
                    <a:cubicBezTo>
                      <a:pt x="68" y="233"/>
                      <a:pt x="73" y="235"/>
                      <a:pt x="80" y="237"/>
                    </a:cubicBezTo>
                    <a:cubicBezTo>
                      <a:pt x="81" y="237"/>
                      <a:pt x="81" y="237"/>
                      <a:pt x="81" y="237"/>
                    </a:cubicBezTo>
                    <a:cubicBezTo>
                      <a:pt x="93" y="241"/>
                      <a:pt x="93" y="241"/>
                      <a:pt x="93" y="241"/>
                    </a:cubicBezTo>
                    <a:cubicBezTo>
                      <a:pt x="93" y="241"/>
                      <a:pt x="93" y="241"/>
                      <a:pt x="93" y="241"/>
                    </a:cubicBezTo>
                    <a:cubicBezTo>
                      <a:pt x="94" y="241"/>
                      <a:pt x="94" y="241"/>
                      <a:pt x="94" y="241"/>
                    </a:cubicBezTo>
                    <a:cubicBezTo>
                      <a:pt x="102" y="245"/>
                      <a:pt x="102" y="245"/>
                      <a:pt x="102" y="245"/>
                    </a:cubicBezTo>
                    <a:cubicBezTo>
                      <a:pt x="116" y="249"/>
                      <a:pt x="116" y="249"/>
                      <a:pt x="116" y="249"/>
                    </a:cubicBezTo>
                    <a:cubicBezTo>
                      <a:pt x="117" y="249"/>
                      <a:pt x="117" y="249"/>
                      <a:pt x="117" y="249"/>
                    </a:cubicBezTo>
                    <a:cubicBezTo>
                      <a:pt x="136" y="250"/>
                      <a:pt x="136" y="250"/>
                      <a:pt x="136" y="250"/>
                    </a:cubicBezTo>
                    <a:cubicBezTo>
                      <a:pt x="144" y="247"/>
                      <a:pt x="144" y="247"/>
                      <a:pt x="144" y="247"/>
                    </a:cubicBezTo>
                    <a:cubicBezTo>
                      <a:pt x="152" y="247"/>
                      <a:pt x="152" y="247"/>
                      <a:pt x="152" y="247"/>
                    </a:cubicBezTo>
                    <a:cubicBezTo>
                      <a:pt x="152" y="247"/>
                      <a:pt x="152" y="247"/>
                      <a:pt x="152" y="247"/>
                    </a:cubicBezTo>
                    <a:cubicBezTo>
                      <a:pt x="152" y="248"/>
                      <a:pt x="152" y="248"/>
                      <a:pt x="152" y="248"/>
                    </a:cubicBezTo>
                    <a:cubicBezTo>
                      <a:pt x="158" y="256"/>
                      <a:pt x="158" y="256"/>
                      <a:pt x="158" y="256"/>
                    </a:cubicBezTo>
                    <a:cubicBezTo>
                      <a:pt x="158" y="256"/>
                      <a:pt x="158" y="256"/>
                      <a:pt x="158" y="256"/>
                    </a:cubicBezTo>
                    <a:cubicBezTo>
                      <a:pt x="158" y="256"/>
                      <a:pt x="158" y="256"/>
                      <a:pt x="158" y="256"/>
                    </a:cubicBezTo>
                    <a:cubicBezTo>
                      <a:pt x="162" y="263"/>
                      <a:pt x="162" y="263"/>
                      <a:pt x="162" y="263"/>
                    </a:cubicBezTo>
                    <a:cubicBezTo>
                      <a:pt x="166" y="266"/>
                      <a:pt x="166" y="266"/>
                      <a:pt x="166" y="266"/>
                    </a:cubicBezTo>
                    <a:cubicBezTo>
                      <a:pt x="170" y="268"/>
                      <a:pt x="170" y="268"/>
                      <a:pt x="170" y="268"/>
                    </a:cubicBezTo>
                    <a:cubicBezTo>
                      <a:pt x="170" y="269"/>
                      <a:pt x="170" y="269"/>
                      <a:pt x="170" y="269"/>
                    </a:cubicBezTo>
                    <a:cubicBezTo>
                      <a:pt x="170" y="269"/>
                      <a:pt x="170" y="269"/>
                      <a:pt x="170" y="269"/>
                    </a:cubicBezTo>
                    <a:cubicBezTo>
                      <a:pt x="171" y="269"/>
                      <a:pt x="171" y="269"/>
                      <a:pt x="171" y="269"/>
                    </a:cubicBezTo>
                    <a:cubicBezTo>
                      <a:pt x="174" y="277"/>
                      <a:pt x="174" y="277"/>
                      <a:pt x="174" y="277"/>
                    </a:cubicBezTo>
                    <a:cubicBezTo>
                      <a:pt x="174" y="277"/>
                      <a:pt x="174" y="277"/>
                      <a:pt x="174" y="277"/>
                    </a:cubicBezTo>
                    <a:cubicBezTo>
                      <a:pt x="175" y="277"/>
                      <a:pt x="175" y="277"/>
                      <a:pt x="175" y="277"/>
                    </a:cubicBezTo>
                    <a:cubicBezTo>
                      <a:pt x="175" y="278"/>
                      <a:pt x="175" y="278"/>
                      <a:pt x="175" y="278"/>
                    </a:cubicBezTo>
                    <a:cubicBezTo>
                      <a:pt x="177" y="287"/>
                      <a:pt x="177" y="287"/>
                      <a:pt x="177" y="287"/>
                    </a:cubicBezTo>
                    <a:cubicBezTo>
                      <a:pt x="182" y="289"/>
                      <a:pt x="182" y="289"/>
                      <a:pt x="182" y="289"/>
                    </a:cubicBezTo>
                    <a:cubicBezTo>
                      <a:pt x="183" y="289"/>
                      <a:pt x="183" y="289"/>
                      <a:pt x="183" y="289"/>
                    </a:cubicBezTo>
                    <a:cubicBezTo>
                      <a:pt x="183" y="289"/>
                      <a:pt x="183" y="289"/>
                      <a:pt x="183" y="289"/>
                    </a:cubicBezTo>
                    <a:cubicBezTo>
                      <a:pt x="183" y="289"/>
                      <a:pt x="183" y="289"/>
                      <a:pt x="183" y="289"/>
                    </a:cubicBezTo>
                    <a:cubicBezTo>
                      <a:pt x="188" y="291"/>
                      <a:pt x="188" y="291"/>
                      <a:pt x="188" y="291"/>
                    </a:cubicBezTo>
                    <a:cubicBezTo>
                      <a:pt x="194" y="290"/>
                      <a:pt x="194" y="290"/>
                      <a:pt x="194" y="290"/>
                    </a:cubicBezTo>
                    <a:cubicBezTo>
                      <a:pt x="195" y="284"/>
                      <a:pt x="195" y="284"/>
                      <a:pt x="195" y="284"/>
                    </a:cubicBezTo>
                    <a:cubicBezTo>
                      <a:pt x="195" y="284"/>
                      <a:pt x="195" y="284"/>
                      <a:pt x="195" y="284"/>
                    </a:cubicBezTo>
                    <a:cubicBezTo>
                      <a:pt x="196" y="283"/>
                      <a:pt x="196" y="283"/>
                      <a:pt x="196" y="283"/>
                    </a:cubicBezTo>
                    <a:cubicBezTo>
                      <a:pt x="202" y="277"/>
                      <a:pt x="202" y="277"/>
                      <a:pt x="202" y="277"/>
                    </a:cubicBezTo>
                    <a:cubicBezTo>
                      <a:pt x="210" y="279"/>
                      <a:pt x="210" y="279"/>
                      <a:pt x="210" y="279"/>
                    </a:cubicBezTo>
                    <a:cubicBezTo>
                      <a:pt x="210" y="279"/>
                      <a:pt x="210" y="279"/>
                      <a:pt x="210" y="279"/>
                    </a:cubicBezTo>
                    <a:cubicBezTo>
                      <a:pt x="214" y="287"/>
                      <a:pt x="214" y="287"/>
                      <a:pt x="214" y="287"/>
                    </a:cubicBezTo>
                    <a:cubicBezTo>
                      <a:pt x="221" y="285"/>
                      <a:pt x="221" y="285"/>
                      <a:pt x="221" y="285"/>
                    </a:cubicBezTo>
                    <a:cubicBezTo>
                      <a:pt x="222" y="277"/>
                      <a:pt x="222" y="277"/>
                      <a:pt x="222" y="277"/>
                    </a:cubicBezTo>
                    <a:cubicBezTo>
                      <a:pt x="222" y="277"/>
                      <a:pt x="222" y="277"/>
                      <a:pt x="222" y="277"/>
                    </a:cubicBezTo>
                    <a:cubicBezTo>
                      <a:pt x="222" y="276"/>
                      <a:pt x="222" y="276"/>
                      <a:pt x="222" y="276"/>
                    </a:cubicBezTo>
                    <a:cubicBezTo>
                      <a:pt x="222" y="276"/>
                      <a:pt x="222" y="276"/>
                      <a:pt x="222" y="276"/>
                    </a:cubicBezTo>
                    <a:cubicBezTo>
                      <a:pt x="228" y="273"/>
                      <a:pt x="228" y="273"/>
                      <a:pt x="228" y="273"/>
                    </a:cubicBezTo>
                    <a:cubicBezTo>
                      <a:pt x="226" y="262"/>
                      <a:pt x="226" y="262"/>
                      <a:pt x="226" y="262"/>
                    </a:cubicBezTo>
                    <a:cubicBezTo>
                      <a:pt x="226" y="261"/>
                      <a:pt x="226" y="261"/>
                      <a:pt x="226" y="261"/>
                    </a:cubicBezTo>
                    <a:cubicBezTo>
                      <a:pt x="226" y="261"/>
                      <a:pt x="226" y="261"/>
                      <a:pt x="226" y="261"/>
                    </a:cubicBezTo>
                    <a:cubicBezTo>
                      <a:pt x="226" y="261"/>
                      <a:pt x="226" y="261"/>
                      <a:pt x="226" y="261"/>
                    </a:cubicBezTo>
                    <a:cubicBezTo>
                      <a:pt x="232" y="248"/>
                      <a:pt x="232" y="248"/>
                      <a:pt x="232" y="248"/>
                    </a:cubicBezTo>
                    <a:cubicBezTo>
                      <a:pt x="238" y="246"/>
                      <a:pt x="238" y="246"/>
                      <a:pt x="238" y="246"/>
                    </a:cubicBezTo>
                    <a:cubicBezTo>
                      <a:pt x="236" y="235"/>
                      <a:pt x="236" y="235"/>
                      <a:pt x="236" y="235"/>
                    </a:cubicBezTo>
                    <a:cubicBezTo>
                      <a:pt x="242" y="235"/>
                      <a:pt x="242" y="235"/>
                      <a:pt x="242" y="235"/>
                    </a:cubicBezTo>
                    <a:cubicBezTo>
                      <a:pt x="242" y="229"/>
                      <a:pt x="242" y="229"/>
                      <a:pt x="242" y="229"/>
                    </a:cubicBezTo>
                    <a:cubicBezTo>
                      <a:pt x="238" y="219"/>
                      <a:pt x="238" y="219"/>
                      <a:pt x="238" y="219"/>
                    </a:cubicBezTo>
                    <a:cubicBezTo>
                      <a:pt x="238" y="219"/>
                      <a:pt x="238" y="219"/>
                      <a:pt x="238" y="219"/>
                    </a:cubicBezTo>
                    <a:cubicBezTo>
                      <a:pt x="238" y="218"/>
                      <a:pt x="238" y="218"/>
                      <a:pt x="238" y="218"/>
                    </a:cubicBezTo>
                    <a:cubicBezTo>
                      <a:pt x="239" y="210"/>
                      <a:pt x="239" y="210"/>
                      <a:pt x="239" y="210"/>
                    </a:cubicBezTo>
                    <a:cubicBezTo>
                      <a:pt x="239" y="209"/>
                      <a:pt x="239" y="209"/>
                      <a:pt x="239" y="209"/>
                    </a:cubicBezTo>
                    <a:cubicBezTo>
                      <a:pt x="240" y="209"/>
                      <a:pt x="240" y="209"/>
                      <a:pt x="240" y="209"/>
                    </a:cubicBezTo>
                    <a:cubicBezTo>
                      <a:pt x="244" y="203"/>
                      <a:pt x="244" y="203"/>
                      <a:pt x="244" y="203"/>
                    </a:cubicBezTo>
                    <a:cubicBezTo>
                      <a:pt x="245" y="203"/>
                      <a:pt x="245" y="203"/>
                      <a:pt x="245" y="203"/>
                    </a:cubicBezTo>
                    <a:cubicBezTo>
                      <a:pt x="246" y="203"/>
                      <a:pt x="246" y="203"/>
                      <a:pt x="246" y="203"/>
                    </a:cubicBezTo>
                    <a:cubicBezTo>
                      <a:pt x="257" y="205"/>
                      <a:pt x="257" y="205"/>
                      <a:pt x="257" y="205"/>
                    </a:cubicBezTo>
                    <a:cubicBezTo>
                      <a:pt x="257" y="205"/>
                      <a:pt x="257" y="205"/>
                      <a:pt x="257" y="205"/>
                    </a:cubicBezTo>
                    <a:cubicBezTo>
                      <a:pt x="266" y="207"/>
                      <a:pt x="266" y="207"/>
                      <a:pt x="266" y="207"/>
                    </a:cubicBezTo>
                    <a:cubicBezTo>
                      <a:pt x="274" y="205"/>
                      <a:pt x="274" y="205"/>
                      <a:pt x="274" y="205"/>
                    </a:cubicBezTo>
                    <a:cubicBezTo>
                      <a:pt x="278" y="213"/>
                      <a:pt x="278" y="213"/>
                      <a:pt x="278" y="213"/>
                    </a:cubicBezTo>
                    <a:cubicBezTo>
                      <a:pt x="278" y="214"/>
                      <a:pt x="278" y="214"/>
                      <a:pt x="278" y="214"/>
                    </a:cubicBezTo>
                    <a:cubicBezTo>
                      <a:pt x="278" y="220"/>
                      <a:pt x="278" y="220"/>
                      <a:pt x="278" y="220"/>
                    </a:cubicBezTo>
                    <a:cubicBezTo>
                      <a:pt x="280" y="226"/>
                      <a:pt x="280" y="226"/>
                      <a:pt x="280" y="226"/>
                    </a:cubicBezTo>
                    <a:cubicBezTo>
                      <a:pt x="280" y="229"/>
                      <a:pt x="282" y="230"/>
                      <a:pt x="284" y="231"/>
                    </a:cubicBezTo>
                    <a:cubicBezTo>
                      <a:pt x="284" y="231"/>
                      <a:pt x="284" y="231"/>
                      <a:pt x="284" y="231"/>
                    </a:cubicBezTo>
                    <a:cubicBezTo>
                      <a:pt x="288" y="231"/>
                      <a:pt x="290" y="233"/>
                      <a:pt x="290" y="235"/>
                    </a:cubicBezTo>
                    <a:cubicBezTo>
                      <a:pt x="291" y="237"/>
                      <a:pt x="292" y="240"/>
                      <a:pt x="295" y="243"/>
                    </a:cubicBezTo>
                    <a:cubicBezTo>
                      <a:pt x="299" y="249"/>
                      <a:pt x="299" y="249"/>
                      <a:pt x="299" y="249"/>
                    </a:cubicBezTo>
                    <a:cubicBezTo>
                      <a:pt x="299" y="249"/>
                      <a:pt x="299" y="249"/>
                      <a:pt x="299" y="249"/>
                    </a:cubicBezTo>
                    <a:cubicBezTo>
                      <a:pt x="299" y="249"/>
                      <a:pt x="299" y="249"/>
                      <a:pt x="299" y="249"/>
                    </a:cubicBezTo>
                    <a:cubicBezTo>
                      <a:pt x="301" y="253"/>
                      <a:pt x="301" y="253"/>
                      <a:pt x="301" y="253"/>
                    </a:cubicBezTo>
                    <a:cubicBezTo>
                      <a:pt x="305" y="253"/>
                      <a:pt x="305" y="253"/>
                      <a:pt x="305" y="253"/>
                    </a:cubicBezTo>
                    <a:cubicBezTo>
                      <a:pt x="312" y="247"/>
                      <a:pt x="312" y="247"/>
                      <a:pt x="312" y="247"/>
                    </a:cubicBezTo>
                    <a:cubicBezTo>
                      <a:pt x="316" y="256"/>
                      <a:pt x="316" y="256"/>
                      <a:pt x="316" y="256"/>
                    </a:cubicBezTo>
                    <a:cubicBezTo>
                      <a:pt x="325" y="259"/>
                      <a:pt x="325" y="259"/>
                      <a:pt x="325" y="259"/>
                    </a:cubicBezTo>
                    <a:cubicBezTo>
                      <a:pt x="325" y="259"/>
                      <a:pt x="325" y="259"/>
                      <a:pt x="325" y="259"/>
                    </a:cubicBezTo>
                    <a:cubicBezTo>
                      <a:pt x="326" y="259"/>
                      <a:pt x="326" y="259"/>
                      <a:pt x="326" y="259"/>
                    </a:cubicBezTo>
                    <a:cubicBezTo>
                      <a:pt x="330" y="267"/>
                      <a:pt x="330" y="267"/>
                      <a:pt x="330" y="267"/>
                    </a:cubicBezTo>
                    <a:cubicBezTo>
                      <a:pt x="332" y="269"/>
                      <a:pt x="332" y="269"/>
                      <a:pt x="332" y="269"/>
                    </a:cubicBezTo>
                    <a:cubicBezTo>
                      <a:pt x="332" y="261"/>
                      <a:pt x="332" y="261"/>
                      <a:pt x="332" y="261"/>
                    </a:cubicBezTo>
                    <a:cubicBezTo>
                      <a:pt x="332" y="261"/>
                      <a:pt x="332" y="261"/>
                      <a:pt x="332" y="261"/>
                    </a:cubicBezTo>
                    <a:cubicBezTo>
                      <a:pt x="332" y="259"/>
                      <a:pt x="332" y="259"/>
                      <a:pt x="332" y="259"/>
                    </a:cubicBezTo>
                    <a:cubicBezTo>
                      <a:pt x="350" y="259"/>
                      <a:pt x="350" y="259"/>
                      <a:pt x="350" y="259"/>
                    </a:cubicBezTo>
                    <a:cubicBezTo>
                      <a:pt x="350" y="257"/>
                      <a:pt x="350" y="257"/>
                      <a:pt x="350" y="257"/>
                    </a:cubicBezTo>
                    <a:cubicBezTo>
                      <a:pt x="351" y="257"/>
                      <a:pt x="351" y="255"/>
                      <a:pt x="350" y="254"/>
                    </a:cubicBezTo>
                    <a:cubicBezTo>
                      <a:pt x="349" y="251"/>
                      <a:pt x="348" y="249"/>
                      <a:pt x="348" y="247"/>
                    </a:cubicBezTo>
                    <a:cubicBezTo>
                      <a:pt x="348" y="243"/>
                      <a:pt x="348" y="241"/>
                      <a:pt x="349" y="240"/>
                    </a:cubicBezTo>
                    <a:cubicBezTo>
                      <a:pt x="350" y="239"/>
                      <a:pt x="351" y="239"/>
                      <a:pt x="353" y="239"/>
                    </a:cubicBezTo>
                    <a:cubicBezTo>
                      <a:pt x="360" y="241"/>
                      <a:pt x="360" y="241"/>
                      <a:pt x="360" y="241"/>
                    </a:cubicBezTo>
                    <a:cubicBezTo>
                      <a:pt x="361" y="236"/>
                      <a:pt x="361" y="236"/>
                      <a:pt x="361" y="236"/>
                    </a:cubicBezTo>
                    <a:cubicBezTo>
                      <a:pt x="348" y="230"/>
                      <a:pt x="348" y="230"/>
                      <a:pt x="348" y="230"/>
                    </a:cubicBezTo>
                    <a:cubicBezTo>
                      <a:pt x="347" y="230"/>
                      <a:pt x="347" y="230"/>
                      <a:pt x="347" y="230"/>
                    </a:cubicBezTo>
                    <a:cubicBezTo>
                      <a:pt x="346" y="229"/>
                      <a:pt x="346" y="229"/>
                      <a:pt x="346" y="229"/>
                    </a:cubicBezTo>
                    <a:cubicBezTo>
                      <a:pt x="346" y="229"/>
                      <a:pt x="346" y="229"/>
                      <a:pt x="346" y="229"/>
                    </a:cubicBezTo>
                    <a:cubicBezTo>
                      <a:pt x="346" y="229"/>
                      <a:pt x="346" y="229"/>
                      <a:pt x="346" y="229"/>
                    </a:cubicBezTo>
                    <a:cubicBezTo>
                      <a:pt x="344" y="213"/>
                      <a:pt x="344" y="213"/>
                      <a:pt x="344" y="213"/>
                    </a:cubicBezTo>
                    <a:cubicBezTo>
                      <a:pt x="345" y="203"/>
                      <a:pt x="345" y="203"/>
                      <a:pt x="345" y="203"/>
                    </a:cubicBezTo>
                    <a:cubicBezTo>
                      <a:pt x="345" y="201"/>
                      <a:pt x="345" y="201"/>
                      <a:pt x="345" y="201"/>
                    </a:cubicBezTo>
                    <a:cubicBezTo>
                      <a:pt x="345" y="201"/>
                      <a:pt x="345" y="201"/>
                      <a:pt x="345" y="201"/>
                    </a:cubicBezTo>
                    <a:cubicBezTo>
                      <a:pt x="367" y="203"/>
                      <a:pt x="367" y="203"/>
                      <a:pt x="367" y="203"/>
                    </a:cubicBezTo>
                    <a:cubicBezTo>
                      <a:pt x="372" y="198"/>
                      <a:pt x="372" y="198"/>
                      <a:pt x="372" y="198"/>
                    </a:cubicBezTo>
                    <a:cubicBezTo>
                      <a:pt x="374" y="196"/>
                      <a:pt x="373" y="195"/>
                      <a:pt x="372" y="194"/>
                    </a:cubicBezTo>
                    <a:cubicBezTo>
                      <a:pt x="367" y="192"/>
                      <a:pt x="364" y="190"/>
                      <a:pt x="364" y="187"/>
                    </a:cubicBezTo>
                    <a:cubicBezTo>
                      <a:pt x="364" y="186"/>
                      <a:pt x="364" y="185"/>
                      <a:pt x="366" y="184"/>
                    </a:cubicBezTo>
                    <a:cubicBezTo>
                      <a:pt x="376" y="175"/>
                      <a:pt x="376" y="175"/>
                      <a:pt x="376" y="175"/>
                    </a:cubicBezTo>
                    <a:cubicBezTo>
                      <a:pt x="386" y="174"/>
                      <a:pt x="386" y="174"/>
                      <a:pt x="386" y="174"/>
                    </a:cubicBezTo>
                    <a:cubicBezTo>
                      <a:pt x="391" y="165"/>
                      <a:pt x="391" y="165"/>
                      <a:pt x="391" y="165"/>
                    </a:cubicBezTo>
                    <a:cubicBezTo>
                      <a:pt x="391" y="157"/>
                      <a:pt x="391" y="157"/>
                      <a:pt x="391" y="157"/>
                    </a:cubicBezTo>
                    <a:cubicBezTo>
                      <a:pt x="398" y="155"/>
                      <a:pt x="398" y="155"/>
                      <a:pt x="398" y="155"/>
                    </a:cubicBezTo>
                    <a:cubicBezTo>
                      <a:pt x="400" y="149"/>
                      <a:pt x="402" y="146"/>
                      <a:pt x="402" y="145"/>
                    </a:cubicBezTo>
                    <a:cubicBezTo>
                      <a:pt x="406" y="138"/>
                      <a:pt x="406" y="138"/>
                      <a:pt x="406" y="138"/>
                    </a:cubicBezTo>
                    <a:cubicBezTo>
                      <a:pt x="400" y="128"/>
                      <a:pt x="400" y="128"/>
                      <a:pt x="400" y="128"/>
                    </a:cubicBezTo>
                    <a:cubicBezTo>
                      <a:pt x="400" y="128"/>
                      <a:pt x="400" y="128"/>
                      <a:pt x="400" y="128"/>
                    </a:cubicBezTo>
                    <a:cubicBezTo>
                      <a:pt x="400" y="128"/>
                      <a:pt x="400" y="128"/>
                      <a:pt x="400" y="128"/>
                    </a:cubicBezTo>
                    <a:cubicBezTo>
                      <a:pt x="400" y="127"/>
                      <a:pt x="400" y="127"/>
                      <a:pt x="400" y="127"/>
                    </a:cubicBezTo>
                    <a:cubicBezTo>
                      <a:pt x="396" y="114"/>
                      <a:pt x="396" y="114"/>
                      <a:pt x="396" y="114"/>
                    </a:cubicBezTo>
                    <a:cubicBezTo>
                      <a:pt x="396" y="113"/>
                      <a:pt x="396" y="113"/>
                      <a:pt x="396" y="113"/>
                    </a:cubicBezTo>
                    <a:cubicBezTo>
                      <a:pt x="394" y="99"/>
                      <a:pt x="394" y="99"/>
                      <a:pt x="394" y="99"/>
                    </a:cubicBezTo>
                    <a:cubicBezTo>
                      <a:pt x="389" y="91"/>
                      <a:pt x="389" y="91"/>
                      <a:pt x="389" y="91"/>
                    </a:cubicBezTo>
                    <a:cubicBezTo>
                      <a:pt x="382" y="84"/>
                      <a:pt x="382" y="84"/>
                      <a:pt x="382" y="84"/>
                    </a:cubicBezTo>
                    <a:cubicBezTo>
                      <a:pt x="382" y="84"/>
                      <a:pt x="382" y="84"/>
                      <a:pt x="382" y="84"/>
                    </a:cubicBezTo>
                    <a:cubicBezTo>
                      <a:pt x="382" y="83"/>
                      <a:pt x="382" y="83"/>
                      <a:pt x="382" y="83"/>
                    </a:cubicBezTo>
                    <a:cubicBezTo>
                      <a:pt x="382" y="83"/>
                      <a:pt x="382" y="83"/>
                      <a:pt x="382" y="83"/>
                    </a:cubicBezTo>
                    <a:cubicBezTo>
                      <a:pt x="381" y="75"/>
                      <a:pt x="381" y="75"/>
                      <a:pt x="381" y="75"/>
                    </a:cubicBezTo>
                    <a:cubicBezTo>
                      <a:pt x="368" y="79"/>
                      <a:pt x="368" y="79"/>
                      <a:pt x="368" y="79"/>
                    </a:cubicBezTo>
                    <a:cubicBezTo>
                      <a:pt x="368" y="79"/>
                      <a:pt x="368" y="79"/>
                      <a:pt x="368" y="79"/>
                    </a:cubicBezTo>
                    <a:cubicBezTo>
                      <a:pt x="362" y="72"/>
                      <a:pt x="362" y="72"/>
                      <a:pt x="362" y="72"/>
                    </a:cubicBezTo>
                    <a:cubicBezTo>
                      <a:pt x="344" y="59"/>
                      <a:pt x="344" y="59"/>
                      <a:pt x="344" y="59"/>
                    </a:cubicBezTo>
                    <a:cubicBezTo>
                      <a:pt x="343" y="59"/>
                      <a:pt x="343" y="59"/>
                      <a:pt x="343" y="59"/>
                    </a:cubicBezTo>
                    <a:cubicBezTo>
                      <a:pt x="336" y="50"/>
                      <a:pt x="336" y="50"/>
                      <a:pt x="336" y="50"/>
                    </a:cubicBezTo>
                    <a:cubicBezTo>
                      <a:pt x="332" y="47"/>
                      <a:pt x="332" y="47"/>
                      <a:pt x="332" y="47"/>
                    </a:cubicBezTo>
                    <a:cubicBezTo>
                      <a:pt x="329" y="51"/>
                      <a:pt x="329" y="51"/>
                      <a:pt x="329" y="51"/>
                    </a:cubicBezTo>
                    <a:cubicBezTo>
                      <a:pt x="329" y="52"/>
                      <a:pt x="329" y="52"/>
                      <a:pt x="329" y="52"/>
                    </a:cubicBezTo>
                    <a:cubicBezTo>
                      <a:pt x="329" y="53"/>
                      <a:pt x="329" y="53"/>
                      <a:pt x="329" y="53"/>
                    </a:cubicBezTo>
                    <a:cubicBezTo>
                      <a:pt x="328" y="53"/>
                      <a:pt x="328" y="53"/>
                      <a:pt x="328" y="53"/>
                    </a:cubicBezTo>
                    <a:cubicBezTo>
                      <a:pt x="328" y="53"/>
                      <a:pt x="328" y="53"/>
                      <a:pt x="328" y="53"/>
                    </a:cubicBezTo>
                    <a:cubicBezTo>
                      <a:pt x="322" y="53"/>
                      <a:pt x="322" y="53"/>
                      <a:pt x="322" y="53"/>
                    </a:cubicBezTo>
                    <a:cubicBezTo>
                      <a:pt x="321" y="53"/>
                      <a:pt x="321" y="53"/>
                      <a:pt x="321" y="53"/>
                    </a:cubicBezTo>
                    <a:cubicBezTo>
                      <a:pt x="321" y="53"/>
                      <a:pt x="321" y="53"/>
                      <a:pt x="321" y="53"/>
                    </a:cubicBezTo>
                    <a:cubicBezTo>
                      <a:pt x="308" y="39"/>
                      <a:pt x="308" y="39"/>
                      <a:pt x="308" y="39"/>
                    </a:cubicBezTo>
                    <a:cubicBezTo>
                      <a:pt x="305" y="38"/>
                      <a:pt x="302" y="35"/>
                      <a:pt x="298" y="31"/>
                    </a:cubicBezTo>
                    <a:cubicBezTo>
                      <a:pt x="292" y="27"/>
                      <a:pt x="292" y="27"/>
                      <a:pt x="292" y="27"/>
                    </a:cubicBezTo>
                    <a:cubicBezTo>
                      <a:pt x="292" y="26"/>
                      <a:pt x="292" y="26"/>
                      <a:pt x="292" y="26"/>
                    </a:cubicBezTo>
                    <a:cubicBezTo>
                      <a:pt x="285" y="22"/>
                      <a:pt x="285" y="22"/>
                      <a:pt x="285" y="22"/>
                    </a:cubicBezTo>
                    <a:cubicBezTo>
                      <a:pt x="281" y="25"/>
                      <a:pt x="281" y="25"/>
                      <a:pt x="281" y="25"/>
                    </a:cubicBezTo>
                    <a:cubicBezTo>
                      <a:pt x="280" y="26"/>
                      <a:pt x="280" y="26"/>
                      <a:pt x="280" y="26"/>
                    </a:cubicBezTo>
                    <a:cubicBezTo>
                      <a:pt x="280" y="26"/>
                      <a:pt x="280" y="26"/>
                      <a:pt x="280" y="26"/>
                    </a:cubicBezTo>
                    <a:cubicBezTo>
                      <a:pt x="280" y="26"/>
                      <a:pt x="280" y="26"/>
                      <a:pt x="280" y="26"/>
                    </a:cubicBezTo>
                    <a:cubicBezTo>
                      <a:pt x="276" y="25"/>
                      <a:pt x="276" y="25"/>
                      <a:pt x="276" y="25"/>
                    </a:cubicBezTo>
                    <a:cubicBezTo>
                      <a:pt x="272" y="27"/>
                      <a:pt x="272" y="27"/>
                      <a:pt x="272" y="27"/>
                    </a:cubicBezTo>
                    <a:cubicBezTo>
                      <a:pt x="272" y="27"/>
                      <a:pt x="272" y="27"/>
                      <a:pt x="272" y="27"/>
                    </a:cubicBezTo>
                    <a:cubicBezTo>
                      <a:pt x="271" y="28"/>
                      <a:pt x="271" y="28"/>
                      <a:pt x="271" y="28"/>
                    </a:cubicBezTo>
                    <a:cubicBezTo>
                      <a:pt x="271" y="28"/>
                      <a:pt x="271" y="28"/>
                      <a:pt x="271" y="28"/>
                    </a:cubicBezTo>
                    <a:cubicBezTo>
                      <a:pt x="265" y="29"/>
                      <a:pt x="265" y="29"/>
                      <a:pt x="265" y="29"/>
                    </a:cubicBezTo>
                    <a:cubicBezTo>
                      <a:pt x="258" y="24"/>
                      <a:pt x="250" y="20"/>
                      <a:pt x="242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íśľiḑé"/>
              <p:cNvSpPr/>
              <p:nvPr/>
            </p:nvSpPr>
            <p:spPr bwMode="auto">
              <a:xfrm>
                <a:off x="2502" y="2348"/>
                <a:ext cx="831" cy="729"/>
              </a:xfrm>
              <a:custGeom>
                <a:avLst/>
                <a:gdLst>
                  <a:gd name="T0" fmla="*/ 10 w 351"/>
                  <a:gd name="T1" fmla="*/ 14 h 308"/>
                  <a:gd name="T2" fmla="*/ 9 w 351"/>
                  <a:gd name="T3" fmla="*/ 35 h 308"/>
                  <a:gd name="T4" fmla="*/ 5 w 351"/>
                  <a:gd name="T5" fmla="*/ 57 h 308"/>
                  <a:gd name="T6" fmla="*/ 19 w 351"/>
                  <a:gd name="T7" fmla="*/ 69 h 308"/>
                  <a:gd name="T8" fmla="*/ 35 w 351"/>
                  <a:gd name="T9" fmla="*/ 97 h 308"/>
                  <a:gd name="T10" fmla="*/ 37 w 351"/>
                  <a:gd name="T11" fmla="*/ 122 h 308"/>
                  <a:gd name="T12" fmla="*/ 45 w 351"/>
                  <a:gd name="T13" fmla="*/ 143 h 308"/>
                  <a:gd name="T14" fmla="*/ 50 w 351"/>
                  <a:gd name="T15" fmla="*/ 175 h 308"/>
                  <a:gd name="T16" fmla="*/ 47 w 351"/>
                  <a:gd name="T17" fmla="*/ 218 h 308"/>
                  <a:gd name="T18" fmla="*/ 55 w 351"/>
                  <a:gd name="T19" fmla="*/ 231 h 308"/>
                  <a:gd name="T20" fmla="*/ 62 w 351"/>
                  <a:gd name="T21" fmla="*/ 213 h 308"/>
                  <a:gd name="T22" fmla="*/ 78 w 351"/>
                  <a:gd name="T23" fmla="*/ 220 h 308"/>
                  <a:gd name="T24" fmla="*/ 85 w 351"/>
                  <a:gd name="T25" fmla="*/ 237 h 308"/>
                  <a:gd name="T26" fmla="*/ 102 w 351"/>
                  <a:gd name="T27" fmla="*/ 239 h 308"/>
                  <a:gd name="T28" fmla="*/ 119 w 351"/>
                  <a:gd name="T29" fmla="*/ 279 h 308"/>
                  <a:gd name="T30" fmla="*/ 123 w 351"/>
                  <a:gd name="T31" fmla="*/ 299 h 308"/>
                  <a:gd name="T32" fmla="*/ 131 w 351"/>
                  <a:gd name="T33" fmla="*/ 308 h 308"/>
                  <a:gd name="T34" fmla="*/ 153 w 351"/>
                  <a:gd name="T35" fmla="*/ 293 h 308"/>
                  <a:gd name="T36" fmla="*/ 164 w 351"/>
                  <a:gd name="T37" fmla="*/ 268 h 308"/>
                  <a:gd name="T38" fmla="*/ 173 w 351"/>
                  <a:gd name="T39" fmla="*/ 255 h 308"/>
                  <a:gd name="T40" fmla="*/ 187 w 351"/>
                  <a:gd name="T41" fmla="*/ 235 h 308"/>
                  <a:gd name="T42" fmla="*/ 195 w 351"/>
                  <a:gd name="T43" fmla="*/ 218 h 308"/>
                  <a:gd name="T44" fmla="*/ 221 w 351"/>
                  <a:gd name="T45" fmla="*/ 225 h 308"/>
                  <a:gd name="T46" fmla="*/ 229 w 351"/>
                  <a:gd name="T47" fmla="*/ 236 h 308"/>
                  <a:gd name="T48" fmla="*/ 240 w 351"/>
                  <a:gd name="T49" fmla="*/ 233 h 308"/>
                  <a:gd name="T50" fmla="*/ 255 w 351"/>
                  <a:gd name="T51" fmla="*/ 249 h 308"/>
                  <a:gd name="T52" fmla="*/ 275 w 351"/>
                  <a:gd name="T53" fmla="*/ 233 h 308"/>
                  <a:gd name="T54" fmla="*/ 264 w 351"/>
                  <a:gd name="T55" fmla="*/ 229 h 308"/>
                  <a:gd name="T56" fmla="*/ 259 w 351"/>
                  <a:gd name="T57" fmla="*/ 210 h 308"/>
                  <a:gd name="T58" fmla="*/ 275 w 351"/>
                  <a:gd name="T59" fmla="*/ 209 h 308"/>
                  <a:gd name="T60" fmla="*/ 259 w 351"/>
                  <a:gd name="T61" fmla="*/ 187 h 308"/>
                  <a:gd name="T62" fmla="*/ 255 w 351"/>
                  <a:gd name="T63" fmla="*/ 163 h 308"/>
                  <a:gd name="T64" fmla="*/ 303 w 351"/>
                  <a:gd name="T65" fmla="*/ 143 h 308"/>
                  <a:gd name="T66" fmla="*/ 327 w 351"/>
                  <a:gd name="T67" fmla="*/ 121 h 308"/>
                  <a:gd name="T68" fmla="*/ 333 w 351"/>
                  <a:gd name="T69" fmla="*/ 111 h 308"/>
                  <a:gd name="T70" fmla="*/ 343 w 351"/>
                  <a:gd name="T71" fmla="*/ 85 h 308"/>
                  <a:gd name="T72" fmla="*/ 325 w 351"/>
                  <a:gd name="T73" fmla="*/ 78 h 308"/>
                  <a:gd name="T74" fmla="*/ 315 w 351"/>
                  <a:gd name="T75" fmla="*/ 68 h 308"/>
                  <a:gd name="T76" fmla="*/ 304 w 351"/>
                  <a:gd name="T77" fmla="*/ 73 h 308"/>
                  <a:gd name="T78" fmla="*/ 298 w 351"/>
                  <a:gd name="T79" fmla="*/ 63 h 308"/>
                  <a:gd name="T80" fmla="*/ 287 w 351"/>
                  <a:gd name="T81" fmla="*/ 62 h 308"/>
                  <a:gd name="T82" fmla="*/ 263 w 351"/>
                  <a:gd name="T83" fmla="*/ 58 h 308"/>
                  <a:gd name="T84" fmla="*/ 253 w 351"/>
                  <a:gd name="T85" fmla="*/ 59 h 308"/>
                  <a:gd name="T86" fmla="*/ 219 w 351"/>
                  <a:gd name="T87" fmla="*/ 55 h 308"/>
                  <a:gd name="T88" fmla="*/ 217 w 351"/>
                  <a:gd name="T89" fmla="*/ 39 h 308"/>
                  <a:gd name="T90" fmla="*/ 180 w 351"/>
                  <a:gd name="T91" fmla="*/ 16 h 308"/>
                  <a:gd name="T92" fmla="*/ 163 w 351"/>
                  <a:gd name="T93" fmla="*/ 5 h 308"/>
                  <a:gd name="T94" fmla="*/ 160 w 351"/>
                  <a:gd name="T95" fmla="*/ 31 h 308"/>
                  <a:gd name="T96" fmla="*/ 140 w 351"/>
                  <a:gd name="T97" fmla="*/ 33 h 308"/>
                  <a:gd name="T98" fmla="*/ 131 w 351"/>
                  <a:gd name="T99" fmla="*/ 41 h 308"/>
                  <a:gd name="T100" fmla="*/ 122 w 351"/>
                  <a:gd name="T101" fmla="*/ 55 h 308"/>
                  <a:gd name="T102" fmla="*/ 95 w 351"/>
                  <a:gd name="T103" fmla="*/ 67 h 308"/>
                  <a:gd name="T104" fmla="*/ 77 w 351"/>
                  <a:gd name="T105" fmla="*/ 50 h 308"/>
                  <a:gd name="T106" fmla="*/ 63 w 351"/>
                  <a:gd name="T107" fmla="*/ 47 h 308"/>
                  <a:gd name="T108" fmla="*/ 49 w 351"/>
                  <a:gd name="T109" fmla="*/ 31 h 308"/>
                  <a:gd name="T110" fmla="*/ 34 w 351"/>
                  <a:gd name="T111" fmla="*/ 7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51" h="308">
                    <a:moveTo>
                      <a:pt x="33" y="7"/>
                    </a:moveTo>
                    <a:cubicBezTo>
                      <a:pt x="23" y="5"/>
                      <a:pt x="23" y="5"/>
                      <a:pt x="23" y="5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0" y="14"/>
                      <a:pt x="10" y="14"/>
                      <a:pt x="10" y="14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13" y="33"/>
                      <a:pt x="13" y="33"/>
                      <a:pt x="13" y="33"/>
                    </a:cubicBezTo>
                    <a:cubicBezTo>
                      <a:pt x="13" y="35"/>
                      <a:pt x="13" y="35"/>
                      <a:pt x="13" y="35"/>
                    </a:cubicBezTo>
                    <a:cubicBezTo>
                      <a:pt x="9" y="35"/>
                      <a:pt x="9" y="35"/>
                      <a:pt x="9" y="35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3" y="47"/>
                      <a:pt x="3" y="47"/>
                      <a:pt x="3" y="47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4" y="57"/>
                      <a:pt x="4" y="57"/>
                      <a:pt x="4" y="57"/>
                    </a:cubicBezTo>
                    <a:cubicBezTo>
                      <a:pt x="5" y="57"/>
                      <a:pt x="5" y="57"/>
                      <a:pt x="5" y="57"/>
                    </a:cubicBezTo>
                    <a:cubicBezTo>
                      <a:pt x="5" y="57"/>
                      <a:pt x="5" y="57"/>
                      <a:pt x="5" y="57"/>
                    </a:cubicBezTo>
                    <a:cubicBezTo>
                      <a:pt x="19" y="68"/>
                      <a:pt x="19" y="68"/>
                      <a:pt x="19" y="68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19" y="69"/>
                      <a:pt x="19" y="69"/>
                      <a:pt x="19" y="69"/>
                    </a:cubicBezTo>
                    <a:cubicBezTo>
                      <a:pt x="21" y="79"/>
                      <a:pt x="21" y="79"/>
                      <a:pt x="21" y="79"/>
                    </a:cubicBezTo>
                    <a:cubicBezTo>
                      <a:pt x="28" y="89"/>
                      <a:pt x="28" y="89"/>
                      <a:pt x="28" y="89"/>
                    </a:cubicBezTo>
                    <a:cubicBezTo>
                      <a:pt x="29" y="91"/>
                      <a:pt x="31" y="93"/>
                      <a:pt x="35" y="97"/>
                    </a:cubicBezTo>
                    <a:cubicBezTo>
                      <a:pt x="35" y="97"/>
                      <a:pt x="35" y="97"/>
                      <a:pt x="35" y="97"/>
                    </a:cubicBezTo>
                    <a:cubicBezTo>
                      <a:pt x="36" y="97"/>
                      <a:pt x="36" y="97"/>
                      <a:pt x="36" y="97"/>
                    </a:cubicBezTo>
                    <a:cubicBezTo>
                      <a:pt x="36" y="97"/>
                      <a:pt x="36" y="97"/>
                      <a:pt x="36" y="97"/>
                    </a:cubicBezTo>
                    <a:cubicBezTo>
                      <a:pt x="35" y="98"/>
                      <a:pt x="35" y="98"/>
                      <a:pt x="35" y="98"/>
                    </a:cubicBezTo>
                    <a:cubicBezTo>
                      <a:pt x="35" y="107"/>
                      <a:pt x="35" y="107"/>
                      <a:pt x="35" y="107"/>
                    </a:cubicBezTo>
                    <a:cubicBezTo>
                      <a:pt x="37" y="109"/>
                      <a:pt x="37" y="115"/>
                      <a:pt x="37" y="122"/>
                    </a:cubicBezTo>
                    <a:cubicBezTo>
                      <a:pt x="41" y="127"/>
                      <a:pt x="42" y="131"/>
                      <a:pt x="42" y="133"/>
                    </a:cubicBezTo>
                    <a:cubicBezTo>
                      <a:pt x="42" y="135"/>
                      <a:pt x="43" y="138"/>
                      <a:pt x="45" y="143"/>
                    </a:cubicBezTo>
                    <a:cubicBezTo>
                      <a:pt x="45" y="143"/>
                      <a:pt x="45" y="143"/>
                      <a:pt x="45" y="143"/>
                    </a:cubicBezTo>
                    <a:cubicBezTo>
                      <a:pt x="45" y="143"/>
                      <a:pt x="45" y="143"/>
                      <a:pt x="45" y="143"/>
                    </a:cubicBezTo>
                    <a:cubicBezTo>
                      <a:pt x="45" y="143"/>
                      <a:pt x="45" y="143"/>
                      <a:pt x="45" y="143"/>
                    </a:cubicBezTo>
                    <a:cubicBezTo>
                      <a:pt x="46" y="149"/>
                      <a:pt x="46" y="153"/>
                      <a:pt x="45" y="157"/>
                    </a:cubicBezTo>
                    <a:cubicBezTo>
                      <a:pt x="43" y="160"/>
                      <a:pt x="45" y="165"/>
                      <a:pt x="49" y="173"/>
                    </a:cubicBezTo>
                    <a:cubicBezTo>
                      <a:pt x="50" y="173"/>
                      <a:pt x="50" y="173"/>
                      <a:pt x="50" y="173"/>
                    </a:cubicBezTo>
                    <a:cubicBezTo>
                      <a:pt x="50" y="174"/>
                      <a:pt x="50" y="174"/>
                      <a:pt x="50" y="174"/>
                    </a:cubicBezTo>
                    <a:cubicBezTo>
                      <a:pt x="50" y="175"/>
                      <a:pt x="50" y="175"/>
                      <a:pt x="50" y="175"/>
                    </a:cubicBezTo>
                    <a:cubicBezTo>
                      <a:pt x="43" y="189"/>
                      <a:pt x="43" y="189"/>
                      <a:pt x="43" y="189"/>
                    </a:cubicBezTo>
                    <a:cubicBezTo>
                      <a:pt x="45" y="192"/>
                      <a:pt x="45" y="194"/>
                      <a:pt x="45" y="196"/>
                    </a:cubicBezTo>
                    <a:cubicBezTo>
                      <a:pt x="43" y="209"/>
                      <a:pt x="43" y="209"/>
                      <a:pt x="43" y="209"/>
                    </a:cubicBezTo>
                    <a:cubicBezTo>
                      <a:pt x="43" y="213"/>
                      <a:pt x="43" y="216"/>
                      <a:pt x="45" y="217"/>
                    </a:cubicBezTo>
                    <a:cubicBezTo>
                      <a:pt x="47" y="218"/>
                      <a:pt x="47" y="218"/>
                      <a:pt x="47" y="218"/>
                    </a:cubicBezTo>
                    <a:cubicBezTo>
                      <a:pt x="51" y="220"/>
                      <a:pt x="52" y="222"/>
                      <a:pt x="52" y="224"/>
                    </a:cubicBezTo>
                    <a:cubicBezTo>
                      <a:pt x="51" y="231"/>
                      <a:pt x="51" y="231"/>
                      <a:pt x="51" y="231"/>
                    </a:cubicBezTo>
                    <a:cubicBezTo>
                      <a:pt x="53" y="231"/>
                      <a:pt x="53" y="231"/>
                      <a:pt x="53" y="231"/>
                    </a:cubicBezTo>
                    <a:cubicBezTo>
                      <a:pt x="54" y="232"/>
                      <a:pt x="54" y="232"/>
                      <a:pt x="54" y="232"/>
                    </a:cubicBezTo>
                    <a:cubicBezTo>
                      <a:pt x="55" y="231"/>
                      <a:pt x="55" y="231"/>
                      <a:pt x="55" y="231"/>
                    </a:cubicBezTo>
                    <a:cubicBezTo>
                      <a:pt x="56" y="229"/>
                      <a:pt x="57" y="228"/>
                      <a:pt x="58" y="226"/>
                    </a:cubicBezTo>
                    <a:cubicBezTo>
                      <a:pt x="59" y="225"/>
                      <a:pt x="59" y="225"/>
                      <a:pt x="59" y="225"/>
                    </a:cubicBezTo>
                    <a:cubicBezTo>
                      <a:pt x="59" y="224"/>
                      <a:pt x="59" y="224"/>
                      <a:pt x="59" y="224"/>
                    </a:cubicBezTo>
                    <a:cubicBezTo>
                      <a:pt x="61" y="223"/>
                      <a:pt x="61" y="222"/>
                      <a:pt x="63" y="220"/>
                    </a:cubicBezTo>
                    <a:cubicBezTo>
                      <a:pt x="63" y="218"/>
                      <a:pt x="63" y="215"/>
                      <a:pt x="62" y="213"/>
                    </a:cubicBezTo>
                    <a:cubicBezTo>
                      <a:pt x="61" y="211"/>
                      <a:pt x="61" y="211"/>
                      <a:pt x="61" y="211"/>
                    </a:cubicBezTo>
                    <a:cubicBezTo>
                      <a:pt x="63" y="210"/>
                      <a:pt x="63" y="210"/>
                      <a:pt x="63" y="210"/>
                    </a:cubicBezTo>
                    <a:cubicBezTo>
                      <a:pt x="70" y="209"/>
                      <a:pt x="73" y="209"/>
                      <a:pt x="75" y="212"/>
                    </a:cubicBezTo>
                    <a:cubicBezTo>
                      <a:pt x="78" y="220"/>
                      <a:pt x="78" y="220"/>
                      <a:pt x="78" y="220"/>
                    </a:cubicBezTo>
                    <a:cubicBezTo>
                      <a:pt x="78" y="220"/>
                      <a:pt x="78" y="220"/>
                      <a:pt x="78" y="220"/>
                    </a:cubicBezTo>
                    <a:cubicBezTo>
                      <a:pt x="78" y="221"/>
                      <a:pt x="78" y="221"/>
                      <a:pt x="78" y="221"/>
                    </a:cubicBezTo>
                    <a:cubicBezTo>
                      <a:pt x="79" y="234"/>
                      <a:pt x="79" y="234"/>
                      <a:pt x="79" y="234"/>
                    </a:cubicBezTo>
                    <a:cubicBezTo>
                      <a:pt x="85" y="237"/>
                      <a:pt x="85" y="237"/>
                      <a:pt x="85" y="237"/>
                    </a:cubicBezTo>
                    <a:cubicBezTo>
                      <a:pt x="85" y="237"/>
                      <a:pt x="85" y="237"/>
                      <a:pt x="85" y="237"/>
                    </a:cubicBezTo>
                    <a:cubicBezTo>
                      <a:pt x="85" y="237"/>
                      <a:pt x="85" y="237"/>
                      <a:pt x="85" y="237"/>
                    </a:cubicBezTo>
                    <a:cubicBezTo>
                      <a:pt x="89" y="239"/>
                      <a:pt x="89" y="239"/>
                      <a:pt x="89" y="239"/>
                    </a:cubicBezTo>
                    <a:cubicBezTo>
                      <a:pt x="92" y="236"/>
                      <a:pt x="92" y="236"/>
                      <a:pt x="92" y="236"/>
                    </a:cubicBezTo>
                    <a:cubicBezTo>
                      <a:pt x="95" y="233"/>
                      <a:pt x="95" y="233"/>
                      <a:pt x="95" y="233"/>
                    </a:cubicBezTo>
                    <a:cubicBezTo>
                      <a:pt x="97" y="233"/>
                      <a:pt x="97" y="233"/>
                      <a:pt x="97" y="233"/>
                    </a:cubicBezTo>
                    <a:cubicBezTo>
                      <a:pt x="99" y="234"/>
                      <a:pt x="101" y="236"/>
                      <a:pt x="102" y="239"/>
                    </a:cubicBezTo>
                    <a:cubicBezTo>
                      <a:pt x="103" y="249"/>
                      <a:pt x="103" y="249"/>
                      <a:pt x="103" y="249"/>
                    </a:cubicBezTo>
                    <a:cubicBezTo>
                      <a:pt x="104" y="251"/>
                      <a:pt x="104" y="251"/>
                      <a:pt x="104" y="251"/>
                    </a:cubicBezTo>
                    <a:cubicBezTo>
                      <a:pt x="115" y="274"/>
                      <a:pt x="115" y="274"/>
                      <a:pt x="115" y="274"/>
                    </a:cubicBezTo>
                    <a:cubicBezTo>
                      <a:pt x="119" y="278"/>
                      <a:pt x="119" y="278"/>
                      <a:pt x="119" y="278"/>
                    </a:cubicBezTo>
                    <a:cubicBezTo>
                      <a:pt x="119" y="279"/>
                      <a:pt x="119" y="279"/>
                      <a:pt x="119" y="279"/>
                    </a:cubicBezTo>
                    <a:cubicBezTo>
                      <a:pt x="119" y="279"/>
                      <a:pt x="119" y="279"/>
                      <a:pt x="119" y="279"/>
                    </a:cubicBezTo>
                    <a:cubicBezTo>
                      <a:pt x="121" y="289"/>
                      <a:pt x="121" y="289"/>
                      <a:pt x="121" y="289"/>
                    </a:cubicBezTo>
                    <a:cubicBezTo>
                      <a:pt x="121" y="289"/>
                      <a:pt x="121" y="289"/>
                      <a:pt x="121" y="289"/>
                    </a:cubicBezTo>
                    <a:cubicBezTo>
                      <a:pt x="122" y="298"/>
                      <a:pt x="122" y="298"/>
                      <a:pt x="122" y="298"/>
                    </a:cubicBezTo>
                    <a:cubicBezTo>
                      <a:pt x="123" y="299"/>
                      <a:pt x="123" y="299"/>
                      <a:pt x="123" y="299"/>
                    </a:cubicBezTo>
                    <a:cubicBezTo>
                      <a:pt x="125" y="295"/>
                      <a:pt x="128" y="293"/>
                      <a:pt x="129" y="293"/>
                    </a:cubicBezTo>
                    <a:cubicBezTo>
                      <a:pt x="131" y="294"/>
                      <a:pt x="131" y="295"/>
                      <a:pt x="131" y="296"/>
                    </a:cubicBezTo>
                    <a:cubicBezTo>
                      <a:pt x="131" y="299"/>
                      <a:pt x="131" y="299"/>
                      <a:pt x="131" y="299"/>
                    </a:cubicBezTo>
                    <a:cubicBezTo>
                      <a:pt x="131" y="306"/>
                      <a:pt x="131" y="306"/>
                      <a:pt x="131" y="306"/>
                    </a:cubicBezTo>
                    <a:cubicBezTo>
                      <a:pt x="131" y="308"/>
                      <a:pt x="131" y="308"/>
                      <a:pt x="131" y="308"/>
                    </a:cubicBezTo>
                    <a:cubicBezTo>
                      <a:pt x="133" y="308"/>
                      <a:pt x="135" y="308"/>
                      <a:pt x="135" y="307"/>
                    </a:cubicBezTo>
                    <a:cubicBezTo>
                      <a:pt x="139" y="301"/>
                      <a:pt x="139" y="301"/>
                      <a:pt x="139" y="301"/>
                    </a:cubicBezTo>
                    <a:cubicBezTo>
                      <a:pt x="144" y="297"/>
                      <a:pt x="144" y="297"/>
                      <a:pt x="144" y="297"/>
                    </a:cubicBezTo>
                    <a:cubicBezTo>
                      <a:pt x="147" y="295"/>
                      <a:pt x="149" y="293"/>
                      <a:pt x="153" y="293"/>
                    </a:cubicBezTo>
                    <a:cubicBezTo>
                      <a:pt x="153" y="293"/>
                      <a:pt x="153" y="293"/>
                      <a:pt x="153" y="293"/>
                    </a:cubicBezTo>
                    <a:cubicBezTo>
                      <a:pt x="161" y="295"/>
                      <a:pt x="161" y="295"/>
                      <a:pt x="161" y="295"/>
                    </a:cubicBezTo>
                    <a:cubicBezTo>
                      <a:pt x="164" y="294"/>
                      <a:pt x="164" y="294"/>
                      <a:pt x="164" y="294"/>
                    </a:cubicBezTo>
                    <a:cubicBezTo>
                      <a:pt x="168" y="288"/>
                      <a:pt x="168" y="288"/>
                      <a:pt x="168" y="288"/>
                    </a:cubicBezTo>
                    <a:cubicBezTo>
                      <a:pt x="167" y="279"/>
                      <a:pt x="167" y="279"/>
                      <a:pt x="167" y="279"/>
                    </a:cubicBezTo>
                    <a:cubicBezTo>
                      <a:pt x="165" y="275"/>
                      <a:pt x="163" y="271"/>
                      <a:pt x="164" y="268"/>
                    </a:cubicBezTo>
                    <a:cubicBezTo>
                      <a:pt x="165" y="261"/>
                      <a:pt x="165" y="261"/>
                      <a:pt x="165" y="261"/>
                    </a:cubicBezTo>
                    <a:cubicBezTo>
                      <a:pt x="165" y="260"/>
                      <a:pt x="165" y="260"/>
                      <a:pt x="165" y="260"/>
                    </a:cubicBezTo>
                    <a:cubicBezTo>
                      <a:pt x="166" y="259"/>
                      <a:pt x="166" y="259"/>
                      <a:pt x="166" y="259"/>
                    </a:cubicBezTo>
                    <a:cubicBezTo>
                      <a:pt x="166" y="259"/>
                      <a:pt x="166" y="259"/>
                      <a:pt x="166" y="259"/>
                    </a:cubicBezTo>
                    <a:cubicBezTo>
                      <a:pt x="173" y="255"/>
                      <a:pt x="173" y="255"/>
                      <a:pt x="173" y="255"/>
                    </a:cubicBezTo>
                    <a:cubicBezTo>
                      <a:pt x="174" y="255"/>
                      <a:pt x="174" y="255"/>
                      <a:pt x="174" y="255"/>
                    </a:cubicBezTo>
                    <a:cubicBezTo>
                      <a:pt x="174" y="255"/>
                      <a:pt x="174" y="255"/>
                      <a:pt x="174" y="255"/>
                    </a:cubicBezTo>
                    <a:cubicBezTo>
                      <a:pt x="179" y="251"/>
                      <a:pt x="179" y="251"/>
                      <a:pt x="179" y="251"/>
                    </a:cubicBezTo>
                    <a:cubicBezTo>
                      <a:pt x="186" y="242"/>
                      <a:pt x="186" y="242"/>
                      <a:pt x="186" y="242"/>
                    </a:cubicBezTo>
                    <a:cubicBezTo>
                      <a:pt x="187" y="235"/>
                      <a:pt x="187" y="235"/>
                      <a:pt x="187" y="235"/>
                    </a:cubicBezTo>
                    <a:cubicBezTo>
                      <a:pt x="179" y="218"/>
                      <a:pt x="179" y="218"/>
                      <a:pt x="179" y="218"/>
                    </a:cubicBezTo>
                    <a:cubicBezTo>
                      <a:pt x="195" y="225"/>
                      <a:pt x="195" y="225"/>
                      <a:pt x="195" y="225"/>
                    </a:cubicBezTo>
                    <a:cubicBezTo>
                      <a:pt x="195" y="219"/>
                      <a:pt x="195" y="219"/>
                      <a:pt x="195" y="219"/>
                    </a:cubicBezTo>
                    <a:cubicBezTo>
                      <a:pt x="195" y="219"/>
                      <a:pt x="195" y="219"/>
                      <a:pt x="195" y="219"/>
                    </a:cubicBezTo>
                    <a:cubicBezTo>
                      <a:pt x="195" y="218"/>
                      <a:pt x="195" y="218"/>
                      <a:pt x="195" y="218"/>
                    </a:cubicBezTo>
                    <a:cubicBezTo>
                      <a:pt x="201" y="213"/>
                      <a:pt x="201" y="213"/>
                      <a:pt x="201" y="213"/>
                    </a:cubicBezTo>
                    <a:cubicBezTo>
                      <a:pt x="213" y="210"/>
                      <a:pt x="213" y="210"/>
                      <a:pt x="213" y="210"/>
                    </a:cubicBezTo>
                    <a:cubicBezTo>
                      <a:pt x="214" y="210"/>
                      <a:pt x="214" y="210"/>
                      <a:pt x="214" y="210"/>
                    </a:cubicBezTo>
                    <a:cubicBezTo>
                      <a:pt x="221" y="225"/>
                      <a:pt x="221" y="225"/>
                      <a:pt x="221" y="225"/>
                    </a:cubicBezTo>
                    <a:cubicBezTo>
                      <a:pt x="221" y="225"/>
                      <a:pt x="221" y="225"/>
                      <a:pt x="221" y="225"/>
                    </a:cubicBezTo>
                    <a:cubicBezTo>
                      <a:pt x="220" y="231"/>
                      <a:pt x="220" y="231"/>
                      <a:pt x="220" y="231"/>
                    </a:cubicBezTo>
                    <a:cubicBezTo>
                      <a:pt x="221" y="236"/>
                      <a:pt x="221" y="236"/>
                      <a:pt x="221" y="236"/>
                    </a:cubicBezTo>
                    <a:cubicBezTo>
                      <a:pt x="221" y="239"/>
                      <a:pt x="223" y="240"/>
                      <a:pt x="224" y="240"/>
                    </a:cubicBezTo>
                    <a:cubicBezTo>
                      <a:pt x="226" y="240"/>
                      <a:pt x="227" y="239"/>
                      <a:pt x="229" y="237"/>
                    </a:cubicBezTo>
                    <a:cubicBezTo>
                      <a:pt x="229" y="236"/>
                      <a:pt x="229" y="236"/>
                      <a:pt x="229" y="236"/>
                    </a:cubicBezTo>
                    <a:cubicBezTo>
                      <a:pt x="229" y="236"/>
                      <a:pt x="229" y="236"/>
                      <a:pt x="229" y="236"/>
                    </a:cubicBezTo>
                    <a:cubicBezTo>
                      <a:pt x="230" y="236"/>
                      <a:pt x="230" y="236"/>
                      <a:pt x="230" y="236"/>
                    </a:cubicBezTo>
                    <a:cubicBezTo>
                      <a:pt x="239" y="233"/>
                      <a:pt x="239" y="233"/>
                      <a:pt x="239" y="233"/>
                    </a:cubicBezTo>
                    <a:cubicBezTo>
                      <a:pt x="239" y="233"/>
                      <a:pt x="239" y="233"/>
                      <a:pt x="239" y="233"/>
                    </a:cubicBezTo>
                    <a:cubicBezTo>
                      <a:pt x="240" y="233"/>
                      <a:pt x="240" y="233"/>
                      <a:pt x="240" y="233"/>
                    </a:cubicBezTo>
                    <a:cubicBezTo>
                      <a:pt x="245" y="233"/>
                      <a:pt x="247" y="234"/>
                      <a:pt x="249" y="236"/>
                    </a:cubicBezTo>
                    <a:cubicBezTo>
                      <a:pt x="249" y="247"/>
                      <a:pt x="249" y="247"/>
                      <a:pt x="249" y="247"/>
                    </a:cubicBezTo>
                    <a:cubicBezTo>
                      <a:pt x="249" y="247"/>
                      <a:pt x="249" y="247"/>
                      <a:pt x="249" y="247"/>
                    </a:cubicBezTo>
                    <a:cubicBezTo>
                      <a:pt x="251" y="248"/>
                      <a:pt x="251" y="248"/>
                      <a:pt x="251" y="248"/>
                    </a:cubicBezTo>
                    <a:cubicBezTo>
                      <a:pt x="255" y="249"/>
                      <a:pt x="255" y="249"/>
                      <a:pt x="255" y="249"/>
                    </a:cubicBezTo>
                    <a:cubicBezTo>
                      <a:pt x="261" y="249"/>
                      <a:pt x="261" y="249"/>
                      <a:pt x="261" y="249"/>
                    </a:cubicBezTo>
                    <a:cubicBezTo>
                      <a:pt x="271" y="246"/>
                      <a:pt x="271" y="246"/>
                      <a:pt x="271" y="246"/>
                    </a:cubicBezTo>
                    <a:cubicBezTo>
                      <a:pt x="277" y="241"/>
                      <a:pt x="277" y="241"/>
                      <a:pt x="277" y="241"/>
                    </a:cubicBezTo>
                    <a:cubicBezTo>
                      <a:pt x="278" y="236"/>
                      <a:pt x="278" y="236"/>
                      <a:pt x="278" y="236"/>
                    </a:cubicBezTo>
                    <a:cubicBezTo>
                      <a:pt x="275" y="233"/>
                      <a:pt x="275" y="233"/>
                      <a:pt x="275" y="233"/>
                    </a:cubicBezTo>
                    <a:cubicBezTo>
                      <a:pt x="265" y="229"/>
                      <a:pt x="265" y="229"/>
                      <a:pt x="265" y="229"/>
                    </a:cubicBezTo>
                    <a:cubicBezTo>
                      <a:pt x="265" y="229"/>
                      <a:pt x="265" y="229"/>
                      <a:pt x="265" y="229"/>
                    </a:cubicBezTo>
                    <a:cubicBezTo>
                      <a:pt x="264" y="229"/>
                      <a:pt x="264" y="229"/>
                      <a:pt x="264" y="229"/>
                    </a:cubicBezTo>
                    <a:cubicBezTo>
                      <a:pt x="264" y="229"/>
                      <a:pt x="264" y="229"/>
                      <a:pt x="264" y="229"/>
                    </a:cubicBezTo>
                    <a:cubicBezTo>
                      <a:pt x="264" y="229"/>
                      <a:pt x="264" y="229"/>
                      <a:pt x="264" y="229"/>
                    </a:cubicBezTo>
                    <a:cubicBezTo>
                      <a:pt x="252" y="217"/>
                      <a:pt x="252" y="217"/>
                      <a:pt x="252" y="217"/>
                    </a:cubicBezTo>
                    <a:cubicBezTo>
                      <a:pt x="253" y="216"/>
                      <a:pt x="253" y="216"/>
                      <a:pt x="253" y="216"/>
                    </a:cubicBezTo>
                    <a:cubicBezTo>
                      <a:pt x="259" y="211"/>
                      <a:pt x="259" y="211"/>
                      <a:pt x="259" y="211"/>
                    </a:cubicBezTo>
                    <a:cubicBezTo>
                      <a:pt x="259" y="210"/>
                      <a:pt x="259" y="210"/>
                      <a:pt x="259" y="210"/>
                    </a:cubicBezTo>
                    <a:cubicBezTo>
                      <a:pt x="259" y="210"/>
                      <a:pt x="259" y="210"/>
                      <a:pt x="259" y="210"/>
                    </a:cubicBezTo>
                    <a:cubicBezTo>
                      <a:pt x="265" y="208"/>
                      <a:pt x="265" y="208"/>
                      <a:pt x="265" y="208"/>
                    </a:cubicBezTo>
                    <a:cubicBezTo>
                      <a:pt x="265" y="208"/>
                      <a:pt x="265" y="208"/>
                      <a:pt x="265" y="208"/>
                    </a:cubicBezTo>
                    <a:cubicBezTo>
                      <a:pt x="267" y="208"/>
                      <a:pt x="267" y="208"/>
                      <a:pt x="267" y="208"/>
                    </a:cubicBezTo>
                    <a:cubicBezTo>
                      <a:pt x="275" y="209"/>
                      <a:pt x="275" y="209"/>
                      <a:pt x="275" y="209"/>
                    </a:cubicBezTo>
                    <a:cubicBezTo>
                      <a:pt x="275" y="209"/>
                      <a:pt x="275" y="209"/>
                      <a:pt x="275" y="209"/>
                    </a:cubicBezTo>
                    <a:cubicBezTo>
                      <a:pt x="275" y="210"/>
                      <a:pt x="275" y="210"/>
                      <a:pt x="275" y="210"/>
                    </a:cubicBezTo>
                    <a:cubicBezTo>
                      <a:pt x="275" y="207"/>
                      <a:pt x="275" y="207"/>
                      <a:pt x="275" y="207"/>
                    </a:cubicBezTo>
                    <a:cubicBezTo>
                      <a:pt x="272" y="201"/>
                      <a:pt x="272" y="201"/>
                      <a:pt x="272" y="201"/>
                    </a:cubicBezTo>
                    <a:cubicBezTo>
                      <a:pt x="266" y="198"/>
                      <a:pt x="266" y="198"/>
                      <a:pt x="266" y="198"/>
                    </a:cubicBezTo>
                    <a:cubicBezTo>
                      <a:pt x="259" y="187"/>
                      <a:pt x="259" y="187"/>
                      <a:pt x="259" y="187"/>
                    </a:cubicBezTo>
                    <a:cubicBezTo>
                      <a:pt x="259" y="187"/>
                      <a:pt x="259" y="187"/>
                      <a:pt x="259" y="187"/>
                    </a:cubicBezTo>
                    <a:cubicBezTo>
                      <a:pt x="258" y="186"/>
                      <a:pt x="258" y="186"/>
                      <a:pt x="258" y="186"/>
                    </a:cubicBezTo>
                    <a:cubicBezTo>
                      <a:pt x="258" y="186"/>
                      <a:pt x="258" y="186"/>
                      <a:pt x="258" y="186"/>
                    </a:cubicBezTo>
                    <a:cubicBezTo>
                      <a:pt x="255" y="173"/>
                      <a:pt x="255" y="173"/>
                      <a:pt x="255" y="173"/>
                    </a:cubicBezTo>
                    <a:cubicBezTo>
                      <a:pt x="255" y="163"/>
                      <a:pt x="255" y="163"/>
                      <a:pt x="255" y="163"/>
                    </a:cubicBezTo>
                    <a:cubicBezTo>
                      <a:pt x="261" y="157"/>
                      <a:pt x="261" y="157"/>
                      <a:pt x="261" y="157"/>
                    </a:cubicBezTo>
                    <a:cubicBezTo>
                      <a:pt x="271" y="157"/>
                      <a:pt x="271" y="157"/>
                      <a:pt x="271" y="157"/>
                    </a:cubicBezTo>
                    <a:cubicBezTo>
                      <a:pt x="293" y="159"/>
                      <a:pt x="293" y="159"/>
                      <a:pt x="293" y="159"/>
                    </a:cubicBezTo>
                    <a:cubicBezTo>
                      <a:pt x="303" y="144"/>
                      <a:pt x="303" y="144"/>
                      <a:pt x="303" y="144"/>
                    </a:cubicBezTo>
                    <a:cubicBezTo>
                      <a:pt x="303" y="143"/>
                      <a:pt x="303" y="143"/>
                      <a:pt x="303" y="143"/>
                    </a:cubicBezTo>
                    <a:cubicBezTo>
                      <a:pt x="304" y="143"/>
                      <a:pt x="304" y="143"/>
                      <a:pt x="304" y="143"/>
                    </a:cubicBezTo>
                    <a:cubicBezTo>
                      <a:pt x="313" y="139"/>
                      <a:pt x="313" y="139"/>
                      <a:pt x="313" y="139"/>
                    </a:cubicBezTo>
                    <a:cubicBezTo>
                      <a:pt x="317" y="130"/>
                      <a:pt x="317" y="130"/>
                      <a:pt x="317" y="130"/>
                    </a:cubicBezTo>
                    <a:cubicBezTo>
                      <a:pt x="317" y="129"/>
                      <a:pt x="317" y="129"/>
                      <a:pt x="317" y="129"/>
                    </a:cubicBezTo>
                    <a:cubicBezTo>
                      <a:pt x="327" y="121"/>
                      <a:pt x="327" y="121"/>
                      <a:pt x="327" y="121"/>
                    </a:cubicBezTo>
                    <a:cubicBezTo>
                      <a:pt x="332" y="112"/>
                      <a:pt x="332" y="112"/>
                      <a:pt x="332" y="112"/>
                    </a:cubicBezTo>
                    <a:cubicBezTo>
                      <a:pt x="332" y="112"/>
                      <a:pt x="332" y="112"/>
                      <a:pt x="332" y="112"/>
                    </a:cubicBezTo>
                    <a:cubicBezTo>
                      <a:pt x="333" y="112"/>
                      <a:pt x="333" y="112"/>
                      <a:pt x="333" y="112"/>
                    </a:cubicBezTo>
                    <a:cubicBezTo>
                      <a:pt x="333" y="111"/>
                      <a:pt x="333" y="111"/>
                      <a:pt x="333" y="111"/>
                    </a:cubicBezTo>
                    <a:cubicBezTo>
                      <a:pt x="333" y="111"/>
                      <a:pt x="333" y="111"/>
                      <a:pt x="333" y="111"/>
                    </a:cubicBezTo>
                    <a:cubicBezTo>
                      <a:pt x="337" y="107"/>
                      <a:pt x="337" y="107"/>
                      <a:pt x="337" y="107"/>
                    </a:cubicBezTo>
                    <a:cubicBezTo>
                      <a:pt x="341" y="99"/>
                      <a:pt x="341" y="99"/>
                      <a:pt x="341" y="99"/>
                    </a:cubicBezTo>
                    <a:cubicBezTo>
                      <a:pt x="343" y="87"/>
                      <a:pt x="343" y="87"/>
                      <a:pt x="343" y="87"/>
                    </a:cubicBezTo>
                    <a:cubicBezTo>
                      <a:pt x="343" y="86"/>
                      <a:pt x="343" y="86"/>
                      <a:pt x="343" y="86"/>
                    </a:cubicBezTo>
                    <a:cubicBezTo>
                      <a:pt x="343" y="85"/>
                      <a:pt x="343" y="85"/>
                      <a:pt x="343" y="85"/>
                    </a:cubicBezTo>
                    <a:cubicBezTo>
                      <a:pt x="350" y="81"/>
                      <a:pt x="350" y="81"/>
                      <a:pt x="350" y="81"/>
                    </a:cubicBezTo>
                    <a:cubicBezTo>
                      <a:pt x="351" y="79"/>
                      <a:pt x="351" y="79"/>
                      <a:pt x="351" y="79"/>
                    </a:cubicBezTo>
                    <a:cubicBezTo>
                      <a:pt x="342" y="78"/>
                      <a:pt x="342" y="78"/>
                      <a:pt x="342" y="78"/>
                    </a:cubicBezTo>
                    <a:cubicBezTo>
                      <a:pt x="326" y="79"/>
                      <a:pt x="326" y="79"/>
                      <a:pt x="326" y="79"/>
                    </a:cubicBezTo>
                    <a:cubicBezTo>
                      <a:pt x="325" y="78"/>
                      <a:pt x="325" y="78"/>
                      <a:pt x="325" y="78"/>
                    </a:cubicBezTo>
                    <a:cubicBezTo>
                      <a:pt x="319" y="73"/>
                      <a:pt x="319" y="73"/>
                      <a:pt x="319" y="73"/>
                    </a:cubicBezTo>
                    <a:cubicBezTo>
                      <a:pt x="319" y="73"/>
                      <a:pt x="319" y="73"/>
                      <a:pt x="319" y="73"/>
                    </a:cubicBezTo>
                    <a:cubicBezTo>
                      <a:pt x="319" y="73"/>
                      <a:pt x="319" y="73"/>
                      <a:pt x="319" y="73"/>
                    </a:cubicBezTo>
                    <a:cubicBezTo>
                      <a:pt x="319" y="73"/>
                      <a:pt x="319" y="73"/>
                      <a:pt x="319" y="73"/>
                    </a:cubicBezTo>
                    <a:cubicBezTo>
                      <a:pt x="315" y="68"/>
                      <a:pt x="315" y="68"/>
                      <a:pt x="315" y="68"/>
                    </a:cubicBezTo>
                    <a:cubicBezTo>
                      <a:pt x="315" y="69"/>
                      <a:pt x="315" y="69"/>
                      <a:pt x="315" y="69"/>
                    </a:cubicBezTo>
                    <a:cubicBezTo>
                      <a:pt x="314" y="69"/>
                      <a:pt x="314" y="69"/>
                      <a:pt x="314" y="69"/>
                    </a:cubicBezTo>
                    <a:cubicBezTo>
                      <a:pt x="313" y="71"/>
                      <a:pt x="311" y="71"/>
                      <a:pt x="309" y="71"/>
                    </a:cubicBezTo>
                    <a:cubicBezTo>
                      <a:pt x="307" y="72"/>
                      <a:pt x="307" y="72"/>
                      <a:pt x="307" y="72"/>
                    </a:cubicBezTo>
                    <a:cubicBezTo>
                      <a:pt x="306" y="73"/>
                      <a:pt x="305" y="73"/>
                      <a:pt x="304" y="73"/>
                    </a:cubicBezTo>
                    <a:cubicBezTo>
                      <a:pt x="303" y="73"/>
                      <a:pt x="303" y="71"/>
                      <a:pt x="302" y="69"/>
                    </a:cubicBezTo>
                    <a:cubicBezTo>
                      <a:pt x="302" y="67"/>
                      <a:pt x="301" y="65"/>
                      <a:pt x="299" y="63"/>
                    </a:cubicBezTo>
                    <a:cubicBezTo>
                      <a:pt x="298" y="63"/>
                      <a:pt x="298" y="63"/>
                      <a:pt x="298" y="63"/>
                    </a:cubicBezTo>
                    <a:cubicBezTo>
                      <a:pt x="298" y="63"/>
                      <a:pt x="298" y="63"/>
                      <a:pt x="298" y="63"/>
                    </a:cubicBezTo>
                    <a:cubicBezTo>
                      <a:pt x="298" y="63"/>
                      <a:pt x="298" y="63"/>
                      <a:pt x="298" y="63"/>
                    </a:cubicBezTo>
                    <a:cubicBezTo>
                      <a:pt x="296" y="57"/>
                      <a:pt x="296" y="57"/>
                      <a:pt x="296" y="57"/>
                    </a:cubicBezTo>
                    <a:cubicBezTo>
                      <a:pt x="294" y="57"/>
                      <a:pt x="294" y="57"/>
                      <a:pt x="294" y="57"/>
                    </a:cubicBezTo>
                    <a:cubicBezTo>
                      <a:pt x="288" y="61"/>
                      <a:pt x="288" y="61"/>
                      <a:pt x="288" y="61"/>
                    </a:cubicBezTo>
                    <a:cubicBezTo>
                      <a:pt x="288" y="62"/>
                      <a:pt x="288" y="62"/>
                      <a:pt x="288" y="62"/>
                    </a:cubicBezTo>
                    <a:cubicBezTo>
                      <a:pt x="287" y="62"/>
                      <a:pt x="287" y="62"/>
                      <a:pt x="287" y="62"/>
                    </a:cubicBezTo>
                    <a:cubicBezTo>
                      <a:pt x="273" y="65"/>
                      <a:pt x="273" y="65"/>
                      <a:pt x="273" y="65"/>
                    </a:cubicBezTo>
                    <a:cubicBezTo>
                      <a:pt x="273" y="65"/>
                      <a:pt x="273" y="65"/>
                      <a:pt x="273" y="65"/>
                    </a:cubicBezTo>
                    <a:cubicBezTo>
                      <a:pt x="272" y="64"/>
                      <a:pt x="272" y="64"/>
                      <a:pt x="272" y="64"/>
                    </a:cubicBezTo>
                    <a:cubicBezTo>
                      <a:pt x="263" y="58"/>
                      <a:pt x="263" y="58"/>
                      <a:pt x="263" y="58"/>
                    </a:cubicBezTo>
                    <a:cubicBezTo>
                      <a:pt x="263" y="58"/>
                      <a:pt x="263" y="58"/>
                      <a:pt x="263" y="58"/>
                    </a:cubicBezTo>
                    <a:cubicBezTo>
                      <a:pt x="262" y="57"/>
                      <a:pt x="262" y="57"/>
                      <a:pt x="262" y="57"/>
                    </a:cubicBezTo>
                    <a:cubicBezTo>
                      <a:pt x="262" y="57"/>
                      <a:pt x="262" y="57"/>
                      <a:pt x="262" y="57"/>
                    </a:cubicBezTo>
                    <a:cubicBezTo>
                      <a:pt x="262" y="57"/>
                      <a:pt x="262" y="57"/>
                      <a:pt x="262" y="57"/>
                    </a:cubicBezTo>
                    <a:cubicBezTo>
                      <a:pt x="259" y="52"/>
                      <a:pt x="259" y="52"/>
                      <a:pt x="259" y="52"/>
                    </a:cubicBezTo>
                    <a:cubicBezTo>
                      <a:pt x="253" y="59"/>
                      <a:pt x="253" y="59"/>
                      <a:pt x="253" y="59"/>
                    </a:cubicBezTo>
                    <a:cubicBezTo>
                      <a:pt x="248" y="65"/>
                      <a:pt x="244" y="67"/>
                      <a:pt x="242" y="65"/>
                    </a:cubicBezTo>
                    <a:cubicBezTo>
                      <a:pt x="233" y="60"/>
                      <a:pt x="233" y="60"/>
                      <a:pt x="233" y="60"/>
                    </a:cubicBezTo>
                    <a:cubicBezTo>
                      <a:pt x="226" y="59"/>
                      <a:pt x="226" y="59"/>
                      <a:pt x="226" y="59"/>
                    </a:cubicBezTo>
                    <a:cubicBezTo>
                      <a:pt x="225" y="60"/>
                      <a:pt x="225" y="60"/>
                      <a:pt x="225" y="60"/>
                    </a:cubicBezTo>
                    <a:cubicBezTo>
                      <a:pt x="219" y="55"/>
                      <a:pt x="219" y="55"/>
                      <a:pt x="219" y="55"/>
                    </a:cubicBezTo>
                    <a:cubicBezTo>
                      <a:pt x="219" y="55"/>
                      <a:pt x="219" y="55"/>
                      <a:pt x="219" y="55"/>
                    </a:cubicBezTo>
                    <a:cubicBezTo>
                      <a:pt x="218" y="55"/>
                      <a:pt x="218" y="55"/>
                      <a:pt x="218" y="55"/>
                    </a:cubicBezTo>
                    <a:cubicBezTo>
                      <a:pt x="221" y="44"/>
                      <a:pt x="221" y="44"/>
                      <a:pt x="221" y="44"/>
                    </a:cubicBezTo>
                    <a:cubicBezTo>
                      <a:pt x="221" y="40"/>
                      <a:pt x="221" y="40"/>
                      <a:pt x="221" y="40"/>
                    </a:cubicBezTo>
                    <a:cubicBezTo>
                      <a:pt x="217" y="39"/>
                      <a:pt x="217" y="39"/>
                      <a:pt x="217" y="39"/>
                    </a:cubicBezTo>
                    <a:cubicBezTo>
                      <a:pt x="217" y="39"/>
                      <a:pt x="217" y="39"/>
                      <a:pt x="217" y="39"/>
                    </a:cubicBezTo>
                    <a:cubicBezTo>
                      <a:pt x="208" y="29"/>
                      <a:pt x="208" y="29"/>
                      <a:pt x="208" y="29"/>
                    </a:cubicBezTo>
                    <a:cubicBezTo>
                      <a:pt x="209" y="23"/>
                      <a:pt x="209" y="23"/>
                      <a:pt x="209" y="23"/>
                    </a:cubicBezTo>
                    <a:cubicBezTo>
                      <a:pt x="188" y="21"/>
                      <a:pt x="188" y="21"/>
                      <a:pt x="188" y="21"/>
                    </a:cubicBezTo>
                    <a:cubicBezTo>
                      <a:pt x="180" y="16"/>
                      <a:pt x="180" y="16"/>
                      <a:pt x="180" y="16"/>
                    </a:cubicBezTo>
                    <a:cubicBezTo>
                      <a:pt x="178" y="15"/>
                      <a:pt x="176" y="13"/>
                      <a:pt x="175" y="9"/>
                    </a:cubicBezTo>
                    <a:cubicBezTo>
                      <a:pt x="174" y="6"/>
                      <a:pt x="174" y="6"/>
                      <a:pt x="174" y="6"/>
                    </a:cubicBezTo>
                    <a:cubicBezTo>
                      <a:pt x="172" y="0"/>
                      <a:pt x="172" y="0"/>
                      <a:pt x="172" y="0"/>
                    </a:cubicBezTo>
                    <a:cubicBezTo>
                      <a:pt x="169" y="0"/>
                      <a:pt x="169" y="0"/>
                      <a:pt x="169" y="0"/>
                    </a:cubicBezTo>
                    <a:cubicBezTo>
                      <a:pt x="163" y="5"/>
                      <a:pt x="163" y="5"/>
                      <a:pt x="163" y="5"/>
                    </a:cubicBezTo>
                    <a:cubicBezTo>
                      <a:pt x="155" y="15"/>
                      <a:pt x="155" y="15"/>
                      <a:pt x="155" y="15"/>
                    </a:cubicBezTo>
                    <a:cubicBezTo>
                      <a:pt x="157" y="21"/>
                      <a:pt x="157" y="21"/>
                      <a:pt x="157" y="21"/>
                    </a:cubicBezTo>
                    <a:cubicBezTo>
                      <a:pt x="159" y="30"/>
                      <a:pt x="159" y="30"/>
                      <a:pt x="159" y="30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60" y="31"/>
                      <a:pt x="160" y="31"/>
                      <a:pt x="160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4"/>
                      <a:pt x="156" y="35"/>
                      <a:pt x="153" y="35"/>
                    </a:cubicBezTo>
                    <a:cubicBezTo>
                      <a:pt x="145" y="35"/>
                      <a:pt x="145" y="35"/>
                      <a:pt x="145" y="35"/>
                    </a:cubicBezTo>
                    <a:cubicBezTo>
                      <a:pt x="140" y="33"/>
                      <a:pt x="140" y="33"/>
                      <a:pt x="140" y="33"/>
                    </a:cubicBezTo>
                    <a:cubicBezTo>
                      <a:pt x="134" y="35"/>
                      <a:pt x="134" y="35"/>
                      <a:pt x="134" y="35"/>
                    </a:cubicBezTo>
                    <a:cubicBezTo>
                      <a:pt x="133" y="35"/>
                      <a:pt x="133" y="35"/>
                      <a:pt x="133" y="35"/>
                    </a:cubicBezTo>
                    <a:cubicBezTo>
                      <a:pt x="132" y="35"/>
                      <a:pt x="132" y="35"/>
                      <a:pt x="132" y="35"/>
                    </a:cubicBezTo>
                    <a:cubicBezTo>
                      <a:pt x="131" y="41"/>
                      <a:pt x="131" y="41"/>
                      <a:pt x="131" y="41"/>
                    </a:cubicBezTo>
                    <a:cubicBezTo>
                      <a:pt x="131" y="41"/>
                      <a:pt x="131" y="41"/>
                      <a:pt x="131" y="41"/>
                    </a:cubicBezTo>
                    <a:cubicBezTo>
                      <a:pt x="131" y="43"/>
                      <a:pt x="131" y="43"/>
                      <a:pt x="131" y="43"/>
                    </a:cubicBezTo>
                    <a:cubicBezTo>
                      <a:pt x="129" y="43"/>
                      <a:pt x="129" y="43"/>
                      <a:pt x="129" y="43"/>
                    </a:cubicBezTo>
                    <a:cubicBezTo>
                      <a:pt x="119" y="39"/>
                      <a:pt x="119" y="39"/>
                      <a:pt x="119" y="39"/>
                    </a:cubicBezTo>
                    <a:cubicBezTo>
                      <a:pt x="119" y="43"/>
                      <a:pt x="120" y="45"/>
                      <a:pt x="121" y="48"/>
                    </a:cubicBezTo>
                    <a:cubicBezTo>
                      <a:pt x="123" y="51"/>
                      <a:pt x="123" y="53"/>
                      <a:pt x="122" y="55"/>
                    </a:cubicBezTo>
                    <a:cubicBezTo>
                      <a:pt x="121" y="58"/>
                      <a:pt x="121" y="58"/>
                      <a:pt x="121" y="58"/>
                    </a:cubicBezTo>
                    <a:cubicBezTo>
                      <a:pt x="119" y="59"/>
                      <a:pt x="116" y="60"/>
                      <a:pt x="111" y="59"/>
                    </a:cubicBezTo>
                    <a:cubicBezTo>
                      <a:pt x="104" y="59"/>
                      <a:pt x="104" y="59"/>
                      <a:pt x="104" y="59"/>
                    </a:cubicBezTo>
                    <a:cubicBezTo>
                      <a:pt x="103" y="71"/>
                      <a:pt x="103" y="71"/>
                      <a:pt x="103" y="71"/>
                    </a:cubicBezTo>
                    <a:cubicBezTo>
                      <a:pt x="95" y="67"/>
                      <a:pt x="95" y="67"/>
                      <a:pt x="95" y="67"/>
                    </a:cubicBezTo>
                    <a:cubicBezTo>
                      <a:pt x="94" y="67"/>
                      <a:pt x="94" y="67"/>
                      <a:pt x="94" y="67"/>
                    </a:cubicBezTo>
                    <a:cubicBezTo>
                      <a:pt x="94" y="67"/>
                      <a:pt x="94" y="67"/>
                      <a:pt x="94" y="67"/>
                    </a:cubicBezTo>
                    <a:cubicBezTo>
                      <a:pt x="89" y="59"/>
                      <a:pt x="89" y="59"/>
                      <a:pt x="89" y="59"/>
                    </a:cubicBezTo>
                    <a:cubicBezTo>
                      <a:pt x="80" y="55"/>
                      <a:pt x="80" y="55"/>
                      <a:pt x="80" y="55"/>
                    </a:cubicBezTo>
                    <a:cubicBezTo>
                      <a:pt x="77" y="50"/>
                      <a:pt x="77" y="50"/>
                      <a:pt x="77" y="50"/>
                    </a:cubicBezTo>
                    <a:cubicBezTo>
                      <a:pt x="74" y="53"/>
                      <a:pt x="74" y="53"/>
                      <a:pt x="74" y="53"/>
                    </a:cubicBezTo>
                    <a:cubicBezTo>
                      <a:pt x="73" y="53"/>
                      <a:pt x="73" y="53"/>
                      <a:pt x="73" y="53"/>
                    </a:cubicBezTo>
                    <a:cubicBezTo>
                      <a:pt x="67" y="54"/>
                      <a:pt x="67" y="54"/>
                      <a:pt x="67" y="54"/>
                    </a:cubicBezTo>
                    <a:cubicBezTo>
                      <a:pt x="66" y="54"/>
                      <a:pt x="66" y="54"/>
                      <a:pt x="66" y="54"/>
                    </a:cubicBezTo>
                    <a:cubicBezTo>
                      <a:pt x="63" y="47"/>
                      <a:pt x="63" y="47"/>
                      <a:pt x="63" y="47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59" y="42"/>
                      <a:pt x="59" y="42"/>
                      <a:pt x="59" y="42"/>
                    </a:cubicBezTo>
                    <a:cubicBezTo>
                      <a:pt x="56" y="38"/>
                      <a:pt x="54" y="35"/>
                      <a:pt x="53" y="33"/>
                    </a:cubicBezTo>
                    <a:cubicBezTo>
                      <a:pt x="53" y="32"/>
                      <a:pt x="53" y="31"/>
                      <a:pt x="51" y="31"/>
                    </a:cubicBezTo>
                    <a:cubicBezTo>
                      <a:pt x="49" y="31"/>
                      <a:pt x="49" y="31"/>
                      <a:pt x="49" y="31"/>
                    </a:cubicBezTo>
                    <a:cubicBezTo>
                      <a:pt x="46" y="29"/>
                      <a:pt x="44" y="27"/>
                      <a:pt x="43" y="23"/>
                    </a:cubicBezTo>
                    <a:cubicBezTo>
                      <a:pt x="41" y="17"/>
                      <a:pt x="41" y="17"/>
                      <a:pt x="41" y="17"/>
                    </a:cubicBezTo>
                    <a:cubicBezTo>
                      <a:pt x="41" y="11"/>
                      <a:pt x="41" y="11"/>
                      <a:pt x="41" y="11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33" y="7"/>
                      <a:pt x="33" y="7"/>
                      <a:pt x="33" y="7"/>
                    </a:cubicBezTo>
                    <a:cubicBezTo>
                      <a:pt x="33" y="7"/>
                      <a:pt x="33" y="7"/>
                      <a:pt x="33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íṥḷïḋè"/>
              <p:cNvSpPr/>
              <p:nvPr/>
            </p:nvSpPr>
            <p:spPr bwMode="auto">
              <a:xfrm>
                <a:off x="1120" y="2052"/>
                <a:ext cx="1489" cy="904"/>
              </a:xfrm>
              <a:custGeom>
                <a:avLst/>
                <a:gdLst>
                  <a:gd name="T0" fmla="*/ 67 w 629"/>
                  <a:gd name="T1" fmla="*/ 18 h 382"/>
                  <a:gd name="T2" fmla="*/ 34 w 629"/>
                  <a:gd name="T3" fmla="*/ 29 h 382"/>
                  <a:gd name="T4" fmla="*/ 21 w 629"/>
                  <a:gd name="T5" fmla="*/ 54 h 382"/>
                  <a:gd name="T6" fmla="*/ 10 w 629"/>
                  <a:gd name="T7" fmla="*/ 105 h 382"/>
                  <a:gd name="T8" fmla="*/ 9 w 629"/>
                  <a:gd name="T9" fmla="*/ 119 h 382"/>
                  <a:gd name="T10" fmla="*/ 31 w 629"/>
                  <a:gd name="T11" fmla="*/ 166 h 382"/>
                  <a:gd name="T12" fmla="*/ 65 w 629"/>
                  <a:gd name="T13" fmla="*/ 204 h 382"/>
                  <a:gd name="T14" fmla="*/ 92 w 629"/>
                  <a:gd name="T15" fmla="*/ 196 h 382"/>
                  <a:gd name="T16" fmla="*/ 118 w 629"/>
                  <a:gd name="T17" fmla="*/ 230 h 382"/>
                  <a:gd name="T18" fmla="*/ 145 w 629"/>
                  <a:gd name="T19" fmla="*/ 250 h 382"/>
                  <a:gd name="T20" fmla="*/ 157 w 629"/>
                  <a:gd name="T21" fmla="*/ 271 h 382"/>
                  <a:gd name="T22" fmla="*/ 189 w 629"/>
                  <a:gd name="T23" fmla="*/ 293 h 382"/>
                  <a:gd name="T24" fmla="*/ 204 w 629"/>
                  <a:gd name="T25" fmla="*/ 302 h 382"/>
                  <a:gd name="T26" fmla="*/ 236 w 629"/>
                  <a:gd name="T27" fmla="*/ 314 h 382"/>
                  <a:gd name="T28" fmla="*/ 299 w 629"/>
                  <a:gd name="T29" fmla="*/ 324 h 382"/>
                  <a:gd name="T30" fmla="*/ 297 w 629"/>
                  <a:gd name="T31" fmla="*/ 350 h 382"/>
                  <a:gd name="T32" fmla="*/ 387 w 629"/>
                  <a:gd name="T33" fmla="*/ 339 h 382"/>
                  <a:gd name="T34" fmla="*/ 397 w 629"/>
                  <a:gd name="T35" fmla="*/ 369 h 382"/>
                  <a:gd name="T36" fmla="*/ 479 w 629"/>
                  <a:gd name="T37" fmla="*/ 357 h 382"/>
                  <a:gd name="T38" fmla="*/ 513 w 629"/>
                  <a:gd name="T39" fmla="*/ 340 h 382"/>
                  <a:gd name="T40" fmla="*/ 569 w 629"/>
                  <a:gd name="T41" fmla="*/ 360 h 382"/>
                  <a:gd name="T42" fmla="*/ 570 w 629"/>
                  <a:gd name="T43" fmla="*/ 358 h 382"/>
                  <a:gd name="T44" fmla="*/ 597 w 629"/>
                  <a:gd name="T45" fmla="*/ 348 h 382"/>
                  <a:gd name="T46" fmla="*/ 608 w 629"/>
                  <a:gd name="T47" fmla="*/ 332 h 382"/>
                  <a:gd name="T48" fmla="*/ 624 w 629"/>
                  <a:gd name="T49" fmla="*/ 281 h 382"/>
                  <a:gd name="T50" fmla="*/ 617 w 629"/>
                  <a:gd name="T51" fmla="*/ 248 h 382"/>
                  <a:gd name="T52" fmla="*/ 601 w 629"/>
                  <a:gd name="T53" fmla="*/ 207 h 382"/>
                  <a:gd name="T54" fmla="*/ 593 w 629"/>
                  <a:gd name="T55" fmla="*/ 192 h 382"/>
                  <a:gd name="T56" fmla="*/ 583 w 629"/>
                  <a:gd name="T57" fmla="*/ 197 h 382"/>
                  <a:gd name="T58" fmla="*/ 558 w 629"/>
                  <a:gd name="T59" fmla="*/ 203 h 382"/>
                  <a:gd name="T60" fmla="*/ 532 w 629"/>
                  <a:gd name="T61" fmla="*/ 214 h 382"/>
                  <a:gd name="T62" fmla="*/ 513 w 629"/>
                  <a:gd name="T63" fmla="*/ 190 h 382"/>
                  <a:gd name="T64" fmla="*/ 496 w 629"/>
                  <a:gd name="T65" fmla="*/ 172 h 382"/>
                  <a:gd name="T66" fmla="*/ 443 w 629"/>
                  <a:gd name="T67" fmla="*/ 166 h 382"/>
                  <a:gd name="T68" fmla="*/ 403 w 629"/>
                  <a:gd name="T69" fmla="*/ 150 h 382"/>
                  <a:gd name="T70" fmla="*/ 389 w 629"/>
                  <a:gd name="T71" fmla="*/ 134 h 382"/>
                  <a:gd name="T72" fmla="*/ 369 w 629"/>
                  <a:gd name="T73" fmla="*/ 136 h 382"/>
                  <a:gd name="T74" fmla="*/ 347 w 629"/>
                  <a:gd name="T75" fmla="*/ 98 h 382"/>
                  <a:gd name="T76" fmla="*/ 356 w 629"/>
                  <a:gd name="T77" fmla="*/ 74 h 382"/>
                  <a:gd name="T78" fmla="*/ 357 w 629"/>
                  <a:gd name="T79" fmla="*/ 40 h 382"/>
                  <a:gd name="T80" fmla="*/ 357 w 629"/>
                  <a:gd name="T81" fmla="*/ 22 h 382"/>
                  <a:gd name="T82" fmla="*/ 355 w 629"/>
                  <a:gd name="T83" fmla="*/ 20 h 382"/>
                  <a:gd name="T84" fmla="*/ 347 w 629"/>
                  <a:gd name="T85" fmla="*/ 15 h 382"/>
                  <a:gd name="T86" fmla="*/ 305 w 629"/>
                  <a:gd name="T87" fmla="*/ 2 h 382"/>
                  <a:gd name="T88" fmla="*/ 260 w 629"/>
                  <a:gd name="T89" fmla="*/ 12 h 382"/>
                  <a:gd name="T90" fmla="*/ 221 w 629"/>
                  <a:gd name="T91" fmla="*/ 18 h 382"/>
                  <a:gd name="T92" fmla="*/ 206 w 629"/>
                  <a:gd name="T93" fmla="*/ 20 h 382"/>
                  <a:gd name="T94" fmla="*/ 171 w 629"/>
                  <a:gd name="T95" fmla="*/ 18 h 382"/>
                  <a:gd name="T96" fmla="*/ 152 w 629"/>
                  <a:gd name="T97" fmla="*/ 0 h 382"/>
                  <a:gd name="T98" fmla="*/ 135 w 629"/>
                  <a:gd name="T99" fmla="*/ 10 h 382"/>
                  <a:gd name="T100" fmla="*/ 92 w 629"/>
                  <a:gd name="T101" fmla="*/ 6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29" h="382">
                    <a:moveTo>
                      <a:pt x="77" y="2"/>
                    </a:moveTo>
                    <a:cubicBezTo>
                      <a:pt x="77" y="2"/>
                      <a:pt x="77" y="2"/>
                      <a:pt x="77" y="2"/>
                    </a:cubicBezTo>
                    <a:cubicBezTo>
                      <a:pt x="76" y="6"/>
                      <a:pt x="73" y="8"/>
                      <a:pt x="70" y="11"/>
                    </a:cubicBezTo>
                    <a:cubicBezTo>
                      <a:pt x="67" y="12"/>
                      <a:pt x="67" y="14"/>
                      <a:pt x="67" y="16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7" y="20"/>
                      <a:pt x="65" y="23"/>
                      <a:pt x="62" y="28"/>
                    </a:cubicBezTo>
                    <a:cubicBezTo>
                      <a:pt x="62" y="30"/>
                      <a:pt x="62" y="30"/>
                      <a:pt x="62" y="30"/>
                    </a:cubicBezTo>
                    <a:cubicBezTo>
                      <a:pt x="61" y="31"/>
                      <a:pt x="59" y="32"/>
                      <a:pt x="57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2" y="34"/>
                      <a:pt x="32" y="34"/>
                      <a:pt x="32" y="34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32" y="35"/>
                      <a:pt x="32" y="35"/>
                      <a:pt x="32" y="35"/>
                    </a:cubicBezTo>
                    <a:cubicBezTo>
                      <a:pt x="26" y="44"/>
                      <a:pt x="22" y="50"/>
                      <a:pt x="21" y="54"/>
                    </a:cubicBezTo>
                    <a:cubicBezTo>
                      <a:pt x="21" y="56"/>
                      <a:pt x="23" y="63"/>
                      <a:pt x="29" y="75"/>
                    </a:cubicBezTo>
                    <a:cubicBezTo>
                      <a:pt x="32" y="84"/>
                      <a:pt x="32" y="84"/>
                      <a:pt x="32" y="84"/>
                    </a:cubicBezTo>
                    <a:cubicBezTo>
                      <a:pt x="34" y="88"/>
                      <a:pt x="33" y="92"/>
                      <a:pt x="29" y="98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10" y="105"/>
                      <a:pt x="10" y="105"/>
                      <a:pt x="10" y="105"/>
                    </a:cubicBezTo>
                    <a:cubicBezTo>
                      <a:pt x="7" y="92"/>
                      <a:pt x="7" y="92"/>
                      <a:pt x="7" y="92"/>
                    </a:cubicBezTo>
                    <a:cubicBezTo>
                      <a:pt x="4" y="108"/>
                      <a:pt x="4" y="108"/>
                      <a:pt x="4" y="108"/>
                    </a:cubicBezTo>
                    <a:cubicBezTo>
                      <a:pt x="9" y="116"/>
                      <a:pt x="9" y="116"/>
                      <a:pt x="9" y="116"/>
                    </a:cubicBezTo>
                    <a:cubicBezTo>
                      <a:pt x="10" y="117"/>
                      <a:pt x="10" y="118"/>
                      <a:pt x="9" y="118"/>
                    </a:cubicBezTo>
                    <a:cubicBezTo>
                      <a:pt x="9" y="119"/>
                      <a:pt x="9" y="119"/>
                      <a:pt x="9" y="119"/>
                    </a:cubicBezTo>
                    <a:cubicBezTo>
                      <a:pt x="7" y="120"/>
                      <a:pt x="5" y="124"/>
                      <a:pt x="2" y="131"/>
                    </a:cubicBezTo>
                    <a:cubicBezTo>
                      <a:pt x="0" y="137"/>
                      <a:pt x="1" y="143"/>
                      <a:pt x="6" y="150"/>
                    </a:cubicBezTo>
                    <a:cubicBezTo>
                      <a:pt x="15" y="150"/>
                      <a:pt x="15" y="150"/>
                      <a:pt x="15" y="150"/>
                    </a:cubicBezTo>
                    <a:cubicBezTo>
                      <a:pt x="19" y="150"/>
                      <a:pt x="23" y="156"/>
                      <a:pt x="30" y="165"/>
                    </a:cubicBezTo>
                    <a:cubicBezTo>
                      <a:pt x="31" y="166"/>
                      <a:pt x="31" y="166"/>
                      <a:pt x="31" y="166"/>
                    </a:cubicBezTo>
                    <a:cubicBezTo>
                      <a:pt x="31" y="166"/>
                      <a:pt x="31" y="166"/>
                      <a:pt x="31" y="166"/>
                    </a:cubicBezTo>
                    <a:cubicBezTo>
                      <a:pt x="31" y="168"/>
                      <a:pt x="32" y="170"/>
                      <a:pt x="34" y="172"/>
                    </a:cubicBezTo>
                    <a:cubicBezTo>
                      <a:pt x="55" y="192"/>
                      <a:pt x="55" y="192"/>
                      <a:pt x="55" y="192"/>
                    </a:cubicBezTo>
                    <a:cubicBezTo>
                      <a:pt x="55" y="192"/>
                      <a:pt x="55" y="192"/>
                      <a:pt x="55" y="192"/>
                    </a:cubicBezTo>
                    <a:cubicBezTo>
                      <a:pt x="65" y="204"/>
                      <a:pt x="65" y="204"/>
                      <a:pt x="65" y="204"/>
                    </a:cubicBezTo>
                    <a:cubicBezTo>
                      <a:pt x="70" y="204"/>
                      <a:pt x="70" y="204"/>
                      <a:pt x="70" y="204"/>
                    </a:cubicBezTo>
                    <a:cubicBezTo>
                      <a:pt x="76" y="193"/>
                      <a:pt x="76" y="193"/>
                      <a:pt x="76" y="193"/>
                    </a:cubicBezTo>
                    <a:cubicBezTo>
                      <a:pt x="77" y="192"/>
                      <a:pt x="77" y="192"/>
                      <a:pt x="77" y="192"/>
                    </a:cubicBezTo>
                    <a:cubicBezTo>
                      <a:pt x="77" y="192"/>
                      <a:pt x="77" y="192"/>
                      <a:pt x="77" y="192"/>
                    </a:cubicBezTo>
                    <a:cubicBezTo>
                      <a:pt x="92" y="196"/>
                      <a:pt x="92" y="196"/>
                      <a:pt x="92" y="196"/>
                    </a:cubicBezTo>
                    <a:cubicBezTo>
                      <a:pt x="92" y="196"/>
                      <a:pt x="92" y="196"/>
                      <a:pt x="92" y="196"/>
                    </a:cubicBezTo>
                    <a:cubicBezTo>
                      <a:pt x="92" y="197"/>
                      <a:pt x="92" y="197"/>
                      <a:pt x="92" y="197"/>
                    </a:cubicBezTo>
                    <a:cubicBezTo>
                      <a:pt x="94" y="207"/>
                      <a:pt x="94" y="207"/>
                      <a:pt x="94" y="207"/>
                    </a:cubicBezTo>
                    <a:cubicBezTo>
                      <a:pt x="112" y="227"/>
                      <a:pt x="112" y="227"/>
                      <a:pt x="112" y="227"/>
                    </a:cubicBezTo>
                    <a:cubicBezTo>
                      <a:pt x="118" y="230"/>
                      <a:pt x="118" y="230"/>
                      <a:pt x="118" y="230"/>
                    </a:cubicBezTo>
                    <a:cubicBezTo>
                      <a:pt x="118" y="230"/>
                      <a:pt x="118" y="230"/>
                      <a:pt x="118" y="230"/>
                    </a:cubicBezTo>
                    <a:cubicBezTo>
                      <a:pt x="121" y="232"/>
                      <a:pt x="121" y="232"/>
                      <a:pt x="121" y="232"/>
                    </a:cubicBezTo>
                    <a:cubicBezTo>
                      <a:pt x="121" y="232"/>
                      <a:pt x="121" y="232"/>
                      <a:pt x="121" y="232"/>
                    </a:cubicBezTo>
                    <a:cubicBezTo>
                      <a:pt x="135" y="252"/>
                      <a:pt x="135" y="252"/>
                      <a:pt x="135" y="252"/>
                    </a:cubicBezTo>
                    <a:cubicBezTo>
                      <a:pt x="145" y="250"/>
                      <a:pt x="145" y="250"/>
                      <a:pt x="145" y="250"/>
                    </a:cubicBezTo>
                    <a:cubicBezTo>
                      <a:pt x="146" y="250"/>
                      <a:pt x="146" y="250"/>
                      <a:pt x="146" y="250"/>
                    </a:cubicBezTo>
                    <a:cubicBezTo>
                      <a:pt x="147" y="250"/>
                      <a:pt x="147" y="250"/>
                      <a:pt x="147" y="250"/>
                    </a:cubicBezTo>
                    <a:cubicBezTo>
                      <a:pt x="147" y="251"/>
                      <a:pt x="147" y="251"/>
                      <a:pt x="147" y="251"/>
                    </a:cubicBezTo>
                    <a:cubicBezTo>
                      <a:pt x="148" y="252"/>
                      <a:pt x="148" y="252"/>
                      <a:pt x="148" y="252"/>
                    </a:cubicBezTo>
                    <a:cubicBezTo>
                      <a:pt x="157" y="271"/>
                      <a:pt x="157" y="271"/>
                      <a:pt x="157" y="271"/>
                    </a:cubicBezTo>
                    <a:cubicBezTo>
                      <a:pt x="168" y="278"/>
                      <a:pt x="168" y="278"/>
                      <a:pt x="168" y="278"/>
                    </a:cubicBezTo>
                    <a:cubicBezTo>
                      <a:pt x="177" y="280"/>
                      <a:pt x="177" y="280"/>
                      <a:pt x="177" y="280"/>
                    </a:cubicBezTo>
                    <a:cubicBezTo>
                      <a:pt x="182" y="292"/>
                      <a:pt x="182" y="292"/>
                      <a:pt x="182" y="292"/>
                    </a:cubicBezTo>
                    <a:cubicBezTo>
                      <a:pt x="189" y="292"/>
                      <a:pt x="189" y="292"/>
                      <a:pt x="189" y="292"/>
                    </a:cubicBezTo>
                    <a:cubicBezTo>
                      <a:pt x="189" y="293"/>
                      <a:pt x="189" y="293"/>
                      <a:pt x="189" y="293"/>
                    </a:cubicBezTo>
                    <a:cubicBezTo>
                      <a:pt x="189" y="293"/>
                      <a:pt x="189" y="293"/>
                      <a:pt x="189" y="293"/>
                    </a:cubicBezTo>
                    <a:cubicBezTo>
                      <a:pt x="203" y="301"/>
                      <a:pt x="203" y="301"/>
                      <a:pt x="203" y="301"/>
                    </a:cubicBezTo>
                    <a:cubicBezTo>
                      <a:pt x="203" y="301"/>
                      <a:pt x="203" y="301"/>
                      <a:pt x="203" y="301"/>
                    </a:cubicBezTo>
                    <a:cubicBezTo>
                      <a:pt x="203" y="301"/>
                      <a:pt x="203" y="301"/>
                      <a:pt x="203" y="301"/>
                    </a:cubicBezTo>
                    <a:cubicBezTo>
                      <a:pt x="204" y="302"/>
                      <a:pt x="204" y="302"/>
                      <a:pt x="204" y="302"/>
                    </a:cubicBezTo>
                    <a:cubicBezTo>
                      <a:pt x="214" y="314"/>
                      <a:pt x="214" y="314"/>
                      <a:pt x="214" y="314"/>
                    </a:cubicBezTo>
                    <a:cubicBezTo>
                      <a:pt x="229" y="312"/>
                      <a:pt x="229" y="312"/>
                      <a:pt x="229" y="312"/>
                    </a:cubicBezTo>
                    <a:cubicBezTo>
                      <a:pt x="230" y="312"/>
                      <a:pt x="230" y="312"/>
                      <a:pt x="230" y="312"/>
                    </a:cubicBezTo>
                    <a:cubicBezTo>
                      <a:pt x="236" y="314"/>
                      <a:pt x="236" y="314"/>
                      <a:pt x="236" y="314"/>
                    </a:cubicBezTo>
                    <a:cubicBezTo>
                      <a:pt x="236" y="314"/>
                      <a:pt x="236" y="314"/>
                      <a:pt x="236" y="314"/>
                    </a:cubicBezTo>
                    <a:cubicBezTo>
                      <a:pt x="246" y="322"/>
                      <a:pt x="246" y="322"/>
                      <a:pt x="246" y="322"/>
                    </a:cubicBezTo>
                    <a:cubicBezTo>
                      <a:pt x="263" y="324"/>
                      <a:pt x="263" y="324"/>
                      <a:pt x="263" y="324"/>
                    </a:cubicBezTo>
                    <a:cubicBezTo>
                      <a:pt x="273" y="322"/>
                      <a:pt x="273" y="322"/>
                      <a:pt x="273" y="322"/>
                    </a:cubicBezTo>
                    <a:cubicBezTo>
                      <a:pt x="273" y="322"/>
                      <a:pt x="273" y="322"/>
                      <a:pt x="273" y="322"/>
                    </a:cubicBezTo>
                    <a:cubicBezTo>
                      <a:pt x="287" y="320"/>
                      <a:pt x="296" y="321"/>
                      <a:pt x="299" y="324"/>
                    </a:cubicBezTo>
                    <a:cubicBezTo>
                      <a:pt x="301" y="328"/>
                      <a:pt x="300" y="331"/>
                      <a:pt x="295" y="335"/>
                    </a:cubicBezTo>
                    <a:cubicBezTo>
                      <a:pt x="291" y="339"/>
                      <a:pt x="291" y="339"/>
                      <a:pt x="291" y="339"/>
                    </a:cubicBezTo>
                    <a:cubicBezTo>
                      <a:pt x="290" y="341"/>
                      <a:pt x="292" y="344"/>
                      <a:pt x="297" y="349"/>
                    </a:cubicBezTo>
                    <a:cubicBezTo>
                      <a:pt x="297" y="350"/>
                      <a:pt x="297" y="350"/>
                      <a:pt x="297" y="350"/>
                    </a:cubicBezTo>
                    <a:cubicBezTo>
                      <a:pt x="297" y="350"/>
                      <a:pt x="297" y="350"/>
                      <a:pt x="297" y="350"/>
                    </a:cubicBezTo>
                    <a:cubicBezTo>
                      <a:pt x="300" y="352"/>
                      <a:pt x="300" y="352"/>
                      <a:pt x="300" y="352"/>
                    </a:cubicBezTo>
                    <a:cubicBezTo>
                      <a:pt x="301" y="351"/>
                      <a:pt x="301" y="351"/>
                      <a:pt x="301" y="351"/>
                    </a:cubicBezTo>
                    <a:cubicBezTo>
                      <a:pt x="311" y="332"/>
                      <a:pt x="319" y="322"/>
                      <a:pt x="325" y="320"/>
                    </a:cubicBezTo>
                    <a:cubicBezTo>
                      <a:pt x="331" y="318"/>
                      <a:pt x="343" y="323"/>
                      <a:pt x="363" y="335"/>
                    </a:cubicBezTo>
                    <a:cubicBezTo>
                      <a:pt x="387" y="339"/>
                      <a:pt x="387" y="339"/>
                      <a:pt x="387" y="339"/>
                    </a:cubicBezTo>
                    <a:cubicBezTo>
                      <a:pt x="387" y="340"/>
                      <a:pt x="387" y="340"/>
                      <a:pt x="387" y="340"/>
                    </a:cubicBezTo>
                    <a:cubicBezTo>
                      <a:pt x="387" y="341"/>
                      <a:pt x="387" y="341"/>
                      <a:pt x="387" y="341"/>
                    </a:cubicBezTo>
                    <a:cubicBezTo>
                      <a:pt x="385" y="352"/>
                      <a:pt x="385" y="352"/>
                      <a:pt x="385" y="352"/>
                    </a:cubicBezTo>
                    <a:cubicBezTo>
                      <a:pt x="397" y="354"/>
                      <a:pt x="397" y="354"/>
                      <a:pt x="397" y="354"/>
                    </a:cubicBezTo>
                    <a:cubicBezTo>
                      <a:pt x="397" y="369"/>
                      <a:pt x="397" y="369"/>
                      <a:pt x="397" y="369"/>
                    </a:cubicBezTo>
                    <a:cubicBezTo>
                      <a:pt x="401" y="376"/>
                      <a:pt x="403" y="380"/>
                      <a:pt x="405" y="381"/>
                    </a:cubicBezTo>
                    <a:cubicBezTo>
                      <a:pt x="407" y="382"/>
                      <a:pt x="419" y="382"/>
                      <a:pt x="441" y="381"/>
                    </a:cubicBezTo>
                    <a:cubicBezTo>
                      <a:pt x="453" y="374"/>
                      <a:pt x="453" y="374"/>
                      <a:pt x="453" y="374"/>
                    </a:cubicBezTo>
                    <a:cubicBezTo>
                      <a:pt x="465" y="358"/>
                      <a:pt x="465" y="358"/>
                      <a:pt x="465" y="358"/>
                    </a:cubicBezTo>
                    <a:cubicBezTo>
                      <a:pt x="479" y="357"/>
                      <a:pt x="479" y="357"/>
                      <a:pt x="479" y="357"/>
                    </a:cubicBezTo>
                    <a:cubicBezTo>
                      <a:pt x="486" y="355"/>
                      <a:pt x="486" y="355"/>
                      <a:pt x="486" y="355"/>
                    </a:cubicBezTo>
                    <a:cubicBezTo>
                      <a:pt x="512" y="340"/>
                      <a:pt x="512" y="340"/>
                      <a:pt x="512" y="340"/>
                    </a:cubicBezTo>
                    <a:cubicBezTo>
                      <a:pt x="513" y="340"/>
                      <a:pt x="513" y="340"/>
                      <a:pt x="513" y="340"/>
                    </a:cubicBezTo>
                    <a:cubicBezTo>
                      <a:pt x="513" y="340"/>
                      <a:pt x="513" y="340"/>
                      <a:pt x="513" y="340"/>
                    </a:cubicBezTo>
                    <a:cubicBezTo>
                      <a:pt x="513" y="340"/>
                      <a:pt x="513" y="340"/>
                      <a:pt x="513" y="340"/>
                    </a:cubicBezTo>
                    <a:cubicBezTo>
                      <a:pt x="528" y="338"/>
                      <a:pt x="537" y="338"/>
                      <a:pt x="539" y="340"/>
                    </a:cubicBezTo>
                    <a:cubicBezTo>
                      <a:pt x="557" y="354"/>
                      <a:pt x="557" y="354"/>
                      <a:pt x="557" y="354"/>
                    </a:cubicBezTo>
                    <a:cubicBezTo>
                      <a:pt x="562" y="356"/>
                      <a:pt x="562" y="356"/>
                      <a:pt x="562" y="356"/>
                    </a:cubicBezTo>
                    <a:cubicBezTo>
                      <a:pt x="563" y="357"/>
                      <a:pt x="563" y="357"/>
                      <a:pt x="563" y="357"/>
                    </a:cubicBezTo>
                    <a:cubicBezTo>
                      <a:pt x="569" y="360"/>
                      <a:pt x="569" y="360"/>
                      <a:pt x="569" y="360"/>
                    </a:cubicBezTo>
                    <a:cubicBezTo>
                      <a:pt x="570" y="360"/>
                      <a:pt x="570" y="360"/>
                      <a:pt x="570" y="360"/>
                    </a:cubicBezTo>
                    <a:cubicBezTo>
                      <a:pt x="570" y="359"/>
                      <a:pt x="570" y="359"/>
                      <a:pt x="570" y="359"/>
                    </a:cubicBezTo>
                    <a:cubicBezTo>
                      <a:pt x="570" y="358"/>
                      <a:pt x="570" y="358"/>
                      <a:pt x="570" y="358"/>
                    </a:cubicBezTo>
                    <a:cubicBezTo>
                      <a:pt x="570" y="358"/>
                      <a:pt x="570" y="358"/>
                      <a:pt x="570" y="358"/>
                    </a:cubicBezTo>
                    <a:cubicBezTo>
                      <a:pt x="570" y="358"/>
                      <a:pt x="570" y="358"/>
                      <a:pt x="570" y="358"/>
                    </a:cubicBezTo>
                    <a:cubicBezTo>
                      <a:pt x="573" y="346"/>
                      <a:pt x="573" y="346"/>
                      <a:pt x="573" y="346"/>
                    </a:cubicBezTo>
                    <a:cubicBezTo>
                      <a:pt x="571" y="342"/>
                      <a:pt x="571" y="339"/>
                      <a:pt x="573" y="337"/>
                    </a:cubicBezTo>
                    <a:cubicBezTo>
                      <a:pt x="573" y="335"/>
                      <a:pt x="575" y="334"/>
                      <a:pt x="579" y="333"/>
                    </a:cubicBezTo>
                    <a:cubicBezTo>
                      <a:pt x="585" y="332"/>
                      <a:pt x="590" y="337"/>
                      <a:pt x="596" y="348"/>
                    </a:cubicBezTo>
                    <a:cubicBezTo>
                      <a:pt x="597" y="348"/>
                      <a:pt x="597" y="348"/>
                      <a:pt x="597" y="348"/>
                    </a:cubicBezTo>
                    <a:cubicBezTo>
                      <a:pt x="597" y="348"/>
                      <a:pt x="597" y="348"/>
                      <a:pt x="597" y="348"/>
                    </a:cubicBezTo>
                    <a:cubicBezTo>
                      <a:pt x="607" y="344"/>
                      <a:pt x="607" y="344"/>
                      <a:pt x="607" y="344"/>
                    </a:cubicBezTo>
                    <a:cubicBezTo>
                      <a:pt x="609" y="344"/>
                      <a:pt x="610" y="342"/>
                      <a:pt x="610" y="340"/>
                    </a:cubicBezTo>
                    <a:cubicBezTo>
                      <a:pt x="608" y="332"/>
                      <a:pt x="608" y="332"/>
                      <a:pt x="608" y="332"/>
                    </a:cubicBezTo>
                    <a:cubicBezTo>
                      <a:pt x="608" y="332"/>
                      <a:pt x="608" y="332"/>
                      <a:pt x="608" y="332"/>
                    </a:cubicBezTo>
                    <a:cubicBezTo>
                      <a:pt x="607" y="329"/>
                      <a:pt x="608" y="326"/>
                      <a:pt x="611" y="325"/>
                    </a:cubicBezTo>
                    <a:cubicBezTo>
                      <a:pt x="615" y="322"/>
                      <a:pt x="615" y="322"/>
                      <a:pt x="615" y="322"/>
                    </a:cubicBezTo>
                    <a:cubicBezTo>
                      <a:pt x="623" y="312"/>
                      <a:pt x="623" y="312"/>
                      <a:pt x="623" y="312"/>
                    </a:cubicBezTo>
                    <a:cubicBezTo>
                      <a:pt x="629" y="299"/>
                      <a:pt x="629" y="299"/>
                      <a:pt x="629" y="299"/>
                    </a:cubicBezTo>
                    <a:cubicBezTo>
                      <a:pt x="624" y="291"/>
                      <a:pt x="623" y="285"/>
                      <a:pt x="624" y="281"/>
                    </a:cubicBezTo>
                    <a:cubicBezTo>
                      <a:pt x="625" y="270"/>
                      <a:pt x="625" y="270"/>
                      <a:pt x="625" y="270"/>
                    </a:cubicBezTo>
                    <a:cubicBezTo>
                      <a:pt x="623" y="265"/>
                      <a:pt x="622" y="262"/>
                      <a:pt x="622" y="259"/>
                    </a:cubicBezTo>
                    <a:cubicBezTo>
                      <a:pt x="622" y="258"/>
                      <a:pt x="620" y="254"/>
                      <a:pt x="617" y="249"/>
                    </a:cubicBezTo>
                    <a:cubicBezTo>
                      <a:pt x="617" y="249"/>
                      <a:pt x="617" y="249"/>
                      <a:pt x="617" y="249"/>
                    </a:cubicBezTo>
                    <a:cubicBezTo>
                      <a:pt x="617" y="248"/>
                      <a:pt x="617" y="248"/>
                      <a:pt x="617" y="248"/>
                    </a:cubicBezTo>
                    <a:cubicBezTo>
                      <a:pt x="615" y="234"/>
                      <a:pt x="615" y="234"/>
                      <a:pt x="615" y="234"/>
                    </a:cubicBezTo>
                    <a:cubicBezTo>
                      <a:pt x="615" y="231"/>
                      <a:pt x="615" y="228"/>
                      <a:pt x="615" y="224"/>
                    </a:cubicBezTo>
                    <a:cubicBezTo>
                      <a:pt x="612" y="221"/>
                      <a:pt x="609" y="218"/>
                      <a:pt x="608" y="216"/>
                    </a:cubicBezTo>
                    <a:cubicBezTo>
                      <a:pt x="602" y="208"/>
                      <a:pt x="602" y="208"/>
                      <a:pt x="602" y="208"/>
                    </a:cubicBezTo>
                    <a:cubicBezTo>
                      <a:pt x="601" y="207"/>
                      <a:pt x="601" y="207"/>
                      <a:pt x="601" y="207"/>
                    </a:cubicBezTo>
                    <a:cubicBezTo>
                      <a:pt x="601" y="206"/>
                      <a:pt x="601" y="206"/>
                      <a:pt x="601" y="206"/>
                    </a:cubicBezTo>
                    <a:cubicBezTo>
                      <a:pt x="601" y="206"/>
                      <a:pt x="601" y="206"/>
                      <a:pt x="601" y="206"/>
                    </a:cubicBezTo>
                    <a:cubicBezTo>
                      <a:pt x="599" y="196"/>
                      <a:pt x="599" y="196"/>
                      <a:pt x="599" y="196"/>
                    </a:cubicBezTo>
                    <a:cubicBezTo>
                      <a:pt x="593" y="191"/>
                      <a:pt x="593" y="191"/>
                      <a:pt x="593" y="191"/>
                    </a:cubicBezTo>
                    <a:cubicBezTo>
                      <a:pt x="593" y="192"/>
                      <a:pt x="593" y="192"/>
                      <a:pt x="593" y="192"/>
                    </a:cubicBezTo>
                    <a:cubicBezTo>
                      <a:pt x="582" y="182"/>
                      <a:pt x="582" y="182"/>
                      <a:pt x="582" y="182"/>
                    </a:cubicBezTo>
                    <a:cubicBezTo>
                      <a:pt x="582" y="183"/>
                      <a:pt x="582" y="183"/>
                      <a:pt x="582" y="183"/>
                    </a:cubicBezTo>
                    <a:cubicBezTo>
                      <a:pt x="583" y="196"/>
                      <a:pt x="583" y="196"/>
                      <a:pt x="583" y="196"/>
                    </a:cubicBezTo>
                    <a:cubicBezTo>
                      <a:pt x="583" y="196"/>
                      <a:pt x="583" y="196"/>
                      <a:pt x="583" y="196"/>
                    </a:cubicBezTo>
                    <a:cubicBezTo>
                      <a:pt x="583" y="197"/>
                      <a:pt x="583" y="197"/>
                      <a:pt x="583" y="197"/>
                    </a:cubicBezTo>
                    <a:cubicBezTo>
                      <a:pt x="577" y="200"/>
                      <a:pt x="577" y="200"/>
                      <a:pt x="577" y="200"/>
                    </a:cubicBezTo>
                    <a:cubicBezTo>
                      <a:pt x="577" y="208"/>
                      <a:pt x="577" y="208"/>
                      <a:pt x="577" y="208"/>
                    </a:cubicBezTo>
                    <a:cubicBezTo>
                      <a:pt x="577" y="209"/>
                      <a:pt x="577" y="209"/>
                      <a:pt x="577" y="209"/>
                    </a:cubicBezTo>
                    <a:cubicBezTo>
                      <a:pt x="563" y="214"/>
                      <a:pt x="563" y="214"/>
                      <a:pt x="563" y="214"/>
                    </a:cubicBezTo>
                    <a:cubicBezTo>
                      <a:pt x="558" y="203"/>
                      <a:pt x="558" y="203"/>
                      <a:pt x="558" y="203"/>
                    </a:cubicBezTo>
                    <a:cubicBezTo>
                      <a:pt x="555" y="202"/>
                      <a:pt x="555" y="202"/>
                      <a:pt x="555" y="202"/>
                    </a:cubicBezTo>
                    <a:cubicBezTo>
                      <a:pt x="551" y="207"/>
                      <a:pt x="551" y="207"/>
                      <a:pt x="551" y="207"/>
                    </a:cubicBezTo>
                    <a:cubicBezTo>
                      <a:pt x="548" y="215"/>
                      <a:pt x="548" y="215"/>
                      <a:pt x="548" y="215"/>
                    </a:cubicBezTo>
                    <a:cubicBezTo>
                      <a:pt x="538" y="218"/>
                      <a:pt x="538" y="218"/>
                      <a:pt x="538" y="218"/>
                    </a:cubicBezTo>
                    <a:cubicBezTo>
                      <a:pt x="532" y="214"/>
                      <a:pt x="532" y="214"/>
                      <a:pt x="532" y="214"/>
                    </a:cubicBezTo>
                    <a:cubicBezTo>
                      <a:pt x="524" y="211"/>
                      <a:pt x="524" y="211"/>
                      <a:pt x="524" y="211"/>
                    </a:cubicBezTo>
                    <a:cubicBezTo>
                      <a:pt x="522" y="200"/>
                      <a:pt x="522" y="200"/>
                      <a:pt x="522" y="200"/>
                    </a:cubicBezTo>
                    <a:cubicBezTo>
                      <a:pt x="519" y="193"/>
                      <a:pt x="519" y="193"/>
                      <a:pt x="519" y="193"/>
                    </a:cubicBezTo>
                    <a:cubicBezTo>
                      <a:pt x="514" y="191"/>
                      <a:pt x="514" y="191"/>
                      <a:pt x="514" y="191"/>
                    </a:cubicBezTo>
                    <a:cubicBezTo>
                      <a:pt x="513" y="190"/>
                      <a:pt x="513" y="190"/>
                      <a:pt x="513" y="190"/>
                    </a:cubicBezTo>
                    <a:cubicBezTo>
                      <a:pt x="510" y="186"/>
                      <a:pt x="510" y="186"/>
                      <a:pt x="510" y="186"/>
                    </a:cubicBezTo>
                    <a:cubicBezTo>
                      <a:pt x="510" y="186"/>
                      <a:pt x="510" y="186"/>
                      <a:pt x="510" y="186"/>
                    </a:cubicBezTo>
                    <a:cubicBezTo>
                      <a:pt x="506" y="180"/>
                      <a:pt x="506" y="180"/>
                      <a:pt x="506" y="180"/>
                    </a:cubicBezTo>
                    <a:cubicBezTo>
                      <a:pt x="501" y="172"/>
                      <a:pt x="501" y="172"/>
                      <a:pt x="501" y="172"/>
                    </a:cubicBezTo>
                    <a:cubicBezTo>
                      <a:pt x="496" y="172"/>
                      <a:pt x="496" y="172"/>
                      <a:pt x="496" y="172"/>
                    </a:cubicBezTo>
                    <a:cubicBezTo>
                      <a:pt x="488" y="175"/>
                      <a:pt x="488" y="175"/>
                      <a:pt x="488" y="175"/>
                    </a:cubicBezTo>
                    <a:cubicBezTo>
                      <a:pt x="487" y="176"/>
                      <a:pt x="487" y="176"/>
                      <a:pt x="487" y="176"/>
                    </a:cubicBezTo>
                    <a:cubicBezTo>
                      <a:pt x="467" y="174"/>
                      <a:pt x="467" y="174"/>
                      <a:pt x="467" y="174"/>
                    </a:cubicBezTo>
                    <a:cubicBezTo>
                      <a:pt x="451" y="171"/>
                      <a:pt x="451" y="171"/>
                      <a:pt x="451" y="171"/>
                    </a:cubicBezTo>
                    <a:cubicBezTo>
                      <a:pt x="450" y="170"/>
                      <a:pt x="447" y="169"/>
                      <a:pt x="443" y="166"/>
                    </a:cubicBezTo>
                    <a:cubicBezTo>
                      <a:pt x="431" y="162"/>
                      <a:pt x="431" y="162"/>
                      <a:pt x="431" y="162"/>
                    </a:cubicBezTo>
                    <a:cubicBezTo>
                      <a:pt x="422" y="160"/>
                      <a:pt x="417" y="158"/>
                      <a:pt x="415" y="156"/>
                    </a:cubicBezTo>
                    <a:cubicBezTo>
                      <a:pt x="413" y="154"/>
                      <a:pt x="413" y="154"/>
                      <a:pt x="413" y="154"/>
                    </a:cubicBezTo>
                    <a:cubicBezTo>
                      <a:pt x="411" y="154"/>
                      <a:pt x="411" y="154"/>
                      <a:pt x="411" y="154"/>
                    </a:cubicBezTo>
                    <a:cubicBezTo>
                      <a:pt x="403" y="150"/>
                      <a:pt x="403" y="150"/>
                      <a:pt x="403" y="150"/>
                    </a:cubicBezTo>
                    <a:cubicBezTo>
                      <a:pt x="403" y="149"/>
                      <a:pt x="403" y="149"/>
                      <a:pt x="403" y="149"/>
                    </a:cubicBezTo>
                    <a:cubicBezTo>
                      <a:pt x="401" y="148"/>
                      <a:pt x="400" y="146"/>
                      <a:pt x="399" y="145"/>
                    </a:cubicBezTo>
                    <a:cubicBezTo>
                      <a:pt x="398" y="141"/>
                      <a:pt x="398" y="141"/>
                      <a:pt x="398" y="141"/>
                    </a:cubicBezTo>
                    <a:cubicBezTo>
                      <a:pt x="395" y="136"/>
                      <a:pt x="395" y="136"/>
                      <a:pt x="395" y="136"/>
                    </a:cubicBezTo>
                    <a:cubicBezTo>
                      <a:pt x="389" y="134"/>
                      <a:pt x="389" y="134"/>
                      <a:pt x="389" y="134"/>
                    </a:cubicBezTo>
                    <a:cubicBezTo>
                      <a:pt x="387" y="135"/>
                      <a:pt x="387" y="135"/>
                      <a:pt x="387" y="135"/>
                    </a:cubicBezTo>
                    <a:cubicBezTo>
                      <a:pt x="385" y="137"/>
                      <a:pt x="385" y="137"/>
                      <a:pt x="385" y="137"/>
                    </a:cubicBezTo>
                    <a:cubicBezTo>
                      <a:pt x="384" y="138"/>
                      <a:pt x="384" y="138"/>
                      <a:pt x="384" y="138"/>
                    </a:cubicBezTo>
                    <a:cubicBezTo>
                      <a:pt x="382" y="139"/>
                      <a:pt x="380" y="140"/>
                      <a:pt x="379" y="140"/>
                    </a:cubicBezTo>
                    <a:cubicBezTo>
                      <a:pt x="375" y="141"/>
                      <a:pt x="372" y="140"/>
                      <a:pt x="369" y="136"/>
                    </a:cubicBezTo>
                    <a:cubicBezTo>
                      <a:pt x="361" y="128"/>
                      <a:pt x="361" y="128"/>
                      <a:pt x="361" y="128"/>
                    </a:cubicBezTo>
                    <a:cubicBezTo>
                      <a:pt x="358" y="124"/>
                      <a:pt x="356" y="121"/>
                      <a:pt x="355" y="119"/>
                    </a:cubicBezTo>
                    <a:cubicBezTo>
                      <a:pt x="353" y="116"/>
                      <a:pt x="353" y="116"/>
                      <a:pt x="353" y="116"/>
                    </a:cubicBezTo>
                    <a:cubicBezTo>
                      <a:pt x="351" y="113"/>
                      <a:pt x="349" y="110"/>
                      <a:pt x="347" y="108"/>
                    </a:cubicBezTo>
                    <a:cubicBezTo>
                      <a:pt x="346" y="104"/>
                      <a:pt x="346" y="101"/>
                      <a:pt x="347" y="98"/>
                    </a:cubicBezTo>
                    <a:cubicBezTo>
                      <a:pt x="347" y="98"/>
                      <a:pt x="347" y="98"/>
                      <a:pt x="347" y="98"/>
                    </a:cubicBezTo>
                    <a:cubicBezTo>
                      <a:pt x="347" y="98"/>
                      <a:pt x="347" y="98"/>
                      <a:pt x="347" y="98"/>
                    </a:cubicBezTo>
                    <a:cubicBezTo>
                      <a:pt x="352" y="89"/>
                      <a:pt x="352" y="89"/>
                      <a:pt x="352" y="89"/>
                    </a:cubicBezTo>
                    <a:cubicBezTo>
                      <a:pt x="355" y="80"/>
                      <a:pt x="355" y="80"/>
                      <a:pt x="355" y="80"/>
                    </a:cubicBezTo>
                    <a:cubicBezTo>
                      <a:pt x="356" y="74"/>
                      <a:pt x="356" y="74"/>
                      <a:pt x="356" y="74"/>
                    </a:cubicBezTo>
                    <a:cubicBezTo>
                      <a:pt x="354" y="64"/>
                      <a:pt x="354" y="64"/>
                      <a:pt x="354" y="64"/>
                    </a:cubicBezTo>
                    <a:cubicBezTo>
                      <a:pt x="348" y="59"/>
                      <a:pt x="348" y="59"/>
                      <a:pt x="348" y="59"/>
                    </a:cubicBezTo>
                    <a:cubicBezTo>
                      <a:pt x="349" y="52"/>
                      <a:pt x="349" y="52"/>
                      <a:pt x="349" y="52"/>
                    </a:cubicBezTo>
                    <a:cubicBezTo>
                      <a:pt x="349" y="46"/>
                      <a:pt x="351" y="43"/>
                      <a:pt x="355" y="42"/>
                    </a:cubicBezTo>
                    <a:cubicBezTo>
                      <a:pt x="357" y="42"/>
                      <a:pt x="357" y="41"/>
                      <a:pt x="357" y="40"/>
                    </a:cubicBezTo>
                    <a:cubicBezTo>
                      <a:pt x="357" y="39"/>
                      <a:pt x="357" y="39"/>
                      <a:pt x="357" y="39"/>
                    </a:cubicBezTo>
                    <a:cubicBezTo>
                      <a:pt x="357" y="31"/>
                      <a:pt x="357" y="31"/>
                      <a:pt x="357" y="31"/>
                    </a:cubicBezTo>
                    <a:cubicBezTo>
                      <a:pt x="357" y="31"/>
                      <a:pt x="357" y="31"/>
                      <a:pt x="357" y="31"/>
                    </a:cubicBezTo>
                    <a:cubicBezTo>
                      <a:pt x="357" y="31"/>
                      <a:pt x="357" y="31"/>
                      <a:pt x="357" y="31"/>
                    </a:cubicBezTo>
                    <a:cubicBezTo>
                      <a:pt x="357" y="22"/>
                      <a:pt x="357" y="22"/>
                      <a:pt x="357" y="22"/>
                    </a:cubicBezTo>
                    <a:cubicBezTo>
                      <a:pt x="357" y="22"/>
                      <a:pt x="357" y="22"/>
                      <a:pt x="357" y="22"/>
                    </a:cubicBezTo>
                    <a:cubicBezTo>
                      <a:pt x="356" y="21"/>
                      <a:pt x="356" y="21"/>
                      <a:pt x="356" y="21"/>
                    </a:cubicBezTo>
                    <a:cubicBezTo>
                      <a:pt x="356" y="21"/>
                      <a:pt x="356" y="21"/>
                      <a:pt x="356" y="21"/>
                    </a:cubicBezTo>
                    <a:cubicBezTo>
                      <a:pt x="356" y="21"/>
                      <a:pt x="356" y="21"/>
                      <a:pt x="356" y="21"/>
                    </a:cubicBezTo>
                    <a:cubicBezTo>
                      <a:pt x="355" y="20"/>
                      <a:pt x="355" y="20"/>
                      <a:pt x="355" y="20"/>
                    </a:cubicBezTo>
                    <a:cubicBezTo>
                      <a:pt x="355" y="20"/>
                      <a:pt x="355" y="20"/>
                      <a:pt x="355" y="20"/>
                    </a:cubicBezTo>
                    <a:cubicBezTo>
                      <a:pt x="354" y="20"/>
                      <a:pt x="354" y="20"/>
                      <a:pt x="354" y="20"/>
                    </a:cubicBezTo>
                    <a:cubicBezTo>
                      <a:pt x="347" y="15"/>
                      <a:pt x="347" y="15"/>
                      <a:pt x="347" y="15"/>
                    </a:cubicBezTo>
                    <a:cubicBezTo>
                      <a:pt x="347" y="15"/>
                      <a:pt x="347" y="15"/>
                      <a:pt x="347" y="15"/>
                    </a:cubicBezTo>
                    <a:cubicBezTo>
                      <a:pt x="347" y="15"/>
                      <a:pt x="347" y="15"/>
                      <a:pt x="347" y="15"/>
                    </a:cubicBezTo>
                    <a:cubicBezTo>
                      <a:pt x="341" y="10"/>
                      <a:pt x="341" y="10"/>
                      <a:pt x="341" y="10"/>
                    </a:cubicBezTo>
                    <a:cubicBezTo>
                      <a:pt x="322" y="7"/>
                      <a:pt x="322" y="7"/>
                      <a:pt x="322" y="7"/>
                    </a:cubicBezTo>
                    <a:cubicBezTo>
                      <a:pt x="322" y="7"/>
                      <a:pt x="322" y="7"/>
                      <a:pt x="322" y="7"/>
                    </a:cubicBezTo>
                    <a:cubicBezTo>
                      <a:pt x="316" y="2"/>
                      <a:pt x="316" y="2"/>
                      <a:pt x="316" y="2"/>
                    </a:cubicBezTo>
                    <a:cubicBezTo>
                      <a:pt x="305" y="2"/>
                      <a:pt x="305" y="2"/>
                      <a:pt x="305" y="2"/>
                    </a:cubicBezTo>
                    <a:cubicBezTo>
                      <a:pt x="303" y="2"/>
                      <a:pt x="301" y="4"/>
                      <a:pt x="299" y="5"/>
                    </a:cubicBezTo>
                    <a:cubicBezTo>
                      <a:pt x="298" y="5"/>
                      <a:pt x="298" y="5"/>
                      <a:pt x="298" y="5"/>
                    </a:cubicBezTo>
                    <a:cubicBezTo>
                      <a:pt x="289" y="8"/>
                      <a:pt x="289" y="8"/>
                      <a:pt x="289" y="8"/>
                    </a:cubicBezTo>
                    <a:cubicBezTo>
                      <a:pt x="267" y="8"/>
                      <a:pt x="267" y="8"/>
                      <a:pt x="267" y="8"/>
                    </a:cubicBezTo>
                    <a:cubicBezTo>
                      <a:pt x="264" y="9"/>
                      <a:pt x="261" y="10"/>
                      <a:pt x="260" y="12"/>
                    </a:cubicBezTo>
                    <a:cubicBezTo>
                      <a:pt x="257" y="14"/>
                      <a:pt x="253" y="15"/>
                      <a:pt x="247" y="17"/>
                    </a:cubicBezTo>
                    <a:cubicBezTo>
                      <a:pt x="237" y="20"/>
                      <a:pt x="237" y="20"/>
                      <a:pt x="237" y="20"/>
                    </a:cubicBezTo>
                    <a:cubicBezTo>
                      <a:pt x="237" y="20"/>
                      <a:pt x="237" y="20"/>
                      <a:pt x="237" y="20"/>
                    </a:cubicBezTo>
                    <a:cubicBezTo>
                      <a:pt x="236" y="20"/>
                      <a:pt x="236" y="20"/>
                      <a:pt x="236" y="20"/>
                    </a:cubicBezTo>
                    <a:cubicBezTo>
                      <a:pt x="221" y="18"/>
                      <a:pt x="221" y="18"/>
                      <a:pt x="221" y="18"/>
                    </a:cubicBezTo>
                    <a:cubicBezTo>
                      <a:pt x="220" y="18"/>
                      <a:pt x="220" y="18"/>
                      <a:pt x="220" y="18"/>
                    </a:cubicBezTo>
                    <a:cubicBezTo>
                      <a:pt x="220" y="18"/>
                      <a:pt x="220" y="18"/>
                      <a:pt x="220" y="18"/>
                    </a:cubicBezTo>
                    <a:cubicBezTo>
                      <a:pt x="220" y="18"/>
                      <a:pt x="220" y="18"/>
                      <a:pt x="220" y="18"/>
                    </a:cubicBezTo>
                    <a:cubicBezTo>
                      <a:pt x="215" y="18"/>
                      <a:pt x="215" y="18"/>
                      <a:pt x="215" y="18"/>
                    </a:cubicBezTo>
                    <a:cubicBezTo>
                      <a:pt x="206" y="20"/>
                      <a:pt x="206" y="20"/>
                      <a:pt x="206" y="20"/>
                    </a:cubicBezTo>
                    <a:cubicBezTo>
                      <a:pt x="188" y="22"/>
                      <a:pt x="188" y="22"/>
                      <a:pt x="188" y="22"/>
                    </a:cubicBezTo>
                    <a:cubicBezTo>
                      <a:pt x="188" y="22"/>
                      <a:pt x="188" y="22"/>
                      <a:pt x="188" y="22"/>
                    </a:cubicBezTo>
                    <a:cubicBezTo>
                      <a:pt x="187" y="22"/>
                      <a:pt x="187" y="22"/>
                      <a:pt x="187" y="22"/>
                    </a:cubicBezTo>
                    <a:cubicBezTo>
                      <a:pt x="179" y="18"/>
                      <a:pt x="179" y="18"/>
                      <a:pt x="179" y="18"/>
                    </a:cubicBezTo>
                    <a:cubicBezTo>
                      <a:pt x="171" y="18"/>
                      <a:pt x="171" y="18"/>
                      <a:pt x="171" y="18"/>
                    </a:cubicBezTo>
                    <a:cubicBezTo>
                      <a:pt x="168" y="18"/>
                      <a:pt x="165" y="15"/>
                      <a:pt x="161" y="10"/>
                    </a:cubicBezTo>
                    <a:cubicBezTo>
                      <a:pt x="160" y="10"/>
                      <a:pt x="160" y="10"/>
                      <a:pt x="160" y="10"/>
                    </a:cubicBezTo>
                    <a:cubicBezTo>
                      <a:pt x="159" y="6"/>
                      <a:pt x="158" y="4"/>
                      <a:pt x="158" y="4"/>
                    </a:cubicBezTo>
                    <a:cubicBezTo>
                      <a:pt x="156" y="2"/>
                      <a:pt x="156" y="2"/>
                      <a:pt x="156" y="2"/>
                    </a:cubicBezTo>
                    <a:cubicBezTo>
                      <a:pt x="152" y="0"/>
                      <a:pt x="152" y="0"/>
                      <a:pt x="152" y="0"/>
                    </a:cubicBezTo>
                    <a:cubicBezTo>
                      <a:pt x="149" y="4"/>
                      <a:pt x="149" y="4"/>
                      <a:pt x="149" y="4"/>
                    </a:cubicBezTo>
                    <a:cubicBezTo>
                      <a:pt x="149" y="4"/>
                      <a:pt x="149" y="4"/>
                      <a:pt x="149" y="4"/>
                    </a:cubicBezTo>
                    <a:cubicBezTo>
                      <a:pt x="136" y="10"/>
                      <a:pt x="136" y="10"/>
                      <a:pt x="136" y="10"/>
                    </a:cubicBezTo>
                    <a:cubicBezTo>
                      <a:pt x="135" y="10"/>
                      <a:pt x="135" y="10"/>
                      <a:pt x="135" y="10"/>
                    </a:cubicBezTo>
                    <a:cubicBezTo>
                      <a:pt x="135" y="10"/>
                      <a:pt x="135" y="10"/>
                      <a:pt x="135" y="10"/>
                    </a:cubicBezTo>
                    <a:cubicBezTo>
                      <a:pt x="119" y="11"/>
                      <a:pt x="119" y="11"/>
                      <a:pt x="119" y="11"/>
                    </a:cubicBezTo>
                    <a:cubicBezTo>
                      <a:pt x="117" y="11"/>
                      <a:pt x="112" y="10"/>
                      <a:pt x="106" y="8"/>
                    </a:cubicBezTo>
                    <a:cubicBezTo>
                      <a:pt x="93" y="6"/>
                      <a:pt x="93" y="6"/>
                      <a:pt x="93" y="6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92" y="6"/>
                      <a:pt x="92" y="6"/>
                      <a:pt x="92" y="6"/>
                    </a:cubicBezTo>
                    <a:cubicBezTo>
                      <a:pt x="84" y="2"/>
                      <a:pt x="84" y="2"/>
                      <a:pt x="84" y="2"/>
                    </a:cubicBezTo>
                    <a:lnTo>
                      <a:pt x="77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îş1ïdê"/>
              <p:cNvSpPr/>
              <p:nvPr/>
            </p:nvSpPr>
            <p:spPr bwMode="auto">
              <a:xfrm>
                <a:off x="2476" y="2805"/>
                <a:ext cx="673" cy="701"/>
              </a:xfrm>
              <a:custGeom>
                <a:avLst/>
                <a:gdLst>
                  <a:gd name="T0" fmla="*/ 10 w 284"/>
                  <a:gd name="T1" fmla="*/ 182 h 296"/>
                  <a:gd name="T2" fmla="*/ 41 w 284"/>
                  <a:gd name="T3" fmla="*/ 181 h 296"/>
                  <a:gd name="T4" fmla="*/ 42 w 284"/>
                  <a:gd name="T5" fmla="*/ 195 h 296"/>
                  <a:gd name="T6" fmla="*/ 68 w 284"/>
                  <a:gd name="T7" fmla="*/ 221 h 296"/>
                  <a:gd name="T8" fmla="*/ 72 w 284"/>
                  <a:gd name="T9" fmla="*/ 260 h 296"/>
                  <a:gd name="T10" fmla="*/ 110 w 284"/>
                  <a:gd name="T11" fmla="*/ 270 h 296"/>
                  <a:gd name="T12" fmla="*/ 118 w 284"/>
                  <a:gd name="T13" fmla="*/ 282 h 296"/>
                  <a:gd name="T14" fmla="*/ 136 w 284"/>
                  <a:gd name="T15" fmla="*/ 296 h 296"/>
                  <a:gd name="T16" fmla="*/ 136 w 284"/>
                  <a:gd name="T17" fmla="*/ 284 h 296"/>
                  <a:gd name="T18" fmla="*/ 135 w 284"/>
                  <a:gd name="T19" fmla="*/ 244 h 296"/>
                  <a:gd name="T20" fmla="*/ 162 w 284"/>
                  <a:gd name="T21" fmla="*/ 236 h 296"/>
                  <a:gd name="T22" fmla="*/ 190 w 284"/>
                  <a:gd name="T23" fmla="*/ 236 h 296"/>
                  <a:gd name="T24" fmla="*/ 220 w 284"/>
                  <a:gd name="T25" fmla="*/ 233 h 296"/>
                  <a:gd name="T26" fmla="*/ 256 w 284"/>
                  <a:gd name="T27" fmla="*/ 211 h 296"/>
                  <a:gd name="T28" fmla="*/ 265 w 284"/>
                  <a:gd name="T29" fmla="*/ 214 h 296"/>
                  <a:gd name="T30" fmla="*/ 270 w 284"/>
                  <a:gd name="T31" fmla="*/ 216 h 296"/>
                  <a:gd name="T32" fmla="*/ 284 w 284"/>
                  <a:gd name="T33" fmla="*/ 205 h 296"/>
                  <a:gd name="T34" fmla="*/ 274 w 284"/>
                  <a:gd name="T35" fmla="*/ 194 h 296"/>
                  <a:gd name="T36" fmla="*/ 252 w 284"/>
                  <a:gd name="T37" fmla="*/ 180 h 296"/>
                  <a:gd name="T38" fmla="*/ 236 w 284"/>
                  <a:gd name="T39" fmla="*/ 182 h 296"/>
                  <a:gd name="T40" fmla="*/ 230 w 284"/>
                  <a:gd name="T41" fmla="*/ 170 h 296"/>
                  <a:gd name="T42" fmla="*/ 234 w 284"/>
                  <a:gd name="T43" fmla="*/ 155 h 296"/>
                  <a:gd name="T44" fmla="*/ 226 w 284"/>
                  <a:gd name="T45" fmla="*/ 136 h 296"/>
                  <a:gd name="T46" fmla="*/ 232 w 284"/>
                  <a:gd name="T47" fmla="*/ 106 h 296"/>
                  <a:gd name="T48" fmla="*/ 216 w 284"/>
                  <a:gd name="T49" fmla="*/ 102 h 296"/>
                  <a:gd name="T50" fmla="*/ 200 w 284"/>
                  <a:gd name="T51" fmla="*/ 84 h 296"/>
                  <a:gd name="T52" fmla="*/ 198 w 284"/>
                  <a:gd name="T53" fmla="*/ 74 h 296"/>
                  <a:gd name="T54" fmla="*/ 206 w 284"/>
                  <a:gd name="T55" fmla="*/ 66 h 296"/>
                  <a:gd name="T56" fmla="*/ 236 w 284"/>
                  <a:gd name="T57" fmla="*/ 63 h 296"/>
                  <a:gd name="T58" fmla="*/ 243 w 284"/>
                  <a:gd name="T59" fmla="*/ 66 h 296"/>
                  <a:gd name="T60" fmla="*/ 256 w 284"/>
                  <a:gd name="T61" fmla="*/ 54 h 296"/>
                  <a:gd name="T62" fmla="*/ 235 w 284"/>
                  <a:gd name="T63" fmla="*/ 52 h 296"/>
                  <a:gd name="T64" fmla="*/ 227 w 284"/>
                  <a:gd name="T65" fmla="*/ 44 h 296"/>
                  <a:gd name="T66" fmla="*/ 222 w 284"/>
                  <a:gd name="T67" fmla="*/ 22 h 296"/>
                  <a:gd name="T68" fmla="*/ 198 w 284"/>
                  <a:gd name="T69" fmla="*/ 34 h 296"/>
                  <a:gd name="T70" fmla="*/ 201 w 284"/>
                  <a:gd name="T71" fmla="*/ 50 h 296"/>
                  <a:gd name="T72" fmla="*/ 193 w 284"/>
                  <a:gd name="T73" fmla="*/ 62 h 296"/>
                  <a:gd name="T74" fmla="*/ 183 w 284"/>
                  <a:gd name="T75" fmla="*/ 85 h 296"/>
                  <a:gd name="T76" fmla="*/ 183 w 284"/>
                  <a:gd name="T77" fmla="*/ 98 h 296"/>
                  <a:gd name="T78" fmla="*/ 178 w 284"/>
                  <a:gd name="T79" fmla="*/ 104 h 296"/>
                  <a:gd name="T80" fmla="*/ 173 w 284"/>
                  <a:gd name="T81" fmla="*/ 107 h 296"/>
                  <a:gd name="T82" fmla="*/ 154 w 284"/>
                  <a:gd name="T83" fmla="*/ 112 h 296"/>
                  <a:gd name="T84" fmla="*/ 138 w 284"/>
                  <a:gd name="T85" fmla="*/ 110 h 296"/>
                  <a:gd name="T86" fmla="*/ 129 w 284"/>
                  <a:gd name="T87" fmla="*/ 106 h 296"/>
                  <a:gd name="T88" fmla="*/ 122 w 284"/>
                  <a:gd name="T89" fmla="*/ 84 h 296"/>
                  <a:gd name="T90" fmla="*/ 113 w 284"/>
                  <a:gd name="T91" fmla="*/ 64 h 296"/>
                  <a:gd name="T92" fmla="*/ 110 w 284"/>
                  <a:gd name="T93" fmla="*/ 57 h 296"/>
                  <a:gd name="T94" fmla="*/ 100 w 284"/>
                  <a:gd name="T95" fmla="*/ 52 h 296"/>
                  <a:gd name="T96" fmla="*/ 86 w 284"/>
                  <a:gd name="T97" fmla="*/ 44 h 296"/>
                  <a:gd name="T98" fmla="*/ 86 w 284"/>
                  <a:gd name="T99" fmla="*/ 35 h 296"/>
                  <a:gd name="T100" fmla="*/ 77 w 284"/>
                  <a:gd name="T101" fmla="*/ 29 h 296"/>
                  <a:gd name="T102" fmla="*/ 61 w 284"/>
                  <a:gd name="T103" fmla="*/ 42 h 296"/>
                  <a:gd name="T104" fmla="*/ 50 w 284"/>
                  <a:gd name="T105" fmla="*/ 21 h 296"/>
                  <a:gd name="T106" fmla="*/ 40 w 284"/>
                  <a:gd name="T107" fmla="*/ 10 h 296"/>
                  <a:gd name="T108" fmla="*/ 28 w 284"/>
                  <a:gd name="T109" fmla="*/ 33 h 296"/>
                  <a:gd name="T110" fmla="*/ 28 w 284"/>
                  <a:gd name="T111" fmla="*/ 54 h 296"/>
                  <a:gd name="T112" fmla="*/ 46 w 284"/>
                  <a:gd name="T113" fmla="*/ 70 h 296"/>
                  <a:gd name="T114" fmla="*/ 31 w 284"/>
                  <a:gd name="T115" fmla="*/ 128 h 296"/>
                  <a:gd name="T116" fmla="*/ 2 w 284"/>
                  <a:gd name="T117" fmla="*/ 174 h 296"/>
                  <a:gd name="T118" fmla="*/ 2 w 284"/>
                  <a:gd name="T119" fmla="*/ 182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84" h="296">
                    <a:moveTo>
                      <a:pt x="2" y="182"/>
                    </a:moveTo>
                    <a:cubicBezTo>
                      <a:pt x="0" y="187"/>
                      <a:pt x="0" y="187"/>
                      <a:pt x="0" y="187"/>
                    </a:cubicBezTo>
                    <a:cubicBezTo>
                      <a:pt x="3" y="187"/>
                      <a:pt x="6" y="185"/>
                      <a:pt x="9" y="183"/>
                    </a:cubicBezTo>
                    <a:cubicBezTo>
                      <a:pt x="10" y="182"/>
                      <a:pt x="10" y="182"/>
                      <a:pt x="10" y="182"/>
                    </a:cubicBezTo>
                    <a:cubicBezTo>
                      <a:pt x="10" y="182"/>
                      <a:pt x="10" y="182"/>
                      <a:pt x="10" y="182"/>
                    </a:cubicBezTo>
                    <a:cubicBezTo>
                      <a:pt x="26" y="180"/>
                      <a:pt x="26" y="180"/>
                      <a:pt x="26" y="180"/>
                    </a:cubicBezTo>
                    <a:cubicBezTo>
                      <a:pt x="37" y="175"/>
                      <a:pt x="37" y="175"/>
                      <a:pt x="37" y="175"/>
                    </a:cubicBezTo>
                    <a:cubicBezTo>
                      <a:pt x="41" y="181"/>
                      <a:pt x="41" y="181"/>
                      <a:pt x="41" y="181"/>
                    </a:cubicBezTo>
                    <a:cubicBezTo>
                      <a:pt x="42" y="181"/>
                      <a:pt x="42" y="181"/>
                      <a:pt x="42" y="181"/>
                    </a:cubicBezTo>
                    <a:cubicBezTo>
                      <a:pt x="37" y="189"/>
                      <a:pt x="37" y="189"/>
                      <a:pt x="37" y="189"/>
                    </a:cubicBezTo>
                    <a:cubicBezTo>
                      <a:pt x="42" y="194"/>
                      <a:pt x="42" y="194"/>
                      <a:pt x="42" y="194"/>
                    </a:cubicBezTo>
                    <a:cubicBezTo>
                      <a:pt x="42" y="195"/>
                      <a:pt x="42" y="195"/>
                      <a:pt x="42" y="195"/>
                    </a:cubicBezTo>
                    <a:cubicBezTo>
                      <a:pt x="42" y="196"/>
                      <a:pt x="42" y="196"/>
                      <a:pt x="42" y="196"/>
                    </a:cubicBezTo>
                    <a:cubicBezTo>
                      <a:pt x="38" y="213"/>
                      <a:pt x="38" y="213"/>
                      <a:pt x="38" y="213"/>
                    </a:cubicBezTo>
                    <a:cubicBezTo>
                      <a:pt x="49" y="220"/>
                      <a:pt x="49" y="220"/>
                      <a:pt x="49" y="220"/>
                    </a:cubicBezTo>
                    <a:cubicBezTo>
                      <a:pt x="68" y="221"/>
                      <a:pt x="68" y="221"/>
                      <a:pt x="68" y="221"/>
                    </a:cubicBezTo>
                    <a:cubicBezTo>
                      <a:pt x="65" y="225"/>
                      <a:pt x="65" y="225"/>
                      <a:pt x="65" y="225"/>
                    </a:cubicBezTo>
                    <a:cubicBezTo>
                      <a:pt x="53" y="240"/>
                      <a:pt x="47" y="248"/>
                      <a:pt x="48" y="251"/>
                    </a:cubicBezTo>
                    <a:cubicBezTo>
                      <a:pt x="55" y="253"/>
                      <a:pt x="55" y="253"/>
                      <a:pt x="55" y="253"/>
                    </a:cubicBezTo>
                    <a:cubicBezTo>
                      <a:pt x="64" y="254"/>
                      <a:pt x="70" y="256"/>
                      <a:pt x="72" y="260"/>
                    </a:cubicBezTo>
                    <a:cubicBezTo>
                      <a:pt x="74" y="265"/>
                      <a:pt x="77" y="270"/>
                      <a:pt x="79" y="275"/>
                    </a:cubicBezTo>
                    <a:cubicBezTo>
                      <a:pt x="90" y="281"/>
                      <a:pt x="90" y="281"/>
                      <a:pt x="90" y="281"/>
                    </a:cubicBezTo>
                    <a:cubicBezTo>
                      <a:pt x="96" y="282"/>
                      <a:pt x="96" y="282"/>
                      <a:pt x="96" y="282"/>
                    </a:cubicBezTo>
                    <a:cubicBezTo>
                      <a:pt x="110" y="270"/>
                      <a:pt x="110" y="270"/>
                      <a:pt x="110" y="270"/>
                    </a:cubicBezTo>
                    <a:cubicBezTo>
                      <a:pt x="118" y="281"/>
                      <a:pt x="118" y="281"/>
                      <a:pt x="118" y="281"/>
                    </a:cubicBezTo>
                    <a:cubicBezTo>
                      <a:pt x="118" y="282"/>
                      <a:pt x="118" y="282"/>
                      <a:pt x="118" y="282"/>
                    </a:cubicBezTo>
                    <a:cubicBezTo>
                      <a:pt x="118" y="282"/>
                      <a:pt x="118" y="282"/>
                      <a:pt x="118" y="282"/>
                    </a:cubicBezTo>
                    <a:cubicBezTo>
                      <a:pt x="118" y="282"/>
                      <a:pt x="118" y="282"/>
                      <a:pt x="118" y="282"/>
                    </a:cubicBezTo>
                    <a:cubicBezTo>
                      <a:pt x="120" y="292"/>
                      <a:pt x="120" y="292"/>
                      <a:pt x="120" y="292"/>
                    </a:cubicBezTo>
                    <a:cubicBezTo>
                      <a:pt x="126" y="293"/>
                      <a:pt x="126" y="293"/>
                      <a:pt x="126" y="293"/>
                    </a:cubicBezTo>
                    <a:cubicBezTo>
                      <a:pt x="126" y="293"/>
                      <a:pt x="126" y="293"/>
                      <a:pt x="126" y="293"/>
                    </a:cubicBezTo>
                    <a:cubicBezTo>
                      <a:pt x="136" y="296"/>
                      <a:pt x="136" y="296"/>
                      <a:pt x="136" y="296"/>
                    </a:cubicBezTo>
                    <a:cubicBezTo>
                      <a:pt x="138" y="296"/>
                      <a:pt x="138" y="296"/>
                      <a:pt x="138" y="296"/>
                    </a:cubicBezTo>
                    <a:cubicBezTo>
                      <a:pt x="138" y="295"/>
                      <a:pt x="138" y="295"/>
                      <a:pt x="138" y="295"/>
                    </a:cubicBezTo>
                    <a:cubicBezTo>
                      <a:pt x="136" y="285"/>
                      <a:pt x="136" y="285"/>
                      <a:pt x="136" y="285"/>
                    </a:cubicBezTo>
                    <a:cubicBezTo>
                      <a:pt x="136" y="284"/>
                      <a:pt x="136" y="284"/>
                      <a:pt x="136" y="284"/>
                    </a:cubicBezTo>
                    <a:cubicBezTo>
                      <a:pt x="131" y="261"/>
                      <a:pt x="131" y="261"/>
                      <a:pt x="131" y="261"/>
                    </a:cubicBezTo>
                    <a:cubicBezTo>
                      <a:pt x="131" y="260"/>
                      <a:pt x="131" y="260"/>
                      <a:pt x="131" y="260"/>
                    </a:cubicBezTo>
                    <a:cubicBezTo>
                      <a:pt x="134" y="244"/>
                      <a:pt x="134" y="244"/>
                      <a:pt x="134" y="244"/>
                    </a:cubicBezTo>
                    <a:cubicBezTo>
                      <a:pt x="135" y="244"/>
                      <a:pt x="135" y="244"/>
                      <a:pt x="135" y="244"/>
                    </a:cubicBezTo>
                    <a:cubicBezTo>
                      <a:pt x="136" y="244"/>
                      <a:pt x="136" y="244"/>
                      <a:pt x="136" y="244"/>
                    </a:cubicBezTo>
                    <a:cubicBezTo>
                      <a:pt x="147" y="245"/>
                      <a:pt x="147" y="245"/>
                      <a:pt x="147" y="245"/>
                    </a:cubicBezTo>
                    <a:cubicBezTo>
                      <a:pt x="160" y="235"/>
                      <a:pt x="160" y="235"/>
                      <a:pt x="160" y="235"/>
                    </a:cubicBezTo>
                    <a:cubicBezTo>
                      <a:pt x="162" y="236"/>
                      <a:pt x="162" y="236"/>
                      <a:pt x="162" y="236"/>
                    </a:cubicBezTo>
                    <a:cubicBezTo>
                      <a:pt x="169" y="241"/>
                      <a:pt x="174" y="246"/>
                      <a:pt x="176" y="249"/>
                    </a:cubicBezTo>
                    <a:cubicBezTo>
                      <a:pt x="178" y="248"/>
                      <a:pt x="183" y="244"/>
                      <a:pt x="189" y="237"/>
                    </a:cubicBezTo>
                    <a:cubicBezTo>
                      <a:pt x="189" y="236"/>
                      <a:pt x="189" y="236"/>
                      <a:pt x="189" y="236"/>
                    </a:cubicBezTo>
                    <a:cubicBezTo>
                      <a:pt x="190" y="236"/>
                      <a:pt x="190" y="236"/>
                      <a:pt x="190" y="236"/>
                    </a:cubicBezTo>
                    <a:cubicBezTo>
                      <a:pt x="210" y="241"/>
                      <a:pt x="210" y="241"/>
                      <a:pt x="210" y="241"/>
                    </a:cubicBezTo>
                    <a:cubicBezTo>
                      <a:pt x="219" y="234"/>
                      <a:pt x="219" y="234"/>
                      <a:pt x="219" y="234"/>
                    </a:cubicBezTo>
                    <a:cubicBezTo>
                      <a:pt x="219" y="233"/>
                      <a:pt x="219" y="233"/>
                      <a:pt x="219" y="233"/>
                    </a:cubicBezTo>
                    <a:cubicBezTo>
                      <a:pt x="220" y="233"/>
                      <a:pt x="220" y="233"/>
                      <a:pt x="220" y="233"/>
                    </a:cubicBezTo>
                    <a:cubicBezTo>
                      <a:pt x="220" y="233"/>
                      <a:pt x="220" y="233"/>
                      <a:pt x="220" y="233"/>
                    </a:cubicBezTo>
                    <a:cubicBezTo>
                      <a:pt x="220" y="233"/>
                      <a:pt x="220" y="233"/>
                      <a:pt x="220" y="233"/>
                    </a:cubicBezTo>
                    <a:cubicBezTo>
                      <a:pt x="229" y="235"/>
                      <a:pt x="229" y="235"/>
                      <a:pt x="229" y="235"/>
                    </a:cubicBezTo>
                    <a:cubicBezTo>
                      <a:pt x="256" y="211"/>
                      <a:pt x="256" y="211"/>
                      <a:pt x="256" y="211"/>
                    </a:cubicBezTo>
                    <a:cubicBezTo>
                      <a:pt x="264" y="213"/>
                      <a:pt x="264" y="213"/>
                      <a:pt x="264" y="213"/>
                    </a:cubicBezTo>
                    <a:cubicBezTo>
                      <a:pt x="264" y="213"/>
                      <a:pt x="264" y="213"/>
                      <a:pt x="264" y="213"/>
                    </a:cubicBezTo>
                    <a:cubicBezTo>
                      <a:pt x="265" y="214"/>
                      <a:pt x="265" y="214"/>
                      <a:pt x="265" y="214"/>
                    </a:cubicBezTo>
                    <a:cubicBezTo>
                      <a:pt x="265" y="214"/>
                      <a:pt x="265" y="214"/>
                      <a:pt x="265" y="214"/>
                    </a:cubicBezTo>
                    <a:cubicBezTo>
                      <a:pt x="266" y="214"/>
                      <a:pt x="266" y="214"/>
                      <a:pt x="266" y="214"/>
                    </a:cubicBezTo>
                    <a:cubicBezTo>
                      <a:pt x="268" y="218"/>
                      <a:pt x="268" y="218"/>
                      <a:pt x="268" y="218"/>
                    </a:cubicBezTo>
                    <a:cubicBezTo>
                      <a:pt x="270" y="216"/>
                      <a:pt x="270" y="216"/>
                      <a:pt x="270" y="216"/>
                    </a:cubicBezTo>
                    <a:cubicBezTo>
                      <a:pt x="270" y="216"/>
                      <a:pt x="270" y="216"/>
                      <a:pt x="270" y="216"/>
                    </a:cubicBezTo>
                    <a:cubicBezTo>
                      <a:pt x="270" y="215"/>
                      <a:pt x="270" y="215"/>
                      <a:pt x="270" y="215"/>
                    </a:cubicBezTo>
                    <a:cubicBezTo>
                      <a:pt x="270" y="215"/>
                      <a:pt x="270" y="215"/>
                      <a:pt x="270" y="215"/>
                    </a:cubicBezTo>
                    <a:cubicBezTo>
                      <a:pt x="278" y="211"/>
                      <a:pt x="278" y="211"/>
                      <a:pt x="278" y="211"/>
                    </a:cubicBezTo>
                    <a:cubicBezTo>
                      <a:pt x="284" y="205"/>
                      <a:pt x="284" y="205"/>
                      <a:pt x="284" y="205"/>
                    </a:cubicBezTo>
                    <a:cubicBezTo>
                      <a:pt x="283" y="193"/>
                      <a:pt x="283" y="193"/>
                      <a:pt x="283" y="193"/>
                    </a:cubicBezTo>
                    <a:cubicBezTo>
                      <a:pt x="282" y="191"/>
                      <a:pt x="282" y="191"/>
                      <a:pt x="282" y="191"/>
                    </a:cubicBezTo>
                    <a:cubicBezTo>
                      <a:pt x="274" y="194"/>
                      <a:pt x="274" y="194"/>
                      <a:pt x="274" y="194"/>
                    </a:cubicBezTo>
                    <a:cubicBezTo>
                      <a:pt x="274" y="194"/>
                      <a:pt x="274" y="194"/>
                      <a:pt x="274" y="194"/>
                    </a:cubicBezTo>
                    <a:cubicBezTo>
                      <a:pt x="272" y="195"/>
                      <a:pt x="270" y="196"/>
                      <a:pt x="267" y="196"/>
                    </a:cubicBezTo>
                    <a:cubicBezTo>
                      <a:pt x="258" y="196"/>
                      <a:pt x="258" y="196"/>
                      <a:pt x="258" y="196"/>
                    </a:cubicBezTo>
                    <a:cubicBezTo>
                      <a:pt x="255" y="196"/>
                      <a:pt x="254" y="195"/>
                      <a:pt x="252" y="193"/>
                    </a:cubicBezTo>
                    <a:cubicBezTo>
                      <a:pt x="252" y="180"/>
                      <a:pt x="252" y="180"/>
                      <a:pt x="252" y="180"/>
                    </a:cubicBezTo>
                    <a:cubicBezTo>
                      <a:pt x="249" y="179"/>
                      <a:pt x="248" y="178"/>
                      <a:pt x="246" y="178"/>
                    </a:cubicBezTo>
                    <a:cubicBezTo>
                      <a:pt x="244" y="179"/>
                      <a:pt x="244" y="179"/>
                      <a:pt x="244" y="179"/>
                    </a:cubicBezTo>
                    <a:cubicBezTo>
                      <a:pt x="242" y="180"/>
                      <a:pt x="242" y="180"/>
                      <a:pt x="242" y="180"/>
                    </a:cubicBezTo>
                    <a:cubicBezTo>
                      <a:pt x="236" y="182"/>
                      <a:pt x="236" y="182"/>
                      <a:pt x="236" y="182"/>
                    </a:cubicBezTo>
                    <a:cubicBezTo>
                      <a:pt x="234" y="182"/>
                      <a:pt x="234" y="182"/>
                      <a:pt x="234" y="182"/>
                    </a:cubicBezTo>
                    <a:cubicBezTo>
                      <a:pt x="234" y="181"/>
                      <a:pt x="234" y="181"/>
                      <a:pt x="234" y="181"/>
                    </a:cubicBezTo>
                    <a:cubicBezTo>
                      <a:pt x="231" y="175"/>
                      <a:pt x="231" y="175"/>
                      <a:pt x="231" y="175"/>
                    </a:cubicBezTo>
                    <a:cubicBezTo>
                      <a:pt x="230" y="170"/>
                      <a:pt x="230" y="170"/>
                      <a:pt x="230" y="170"/>
                    </a:cubicBezTo>
                    <a:cubicBezTo>
                      <a:pt x="230" y="170"/>
                      <a:pt x="230" y="170"/>
                      <a:pt x="230" y="170"/>
                    </a:cubicBezTo>
                    <a:cubicBezTo>
                      <a:pt x="234" y="155"/>
                      <a:pt x="234" y="155"/>
                      <a:pt x="234" y="155"/>
                    </a:cubicBezTo>
                    <a:cubicBezTo>
                      <a:pt x="234" y="155"/>
                      <a:pt x="234" y="155"/>
                      <a:pt x="234" y="155"/>
                    </a:cubicBezTo>
                    <a:cubicBezTo>
                      <a:pt x="234" y="155"/>
                      <a:pt x="234" y="155"/>
                      <a:pt x="234" y="155"/>
                    </a:cubicBezTo>
                    <a:cubicBezTo>
                      <a:pt x="234" y="154"/>
                      <a:pt x="234" y="154"/>
                      <a:pt x="234" y="154"/>
                    </a:cubicBezTo>
                    <a:cubicBezTo>
                      <a:pt x="238" y="147"/>
                      <a:pt x="238" y="147"/>
                      <a:pt x="238" y="147"/>
                    </a:cubicBezTo>
                    <a:cubicBezTo>
                      <a:pt x="226" y="137"/>
                      <a:pt x="226" y="137"/>
                      <a:pt x="226" y="137"/>
                    </a:cubicBezTo>
                    <a:cubicBezTo>
                      <a:pt x="226" y="136"/>
                      <a:pt x="226" y="136"/>
                      <a:pt x="226" y="136"/>
                    </a:cubicBezTo>
                    <a:cubicBezTo>
                      <a:pt x="226" y="136"/>
                      <a:pt x="226" y="136"/>
                      <a:pt x="226" y="136"/>
                    </a:cubicBezTo>
                    <a:cubicBezTo>
                      <a:pt x="226" y="124"/>
                      <a:pt x="226" y="124"/>
                      <a:pt x="226" y="124"/>
                    </a:cubicBezTo>
                    <a:cubicBezTo>
                      <a:pt x="226" y="124"/>
                      <a:pt x="226" y="124"/>
                      <a:pt x="226" y="124"/>
                    </a:cubicBezTo>
                    <a:cubicBezTo>
                      <a:pt x="232" y="106"/>
                      <a:pt x="232" y="106"/>
                      <a:pt x="232" y="10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5" y="95"/>
                      <a:pt x="225" y="95"/>
                      <a:pt x="225" y="95"/>
                    </a:cubicBezTo>
                    <a:cubicBezTo>
                      <a:pt x="220" y="95"/>
                      <a:pt x="220" y="95"/>
                      <a:pt x="220" y="95"/>
                    </a:cubicBezTo>
                    <a:cubicBezTo>
                      <a:pt x="216" y="102"/>
                      <a:pt x="216" y="102"/>
                      <a:pt x="216" y="102"/>
                    </a:cubicBezTo>
                    <a:cubicBezTo>
                      <a:pt x="210" y="98"/>
                      <a:pt x="210" y="98"/>
                      <a:pt x="210" y="98"/>
                    </a:cubicBezTo>
                    <a:cubicBezTo>
                      <a:pt x="205" y="95"/>
                      <a:pt x="205" y="95"/>
                      <a:pt x="205" y="95"/>
                    </a:cubicBezTo>
                    <a:cubicBezTo>
                      <a:pt x="200" y="84"/>
                      <a:pt x="200" y="84"/>
                      <a:pt x="200" y="84"/>
                    </a:cubicBezTo>
                    <a:cubicBezTo>
                      <a:pt x="200" y="84"/>
                      <a:pt x="200" y="84"/>
                      <a:pt x="200" y="84"/>
                    </a:cubicBezTo>
                    <a:cubicBezTo>
                      <a:pt x="200" y="84"/>
                      <a:pt x="200" y="84"/>
                      <a:pt x="200" y="84"/>
                    </a:cubicBezTo>
                    <a:cubicBezTo>
                      <a:pt x="199" y="76"/>
                      <a:pt x="199" y="76"/>
                      <a:pt x="199" y="76"/>
                    </a:cubicBezTo>
                    <a:cubicBezTo>
                      <a:pt x="199" y="75"/>
                      <a:pt x="199" y="75"/>
                      <a:pt x="199" y="75"/>
                    </a:cubicBezTo>
                    <a:cubicBezTo>
                      <a:pt x="198" y="74"/>
                      <a:pt x="198" y="74"/>
                      <a:pt x="198" y="74"/>
                    </a:cubicBezTo>
                    <a:cubicBezTo>
                      <a:pt x="200" y="74"/>
                      <a:pt x="200" y="74"/>
                      <a:pt x="200" y="74"/>
                    </a:cubicBezTo>
                    <a:cubicBezTo>
                      <a:pt x="205" y="66"/>
                      <a:pt x="205" y="66"/>
                      <a:pt x="205" y="66"/>
                    </a:cubicBezTo>
                    <a:cubicBezTo>
                      <a:pt x="206" y="66"/>
                      <a:pt x="206" y="66"/>
                      <a:pt x="206" y="66"/>
                    </a:cubicBezTo>
                    <a:cubicBezTo>
                      <a:pt x="206" y="66"/>
                      <a:pt x="206" y="66"/>
                      <a:pt x="206" y="66"/>
                    </a:cubicBezTo>
                    <a:cubicBezTo>
                      <a:pt x="206" y="66"/>
                      <a:pt x="206" y="66"/>
                      <a:pt x="206" y="66"/>
                    </a:cubicBezTo>
                    <a:cubicBezTo>
                      <a:pt x="210" y="65"/>
                      <a:pt x="210" y="65"/>
                      <a:pt x="210" y="65"/>
                    </a:cubicBezTo>
                    <a:cubicBezTo>
                      <a:pt x="215" y="64"/>
                      <a:pt x="215" y="64"/>
                      <a:pt x="215" y="64"/>
                    </a:cubicBezTo>
                    <a:cubicBezTo>
                      <a:pt x="236" y="63"/>
                      <a:pt x="236" y="63"/>
                      <a:pt x="236" y="63"/>
                    </a:cubicBezTo>
                    <a:cubicBezTo>
                      <a:pt x="236" y="63"/>
                      <a:pt x="236" y="63"/>
                      <a:pt x="236" y="63"/>
                    </a:cubicBezTo>
                    <a:cubicBezTo>
                      <a:pt x="239" y="64"/>
                      <a:pt x="239" y="64"/>
                      <a:pt x="239" y="64"/>
                    </a:cubicBezTo>
                    <a:cubicBezTo>
                      <a:pt x="240" y="64"/>
                      <a:pt x="240" y="64"/>
                      <a:pt x="240" y="64"/>
                    </a:cubicBezTo>
                    <a:cubicBezTo>
                      <a:pt x="243" y="66"/>
                      <a:pt x="243" y="66"/>
                      <a:pt x="243" y="66"/>
                    </a:cubicBezTo>
                    <a:cubicBezTo>
                      <a:pt x="248" y="63"/>
                      <a:pt x="248" y="63"/>
                      <a:pt x="248" y="63"/>
                    </a:cubicBezTo>
                    <a:cubicBezTo>
                      <a:pt x="253" y="60"/>
                      <a:pt x="253" y="60"/>
                      <a:pt x="253" y="60"/>
                    </a:cubicBezTo>
                    <a:cubicBezTo>
                      <a:pt x="256" y="56"/>
                      <a:pt x="256" y="56"/>
                      <a:pt x="256" y="56"/>
                    </a:cubicBezTo>
                    <a:cubicBezTo>
                      <a:pt x="256" y="54"/>
                      <a:pt x="256" y="54"/>
                      <a:pt x="256" y="54"/>
                    </a:cubicBezTo>
                    <a:cubicBezTo>
                      <a:pt x="256" y="45"/>
                      <a:pt x="256" y="45"/>
                      <a:pt x="256" y="45"/>
                    </a:cubicBezTo>
                    <a:cubicBezTo>
                      <a:pt x="251" y="44"/>
                      <a:pt x="251" y="44"/>
                      <a:pt x="251" y="44"/>
                    </a:cubicBezTo>
                    <a:cubicBezTo>
                      <a:pt x="243" y="47"/>
                      <a:pt x="243" y="47"/>
                      <a:pt x="243" y="47"/>
                    </a:cubicBezTo>
                    <a:cubicBezTo>
                      <a:pt x="240" y="50"/>
                      <a:pt x="238" y="52"/>
                      <a:pt x="235" y="52"/>
                    </a:cubicBezTo>
                    <a:cubicBezTo>
                      <a:pt x="232" y="52"/>
                      <a:pt x="230" y="49"/>
                      <a:pt x="227" y="45"/>
                    </a:cubicBezTo>
                    <a:cubicBezTo>
                      <a:pt x="227" y="45"/>
                      <a:pt x="227" y="45"/>
                      <a:pt x="227" y="45"/>
                    </a:cubicBezTo>
                    <a:cubicBezTo>
                      <a:pt x="227" y="45"/>
                      <a:pt x="227" y="45"/>
                      <a:pt x="227" y="45"/>
                    </a:cubicBezTo>
                    <a:cubicBezTo>
                      <a:pt x="227" y="44"/>
                      <a:pt x="227" y="44"/>
                      <a:pt x="227" y="44"/>
                    </a:cubicBezTo>
                    <a:cubicBezTo>
                      <a:pt x="226" y="39"/>
                      <a:pt x="226" y="39"/>
                      <a:pt x="226" y="39"/>
                    </a:cubicBezTo>
                    <a:cubicBezTo>
                      <a:pt x="226" y="38"/>
                      <a:pt x="226" y="38"/>
                      <a:pt x="226" y="38"/>
                    </a:cubicBezTo>
                    <a:cubicBezTo>
                      <a:pt x="227" y="33"/>
                      <a:pt x="227" y="33"/>
                      <a:pt x="227" y="33"/>
                    </a:cubicBezTo>
                    <a:cubicBezTo>
                      <a:pt x="222" y="22"/>
                      <a:pt x="222" y="22"/>
                      <a:pt x="222" y="22"/>
                    </a:cubicBezTo>
                    <a:cubicBezTo>
                      <a:pt x="214" y="24"/>
                      <a:pt x="214" y="24"/>
                      <a:pt x="214" y="24"/>
                    </a:cubicBezTo>
                    <a:cubicBezTo>
                      <a:pt x="210" y="28"/>
                      <a:pt x="210" y="28"/>
                      <a:pt x="210" y="28"/>
                    </a:cubicBezTo>
                    <a:cubicBezTo>
                      <a:pt x="212" y="40"/>
                      <a:pt x="212" y="40"/>
                      <a:pt x="212" y="40"/>
                    </a:cubicBezTo>
                    <a:cubicBezTo>
                      <a:pt x="198" y="34"/>
                      <a:pt x="198" y="34"/>
                      <a:pt x="198" y="34"/>
                    </a:cubicBezTo>
                    <a:cubicBezTo>
                      <a:pt x="202" y="41"/>
                      <a:pt x="202" y="41"/>
                      <a:pt x="202" y="41"/>
                    </a:cubicBezTo>
                    <a:cubicBezTo>
                      <a:pt x="202" y="41"/>
                      <a:pt x="202" y="41"/>
                      <a:pt x="202" y="41"/>
                    </a:cubicBezTo>
                    <a:cubicBezTo>
                      <a:pt x="202" y="42"/>
                      <a:pt x="202" y="42"/>
                      <a:pt x="202" y="42"/>
                    </a:cubicBezTo>
                    <a:cubicBezTo>
                      <a:pt x="201" y="50"/>
                      <a:pt x="201" y="50"/>
                      <a:pt x="201" y="50"/>
                    </a:cubicBezTo>
                    <a:cubicBezTo>
                      <a:pt x="201" y="51"/>
                      <a:pt x="201" y="51"/>
                      <a:pt x="201" y="51"/>
                    </a:cubicBezTo>
                    <a:cubicBezTo>
                      <a:pt x="200" y="51"/>
                      <a:pt x="200" y="51"/>
                      <a:pt x="200" y="51"/>
                    </a:cubicBezTo>
                    <a:cubicBezTo>
                      <a:pt x="193" y="62"/>
                      <a:pt x="193" y="62"/>
                      <a:pt x="193" y="62"/>
                    </a:cubicBezTo>
                    <a:cubicBezTo>
                      <a:pt x="193" y="62"/>
                      <a:pt x="193" y="62"/>
                      <a:pt x="193" y="62"/>
                    </a:cubicBezTo>
                    <a:cubicBezTo>
                      <a:pt x="180" y="69"/>
                      <a:pt x="180" y="69"/>
                      <a:pt x="180" y="69"/>
                    </a:cubicBezTo>
                    <a:cubicBezTo>
                      <a:pt x="179" y="76"/>
                      <a:pt x="179" y="76"/>
                      <a:pt x="179" y="76"/>
                    </a:cubicBezTo>
                    <a:cubicBezTo>
                      <a:pt x="179" y="78"/>
                      <a:pt x="180" y="81"/>
                      <a:pt x="182" y="85"/>
                    </a:cubicBezTo>
                    <a:cubicBezTo>
                      <a:pt x="183" y="85"/>
                      <a:pt x="183" y="85"/>
                      <a:pt x="183" y="85"/>
                    </a:cubicBezTo>
                    <a:cubicBezTo>
                      <a:pt x="183" y="86"/>
                      <a:pt x="183" y="86"/>
                      <a:pt x="183" y="86"/>
                    </a:cubicBezTo>
                    <a:cubicBezTo>
                      <a:pt x="184" y="96"/>
                      <a:pt x="184" y="96"/>
                      <a:pt x="184" y="96"/>
                    </a:cubicBezTo>
                    <a:cubicBezTo>
                      <a:pt x="184" y="97"/>
                      <a:pt x="184" y="97"/>
                      <a:pt x="184" y="97"/>
                    </a:cubicBezTo>
                    <a:cubicBezTo>
                      <a:pt x="183" y="98"/>
                      <a:pt x="183" y="98"/>
                      <a:pt x="183" y="98"/>
                    </a:cubicBezTo>
                    <a:cubicBezTo>
                      <a:pt x="178" y="104"/>
                      <a:pt x="178" y="104"/>
                      <a:pt x="178" y="104"/>
                    </a:cubicBezTo>
                    <a:cubicBezTo>
                      <a:pt x="178" y="104"/>
                      <a:pt x="178" y="104"/>
                      <a:pt x="178" y="104"/>
                    </a:cubicBezTo>
                    <a:cubicBezTo>
                      <a:pt x="178" y="104"/>
                      <a:pt x="178" y="104"/>
                      <a:pt x="178" y="104"/>
                    </a:cubicBezTo>
                    <a:cubicBezTo>
                      <a:pt x="178" y="104"/>
                      <a:pt x="178" y="104"/>
                      <a:pt x="178" y="104"/>
                    </a:cubicBezTo>
                    <a:cubicBezTo>
                      <a:pt x="174" y="107"/>
                      <a:pt x="174" y="107"/>
                      <a:pt x="174" y="107"/>
                    </a:cubicBezTo>
                    <a:cubicBezTo>
                      <a:pt x="174" y="107"/>
                      <a:pt x="174" y="107"/>
                      <a:pt x="174" y="107"/>
                    </a:cubicBezTo>
                    <a:cubicBezTo>
                      <a:pt x="173" y="107"/>
                      <a:pt x="173" y="107"/>
                      <a:pt x="173" y="107"/>
                    </a:cubicBezTo>
                    <a:cubicBezTo>
                      <a:pt x="173" y="107"/>
                      <a:pt x="173" y="107"/>
                      <a:pt x="173" y="107"/>
                    </a:cubicBezTo>
                    <a:cubicBezTo>
                      <a:pt x="172" y="107"/>
                      <a:pt x="172" y="107"/>
                      <a:pt x="172" y="107"/>
                    </a:cubicBezTo>
                    <a:cubicBezTo>
                      <a:pt x="163" y="105"/>
                      <a:pt x="163" y="105"/>
                      <a:pt x="163" y="105"/>
                    </a:cubicBezTo>
                    <a:cubicBezTo>
                      <a:pt x="162" y="105"/>
                      <a:pt x="160" y="106"/>
                      <a:pt x="158" y="107"/>
                    </a:cubicBezTo>
                    <a:cubicBezTo>
                      <a:pt x="154" y="112"/>
                      <a:pt x="154" y="112"/>
                      <a:pt x="154" y="112"/>
                    </a:cubicBezTo>
                    <a:cubicBezTo>
                      <a:pt x="150" y="116"/>
                      <a:pt x="150" y="116"/>
                      <a:pt x="150" y="116"/>
                    </a:cubicBezTo>
                    <a:cubicBezTo>
                      <a:pt x="148" y="119"/>
                      <a:pt x="146" y="120"/>
                      <a:pt x="141" y="119"/>
                    </a:cubicBezTo>
                    <a:cubicBezTo>
                      <a:pt x="138" y="119"/>
                      <a:pt x="138" y="116"/>
                      <a:pt x="138" y="112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38" y="107"/>
                      <a:pt x="138" y="107"/>
                      <a:pt x="138" y="107"/>
                    </a:cubicBezTo>
                    <a:cubicBezTo>
                      <a:pt x="136" y="109"/>
                      <a:pt x="136" y="109"/>
                      <a:pt x="136" y="109"/>
                    </a:cubicBezTo>
                    <a:cubicBezTo>
                      <a:pt x="135" y="110"/>
                      <a:pt x="134" y="111"/>
                      <a:pt x="132" y="111"/>
                    </a:cubicBezTo>
                    <a:cubicBezTo>
                      <a:pt x="131" y="110"/>
                      <a:pt x="130" y="109"/>
                      <a:pt x="129" y="106"/>
                    </a:cubicBezTo>
                    <a:cubicBezTo>
                      <a:pt x="129" y="106"/>
                      <a:pt x="129" y="106"/>
                      <a:pt x="129" y="106"/>
                    </a:cubicBezTo>
                    <a:cubicBezTo>
                      <a:pt x="128" y="96"/>
                      <a:pt x="128" y="96"/>
                      <a:pt x="128" y="96"/>
                    </a:cubicBezTo>
                    <a:cubicBezTo>
                      <a:pt x="126" y="88"/>
                      <a:pt x="126" y="88"/>
                      <a:pt x="126" y="88"/>
                    </a:cubicBezTo>
                    <a:cubicBezTo>
                      <a:pt x="122" y="84"/>
                      <a:pt x="122" y="84"/>
                      <a:pt x="122" y="84"/>
                    </a:cubicBezTo>
                    <a:cubicBezTo>
                      <a:pt x="122" y="84"/>
                      <a:pt x="122" y="84"/>
                      <a:pt x="122" y="84"/>
                    </a:cubicBezTo>
                    <a:cubicBezTo>
                      <a:pt x="122" y="83"/>
                      <a:pt x="122" y="83"/>
                      <a:pt x="122" y="83"/>
                    </a:cubicBezTo>
                    <a:cubicBezTo>
                      <a:pt x="113" y="64"/>
                      <a:pt x="113" y="64"/>
                      <a:pt x="113" y="64"/>
                    </a:cubicBezTo>
                    <a:cubicBezTo>
                      <a:pt x="113" y="64"/>
                      <a:pt x="113" y="64"/>
                      <a:pt x="113" y="64"/>
                    </a:cubicBezTo>
                    <a:cubicBezTo>
                      <a:pt x="110" y="58"/>
                      <a:pt x="110" y="58"/>
                      <a:pt x="110" y="58"/>
                    </a:cubicBezTo>
                    <a:cubicBezTo>
                      <a:pt x="110" y="58"/>
                      <a:pt x="110" y="58"/>
                      <a:pt x="110" y="58"/>
                    </a:cubicBezTo>
                    <a:cubicBezTo>
                      <a:pt x="110" y="58"/>
                      <a:pt x="110" y="58"/>
                      <a:pt x="110" y="58"/>
                    </a:cubicBezTo>
                    <a:cubicBezTo>
                      <a:pt x="110" y="57"/>
                      <a:pt x="110" y="57"/>
                      <a:pt x="110" y="57"/>
                    </a:cubicBezTo>
                    <a:cubicBezTo>
                      <a:pt x="108" y="47"/>
                      <a:pt x="108" y="47"/>
                      <a:pt x="108" y="47"/>
                    </a:cubicBezTo>
                    <a:cubicBezTo>
                      <a:pt x="107" y="45"/>
                      <a:pt x="107" y="45"/>
                      <a:pt x="107" y="45"/>
                    </a:cubicBezTo>
                    <a:cubicBezTo>
                      <a:pt x="106" y="46"/>
                      <a:pt x="106" y="46"/>
                      <a:pt x="106" y="46"/>
                    </a:cubicBezTo>
                    <a:cubicBezTo>
                      <a:pt x="103" y="50"/>
                      <a:pt x="101" y="52"/>
                      <a:pt x="100" y="52"/>
                    </a:cubicBezTo>
                    <a:cubicBezTo>
                      <a:pt x="99" y="52"/>
                      <a:pt x="97" y="50"/>
                      <a:pt x="94" y="48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7" y="44"/>
                      <a:pt x="87" y="44"/>
                      <a:pt x="87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6" y="44"/>
                      <a:pt x="86" y="44"/>
                      <a:pt x="86" y="44"/>
                    </a:cubicBezTo>
                    <a:cubicBezTo>
                      <a:pt x="86" y="43"/>
                      <a:pt x="86" y="43"/>
                      <a:pt x="86" y="43"/>
                    </a:cubicBezTo>
                    <a:cubicBezTo>
                      <a:pt x="86" y="35"/>
                      <a:pt x="86" y="35"/>
                      <a:pt x="86" y="35"/>
                    </a:cubicBezTo>
                    <a:cubicBezTo>
                      <a:pt x="86" y="35"/>
                      <a:pt x="86" y="35"/>
                      <a:pt x="86" y="35"/>
                    </a:cubicBezTo>
                    <a:cubicBezTo>
                      <a:pt x="84" y="29"/>
                      <a:pt x="84" y="29"/>
                      <a:pt x="84" y="29"/>
                    </a:cubicBezTo>
                    <a:cubicBezTo>
                      <a:pt x="81" y="21"/>
                      <a:pt x="81" y="21"/>
                      <a:pt x="81" y="21"/>
                    </a:cubicBezTo>
                    <a:cubicBezTo>
                      <a:pt x="78" y="21"/>
                      <a:pt x="78" y="21"/>
                      <a:pt x="78" y="21"/>
                    </a:cubicBezTo>
                    <a:cubicBezTo>
                      <a:pt x="78" y="24"/>
                      <a:pt x="78" y="27"/>
                      <a:pt x="77" y="29"/>
                    </a:cubicBezTo>
                    <a:cubicBezTo>
                      <a:pt x="76" y="31"/>
                      <a:pt x="75" y="33"/>
                      <a:pt x="72" y="35"/>
                    </a:cubicBezTo>
                    <a:cubicBezTo>
                      <a:pt x="72" y="38"/>
                      <a:pt x="70" y="40"/>
                      <a:pt x="69" y="41"/>
                    </a:cubicBezTo>
                    <a:cubicBezTo>
                      <a:pt x="66" y="44"/>
                      <a:pt x="64" y="44"/>
                      <a:pt x="62" y="42"/>
                    </a:cubicBezTo>
                    <a:cubicBezTo>
                      <a:pt x="61" y="42"/>
                      <a:pt x="61" y="42"/>
                      <a:pt x="61" y="42"/>
                    </a:cubicBezTo>
                    <a:cubicBezTo>
                      <a:pt x="58" y="41"/>
                      <a:pt x="58" y="38"/>
                      <a:pt x="58" y="33"/>
                    </a:cubicBezTo>
                    <a:cubicBezTo>
                      <a:pt x="58" y="31"/>
                      <a:pt x="58" y="31"/>
                      <a:pt x="58" y="31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51" y="27"/>
                      <a:pt x="50" y="24"/>
                      <a:pt x="50" y="21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44" y="7"/>
                      <a:pt x="44" y="7"/>
                      <a:pt x="44" y="7"/>
                    </a:cubicBezTo>
                    <a:cubicBezTo>
                      <a:pt x="40" y="10"/>
                      <a:pt x="40" y="10"/>
                      <a:pt x="40" y="10"/>
                    </a:cubicBezTo>
                    <a:cubicBezTo>
                      <a:pt x="39" y="13"/>
                      <a:pt x="39" y="13"/>
                      <a:pt x="39" y="13"/>
                    </a:cubicBezTo>
                    <a:cubicBezTo>
                      <a:pt x="40" y="17"/>
                      <a:pt x="41" y="20"/>
                      <a:pt x="41" y="22"/>
                    </a:cubicBezTo>
                    <a:cubicBezTo>
                      <a:pt x="41" y="26"/>
                      <a:pt x="39" y="29"/>
                      <a:pt x="36" y="30"/>
                    </a:cubicBezTo>
                    <a:cubicBezTo>
                      <a:pt x="28" y="33"/>
                      <a:pt x="28" y="33"/>
                      <a:pt x="28" y="33"/>
                    </a:cubicBezTo>
                    <a:cubicBezTo>
                      <a:pt x="26" y="34"/>
                      <a:pt x="26" y="34"/>
                      <a:pt x="26" y="34"/>
                    </a:cubicBezTo>
                    <a:cubicBezTo>
                      <a:pt x="26" y="37"/>
                      <a:pt x="26" y="37"/>
                      <a:pt x="26" y="37"/>
                    </a:cubicBezTo>
                    <a:cubicBezTo>
                      <a:pt x="26" y="48"/>
                      <a:pt x="26" y="48"/>
                      <a:pt x="26" y="48"/>
                    </a:cubicBezTo>
                    <a:cubicBezTo>
                      <a:pt x="26" y="52"/>
                      <a:pt x="27" y="54"/>
                      <a:pt x="28" y="54"/>
                    </a:cubicBezTo>
                    <a:cubicBezTo>
                      <a:pt x="30" y="55"/>
                      <a:pt x="33" y="55"/>
                      <a:pt x="36" y="53"/>
                    </a:cubicBezTo>
                    <a:cubicBezTo>
                      <a:pt x="38" y="52"/>
                      <a:pt x="38" y="52"/>
                      <a:pt x="38" y="52"/>
                    </a:cubicBezTo>
                    <a:cubicBezTo>
                      <a:pt x="46" y="69"/>
                      <a:pt x="46" y="69"/>
                      <a:pt x="46" y="69"/>
                    </a:cubicBezTo>
                    <a:cubicBezTo>
                      <a:pt x="46" y="70"/>
                      <a:pt x="46" y="70"/>
                      <a:pt x="46" y="70"/>
                    </a:cubicBezTo>
                    <a:cubicBezTo>
                      <a:pt x="46" y="70"/>
                      <a:pt x="46" y="70"/>
                      <a:pt x="46" y="70"/>
                    </a:cubicBezTo>
                    <a:cubicBezTo>
                      <a:pt x="46" y="70"/>
                      <a:pt x="46" y="70"/>
                      <a:pt x="46" y="70"/>
                    </a:cubicBezTo>
                    <a:cubicBezTo>
                      <a:pt x="43" y="102"/>
                      <a:pt x="40" y="120"/>
                      <a:pt x="36" y="125"/>
                    </a:cubicBezTo>
                    <a:cubicBezTo>
                      <a:pt x="35" y="126"/>
                      <a:pt x="34" y="127"/>
                      <a:pt x="31" y="128"/>
                    </a:cubicBezTo>
                    <a:cubicBezTo>
                      <a:pt x="28" y="128"/>
                      <a:pt x="26" y="127"/>
                      <a:pt x="24" y="126"/>
                    </a:cubicBezTo>
                    <a:cubicBezTo>
                      <a:pt x="13" y="146"/>
                      <a:pt x="6" y="157"/>
                      <a:pt x="3" y="159"/>
                    </a:cubicBezTo>
                    <a:cubicBezTo>
                      <a:pt x="4" y="159"/>
                      <a:pt x="4" y="159"/>
                      <a:pt x="4" y="159"/>
                    </a:cubicBezTo>
                    <a:cubicBezTo>
                      <a:pt x="2" y="159"/>
                      <a:pt x="1" y="164"/>
                      <a:pt x="2" y="174"/>
                    </a:cubicBezTo>
                    <a:cubicBezTo>
                      <a:pt x="4" y="176"/>
                      <a:pt x="4" y="176"/>
                      <a:pt x="4" y="176"/>
                    </a:cubicBezTo>
                    <a:cubicBezTo>
                      <a:pt x="5" y="176"/>
                      <a:pt x="5" y="176"/>
                      <a:pt x="5" y="176"/>
                    </a:cubicBezTo>
                    <a:cubicBezTo>
                      <a:pt x="6" y="177"/>
                      <a:pt x="6" y="177"/>
                      <a:pt x="6" y="177"/>
                    </a:cubicBezTo>
                    <a:lnTo>
                      <a:pt x="2" y="18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ïsļïḍe"/>
              <p:cNvSpPr/>
              <p:nvPr/>
            </p:nvSpPr>
            <p:spPr bwMode="auto">
              <a:xfrm>
                <a:off x="2959" y="2796"/>
                <a:ext cx="455" cy="392"/>
              </a:xfrm>
              <a:custGeom>
                <a:avLst/>
                <a:gdLst>
                  <a:gd name="T0" fmla="*/ 142 w 192"/>
                  <a:gd name="T1" fmla="*/ 7 h 166"/>
                  <a:gd name="T2" fmla="*/ 131 w 192"/>
                  <a:gd name="T3" fmla="*/ 10 h 166"/>
                  <a:gd name="T4" fmla="*/ 129 w 192"/>
                  <a:gd name="T5" fmla="*/ 0 h 166"/>
                  <a:gd name="T6" fmla="*/ 125 w 192"/>
                  <a:gd name="T7" fmla="*/ 10 h 166"/>
                  <a:gd name="T8" fmla="*/ 119 w 192"/>
                  <a:gd name="T9" fmla="*/ 18 h 166"/>
                  <a:gd name="T10" fmla="*/ 108 w 192"/>
                  <a:gd name="T11" fmla="*/ 17 h 166"/>
                  <a:gd name="T12" fmla="*/ 106 w 192"/>
                  <a:gd name="T13" fmla="*/ 25 h 166"/>
                  <a:gd name="T14" fmla="*/ 94 w 192"/>
                  <a:gd name="T15" fmla="*/ 28 h 166"/>
                  <a:gd name="T16" fmla="*/ 90 w 192"/>
                  <a:gd name="T17" fmla="*/ 30 h 166"/>
                  <a:gd name="T18" fmla="*/ 80 w 192"/>
                  <a:gd name="T19" fmla="*/ 26 h 166"/>
                  <a:gd name="T20" fmla="*/ 73 w 192"/>
                  <a:gd name="T21" fmla="*/ 24 h 166"/>
                  <a:gd name="T22" fmla="*/ 84 w 192"/>
                  <a:gd name="T23" fmla="*/ 40 h 166"/>
                  <a:gd name="T24" fmla="*/ 90 w 192"/>
                  <a:gd name="T25" fmla="*/ 46 h 166"/>
                  <a:gd name="T26" fmla="*/ 88 w 192"/>
                  <a:gd name="T27" fmla="*/ 55 h 166"/>
                  <a:gd name="T28" fmla="*/ 69 w 192"/>
                  <a:gd name="T29" fmla="*/ 64 h 166"/>
                  <a:gd name="T30" fmla="*/ 62 w 192"/>
                  <a:gd name="T31" fmla="*/ 65 h 166"/>
                  <a:gd name="T32" fmla="*/ 55 w 192"/>
                  <a:gd name="T33" fmla="*/ 63 h 166"/>
                  <a:gd name="T34" fmla="*/ 47 w 192"/>
                  <a:gd name="T35" fmla="*/ 71 h 166"/>
                  <a:gd name="T36" fmla="*/ 39 w 192"/>
                  <a:gd name="T37" fmla="*/ 74 h 166"/>
                  <a:gd name="T38" fmla="*/ 8 w 192"/>
                  <a:gd name="T39" fmla="*/ 74 h 166"/>
                  <a:gd name="T40" fmla="*/ 4 w 192"/>
                  <a:gd name="T41" fmla="*/ 96 h 166"/>
                  <a:gd name="T42" fmla="*/ 11 w 192"/>
                  <a:gd name="T43" fmla="*/ 100 h 166"/>
                  <a:gd name="T44" fmla="*/ 15 w 192"/>
                  <a:gd name="T45" fmla="*/ 95 h 166"/>
                  <a:gd name="T46" fmla="*/ 28 w 192"/>
                  <a:gd name="T47" fmla="*/ 96 h 166"/>
                  <a:gd name="T48" fmla="*/ 31 w 192"/>
                  <a:gd name="T49" fmla="*/ 118 h 166"/>
                  <a:gd name="T50" fmla="*/ 26 w 192"/>
                  <a:gd name="T51" fmla="*/ 130 h 166"/>
                  <a:gd name="T52" fmla="*/ 38 w 192"/>
                  <a:gd name="T53" fmla="*/ 148 h 166"/>
                  <a:gd name="T54" fmla="*/ 33 w 192"/>
                  <a:gd name="T55" fmla="*/ 166 h 166"/>
                  <a:gd name="T56" fmla="*/ 46 w 192"/>
                  <a:gd name="T57" fmla="*/ 159 h 166"/>
                  <a:gd name="T58" fmla="*/ 55 w 192"/>
                  <a:gd name="T59" fmla="*/ 160 h 166"/>
                  <a:gd name="T60" fmla="*/ 84 w 192"/>
                  <a:gd name="T61" fmla="*/ 160 h 166"/>
                  <a:gd name="T62" fmla="*/ 98 w 192"/>
                  <a:gd name="T63" fmla="*/ 150 h 166"/>
                  <a:gd name="T64" fmla="*/ 114 w 192"/>
                  <a:gd name="T65" fmla="*/ 137 h 166"/>
                  <a:gd name="T66" fmla="*/ 124 w 192"/>
                  <a:gd name="T67" fmla="*/ 141 h 166"/>
                  <a:gd name="T68" fmla="*/ 137 w 192"/>
                  <a:gd name="T69" fmla="*/ 146 h 166"/>
                  <a:gd name="T70" fmla="*/ 146 w 192"/>
                  <a:gd name="T71" fmla="*/ 149 h 166"/>
                  <a:gd name="T72" fmla="*/ 148 w 192"/>
                  <a:gd name="T73" fmla="*/ 144 h 166"/>
                  <a:gd name="T74" fmla="*/ 151 w 192"/>
                  <a:gd name="T75" fmla="*/ 142 h 166"/>
                  <a:gd name="T76" fmla="*/ 157 w 192"/>
                  <a:gd name="T77" fmla="*/ 138 h 166"/>
                  <a:gd name="T78" fmla="*/ 173 w 192"/>
                  <a:gd name="T79" fmla="*/ 126 h 166"/>
                  <a:gd name="T80" fmla="*/ 176 w 192"/>
                  <a:gd name="T81" fmla="*/ 124 h 166"/>
                  <a:gd name="T82" fmla="*/ 183 w 192"/>
                  <a:gd name="T83" fmla="*/ 122 h 166"/>
                  <a:gd name="T84" fmla="*/ 190 w 192"/>
                  <a:gd name="T85" fmla="*/ 118 h 166"/>
                  <a:gd name="T86" fmla="*/ 186 w 192"/>
                  <a:gd name="T87" fmla="*/ 103 h 166"/>
                  <a:gd name="T88" fmla="*/ 188 w 192"/>
                  <a:gd name="T89" fmla="*/ 94 h 166"/>
                  <a:gd name="T90" fmla="*/ 174 w 192"/>
                  <a:gd name="T91" fmla="*/ 83 h 166"/>
                  <a:gd name="T92" fmla="*/ 186 w 192"/>
                  <a:gd name="T93" fmla="*/ 34 h 166"/>
                  <a:gd name="T94" fmla="*/ 178 w 192"/>
                  <a:gd name="T95" fmla="*/ 38 h 166"/>
                  <a:gd name="T96" fmla="*/ 168 w 192"/>
                  <a:gd name="T97" fmla="*/ 38 h 166"/>
                  <a:gd name="T98" fmla="*/ 167 w 192"/>
                  <a:gd name="T99" fmla="*/ 34 h 166"/>
                  <a:gd name="T100" fmla="*/ 166 w 192"/>
                  <a:gd name="T101" fmla="*/ 32 h 166"/>
                  <a:gd name="T102" fmla="*/ 156 w 192"/>
                  <a:gd name="T103" fmla="*/ 2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92" h="166">
                    <a:moveTo>
                      <a:pt x="150" y="3"/>
                    </a:moveTo>
                    <a:cubicBezTo>
                      <a:pt x="148" y="2"/>
                      <a:pt x="148" y="2"/>
                      <a:pt x="148" y="2"/>
                    </a:cubicBezTo>
                    <a:cubicBezTo>
                      <a:pt x="144" y="4"/>
                      <a:pt x="144" y="4"/>
                      <a:pt x="144" y="4"/>
                    </a:cubicBezTo>
                    <a:cubicBezTo>
                      <a:pt x="142" y="7"/>
                      <a:pt x="142" y="7"/>
                      <a:pt x="142" y="7"/>
                    </a:cubicBezTo>
                    <a:cubicBezTo>
                      <a:pt x="141" y="11"/>
                      <a:pt x="139" y="13"/>
                      <a:pt x="136" y="13"/>
                    </a:cubicBezTo>
                    <a:cubicBezTo>
                      <a:pt x="135" y="13"/>
                      <a:pt x="133" y="12"/>
                      <a:pt x="132" y="10"/>
                    </a:cubicBezTo>
                    <a:cubicBezTo>
                      <a:pt x="131" y="10"/>
                      <a:pt x="131" y="10"/>
                      <a:pt x="131" y="10"/>
                    </a:cubicBezTo>
                    <a:cubicBezTo>
                      <a:pt x="131" y="10"/>
                      <a:pt x="131" y="10"/>
                      <a:pt x="131" y="10"/>
                    </a:cubicBezTo>
                    <a:cubicBezTo>
                      <a:pt x="131" y="10"/>
                      <a:pt x="131" y="10"/>
                      <a:pt x="131" y="10"/>
                    </a:cubicBezTo>
                    <a:cubicBezTo>
                      <a:pt x="130" y="6"/>
                      <a:pt x="130" y="6"/>
                      <a:pt x="130" y="6"/>
                    </a:cubicBezTo>
                    <a:cubicBezTo>
                      <a:pt x="130" y="5"/>
                      <a:pt x="130" y="5"/>
                      <a:pt x="130" y="5"/>
                    </a:cubicBezTo>
                    <a:cubicBezTo>
                      <a:pt x="129" y="0"/>
                      <a:pt x="129" y="0"/>
                      <a:pt x="129" y="0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25" y="4"/>
                      <a:pt x="125" y="4"/>
                      <a:pt x="125" y="4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4" y="10"/>
                      <a:pt x="124" y="10"/>
                      <a:pt x="124" y="10"/>
                    </a:cubicBezTo>
                    <a:cubicBezTo>
                      <a:pt x="120" y="17"/>
                      <a:pt x="120" y="17"/>
                      <a:pt x="120" y="17"/>
                    </a:cubicBezTo>
                    <a:cubicBezTo>
                      <a:pt x="119" y="18"/>
                      <a:pt x="119" y="18"/>
                      <a:pt x="119" y="18"/>
                    </a:cubicBezTo>
                    <a:cubicBezTo>
                      <a:pt x="118" y="18"/>
                      <a:pt x="118" y="18"/>
                      <a:pt x="118" y="18"/>
                    </a:cubicBezTo>
                    <a:cubicBezTo>
                      <a:pt x="108" y="17"/>
                      <a:pt x="108" y="17"/>
                      <a:pt x="108" y="17"/>
                    </a:cubicBezTo>
                    <a:cubicBezTo>
                      <a:pt x="108" y="17"/>
                      <a:pt x="108" y="17"/>
                      <a:pt x="108" y="17"/>
                    </a:cubicBezTo>
                    <a:cubicBezTo>
                      <a:pt x="108" y="17"/>
                      <a:pt x="108" y="17"/>
                      <a:pt x="108" y="17"/>
                    </a:cubicBezTo>
                    <a:cubicBezTo>
                      <a:pt x="108" y="17"/>
                      <a:pt x="108" y="17"/>
                      <a:pt x="108" y="17"/>
                    </a:cubicBezTo>
                    <a:cubicBezTo>
                      <a:pt x="108" y="18"/>
                      <a:pt x="108" y="18"/>
                      <a:pt x="108" y="18"/>
                    </a:cubicBezTo>
                    <a:cubicBezTo>
                      <a:pt x="104" y="22"/>
                      <a:pt x="104" y="22"/>
                      <a:pt x="104" y="22"/>
                    </a:cubicBezTo>
                    <a:cubicBezTo>
                      <a:pt x="106" y="25"/>
                      <a:pt x="106" y="25"/>
                      <a:pt x="106" y="25"/>
                    </a:cubicBezTo>
                    <a:cubicBezTo>
                      <a:pt x="106" y="25"/>
                      <a:pt x="106" y="25"/>
                      <a:pt x="106" y="25"/>
                    </a:cubicBezTo>
                    <a:cubicBezTo>
                      <a:pt x="103" y="29"/>
                      <a:pt x="103" y="29"/>
                      <a:pt x="103" y="29"/>
                    </a:cubicBezTo>
                    <a:cubicBezTo>
                      <a:pt x="94" y="29"/>
                      <a:pt x="94" y="29"/>
                      <a:pt x="94" y="29"/>
                    </a:cubicBezTo>
                    <a:cubicBezTo>
                      <a:pt x="94" y="28"/>
                      <a:pt x="94" y="28"/>
                      <a:pt x="94" y="28"/>
                    </a:cubicBezTo>
                    <a:cubicBezTo>
                      <a:pt x="94" y="27"/>
                      <a:pt x="94" y="27"/>
                      <a:pt x="94" y="27"/>
                    </a:cubicBezTo>
                    <a:cubicBezTo>
                      <a:pt x="92" y="26"/>
                      <a:pt x="92" y="26"/>
                      <a:pt x="92" y="26"/>
                    </a:cubicBezTo>
                    <a:cubicBezTo>
                      <a:pt x="91" y="29"/>
                      <a:pt x="91" y="29"/>
                      <a:pt x="91" y="29"/>
                    </a:cubicBezTo>
                    <a:cubicBezTo>
                      <a:pt x="90" y="30"/>
                      <a:pt x="90" y="30"/>
                      <a:pt x="90" y="30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4" y="30"/>
                      <a:pt x="84" y="30"/>
                      <a:pt x="84" y="30"/>
                    </a:cubicBezTo>
                    <a:cubicBezTo>
                      <a:pt x="80" y="27"/>
                      <a:pt x="80" y="27"/>
                      <a:pt x="80" y="27"/>
                    </a:cubicBezTo>
                    <a:cubicBezTo>
                      <a:pt x="80" y="26"/>
                      <a:pt x="80" y="26"/>
                      <a:pt x="80" y="26"/>
                    </a:cubicBezTo>
                    <a:cubicBezTo>
                      <a:pt x="80" y="26"/>
                      <a:pt x="80" y="26"/>
                      <a:pt x="80" y="26"/>
                    </a:cubicBezTo>
                    <a:cubicBezTo>
                      <a:pt x="80" y="26"/>
                      <a:pt x="80" y="26"/>
                      <a:pt x="80" y="26"/>
                    </a:cubicBezTo>
                    <a:cubicBezTo>
                      <a:pt x="80" y="25"/>
                      <a:pt x="80" y="25"/>
                      <a:pt x="80" y="25"/>
                    </a:cubicBezTo>
                    <a:cubicBezTo>
                      <a:pt x="73" y="24"/>
                      <a:pt x="73" y="24"/>
                      <a:pt x="73" y="24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6" y="28"/>
                      <a:pt x="66" y="28"/>
                      <a:pt x="66" y="28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84" y="40"/>
                      <a:pt x="84" y="40"/>
                      <a:pt x="84" y="40"/>
                    </a:cubicBezTo>
                    <a:cubicBezTo>
                      <a:pt x="85" y="41"/>
                      <a:pt x="85" y="41"/>
                      <a:pt x="85" y="41"/>
                    </a:cubicBezTo>
                    <a:cubicBezTo>
                      <a:pt x="90" y="46"/>
                      <a:pt x="90" y="46"/>
                      <a:pt x="90" y="46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88" y="55"/>
                      <a:pt x="88" y="55"/>
                      <a:pt x="88" y="55"/>
                    </a:cubicBezTo>
                    <a:cubicBezTo>
                      <a:pt x="88" y="55"/>
                      <a:pt x="88" y="55"/>
                      <a:pt x="88" y="55"/>
                    </a:cubicBezTo>
                    <a:cubicBezTo>
                      <a:pt x="81" y="60"/>
                      <a:pt x="81" y="60"/>
                      <a:pt x="81" y="60"/>
                    </a:cubicBezTo>
                    <a:cubicBezTo>
                      <a:pt x="81" y="61"/>
                      <a:pt x="81" y="61"/>
                      <a:pt x="81" y="61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69" y="64"/>
                      <a:pt x="69" y="64"/>
                      <a:pt x="69" y="64"/>
                    </a:cubicBezTo>
                    <a:cubicBezTo>
                      <a:pt x="69" y="64"/>
                      <a:pt x="69" y="64"/>
                      <a:pt x="69" y="64"/>
                    </a:cubicBezTo>
                    <a:cubicBezTo>
                      <a:pt x="62" y="65"/>
                      <a:pt x="62" y="65"/>
                      <a:pt x="62" y="65"/>
                    </a:cubicBezTo>
                    <a:cubicBezTo>
                      <a:pt x="62" y="65"/>
                      <a:pt x="62" y="65"/>
                      <a:pt x="62" y="65"/>
                    </a:cubicBezTo>
                    <a:cubicBezTo>
                      <a:pt x="62" y="65"/>
                      <a:pt x="62" y="65"/>
                      <a:pt x="62" y="65"/>
                    </a:cubicBezTo>
                    <a:cubicBezTo>
                      <a:pt x="62" y="65"/>
                      <a:pt x="62" y="65"/>
                      <a:pt x="62" y="65"/>
                    </a:cubicBezTo>
                    <a:cubicBezTo>
                      <a:pt x="62" y="65"/>
                      <a:pt x="62" y="65"/>
                      <a:pt x="62" y="65"/>
                    </a:cubicBezTo>
                    <a:cubicBezTo>
                      <a:pt x="57" y="63"/>
                      <a:pt x="57" y="63"/>
                      <a:pt x="57" y="63"/>
                    </a:cubicBezTo>
                    <a:cubicBezTo>
                      <a:pt x="55" y="63"/>
                      <a:pt x="55" y="63"/>
                      <a:pt x="55" y="63"/>
                    </a:cubicBezTo>
                    <a:cubicBezTo>
                      <a:pt x="52" y="67"/>
                      <a:pt x="52" y="67"/>
                      <a:pt x="52" y="67"/>
                    </a:cubicBezTo>
                    <a:cubicBezTo>
                      <a:pt x="52" y="67"/>
                      <a:pt x="52" y="67"/>
                      <a:pt x="52" y="67"/>
                    </a:cubicBezTo>
                    <a:cubicBezTo>
                      <a:pt x="52" y="67"/>
                      <a:pt x="52" y="67"/>
                      <a:pt x="52" y="67"/>
                    </a:cubicBezTo>
                    <a:cubicBezTo>
                      <a:pt x="47" y="71"/>
                      <a:pt x="47" y="71"/>
                      <a:pt x="47" y="71"/>
                    </a:cubicBezTo>
                    <a:cubicBezTo>
                      <a:pt x="46" y="71"/>
                      <a:pt x="46" y="71"/>
                      <a:pt x="46" y="71"/>
                    </a:cubicBezTo>
                    <a:cubicBezTo>
                      <a:pt x="46" y="71"/>
                      <a:pt x="46" y="71"/>
                      <a:pt x="46" y="71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9" y="74"/>
                      <a:pt x="39" y="74"/>
                      <a:pt x="39" y="74"/>
                    </a:cubicBezTo>
                    <a:cubicBezTo>
                      <a:pt x="30" y="71"/>
                      <a:pt x="30" y="71"/>
                      <a:pt x="30" y="71"/>
                    </a:cubicBezTo>
                    <a:cubicBezTo>
                      <a:pt x="12" y="72"/>
                      <a:pt x="12" y="72"/>
                      <a:pt x="12" y="72"/>
                    </a:cubicBezTo>
                    <a:cubicBezTo>
                      <a:pt x="8" y="73"/>
                      <a:pt x="8" y="73"/>
                      <a:pt x="8" y="73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4" y="74"/>
                      <a:pt x="4" y="74"/>
                      <a:pt x="4" y="74"/>
                    </a:cubicBezTo>
                    <a:cubicBezTo>
                      <a:pt x="0" y="80"/>
                      <a:pt x="0" y="80"/>
                      <a:pt x="0" y="80"/>
                    </a:cubicBezTo>
                    <a:cubicBezTo>
                      <a:pt x="0" y="86"/>
                      <a:pt x="0" y="86"/>
                      <a:pt x="0" y="86"/>
                    </a:cubicBezTo>
                    <a:cubicBezTo>
                      <a:pt x="4" y="96"/>
                      <a:pt x="4" y="96"/>
                      <a:pt x="4" y="96"/>
                    </a:cubicBezTo>
                    <a:cubicBezTo>
                      <a:pt x="9" y="98"/>
                      <a:pt x="9" y="98"/>
                      <a:pt x="9" y="98"/>
                    </a:cubicBezTo>
                    <a:cubicBezTo>
                      <a:pt x="9" y="98"/>
                      <a:pt x="9" y="98"/>
                      <a:pt x="9" y="98"/>
                    </a:cubicBezTo>
                    <a:cubicBezTo>
                      <a:pt x="9" y="98"/>
                      <a:pt x="9" y="98"/>
                      <a:pt x="9" y="98"/>
                    </a:cubicBezTo>
                    <a:cubicBezTo>
                      <a:pt x="11" y="100"/>
                      <a:pt x="11" y="100"/>
                      <a:pt x="11" y="100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5" y="95"/>
                      <a:pt x="15" y="95"/>
                      <a:pt x="15" y="95"/>
                    </a:cubicBezTo>
                    <a:cubicBezTo>
                      <a:pt x="21" y="94"/>
                      <a:pt x="21" y="94"/>
                      <a:pt x="21" y="94"/>
                    </a:cubicBezTo>
                    <a:cubicBezTo>
                      <a:pt x="22" y="94"/>
                      <a:pt x="22" y="94"/>
                      <a:pt x="22" y="94"/>
                    </a:cubicBezTo>
                    <a:cubicBezTo>
                      <a:pt x="22" y="94"/>
                      <a:pt x="22" y="94"/>
                      <a:pt x="22" y="94"/>
                    </a:cubicBezTo>
                    <a:cubicBezTo>
                      <a:pt x="28" y="96"/>
                      <a:pt x="28" y="96"/>
                      <a:pt x="28" y="96"/>
                    </a:cubicBezTo>
                    <a:cubicBezTo>
                      <a:pt x="34" y="110"/>
                      <a:pt x="34" y="110"/>
                      <a:pt x="34" y="110"/>
                    </a:cubicBezTo>
                    <a:cubicBezTo>
                      <a:pt x="33" y="110"/>
                      <a:pt x="33" y="110"/>
                      <a:pt x="33" y="110"/>
                    </a:cubicBezTo>
                    <a:cubicBezTo>
                      <a:pt x="33" y="110"/>
                      <a:pt x="33" y="110"/>
                      <a:pt x="33" y="110"/>
                    </a:cubicBezTo>
                    <a:cubicBezTo>
                      <a:pt x="31" y="118"/>
                      <a:pt x="31" y="118"/>
                      <a:pt x="31" y="118"/>
                    </a:cubicBezTo>
                    <a:cubicBezTo>
                      <a:pt x="31" y="118"/>
                      <a:pt x="31" y="118"/>
                      <a:pt x="31" y="118"/>
                    </a:cubicBezTo>
                    <a:cubicBezTo>
                      <a:pt x="29" y="122"/>
                      <a:pt x="29" y="122"/>
                      <a:pt x="29" y="122"/>
                    </a:cubicBezTo>
                    <a:cubicBezTo>
                      <a:pt x="29" y="123"/>
                      <a:pt x="29" y="123"/>
                      <a:pt x="29" y="123"/>
                    </a:cubicBezTo>
                    <a:cubicBezTo>
                      <a:pt x="26" y="130"/>
                      <a:pt x="26" y="130"/>
                      <a:pt x="26" y="130"/>
                    </a:cubicBezTo>
                    <a:cubicBezTo>
                      <a:pt x="26" y="138"/>
                      <a:pt x="26" y="138"/>
                      <a:pt x="26" y="138"/>
                    </a:cubicBezTo>
                    <a:cubicBezTo>
                      <a:pt x="31" y="143"/>
                      <a:pt x="31" y="143"/>
                      <a:pt x="31" y="143"/>
                    </a:cubicBezTo>
                    <a:cubicBezTo>
                      <a:pt x="31" y="143"/>
                      <a:pt x="31" y="143"/>
                      <a:pt x="31" y="143"/>
                    </a:cubicBezTo>
                    <a:cubicBezTo>
                      <a:pt x="38" y="148"/>
                      <a:pt x="38" y="148"/>
                      <a:pt x="38" y="148"/>
                    </a:cubicBezTo>
                    <a:cubicBezTo>
                      <a:pt x="38" y="149"/>
                      <a:pt x="38" y="149"/>
                      <a:pt x="38" y="149"/>
                    </a:cubicBezTo>
                    <a:cubicBezTo>
                      <a:pt x="39" y="149"/>
                      <a:pt x="39" y="149"/>
                      <a:pt x="39" y="149"/>
                    </a:cubicBezTo>
                    <a:cubicBezTo>
                      <a:pt x="34" y="160"/>
                      <a:pt x="34" y="160"/>
                      <a:pt x="34" y="160"/>
                    </a:cubicBezTo>
                    <a:cubicBezTo>
                      <a:pt x="33" y="166"/>
                      <a:pt x="33" y="166"/>
                      <a:pt x="33" y="166"/>
                    </a:cubicBezTo>
                    <a:cubicBezTo>
                      <a:pt x="34" y="165"/>
                      <a:pt x="34" y="165"/>
                      <a:pt x="34" y="165"/>
                    </a:cubicBezTo>
                    <a:cubicBezTo>
                      <a:pt x="35" y="165"/>
                      <a:pt x="35" y="165"/>
                      <a:pt x="35" y="165"/>
                    </a:cubicBezTo>
                    <a:cubicBezTo>
                      <a:pt x="39" y="163"/>
                      <a:pt x="39" y="163"/>
                      <a:pt x="39" y="163"/>
                    </a:cubicBezTo>
                    <a:cubicBezTo>
                      <a:pt x="46" y="159"/>
                      <a:pt x="46" y="159"/>
                      <a:pt x="46" y="159"/>
                    </a:cubicBezTo>
                    <a:cubicBezTo>
                      <a:pt x="46" y="159"/>
                      <a:pt x="46" y="159"/>
                      <a:pt x="46" y="159"/>
                    </a:cubicBezTo>
                    <a:cubicBezTo>
                      <a:pt x="54" y="160"/>
                      <a:pt x="54" y="160"/>
                      <a:pt x="54" y="160"/>
                    </a:cubicBezTo>
                    <a:cubicBezTo>
                      <a:pt x="55" y="160"/>
                      <a:pt x="55" y="160"/>
                      <a:pt x="55" y="160"/>
                    </a:cubicBezTo>
                    <a:cubicBezTo>
                      <a:pt x="55" y="160"/>
                      <a:pt x="55" y="160"/>
                      <a:pt x="55" y="160"/>
                    </a:cubicBezTo>
                    <a:cubicBezTo>
                      <a:pt x="67" y="165"/>
                      <a:pt x="67" y="165"/>
                      <a:pt x="67" y="165"/>
                    </a:cubicBezTo>
                    <a:cubicBezTo>
                      <a:pt x="80" y="165"/>
                      <a:pt x="80" y="165"/>
                      <a:pt x="80" y="165"/>
                    </a:cubicBezTo>
                    <a:cubicBezTo>
                      <a:pt x="84" y="160"/>
                      <a:pt x="84" y="160"/>
                      <a:pt x="84" y="160"/>
                    </a:cubicBezTo>
                    <a:cubicBezTo>
                      <a:pt x="84" y="160"/>
                      <a:pt x="84" y="160"/>
                      <a:pt x="84" y="160"/>
                    </a:cubicBezTo>
                    <a:cubicBezTo>
                      <a:pt x="84" y="160"/>
                      <a:pt x="84" y="160"/>
                      <a:pt x="84" y="160"/>
                    </a:cubicBezTo>
                    <a:cubicBezTo>
                      <a:pt x="91" y="156"/>
                      <a:pt x="91" y="156"/>
                      <a:pt x="91" y="156"/>
                    </a:cubicBezTo>
                    <a:cubicBezTo>
                      <a:pt x="98" y="151"/>
                      <a:pt x="98" y="151"/>
                      <a:pt x="98" y="151"/>
                    </a:cubicBezTo>
                    <a:cubicBezTo>
                      <a:pt x="98" y="150"/>
                      <a:pt x="98" y="150"/>
                      <a:pt x="98" y="150"/>
                    </a:cubicBezTo>
                    <a:cubicBezTo>
                      <a:pt x="98" y="150"/>
                      <a:pt x="98" y="150"/>
                      <a:pt x="98" y="150"/>
                    </a:cubicBezTo>
                    <a:cubicBezTo>
                      <a:pt x="103" y="149"/>
                      <a:pt x="103" y="149"/>
                      <a:pt x="103" y="149"/>
                    </a:cubicBezTo>
                    <a:cubicBezTo>
                      <a:pt x="108" y="145"/>
                      <a:pt x="108" y="145"/>
                      <a:pt x="108" y="145"/>
                    </a:cubicBezTo>
                    <a:cubicBezTo>
                      <a:pt x="114" y="137"/>
                      <a:pt x="114" y="137"/>
                      <a:pt x="114" y="137"/>
                    </a:cubicBezTo>
                    <a:cubicBezTo>
                      <a:pt x="123" y="140"/>
                      <a:pt x="123" y="140"/>
                      <a:pt x="123" y="140"/>
                    </a:cubicBezTo>
                    <a:cubicBezTo>
                      <a:pt x="124" y="140"/>
                      <a:pt x="124" y="140"/>
                      <a:pt x="124" y="140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4" y="141"/>
                      <a:pt x="124" y="141"/>
                      <a:pt x="124" y="141"/>
                    </a:cubicBezTo>
                    <a:cubicBezTo>
                      <a:pt x="126" y="144"/>
                      <a:pt x="127" y="146"/>
                      <a:pt x="128" y="146"/>
                    </a:cubicBezTo>
                    <a:cubicBezTo>
                      <a:pt x="133" y="146"/>
                      <a:pt x="133" y="146"/>
                      <a:pt x="133" y="146"/>
                    </a:cubicBezTo>
                    <a:cubicBezTo>
                      <a:pt x="134" y="146"/>
                      <a:pt x="134" y="146"/>
                      <a:pt x="134" y="146"/>
                    </a:cubicBezTo>
                    <a:cubicBezTo>
                      <a:pt x="137" y="146"/>
                      <a:pt x="137" y="146"/>
                      <a:pt x="137" y="146"/>
                    </a:cubicBezTo>
                    <a:cubicBezTo>
                      <a:pt x="138" y="146"/>
                      <a:pt x="138" y="146"/>
                      <a:pt x="138" y="146"/>
                    </a:cubicBezTo>
                    <a:cubicBezTo>
                      <a:pt x="138" y="147"/>
                      <a:pt x="138" y="147"/>
                      <a:pt x="138" y="147"/>
                    </a:cubicBezTo>
                    <a:cubicBezTo>
                      <a:pt x="144" y="149"/>
                      <a:pt x="144" y="149"/>
                      <a:pt x="144" y="149"/>
                    </a:cubicBezTo>
                    <a:cubicBezTo>
                      <a:pt x="146" y="149"/>
                      <a:pt x="146" y="149"/>
                      <a:pt x="146" y="149"/>
                    </a:cubicBezTo>
                    <a:cubicBezTo>
                      <a:pt x="147" y="148"/>
                      <a:pt x="147" y="148"/>
                      <a:pt x="147" y="148"/>
                    </a:cubicBezTo>
                    <a:cubicBezTo>
                      <a:pt x="148" y="145"/>
                      <a:pt x="148" y="145"/>
                      <a:pt x="148" y="145"/>
                    </a:cubicBezTo>
                    <a:cubicBezTo>
                      <a:pt x="148" y="145"/>
                      <a:pt x="148" y="145"/>
                      <a:pt x="148" y="145"/>
                    </a:cubicBezTo>
                    <a:cubicBezTo>
                      <a:pt x="148" y="144"/>
                      <a:pt x="148" y="144"/>
                      <a:pt x="148" y="144"/>
                    </a:cubicBezTo>
                    <a:cubicBezTo>
                      <a:pt x="148" y="144"/>
                      <a:pt x="148" y="144"/>
                      <a:pt x="148" y="144"/>
                    </a:cubicBezTo>
                    <a:cubicBezTo>
                      <a:pt x="148" y="144"/>
                      <a:pt x="148" y="144"/>
                      <a:pt x="148" y="144"/>
                    </a:cubicBezTo>
                    <a:cubicBezTo>
                      <a:pt x="151" y="142"/>
                      <a:pt x="151" y="142"/>
                      <a:pt x="151" y="142"/>
                    </a:cubicBezTo>
                    <a:cubicBezTo>
                      <a:pt x="151" y="142"/>
                      <a:pt x="151" y="142"/>
                      <a:pt x="151" y="142"/>
                    </a:cubicBezTo>
                    <a:cubicBezTo>
                      <a:pt x="156" y="138"/>
                      <a:pt x="156" y="138"/>
                      <a:pt x="156" y="138"/>
                    </a:cubicBezTo>
                    <a:cubicBezTo>
                      <a:pt x="156" y="138"/>
                      <a:pt x="156" y="138"/>
                      <a:pt x="156" y="138"/>
                    </a:cubicBezTo>
                    <a:cubicBezTo>
                      <a:pt x="156" y="138"/>
                      <a:pt x="156" y="138"/>
                      <a:pt x="156" y="138"/>
                    </a:cubicBezTo>
                    <a:cubicBezTo>
                      <a:pt x="157" y="138"/>
                      <a:pt x="157" y="138"/>
                      <a:pt x="157" y="138"/>
                    </a:cubicBezTo>
                    <a:cubicBezTo>
                      <a:pt x="161" y="138"/>
                      <a:pt x="161" y="138"/>
                      <a:pt x="161" y="138"/>
                    </a:cubicBezTo>
                    <a:cubicBezTo>
                      <a:pt x="161" y="136"/>
                      <a:pt x="162" y="133"/>
                      <a:pt x="165" y="131"/>
                    </a:cubicBezTo>
                    <a:cubicBezTo>
                      <a:pt x="168" y="129"/>
                      <a:pt x="170" y="128"/>
                      <a:pt x="171" y="128"/>
                    </a:cubicBezTo>
                    <a:cubicBezTo>
                      <a:pt x="173" y="126"/>
                      <a:pt x="173" y="126"/>
                      <a:pt x="173" y="126"/>
                    </a:cubicBezTo>
                    <a:cubicBezTo>
                      <a:pt x="174" y="126"/>
                      <a:pt x="174" y="126"/>
                      <a:pt x="174" y="126"/>
                    </a:cubicBezTo>
                    <a:cubicBezTo>
                      <a:pt x="174" y="126"/>
                      <a:pt x="174" y="126"/>
                      <a:pt x="174" y="126"/>
                    </a:cubicBezTo>
                    <a:cubicBezTo>
                      <a:pt x="176" y="124"/>
                      <a:pt x="176" y="124"/>
                      <a:pt x="176" y="124"/>
                    </a:cubicBezTo>
                    <a:cubicBezTo>
                      <a:pt x="176" y="124"/>
                      <a:pt x="176" y="124"/>
                      <a:pt x="176" y="124"/>
                    </a:cubicBezTo>
                    <a:cubicBezTo>
                      <a:pt x="176" y="124"/>
                      <a:pt x="176" y="124"/>
                      <a:pt x="176" y="124"/>
                    </a:cubicBezTo>
                    <a:cubicBezTo>
                      <a:pt x="176" y="123"/>
                      <a:pt x="176" y="123"/>
                      <a:pt x="176" y="123"/>
                    </a:cubicBezTo>
                    <a:cubicBezTo>
                      <a:pt x="177" y="123"/>
                      <a:pt x="177" y="123"/>
                      <a:pt x="177" y="123"/>
                    </a:cubicBezTo>
                    <a:cubicBezTo>
                      <a:pt x="183" y="122"/>
                      <a:pt x="183" y="122"/>
                      <a:pt x="183" y="122"/>
                    </a:cubicBezTo>
                    <a:cubicBezTo>
                      <a:pt x="187" y="122"/>
                      <a:pt x="187" y="122"/>
                      <a:pt x="187" y="122"/>
                    </a:cubicBezTo>
                    <a:cubicBezTo>
                      <a:pt x="188" y="120"/>
                      <a:pt x="188" y="120"/>
                      <a:pt x="188" y="120"/>
                    </a:cubicBezTo>
                    <a:cubicBezTo>
                      <a:pt x="190" y="118"/>
                      <a:pt x="190" y="118"/>
                      <a:pt x="190" y="118"/>
                    </a:cubicBezTo>
                    <a:cubicBezTo>
                      <a:pt x="190" y="118"/>
                      <a:pt x="190" y="118"/>
                      <a:pt x="190" y="118"/>
                    </a:cubicBezTo>
                    <a:cubicBezTo>
                      <a:pt x="192" y="114"/>
                      <a:pt x="192" y="114"/>
                      <a:pt x="192" y="114"/>
                    </a:cubicBezTo>
                    <a:cubicBezTo>
                      <a:pt x="191" y="114"/>
                      <a:pt x="191" y="114"/>
                      <a:pt x="191" y="114"/>
                    </a:cubicBezTo>
                    <a:cubicBezTo>
                      <a:pt x="188" y="111"/>
                      <a:pt x="187" y="108"/>
                      <a:pt x="186" y="103"/>
                    </a:cubicBezTo>
                    <a:cubicBezTo>
                      <a:pt x="186" y="103"/>
                      <a:pt x="186" y="103"/>
                      <a:pt x="186" y="103"/>
                    </a:cubicBezTo>
                    <a:cubicBezTo>
                      <a:pt x="186" y="103"/>
                      <a:pt x="186" y="103"/>
                      <a:pt x="186" y="103"/>
                    </a:cubicBezTo>
                    <a:cubicBezTo>
                      <a:pt x="186" y="103"/>
                      <a:pt x="186" y="103"/>
                      <a:pt x="186" y="103"/>
                    </a:cubicBezTo>
                    <a:cubicBezTo>
                      <a:pt x="186" y="102"/>
                      <a:pt x="186" y="102"/>
                      <a:pt x="186" y="102"/>
                    </a:cubicBezTo>
                    <a:cubicBezTo>
                      <a:pt x="188" y="94"/>
                      <a:pt x="188" y="94"/>
                      <a:pt x="188" y="94"/>
                    </a:cubicBezTo>
                    <a:cubicBezTo>
                      <a:pt x="188" y="91"/>
                      <a:pt x="188" y="89"/>
                      <a:pt x="190" y="87"/>
                    </a:cubicBezTo>
                    <a:cubicBezTo>
                      <a:pt x="190" y="80"/>
                      <a:pt x="190" y="80"/>
                      <a:pt x="190" y="80"/>
                    </a:cubicBezTo>
                    <a:cubicBezTo>
                      <a:pt x="189" y="79"/>
                      <a:pt x="188" y="78"/>
                      <a:pt x="186" y="78"/>
                    </a:cubicBezTo>
                    <a:cubicBezTo>
                      <a:pt x="174" y="83"/>
                      <a:pt x="174" y="83"/>
                      <a:pt x="174" y="83"/>
                    </a:cubicBezTo>
                    <a:cubicBezTo>
                      <a:pt x="174" y="70"/>
                      <a:pt x="174" y="70"/>
                      <a:pt x="174" y="70"/>
                    </a:cubicBezTo>
                    <a:cubicBezTo>
                      <a:pt x="175" y="68"/>
                      <a:pt x="179" y="64"/>
                      <a:pt x="186" y="60"/>
                    </a:cubicBezTo>
                    <a:cubicBezTo>
                      <a:pt x="183" y="46"/>
                      <a:pt x="183" y="46"/>
                      <a:pt x="183" y="46"/>
                    </a:cubicBezTo>
                    <a:cubicBezTo>
                      <a:pt x="182" y="41"/>
                      <a:pt x="183" y="37"/>
                      <a:pt x="186" y="34"/>
                    </a:cubicBezTo>
                    <a:cubicBezTo>
                      <a:pt x="186" y="32"/>
                      <a:pt x="186" y="32"/>
                      <a:pt x="186" y="32"/>
                    </a:cubicBezTo>
                    <a:cubicBezTo>
                      <a:pt x="182" y="32"/>
                      <a:pt x="182" y="32"/>
                      <a:pt x="182" y="32"/>
                    </a:cubicBezTo>
                    <a:cubicBezTo>
                      <a:pt x="180" y="32"/>
                      <a:pt x="180" y="32"/>
                      <a:pt x="180" y="32"/>
                    </a:cubicBezTo>
                    <a:cubicBezTo>
                      <a:pt x="178" y="38"/>
                      <a:pt x="178" y="38"/>
                      <a:pt x="178" y="38"/>
                    </a:cubicBezTo>
                    <a:cubicBezTo>
                      <a:pt x="177" y="40"/>
                      <a:pt x="175" y="41"/>
                      <a:pt x="174" y="41"/>
                    </a:cubicBezTo>
                    <a:cubicBezTo>
                      <a:pt x="173" y="41"/>
                      <a:pt x="173" y="41"/>
                      <a:pt x="173" y="41"/>
                    </a:cubicBezTo>
                    <a:cubicBezTo>
                      <a:pt x="169" y="38"/>
                      <a:pt x="169" y="38"/>
                      <a:pt x="169" y="38"/>
                    </a:cubicBezTo>
                    <a:cubicBezTo>
                      <a:pt x="168" y="38"/>
                      <a:pt x="168" y="38"/>
                      <a:pt x="168" y="38"/>
                    </a:cubicBezTo>
                    <a:cubicBezTo>
                      <a:pt x="168" y="38"/>
                      <a:pt x="168" y="38"/>
                      <a:pt x="168" y="38"/>
                    </a:cubicBezTo>
                    <a:cubicBezTo>
                      <a:pt x="168" y="38"/>
                      <a:pt x="168" y="38"/>
                      <a:pt x="168" y="38"/>
                    </a:cubicBezTo>
                    <a:cubicBezTo>
                      <a:pt x="168" y="37"/>
                      <a:pt x="168" y="37"/>
                      <a:pt x="168" y="37"/>
                    </a:cubicBezTo>
                    <a:cubicBezTo>
                      <a:pt x="167" y="34"/>
                      <a:pt x="167" y="34"/>
                      <a:pt x="167" y="34"/>
                    </a:cubicBezTo>
                    <a:cubicBezTo>
                      <a:pt x="166" y="30"/>
                      <a:pt x="166" y="30"/>
                      <a:pt x="166" y="30"/>
                    </a:cubicBezTo>
                    <a:cubicBezTo>
                      <a:pt x="166" y="30"/>
                      <a:pt x="166" y="30"/>
                      <a:pt x="166" y="30"/>
                    </a:cubicBezTo>
                    <a:cubicBezTo>
                      <a:pt x="166" y="30"/>
                      <a:pt x="166" y="30"/>
                      <a:pt x="166" y="30"/>
                    </a:cubicBezTo>
                    <a:cubicBezTo>
                      <a:pt x="166" y="32"/>
                      <a:pt x="166" y="32"/>
                      <a:pt x="166" y="32"/>
                    </a:cubicBezTo>
                    <a:cubicBezTo>
                      <a:pt x="158" y="32"/>
                      <a:pt x="158" y="32"/>
                      <a:pt x="158" y="32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20"/>
                      <a:pt x="156" y="20"/>
                      <a:pt x="156" y="20"/>
                    </a:cubicBezTo>
                    <a:cubicBezTo>
                      <a:pt x="152" y="12"/>
                      <a:pt x="152" y="12"/>
                      <a:pt x="152" y="12"/>
                    </a:cubicBezTo>
                    <a:cubicBezTo>
                      <a:pt x="152" y="6"/>
                      <a:pt x="152" y="6"/>
                      <a:pt x="152" y="6"/>
                    </a:cubicBezTo>
                    <a:lnTo>
                      <a:pt x="15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işlïḓe"/>
              <p:cNvSpPr/>
              <p:nvPr/>
            </p:nvSpPr>
            <p:spPr bwMode="auto">
              <a:xfrm>
                <a:off x="3033" y="3037"/>
                <a:ext cx="594" cy="452"/>
              </a:xfrm>
              <a:custGeom>
                <a:avLst/>
                <a:gdLst>
                  <a:gd name="T0" fmla="*/ 202 w 251"/>
                  <a:gd name="T1" fmla="*/ 6 h 191"/>
                  <a:gd name="T2" fmla="*/ 188 w 251"/>
                  <a:gd name="T3" fmla="*/ 18 h 191"/>
                  <a:gd name="T4" fmla="*/ 172 w 251"/>
                  <a:gd name="T5" fmla="*/ 22 h 191"/>
                  <a:gd name="T6" fmla="*/ 161 w 251"/>
                  <a:gd name="T7" fmla="*/ 21 h 191"/>
                  <a:gd name="T8" fmla="*/ 161 w 251"/>
                  <a:gd name="T9" fmla="*/ 21 h 191"/>
                  <a:gd name="T10" fmla="*/ 147 w 251"/>
                  <a:gd name="T11" fmla="*/ 26 h 191"/>
                  <a:gd name="T12" fmla="*/ 137 w 251"/>
                  <a:gd name="T13" fmla="*/ 32 h 191"/>
                  <a:gd name="T14" fmla="*/ 127 w 251"/>
                  <a:gd name="T15" fmla="*/ 40 h 191"/>
                  <a:gd name="T16" fmla="*/ 120 w 251"/>
                  <a:gd name="T17" fmla="*/ 47 h 191"/>
                  <a:gd name="T18" fmla="*/ 118 w 251"/>
                  <a:gd name="T19" fmla="*/ 51 h 191"/>
                  <a:gd name="T20" fmla="*/ 103 w 251"/>
                  <a:gd name="T21" fmla="*/ 48 h 191"/>
                  <a:gd name="T22" fmla="*/ 85 w 251"/>
                  <a:gd name="T23" fmla="*/ 40 h 191"/>
                  <a:gd name="T24" fmla="*/ 80 w 251"/>
                  <a:gd name="T25" fmla="*/ 46 h 191"/>
                  <a:gd name="T26" fmla="*/ 74 w 251"/>
                  <a:gd name="T27" fmla="*/ 51 h 191"/>
                  <a:gd name="T28" fmla="*/ 63 w 251"/>
                  <a:gd name="T29" fmla="*/ 58 h 191"/>
                  <a:gd name="T30" fmla="*/ 51 w 251"/>
                  <a:gd name="T31" fmla="*/ 67 h 191"/>
                  <a:gd name="T32" fmla="*/ 23 w 251"/>
                  <a:gd name="T33" fmla="*/ 62 h 191"/>
                  <a:gd name="T34" fmla="*/ 9 w 251"/>
                  <a:gd name="T35" fmla="*/ 65 h 191"/>
                  <a:gd name="T36" fmla="*/ 1 w 251"/>
                  <a:gd name="T37" fmla="*/ 69 h 191"/>
                  <a:gd name="T38" fmla="*/ 2 w 251"/>
                  <a:gd name="T39" fmla="*/ 79 h 191"/>
                  <a:gd name="T40" fmla="*/ 21 w 251"/>
                  <a:gd name="T41" fmla="*/ 79 h 191"/>
                  <a:gd name="T42" fmla="*/ 23 w 251"/>
                  <a:gd name="T43" fmla="*/ 94 h 191"/>
                  <a:gd name="T44" fmla="*/ 38 w 251"/>
                  <a:gd name="T45" fmla="*/ 92 h 191"/>
                  <a:gd name="T46" fmla="*/ 50 w 251"/>
                  <a:gd name="T47" fmla="*/ 89 h 191"/>
                  <a:gd name="T48" fmla="*/ 53 w 251"/>
                  <a:gd name="T49" fmla="*/ 108 h 191"/>
                  <a:gd name="T50" fmla="*/ 46 w 251"/>
                  <a:gd name="T51" fmla="*/ 116 h 191"/>
                  <a:gd name="T52" fmla="*/ 35 w 251"/>
                  <a:gd name="T53" fmla="*/ 124 h 191"/>
                  <a:gd name="T54" fmla="*/ 53 w 251"/>
                  <a:gd name="T55" fmla="*/ 128 h 191"/>
                  <a:gd name="T56" fmla="*/ 61 w 251"/>
                  <a:gd name="T57" fmla="*/ 133 h 191"/>
                  <a:gd name="T58" fmla="*/ 77 w 251"/>
                  <a:gd name="T59" fmla="*/ 142 h 191"/>
                  <a:gd name="T60" fmla="*/ 70 w 251"/>
                  <a:gd name="T61" fmla="*/ 150 h 191"/>
                  <a:gd name="T62" fmla="*/ 97 w 251"/>
                  <a:gd name="T63" fmla="*/ 178 h 191"/>
                  <a:gd name="T64" fmla="*/ 107 w 251"/>
                  <a:gd name="T65" fmla="*/ 174 h 191"/>
                  <a:gd name="T66" fmla="*/ 123 w 251"/>
                  <a:gd name="T67" fmla="*/ 184 h 191"/>
                  <a:gd name="T68" fmla="*/ 127 w 251"/>
                  <a:gd name="T69" fmla="*/ 179 h 191"/>
                  <a:gd name="T70" fmla="*/ 135 w 251"/>
                  <a:gd name="T71" fmla="*/ 180 h 191"/>
                  <a:gd name="T72" fmla="*/ 155 w 251"/>
                  <a:gd name="T73" fmla="*/ 185 h 191"/>
                  <a:gd name="T74" fmla="*/ 157 w 251"/>
                  <a:gd name="T75" fmla="*/ 186 h 191"/>
                  <a:gd name="T76" fmla="*/ 173 w 251"/>
                  <a:gd name="T77" fmla="*/ 173 h 191"/>
                  <a:gd name="T78" fmla="*/ 179 w 251"/>
                  <a:gd name="T79" fmla="*/ 178 h 191"/>
                  <a:gd name="T80" fmla="*/ 183 w 251"/>
                  <a:gd name="T81" fmla="*/ 170 h 191"/>
                  <a:gd name="T82" fmla="*/ 198 w 251"/>
                  <a:gd name="T83" fmla="*/ 152 h 191"/>
                  <a:gd name="T84" fmla="*/ 207 w 251"/>
                  <a:gd name="T85" fmla="*/ 154 h 191"/>
                  <a:gd name="T86" fmla="*/ 205 w 251"/>
                  <a:gd name="T87" fmla="*/ 143 h 191"/>
                  <a:gd name="T88" fmla="*/ 207 w 251"/>
                  <a:gd name="T89" fmla="*/ 137 h 191"/>
                  <a:gd name="T90" fmla="*/ 229 w 251"/>
                  <a:gd name="T91" fmla="*/ 126 h 191"/>
                  <a:gd name="T92" fmla="*/ 228 w 251"/>
                  <a:gd name="T93" fmla="*/ 114 h 191"/>
                  <a:gd name="T94" fmla="*/ 233 w 251"/>
                  <a:gd name="T95" fmla="*/ 105 h 191"/>
                  <a:gd name="T96" fmla="*/ 239 w 251"/>
                  <a:gd name="T97" fmla="*/ 90 h 191"/>
                  <a:gd name="T98" fmla="*/ 248 w 251"/>
                  <a:gd name="T99" fmla="*/ 78 h 191"/>
                  <a:gd name="T100" fmla="*/ 248 w 251"/>
                  <a:gd name="T101" fmla="*/ 67 h 191"/>
                  <a:gd name="T102" fmla="*/ 248 w 251"/>
                  <a:gd name="T103" fmla="*/ 60 h 191"/>
                  <a:gd name="T104" fmla="*/ 227 w 251"/>
                  <a:gd name="T105" fmla="*/ 61 h 191"/>
                  <a:gd name="T106" fmla="*/ 221 w 251"/>
                  <a:gd name="T107" fmla="*/ 51 h 191"/>
                  <a:gd name="T108" fmla="*/ 211 w 251"/>
                  <a:gd name="T109" fmla="*/ 50 h 191"/>
                  <a:gd name="T110" fmla="*/ 222 w 251"/>
                  <a:gd name="T111" fmla="*/ 29 h 191"/>
                  <a:gd name="T112" fmla="*/ 221 w 251"/>
                  <a:gd name="T113" fmla="*/ 14 h 191"/>
                  <a:gd name="T114" fmla="*/ 217 w 251"/>
                  <a:gd name="T115" fmla="*/ 0 h 191"/>
                  <a:gd name="T116" fmla="*/ 208 w 251"/>
                  <a:gd name="T117" fmla="*/ 4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51" h="191">
                    <a:moveTo>
                      <a:pt x="201" y="4"/>
                    </a:moveTo>
                    <a:cubicBezTo>
                      <a:pt x="201" y="5"/>
                      <a:pt x="201" y="5"/>
                      <a:pt x="201" y="5"/>
                    </a:cubicBezTo>
                    <a:cubicBezTo>
                      <a:pt x="202" y="6"/>
                      <a:pt x="202" y="6"/>
                      <a:pt x="202" y="6"/>
                    </a:cubicBezTo>
                    <a:cubicBezTo>
                      <a:pt x="197" y="14"/>
                      <a:pt x="197" y="14"/>
                      <a:pt x="197" y="14"/>
                    </a:cubicBezTo>
                    <a:cubicBezTo>
                      <a:pt x="195" y="16"/>
                      <a:pt x="192" y="18"/>
                      <a:pt x="189" y="18"/>
                    </a:cubicBezTo>
                    <a:cubicBezTo>
                      <a:pt x="188" y="18"/>
                      <a:pt x="188" y="18"/>
                      <a:pt x="188" y="18"/>
                    </a:cubicBezTo>
                    <a:cubicBezTo>
                      <a:pt x="184" y="15"/>
                      <a:pt x="184" y="15"/>
                      <a:pt x="184" y="15"/>
                    </a:cubicBezTo>
                    <a:cubicBezTo>
                      <a:pt x="180" y="16"/>
                      <a:pt x="180" y="16"/>
                      <a:pt x="180" y="16"/>
                    </a:cubicBezTo>
                    <a:cubicBezTo>
                      <a:pt x="172" y="22"/>
                      <a:pt x="172" y="22"/>
                      <a:pt x="172" y="22"/>
                    </a:cubicBezTo>
                    <a:cubicBezTo>
                      <a:pt x="170" y="22"/>
                      <a:pt x="167" y="20"/>
                      <a:pt x="164" y="16"/>
                    </a:cubicBezTo>
                    <a:cubicBezTo>
                      <a:pt x="161" y="21"/>
                      <a:pt x="161" y="21"/>
                      <a:pt x="161" y="21"/>
                    </a:cubicBezTo>
                    <a:cubicBezTo>
                      <a:pt x="161" y="21"/>
                      <a:pt x="161" y="21"/>
                      <a:pt x="161" y="21"/>
                    </a:cubicBezTo>
                    <a:cubicBezTo>
                      <a:pt x="161" y="21"/>
                      <a:pt x="161" y="21"/>
                      <a:pt x="161" y="21"/>
                    </a:cubicBezTo>
                    <a:cubicBezTo>
                      <a:pt x="161" y="21"/>
                      <a:pt x="161" y="21"/>
                      <a:pt x="161" y="21"/>
                    </a:cubicBezTo>
                    <a:cubicBezTo>
                      <a:pt x="161" y="21"/>
                      <a:pt x="161" y="21"/>
                      <a:pt x="161" y="21"/>
                    </a:cubicBezTo>
                    <a:cubicBezTo>
                      <a:pt x="158" y="24"/>
                      <a:pt x="158" y="24"/>
                      <a:pt x="158" y="24"/>
                    </a:cubicBezTo>
                    <a:cubicBezTo>
                      <a:pt x="153" y="24"/>
                      <a:pt x="153" y="24"/>
                      <a:pt x="153" y="24"/>
                    </a:cubicBezTo>
                    <a:cubicBezTo>
                      <a:pt x="147" y="26"/>
                      <a:pt x="147" y="26"/>
                      <a:pt x="147" y="26"/>
                    </a:cubicBezTo>
                    <a:cubicBezTo>
                      <a:pt x="141" y="30"/>
                      <a:pt x="141" y="30"/>
                      <a:pt x="141" y="30"/>
                    </a:cubicBezTo>
                    <a:cubicBezTo>
                      <a:pt x="139" y="30"/>
                      <a:pt x="139" y="30"/>
                      <a:pt x="139" y="30"/>
                    </a:cubicBezTo>
                    <a:cubicBezTo>
                      <a:pt x="137" y="32"/>
                      <a:pt x="137" y="32"/>
                      <a:pt x="137" y="32"/>
                    </a:cubicBezTo>
                    <a:cubicBezTo>
                      <a:pt x="135" y="34"/>
                      <a:pt x="134" y="36"/>
                      <a:pt x="135" y="37"/>
                    </a:cubicBezTo>
                    <a:cubicBezTo>
                      <a:pt x="138" y="41"/>
                      <a:pt x="138" y="41"/>
                      <a:pt x="138" y="41"/>
                    </a:cubicBezTo>
                    <a:cubicBezTo>
                      <a:pt x="127" y="40"/>
                      <a:pt x="127" y="40"/>
                      <a:pt x="127" y="40"/>
                    </a:cubicBezTo>
                    <a:cubicBezTo>
                      <a:pt x="121" y="45"/>
                      <a:pt x="121" y="45"/>
                      <a:pt x="121" y="45"/>
                    </a:cubicBezTo>
                    <a:cubicBezTo>
                      <a:pt x="120" y="47"/>
                      <a:pt x="120" y="47"/>
                      <a:pt x="120" y="47"/>
                    </a:cubicBezTo>
                    <a:cubicBezTo>
                      <a:pt x="120" y="47"/>
                      <a:pt x="120" y="47"/>
                      <a:pt x="120" y="47"/>
                    </a:cubicBezTo>
                    <a:cubicBezTo>
                      <a:pt x="119" y="50"/>
                      <a:pt x="119" y="50"/>
                      <a:pt x="119" y="50"/>
                    </a:cubicBezTo>
                    <a:cubicBezTo>
                      <a:pt x="118" y="51"/>
                      <a:pt x="118" y="51"/>
                      <a:pt x="118" y="51"/>
                    </a:cubicBezTo>
                    <a:cubicBezTo>
                      <a:pt x="118" y="51"/>
                      <a:pt x="118" y="51"/>
                      <a:pt x="118" y="51"/>
                    </a:cubicBezTo>
                    <a:cubicBezTo>
                      <a:pt x="112" y="51"/>
                      <a:pt x="112" y="51"/>
                      <a:pt x="112" y="51"/>
                    </a:cubicBezTo>
                    <a:cubicBezTo>
                      <a:pt x="105" y="48"/>
                      <a:pt x="105" y="48"/>
                      <a:pt x="105" y="48"/>
                    </a:cubicBezTo>
                    <a:cubicBezTo>
                      <a:pt x="103" y="48"/>
                      <a:pt x="103" y="48"/>
                      <a:pt x="103" y="48"/>
                    </a:cubicBezTo>
                    <a:cubicBezTo>
                      <a:pt x="97" y="49"/>
                      <a:pt x="97" y="49"/>
                      <a:pt x="97" y="49"/>
                    </a:cubicBezTo>
                    <a:cubicBezTo>
                      <a:pt x="95" y="49"/>
                      <a:pt x="92" y="46"/>
                      <a:pt x="89" y="42"/>
                    </a:cubicBezTo>
                    <a:cubicBezTo>
                      <a:pt x="85" y="40"/>
                      <a:pt x="85" y="40"/>
                      <a:pt x="85" y="40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1" y="46"/>
                      <a:pt x="81" y="46"/>
                      <a:pt x="81" y="46"/>
                    </a:cubicBezTo>
                    <a:cubicBezTo>
                      <a:pt x="80" y="46"/>
                      <a:pt x="80" y="46"/>
                      <a:pt x="80" y="46"/>
                    </a:cubicBezTo>
                    <a:cubicBezTo>
                      <a:pt x="75" y="50"/>
                      <a:pt x="75" y="50"/>
                      <a:pt x="75" y="50"/>
                    </a:cubicBezTo>
                    <a:cubicBezTo>
                      <a:pt x="74" y="50"/>
                      <a:pt x="74" y="50"/>
                      <a:pt x="74" y="50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3" y="51"/>
                      <a:pt x="73" y="51"/>
                      <a:pt x="73" y="51"/>
                    </a:cubicBezTo>
                    <a:cubicBezTo>
                      <a:pt x="69" y="52"/>
                      <a:pt x="69" y="52"/>
                      <a:pt x="69" y="52"/>
                    </a:cubicBezTo>
                    <a:cubicBezTo>
                      <a:pt x="63" y="58"/>
                      <a:pt x="63" y="58"/>
                      <a:pt x="63" y="58"/>
                    </a:cubicBezTo>
                    <a:cubicBezTo>
                      <a:pt x="63" y="58"/>
                      <a:pt x="63" y="58"/>
                      <a:pt x="63" y="58"/>
                    </a:cubicBezTo>
                    <a:cubicBezTo>
                      <a:pt x="56" y="61"/>
                      <a:pt x="56" y="61"/>
                      <a:pt x="56" y="61"/>
                    </a:cubicBezTo>
                    <a:cubicBezTo>
                      <a:pt x="51" y="67"/>
                      <a:pt x="51" y="67"/>
                      <a:pt x="51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23" y="62"/>
                      <a:pt x="23" y="62"/>
                      <a:pt x="23" y="62"/>
                    </a:cubicBezTo>
                    <a:cubicBezTo>
                      <a:pt x="16" y="62"/>
                      <a:pt x="16" y="62"/>
                      <a:pt x="16" y="62"/>
                    </a:cubicBezTo>
                    <a:cubicBezTo>
                      <a:pt x="10" y="65"/>
                      <a:pt x="10" y="65"/>
                      <a:pt x="10" y="65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9" y="65"/>
                      <a:pt x="9" y="65"/>
                      <a:pt x="9" y="65"/>
                    </a:cubicBezTo>
                    <a:cubicBezTo>
                      <a:pt x="5" y="66"/>
                      <a:pt x="5" y="66"/>
                      <a:pt x="5" y="66"/>
                    </a:cubicBezTo>
                    <a:cubicBezTo>
                      <a:pt x="3" y="67"/>
                      <a:pt x="2" y="68"/>
                      <a:pt x="1" y="69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2" y="79"/>
                      <a:pt x="2" y="79"/>
                      <a:pt x="2" y="79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3" y="76"/>
                      <a:pt x="16" y="77"/>
                      <a:pt x="20" y="79"/>
                    </a:cubicBezTo>
                    <a:cubicBezTo>
                      <a:pt x="21" y="79"/>
                      <a:pt x="21" y="79"/>
                      <a:pt x="21" y="79"/>
                    </a:cubicBezTo>
                    <a:cubicBezTo>
                      <a:pt x="21" y="80"/>
                      <a:pt x="21" y="80"/>
                      <a:pt x="21" y="80"/>
                    </a:cubicBezTo>
                    <a:cubicBezTo>
                      <a:pt x="21" y="93"/>
                      <a:pt x="21" y="93"/>
                      <a:pt x="21" y="93"/>
                    </a:cubicBezTo>
                    <a:cubicBezTo>
                      <a:pt x="23" y="94"/>
                      <a:pt x="23" y="94"/>
                      <a:pt x="23" y="94"/>
                    </a:cubicBezTo>
                    <a:cubicBezTo>
                      <a:pt x="32" y="94"/>
                      <a:pt x="32" y="94"/>
                      <a:pt x="32" y="94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38" y="92"/>
                      <a:pt x="38" y="92"/>
                      <a:pt x="38" y="92"/>
                    </a:cubicBezTo>
                    <a:cubicBezTo>
                      <a:pt x="41" y="90"/>
                      <a:pt x="44" y="89"/>
                      <a:pt x="47" y="88"/>
                    </a:cubicBezTo>
                    <a:cubicBezTo>
                      <a:pt x="49" y="88"/>
                      <a:pt x="49" y="88"/>
                      <a:pt x="49" y="88"/>
                    </a:cubicBezTo>
                    <a:cubicBezTo>
                      <a:pt x="50" y="89"/>
                      <a:pt x="50" y="89"/>
                      <a:pt x="50" y="89"/>
                    </a:cubicBezTo>
                    <a:cubicBezTo>
                      <a:pt x="52" y="94"/>
                      <a:pt x="52" y="94"/>
                      <a:pt x="52" y="94"/>
                    </a:cubicBezTo>
                    <a:cubicBezTo>
                      <a:pt x="52" y="94"/>
                      <a:pt x="52" y="94"/>
                      <a:pt x="52" y="94"/>
                    </a:cubicBezTo>
                    <a:cubicBezTo>
                      <a:pt x="53" y="108"/>
                      <a:pt x="53" y="108"/>
                      <a:pt x="53" y="108"/>
                    </a:cubicBezTo>
                    <a:cubicBezTo>
                      <a:pt x="53" y="109"/>
                      <a:pt x="53" y="109"/>
                      <a:pt x="53" y="109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46" y="116"/>
                      <a:pt x="46" y="116"/>
                      <a:pt x="46" y="116"/>
                    </a:cubicBezTo>
                    <a:cubicBezTo>
                      <a:pt x="46" y="117"/>
                      <a:pt x="46" y="117"/>
                      <a:pt x="46" y="117"/>
                    </a:cubicBezTo>
                    <a:cubicBezTo>
                      <a:pt x="37" y="121"/>
                      <a:pt x="37" y="121"/>
                      <a:pt x="37" y="121"/>
                    </a:cubicBezTo>
                    <a:cubicBezTo>
                      <a:pt x="35" y="124"/>
                      <a:pt x="35" y="124"/>
                      <a:pt x="35" y="124"/>
                    </a:cubicBezTo>
                    <a:cubicBezTo>
                      <a:pt x="36" y="126"/>
                      <a:pt x="36" y="126"/>
                      <a:pt x="36" y="126"/>
                    </a:cubicBezTo>
                    <a:cubicBezTo>
                      <a:pt x="53" y="128"/>
                      <a:pt x="53" y="128"/>
                      <a:pt x="53" y="128"/>
                    </a:cubicBezTo>
                    <a:cubicBezTo>
                      <a:pt x="53" y="128"/>
                      <a:pt x="53" y="128"/>
                      <a:pt x="53" y="128"/>
                    </a:cubicBezTo>
                    <a:cubicBezTo>
                      <a:pt x="53" y="128"/>
                      <a:pt x="53" y="128"/>
                      <a:pt x="53" y="128"/>
                    </a:cubicBezTo>
                    <a:cubicBezTo>
                      <a:pt x="54" y="129"/>
                      <a:pt x="54" y="129"/>
                      <a:pt x="54" y="129"/>
                    </a:cubicBezTo>
                    <a:cubicBezTo>
                      <a:pt x="61" y="133"/>
                      <a:pt x="61" y="133"/>
                      <a:pt x="61" y="133"/>
                    </a:cubicBezTo>
                    <a:cubicBezTo>
                      <a:pt x="76" y="132"/>
                      <a:pt x="76" y="132"/>
                      <a:pt x="76" y="132"/>
                    </a:cubicBezTo>
                    <a:cubicBezTo>
                      <a:pt x="76" y="134"/>
                      <a:pt x="76" y="134"/>
                      <a:pt x="76" y="134"/>
                    </a:cubicBezTo>
                    <a:cubicBezTo>
                      <a:pt x="77" y="142"/>
                      <a:pt x="77" y="142"/>
                      <a:pt x="77" y="142"/>
                    </a:cubicBezTo>
                    <a:cubicBezTo>
                      <a:pt x="77" y="143"/>
                      <a:pt x="77" y="143"/>
                      <a:pt x="77" y="143"/>
                    </a:cubicBezTo>
                    <a:cubicBezTo>
                      <a:pt x="77" y="143"/>
                      <a:pt x="77" y="143"/>
                      <a:pt x="77" y="143"/>
                    </a:cubicBezTo>
                    <a:cubicBezTo>
                      <a:pt x="70" y="150"/>
                      <a:pt x="70" y="150"/>
                      <a:pt x="70" y="150"/>
                    </a:cubicBezTo>
                    <a:cubicBezTo>
                      <a:pt x="69" y="158"/>
                      <a:pt x="71" y="164"/>
                      <a:pt x="75" y="165"/>
                    </a:cubicBezTo>
                    <a:cubicBezTo>
                      <a:pt x="87" y="172"/>
                      <a:pt x="87" y="172"/>
                      <a:pt x="87" y="172"/>
                    </a:cubicBezTo>
                    <a:cubicBezTo>
                      <a:pt x="97" y="178"/>
                      <a:pt x="97" y="178"/>
                      <a:pt x="97" y="178"/>
                    </a:cubicBezTo>
                    <a:cubicBezTo>
                      <a:pt x="106" y="174"/>
                      <a:pt x="106" y="174"/>
                      <a:pt x="106" y="174"/>
                    </a:cubicBezTo>
                    <a:cubicBezTo>
                      <a:pt x="107" y="174"/>
                      <a:pt x="107" y="174"/>
                      <a:pt x="107" y="174"/>
                    </a:cubicBezTo>
                    <a:cubicBezTo>
                      <a:pt x="107" y="174"/>
                      <a:pt x="107" y="174"/>
                      <a:pt x="107" y="174"/>
                    </a:cubicBezTo>
                    <a:cubicBezTo>
                      <a:pt x="108" y="174"/>
                      <a:pt x="108" y="174"/>
                      <a:pt x="108" y="174"/>
                    </a:cubicBezTo>
                    <a:cubicBezTo>
                      <a:pt x="121" y="184"/>
                      <a:pt x="121" y="184"/>
                      <a:pt x="121" y="184"/>
                    </a:cubicBezTo>
                    <a:cubicBezTo>
                      <a:pt x="123" y="184"/>
                      <a:pt x="123" y="184"/>
                      <a:pt x="123" y="184"/>
                    </a:cubicBezTo>
                    <a:cubicBezTo>
                      <a:pt x="126" y="180"/>
                      <a:pt x="126" y="180"/>
                      <a:pt x="126" y="180"/>
                    </a:cubicBezTo>
                    <a:cubicBezTo>
                      <a:pt x="127" y="180"/>
                      <a:pt x="127" y="180"/>
                      <a:pt x="127" y="180"/>
                    </a:cubicBezTo>
                    <a:cubicBezTo>
                      <a:pt x="127" y="179"/>
                      <a:pt x="127" y="179"/>
                      <a:pt x="127" y="179"/>
                    </a:cubicBezTo>
                    <a:cubicBezTo>
                      <a:pt x="127" y="179"/>
                      <a:pt x="127" y="179"/>
                      <a:pt x="127" y="179"/>
                    </a:cubicBezTo>
                    <a:cubicBezTo>
                      <a:pt x="128" y="179"/>
                      <a:pt x="128" y="179"/>
                      <a:pt x="128" y="179"/>
                    </a:cubicBezTo>
                    <a:cubicBezTo>
                      <a:pt x="135" y="180"/>
                      <a:pt x="135" y="180"/>
                      <a:pt x="135" y="180"/>
                    </a:cubicBezTo>
                    <a:cubicBezTo>
                      <a:pt x="137" y="167"/>
                      <a:pt x="137" y="167"/>
                      <a:pt x="137" y="167"/>
                    </a:cubicBezTo>
                    <a:cubicBezTo>
                      <a:pt x="147" y="184"/>
                      <a:pt x="147" y="184"/>
                      <a:pt x="147" y="184"/>
                    </a:cubicBezTo>
                    <a:cubicBezTo>
                      <a:pt x="155" y="185"/>
                      <a:pt x="155" y="185"/>
                      <a:pt x="155" y="185"/>
                    </a:cubicBezTo>
                    <a:cubicBezTo>
                      <a:pt x="156" y="185"/>
                      <a:pt x="156" y="185"/>
                      <a:pt x="156" y="185"/>
                    </a:cubicBezTo>
                    <a:cubicBezTo>
                      <a:pt x="157" y="185"/>
                      <a:pt x="157" y="185"/>
                      <a:pt x="157" y="185"/>
                    </a:cubicBezTo>
                    <a:cubicBezTo>
                      <a:pt x="157" y="186"/>
                      <a:pt x="157" y="186"/>
                      <a:pt x="157" y="186"/>
                    </a:cubicBezTo>
                    <a:cubicBezTo>
                      <a:pt x="157" y="191"/>
                      <a:pt x="157" y="191"/>
                      <a:pt x="157" y="191"/>
                    </a:cubicBezTo>
                    <a:cubicBezTo>
                      <a:pt x="160" y="190"/>
                      <a:pt x="160" y="190"/>
                      <a:pt x="160" y="190"/>
                    </a:cubicBezTo>
                    <a:cubicBezTo>
                      <a:pt x="173" y="173"/>
                      <a:pt x="173" y="173"/>
                      <a:pt x="173" y="173"/>
                    </a:cubicBezTo>
                    <a:cubicBezTo>
                      <a:pt x="179" y="181"/>
                      <a:pt x="179" y="181"/>
                      <a:pt x="179" y="181"/>
                    </a:cubicBezTo>
                    <a:cubicBezTo>
                      <a:pt x="179" y="178"/>
                      <a:pt x="179" y="178"/>
                      <a:pt x="179" y="178"/>
                    </a:cubicBezTo>
                    <a:cubicBezTo>
                      <a:pt x="179" y="178"/>
                      <a:pt x="179" y="178"/>
                      <a:pt x="179" y="178"/>
                    </a:cubicBezTo>
                    <a:cubicBezTo>
                      <a:pt x="179" y="178"/>
                      <a:pt x="179" y="178"/>
                      <a:pt x="179" y="178"/>
                    </a:cubicBezTo>
                    <a:cubicBezTo>
                      <a:pt x="179" y="178"/>
                      <a:pt x="179" y="178"/>
                      <a:pt x="179" y="178"/>
                    </a:cubicBezTo>
                    <a:cubicBezTo>
                      <a:pt x="183" y="170"/>
                      <a:pt x="183" y="170"/>
                      <a:pt x="183" y="170"/>
                    </a:cubicBezTo>
                    <a:cubicBezTo>
                      <a:pt x="186" y="164"/>
                      <a:pt x="186" y="164"/>
                      <a:pt x="186" y="164"/>
                    </a:cubicBezTo>
                    <a:cubicBezTo>
                      <a:pt x="196" y="164"/>
                      <a:pt x="196" y="164"/>
                      <a:pt x="196" y="164"/>
                    </a:cubicBezTo>
                    <a:cubicBezTo>
                      <a:pt x="198" y="152"/>
                      <a:pt x="198" y="152"/>
                      <a:pt x="198" y="152"/>
                    </a:cubicBezTo>
                    <a:cubicBezTo>
                      <a:pt x="199" y="152"/>
                      <a:pt x="199" y="152"/>
                      <a:pt x="199" y="152"/>
                    </a:cubicBezTo>
                    <a:cubicBezTo>
                      <a:pt x="200" y="153"/>
                      <a:pt x="200" y="153"/>
                      <a:pt x="200" y="153"/>
                    </a:cubicBezTo>
                    <a:cubicBezTo>
                      <a:pt x="207" y="154"/>
                      <a:pt x="207" y="154"/>
                      <a:pt x="207" y="154"/>
                    </a:cubicBezTo>
                    <a:cubicBezTo>
                      <a:pt x="208" y="150"/>
                      <a:pt x="208" y="150"/>
                      <a:pt x="208" y="150"/>
                    </a:cubicBezTo>
                    <a:cubicBezTo>
                      <a:pt x="205" y="144"/>
                      <a:pt x="205" y="144"/>
                      <a:pt x="205" y="144"/>
                    </a:cubicBezTo>
                    <a:cubicBezTo>
                      <a:pt x="205" y="143"/>
                      <a:pt x="205" y="143"/>
                      <a:pt x="205" y="143"/>
                    </a:cubicBezTo>
                    <a:cubicBezTo>
                      <a:pt x="207" y="138"/>
                      <a:pt x="207" y="138"/>
                      <a:pt x="207" y="138"/>
                    </a:cubicBezTo>
                    <a:cubicBezTo>
                      <a:pt x="207" y="138"/>
                      <a:pt x="207" y="138"/>
                      <a:pt x="207" y="138"/>
                    </a:cubicBezTo>
                    <a:cubicBezTo>
                      <a:pt x="207" y="137"/>
                      <a:pt x="207" y="137"/>
                      <a:pt x="207" y="137"/>
                    </a:cubicBezTo>
                    <a:cubicBezTo>
                      <a:pt x="208" y="137"/>
                      <a:pt x="208" y="137"/>
                      <a:pt x="208" y="137"/>
                    </a:cubicBezTo>
                    <a:cubicBezTo>
                      <a:pt x="208" y="137"/>
                      <a:pt x="208" y="137"/>
                      <a:pt x="208" y="137"/>
                    </a:cubicBezTo>
                    <a:cubicBezTo>
                      <a:pt x="229" y="126"/>
                      <a:pt x="229" y="126"/>
                      <a:pt x="229" y="126"/>
                    </a:cubicBezTo>
                    <a:cubicBezTo>
                      <a:pt x="228" y="115"/>
                      <a:pt x="228" y="115"/>
                      <a:pt x="228" y="115"/>
                    </a:cubicBezTo>
                    <a:cubicBezTo>
                      <a:pt x="228" y="115"/>
                      <a:pt x="228" y="115"/>
                      <a:pt x="228" y="115"/>
                    </a:cubicBezTo>
                    <a:cubicBezTo>
                      <a:pt x="228" y="114"/>
                      <a:pt x="228" y="114"/>
                      <a:pt x="228" y="114"/>
                    </a:cubicBezTo>
                    <a:cubicBezTo>
                      <a:pt x="232" y="106"/>
                      <a:pt x="232" y="106"/>
                      <a:pt x="232" y="106"/>
                    </a:cubicBezTo>
                    <a:cubicBezTo>
                      <a:pt x="233" y="105"/>
                      <a:pt x="233" y="105"/>
                      <a:pt x="233" y="105"/>
                    </a:cubicBezTo>
                    <a:cubicBezTo>
                      <a:pt x="233" y="105"/>
                      <a:pt x="233" y="105"/>
                      <a:pt x="233" y="105"/>
                    </a:cubicBezTo>
                    <a:cubicBezTo>
                      <a:pt x="239" y="90"/>
                      <a:pt x="239" y="90"/>
                      <a:pt x="239" y="90"/>
                    </a:cubicBezTo>
                    <a:cubicBezTo>
                      <a:pt x="239" y="90"/>
                      <a:pt x="239" y="90"/>
                      <a:pt x="239" y="90"/>
                    </a:cubicBezTo>
                    <a:cubicBezTo>
                      <a:pt x="239" y="90"/>
                      <a:pt x="239" y="90"/>
                      <a:pt x="239" y="90"/>
                    </a:cubicBezTo>
                    <a:cubicBezTo>
                      <a:pt x="245" y="84"/>
                      <a:pt x="245" y="84"/>
                      <a:pt x="245" y="84"/>
                    </a:cubicBezTo>
                    <a:cubicBezTo>
                      <a:pt x="248" y="78"/>
                      <a:pt x="248" y="78"/>
                      <a:pt x="248" y="78"/>
                    </a:cubicBezTo>
                    <a:cubicBezTo>
                      <a:pt x="248" y="78"/>
                      <a:pt x="248" y="78"/>
                      <a:pt x="248" y="78"/>
                    </a:cubicBezTo>
                    <a:cubicBezTo>
                      <a:pt x="248" y="78"/>
                      <a:pt x="248" y="78"/>
                      <a:pt x="248" y="78"/>
                    </a:cubicBezTo>
                    <a:cubicBezTo>
                      <a:pt x="251" y="73"/>
                      <a:pt x="251" y="73"/>
                      <a:pt x="251" y="73"/>
                    </a:cubicBezTo>
                    <a:cubicBezTo>
                      <a:pt x="248" y="67"/>
                      <a:pt x="248" y="67"/>
                      <a:pt x="248" y="67"/>
                    </a:cubicBezTo>
                    <a:cubicBezTo>
                      <a:pt x="248" y="66"/>
                      <a:pt x="248" y="66"/>
                      <a:pt x="248" y="66"/>
                    </a:cubicBezTo>
                    <a:cubicBezTo>
                      <a:pt x="248" y="66"/>
                      <a:pt x="248" y="66"/>
                      <a:pt x="248" y="66"/>
                    </a:cubicBezTo>
                    <a:cubicBezTo>
                      <a:pt x="248" y="60"/>
                      <a:pt x="248" y="60"/>
                      <a:pt x="248" y="60"/>
                    </a:cubicBezTo>
                    <a:cubicBezTo>
                      <a:pt x="245" y="60"/>
                      <a:pt x="245" y="60"/>
                      <a:pt x="245" y="60"/>
                    </a:cubicBezTo>
                    <a:cubicBezTo>
                      <a:pt x="239" y="63"/>
                      <a:pt x="239" y="63"/>
                      <a:pt x="239" y="63"/>
                    </a:cubicBezTo>
                    <a:cubicBezTo>
                      <a:pt x="236" y="65"/>
                      <a:pt x="232" y="64"/>
                      <a:pt x="227" y="61"/>
                    </a:cubicBezTo>
                    <a:cubicBezTo>
                      <a:pt x="225" y="59"/>
                      <a:pt x="225" y="55"/>
                      <a:pt x="226" y="49"/>
                    </a:cubicBezTo>
                    <a:cubicBezTo>
                      <a:pt x="223" y="49"/>
                      <a:pt x="223" y="49"/>
                      <a:pt x="223" y="49"/>
                    </a:cubicBezTo>
                    <a:cubicBezTo>
                      <a:pt x="221" y="51"/>
                      <a:pt x="221" y="51"/>
                      <a:pt x="221" y="51"/>
                    </a:cubicBezTo>
                    <a:cubicBezTo>
                      <a:pt x="217" y="55"/>
                      <a:pt x="215" y="57"/>
                      <a:pt x="214" y="57"/>
                    </a:cubicBezTo>
                    <a:cubicBezTo>
                      <a:pt x="213" y="57"/>
                      <a:pt x="213" y="57"/>
                      <a:pt x="212" y="57"/>
                    </a:cubicBezTo>
                    <a:cubicBezTo>
                      <a:pt x="211" y="56"/>
                      <a:pt x="211" y="54"/>
                      <a:pt x="211" y="50"/>
                    </a:cubicBezTo>
                    <a:cubicBezTo>
                      <a:pt x="211" y="47"/>
                      <a:pt x="211" y="44"/>
                      <a:pt x="212" y="44"/>
                    </a:cubicBezTo>
                    <a:cubicBezTo>
                      <a:pt x="213" y="42"/>
                      <a:pt x="213" y="42"/>
                      <a:pt x="214" y="43"/>
                    </a:cubicBezTo>
                    <a:cubicBezTo>
                      <a:pt x="222" y="29"/>
                      <a:pt x="222" y="29"/>
                      <a:pt x="222" y="29"/>
                    </a:cubicBezTo>
                    <a:cubicBezTo>
                      <a:pt x="224" y="24"/>
                      <a:pt x="224" y="24"/>
                      <a:pt x="224" y="24"/>
                    </a:cubicBezTo>
                    <a:cubicBezTo>
                      <a:pt x="225" y="18"/>
                      <a:pt x="225" y="18"/>
                      <a:pt x="225" y="18"/>
                    </a:cubicBezTo>
                    <a:cubicBezTo>
                      <a:pt x="221" y="14"/>
                      <a:pt x="221" y="14"/>
                      <a:pt x="221" y="14"/>
                    </a:cubicBezTo>
                    <a:cubicBezTo>
                      <a:pt x="219" y="13"/>
                      <a:pt x="219" y="10"/>
                      <a:pt x="220" y="6"/>
                    </a:cubicBezTo>
                    <a:cubicBezTo>
                      <a:pt x="220" y="4"/>
                      <a:pt x="220" y="4"/>
                      <a:pt x="220" y="4"/>
                    </a:cubicBezTo>
                    <a:cubicBezTo>
                      <a:pt x="220" y="2"/>
                      <a:pt x="219" y="1"/>
                      <a:pt x="217" y="0"/>
                    </a:cubicBezTo>
                    <a:cubicBezTo>
                      <a:pt x="217" y="0"/>
                      <a:pt x="217" y="0"/>
                      <a:pt x="217" y="0"/>
                    </a:cubicBezTo>
                    <a:cubicBezTo>
                      <a:pt x="216" y="1"/>
                      <a:pt x="216" y="1"/>
                      <a:pt x="216" y="1"/>
                    </a:cubicBezTo>
                    <a:cubicBezTo>
                      <a:pt x="215" y="4"/>
                      <a:pt x="212" y="6"/>
                      <a:pt x="208" y="4"/>
                    </a:cubicBezTo>
                    <a:cubicBezTo>
                      <a:pt x="206" y="4"/>
                      <a:pt x="203" y="4"/>
                      <a:pt x="201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ïṣľiḓe"/>
              <p:cNvSpPr/>
              <p:nvPr/>
            </p:nvSpPr>
            <p:spPr bwMode="auto">
              <a:xfrm>
                <a:off x="3115" y="2540"/>
                <a:ext cx="337" cy="341"/>
              </a:xfrm>
              <a:custGeom>
                <a:avLst/>
                <a:gdLst>
                  <a:gd name="T0" fmla="*/ 134 w 142"/>
                  <a:gd name="T1" fmla="*/ 16 h 144"/>
                  <a:gd name="T2" fmla="*/ 129 w 142"/>
                  <a:gd name="T3" fmla="*/ 14 h 144"/>
                  <a:gd name="T4" fmla="*/ 125 w 142"/>
                  <a:gd name="T5" fmla="*/ 12 h 144"/>
                  <a:gd name="T6" fmla="*/ 117 w 142"/>
                  <a:gd name="T7" fmla="*/ 14 h 144"/>
                  <a:gd name="T8" fmla="*/ 111 w 142"/>
                  <a:gd name="T9" fmla="*/ 11 h 144"/>
                  <a:gd name="T10" fmla="*/ 110 w 142"/>
                  <a:gd name="T11" fmla="*/ 10 h 144"/>
                  <a:gd name="T12" fmla="*/ 102 w 142"/>
                  <a:gd name="T13" fmla="*/ 2 h 144"/>
                  <a:gd name="T14" fmla="*/ 88 w 142"/>
                  <a:gd name="T15" fmla="*/ 8 h 144"/>
                  <a:gd name="T16" fmla="*/ 86 w 142"/>
                  <a:gd name="T17" fmla="*/ 20 h 144"/>
                  <a:gd name="T18" fmla="*/ 81 w 142"/>
                  <a:gd name="T19" fmla="*/ 30 h 144"/>
                  <a:gd name="T20" fmla="*/ 72 w 142"/>
                  <a:gd name="T21" fmla="*/ 43 h 144"/>
                  <a:gd name="T22" fmla="*/ 58 w 142"/>
                  <a:gd name="T23" fmla="*/ 59 h 144"/>
                  <a:gd name="T24" fmla="*/ 44 w 142"/>
                  <a:gd name="T25" fmla="*/ 72 h 144"/>
                  <a:gd name="T26" fmla="*/ 36 w 142"/>
                  <a:gd name="T27" fmla="*/ 82 h 144"/>
                  <a:gd name="T28" fmla="*/ 0 w 142"/>
                  <a:gd name="T29" fmla="*/ 84 h 144"/>
                  <a:gd name="T30" fmla="*/ 10 w 142"/>
                  <a:gd name="T31" fmla="*/ 113 h 144"/>
                  <a:gd name="T32" fmla="*/ 16 w 142"/>
                  <a:gd name="T33" fmla="*/ 117 h 144"/>
                  <a:gd name="T34" fmla="*/ 21 w 142"/>
                  <a:gd name="T35" fmla="*/ 131 h 144"/>
                  <a:gd name="T36" fmla="*/ 22 w 142"/>
                  <a:gd name="T37" fmla="*/ 134 h 144"/>
                  <a:gd name="T38" fmla="*/ 31 w 142"/>
                  <a:gd name="T39" fmla="*/ 131 h 144"/>
                  <a:gd name="T40" fmla="*/ 35 w 142"/>
                  <a:gd name="T41" fmla="*/ 133 h 144"/>
                  <a:gd name="T42" fmla="*/ 38 w 142"/>
                  <a:gd name="T43" fmla="*/ 123 h 144"/>
                  <a:gd name="T44" fmla="*/ 55 w 142"/>
                  <a:gd name="T45" fmla="*/ 116 h 144"/>
                  <a:gd name="T46" fmla="*/ 56 w 142"/>
                  <a:gd name="T47" fmla="*/ 106 h 144"/>
                  <a:gd name="T48" fmla="*/ 60 w 142"/>
                  <a:gd name="T49" fmla="*/ 103 h 144"/>
                  <a:gd name="T50" fmla="*/ 61 w 142"/>
                  <a:gd name="T51" fmla="*/ 103 h 144"/>
                  <a:gd name="T52" fmla="*/ 68 w 142"/>
                  <a:gd name="T53" fmla="*/ 110 h 144"/>
                  <a:gd name="T54" fmla="*/ 70 w 142"/>
                  <a:gd name="T55" fmla="*/ 116 h 144"/>
                  <a:gd name="T56" fmla="*/ 76 w 142"/>
                  <a:gd name="T57" fmla="*/ 108 h 144"/>
                  <a:gd name="T58" fmla="*/ 81 w 142"/>
                  <a:gd name="T59" fmla="*/ 106 h 144"/>
                  <a:gd name="T60" fmla="*/ 87 w 142"/>
                  <a:gd name="T61" fmla="*/ 107 h 144"/>
                  <a:gd name="T62" fmla="*/ 90 w 142"/>
                  <a:gd name="T63" fmla="*/ 118 h 144"/>
                  <a:gd name="T64" fmla="*/ 94 w 142"/>
                  <a:gd name="T65" fmla="*/ 127 h 144"/>
                  <a:gd name="T66" fmla="*/ 97 w 142"/>
                  <a:gd name="T67" fmla="*/ 135 h 144"/>
                  <a:gd name="T68" fmla="*/ 104 w 142"/>
                  <a:gd name="T69" fmla="*/ 135 h 144"/>
                  <a:gd name="T70" fmla="*/ 104 w 142"/>
                  <a:gd name="T71" fmla="*/ 136 h 144"/>
                  <a:gd name="T72" fmla="*/ 108 w 142"/>
                  <a:gd name="T73" fmla="*/ 144 h 144"/>
                  <a:gd name="T74" fmla="*/ 110 w 142"/>
                  <a:gd name="T75" fmla="*/ 138 h 144"/>
                  <a:gd name="T76" fmla="*/ 112 w 142"/>
                  <a:gd name="T77" fmla="*/ 137 h 144"/>
                  <a:gd name="T78" fmla="*/ 115 w 142"/>
                  <a:gd name="T79" fmla="*/ 135 h 144"/>
                  <a:gd name="T80" fmla="*/ 118 w 142"/>
                  <a:gd name="T81" fmla="*/ 132 h 144"/>
                  <a:gd name="T82" fmla="*/ 94 w 142"/>
                  <a:gd name="T83" fmla="*/ 84 h 144"/>
                  <a:gd name="T84" fmla="*/ 88 w 142"/>
                  <a:gd name="T85" fmla="*/ 64 h 144"/>
                  <a:gd name="T86" fmla="*/ 87 w 142"/>
                  <a:gd name="T87" fmla="*/ 64 h 144"/>
                  <a:gd name="T88" fmla="*/ 91 w 142"/>
                  <a:gd name="T89" fmla="*/ 52 h 144"/>
                  <a:gd name="T90" fmla="*/ 130 w 142"/>
                  <a:gd name="T91" fmla="*/ 44 h 144"/>
                  <a:gd name="T92" fmla="*/ 140 w 142"/>
                  <a:gd name="T93" fmla="*/ 38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42" h="144">
                    <a:moveTo>
                      <a:pt x="142" y="29"/>
                    </a:moveTo>
                    <a:cubicBezTo>
                      <a:pt x="139" y="22"/>
                      <a:pt x="139" y="22"/>
                      <a:pt x="139" y="22"/>
                    </a:cubicBezTo>
                    <a:cubicBezTo>
                      <a:pt x="134" y="16"/>
                      <a:pt x="134" y="16"/>
                      <a:pt x="134" y="16"/>
                    </a:cubicBezTo>
                    <a:cubicBezTo>
                      <a:pt x="130" y="15"/>
                      <a:pt x="130" y="15"/>
                      <a:pt x="130" y="15"/>
                    </a:cubicBezTo>
                    <a:cubicBezTo>
                      <a:pt x="129" y="15"/>
                      <a:pt x="129" y="15"/>
                      <a:pt x="129" y="15"/>
                    </a:cubicBezTo>
                    <a:cubicBezTo>
                      <a:pt x="129" y="14"/>
                      <a:pt x="129" y="14"/>
                      <a:pt x="129" y="14"/>
                    </a:cubicBezTo>
                    <a:cubicBezTo>
                      <a:pt x="129" y="14"/>
                      <a:pt x="129" y="14"/>
                      <a:pt x="129" y="14"/>
                    </a:cubicBezTo>
                    <a:cubicBezTo>
                      <a:pt x="125" y="12"/>
                      <a:pt x="125" y="12"/>
                      <a:pt x="125" y="12"/>
                    </a:cubicBezTo>
                    <a:cubicBezTo>
                      <a:pt x="125" y="12"/>
                      <a:pt x="125" y="12"/>
                      <a:pt x="125" y="12"/>
                    </a:cubicBezTo>
                    <a:cubicBezTo>
                      <a:pt x="124" y="12"/>
                      <a:pt x="124" y="12"/>
                      <a:pt x="124" y="12"/>
                    </a:cubicBezTo>
                    <a:cubicBezTo>
                      <a:pt x="122" y="13"/>
                      <a:pt x="122" y="13"/>
                      <a:pt x="122" y="13"/>
                    </a:cubicBezTo>
                    <a:cubicBezTo>
                      <a:pt x="117" y="14"/>
                      <a:pt x="117" y="14"/>
                      <a:pt x="117" y="14"/>
                    </a:cubicBezTo>
                    <a:cubicBezTo>
                      <a:pt x="117" y="14"/>
                      <a:pt x="117" y="14"/>
                      <a:pt x="117" y="14"/>
                    </a:cubicBezTo>
                    <a:cubicBezTo>
                      <a:pt x="116" y="13"/>
                      <a:pt x="116" y="13"/>
                      <a:pt x="116" y="13"/>
                    </a:cubicBezTo>
                    <a:cubicBezTo>
                      <a:pt x="111" y="11"/>
                      <a:pt x="111" y="11"/>
                      <a:pt x="111" y="11"/>
                    </a:cubicBezTo>
                    <a:cubicBezTo>
                      <a:pt x="111" y="11"/>
                      <a:pt x="111" y="11"/>
                      <a:pt x="111" y="11"/>
                    </a:cubicBezTo>
                    <a:cubicBezTo>
                      <a:pt x="110" y="11"/>
                      <a:pt x="110" y="11"/>
                      <a:pt x="110" y="11"/>
                    </a:cubicBezTo>
                    <a:cubicBezTo>
                      <a:pt x="110" y="10"/>
                      <a:pt x="110" y="10"/>
                      <a:pt x="110" y="10"/>
                    </a:cubicBezTo>
                    <a:cubicBezTo>
                      <a:pt x="110" y="10"/>
                      <a:pt x="110" y="10"/>
                      <a:pt x="110" y="10"/>
                    </a:cubicBezTo>
                    <a:cubicBezTo>
                      <a:pt x="106" y="6"/>
                      <a:pt x="106" y="6"/>
                      <a:pt x="106" y="6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98" y="0"/>
                      <a:pt x="98" y="0"/>
                      <a:pt x="98" y="0"/>
                    </a:cubicBezTo>
                    <a:cubicBezTo>
                      <a:pt x="94" y="4"/>
                      <a:pt x="94" y="4"/>
                      <a:pt x="94" y="4"/>
                    </a:cubicBezTo>
                    <a:cubicBezTo>
                      <a:pt x="88" y="8"/>
                      <a:pt x="88" y="8"/>
                      <a:pt x="88" y="8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6" y="20"/>
                      <a:pt x="86" y="20"/>
                      <a:pt x="86" y="20"/>
                    </a:cubicBezTo>
                    <a:cubicBezTo>
                      <a:pt x="81" y="29"/>
                      <a:pt x="81" y="29"/>
                      <a:pt x="81" y="29"/>
                    </a:cubicBezTo>
                    <a:cubicBezTo>
                      <a:pt x="81" y="30"/>
                      <a:pt x="81" y="30"/>
                      <a:pt x="81" y="30"/>
                    </a:cubicBezTo>
                    <a:cubicBezTo>
                      <a:pt x="81" y="30"/>
                      <a:pt x="81" y="30"/>
                      <a:pt x="81" y="30"/>
                    </a:cubicBezTo>
                    <a:cubicBezTo>
                      <a:pt x="77" y="34"/>
                      <a:pt x="77" y="34"/>
                      <a:pt x="77" y="34"/>
                    </a:cubicBezTo>
                    <a:cubicBezTo>
                      <a:pt x="72" y="43"/>
                      <a:pt x="72" y="43"/>
                      <a:pt x="72" y="43"/>
                    </a:cubicBezTo>
                    <a:cubicBezTo>
                      <a:pt x="72" y="43"/>
                      <a:pt x="72" y="43"/>
                      <a:pt x="72" y="43"/>
                    </a:cubicBezTo>
                    <a:cubicBezTo>
                      <a:pt x="72" y="44"/>
                      <a:pt x="72" y="44"/>
                      <a:pt x="72" y="44"/>
                    </a:cubicBezTo>
                    <a:cubicBezTo>
                      <a:pt x="68" y="46"/>
                      <a:pt x="65" y="49"/>
                      <a:pt x="62" y="52"/>
                    </a:cubicBezTo>
                    <a:cubicBezTo>
                      <a:pt x="58" y="59"/>
                      <a:pt x="58" y="59"/>
                      <a:pt x="58" y="59"/>
                    </a:cubicBezTo>
                    <a:cubicBezTo>
                      <a:pt x="57" y="61"/>
                      <a:pt x="54" y="63"/>
                      <a:pt x="48" y="66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44" y="72"/>
                      <a:pt x="44" y="72"/>
                      <a:pt x="44" y="72"/>
                    </a:cubicBezTo>
                    <a:cubicBezTo>
                      <a:pt x="37" y="82"/>
                      <a:pt x="37" y="82"/>
                      <a:pt x="37" y="82"/>
                    </a:cubicBezTo>
                    <a:cubicBezTo>
                      <a:pt x="36" y="82"/>
                      <a:pt x="36" y="82"/>
                      <a:pt x="36" y="82"/>
                    </a:cubicBezTo>
                    <a:cubicBezTo>
                      <a:pt x="36" y="82"/>
                      <a:pt x="36" y="82"/>
                      <a:pt x="36" y="82"/>
                    </a:cubicBezTo>
                    <a:cubicBezTo>
                      <a:pt x="36" y="82"/>
                      <a:pt x="36" y="82"/>
                      <a:pt x="36" y="82"/>
                    </a:cubicBezTo>
                    <a:cubicBezTo>
                      <a:pt x="4" y="80"/>
                      <a:pt x="4" y="80"/>
                      <a:pt x="4" y="80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3" y="104"/>
                      <a:pt x="3" y="104"/>
                      <a:pt x="3" y="104"/>
                    </a:cubicBezTo>
                    <a:cubicBezTo>
                      <a:pt x="10" y="113"/>
                      <a:pt x="10" y="113"/>
                      <a:pt x="10" y="113"/>
                    </a:cubicBezTo>
                    <a:cubicBezTo>
                      <a:pt x="16" y="116"/>
                      <a:pt x="16" y="116"/>
                      <a:pt x="16" y="116"/>
                    </a:cubicBezTo>
                    <a:cubicBezTo>
                      <a:pt x="16" y="117"/>
                      <a:pt x="16" y="117"/>
                      <a:pt x="16" y="117"/>
                    </a:cubicBezTo>
                    <a:cubicBezTo>
                      <a:pt x="16" y="117"/>
                      <a:pt x="16" y="117"/>
                      <a:pt x="16" y="117"/>
                    </a:cubicBezTo>
                    <a:cubicBezTo>
                      <a:pt x="16" y="117"/>
                      <a:pt x="16" y="117"/>
                      <a:pt x="16" y="117"/>
                    </a:cubicBezTo>
                    <a:cubicBezTo>
                      <a:pt x="19" y="121"/>
                      <a:pt x="21" y="124"/>
                      <a:pt x="21" y="126"/>
                    </a:cubicBezTo>
                    <a:cubicBezTo>
                      <a:pt x="21" y="131"/>
                      <a:pt x="21" y="131"/>
                      <a:pt x="21" y="131"/>
                    </a:cubicBezTo>
                    <a:cubicBezTo>
                      <a:pt x="19" y="133"/>
                      <a:pt x="19" y="133"/>
                      <a:pt x="19" y="133"/>
                    </a:cubicBezTo>
                    <a:cubicBezTo>
                      <a:pt x="20" y="134"/>
                      <a:pt x="20" y="134"/>
                      <a:pt x="20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4" y="129"/>
                      <a:pt x="24" y="129"/>
                      <a:pt x="24" y="129"/>
                    </a:cubicBezTo>
                    <a:cubicBezTo>
                      <a:pt x="25" y="129"/>
                      <a:pt x="25" y="129"/>
                      <a:pt x="25" y="129"/>
                    </a:cubicBezTo>
                    <a:cubicBezTo>
                      <a:pt x="31" y="131"/>
                      <a:pt x="31" y="131"/>
                      <a:pt x="31" y="131"/>
                    </a:cubicBezTo>
                    <a:cubicBezTo>
                      <a:pt x="32" y="133"/>
                      <a:pt x="32" y="133"/>
                      <a:pt x="32" y="133"/>
                    </a:cubicBezTo>
                    <a:cubicBezTo>
                      <a:pt x="35" y="133"/>
                      <a:pt x="35" y="133"/>
                      <a:pt x="35" y="133"/>
                    </a:cubicBezTo>
                    <a:cubicBezTo>
                      <a:pt x="35" y="133"/>
                      <a:pt x="35" y="133"/>
                      <a:pt x="35" y="133"/>
                    </a:cubicBezTo>
                    <a:cubicBezTo>
                      <a:pt x="34" y="130"/>
                      <a:pt x="34" y="130"/>
                      <a:pt x="34" y="130"/>
                    </a:cubicBezTo>
                    <a:cubicBezTo>
                      <a:pt x="34" y="130"/>
                      <a:pt x="34" y="130"/>
                      <a:pt x="34" y="130"/>
                    </a:cubicBezTo>
                    <a:cubicBezTo>
                      <a:pt x="38" y="123"/>
                      <a:pt x="38" y="123"/>
                      <a:pt x="38" y="123"/>
                    </a:cubicBezTo>
                    <a:cubicBezTo>
                      <a:pt x="39" y="121"/>
                      <a:pt x="41" y="120"/>
                      <a:pt x="44" y="121"/>
                    </a:cubicBezTo>
                    <a:cubicBezTo>
                      <a:pt x="51" y="121"/>
                      <a:pt x="51" y="121"/>
                      <a:pt x="51" y="121"/>
                    </a:cubicBezTo>
                    <a:cubicBezTo>
                      <a:pt x="55" y="116"/>
                      <a:pt x="55" y="116"/>
                      <a:pt x="55" y="116"/>
                    </a:cubicBezTo>
                    <a:cubicBezTo>
                      <a:pt x="55" y="111"/>
                      <a:pt x="55" y="111"/>
                      <a:pt x="55" y="111"/>
                    </a:cubicBezTo>
                    <a:cubicBezTo>
                      <a:pt x="56" y="106"/>
                      <a:pt x="56" y="106"/>
                      <a:pt x="56" y="106"/>
                    </a:cubicBezTo>
                    <a:cubicBezTo>
                      <a:pt x="56" y="106"/>
                      <a:pt x="56" y="106"/>
                      <a:pt x="56" y="106"/>
                    </a:cubicBezTo>
                    <a:cubicBezTo>
                      <a:pt x="57" y="105"/>
                      <a:pt x="57" y="105"/>
                      <a:pt x="57" y="105"/>
                    </a:cubicBezTo>
                    <a:cubicBezTo>
                      <a:pt x="57" y="105"/>
                      <a:pt x="57" y="105"/>
                      <a:pt x="57" y="105"/>
                    </a:cubicBezTo>
                    <a:cubicBezTo>
                      <a:pt x="60" y="103"/>
                      <a:pt x="60" y="103"/>
                      <a:pt x="60" y="103"/>
                    </a:cubicBezTo>
                    <a:cubicBezTo>
                      <a:pt x="60" y="103"/>
                      <a:pt x="60" y="103"/>
                      <a:pt x="60" y="103"/>
                    </a:cubicBezTo>
                    <a:cubicBezTo>
                      <a:pt x="60" y="103"/>
                      <a:pt x="60" y="103"/>
                      <a:pt x="60" y="103"/>
                    </a:cubicBezTo>
                    <a:cubicBezTo>
                      <a:pt x="61" y="103"/>
                      <a:pt x="61" y="103"/>
                      <a:pt x="61" y="103"/>
                    </a:cubicBezTo>
                    <a:cubicBezTo>
                      <a:pt x="67" y="104"/>
                      <a:pt x="67" y="104"/>
                      <a:pt x="67" y="104"/>
                    </a:cubicBezTo>
                    <a:cubicBezTo>
                      <a:pt x="67" y="105"/>
                      <a:pt x="67" y="105"/>
                      <a:pt x="67" y="105"/>
                    </a:cubicBezTo>
                    <a:cubicBezTo>
                      <a:pt x="68" y="110"/>
                      <a:pt x="68" y="110"/>
                      <a:pt x="68" y="110"/>
                    </a:cubicBezTo>
                    <a:cubicBezTo>
                      <a:pt x="68" y="112"/>
                      <a:pt x="68" y="112"/>
                      <a:pt x="68" y="112"/>
                    </a:cubicBezTo>
                    <a:cubicBezTo>
                      <a:pt x="69" y="116"/>
                      <a:pt x="69" y="116"/>
                      <a:pt x="69" y="116"/>
                    </a:cubicBezTo>
                    <a:cubicBezTo>
                      <a:pt x="70" y="116"/>
                      <a:pt x="70" y="116"/>
                      <a:pt x="70" y="116"/>
                    </a:cubicBezTo>
                    <a:cubicBezTo>
                      <a:pt x="72" y="113"/>
                      <a:pt x="72" y="113"/>
                      <a:pt x="72" y="113"/>
                    </a:cubicBezTo>
                    <a:cubicBezTo>
                      <a:pt x="72" y="113"/>
                      <a:pt x="72" y="113"/>
                      <a:pt x="72" y="113"/>
                    </a:cubicBezTo>
                    <a:cubicBezTo>
                      <a:pt x="76" y="108"/>
                      <a:pt x="76" y="108"/>
                      <a:pt x="76" y="108"/>
                    </a:cubicBezTo>
                    <a:cubicBezTo>
                      <a:pt x="76" y="108"/>
                      <a:pt x="76" y="108"/>
                      <a:pt x="76" y="108"/>
                    </a:cubicBezTo>
                    <a:cubicBezTo>
                      <a:pt x="80" y="106"/>
                      <a:pt x="80" y="106"/>
                      <a:pt x="80" y="106"/>
                    </a:cubicBezTo>
                    <a:cubicBezTo>
                      <a:pt x="81" y="106"/>
                      <a:pt x="81" y="106"/>
                      <a:pt x="81" y="106"/>
                    </a:cubicBezTo>
                    <a:cubicBezTo>
                      <a:pt x="81" y="105"/>
                      <a:pt x="81" y="105"/>
                      <a:pt x="81" y="105"/>
                    </a:cubicBezTo>
                    <a:cubicBezTo>
                      <a:pt x="86" y="107"/>
                      <a:pt x="86" y="107"/>
                      <a:pt x="86" y="107"/>
                    </a:cubicBezTo>
                    <a:cubicBezTo>
                      <a:pt x="87" y="107"/>
                      <a:pt x="87" y="107"/>
                      <a:pt x="87" y="107"/>
                    </a:cubicBezTo>
                    <a:cubicBezTo>
                      <a:pt x="88" y="107"/>
                      <a:pt x="88" y="107"/>
                      <a:pt x="88" y="107"/>
                    </a:cubicBezTo>
                    <a:cubicBezTo>
                      <a:pt x="90" y="113"/>
                      <a:pt x="90" y="113"/>
                      <a:pt x="90" y="113"/>
                    </a:cubicBezTo>
                    <a:cubicBezTo>
                      <a:pt x="90" y="118"/>
                      <a:pt x="90" y="118"/>
                      <a:pt x="90" y="118"/>
                    </a:cubicBezTo>
                    <a:cubicBezTo>
                      <a:pt x="94" y="126"/>
                      <a:pt x="94" y="126"/>
                      <a:pt x="94" y="126"/>
                    </a:cubicBezTo>
                    <a:cubicBezTo>
                      <a:pt x="94" y="126"/>
                      <a:pt x="94" y="126"/>
                      <a:pt x="94" y="126"/>
                    </a:cubicBezTo>
                    <a:cubicBezTo>
                      <a:pt x="94" y="127"/>
                      <a:pt x="94" y="127"/>
                      <a:pt x="94" y="127"/>
                    </a:cubicBezTo>
                    <a:cubicBezTo>
                      <a:pt x="94" y="132"/>
                      <a:pt x="94" y="132"/>
                      <a:pt x="94" y="132"/>
                    </a:cubicBezTo>
                    <a:cubicBezTo>
                      <a:pt x="96" y="135"/>
                      <a:pt x="96" y="135"/>
                      <a:pt x="96" y="135"/>
                    </a:cubicBezTo>
                    <a:cubicBezTo>
                      <a:pt x="97" y="135"/>
                      <a:pt x="97" y="135"/>
                      <a:pt x="97" y="135"/>
                    </a:cubicBezTo>
                    <a:cubicBezTo>
                      <a:pt x="98" y="133"/>
                      <a:pt x="98" y="133"/>
                      <a:pt x="98" y="133"/>
                    </a:cubicBezTo>
                    <a:cubicBezTo>
                      <a:pt x="99" y="132"/>
                      <a:pt x="99" y="132"/>
                      <a:pt x="99" y="132"/>
                    </a:cubicBezTo>
                    <a:cubicBezTo>
                      <a:pt x="104" y="135"/>
                      <a:pt x="104" y="135"/>
                      <a:pt x="104" y="135"/>
                    </a:cubicBezTo>
                    <a:cubicBezTo>
                      <a:pt x="104" y="135"/>
                      <a:pt x="104" y="135"/>
                      <a:pt x="104" y="135"/>
                    </a:cubicBezTo>
                    <a:cubicBezTo>
                      <a:pt x="104" y="135"/>
                      <a:pt x="104" y="135"/>
                      <a:pt x="104" y="135"/>
                    </a:cubicBezTo>
                    <a:cubicBezTo>
                      <a:pt x="104" y="136"/>
                      <a:pt x="104" y="136"/>
                      <a:pt x="104" y="136"/>
                    </a:cubicBezTo>
                    <a:cubicBezTo>
                      <a:pt x="104" y="136"/>
                      <a:pt x="104" y="136"/>
                      <a:pt x="104" y="136"/>
                    </a:cubicBezTo>
                    <a:cubicBezTo>
                      <a:pt x="106" y="143"/>
                      <a:pt x="106" y="143"/>
                      <a:pt x="106" y="143"/>
                    </a:cubicBezTo>
                    <a:cubicBezTo>
                      <a:pt x="108" y="144"/>
                      <a:pt x="108" y="144"/>
                      <a:pt x="108" y="144"/>
                    </a:cubicBezTo>
                    <a:cubicBezTo>
                      <a:pt x="108" y="143"/>
                      <a:pt x="108" y="143"/>
                      <a:pt x="108" y="143"/>
                    </a:cubicBezTo>
                    <a:cubicBezTo>
                      <a:pt x="110" y="138"/>
                      <a:pt x="110" y="138"/>
                      <a:pt x="110" y="138"/>
                    </a:cubicBezTo>
                    <a:cubicBezTo>
                      <a:pt x="110" y="138"/>
                      <a:pt x="110" y="138"/>
                      <a:pt x="110" y="138"/>
                    </a:cubicBezTo>
                    <a:cubicBezTo>
                      <a:pt x="111" y="137"/>
                      <a:pt x="111" y="137"/>
                      <a:pt x="111" y="137"/>
                    </a:cubicBezTo>
                    <a:cubicBezTo>
                      <a:pt x="111" y="137"/>
                      <a:pt x="111" y="137"/>
                      <a:pt x="111" y="137"/>
                    </a:cubicBezTo>
                    <a:cubicBezTo>
                      <a:pt x="112" y="137"/>
                      <a:pt x="112" y="137"/>
                      <a:pt x="112" y="137"/>
                    </a:cubicBezTo>
                    <a:cubicBezTo>
                      <a:pt x="114" y="135"/>
                      <a:pt x="114" y="135"/>
                      <a:pt x="114" y="135"/>
                    </a:cubicBezTo>
                    <a:cubicBezTo>
                      <a:pt x="115" y="135"/>
                      <a:pt x="115" y="135"/>
                      <a:pt x="115" y="135"/>
                    </a:cubicBezTo>
                    <a:cubicBezTo>
                      <a:pt x="115" y="135"/>
                      <a:pt x="115" y="135"/>
                      <a:pt x="115" y="135"/>
                    </a:cubicBezTo>
                    <a:cubicBezTo>
                      <a:pt x="118" y="135"/>
                      <a:pt x="118" y="135"/>
                      <a:pt x="118" y="135"/>
                    </a:cubicBezTo>
                    <a:cubicBezTo>
                      <a:pt x="118" y="133"/>
                      <a:pt x="118" y="133"/>
                      <a:pt x="118" y="133"/>
                    </a:cubicBezTo>
                    <a:cubicBezTo>
                      <a:pt x="118" y="132"/>
                      <a:pt x="118" y="132"/>
                      <a:pt x="118" y="132"/>
                    </a:cubicBezTo>
                    <a:cubicBezTo>
                      <a:pt x="116" y="113"/>
                      <a:pt x="116" y="113"/>
                      <a:pt x="116" y="113"/>
                    </a:cubicBezTo>
                    <a:cubicBezTo>
                      <a:pt x="108" y="101"/>
                      <a:pt x="108" y="101"/>
                      <a:pt x="108" y="101"/>
                    </a:cubicBezTo>
                    <a:cubicBezTo>
                      <a:pt x="94" y="84"/>
                      <a:pt x="94" y="84"/>
                      <a:pt x="94" y="84"/>
                    </a:cubicBezTo>
                    <a:cubicBezTo>
                      <a:pt x="93" y="84"/>
                      <a:pt x="93" y="84"/>
                      <a:pt x="93" y="84"/>
                    </a:cubicBezTo>
                    <a:cubicBezTo>
                      <a:pt x="92" y="73"/>
                      <a:pt x="92" y="73"/>
                      <a:pt x="92" y="73"/>
                    </a:cubicBezTo>
                    <a:cubicBezTo>
                      <a:pt x="88" y="64"/>
                      <a:pt x="88" y="64"/>
                      <a:pt x="88" y="64"/>
                    </a:cubicBezTo>
                    <a:cubicBezTo>
                      <a:pt x="88" y="64"/>
                      <a:pt x="88" y="64"/>
                      <a:pt x="88" y="64"/>
                    </a:cubicBezTo>
                    <a:cubicBezTo>
                      <a:pt x="87" y="64"/>
                      <a:pt x="87" y="64"/>
                      <a:pt x="87" y="64"/>
                    </a:cubicBezTo>
                    <a:cubicBezTo>
                      <a:pt x="87" y="64"/>
                      <a:pt x="87" y="64"/>
                      <a:pt x="87" y="64"/>
                    </a:cubicBezTo>
                    <a:cubicBezTo>
                      <a:pt x="88" y="63"/>
                      <a:pt x="88" y="63"/>
                      <a:pt x="88" y="63"/>
                    </a:cubicBezTo>
                    <a:cubicBezTo>
                      <a:pt x="90" y="52"/>
                      <a:pt x="90" y="52"/>
                      <a:pt x="90" y="52"/>
                    </a:cubicBezTo>
                    <a:cubicBezTo>
                      <a:pt x="91" y="52"/>
                      <a:pt x="91" y="52"/>
                      <a:pt x="91" y="52"/>
                    </a:cubicBezTo>
                    <a:cubicBezTo>
                      <a:pt x="92" y="52"/>
                      <a:pt x="92" y="52"/>
                      <a:pt x="92" y="52"/>
                    </a:cubicBezTo>
                    <a:cubicBezTo>
                      <a:pt x="117" y="51"/>
                      <a:pt x="117" y="51"/>
                      <a:pt x="117" y="51"/>
                    </a:cubicBezTo>
                    <a:cubicBezTo>
                      <a:pt x="130" y="44"/>
                      <a:pt x="130" y="44"/>
                      <a:pt x="130" y="44"/>
                    </a:cubicBezTo>
                    <a:cubicBezTo>
                      <a:pt x="130" y="44"/>
                      <a:pt x="130" y="44"/>
                      <a:pt x="130" y="44"/>
                    </a:cubicBezTo>
                    <a:cubicBezTo>
                      <a:pt x="131" y="43"/>
                      <a:pt x="131" y="43"/>
                      <a:pt x="131" y="43"/>
                    </a:cubicBezTo>
                    <a:cubicBezTo>
                      <a:pt x="136" y="42"/>
                      <a:pt x="139" y="40"/>
                      <a:pt x="140" y="38"/>
                    </a:cubicBezTo>
                    <a:cubicBezTo>
                      <a:pt x="141" y="36"/>
                      <a:pt x="142" y="33"/>
                      <a:pt x="142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íṥlíḓè"/>
              <p:cNvSpPr/>
              <p:nvPr/>
            </p:nvSpPr>
            <p:spPr bwMode="auto">
              <a:xfrm>
                <a:off x="3115" y="1877"/>
                <a:ext cx="384" cy="684"/>
              </a:xfrm>
              <a:custGeom>
                <a:avLst/>
                <a:gdLst>
                  <a:gd name="T0" fmla="*/ 48 w 162"/>
                  <a:gd name="T1" fmla="*/ 90 h 289"/>
                  <a:gd name="T2" fmla="*/ 61 w 162"/>
                  <a:gd name="T3" fmla="*/ 100 h 289"/>
                  <a:gd name="T4" fmla="*/ 70 w 162"/>
                  <a:gd name="T5" fmla="*/ 108 h 289"/>
                  <a:gd name="T6" fmla="*/ 88 w 162"/>
                  <a:gd name="T7" fmla="*/ 114 h 289"/>
                  <a:gd name="T8" fmla="*/ 88 w 162"/>
                  <a:gd name="T9" fmla="*/ 115 h 289"/>
                  <a:gd name="T10" fmla="*/ 93 w 162"/>
                  <a:gd name="T11" fmla="*/ 123 h 289"/>
                  <a:gd name="T12" fmla="*/ 89 w 162"/>
                  <a:gd name="T13" fmla="*/ 136 h 289"/>
                  <a:gd name="T14" fmla="*/ 88 w 162"/>
                  <a:gd name="T15" fmla="*/ 144 h 289"/>
                  <a:gd name="T16" fmla="*/ 84 w 162"/>
                  <a:gd name="T17" fmla="*/ 158 h 289"/>
                  <a:gd name="T18" fmla="*/ 70 w 162"/>
                  <a:gd name="T19" fmla="*/ 156 h 289"/>
                  <a:gd name="T20" fmla="*/ 56 w 162"/>
                  <a:gd name="T21" fmla="*/ 166 h 289"/>
                  <a:gd name="T22" fmla="*/ 58 w 162"/>
                  <a:gd name="T23" fmla="*/ 177 h 289"/>
                  <a:gd name="T24" fmla="*/ 44 w 162"/>
                  <a:gd name="T25" fmla="*/ 174 h 289"/>
                  <a:gd name="T26" fmla="*/ 32 w 162"/>
                  <a:gd name="T27" fmla="*/ 169 h 289"/>
                  <a:gd name="T28" fmla="*/ 20 w 162"/>
                  <a:gd name="T29" fmla="*/ 196 h 289"/>
                  <a:gd name="T30" fmla="*/ 24 w 162"/>
                  <a:gd name="T31" fmla="*/ 204 h 289"/>
                  <a:gd name="T32" fmla="*/ 26 w 162"/>
                  <a:gd name="T33" fmla="*/ 211 h 289"/>
                  <a:gd name="T34" fmla="*/ 27 w 162"/>
                  <a:gd name="T35" fmla="*/ 222 h 289"/>
                  <a:gd name="T36" fmla="*/ 3 w 162"/>
                  <a:gd name="T37" fmla="*/ 227 h 289"/>
                  <a:gd name="T38" fmla="*/ 3 w 162"/>
                  <a:gd name="T39" fmla="*/ 243 h 289"/>
                  <a:gd name="T40" fmla="*/ 6 w 162"/>
                  <a:gd name="T41" fmla="*/ 254 h 289"/>
                  <a:gd name="T42" fmla="*/ 33 w 162"/>
                  <a:gd name="T43" fmla="*/ 252 h 289"/>
                  <a:gd name="T44" fmla="*/ 43 w 162"/>
                  <a:gd name="T45" fmla="*/ 260 h 289"/>
                  <a:gd name="T46" fmla="*/ 51 w 162"/>
                  <a:gd name="T47" fmla="*/ 266 h 289"/>
                  <a:gd name="T48" fmla="*/ 58 w 162"/>
                  <a:gd name="T49" fmla="*/ 260 h 289"/>
                  <a:gd name="T50" fmla="*/ 76 w 162"/>
                  <a:gd name="T51" fmla="*/ 273 h 289"/>
                  <a:gd name="T52" fmla="*/ 98 w 162"/>
                  <a:gd name="T53" fmla="*/ 274 h 289"/>
                  <a:gd name="T54" fmla="*/ 104 w 162"/>
                  <a:gd name="T55" fmla="*/ 278 h 289"/>
                  <a:gd name="T56" fmla="*/ 104 w 162"/>
                  <a:gd name="T57" fmla="*/ 279 h 289"/>
                  <a:gd name="T58" fmla="*/ 113 w 162"/>
                  <a:gd name="T59" fmla="*/ 287 h 289"/>
                  <a:gd name="T60" fmla="*/ 124 w 162"/>
                  <a:gd name="T61" fmla="*/ 280 h 289"/>
                  <a:gd name="T62" fmla="*/ 120 w 162"/>
                  <a:gd name="T63" fmla="*/ 274 h 289"/>
                  <a:gd name="T64" fmla="*/ 124 w 162"/>
                  <a:gd name="T65" fmla="*/ 257 h 289"/>
                  <a:gd name="T66" fmla="*/ 134 w 162"/>
                  <a:gd name="T67" fmla="*/ 256 h 289"/>
                  <a:gd name="T68" fmla="*/ 121 w 162"/>
                  <a:gd name="T69" fmla="*/ 242 h 289"/>
                  <a:gd name="T70" fmla="*/ 117 w 162"/>
                  <a:gd name="T71" fmla="*/ 237 h 289"/>
                  <a:gd name="T72" fmla="*/ 122 w 162"/>
                  <a:gd name="T73" fmla="*/ 231 h 289"/>
                  <a:gd name="T74" fmla="*/ 151 w 162"/>
                  <a:gd name="T75" fmla="*/ 233 h 289"/>
                  <a:gd name="T76" fmla="*/ 162 w 162"/>
                  <a:gd name="T77" fmla="*/ 231 h 289"/>
                  <a:gd name="T78" fmla="*/ 145 w 162"/>
                  <a:gd name="T79" fmla="*/ 187 h 289"/>
                  <a:gd name="T80" fmla="*/ 137 w 162"/>
                  <a:gd name="T81" fmla="*/ 184 h 289"/>
                  <a:gd name="T82" fmla="*/ 136 w 162"/>
                  <a:gd name="T83" fmla="*/ 172 h 289"/>
                  <a:gd name="T84" fmla="*/ 138 w 162"/>
                  <a:gd name="T85" fmla="*/ 95 h 289"/>
                  <a:gd name="T86" fmla="*/ 140 w 162"/>
                  <a:gd name="T87" fmla="*/ 80 h 289"/>
                  <a:gd name="T88" fmla="*/ 148 w 162"/>
                  <a:gd name="T89" fmla="*/ 68 h 289"/>
                  <a:gd name="T90" fmla="*/ 139 w 162"/>
                  <a:gd name="T91" fmla="*/ 55 h 289"/>
                  <a:gd name="T92" fmla="*/ 138 w 162"/>
                  <a:gd name="T93" fmla="*/ 44 h 289"/>
                  <a:gd name="T94" fmla="*/ 138 w 162"/>
                  <a:gd name="T95" fmla="*/ 43 h 289"/>
                  <a:gd name="T96" fmla="*/ 146 w 162"/>
                  <a:gd name="T97" fmla="*/ 18 h 289"/>
                  <a:gd name="T98" fmla="*/ 150 w 162"/>
                  <a:gd name="T99" fmla="*/ 10 h 289"/>
                  <a:gd name="T100" fmla="*/ 156 w 162"/>
                  <a:gd name="T101" fmla="*/ 6 h 289"/>
                  <a:gd name="T102" fmla="*/ 148 w 162"/>
                  <a:gd name="T103" fmla="*/ 0 h 289"/>
                  <a:gd name="T104" fmla="*/ 134 w 162"/>
                  <a:gd name="T105" fmla="*/ 5 h 289"/>
                  <a:gd name="T106" fmla="*/ 122 w 162"/>
                  <a:gd name="T107" fmla="*/ 16 h 289"/>
                  <a:gd name="T108" fmla="*/ 105 w 162"/>
                  <a:gd name="T109" fmla="*/ 28 h 289"/>
                  <a:gd name="T110" fmla="*/ 98 w 162"/>
                  <a:gd name="T111" fmla="*/ 35 h 289"/>
                  <a:gd name="T112" fmla="*/ 93 w 162"/>
                  <a:gd name="T113" fmla="*/ 59 h 289"/>
                  <a:gd name="T114" fmla="*/ 92 w 162"/>
                  <a:gd name="T115" fmla="*/ 66 h 289"/>
                  <a:gd name="T116" fmla="*/ 87 w 162"/>
                  <a:gd name="T117" fmla="*/ 72 h 289"/>
                  <a:gd name="T118" fmla="*/ 86 w 162"/>
                  <a:gd name="T119" fmla="*/ 73 h 289"/>
                  <a:gd name="T120" fmla="*/ 76 w 162"/>
                  <a:gd name="T121" fmla="*/ 74 h 289"/>
                  <a:gd name="T122" fmla="*/ 76 w 162"/>
                  <a:gd name="T123" fmla="*/ 74 h 289"/>
                  <a:gd name="T124" fmla="*/ 54 w 162"/>
                  <a:gd name="T125" fmla="*/ 66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62" h="289">
                    <a:moveTo>
                      <a:pt x="54" y="66"/>
                    </a:moveTo>
                    <a:cubicBezTo>
                      <a:pt x="52" y="65"/>
                      <a:pt x="52" y="65"/>
                      <a:pt x="52" y="65"/>
                    </a:cubicBezTo>
                    <a:cubicBezTo>
                      <a:pt x="48" y="90"/>
                      <a:pt x="48" y="90"/>
                      <a:pt x="48" y="90"/>
                    </a:cubicBezTo>
                    <a:cubicBezTo>
                      <a:pt x="54" y="98"/>
                      <a:pt x="54" y="98"/>
                      <a:pt x="54" y="98"/>
                    </a:cubicBezTo>
                    <a:cubicBezTo>
                      <a:pt x="61" y="100"/>
                      <a:pt x="61" y="100"/>
                      <a:pt x="61" y="100"/>
                    </a:cubicBezTo>
                    <a:cubicBezTo>
                      <a:pt x="61" y="100"/>
                      <a:pt x="61" y="100"/>
                      <a:pt x="61" y="100"/>
                    </a:cubicBezTo>
                    <a:cubicBezTo>
                      <a:pt x="61" y="100"/>
                      <a:pt x="61" y="100"/>
                      <a:pt x="61" y="100"/>
                    </a:cubicBezTo>
                    <a:cubicBezTo>
                      <a:pt x="62" y="101"/>
                      <a:pt x="62" y="101"/>
                      <a:pt x="62" y="101"/>
                    </a:cubicBezTo>
                    <a:cubicBezTo>
                      <a:pt x="70" y="108"/>
                      <a:pt x="70" y="108"/>
                      <a:pt x="70" y="108"/>
                    </a:cubicBezTo>
                    <a:cubicBezTo>
                      <a:pt x="82" y="110"/>
                      <a:pt x="82" y="110"/>
                      <a:pt x="82" y="110"/>
                    </a:cubicBezTo>
                    <a:cubicBezTo>
                      <a:pt x="82" y="110"/>
                      <a:pt x="82" y="110"/>
                      <a:pt x="82" y="110"/>
                    </a:cubicBezTo>
                    <a:cubicBezTo>
                      <a:pt x="88" y="114"/>
                      <a:pt x="88" y="114"/>
                      <a:pt x="88" y="114"/>
                    </a:cubicBezTo>
                    <a:cubicBezTo>
                      <a:pt x="88" y="114"/>
                      <a:pt x="88" y="114"/>
                      <a:pt x="88" y="114"/>
                    </a:cubicBezTo>
                    <a:cubicBezTo>
                      <a:pt x="88" y="114"/>
                      <a:pt x="88" y="114"/>
                      <a:pt x="88" y="114"/>
                    </a:cubicBezTo>
                    <a:cubicBezTo>
                      <a:pt x="88" y="115"/>
                      <a:pt x="88" y="115"/>
                      <a:pt x="88" y="115"/>
                    </a:cubicBezTo>
                    <a:cubicBezTo>
                      <a:pt x="93" y="122"/>
                      <a:pt x="93" y="122"/>
                      <a:pt x="93" y="122"/>
                    </a:cubicBezTo>
                    <a:cubicBezTo>
                      <a:pt x="94" y="122"/>
                      <a:pt x="94" y="122"/>
                      <a:pt x="94" y="122"/>
                    </a:cubicBezTo>
                    <a:cubicBezTo>
                      <a:pt x="93" y="123"/>
                      <a:pt x="93" y="123"/>
                      <a:pt x="93" y="123"/>
                    </a:cubicBezTo>
                    <a:cubicBezTo>
                      <a:pt x="89" y="130"/>
                      <a:pt x="89" y="130"/>
                      <a:pt x="89" y="130"/>
                    </a:cubicBezTo>
                    <a:cubicBezTo>
                      <a:pt x="88" y="130"/>
                      <a:pt x="88" y="132"/>
                      <a:pt x="88" y="136"/>
                    </a:cubicBezTo>
                    <a:cubicBezTo>
                      <a:pt x="89" y="136"/>
                      <a:pt x="89" y="136"/>
                      <a:pt x="89" y="136"/>
                    </a:cubicBezTo>
                    <a:cubicBezTo>
                      <a:pt x="89" y="143"/>
                      <a:pt x="89" y="143"/>
                      <a:pt x="89" y="143"/>
                    </a:cubicBezTo>
                    <a:cubicBezTo>
                      <a:pt x="88" y="144"/>
                      <a:pt x="88" y="144"/>
                      <a:pt x="88" y="144"/>
                    </a:cubicBezTo>
                    <a:cubicBezTo>
                      <a:pt x="88" y="144"/>
                      <a:pt x="88" y="144"/>
                      <a:pt x="88" y="144"/>
                    </a:cubicBezTo>
                    <a:cubicBezTo>
                      <a:pt x="85" y="156"/>
                      <a:pt x="85" y="156"/>
                      <a:pt x="85" y="156"/>
                    </a:cubicBezTo>
                    <a:cubicBezTo>
                      <a:pt x="84" y="158"/>
                      <a:pt x="84" y="158"/>
                      <a:pt x="84" y="158"/>
                    </a:cubicBezTo>
                    <a:cubicBezTo>
                      <a:pt x="84" y="158"/>
                      <a:pt x="84" y="158"/>
                      <a:pt x="84" y="158"/>
                    </a:cubicBezTo>
                    <a:cubicBezTo>
                      <a:pt x="82" y="157"/>
                      <a:pt x="82" y="157"/>
                      <a:pt x="82" y="157"/>
                    </a:cubicBezTo>
                    <a:cubicBezTo>
                      <a:pt x="77" y="156"/>
                      <a:pt x="77" y="156"/>
                      <a:pt x="77" y="156"/>
                    </a:cubicBezTo>
                    <a:cubicBezTo>
                      <a:pt x="70" y="156"/>
                      <a:pt x="70" y="156"/>
                      <a:pt x="70" y="156"/>
                    </a:cubicBezTo>
                    <a:cubicBezTo>
                      <a:pt x="64" y="158"/>
                      <a:pt x="64" y="158"/>
                      <a:pt x="64" y="158"/>
                    </a:cubicBezTo>
                    <a:cubicBezTo>
                      <a:pt x="58" y="164"/>
                      <a:pt x="58" y="164"/>
                      <a:pt x="58" y="164"/>
                    </a:cubicBezTo>
                    <a:cubicBezTo>
                      <a:pt x="56" y="166"/>
                      <a:pt x="56" y="166"/>
                      <a:pt x="56" y="166"/>
                    </a:cubicBezTo>
                    <a:cubicBezTo>
                      <a:pt x="65" y="170"/>
                      <a:pt x="65" y="170"/>
                      <a:pt x="65" y="170"/>
                    </a:cubicBezTo>
                    <a:cubicBezTo>
                      <a:pt x="64" y="172"/>
                      <a:pt x="64" y="172"/>
                      <a:pt x="64" y="172"/>
                    </a:cubicBezTo>
                    <a:cubicBezTo>
                      <a:pt x="64" y="174"/>
                      <a:pt x="62" y="176"/>
                      <a:pt x="58" y="177"/>
                    </a:cubicBezTo>
                    <a:cubicBezTo>
                      <a:pt x="53" y="177"/>
                      <a:pt x="53" y="177"/>
                      <a:pt x="53" y="177"/>
                    </a:cubicBezTo>
                    <a:cubicBezTo>
                      <a:pt x="44" y="174"/>
                      <a:pt x="44" y="174"/>
                      <a:pt x="44" y="174"/>
                    </a:cubicBezTo>
                    <a:cubicBezTo>
                      <a:pt x="44" y="174"/>
                      <a:pt x="44" y="174"/>
                      <a:pt x="44" y="174"/>
                    </a:cubicBezTo>
                    <a:cubicBezTo>
                      <a:pt x="44" y="174"/>
                      <a:pt x="44" y="174"/>
                      <a:pt x="44" y="174"/>
                    </a:cubicBezTo>
                    <a:cubicBezTo>
                      <a:pt x="35" y="169"/>
                      <a:pt x="35" y="169"/>
                      <a:pt x="35" y="169"/>
                    </a:cubicBezTo>
                    <a:cubicBezTo>
                      <a:pt x="32" y="169"/>
                      <a:pt x="32" y="169"/>
                      <a:pt x="32" y="169"/>
                    </a:cubicBezTo>
                    <a:cubicBezTo>
                      <a:pt x="22" y="183"/>
                      <a:pt x="22" y="183"/>
                      <a:pt x="22" y="183"/>
                    </a:cubicBezTo>
                    <a:cubicBezTo>
                      <a:pt x="20" y="188"/>
                      <a:pt x="20" y="188"/>
                      <a:pt x="20" y="188"/>
                    </a:cubicBezTo>
                    <a:cubicBezTo>
                      <a:pt x="20" y="196"/>
                      <a:pt x="20" y="196"/>
                      <a:pt x="20" y="196"/>
                    </a:cubicBezTo>
                    <a:cubicBezTo>
                      <a:pt x="24" y="203"/>
                      <a:pt x="24" y="203"/>
                      <a:pt x="24" y="203"/>
                    </a:cubicBezTo>
                    <a:cubicBezTo>
                      <a:pt x="24" y="204"/>
                      <a:pt x="24" y="204"/>
                      <a:pt x="24" y="204"/>
                    </a:cubicBezTo>
                    <a:cubicBezTo>
                      <a:pt x="24" y="204"/>
                      <a:pt x="24" y="204"/>
                      <a:pt x="24" y="204"/>
                    </a:cubicBezTo>
                    <a:cubicBezTo>
                      <a:pt x="24" y="204"/>
                      <a:pt x="24" y="204"/>
                      <a:pt x="24" y="204"/>
                    </a:cubicBezTo>
                    <a:cubicBezTo>
                      <a:pt x="26" y="210"/>
                      <a:pt x="26" y="210"/>
                      <a:pt x="26" y="210"/>
                    </a:cubicBezTo>
                    <a:cubicBezTo>
                      <a:pt x="26" y="211"/>
                      <a:pt x="26" y="211"/>
                      <a:pt x="26" y="211"/>
                    </a:cubicBezTo>
                    <a:cubicBezTo>
                      <a:pt x="26" y="220"/>
                      <a:pt x="26" y="220"/>
                      <a:pt x="26" y="220"/>
                    </a:cubicBezTo>
                    <a:cubicBezTo>
                      <a:pt x="26" y="221"/>
                      <a:pt x="26" y="221"/>
                      <a:pt x="26" y="221"/>
                    </a:cubicBezTo>
                    <a:cubicBezTo>
                      <a:pt x="27" y="222"/>
                      <a:pt x="27" y="222"/>
                      <a:pt x="27" y="222"/>
                    </a:cubicBezTo>
                    <a:cubicBezTo>
                      <a:pt x="20" y="223"/>
                      <a:pt x="20" y="223"/>
                      <a:pt x="20" y="223"/>
                    </a:cubicBezTo>
                    <a:cubicBezTo>
                      <a:pt x="8" y="223"/>
                      <a:pt x="8" y="223"/>
                      <a:pt x="8" y="223"/>
                    </a:cubicBezTo>
                    <a:cubicBezTo>
                      <a:pt x="3" y="227"/>
                      <a:pt x="3" y="227"/>
                      <a:pt x="3" y="227"/>
                    </a:cubicBezTo>
                    <a:cubicBezTo>
                      <a:pt x="0" y="231"/>
                      <a:pt x="0" y="231"/>
                      <a:pt x="0" y="231"/>
                    </a:cubicBezTo>
                    <a:cubicBezTo>
                      <a:pt x="1" y="231"/>
                      <a:pt x="1" y="231"/>
                      <a:pt x="1" y="231"/>
                    </a:cubicBezTo>
                    <a:cubicBezTo>
                      <a:pt x="3" y="243"/>
                      <a:pt x="3" y="243"/>
                      <a:pt x="3" y="243"/>
                    </a:cubicBezTo>
                    <a:cubicBezTo>
                      <a:pt x="4" y="243"/>
                      <a:pt x="4" y="243"/>
                      <a:pt x="4" y="243"/>
                    </a:cubicBezTo>
                    <a:cubicBezTo>
                      <a:pt x="4" y="248"/>
                      <a:pt x="4" y="248"/>
                      <a:pt x="4" y="248"/>
                    </a:cubicBezTo>
                    <a:cubicBezTo>
                      <a:pt x="6" y="254"/>
                      <a:pt x="6" y="254"/>
                      <a:pt x="6" y="254"/>
                    </a:cubicBezTo>
                    <a:cubicBezTo>
                      <a:pt x="15" y="259"/>
                      <a:pt x="15" y="259"/>
                      <a:pt x="15" y="259"/>
                    </a:cubicBezTo>
                    <a:cubicBezTo>
                      <a:pt x="27" y="256"/>
                      <a:pt x="27" y="256"/>
                      <a:pt x="27" y="256"/>
                    </a:cubicBezTo>
                    <a:cubicBezTo>
                      <a:pt x="33" y="252"/>
                      <a:pt x="33" y="252"/>
                      <a:pt x="33" y="252"/>
                    </a:cubicBezTo>
                    <a:cubicBezTo>
                      <a:pt x="34" y="252"/>
                      <a:pt x="34" y="252"/>
                      <a:pt x="34" y="252"/>
                    </a:cubicBezTo>
                    <a:cubicBezTo>
                      <a:pt x="40" y="252"/>
                      <a:pt x="40" y="252"/>
                      <a:pt x="40" y="252"/>
                    </a:cubicBezTo>
                    <a:cubicBezTo>
                      <a:pt x="43" y="260"/>
                      <a:pt x="43" y="260"/>
                      <a:pt x="43" y="260"/>
                    </a:cubicBezTo>
                    <a:cubicBezTo>
                      <a:pt x="45" y="262"/>
                      <a:pt x="46" y="264"/>
                      <a:pt x="47" y="266"/>
                    </a:cubicBezTo>
                    <a:cubicBezTo>
                      <a:pt x="50" y="266"/>
                      <a:pt x="50" y="266"/>
                      <a:pt x="50" y="266"/>
                    </a:cubicBezTo>
                    <a:cubicBezTo>
                      <a:pt x="51" y="266"/>
                      <a:pt x="51" y="266"/>
                      <a:pt x="51" y="266"/>
                    </a:cubicBezTo>
                    <a:cubicBezTo>
                      <a:pt x="52" y="266"/>
                      <a:pt x="52" y="266"/>
                      <a:pt x="52" y="266"/>
                    </a:cubicBezTo>
                    <a:cubicBezTo>
                      <a:pt x="52" y="265"/>
                      <a:pt x="52" y="265"/>
                      <a:pt x="52" y="265"/>
                    </a:cubicBezTo>
                    <a:cubicBezTo>
                      <a:pt x="58" y="260"/>
                      <a:pt x="58" y="260"/>
                      <a:pt x="58" y="260"/>
                    </a:cubicBezTo>
                    <a:cubicBezTo>
                      <a:pt x="63" y="270"/>
                      <a:pt x="63" y="270"/>
                      <a:pt x="63" y="270"/>
                    </a:cubicBezTo>
                    <a:cubicBezTo>
                      <a:pt x="68" y="273"/>
                      <a:pt x="68" y="273"/>
                      <a:pt x="68" y="273"/>
                    </a:cubicBezTo>
                    <a:cubicBezTo>
                      <a:pt x="76" y="273"/>
                      <a:pt x="76" y="273"/>
                      <a:pt x="76" y="273"/>
                    </a:cubicBezTo>
                    <a:cubicBezTo>
                      <a:pt x="82" y="272"/>
                      <a:pt x="82" y="272"/>
                      <a:pt x="82" y="272"/>
                    </a:cubicBezTo>
                    <a:cubicBezTo>
                      <a:pt x="84" y="272"/>
                      <a:pt x="84" y="272"/>
                      <a:pt x="84" y="272"/>
                    </a:cubicBezTo>
                    <a:cubicBezTo>
                      <a:pt x="98" y="274"/>
                      <a:pt x="98" y="274"/>
                      <a:pt x="98" y="274"/>
                    </a:cubicBezTo>
                    <a:cubicBezTo>
                      <a:pt x="98" y="274"/>
                      <a:pt x="98" y="274"/>
                      <a:pt x="98" y="274"/>
                    </a:cubicBezTo>
                    <a:cubicBezTo>
                      <a:pt x="98" y="275"/>
                      <a:pt x="98" y="275"/>
                      <a:pt x="98" y="275"/>
                    </a:cubicBezTo>
                    <a:cubicBezTo>
                      <a:pt x="104" y="278"/>
                      <a:pt x="104" y="278"/>
                      <a:pt x="104" y="278"/>
                    </a:cubicBezTo>
                    <a:cubicBezTo>
                      <a:pt x="104" y="278"/>
                      <a:pt x="104" y="278"/>
                      <a:pt x="104" y="278"/>
                    </a:cubicBezTo>
                    <a:cubicBezTo>
                      <a:pt x="104" y="278"/>
                      <a:pt x="104" y="278"/>
                      <a:pt x="104" y="278"/>
                    </a:cubicBezTo>
                    <a:cubicBezTo>
                      <a:pt x="104" y="279"/>
                      <a:pt x="104" y="279"/>
                      <a:pt x="104" y="279"/>
                    </a:cubicBezTo>
                    <a:cubicBezTo>
                      <a:pt x="110" y="283"/>
                      <a:pt x="110" y="283"/>
                      <a:pt x="110" y="283"/>
                    </a:cubicBezTo>
                    <a:cubicBezTo>
                      <a:pt x="110" y="283"/>
                      <a:pt x="110" y="283"/>
                      <a:pt x="110" y="283"/>
                    </a:cubicBezTo>
                    <a:cubicBezTo>
                      <a:pt x="113" y="287"/>
                      <a:pt x="113" y="287"/>
                      <a:pt x="113" y="287"/>
                    </a:cubicBezTo>
                    <a:cubicBezTo>
                      <a:pt x="117" y="289"/>
                      <a:pt x="117" y="289"/>
                      <a:pt x="117" y="289"/>
                    </a:cubicBezTo>
                    <a:cubicBezTo>
                      <a:pt x="124" y="288"/>
                      <a:pt x="124" y="288"/>
                      <a:pt x="124" y="288"/>
                    </a:cubicBezTo>
                    <a:cubicBezTo>
                      <a:pt x="124" y="280"/>
                      <a:pt x="124" y="280"/>
                      <a:pt x="124" y="280"/>
                    </a:cubicBezTo>
                    <a:cubicBezTo>
                      <a:pt x="120" y="274"/>
                      <a:pt x="120" y="274"/>
                      <a:pt x="120" y="274"/>
                    </a:cubicBezTo>
                    <a:cubicBezTo>
                      <a:pt x="120" y="274"/>
                      <a:pt x="120" y="274"/>
                      <a:pt x="120" y="274"/>
                    </a:cubicBezTo>
                    <a:cubicBezTo>
                      <a:pt x="120" y="274"/>
                      <a:pt x="120" y="274"/>
                      <a:pt x="120" y="274"/>
                    </a:cubicBezTo>
                    <a:cubicBezTo>
                      <a:pt x="118" y="263"/>
                      <a:pt x="118" y="263"/>
                      <a:pt x="118" y="263"/>
                    </a:cubicBezTo>
                    <a:cubicBezTo>
                      <a:pt x="123" y="258"/>
                      <a:pt x="123" y="258"/>
                      <a:pt x="123" y="258"/>
                    </a:cubicBezTo>
                    <a:cubicBezTo>
                      <a:pt x="124" y="257"/>
                      <a:pt x="124" y="257"/>
                      <a:pt x="124" y="257"/>
                    </a:cubicBezTo>
                    <a:cubicBezTo>
                      <a:pt x="124" y="257"/>
                      <a:pt x="124" y="257"/>
                      <a:pt x="124" y="257"/>
                    </a:cubicBezTo>
                    <a:cubicBezTo>
                      <a:pt x="129" y="256"/>
                      <a:pt x="129" y="256"/>
                      <a:pt x="129" y="256"/>
                    </a:cubicBezTo>
                    <a:cubicBezTo>
                      <a:pt x="134" y="256"/>
                      <a:pt x="134" y="256"/>
                      <a:pt x="134" y="256"/>
                    </a:cubicBezTo>
                    <a:cubicBezTo>
                      <a:pt x="136" y="254"/>
                      <a:pt x="136" y="254"/>
                      <a:pt x="136" y="254"/>
                    </a:cubicBezTo>
                    <a:cubicBezTo>
                      <a:pt x="132" y="250"/>
                      <a:pt x="132" y="250"/>
                      <a:pt x="132" y="250"/>
                    </a:cubicBezTo>
                    <a:cubicBezTo>
                      <a:pt x="121" y="242"/>
                      <a:pt x="121" y="242"/>
                      <a:pt x="121" y="242"/>
                    </a:cubicBezTo>
                    <a:cubicBezTo>
                      <a:pt x="118" y="238"/>
                      <a:pt x="118" y="238"/>
                      <a:pt x="118" y="238"/>
                    </a:cubicBezTo>
                    <a:cubicBezTo>
                      <a:pt x="118" y="238"/>
                      <a:pt x="118" y="238"/>
                      <a:pt x="118" y="238"/>
                    </a:cubicBezTo>
                    <a:cubicBezTo>
                      <a:pt x="117" y="237"/>
                      <a:pt x="117" y="237"/>
                      <a:pt x="117" y="237"/>
                    </a:cubicBezTo>
                    <a:cubicBezTo>
                      <a:pt x="118" y="236"/>
                      <a:pt x="118" y="236"/>
                      <a:pt x="118" y="236"/>
                    </a:cubicBezTo>
                    <a:cubicBezTo>
                      <a:pt x="121" y="230"/>
                      <a:pt x="121" y="230"/>
                      <a:pt x="121" y="230"/>
                    </a:cubicBezTo>
                    <a:cubicBezTo>
                      <a:pt x="122" y="231"/>
                      <a:pt x="122" y="231"/>
                      <a:pt x="122" y="231"/>
                    </a:cubicBezTo>
                    <a:cubicBezTo>
                      <a:pt x="130" y="233"/>
                      <a:pt x="130" y="233"/>
                      <a:pt x="130" y="233"/>
                    </a:cubicBezTo>
                    <a:cubicBezTo>
                      <a:pt x="151" y="232"/>
                      <a:pt x="151" y="232"/>
                      <a:pt x="151" y="232"/>
                    </a:cubicBezTo>
                    <a:cubicBezTo>
                      <a:pt x="151" y="233"/>
                      <a:pt x="151" y="233"/>
                      <a:pt x="151" y="233"/>
                    </a:cubicBezTo>
                    <a:cubicBezTo>
                      <a:pt x="152" y="233"/>
                      <a:pt x="152" y="233"/>
                      <a:pt x="152" y="233"/>
                    </a:cubicBezTo>
                    <a:cubicBezTo>
                      <a:pt x="158" y="235"/>
                      <a:pt x="158" y="235"/>
                      <a:pt x="158" y="235"/>
                    </a:cubicBezTo>
                    <a:cubicBezTo>
                      <a:pt x="162" y="231"/>
                      <a:pt x="162" y="231"/>
                      <a:pt x="162" y="231"/>
                    </a:cubicBezTo>
                    <a:cubicBezTo>
                      <a:pt x="160" y="219"/>
                      <a:pt x="160" y="219"/>
                      <a:pt x="160" y="219"/>
                    </a:cubicBezTo>
                    <a:cubicBezTo>
                      <a:pt x="152" y="214"/>
                      <a:pt x="152" y="214"/>
                      <a:pt x="152" y="214"/>
                    </a:cubicBezTo>
                    <a:cubicBezTo>
                      <a:pt x="146" y="210"/>
                      <a:pt x="144" y="202"/>
                      <a:pt x="145" y="187"/>
                    </a:cubicBezTo>
                    <a:cubicBezTo>
                      <a:pt x="138" y="184"/>
                      <a:pt x="138" y="184"/>
                      <a:pt x="138" y="184"/>
                    </a:cubicBezTo>
                    <a:cubicBezTo>
                      <a:pt x="138" y="184"/>
                      <a:pt x="138" y="184"/>
                      <a:pt x="138" y="184"/>
                    </a:cubicBezTo>
                    <a:cubicBezTo>
                      <a:pt x="137" y="184"/>
                      <a:pt x="137" y="184"/>
                      <a:pt x="137" y="184"/>
                    </a:cubicBezTo>
                    <a:cubicBezTo>
                      <a:pt x="137" y="183"/>
                      <a:pt x="137" y="183"/>
                      <a:pt x="137" y="183"/>
                    </a:cubicBezTo>
                    <a:cubicBezTo>
                      <a:pt x="137" y="182"/>
                      <a:pt x="137" y="182"/>
                      <a:pt x="137" y="182"/>
                    </a:cubicBezTo>
                    <a:cubicBezTo>
                      <a:pt x="136" y="172"/>
                      <a:pt x="136" y="172"/>
                      <a:pt x="136" y="172"/>
                    </a:cubicBezTo>
                    <a:cubicBezTo>
                      <a:pt x="144" y="131"/>
                      <a:pt x="144" y="131"/>
                      <a:pt x="144" y="131"/>
                    </a:cubicBezTo>
                    <a:cubicBezTo>
                      <a:pt x="141" y="119"/>
                      <a:pt x="139" y="111"/>
                      <a:pt x="139" y="107"/>
                    </a:cubicBezTo>
                    <a:cubicBezTo>
                      <a:pt x="138" y="95"/>
                      <a:pt x="138" y="95"/>
                      <a:pt x="138" y="95"/>
                    </a:cubicBezTo>
                    <a:cubicBezTo>
                      <a:pt x="139" y="82"/>
                      <a:pt x="139" y="82"/>
                      <a:pt x="139" y="82"/>
                    </a:cubicBezTo>
                    <a:cubicBezTo>
                      <a:pt x="139" y="81"/>
                      <a:pt x="139" y="81"/>
                      <a:pt x="139" y="81"/>
                    </a:cubicBezTo>
                    <a:cubicBezTo>
                      <a:pt x="140" y="80"/>
                      <a:pt x="140" y="80"/>
                      <a:pt x="140" y="80"/>
                    </a:cubicBezTo>
                    <a:cubicBezTo>
                      <a:pt x="140" y="80"/>
                      <a:pt x="140" y="80"/>
                      <a:pt x="140" y="80"/>
                    </a:cubicBezTo>
                    <a:cubicBezTo>
                      <a:pt x="148" y="74"/>
                      <a:pt x="148" y="74"/>
                      <a:pt x="148" y="74"/>
                    </a:cubicBezTo>
                    <a:cubicBezTo>
                      <a:pt x="148" y="68"/>
                      <a:pt x="148" y="68"/>
                      <a:pt x="148" y="68"/>
                    </a:cubicBezTo>
                    <a:cubicBezTo>
                      <a:pt x="148" y="66"/>
                      <a:pt x="147" y="64"/>
                      <a:pt x="145" y="61"/>
                    </a:cubicBezTo>
                    <a:cubicBezTo>
                      <a:pt x="140" y="55"/>
                      <a:pt x="140" y="55"/>
                      <a:pt x="140" y="55"/>
                    </a:cubicBezTo>
                    <a:cubicBezTo>
                      <a:pt x="139" y="55"/>
                      <a:pt x="139" y="55"/>
                      <a:pt x="139" y="55"/>
                    </a:cubicBezTo>
                    <a:cubicBezTo>
                      <a:pt x="139" y="54"/>
                      <a:pt x="139" y="54"/>
                      <a:pt x="139" y="54"/>
                    </a:cubicBezTo>
                    <a:cubicBezTo>
                      <a:pt x="138" y="44"/>
                      <a:pt x="138" y="44"/>
                      <a:pt x="138" y="44"/>
                    </a:cubicBezTo>
                    <a:cubicBezTo>
                      <a:pt x="138" y="44"/>
                      <a:pt x="138" y="44"/>
                      <a:pt x="138" y="44"/>
                    </a:cubicBezTo>
                    <a:cubicBezTo>
                      <a:pt x="138" y="44"/>
                      <a:pt x="138" y="44"/>
                      <a:pt x="138" y="44"/>
                    </a:cubicBezTo>
                    <a:cubicBezTo>
                      <a:pt x="138" y="43"/>
                      <a:pt x="138" y="43"/>
                      <a:pt x="138" y="43"/>
                    </a:cubicBezTo>
                    <a:cubicBezTo>
                      <a:pt x="138" y="43"/>
                      <a:pt x="138" y="43"/>
                      <a:pt x="138" y="43"/>
                    </a:cubicBezTo>
                    <a:cubicBezTo>
                      <a:pt x="149" y="30"/>
                      <a:pt x="149" y="30"/>
                      <a:pt x="149" y="30"/>
                    </a:cubicBezTo>
                    <a:cubicBezTo>
                      <a:pt x="149" y="24"/>
                      <a:pt x="149" y="24"/>
                      <a:pt x="149" y="24"/>
                    </a:cubicBezTo>
                    <a:cubicBezTo>
                      <a:pt x="146" y="18"/>
                      <a:pt x="146" y="18"/>
                      <a:pt x="146" y="18"/>
                    </a:cubicBezTo>
                    <a:cubicBezTo>
                      <a:pt x="146" y="18"/>
                      <a:pt x="146" y="18"/>
                      <a:pt x="146" y="18"/>
                    </a:cubicBezTo>
                    <a:cubicBezTo>
                      <a:pt x="145" y="17"/>
                      <a:pt x="145" y="17"/>
                      <a:pt x="145" y="17"/>
                    </a:cubicBezTo>
                    <a:cubicBezTo>
                      <a:pt x="150" y="10"/>
                      <a:pt x="150" y="10"/>
                      <a:pt x="150" y="10"/>
                    </a:cubicBezTo>
                    <a:cubicBezTo>
                      <a:pt x="150" y="10"/>
                      <a:pt x="150" y="10"/>
                      <a:pt x="150" y="10"/>
                    </a:cubicBezTo>
                    <a:cubicBezTo>
                      <a:pt x="151" y="10"/>
                      <a:pt x="151" y="10"/>
                      <a:pt x="151" y="10"/>
                    </a:cubicBezTo>
                    <a:cubicBezTo>
                      <a:pt x="156" y="6"/>
                      <a:pt x="156" y="6"/>
                      <a:pt x="156" y="6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146" y="9"/>
                      <a:pt x="146" y="9"/>
                      <a:pt x="146" y="9"/>
                    </a:cubicBezTo>
                    <a:cubicBezTo>
                      <a:pt x="145" y="9"/>
                      <a:pt x="145" y="9"/>
                      <a:pt x="145" y="9"/>
                    </a:cubicBezTo>
                    <a:cubicBezTo>
                      <a:pt x="134" y="5"/>
                      <a:pt x="134" y="5"/>
                      <a:pt x="134" y="5"/>
                    </a:cubicBezTo>
                    <a:cubicBezTo>
                      <a:pt x="128" y="4"/>
                      <a:pt x="128" y="4"/>
                      <a:pt x="128" y="4"/>
                    </a:cubicBezTo>
                    <a:cubicBezTo>
                      <a:pt x="130" y="14"/>
                      <a:pt x="130" y="14"/>
                      <a:pt x="130" y="14"/>
                    </a:cubicBezTo>
                    <a:cubicBezTo>
                      <a:pt x="122" y="16"/>
                      <a:pt x="122" y="16"/>
                      <a:pt x="122" y="16"/>
                    </a:cubicBezTo>
                    <a:cubicBezTo>
                      <a:pt x="109" y="23"/>
                      <a:pt x="109" y="23"/>
                      <a:pt x="109" y="23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8"/>
                      <a:pt x="105" y="28"/>
                      <a:pt x="105" y="28"/>
                    </a:cubicBezTo>
                    <a:cubicBezTo>
                      <a:pt x="105" y="29"/>
                      <a:pt x="105" y="29"/>
                      <a:pt x="105" y="29"/>
                    </a:cubicBezTo>
                    <a:cubicBezTo>
                      <a:pt x="104" y="29"/>
                      <a:pt x="104" y="29"/>
                      <a:pt x="104" y="29"/>
                    </a:cubicBezTo>
                    <a:cubicBezTo>
                      <a:pt x="98" y="35"/>
                      <a:pt x="98" y="35"/>
                      <a:pt x="98" y="35"/>
                    </a:cubicBezTo>
                    <a:cubicBezTo>
                      <a:pt x="96" y="44"/>
                      <a:pt x="96" y="44"/>
                      <a:pt x="96" y="44"/>
                    </a:cubicBezTo>
                    <a:cubicBezTo>
                      <a:pt x="96" y="45"/>
                      <a:pt x="96" y="45"/>
                      <a:pt x="96" y="45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3" y="59"/>
                      <a:pt x="93" y="59"/>
                      <a:pt x="93" y="59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2" y="66"/>
                      <a:pt x="92" y="66"/>
                      <a:pt x="92" y="66"/>
                    </a:cubicBezTo>
                    <a:cubicBezTo>
                      <a:pt x="92" y="66"/>
                      <a:pt x="92" y="66"/>
                      <a:pt x="92" y="66"/>
                    </a:cubicBezTo>
                    <a:cubicBezTo>
                      <a:pt x="91" y="66"/>
                      <a:pt x="91" y="66"/>
                      <a:pt x="91" y="66"/>
                    </a:cubicBezTo>
                    <a:cubicBezTo>
                      <a:pt x="87" y="72"/>
                      <a:pt x="87" y="72"/>
                      <a:pt x="87" y="72"/>
                    </a:cubicBezTo>
                    <a:cubicBezTo>
                      <a:pt x="86" y="72"/>
                      <a:pt x="86" y="72"/>
                      <a:pt x="86" y="72"/>
                    </a:cubicBezTo>
                    <a:cubicBezTo>
                      <a:pt x="86" y="72"/>
                      <a:pt x="86" y="72"/>
                      <a:pt x="86" y="72"/>
                    </a:cubicBezTo>
                    <a:cubicBezTo>
                      <a:pt x="86" y="73"/>
                      <a:pt x="86" y="73"/>
                      <a:pt x="86" y="73"/>
                    </a:cubicBezTo>
                    <a:cubicBezTo>
                      <a:pt x="86" y="73"/>
                      <a:pt x="86" y="73"/>
                      <a:pt x="86" y="73"/>
                    </a:cubicBezTo>
                    <a:cubicBezTo>
                      <a:pt x="76" y="74"/>
                      <a:pt x="76" y="74"/>
                      <a:pt x="76" y="74"/>
                    </a:cubicBezTo>
                    <a:cubicBezTo>
                      <a:pt x="76" y="74"/>
                      <a:pt x="76" y="74"/>
                      <a:pt x="76" y="74"/>
                    </a:cubicBezTo>
                    <a:cubicBezTo>
                      <a:pt x="76" y="74"/>
                      <a:pt x="76" y="74"/>
                      <a:pt x="76" y="74"/>
                    </a:cubicBezTo>
                    <a:cubicBezTo>
                      <a:pt x="76" y="74"/>
                      <a:pt x="76" y="74"/>
                      <a:pt x="76" y="74"/>
                    </a:cubicBezTo>
                    <a:cubicBezTo>
                      <a:pt x="76" y="74"/>
                      <a:pt x="76" y="74"/>
                      <a:pt x="76" y="74"/>
                    </a:cubicBezTo>
                    <a:cubicBezTo>
                      <a:pt x="61" y="69"/>
                      <a:pt x="61" y="69"/>
                      <a:pt x="61" y="69"/>
                    </a:cubicBezTo>
                    <a:cubicBezTo>
                      <a:pt x="61" y="69"/>
                      <a:pt x="61" y="69"/>
                      <a:pt x="61" y="69"/>
                    </a:cubicBezTo>
                    <a:lnTo>
                      <a:pt x="54" y="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íSḻiḍè"/>
              <p:cNvSpPr/>
              <p:nvPr/>
            </p:nvSpPr>
            <p:spPr bwMode="auto">
              <a:xfrm>
                <a:off x="3447" y="1749"/>
                <a:ext cx="256" cy="561"/>
              </a:xfrm>
              <a:custGeom>
                <a:avLst/>
                <a:gdLst>
                  <a:gd name="T0" fmla="*/ 100 w 108"/>
                  <a:gd name="T1" fmla="*/ 4 h 237"/>
                  <a:gd name="T2" fmla="*/ 94 w 108"/>
                  <a:gd name="T3" fmla="*/ 6 h 237"/>
                  <a:gd name="T4" fmla="*/ 88 w 108"/>
                  <a:gd name="T5" fmla="*/ 12 h 237"/>
                  <a:gd name="T6" fmla="*/ 87 w 108"/>
                  <a:gd name="T7" fmla="*/ 12 h 237"/>
                  <a:gd name="T8" fmla="*/ 68 w 108"/>
                  <a:gd name="T9" fmla="*/ 14 h 237"/>
                  <a:gd name="T10" fmla="*/ 61 w 108"/>
                  <a:gd name="T11" fmla="*/ 20 h 237"/>
                  <a:gd name="T12" fmla="*/ 56 w 108"/>
                  <a:gd name="T13" fmla="*/ 24 h 237"/>
                  <a:gd name="T14" fmla="*/ 46 w 108"/>
                  <a:gd name="T15" fmla="*/ 24 h 237"/>
                  <a:gd name="T16" fmla="*/ 42 w 108"/>
                  <a:gd name="T17" fmla="*/ 38 h 237"/>
                  <a:gd name="T18" fmla="*/ 41 w 108"/>
                  <a:gd name="T19" fmla="*/ 38 h 237"/>
                  <a:gd name="T20" fmla="*/ 33 w 108"/>
                  <a:gd name="T21" fmla="*/ 46 h 237"/>
                  <a:gd name="T22" fmla="*/ 21 w 108"/>
                  <a:gd name="T23" fmla="*/ 60 h 237"/>
                  <a:gd name="T24" fmla="*/ 14 w 108"/>
                  <a:gd name="T25" fmla="*/ 68 h 237"/>
                  <a:gd name="T26" fmla="*/ 13 w 108"/>
                  <a:gd name="T27" fmla="*/ 77 h 237"/>
                  <a:gd name="T28" fmla="*/ 13 w 108"/>
                  <a:gd name="T29" fmla="*/ 85 h 237"/>
                  <a:gd name="T30" fmla="*/ 8 w 108"/>
                  <a:gd name="T31" fmla="*/ 92 h 237"/>
                  <a:gd name="T32" fmla="*/ 8 w 108"/>
                  <a:gd name="T33" fmla="*/ 112 h 237"/>
                  <a:gd name="T34" fmla="*/ 12 w 108"/>
                  <a:gd name="T35" fmla="*/ 122 h 237"/>
                  <a:gd name="T36" fmla="*/ 11 w 108"/>
                  <a:gd name="T37" fmla="*/ 132 h 237"/>
                  <a:gd name="T38" fmla="*/ 3 w 108"/>
                  <a:gd name="T39" fmla="*/ 162 h 237"/>
                  <a:gd name="T40" fmla="*/ 9 w 108"/>
                  <a:gd name="T41" fmla="*/ 186 h 237"/>
                  <a:gd name="T42" fmla="*/ 7 w 108"/>
                  <a:gd name="T43" fmla="*/ 237 h 237"/>
                  <a:gd name="T44" fmla="*/ 17 w 108"/>
                  <a:gd name="T45" fmla="*/ 228 h 237"/>
                  <a:gd name="T46" fmla="*/ 56 w 108"/>
                  <a:gd name="T47" fmla="*/ 208 h 237"/>
                  <a:gd name="T48" fmla="*/ 75 w 108"/>
                  <a:gd name="T49" fmla="*/ 210 h 237"/>
                  <a:gd name="T50" fmla="*/ 91 w 108"/>
                  <a:gd name="T51" fmla="*/ 196 h 237"/>
                  <a:gd name="T52" fmla="*/ 95 w 108"/>
                  <a:gd name="T53" fmla="*/ 186 h 237"/>
                  <a:gd name="T54" fmla="*/ 95 w 108"/>
                  <a:gd name="T55" fmla="*/ 184 h 237"/>
                  <a:gd name="T56" fmla="*/ 97 w 108"/>
                  <a:gd name="T57" fmla="*/ 170 h 237"/>
                  <a:gd name="T58" fmla="*/ 98 w 108"/>
                  <a:gd name="T59" fmla="*/ 162 h 237"/>
                  <a:gd name="T60" fmla="*/ 95 w 108"/>
                  <a:gd name="T61" fmla="*/ 140 h 237"/>
                  <a:gd name="T62" fmla="*/ 96 w 108"/>
                  <a:gd name="T63" fmla="*/ 134 h 237"/>
                  <a:gd name="T64" fmla="*/ 108 w 108"/>
                  <a:gd name="T65" fmla="*/ 108 h 237"/>
                  <a:gd name="T66" fmla="*/ 91 w 108"/>
                  <a:gd name="T67" fmla="*/ 92 h 237"/>
                  <a:gd name="T68" fmla="*/ 88 w 108"/>
                  <a:gd name="T69" fmla="*/ 85 h 237"/>
                  <a:gd name="T70" fmla="*/ 90 w 108"/>
                  <a:gd name="T71" fmla="*/ 73 h 237"/>
                  <a:gd name="T72" fmla="*/ 92 w 108"/>
                  <a:gd name="T73" fmla="*/ 65 h 237"/>
                  <a:gd name="T74" fmla="*/ 104 w 108"/>
                  <a:gd name="T75" fmla="*/ 56 h 237"/>
                  <a:gd name="T76" fmla="*/ 107 w 108"/>
                  <a:gd name="T77" fmla="*/ 33 h 237"/>
                  <a:gd name="T78" fmla="*/ 100 w 108"/>
                  <a:gd name="T79" fmla="*/ 32 h 237"/>
                  <a:gd name="T80" fmla="*/ 91 w 108"/>
                  <a:gd name="T81" fmla="*/ 26 h 237"/>
                  <a:gd name="T82" fmla="*/ 90 w 108"/>
                  <a:gd name="T83" fmla="*/ 16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08" h="237">
                    <a:moveTo>
                      <a:pt x="101" y="12"/>
                    </a:moveTo>
                    <a:cubicBezTo>
                      <a:pt x="102" y="10"/>
                      <a:pt x="102" y="10"/>
                      <a:pt x="102" y="10"/>
                    </a:cubicBezTo>
                    <a:cubicBezTo>
                      <a:pt x="100" y="4"/>
                      <a:pt x="100" y="4"/>
                      <a:pt x="100" y="4"/>
                    </a:cubicBezTo>
                    <a:cubicBezTo>
                      <a:pt x="97" y="0"/>
                      <a:pt x="97" y="0"/>
                      <a:pt x="97" y="0"/>
                    </a:cubicBezTo>
                    <a:cubicBezTo>
                      <a:pt x="94" y="6"/>
                      <a:pt x="94" y="6"/>
                      <a:pt x="94" y="6"/>
                    </a:cubicBezTo>
                    <a:cubicBezTo>
                      <a:pt x="94" y="6"/>
                      <a:pt x="94" y="6"/>
                      <a:pt x="94" y="6"/>
                    </a:cubicBezTo>
                    <a:cubicBezTo>
                      <a:pt x="94" y="6"/>
                      <a:pt x="94" y="6"/>
                      <a:pt x="94" y="6"/>
                    </a:cubicBezTo>
                    <a:cubicBezTo>
                      <a:pt x="94" y="6"/>
                      <a:pt x="94" y="6"/>
                      <a:pt x="94" y="6"/>
                    </a:cubicBezTo>
                    <a:cubicBezTo>
                      <a:pt x="88" y="12"/>
                      <a:pt x="88" y="12"/>
                      <a:pt x="88" y="12"/>
                    </a:cubicBezTo>
                    <a:cubicBezTo>
                      <a:pt x="88" y="12"/>
                      <a:pt x="88" y="12"/>
                      <a:pt x="88" y="12"/>
                    </a:cubicBezTo>
                    <a:cubicBezTo>
                      <a:pt x="88" y="12"/>
                      <a:pt x="88" y="12"/>
                      <a:pt x="88" y="12"/>
                    </a:cubicBezTo>
                    <a:cubicBezTo>
                      <a:pt x="87" y="12"/>
                      <a:pt x="87" y="12"/>
                      <a:pt x="87" y="12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68" y="14"/>
                      <a:pt x="68" y="14"/>
                      <a:pt x="68" y="14"/>
                    </a:cubicBezTo>
                    <a:cubicBezTo>
                      <a:pt x="62" y="15"/>
                      <a:pt x="62" y="15"/>
                      <a:pt x="62" y="15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56" y="23"/>
                      <a:pt x="56" y="23"/>
                      <a:pt x="56" y="23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5" y="24"/>
                      <a:pt x="55" y="24"/>
                      <a:pt x="55" y="24"/>
                    </a:cubicBezTo>
                    <a:cubicBezTo>
                      <a:pt x="47" y="23"/>
                      <a:pt x="47" y="23"/>
                      <a:pt x="47" y="23"/>
                    </a:cubicBezTo>
                    <a:cubicBezTo>
                      <a:pt x="46" y="24"/>
                      <a:pt x="46" y="24"/>
                      <a:pt x="46" y="24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6" y="32"/>
                      <a:pt x="46" y="32"/>
                      <a:pt x="46" y="32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2" y="38"/>
                      <a:pt x="42" y="38"/>
                      <a:pt x="42" y="38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34" y="46"/>
                      <a:pt x="34" y="46"/>
                      <a:pt x="34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33" y="46"/>
                      <a:pt x="33" y="46"/>
                      <a:pt x="33" y="46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20" y="53"/>
                      <a:pt x="20" y="53"/>
                      <a:pt x="20" y="53"/>
                    </a:cubicBezTo>
                    <a:cubicBezTo>
                      <a:pt x="21" y="60"/>
                      <a:pt x="21" y="60"/>
                      <a:pt x="21" y="60"/>
                    </a:cubicBezTo>
                    <a:cubicBezTo>
                      <a:pt x="21" y="62"/>
                      <a:pt x="21" y="62"/>
                      <a:pt x="21" y="62"/>
                    </a:cubicBezTo>
                    <a:cubicBezTo>
                      <a:pt x="20" y="62"/>
                      <a:pt x="20" y="62"/>
                      <a:pt x="20" y="62"/>
                    </a:cubicBezTo>
                    <a:cubicBezTo>
                      <a:pt x="14" y="68"/>
                      <a:pt x="14" y="68"/>
                      <a:pt x="14" y="68"/>
                    </a:cubicBezTo>
                    <a:cubicBezTo>
                      <a:pt x="10" y="72"/>
                      <a:pt x="10" y="72"/>
                      <a:pt x="10" y="72"/>
                    </a:cubicBezTo>
                    <a:cubicBezTo>
                      <a:pt x="13" y="77"/>
                      <a:pt x="13" y="77"/>
                      <a:pt x="13" y="77"/>
                    </a:cubicBezTo>
                    <a:cubicBezTo>
                      <a:pt x="13" y="77"/>
                      <a:pt x="13" y="77"/>
                      <a:pt x="13" y="77"/>
                    </a:cubicBezTo>
                    <a:cubicBezTo>
                      <a:pt x="13" y="78"/>
                      <a:pt x="13" y="78"/>
                      <a:pt x="13" y="78"/>
                    </a:cubicBezTo>
                    <a:cubicBezTo>
                      <a:pt x="13" y="85"/>
                      <a:pt x="13" y="85"/>
                      <a:pt x="13" y="85"/>
                    </a:cubicBezTo>
                    <a:cubicBezTo>
                      <a:pt x="13" y="85"/>
                      <a:pt x="13" y="85"/>
                      <a:pt x="13" y="85"/>
                    </a:cubicBezTo>
                    <a:cubicBezTo>
                      <a:pt x="13" y="86"/>
                      <a:pt x="13" y="86"/>
                      <a:pt x="13" y="86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8" y="92"/>
                      <a:pt x="8" y="92"/>
                      <a:pt x="8" y="92"/>
                    </a:cubicBezTo>
                    <a:cubicBezTo>
                      <a:pt x="2" y="99"/>
                      <a:pt x="2" y="99"/>
                      <a:pt x="2" y="99"/>
                    </a:cubicBezTo>
                    <a:cubicBezTo>
                      <a:pt x="3" y="107"/>
                      <a:pt x="3" y="107"/>
                      <a:pt x="3" y="107"/>
                    </a:cubicBezTo>
                    <a:cubicBezTo>
                      <a:pt x="8" y="112"/>
                      <a:pt x="8" y="112"/>
                      <a:pt x="8" y="112"/>
                    </a:cubicBezTo>
                    <a:cubicBezTo>
                      <a:pt x="8" y="112"/>
                      <a:pt x="8" y="112"/>
                      <a:pt x="8" y="112"/>
                    </a:cubicBezTo>
                    <a:cubicBezTo>
                      <a:pt x="8" y="112"/>
                      <a:pt x="8" y="112"/>
                      <a:pt x="8" y="112"/>
                    </a:cubicBezTo>
                    <a:cubicBezTo>
                      <a:pt x="11" y="116"/>
                      <a:pt x="12" y="120"/>
                      <a:pt x="12" y="122"/>
                    </a:cubicBezTo>
                    <a:cubicBezTo>
                      <a:pt x="12" y="131"/>
                      <a:pt x="12" y="131"/>
                      <a:pt x="12" y="131"/>
                    </a:cubicBezTo>
                    <a:cubicBezTo>
                      <a:pt x="12" y="131"/>
                      <a:pt x="12" y="131"/>
                      <a:pt x="12" y="131"/>
                    </a:cubicBezTo>
                    <a:cubicBezTo>
                      <a:pt x="11" y="132"/>
                      <a:pt x="11" y="132"/>
                      <a:pt x="11" y="132"/>
                    </a:cubicBezTo>
                    <a:cubicBezTo>
                      <a:pt x="3" y="138"/>
                      <a:pt x="3" y="138"/>
                      <a:pt x="3" y="138"/>
                    </a:cubicBezTo>
                    <a:cubicBezTo>
                      <a:pt x="2" y="150"/>
                      <a:pt x="2" y="150"/>
                      <a:pt x="2" y="150"/>
                    </a:cubicBezTo>
                    <a:cubicBezTo>
                      <a:pt x="3" y="162"/>
                      <a:pt x="3" y="162"/>
                      <a:pt x="3" y="162"/>
                    </a:cubicBezTo>
                    <a:cubicBezTo>
                      <a:pt x="3" y="166"/>
                      <a:pt x="5" y="173"/>
                      <a:pt x="9" y="184"/>
                    </a:cubicBezTo>
                    <a:cubicBezTo>
                      <a:pt x="9" y="185"/>
                      <a:pt x="9" y="185"/>
                      <a:pt x="9" y="185"/>
                    </a:cubicBezTo>
                    <a:cubicBezTo>
                      <a:pt x="9" y="186"/>
                      <a:pt x="9" y="186"/>
                      <a:pt x="9" y="186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1" y="234"/>
                      <a:pt x="1" y="234"/>
                      <a:pt x="1" y="234"/>
                    </a:cubicBezTo>
                    <a:cubicBezTo>
                      <a:pt x="7" y="237"/>
                      <a:pt x="7" y="237"/>
                      <a:pt x="7" y="237"/>
                    </a:cubicBezTo>
                    <a:cubicBezTo>
                      <a:pt x="16" y="228"/>
                      <a:pt x="16" y="228"/>
                      <a:pt x="16" y="228"/>
                    </a:cubicBezTo>
                    <a:cubicBezTo>
                      <a:pt x="16" y="228"/>
                      <a:pt x="16" y="228"/>
                      <a:pt x="16" y="228"/>
                    </a:cubicBezTo>
                    <a:cubicBezTo>
                      <a:pt x="17" y="228"/>
                      <a:pt x="17" y="228"/>
                      <a:pt x="17" y="228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56" y="208"/>
                      <a:pt x="56" y="208"/>
                      <a:pt x="56" y="208"/>
                    </a:cubicBezTo>
                    <a:cubicBezTo>
                      <a:pt x="56" y="208"/>
                      <a:pt x="56" y="208"/>
                      <a:pt x="56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8" y="208"/>
                      <a:pt x="58" y="208"/>
                      <a:pt x="58" y="208"/>
                    </a:cubicBezTo>
                    <a:cubicBezTo>
                      <a:pt x="75" y="210"/>
                      <a:pt x="75" y="210"/>
                      <a:pt x="75" y="210"/>
                    </a:cubicBezTo>
                    <a:cubicBezTo>
                      <a:pt x="78" y="210"/>
                      <a:pt x="83" y="208"/>
                      <a:pt x="90" y="204"/>
                    </a:cubicBezTo>
                    <a:cubicBezTo>
                      <a:pt x="90" y="196"/>
                      <a:pt x="90" y="196"/>
                      <a:pt x="90" y="196"/>
                    </a:cubicBezTo>
                    <a:cubicBezTo>
                      <a:pt x="91" y="196"/>
                      <a:pt x="91" y="196"/>
                      <a:pt x="91" y="196"/>
                    </a:cubicBezTo>
                    <a:cubicBezTo>
                      <a:pt x="91" y="196"/>
                      <a:pt x="91" y="196"/>
                      <a:pt x="91" y="196"/>
                    </a:cubicBezTo>
                    <a:cubicBezTo>
                      <a:pt x="96" y="191"/>
                      <a:pt x="96" y="191"/>
                      <a:pt x="96" y="191"/>
                    </a:cubicBezTo>
                    <a:cubicBezTo>
                      <a:pt x="95" y="186"/>
                      <a:pt x="95" y="186"/>
                      <a:pt x="95" y="186"/>
                    </a:cubicBezTo>
                    <a:cubicBezTo>
                      <a:pt x="95" y="186"/>
                      <a:pt x="95" y="186"/>
                      <a:pt x="95" y="186"/>
                    </a:cubicBezTo>
                    <a:cubicBezTo>
                      <a:pt x="95" y="185"/>
                      <a:pt x="95" y="185"/>
                      <a:pt x="95" y="185"/>
                    </a:cubicBezTo>
                    <a:cubicBezTo>
                      <a:pt x="95" y="184"/>
                      <a:pt x="95" y="184"/>
                      <a:pt x="95" y="184"/>
                    </a:cubicBezTo>
                    <a:cubicBezTo>
                      <a:pt x="95" y="184"/>
                      <a:pt x="95" y="184"/>
                      <a:pt x="95" y="184"/>
                    </a:cubicBezTo>
                    <a:cubicBezTo>
                      <a:pt x="97" y="182"/>
                      <a:pt x="97" y="181"/>
                      <a:pt x="96" y="180"/>
                    </a:cubicBezTo>
                    <a:cubicBezTo>
                      <a:pt x="94" y="177"/>
                      <a:pt x="95" y="174"/>
                      <a:pt x="97" y="170"/>
                    </a:cubicBezTo>
                    <a:cubicBezTo>
                      <a:pt x="99" y="168"/>
                      <a:pt x="99" y="168"/>
                      <a:pt x="99" y="168"/>
                    </a:cubicBezTo>
                    <a:cubicBezTo>
                      <a:pt x="99" y="168"/>
                      <a:pt x="99" y="168"/>
                      <a:pt x="99" y="168"/>
                    </a:cubicBezTo>
                    <a:cubicBezTo>
                      <a:pt x="98" y="162"/>
                      <a:pt x="98" y="162"/>
                      <a:pt x="98" y="162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0" y="153"/>
                      <a:pt x="89" y="150"/>
                      <a:pt x="91" y="147"/>
                    </a:cubicBezTo>
                    <a:cubicBezTo>
                      <a:pt x="92" y="145"/>
                      <a:pt x="93" y="142"/>
                      <a:pt x="95" y="140"/>
                    </a:cubicBezTo>
                    <a:cubicBezTo>
                      <a:pt x="96" y="134"/>
                      <a:pt x="96" y="134"/>
                      <a:pt x="96" y="134"/>
                    </a:cubicBezTo>
                    <a:cubicBezTo>
                      <a:pt x="96" y="134"/>
                      <a:pt x="96" y="134"/>
                      <a:pt x="96" y="134"/>
                    </a:cubicBezTo>
                    <a:cubicBezTo>
                      <a:pt x="96" y="134"/>
                      <a:pt x="96" y="134"/>
                      <a:pt x="96" y="134"/>
                    </a:cubicBezTo>
                    <a:cubicBezTo>
                      <a:pt x="101" y="124"/>
                      <a:pt x="101" y="124"/>
                      <a:pt x="101" y="124"/>
                    </a:cubicBezTo>
                    <a:cubicBezTo>
                      <a:pt x="102" y="120"/>
                      <a:pt x="102" y="120"/>
                      <a:pt x="102" y="120"/>
                    </a:cubicBezTo>
                    <a:cubicBezTo>
                      <a:pt x="108" y="108"/>
                      <a:pt x="108" y="108"/>
                      <a:pt x="108" y="108"/>
                    </a:cubicBezTo>
                    <a:cubicBezTo>
                      <a:pt x="104" y="100"/>
                      <a:pt x="104" y="100"/>
                      <a:pt x="104" y="100"/>
                    </a:cubicBezTo>
                    <a:cubicBezTo>
                      <a:pt x="92" y="92"/>
                      <a:pt x="92" y="92"/>
                      <a:pt x="92" y="92"/>
                    </a:cubicBezTo>
                    <a:cubicBezTo>
                      <a:pt x="91" y="92"/>
                      <a:pt x="91" y="92"/>
                      <a:pt x="91" y="92"/>
                    </a:cubicBezTo>
                    <a:cubicBezTo>
                      <a:pt x="91" y="92"/>
                      <a:pt x="91" y="92"/>
                      <a:pt x="91" y="92"/>
                    </a:cubicBezTo>
                    <a:cubicBezTo>
                      <a:pt x="91" y="92"/>
                      <a:pt x="91" y="92"/>
                      <a:pt x="91" y="92"/>
                    </a:cubicBezTo>
                    <a:cubicBezTo>
                      <a:pt x="88" y="85"/>
                      <a:pt x="88" y="85"/>
                      <a:pt x="88" y="85"/>
                    </a:cubicBezTo>
                    <a:cubicBezTo>
                      <a:pt x="88" y="85"/>
                      <a:pt x="88" y="85"/>
                      <a:pt x="88" y="85"/>
                    </a:cubicBezTo>
                    <a:cubicBezTo>
                      <a:pt x="88" y="84"/>
                      <a:pt x="88" y="84"/>
                      <a:pt x="88" y="84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90" y="73"/>
                      <a:pt x="90" y="73"/>
                      <a:pt x="90" y="73"/>
                    </a:cubicBezTo>
                    <a:cubicBezTo>
                      <a:pt x="92" y="65"/>
                      <a:pt x="92" y="65"/>
                      <a:pt x="92" y="65"/>
                    </a:cubicBezTo>
                    <a:cubicBezTo>
                      <a:pt x="92" y="62"/>
                      <a:pt x="92" y="60"/>
                      <a:pt x="94" y="58"/>
                    </a:cubicBezTo>
                    <a:cubicBezTo>
                      <a:pt x="94" y="58"/>
                      <a:pt x="96" y="57"/>
                      <a:pt x="97" y="57"/>
                    </a:cubicBezTo>
                    <a:cubicBezTo>
                      <a:pt x="104" y="56"/>
                      <a:pt x="104" y="56"/>
                      <a:pt x="104" y="56"/>
                    </a:cubicBezTo>
                    <a:cubicBezTo>
                      <a:pt x="106" y="51"/>
                      <a:pt x="106" y="51"/>
                      <a:pt x="106" y="51"/>
                    </a:cubicBezTo>
                    <a:cubicBezTo>
                      <a:pt x="108" y="38"/>
                      <a:pt x="108" y="38"/>
                      <a:pt x="108" y="38"/>
                    </a:cubicBezTo>
                    <a:cubicBezTo>
                      <a:pt x="107" y="33"/>
                      <a:pt x="107" y="33"/>
                      <a:pt x="107" y="33"/>
                    </a:cubicBezTo>
                    <a:cubicBezTo>
                      <a:pt x="100" y="32"/>
                      <a:pt x="100" y="32"/>
                      <a:pt x="100" y="32"/>
                    </a:cubicBezTo>
                    <a:cubicBezTo>
                      <a:pt x="100" y="32"/>
                      <a:pt x="100" y="32"/>
                      <a:pt x="100" y="32"/>
                    </a:cubicBezTo>
                    <a:cubicBezTo>
                      <a:pt x="100" y="32"/>
                      <a:pt x="100" y="32"/>
                      <a:pt x="100" y="32"/>
                    </a:cubicBezTo>
                    <a:cubicBezTo>
                      <a:pt x="92" y="28"/>
                      <a:pt x="92" y="28"/>
                      <a:pt x="92" y="28"/>
                    </a:cubicBezTo>
                    <a:cubicBezTo>
                      <a:pt x="91" y="27"/>
                      <a:pt x="91" y="27"/>
                      <a:pt x="91" y="27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1" y="26"/>
                      <a:pt x="91" y="26"/>
                      <a:pt x="91" y="26"/>
                    </a:cubicBezTo>
                    <a:cubicBezTo>
                      <a:pt x="90" y="16"/>
                      <a:pt x="90" y="16"/>
                      <a:pt x="90" y="16"/>
                    </a:cubicBezTo>
                    <a:cubicBezTo>
                      <a:pt x="90" y="16"/>
                      <a:pt x="90" y="16"/>
                      <a:pt x="90" y="16"/>
                    </a:cubicBezTo>
                    <a:cubicBezTo>
                      <a:pt x="90" y="14"/>
                      <a:pt x="90" y="14"/>
                      <a:pt x="90" y="14"/>
                    </a:cubicBezTo>
                    <a:lnTo>
                      <a:pt x="101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íşļïḋé"/>
              <p:cNvSpPr/>
              <p:nvPr/>
            </p:nvSpPr>
            <p:spPr bwMode="auto">
              <a:xfrm>
                <a:off x="3381" y="2706"/>
                <a:ext cx="409" cy="473"/>
              </a:xfrm>
              <a:custGeom>
                <a:avLst/>
                <a:gdLst>
                  <a:gd name="T0" fmla="*/ 150 w 173"/>
                  <a:gd name="T1" fmla="*/ 34 h 200"/>
                  <a:gd name="T2" fmla="*/ 146 w 173"/>
                  <a:gd name="T3" fmla="*/ 26 h 200"/>
                  <a:gd name="T4" fmla="*/ 143 w 173"/>
                  <a:gd name="T5" fmla="*/ 12 h 200"/>
                  <a:gd name="T6" fmla="*/ 136 w 173"/>
                  <a:gd name="T7" fmla="*/ 17 h 200"/>
                  <a:gd name="T8" fmla="*/ 125 w 173"/>
                  <a:gd name="T9" fmla="*/ 15 h 200"/>
                  <a:gd name="T10" fmla="*/ 125 w 173"/>
                  <a:gd name="T11" fmla="*/ 7 h 200"/>
                  <a:gd name="T12" fmla="*/ 122 w 173"/>
                  <a:gd name="T13" fmla="*/ 10 h 200"/>
                  <a:gd name="T14" fmla="*/ 109 w 173"/>
                  <a:gd name="T15" fmla="*/ 22 h 200"/>
                  <a:gd name="T16" fmla="*/ 107 w 173"/>
                  <a:gd name="T17" fmla="*/ 22 h 200"/>
                  <a:gd name="T18" fmla="*/ 99 w 173"/>
                  <a:gd name="T19" fmla="*/ 16 h 200"/>
                  <a:gd name="T20" fmla="*/ 92 w 173"/>
                  <a:gd name="T21" fmla="*/ 13 h 200"/>
                  <a:gd name="T22" fmla="*/ 75 w 173"/>
                  <a:gd name="T23" fmla="*/ 8 h 200"/>
                  <a:gd name="T24" fmla="*/ 66 w 173"/>
                  <a:gd name="T25" fmla="*/ 4 h 200"/>
                  <a:gd name="T26" fmla="*/ 47 w 173"/>
                  <a:gd name="T27" fmla="*/ 0 h 200"/>
                  <a:gd name="T28" fmla="*/ 40 w 173"/>
                  <a:gd name="T29" fmla="*/ 16 h 200"/>
                  <a:gd name="T30" fmla="*/ 34 w 173"/>
                  <a:gd name="T31" fmla="*/ 16 h 200"/>
                  <a:gd name="T32" fmla="*/ 14 w 173"/>
                  <a:gd name="T33" fmla="*/ 26 h 200"/>
                  <a:gd name="T34" fmla="*/ 13 w 173"/>
                  <a:gd name="T35" fmla="*/ 72 h 200"/>
                  <a:gd name="T36" fmla="*/ 9 w 173"/>
                  <a:gd name="T37" fmla="*/ 83 h 200"/>
                  <a:gd name="T38" fmla="*/ 1 w 173"/>
                  <a:gd name="T39" fmla="*/ 109 h 200"/>
                  <a:gd name="T40" fmla="*/ 7 w 173"/>
                  <a:gd name="T41" fmla="*/ 111 h 200"/>
                  <a:gd name="T42" fmla="*/ 17 w 173"/>
                  <a:gd name="T43" fmla="*/ 126 h 200"/>
                  <a:gd name="T44" fmla="*/ 14 w 173"/>
                  <a:gd name="T45" fmla="*/ 132 h 200"/>
                  <a:gd name="T46" fmla="*/ 24 w 173"/>
                  <a:gd name="T47" fmla="*/ 158 h 200"/>
                  <a:gd name="T48" fmla="*/ 38 w 173"/>
                  <a:gd name="T49" fmla="*/ 151 h 200"/>
                  <a:gd name="T50" fmla="*/ 46 w 173"/>
                  <a:gd name="T51" fmla="*/ 151 h 200"/>
                  <a:gd name="T52" fmla="*/ 52 w 173"/>
                  <a:gd name="T53" fmla="*/ 140 h 200"/>
                  <a:gd name="T54" fmla="*/ 68 w 173"/>
                  <a:gd name="T55" fmla="*/ 135 h 200"/>
                  <a:gd name="T56" fmla="*/ 77 w 173"/>
                  <a:gd name="T57" fmla="*/ 151 h 200"/>
                  <a:gd name="T58" fmla="*/ 81 w 173"/>
                  <a:gd name="T59" fmla="*/ 165 h 200"/>
                  <a:gd name="T60" fmla="*/ 71 w 173"/>
                  <a:gd name="T61" fmla="*/ 185 h 200"/>
                  <a:gd name="T62" fmla="*/ 84 w 173"/>
                  <a:gd name="T63" fmla="*/ 187 h 200"/>
                  <a:gd name="T64" fmla="*/ 89 w 173"/>
                  <a:gd name="T65" fmla="*/ 199 h 200"/>
                  <a:gd name="T66" fmla="*/ 102 w 173"/>
                  <a:gd name="T67" fmla="*/ 196 h 200"/>
                  <a:gd name="T68" fmla="*/ 108 w 173"/>
                  <a:gd name="T69" fmla="*/ 178 h 200"/>
                  <a:gd name="T70" fmla="*/ 135 w 173"/>
                  <a:gd name="T71" fmla="*/ 189 h 200"/>
                  <a:gd name="T72" fmla="*/ 128 w 173"/>
                  <a:gd name="T73" fmla="*/ 172 h 200"/>
                  <a:gd name="T74" fmla="*/ 128 w 173"/>
                  <a:gd name="T75" fmla="*/ 170 h 200"/>
                  <a:gd name="T76" fmla="*/ 166 w 173"/>
                  <a:gd name="T77" fmla="*/ 166 h 200"/>
                  <a:gd name="T78" fmla="*/ 167 w 173"/>
                  <a:gd name="T79" fmla="*/ 165 h 200"/>
                  <a:gd name="T80" fmla="*/ 167 w 173"/>
                  <a:gd name="T81" fmla="*/ 163 h 200"/>
                  <a:gd name="T82" fmla="*/ 166 w 173"/>
                  <a:gd name="T83" fmla="*/ 142 h 200"/>
                  <a:gd name="T84" fmla="*/ 170 w 173"/>
                  <a:gd name="T85" fmla="*/ 134 h 200"/>
                  <a:gd name="T86" fmla="*/ 163 w 173"/>
                  <a:gd name="T87" fmla="*/ 126 h 200"/>
                  <a:gd name="T88" fmla="*/ 158 w 173"/>
                  <a:gd name="T89" fmla="*/ 98 h 200"/>
                  <a:gd name="T90" fmla="*/ 151 w 173"/>
                  <a:gd name="T91" fmla="*/ 102 h 200"/>
                  <a:gd name="T92" fmla="*/ 150 w 173"/>
                  <a:gd name="T93" fmla="*/ 84 h 200"/>
                  <a:gd name="T94" fmla="*/ 163 w 173"/>
                  <a:gd name="T95" fmla="*/ 50 h 200"/>
                  <a:gd name="T96" fmla="*/ 150 w 173"/>
                  <a:gd name="T97" fmla="*/ 34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73" h="200">
                    <a:moveTo>
                      <a:pt x="150" y="34"/>
                    </a:moveTo>
                    <a:cubicBezTo>
                      <a:pt x="150" y="34"/>
                      <a:pt x="150" y="34"/>
                      <a:pt x="150" y="34"/>
                    </a:cubicBezTo>
                    <a:cubicBezTo>
                      <a:pt x="150" y="34"/>
                      <a:pt x="150" y="34"/>
                      <a:pt x="150" y="34"/>
                    </a:cubicBezTo>
                    <a:cubicBezTo>
                      <a:pt x="150" y="33"/>
                      <a:pt x="150" y="33"/>
                      <a:pt x="150" y="33"/>
                    </a:cubicBezTo>
                    <a:cubicBezTo>
                      <a:pt x="146" y="27"/>
                      <a:pt x="146" y="27"/>
                      <a:pt x="146" y="27"/>
                    </a:cubicBezTo>
                    <a:cubicBezTo>
                      <a:pt x="146" y="26"/>
                      <a:pt x="146" y="26"/>
                      <a:pt x="146" y="26"/>
                    </a:cubicBezTo>
                    <a:cubicBezTo>
                      <a:pt x="146" y="26"/>
                      <a:pt x="146" y="26"/>
                      <a:pt x="146" y="26"/>
                    </a:cubicBezTo>
                    <a:cubicBezTo>
                      <a:pt x="147" y="16"/>
                      <a:pt x="147" y="16"/>
                      <a:pt x="147" y="16"/>
                    </a:cubicBezTo>
                    <a:cubicBezTo>
                      <a:pt x="147" y="15"/>
                      <a:pt x="146" y="14"/>
                      <a:pt x="143" y="12"/>
                    </a:cubicBezTo>
                    <a:cubicBezTo>
                      <a:pt x="141" y="12"/>
                      <a:pt x="141" y="12"/>
                      <a:pt x="141" y="12"/>
                    </a:cubicBezTo>
                    <a:cubicBezTo>
                      <a:pt x="137" y="17"/>
                      <a:pt x="137" y="17"/>
                      <a:pt x="137" y="17"/>
                    </a:cubicBezTo>
                    <a:cubicBezTo>
                      <a:pt x="136" y="17"/>
                      <a:pt x="136" y="17"/>
                      <a:pt x="136" y="17"/>
                    </a:cubicBezTo>
                    <a:cubicBezTo>
                      <a:pt x="136" y="17"/>
                      <a:pt x="136" y="17"/>
                      <a:pt x="136" y="17"/>
                    </a:cubicBezTo>
                    <a:cubicBezTo>
                      <a:pt x="126" y="22"/>
                      <a:pt x="126" y="22"/>
                      <a:pt x="126" y="22"/>
                    </a:cubicBezTo>
                    <a:cubicBezTo>
                      <a:pt x="125" y="15"/>
                      <a:pt x="125" y="15"/>
                      <a:pt x="125" y="15"/>
                    </a:cubicBezTo>
                    <a:cubicBezTo>
                      <a:pt x="125" y="14"/>
                      <a:pt x="125" y="14"/>
                      <a:pt x="125" y="14"/>
                    </a:cubicBezTo>
                    <a:cubicBezTo>
                      <a:pt x="126" y="11"/>
                      <a:pt x="126" y="11"/>
                      <a:pt x="126" y="11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24" y="6"/>
                      <a:pt x="124" y="6"/>
                      <a:pt x="124" y="6"/>
                    </a:cubicBezTo>
                    <a:cubicBezTo>
                      <a:pt x="122" y="10"/>
                      <a:pt x="122" y="10"/>
                      <a:pt x="122" y="10"/>
                    </a:cubicBezTo>
                    <a:cubicBezTo>
                      <a:pt x="122" y="10"/>
                      <a:pt x="122" y="10"/>
                      <a:pt x="122" y="10"/>
                    </a:cubicBezTo>
                    <a:cubicBezTo>
                      <a:pt x="122" y="10"/>
                      <a:pt x="122" y="10"/>
                      <a:pt x="122" y="10"/>
                    </a:cubicBezTo>
                    <a:cubicBezTo>
                      <a:pt x="109" y="21"/>
                      <a:pt x="109" y="21"/>
                      <a:pt x="109" y="21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8" y="22"/>
                      <a:pt x="108" y="22"/>
                      <a:pt x="108" y="22"/>
                    </a:cubicBezTo>
                    <a:cubicBezTo>
                      <a:pt x="107" y="22"/>
                      <a:pt x="107" y="22"/>
                      <a:pt x="107" y="22"/>
                    </a:cubicBezTo>
                    <a:cubicBezTo>
                      <a:pt x="103" y="20"/>
                      <a:pt x="103" y="20"/>
                      <a:pt x="103" y="20"/>
                    </a:cubicBezTo>
                    <a:cubicBezTo>
                      <a:pt x="103" y="20"/>
                      <a:pt x="103" y="20"/>
                      <a:pt x="103" y="20"/>
                    </a:cubicBezTo>
                    <a:cubicBezTo>
                      <a:pt x="99" y="16"/>
                      <a:pt x="99" y="16"/>
                      <a:pt x="99" y="16"/>
                    </a:cubicBezTo>
                    <a:cubicBezTo>
                      <a:pt x="92" y="14"/>
                      <a:pt x="92" y="14"/>
                      <a:pt x="92" y="14"/>
                    </a:cubicBezTo>
                    <a:cubicBezTo>
                      <a:pt x="92" y="14"/>
                      <a:pt x="92" y="14"/>
                      <a:pt x="92" y="14"/>
                    </a:cubicBezTo>
                    <a:cubicBezTo>
                      <a:pt x="92" y="13"/>
                      <a:pt x="92" y="13"/>
                      <a:pt x="92" y="13"/>
                    </a:cubicBezTo>
                    <a:cubicBezTo>
                      <a:pt x="88" y="10"/>
                      <a:pt x="88" y="10"/>
                      <a:pt x="88" y="10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75" y="8"/>
                      <a:pt x="75" y="8"/>
                      <a:pt x="75" y="8"/>
                    </a:cubicBezTo>
                    <a:cubicBezTo>
                      <a:pt x="74" y="8"/>
                      <a:pt x="74" y="8"/>
                      <a:pt x="74" y="8"/>
                    </a:cubicBezTo>
                    <a:cubicBezTo>
                      <a:pt x="66" y="3"/>
                      <a:pt x="66" y="3"/>
                      <a:pt x="66" y="3"/>
                    </a:cubicBezTo>
                    <a:cubicBezTo>
                      <a:pt x="66" y="4"/>
                      <a:pt x="66" y="4"/>
                      <a:pt x="66" y="4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35" y="16"/>
                      <a:pt x="35" y="16"/>
                      <a:pt x="35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4" y="16"/>
                      <a:pt x="34" y="16"/>
                      <a:pt x="34" y="16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14" y="26"/>
                      <a:pt x="14" y="26"/>
                      <a:pt x="14" y="26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10" y="62"/>
                      <a:pt x="10" y="62"/>
                      <a:pt x="10" y="6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4"/>
                      <a:pt x="13" y="74"/>
                      <a:pt x="13" y="74"/>
                    </a:cubicBezTo>
                    <a:cubicBezTo>
                      <a:pt x="12" y="75"/>
                      <a:pt x="12" y="75"/>
                      <a:pt x="12" y="75"/>
                    </a:cubicBezTo>
                    <a:cubicBezTo>
                      <a:pt x="10" y="76"/>
                      <a:pt x="9" y="79"/>
                      <a:pt x="9" y="83"/>
                    </a:cubicBezTo>
                    <a:cubicBezTo>
                      <a:pt x="13" y="99"/>
                      <a:pt x="13" y="99"/>
                      <a:pt x="13" y="99"/>
                    </a:cubicBezTo>
                    <a:cubicBezTo>
                      <a:pt x="12" y="100"/>
                      <a:pt x="12" y="100"/>
                      <a:pt x="12" y="100"/>
                    </a:cubicBezTo>
                    <a:cubicBezTo>
                      <a:pt x="5" y="104"/>
                      <a:pt x="1" y="107"/>
                      <a:pt x="1" y="109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7" y="112"/>
                      <a:pt x="7" y="112"/>
                      <a:pt x="7" y="112"/>
                    </a:cubicBezTo>
                    <a:cubicBezTo>
                      <a:pt x="7" y="111"/>
                      <a:pt x="7" y="111"/>
                      <a:pt x="7" y="111"/>
                    </a:cubicBezTo>
                    <a:cubicBezTo>
                      <a:pt x="8" y="111"/>
                      <a:pt x="8" y="111"/>
                      <a:pt x="8" y="111"/>
                    </a:cubicBezTo>
                    <a:cubicBezTo>
                      <a:pt x="12" y="111"/>
                      <a:pt x="15" y="113"/>
                      <a:pt x="16" y="117"/>
                    </a:cubicBezTo>
                    <a:cubicBezTo>
                      <a:pt x="17" y="126"/>
                      <a:pt x="17" y="126"/>
                      <a:pt x="17" y="126"/>
                    </a:cubicBezTo>
                    <a:cubicBezTo>
                      <a:pt x="16" y="127"/>
                      <a:pt x="16" y="127"/>
                      <a:pt x="16" y="127"/>
                    </a:cubicBezTo>
                    <a:cubicBezTo>
                      <a:pt x="16" y="128"/>
                      <a:pt x="16" y="128"/>
                      <a:pt x="16" y="128"/>
                    </a:cubicBezTo>
                    <a:cubicBezTo>
                      <a:pt x="14" y="129"/>
                      <a:pt x="14" y="130"/>
                      <a:pt x="14" y="132"/>
                    </a:cubicBezTo>
                    <a:cubicBezTo>
                      <a:pt x="12" y="141"/>
                      <a:pt x="12" y="141"/>
                      <a:pt x="12" y="141"/>
                    </a:cubicBezTo>
                    <a:cubicBezTo>
                      <a:pt x="13" y="144"/>
                      <a:pt x="14" y="146"/>
                      <a:pt x="16" y="148"/>
                    </a:cubicBezTo>
                    <a:cubicBezTo>
                      <a:pt x="24" y="158"/>
                      <a:pt x="24" y="158"/>
                      <a:pt x="24" y="158"/>
                    </a:cubicBezTo>
                    <a:cubicBezTo>
                      <a:pt x="32" y="152"/>
                      <a:pt x="32" y="152"/>
                      <a:pt x="32" y="152"/>
                    </a:cubicBezTo>
                    <a:cubicBezTo>
                      <a:pt x="38" y="151"/>
                      <a:pt x="38" y="151"/>
                      <a:pt x="38" y="151"/>
                    </a:cubicBezTo>
                    <a:cubicBezTo>
                      <a:pt x="38" y="151"/>
                      <a:pt x="38" y="151"/>
                      <a:pt x="38" y="151"/>
                    </a:cubicBezTo>
                    <a:cubicBezTo>
                      <a:pt x="38" y="152"/>
                      <a:pt x="38" y="152"/>
                      <a:pt x="38" y="152"/>
                    </a:cubicBezTo>
                    <a:cubicBezTo>
                      <a:pt x="42" y="153"/>
                      <a:pt x="42" y="153"/>
                      <a:pt x="42" y="153"/>
                    </a:cubicBezTo>
                    <a:cubicBezTo>
                      <a:pt x="44" y="153"/>
                      <a:pt x="45" y="152"/>
                      <a:pt x="46" y="151"/>
                    </a:cubicBezTo>
                    <a:cubicBezTo>
                      <a:pt x="50" y="146"/>
                      <a:pt x="50" y="146"/>
                      <a:pt x="50" y="146"/>
                    </a:cubicBezTo>
                    <a:cubicBezTo>
                      <a:pt x="49" y="143"/>
                      <a:pt x="49" y="143"/>
                      <a:pt x="49" y="143"/>
                    </a:cubicBezTo>
                    <a:cubicBezTo>
                      <a:pt x="50" y="142"/>
                      <a:pt x="51" y="141"/>
                      <a:pt x="52" y="140"/>
                    </a:cubicBezTo>
                    <a:cubicBezTo>
                      <a:pt x="62" y="140"/>
                      <a:pt x="62" y="140"/>
                      <a:pt x="62" y="140"/>
                    </a:cubicBezTo>
                    <a:cubicBezTo>
                      <a:pt x="64" y="141"/>
                      <a:pt x="65" y="140"/>
                      <a:pt x="65" y="140"/>
                    </a:cubicBezTo>
                    <a:cubicBezTo>
                      <a:pt x="66" y="137"/>
                      <a:pt x="67" y="136"/>
                      <a:pt x="68" y="135"/>
                    </a:cubicBezTo>
                    <a:cubicBezTo>
                      <a:pt x="70" y="135"/>
                      <a:pt x="72" y="135"/>
                      <a:pt x="73" y="136"/>
                    </a:cubicBezTo>
                    <a:cubicBezTo>
                      <a:pt x="76" y="139"/>
                      <a:pt x="78" y="141"/>
                      <a:pt x="78" y="144"/>
                    </a:cubicBezTo>
                    <a:cubicBezTo>
                      <a:pt x="77" y="151"/>
                      <a:pt x="77" y="151"/>
                      <a:pt x="77" y="151"/>
                    </a:cubicBezTo>
                    <a:cubicBezTo>
                      <a:pt x="78" y="152"/>
                      <a:pt x="78" y="152"/>
                      <a:pt x="78" y="152"/>
                    </a:cubicBezTo>
                    <a:cubicBezTo>
                      <a:pt x="81" y="154"/>
                      <a:pt x="82" y="156"/>
                      <a:pt x="82" y="158"/>
                    </a:cubicBezTo>
                    <a:cubicBezTo>
                      <a:pt x="81" y="165"/>
                      <a:pt x="81" y="165"/>
                      <a:pt x="81" y="165"/>
                    </a:cubicBezTo>
                    <a:cubicBezTo>
                      <a:pt x="80" y="169"/>
                      <a:pt x="78" y="172"/>
                      <a:pt x="77" y="172"/>
                    </a:cubicBezTo>
                    <a:cubicBezTo>
                      <a:pt x="77" y="172"/>
                      <a:pt x="77" y="172"/>
                      <a:pt x="77" y="172"/>
                    </a:cubicBezTo>
                    <a:cubicBezTo>
                      <a:pt x="71" y="185"/>
                      <a:pt x="71" y="185"/>
                      <a:pt x="71" y="185"/>
                    </a:cubicBezTo>
                    <a:cubicBezTo>
                      <a:pt x="73" y="186"/>
                      <a:pt x="73" y="186"/>
                      <a:pt x="73" y="186"/>
                    </a:cubicBezTo>
                    <a:cubicBezTo>
                      <a:pt x="82" y="186"/>
                      <a:pt x="82" y="186"/>
                      <a:pt x="82" y="186"/>
                    </a:cubicBezTo>
                    <a:cubicBezTo>
                      <a:pt x="84" y="187"/>
                      <a:pt x="84" y="187"/>
                      <a:pt x="84" y="187"/>
                    </a:cubicBezTo>
                    <a:cubicBezTo>
                      <a:pt x="84" y="188"/>
                      <a:pt x="84" y="188"/>
                      <a:pt x="84" y="188"/>
                    </a:cubicBezTo>
                    <a:cubicBezTo>
                      <a:pt x="82" y="192"/>
                      <a:pt x="82" y="195"/>
                      <a:pt x="82" y="197"/>
                    </a:cubicBezTo>
                    <a:cubicBezTo>
                      <a:pt x="86" y="199"/>
                      <a:pt x="88" y="200"/>
                      <a:pt x="89" y="199"/>
                    </a:cubicBezTo>
                    <a:cubicBezTo>
                      <a:pt x="94" y="197"/>
                      <a:pt x="94" y="197"/>
                      <a:pt x="94" y="197"/>
                    </a:cubicBezTo>
                    <a:cubicBezTo>
                      <a:pt x="97" y="196"/>
                      <a:pt x="97" y="196"/>
                      <a:pt x="97" y="196"/>
                    </a:cubicBezTo>
                    <a:cubicBezTo>
                      <a:pt x="102" y="196"/>
                      <a:pt x="102" y="196"/>
                      <a:pt x="102" y="196"/>
                    </a:cubicBezTo>
                    <a:cubicBezTo>
                      <a:pt x="108" y="190"/>
                      <a:pt x="108" y="190"/>
                      <a:pt x="108" y="190"/>
                    </a:cubicBezTo>
                    <a:cubicBezTo>
                      <a:pt x="108" y="183"/>
                      <a:pt x="108" y="183"/>
                      <a:pt x="108" y="183"/>
                    </a:cubicBezTo>
                    <a:cubicBezTo>
                      <a:pt x="107" y="181"/>
                      <a:pt x="108" y="179"/>
                      <a:pt x="108" y="178"/>
                    </a:cubicBezTo>
                    <a:cubicBezTo>
                      <a:pt x="110" y="177"/>
                      <a:pt x="113" y="177"/>
                      <a:pt x="118" y="180"/>
                    </a:cubicBezTo>
                    <a:cubicBezTo>
                      <a:pt x="128" y="186"/>
                      <a:pt x="128" y="186"/>
                      <a:pt x="128" y="186"/>
                    </a:cubicBezTo>
                    <a:cubicBezTo>
                      <a:pt x="131" y="188"/>
                      <a:pt x="133" y="189"/>
                      <a:pt x="135" y="189"/>
                    </a:cubicBezTo>
                    <a:cubicBezTo>
                      <a:pt x="135" y="188"/>
                      <a:pt x="135" y="188"/>
                      <a:pt x="135" y="188"/>
                    </a:cubicBezTo>
                    <a:cubicBezTo>
                      <a:pt x="136" y="187"/>
                      <a:pt x="135" y="184"/>
                      <a:pt x="133" y="180"/>
                    </a:cubicBezTo>
                    <a:cubicBezTo>
                      <a:pt x="128" y="172"/>
                      <a:pt x="128" y="172"/>
                      <a:pt x="128" y="172"/>
                    </a:cubicBezTo>
                    <a:cubicBezTo>
                      <a:pt x="128" y="171"/>
                      <a:pt x="128" y="171"/>
                      <a:pt x="128" y="171"/>
                    </a:cubicBezTo>
                    <a:cubicBezTo>
                      <a:pt x="128" y="171"/>
                      <a:pt x="128" y="171"/>
                      <a:pt x="128" y="171"/>
                    </a:cubicBezTo>
                    <a:cubicBezTo>
                      <a:pt x="128" y="170"/>
                      <a:pt x="128" y="170"/>
                      <a:pt x="128" y="170"/>
                    </a:cubicBezTo>
                    <a:cubicBezTo>
                      <a:pt x="134" y="163"/>
                      <a:pt x="139" y="160"/>
                      <a:pt x="146" y="163"/>
                    </a:cubicBezTo>
                    <a:cubicBezTo>
                      <a:pt x="160" y="170"/>
                      <a:pt x="160" y="170"/>
                      <a:pt x="160" y="170"/>
                    </a:cubicBezTo>
                    <a:cubicBezTo>
                      <a:pt x="166" y="166"/>
                      <a:pt x="166" y="166"/>
                      <a:pt x="166" y="166"/>
                    </a:cubicBezTo>
                    <a:cubicBezTo>
                      <a:pt x="167" y="166"/>
                      <a:pt x="167" y="166"/>
                      <a:pt x="167" y="166"/>
                    </a:cubicBezTo>
                    <a:cubicBezTo>
                      <a:pt x="167" y="165"/>
                      <a:pt x="167" y="165"/>
                      <a:pt x="167" y="165"/>
                    </a:cubicBezTo>
                    <a:cubicBezTo>
                      <a:pt x="167" y="165"/>
                      <a:pt x="167" y="165"/>
                      <a:pt x="167" y="165"/>
                    </a:cubicBezTo>
                    <a:cubicBezTo>
                      <a:pt x="166" y="164"/>
                      <a:pt x="166" y="164"/>
                      <a:pt x="166" y="164"/>
                    </a:cubicBezTo>
                    <a:cubicBezTo>
                      <a:pt x="166" y="164"/>
                      <a:pt x="166" y="164"/>
                      <a:pt x="166" y="164"/>
                    </a:cubicBezTo>
                    <a:cubicBezTo>
                      <a:pt x="167" y="163"/>
                      <a:pt x="167" y="163"/>
                      <a:pt x="167" y="163"/>
                    </a:cubicBezTo>
                    <a:cubicBezTo>
                      <a:pt x="172" y="155"/>
                      <a:pt x="173" y="149"/>
                      <a:pt x="172" y="146"/>
                    </a:cubicBezTo>
                    <a:cubicBezTo>
                      <a:pt x="170" y="143"/>
                      <a:pt x="168" y="142"/>
                      <a:pt x="167" y="142"/>
                    </a:cubicBezTo>
                    <a:cubicBezTo>
                      <a:pt x="166" y="142"/>
                      <a:pt x="166" y="142"/>
                      <a:pt x="166" y="142"/>
                    </a:cubicBezTo>
                    <a:cubicBezTo>
                      <a:pt x="165" y="138"/>
                      <a:pt x="165" y="138"/>
                      <a:pt x="165" y="138"/>
                    </a:cubicBezTo>
                    <a:cubicBezTo>
                      <a:pt x="166" y="138"/>
                      <a:pt x="166" y="138"/>
                      <a:pt x="166" y="138"/>
                    </a:cubicBezTo>
                    <a:cubicBezTo>
                      <a:pt x="168" y="136"/>
                      <a:pt x="170" y="135"/>
                      <a:pt x="170" y="134"/>
                    </a:cubicBezTo>
                    <a:cubicBezTo>
                      <a:pt x="169" y="132"/>
                      <a:pt x="169" y="132"/>
                      <a:pt x="169" y="132"/>
                    </a:cubicBezTo>
                    <a:cubicBezTo>
                      <a:pt x="163" y="126"/>
                      <a:pt x="163" y="126"/>
                      <a:pt x="163" y="126"/>
                    </a:cubicBezTo>
                    <a:cubicBezTo>
                      <a:pt x="163" y="126"/>
                      <a:pt x="163" y="126"/>
                      <a:pt x="163" y="126"/>
                    </a:cubicBezTo>
                    <a:cubicBezTo>
                      <a:pt x="163" y="125"/>
                      <a:pt x="163" y="125"/>
                      <a:pt x="163" y="125"/>
                    </a:cubicBezTo>
                    <a:cubicBezTo>
                      <a:pt x="160" y="116"/>
                      <a:pt x="160" y="116"/>
                      <a:pt x="160" y="116"/>
                    </a:cubicBezTo>
                    <a:cubicBezTo>
                      <a:pt x="158" y="110"/>
                      <a:pt x="158" y="104"/>
                      <a:pt x="158" y="98"/>
                    </a:cubicBezTo>
                    <a:cubicBezTo>
                      <a:pt x="158" y="94"/>
                      <a:pt x="158" y="94"/>
                      <a:pt x="158" y="94"/>
                    </a:cubicBezTo>
                    <a:cubicBezTo>
                      <a:pt x="154" y="98"/>
                      <a:pt x="154" y="98"/>
                      <a:pt x="154" y="98"/>
                    </a:cubicBezTo>
                    <a:cubicBezTo>
                      <a:pt x="151" y="102"/>
                      <a:pt x="151" y="102"/>
                      <a:pt x="151" y="102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0" y="85"/>
                      <a:pt x="150" y="85"/>
                      <a:pt x="150" y="85"/>
                    </a:cubicBezTo>
                    <a:cubicBezTo>
                      <a:pt x="150" y="84"/>
                      <a:pt x="150" y="84"/>
                      <a:pt x="150" y="84"/>
                    </a:cubicBezTo>
                    <a:cubicBezTo>
                      <a:pt x="150" y="84"/>
                      <a:pt x="150" y="84"/>
                      <a:pt x="150" y="84"/>
                    </a:cubicBezTo>
                    <a:cubicBezTo>
                      <a:pt x="159" y="71"/>
                      <a:pt x="165" y="64"/>
                      <a:pt x="167" y="62"/>
                    </a:cubicBezTo>
                    <a:cubicBezTo>
                      <a:pt x="163" y="50"/>
                      <a:pt x="163" y="50"/>
                      <a:pt x="163" y="50"/>
                    </a:cubicBezTo>
                    <a:cubicBezTo>
                      <a:pt x="162" y="44"/>
                      <a:pt x="161" y="40"/>
                      <a:pt x="161" y="38"/>
                    </a:cubicBezTo>
                    <a:cubicBezTo>
                      <a:pt x="154" y="35"/>
                      <a:pt x="154" y="35"/>
                      <a:pt x="154" y="35"/>
                    </a:cubicBezTo>
                    <a:lnTo>
                      <a:pt x="150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îṥḻíḋé"/>
              <p:cNvSpPr/>
              <p:nvPr/>
            </p:nvSpPr>
            <p:spPr bwMode="auto">
              <a:xfrm>
                <a:off x="3333" y="2433"/>
                <a:ext cx="578" cy="363"/>
              </a:xfrm>
              <a:custGeom>
                <a:avLst/>
                <a:gdLst>
                  <a:gd name="T0" fmla="*/ 32 w 244"/>
                  <a:gd name="T1" fmla="*/ 5 h 153"/>
                  <a:gd name="T2" fmla="*/ 43 w 244"/>
                  <a:gd name="T3" fmla="*/ 12 h 153"/>
                  <a:gd name="T4" fmla="*/ 49 w 244"/>
                  <a:gd name="T5" fmla="*/ 20 h 153"/>
                  <a:gd name="T6" fmla="*/ 44 w 244"/>
                  <a:gd name="T7" fmla="*/ 26 h 153"/>
                  <a:gd name="T8" fmla="*/ 30 w 244"/>
                  <a:gd name="T9" fmla="*/ 29 h 153"/>
                  <a:gd name="T10" fmla="*/ 32 w 244"/>
                  <a:gd name="T11" fmla="*/ 37 h 153"/>
                  <a:gd name="T12" fmla="*/ 36 w 244"/>
                  <a:gd name="T13" fmla="*/ 54 h 153"/>
                  <a:gd name="T14" fmla="*/ 45 w 244"/>
                  <a:gd name="T15" fmla="*/ 57 h 153"/>
                  <a:gd name="T16" fmla="*/ 46 w 244"/>
                  <a:gd name="T17" fmla="*/ 58 h 153"/>
                  <a:gd name="T18" fmla="*/ 51 w 244"/>
                  <a:gd name="T19" fmla="*/ 65 h 153"/>
                  <a:gd name="T20" fmla="*/ 54 w 244"/>
                  <a:gd name="T21" fmla="*/ 73 h 153"/>
                  <a:gd name="T22" fmla="*/ 40 w 244"/>
                  <a:gd name="T23" fmla="*/ 92 h 153"/>
                  <a:gd name="T24" fmla="*/ 2 w 244"/>
                  <a:gd name="T25" fmla="*/ 102 h 153"/>
                  <a:gd name="T26" fmla="*/ 4 w 244"/>
                  <a:gd name="T27" fmla="*/ 116 h 153"/>
                  <a:gd name="T28" fmla="*/ 19 w 244"/>
                  <a:gd name="T29" fmla="*/ 143 h 153"/>
                  <a:gd name="T30" fmla="*/ 20 w 244"/>
                  <a:gd name="T31" fmla="*/ 143 h 153"/>
                  <a:gd name="T32" fmla="*/ 26 w 244"/>
                  <a:gd name="T33" fmla="*/ 151 h 153"/>
                  <a:gd name="T34" fmla="*/ 30 w 244"/>
                  <a:gd name="T35" fmla="*/ 138 h 153"/>
                  <a:gd name="T36" fmla="*/ 39 w 244"/>
                  <a:gd name="T37" fmla="*/ 127 h 153"/>
                  <a:gd name="T38" fmla="*/ 56 w 244"/>
                  <a:gd name="T39" fmla="*/ 127 h 153"/>
                  <a:gd name="T40" fmla="*/ 63 w 244"/>
                  <a:gd name="T41" fmla="*/ 111 h 153"/>
                  <a:gd name="T42" fmla="*/ 80 w 244"/>
                  <a:gd name="T43" fmla="*/ 111 h 153"/>
                  <a:gd name="T44" fmla="*/ 109 w 244"/>
                  <a:gd name="T45" fmla="*/ 121 h 153"/>
                  <a:gd name="T46" fmla="*/ 110 w 244"/>
                  <a:gd name="T47" fmla="*/ 121 h 153"/>
                  <a:gd name="T48" fmla="*/ 121 w 244"/>
                  <a:gd name="T49" fmla="*/ 127 h 153"/>
                  <a:gd name="T50" fmla="*/ 121 w 244"/>
                  <a:gd name="T51" fmla="*/ 127 h 153"/>
                  <a:gd name="T52" fmla="*/ 132 w 244"/>
                  <a:gd name="T53" fmla="*/ 128 h 153"/>
                  <a:gd name="T54" fmla="*/ 142 w 244"/>
                  <a:gd name="T55" fmla="*/ 115 h 153"/>
                  <a:gd name="T56" fmla="*/ 148 w 244"/>
                  <a:gd name="T57" fmla="*/ 120 h 153"/>
                  <a:gd name="T58" fmla="*/ 149 w 244"/>
                  <a:gd name="T59" fmla="*/ 129 h 153"/>
                  <a:gd name="T60" fmla="*/ 159 w 244"/>
                  <a:gd name="T61" fmla="*/ 123 h 153"/>
                  <a:gd name="T62" fmla="*/ 165 w 244"/>
                  <a:gd name="T63" fmla="*/ 123 h 153"/>
                  <a:gd name="T64" fmla="*/ 170 w 244"/>
                  <a:gd name="T65" fmla="*/ 141 h 153"/>
                  <a:gd name="T66" fmla="*/ 194 w 244"/>
                  <a:gd name="T67" fmla="*/ 130 h 153"/>
                  <a:gd name="T68" fmla="*/ 215 w 244"/>
                  <a:gd name="T69" fmla="*/ 121 h 153"/>
                  <a:gd name="T70" fmla="*/ 237 w 244"/>
                  <a:gd name="T71" fmla="*/ 114 h 153"/>
                  <a:gd name="T72" fmla="*/ 242 w 244"/>
                  <a:gd name="T73" fmla="*/ 111 h 153"/>
                  <a:gd name="T74" fmla="*/ 230 w 244"/>
                  <a:gd name="T75" fmla="*/ 77 h 153"/>
                  <a:gd name="T76" fmla="*/ 236 w 244"/>
                  <a:gd name="T77" fmla="*/ 67 h 153"/>
                  <a:gd name="T78" fmla="*/ 222 w 244"/>
                  <a:gd name="T79" fmla="*/ 63 h 153"/>
                  <a:gd name="T80" fmla="*/ 215 w 244"/>
                  <a:gd name="T81" fmla="*/ 55 h 153"/>
                  <a:gd name="T82" fmla="*/ 214 w 244"/>
                  <a:gd name="T83" fmla="*/ 54 h 153"/>
                  <a:gd name="T84" fmla="*/ 186 w 244"/>
                  <a:gd name="T85" fmla="*/ 47 h 153"/>
                  <a:gd name="T86" fmla="*/ 162 w 244"/>
                  <a:gd name="T87" fmla="*/ 47 h 153"/>
                  <a:gd name="T88" fmla="*/ 108 w 244"/>
                  <a:gd name="T89" fmla="*/ 25 h 153"/>
                  <a:gd name="T90" fmla="*/ 72 w 244"/>
                  <a:gd name="T91" fmla="*/ 0 h 153"/>
                  <a:gd name="T92" fmla="*/ 37 w 244"/>
                  <a:gd name="T93" fmla="*/ 3 h 153"/>
                  <a:gd name="T94" fmla="*/ 31 w 244"/>
                  <a:gd name="T95" fmla="*/ 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44" h="153">
                    <a:moveTo>
                      <a:pt x="31" y="1"/>
                    </a:moveTo>
                    <a:cubicBezTo>
                      <a:pt x="30" y="2"/>
                      <a:pt x="30" y="2"/>
                      <a:pt x="30" y="2"/>
                    </a:cubicBezTo>
                    <a:cubicBezTo>
                      <a:pt x="32" y="5"/>
                      <a:pt x="32" y="5"/>
                      <a:pt x="32" y="5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43" y="12"/>
                      <a:pt x="43" y="12"/>
                      <a:pt x="43" y="12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49" y="20"/>
                      <a:pt x="49" y="20"/>
                      <a:pt x="49" y="20"/>
                    </a:cubicBezTo>
                    <a:cubicBezTo>
                      <a:pt x="45" y="25"/>
                      <a:pt x="45" y="25"/>
                      <a:pt x="45" y="25"/>
                    </a:cubicBezTo>
                    <a:cubicBezTo>
                      <a:pt x="44" y="25"/>
                      <a:pt x="44" y="25"/>
                      <a:pt x="44" y="25"/>
                    </a:cubicBezTo>
                    <a:cubicBezTo>
                      <a:pt x="44" y="26"/>
                      <a:pt x="44" y="26"/>
                      <a:pt x="44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30" y="29"/>
                      <a:pt x="30" y="29"/>
                      <a:pt x="30" y="29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6" y="43"/>
                      <a:pt x="36" y="43"/>
                      <a:pt x="36" y="43"/>
                    </a:cubicBezTo>
                    <a:cubicBezTo>
                      <a:pt x="36" y="54"/>
                      <a:pt x="36" y="54"/>
                      <a:pt x="36" y="54"/>
                    </a:cubicBezTo>
                    <a:cubicBezTo>
                      <a:pt x="39" y="55"/>
                      <a:pt x="39" y="55"/>
                      <a:pt x="39" y="55"/>
                    </a:cubicBezTo>
                    <a:cubicBezTo>
                      <a:pt x="44" y="57"/>
                      <a:pt x="44" y="57"/>
                      <a:pt x="44" y="57"/>
                    </a:cubicBezTo>
                    <a:cubicBezTo>
                      <a:pt x="45" y="57"/>
                      <a:pt x="45" y="57"/>
                      <a:pt x="45" y="57"/>
                    </a:cubicBezTo>
                    <a:cubicBezTo>
                      <a:pt x="45" y="57"/>
                      <a:pt x="45" y="57"/>
                      <a:pt x="45" y="57"/>
                    </a:cubicBezTo>
                    <a:cubicBezTo>
                      <a:pt x="45" y="57"/>
                      <a:pt x="45" y="57"/>
                      <a:pt x="45" y="57"/>
                    </a:cubicBezTo>
                    <a:cubicBezTo>
                      <a:pt x="46" y="58"/>
                      <a:pt x="46" y="58"/>
                      <a:pt x="46" y="58"/>
                    </a:cubicBezTo>
                    <a:cubicBezTo>
                      <a:pt x="51" y="65"/>
                      <a:pt x="51" y="65"/>
                      <a:pt x="51" y="65"/>
                    </a:cubicBezTo>
                    <a:cubicBezTo>
                      <a:pt x="51" y="65"/>
                      <a:pt x="51" y="65"/>
                      <a:pt x="51" y="65"/>
                    </a:cubicBezTo>
                    <a:cubicBezTo>
                      <a:pt x="51" y="65"/>
                      <a:pt x="51" y="65"/>
                      <a:pt x="51" y="65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54" y="78"/>
                      <a:pt x="54" y="78"/>
                      <a:pt x="54" y="78"/>
                    </a:cubicBezTo>
                    <a:cubicBezTo>
                      <a:pt x="53" y="81"/>
                      <a:pt x="52" y="83"/>
                      <a:pt x="52" y="85"/>
                    </a:cubicBezTo>
                    <a:cubicBezTo>
                      <a:pt x="50" y="87"/>
                      <a:pt x="46" y="90"/>
                      <a:pt x="40" y="92"/>
                    </a:cubicBezTo>
                    <a:cubicBezTo>
                      <a:pt x="27" y="100"/>
                      <a:pt x="27" y="100"/>
                      <a:pt x="27" y="100"/>
                    </a:cubicBezTo>
                    <a:cubicBezTo>
                      <a:pt x="26" y="100"/>
                      <a:pt x="26" y="100"/>
                      <a:pt x="26" y="100"/>
                    </a:cubicBezTo>
                    <a:cubicBezTo>
                      <a:pt x="2" y="102"/>
                      <a:pt x="2" y="102"/>
                      <a:pt x="2" y="102"/>
                    </a:cubicBezTo>
                    <a:cubicBezTo>
                      <a:pt x="0" y="108"/>
                      <a:pt x="0" y="108"/>
                      <a:pt x="0" y="108"/>
                    </a:cubicBezTo>
                    <a:cubicBezTo>
                      <a:pt x="4" y="116"/>
                      <a:pt x="4" y="116"/>
                      <a:pt x="4" y="116"/>
                    </a:cubicBezTo>
                    <a:cubicBezTo>
                      <a:pt x="4" y="116"/>
                      <a:pt x="4" y="116"/>
                      <a:pt x="4" y="116"/>
                    </a:cubicBezTo>
                    <a:cubicBezTo>
                      <a:pt x="4" y="117"/>
                      <a:pt x="4" y="117"/>
                      <a:pt x="4" y="117"/>
                    </a:cubicBezTo>
                    <a:cubicBezTo>
                      <a:pt x="6" y="127"/>
                      <a:pt x="6" y="127"/>
                      <a:pt x="6" y="127"/>
                    </a:cubicBezTo>
                    <a:cubicBezTo>
                      <a:pt x="19" y="143"/>
                      <a:pt x="19" y="143"/>
                      <a:pt x="19" y="143"/>
                    </a:cubicBezTo>
                    <a:cubicBezTo>
                      <a:pt x="20" y="143"/>
                      <a:pt x="20" y="143"/>
                      <a:pt x="20" y="143"/>
                    </a:cubicBezTo>
                    <a:cubicBezTo>
                      <a:pt x="20" y="143"/>
                      <a:pt x="20" y="143"/>
                      <a:pt x="20" y="143"/>
                    </a:cubicBezTo>
                    <a:cubicBezTo>
                      <a:pt x="20" y="143"/>
                      <a:pt x="20" y="143"/>
                      <a:pt x="20" y="143"/>
                    </a:cubicBezTo>
                    <a:cubicBezTo>
                      <a:pt x="25" y="153"/>
                      <a:pt x="25" y="153"/>
                      <a:pt x="25" y="153"/>
                    </a:cubicBezTo>
                    <a:cubicBezTo>
                      <a:pt x="26" y="151"/>
                      <a:pt x="26" y="151"/>
                      <a:pt x="26" y="151"/>
                    </a:cubicBezTo>
                    <a:cubicBezTo>
                      <a:pt x="26" y="151"/>
                      <a:pt x="26" y="151"/>
                      <a:pt x="26" y="151"/>
                    </a:cubicBezTo>
                    <a:cubicBezTo>
                      <a:pt x="30" y="139"/>
                      <a:pt x="30" y="139"/>
                      <a:pt x="30" y="139"/>
                    </a:cubicBezTo>
                    <a:cubicBezTo>
                      <a:pt x="30" y="139"/>
                      <a:pt x="30" y="139"/>
                      <a:pt x="30" y="139"/>
                    </a:cubicBezTo>
                    <a:cubicBezTo>
                      <a:pt x="30" y="138"/>
                      <a:pt x="30" y="138"/>
                      <a:pt x="30" y="138"/>
                    </a:cubicBezTo>
                    <a:cubicBezTo>
                      <a:pt x="30" y="138"/>
                      <a:pt x="30" y="138"/>
                      <a:pt x="30" y="138"/>
                    </a:cubicBezTo>
                    <a:cubicBezTo>
                      <a:pt x="38" y="128"/>
                      <a:pt x="38" y="128"/>
                      <a:pt x="38" y="128"/>
                    </a:cubicBezTo>
                    <a:cubicBezTo>
                      <a:pt x="39" y="127"/>
                      <a:pt x="39" y="127"/>
                      <a:pt x="39" y="127"/>
                    </a:cubicBezTo>
                    <a:cubicBezTo>
                      <a:pt x="49" y="123"/>
                      <a:pt x="49" y="123"/>
                      <a:pt x="49" y="123"/>
                    </a:cubicBezTo>
                    <a:cubicBezTo>
                      <a:pt x="50" y="123"/>
                      <a:pt x="50" y="123"/>
                      <a:pt x="50" y="123"/>
                    </a:cubicBezTo>
                    <a:cubicBezTo>
                      <a:pt x="56" y="127"/>
                      <a:pt x="56" y="127"/>
                      <a:pt x="56" y="127"/>
                    </a:cubicBezTo>
                    <a:cubicBezTo>
                      <a:pt x="64" y="126"/>
                      <a:pt x="64" y="126"/>
                      <a:pt x="64" y="126"/>
                    </a:cubicBezTo>
                    <a:cubicBezTo>
                      <a:pt x="62" y="112"/>
                      <a:pt x="62" y="112"/>
                      <a:pt x="62" y="112"/>
                    </a:cubicBezTo>
                    <a:cubicBezTo>
                      <a:pt x="63" y="111"/>
                      <a:pt x="63" y="111"/>
                      <a:pt x="63" y="111"/>
                    </a:cubicBezTo>
                    <a:cubicBezTo>
                      <a:pt x="71" y="111"/>
                      <a:pt x="71" y="111"/>
                      <a:pt x="71" y="111"/>
                    </a:cubicBezTo>
                    <a:cubicBezTo>
                      <a:pt x="79" y="111"/>
                      <a:pt x="79" y="111"/>
                      <a:pt x="79" y="111"/>
                    </a:cubicBezTo>
                    <a:cubicBezTo>
                      <a:pt x="80" y="111"/>
                      <a:pt x="80" y="111"/>
                      <a:pt x="80" y="111"/>
                    </a:cubicBezTo>
                    <a:cubicBezTo>
                      <a:pt x="80" y="111"/>
                      <a:pt x="80" y="111"/>
                      <a:pt x="80" y="111"/>
                    </a:cubicBezTo>
                    <a:cubicBezTo>
                      <a:pt x="96" y="119"/>
                      <a:pt x="96" y="119"/>
                      <a:pt x="96" y="119"/>
                    </a:cubicBezTo>
                    <a:cubicBezTo>
                      <a:pt x="109" y="121"/>
                      <a:pt x="109" y="121"/>
                      <a:pt x="109" y="121"/>
                    </a:cubicBezTo>
                    <a:cubicBezTo>
                      <a:pt x="110" y="121"/>
                      <a:pt x="110" y="121"/>
                      <a:pt x="110" y="121"/>
                    </a:cubicBezTo>
                    <a:cubicBezTo>
                      <a:pt x="110" y="121"/>
                      <a:pt x="110" y="121"/>
                      <a:pt x="110" y="121"/>
                    </a:cubicBezTo>
                    <a:cubicBezTo>
                      <a:pt x="110" y="121"/>
                      <a:pt x="110" y="121"/>
                      <a:pt x="110" y="121"/>
                    </a:cubicBezTo>
                    <a:cubicBezTo>
                      <a:pt x="114" y="125"/>
                      <a:pt x="114" y="125"/>
                      <a:pt x="114" y="125"/>
                    </a:cubicBezTo>
                    <a:cubicBezTo>
                      <a:pt x="121" y="127"/>
                      <a:pt x="121" y="127"/>
                      <a:pt x="121" y="127"/>
                    </a:cubicBezTo>
                    <a:cubicBezTo>
                      <a:pt x="121" y="127"/>
                      <a:pt x="121" y="127"/>
                      <a:pt x="121" y="127"/>
                    </a:cubicBezTo>
                    <a:cubicBezTo>
                      <a:pt x="121" y="127"/>
                      <a:pt x="121" y="127"/>
                      <a:pt x="121" y="127"/>
                    </a:cubicBezTo>
                    <a:cubicBezTo>
                      <a:pt x="121" y="127"/>
                      <a:pt x="121" y="127"/>
                      <a:pt x="121" y="127"/>
                    </a:cubicBezTo>
                    <a:cubicBezTo>
                      <a:pt x="121" y="127"/>
                      <a:pt x="121" y="127"/>
                      <a:pt x="121" y="127"/>
                    </a:cubicBezTo>
                    <a:cubicBezTo>
                      <a:pt x="125" y="131"/>
                      <a:pt x="125" y="131"/>
                      <a:pt x="125" y="131"/>
                    </a:cubicBezTo>
                    <a:cubicBezTo>
                      <a:pt x="127" y="132"/>
                      <a:pt x="127" y="132"/>
                      <a:pt x="127" y="132"/>
                    </a:cubicBezTo>
                    <a:cubicBezTo>
                      <a:pt x="132" y="128"/>
                      <a:pt x="132" y="128"/>
                      <a:pt x="132" y="128"/>
                    </a:cubicBezTo>
                    <a:cubicBezTo>
                      <a:pt x="132" y="127"/>
                      <a:pt x="132" y="127"/>
                      <a:pt x="132" y="127"/>
                    </a:cubicBezTo>
                    <a:cubicBezTo>
                      <a:pt x="138" y="122"/>
                      <a:pt x="138" y="122"/>
                      <a:pt x="138" y="122"/>
                    </a:cubicBezTo>
                    <a:cubicBezTo>
                      <a:pt x="142" y="115"/>
                      <a:pt x="142" y="115"/>
                      <a:pt x="142" y="115"/>
                    </a:cubicBezTo>
                    <a:cubicBezTo>
                      <a:pt x="148" y="119"/>
                      <a:pt x="148" y="119"/>
                      <a:pt x="148" y="119"/>
                    </a:cubicBezTo>
                    <a:cubicBezTo>
                      <a:pt x="148" y="119"/>
                      <a:pt x="148" y="119"/>
                      <a:pt x="148" y="119"/>
                    </a:cubicBezTo>
                    <a:cubicBezTo>
                      <a:pt x="148" y="120"/>
                      <a:pt x="148" y="120"/>
                      <a:pt x="148" y="120"/>
                    </a:cubicBezTo>
                    <a:cubicBezTo>
                      <a:pt x="150" y="125"/>
                      <a:pt x="150" y="125"/>
                      <a:pt x="150" y="125"/>
                    </a:cubicBezTo>
                    <a:cubicBezTo>
                      <a:pt x="150" y="126"/>
                      <a:pt x="150" y="126"/>
                      <a:pt x="150" y="126"/>
                    </a:cubicBezTo>
                    <a:cubicBezTo>
                      <a:pt x="149" y="129"/>
                      <a:pt x="149" y="129"/>
                      <a:pt x="149" y="129"/>
                    </a:cubicBezTo>
                    <a:cubicBezTo>
                      <a:pt x="150" y="130"/>
                      <a:pt x="150" y="130"/>
                      <a:pt x="150" y="130"/>
                    </a:cubicBezTo>
                    <a:cubicBezTo>
                      <a:pt x="154" y="128"/>
                      <a:pt x="154" y="128"/>
                      <a:pt x="154" y="128"/>
                    </a:cubicBezTo>
                    <a:cubicBezTo>
                      <a:pt x="159" y="123"/>
                      <a:pt x="159" y="123"/>
                      <a:pt x="159" y="123"/>
                    </a:cubicBezTo>
                    <a:cubicBezTo>
                      <a:pt x="164" y="123"/>
                      <a:pt x="164" y="123"/>
                      <a:pt x="164" y="123"/>
                    </a:cubicBezTo>
                    <a:cubicBezTo>
                      <a:pt x="164" y="123"/>
                      <a:pt x="164" y="123"/>
                      <a:pt x="164" y="123"/>
                    </a:cubicBezTo>
                    <a:cubicBezTo>
                      <a:pt x="165" y="123"/>
                      <a:pt x="165" y="123"/>
                      <a:pt x="165" y="123"/>
                    </a:cubicBezTo>
                    <a:cubicBezTo>
                      <a:pt x="168" y="125"/>
                      <a:pt x="168" y="125"/>
                      <a:pt x="168" y="125"/>
                    </a:cubicBezTo>
                    <a:cubicBezTo>
                      <a:pt x="171" y="128"/>
                      <a:pt x="172" y="130"/>
                      <a:pt x="171" y="132"/>
                    </a:cubicBezTo>
                    <a:cubicBezTo>
                      <a:pt x="170" y="141"/>
                      <a:pt x="170" y="141"/>
                      <a:pt x="170" y="141"/>
                    </a:cubicBezTo>
                    <a:cubicBezTo>
                      <a:pt x="173" y="145"/>
                      <a:pt x="173" y="145"/>
                      <a:pt x="173" y="145"/>
                    </a:cubicBezTo>
                    <a:cubicBezTo>
                      <a:pt x="174" y="145"/>
                      <a:pt x="174" y="145"/>
                      <a:pt x="174" y="145"/>
                    </a:cubicBezTo>
                    <a:cubicBezTo>
                      <a:pt x="183" y="135"/>
                      <a:pt x="190" y="130"/>
                      <a:pt x="194" y="130"/>
                    </a:cubicBezTo>
                    <a:cubicBezTo>
                      <a:pt x="204" y="130"/>
                      <a:pt x="204" y="130"/>
                      <a:pt x="204" y="130"/>
                    </a:cubicBezTo>
                    <a:cubicBezTo>
                      <a:pt x="207" y="125"/>
                      <a:pt x="207" y="125"/>
                      <a:pt x="207" y="125"/>
                    </a:cubicBezTo>
                    <a:cubicBezTo>
                      <a:pt x="215" y="121"/>
                      <a:pt x="215" y="121"/>
                      <a:pt x="215" y="121"/>
                    </a:cubicBezTo>
                    <a:cubicBezTo>
                      <a:pt x="216" y="121"/>
                      <a:pt x="216" y="121"/>
                      <a:pt x="216" y="121"/>
                    </a:cubicBezTo>
                    <a:cubicBezTo>
                      <a:pt x="226" y="120"/>
                      <a:pt x="226" y="120"/>
                      <a:pt x="226" y="120"/>
                    </a:cubicBezTo>
                    <a:cubicBezTo>
                      <a:pt x="237" y="114"/>
                      <a:pt x="237" y="114"/>
                      <a:pt x="237" y="114"/>
                    </a:cubicBezTo>
                    <a:cubicBezTo>
                      <a:pt x="237" y="114"/>
                      <a:pt x="237" y="114"/>
                      <a:pt x="237" y="114"/>
                    </a:cubicBezTo>
                    <a:cubicBezTo>
                      <a:pt x="244" y="114"/>
                      <a:pt x="244" y="114"/>
                      <a:pt x="244" y="114"/>
                    </a:cubicBezTo>
                    <a:cubicBezTo>
                      <a:pt x="242" y="111"/>
                      <a:pt x="242" y="111"/>
                      <a:pt x="242" y="111"/>
                    </a:cubicBezTo>
                    <a:cubicBezTo>
                      <a:pt x="243" y="110"/>
                      <a:pt x="243" y="110"/>
                      <a:pt x="243" y="110"/>
                    </a:cubicBezTo>
                    <a:cubicBezTo>
                      <a:pt x="244" y="108"/>
                      <a:pt x="244" y="108"/>
                      <a:pt x="244" y="108"/>
                    </a:cubicBezTo>
                    <a:cubicBezTo>
                      <a:pt x="230" y="77"/>
                      <a:pt x="230" y="77"/>
                      <a:pt x="230" y="77"/>
                    </a:cubicBezTo>
                    <a:cubicBezTo>
                      <a:pt x="230" y="76"/>
                      <a:pt x="230" y="76"/>
                      <a:pt x="230" y="76"/>
                    </a:cubicBezTo>
                    <a:cubicBezTo>
                      <a:pt x="229" y="75"/>
                      <a:pt x="229" y="75"/>
                      <a:pt x="229" y="75"/>
                    </a:cubicBezTo>
                    <a:cubicBezTo>
                      <a:pt x="236" y="67"/>
                      <a:pt x="236" y="67"/>
                      <a:pt x="236" y="67"/>
                    </a:cubicBezTo>
                    <a:cubicBezTo>
                      <a:pt x="234" y="65"/>
                      <a:pt x="234" y="65"/>
                      <a:pt x="234" y="65"/>
                    </a:cubicBezTo>
                    <a:cubicBezTo>
                      <a:pt x="223" y="63"/>
                      <a:pt x="223" y="63"/>
                      <a:pt x="223" y="63"/>
                    </a:cubicBezTo>
                    <a:cubicBezTo>
                      <a:pt x="222" y="63"/>
                      <a:pt x="222" y="63"/>
                      <a:pt x="222" y="63"/>
                    </a:cubicBezTo>
                    <a:cubicBezTo>
                      <a:pt x="222" y="63"/>
                      <a:pt x="222" y="63"/>
                      <a:pt x="222" y="63"/>
                    </a:cubicBezTo>
                    <a:cubicBezTo>
                      <a:pt x="222" y="62"/>
                      <a:pt x="222" y="62"/>
                      <a:pt x="222" y="62"/>
                    </a:cubicBezTo>
                    <a:cubicBezTo>
                      <a:pt x="215" y="55"/>
                      <a:pt x="215" y="55"/>
                      <a:pt x="215" y="55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215" y="53"/>
                      <a:pt x="215" y="53"/>
                      <a:pt x="215" y="53"/>
                    </a:cubicBezTo>
                    <a:cubicBezTo>
                      <a:pt x="214" y="54"/>
                      <a:pt x="214" y="54"/>
                      <a:pt x="214" y="54"/>
                    </a:cubicBezTo>
                    <a:cubicBezTo>
                      <a:pt x="208" y="50"/>
                      <a:pt x="208" y="50"/>
                      <a:pt x="208" y="50"/>
                    </a:cubicBezTo>
                    <a:cubicBezTo>
                      <a:pt x="206" y="53"/>
                      <a:pt x="203" y="56"/>
                      <a:pt x="200" y="57"/>
                    </a:cubicBezTo>
                    <a:cubicBezTo>
                      <a:pt x="197" y="58"/>
                      <a:pt x="192" y="55"/>
                      <a:pt x="186" y="47"/>
                    </a:cubicBezTo>
                    <a:cubicBezTo>
                      <a:pt x="183" y="43"/>
                      <a:pt x="183" y="43"/>
                      <a:pt x="183" y="43"/>
                    </a:cubicBezTo>
                    <a:cubicBezTo>
                      <a:pt x="183" y="43"/>
                      <a:pt x="180" y="43"/>
                      <a:pt x="176" y="45"/>
                    </a:cubicBezTo>
                    <a:cubicBezTo>
                      <a:pt x="169" y="47"/>
                      <a:pt x="164" y="48"/>
                      <a:pt x="162" y="47"/>
                    </a:cubicBezTo>
                    <a:cubicBezTo>
                      <a:pt x="160" y="45"/>
                      <a:pt x="160" y="41"/>
                      <a:pt x="160" y="35"/>
                    </a:cubicBezTo>
                    <a:cubicBezTo>
                      <a:pt x="161" y="31"/>
                      <a:pt x="160" y="29"/>
                      <a:pt x="160" y="27"/>
                    </a:cubicBezTo>
                    <a:cubicBezTo>
                      <a:pt x="108" y="25"/>
                      <a:pt x="108" y="25"/>
                      <a:pt x="108" y="25"/>
                    </a:cubicBezTo>
                    <a:cubicBezTo>
                      <a:pt x="103" y="23"/>
                      <a:pt x="99" y="21"/>
                      <a:pt x="97" y="19"/>
                    </a:cubicBezTo>
                    <a:cubicBezTo>
                      <a:pt x="89" y="17"/>
                      <a:pt x="89" y="17"/>
                      <a:pt x="89" y="17"/>
                    </a:cubicBezTo>
                    <a:cubicBezTo>
                      <a:pt x="86" y="15"/>
                      <a:pt x="80" y="10"/>
                      <a:pt x="72" y="0"/>
                    </a:cubicBezTo>
                    <a:cubicBezTo>
                      <a:pt x="66" y="5"/>
                      <a:pt x="66" y="5"/>
                      <a:pt x="66" y="5"/>
                    </a:cubicBezTo>
                    <a:cubicBezTo>
                      <a:pt x="58" y="2"/>
                      <a:pt x="58" y="2"/>
                      <a:pt x="58" y="2"/>
                    </a:cubicBezTo>
                    <a:cubicBezTo>
                      <a:pt x="37" y="3"/>
                      <a:pt x="37" y="3"/>
                      <a:pt x="37" y="3"/>
                    </a:cubicBezTo>
                    <a:cubicBezTo>
                      <a:pt x="37" y="3"/>
                      <a:pt x="37" y="3"/>
                      <a:pt x="37" y="3"/>
                    </a:cubicBezTo>
                    <a:cubicBezTo>
                      <a:pt x="37" y="3"/>
                      <a:pt x="37" y="3"/>
                      <a:pt x="37" y="3"/>
                    </a:cubicBezTo>
                    <a:lnTo>
                      <a:pt x="3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íṡḷîďé"/>
              <p:cNvSpPr/>
              <p:nvPr/>
            </p:nvSpPr>
            <p:spPr bwMode="auto">
              <a:xfrm>
                <a:off x="3461" y="3098"/>
                <a:ext cx="601" cy="476"/>
              </a:xfrm>
              <a:custGeom>
                <a:avLst/>
                <a:gdLst>
                  <a:gd name="T0" fmla="*/ 244 w 254"/>
                  <a:gd name="T1" fmla="*/ 64 h 201"/>
                  <a:gd name="T2" fmla="*/ 254 w 254"/>
                  <a:gd name="T3" fmla="*/ 63 h 201"/>
                  <a:gd name="T4" fmla="*/ 236 w 254"/>
                  <a:gd name="T5" fmla="*/ 44 h 201"/>
                  <a:gd name="T6" fmla="*/ 223 w 254"/>
                  <a:gd name="T7" fmla="*/ 22 h 201"/>
                  <a:gd name="T8" fmla="*/ 202 w 254"/>
                  <a:gd name="T9" fmla="*/ 27 h 201"/>
                  <a:gd name="T10" fmla="*/ 200 w 254"/>
                  <a:gd name="T11" fmla="*/ 29 h 201"/>
                  <a:gd name="T12" fmla="*/ 182 w 254"/>
                  <a:gd name="T13" fmla="*/ 25 h 201"/>
                  <a:gd name="T14" fmla="*/ 150 w 254"/>
                  <a:gd name="T15" fmla="*/ 40 h 201"/>
                  <a:gd name="T16" fmla="*/ 150 w 254"/>
                  <a:gd name="T17" fmla="*/ 19 h 201"/>
                  <a:gd name="T18" fmla="*/ 149 w 254"/>
                  <a:gd name="T19" fmla="*/ 10 h 201"/>
                  <a:gd name="T20" fmla="*/ 138 w 254"/>
                  <a:gd name="T21" fmla="*/ 10 h 201"/>
                  <a:gd name="T22" fmla="*/ 126 w 254"/>
                  <a:gd name="T23" fmla="*/ 9 h 201"/>
                  <a:gd name="T24" fmla="*/ 110 w 254"/>
                  <a:gd name="T25" fmla="*/ 1 h 201"/>
                  <a:gd name="T26" fmla="*/ 105 w 254"/>
                  <a:gd name="T27" fmla="*/ 24 h 201"/>
                  <a:gd name="T28" fmla="*/ 82 w 254"/>
                  <a:gd name="T29" fmla="*/ 18 h 201"/>
                  <a:gd name="T30" fmla="*/ 78 w 254"/>
                  <a:gd name="T31" fmla="*/ 16 h 201"/>
                  <a:gd name="T32" fmla="*/ 72 w 254"/>
                  <a:gd name="T33" fmla="*/ 33 h 201"/>
                  <a:gd name="T34" fmla="*/ 75 w 254"/>
                  <a:gd name="T35" fmla="*/ 47 h 201"/>
                  <a:gd name="T36" fmla="*/ 68 w 254"/>
                  <a:gd name="T37" fmla="*/ 61 h 201"/>
                  <a:gd name="T38" fmla="*/ 52 w 254"/>
                  <a:gd name="T39" fmla="*/ 102 h 201"/>
                  <a:gd name="T40" fmla="*/ 29 w 254"/>
                  <a:gd name="T41" fmla="*/ 117 h 201"/>
                  <a:gd name="T42" fmla="*/ 32 w 254"/>
                  <a:gd name="T43" fmla="*/ 124 h 201"/>
                  <a:gd name="T44" fmla="*/ 19 w 254"/>
                  <a:gd name="T45" fmla="*/ 142 h 201"/>
                  <a:gd name="T46" fmla="*/ 5 w 254"/>
                  <a:gd name="T47" fmla="*/ 146 h 201"/>
                  <a:gd name="T48" fmla="*/ 2 w 254"/>
                  <a:gd name="T49" fmla="*/ 184 h 201"/>
                  <a:gd name="T50" fmla="*/ 8 w 254"/>
                  <a:gd name="T51" fmla="*/ 196 h 201"/>
                  <a:gd name="T52" fmla="*/ 21 w 254"/>
                  <a:gd name="T53" fmla="*/ 200 h 201"/>
                  <a:gd name="T54" fmla="*/ 22 w 254"/>
                  <a:gd name="T55" fmla="*/ 199 h 201"/>
                  <a:gd name="T56" fmla="*/ 18 w 254"/>
                  <a:gd name="T57" fmla="*/ 186 h 201"/>
                  <a:gd name="T58" fmla="*/ 12 w 254"/>
                  <a:gd name="T59" fmla="*/ 182 h 201"/>
                  <a:gd name="T60" fmla="*/ 18 w 254"/>
                  <a:gd name="T61" fmla="*/ 173 h 201"/>
                  <a:gd name="T62" fmla="*/ 32 w 254"/>
                  <a:gd name="T63" fmla="*/ 162 h 201"/>
                  <a:gd name="T64" fmla="*/ 64 w 254"/>
                  <a:gd name="T65" fmla="*/ 141 h 201"/>
                  <a:gd name="T66" fmla="*/ 70 w 254"/>
                  <a:gd name="T67" fmla="*/ 145 h 201"/>
                  <a:gd name="T68" fmla="*/ 75 w 254"/>
                  <a:gd name="T69" fmla="*/ 141 h 201"/>
                  <a:gd name="T70" fmla="*/ 96 w 254"/>
                  <a:gd name="T71" fmla="*/ 137 h 201"/>
                  <a:gd name="T72" fmla="*/ 98 w 254"/>
                  <a:gd name="T73" fmla="*/ 136 h 201"/>
                  <a:gd name="T74" fmla="*/ 119 w 254"/>
                  <a:gd name="T75" fmla="*/ 128 h 201"/>
                  <a:gd name="T76" fmla="*/ 124 w 254"/>
                  <a:gd name="T77" fmla="*/ 96 h 201"/>
                  <a:gd name="T78" fmla="*/ 130 w 254"/>
                  <a:gd name="T79" fmla="*/ 94 h 201"/>
                  <a:gd name="T80" fmla="*/ 132 w 254"/>
                  <a:gd name="T81" fmla="*/ 95 h 201"/>
                  <a:gd name="T82" fmla="*/ 159 w 254"/>
                  <a:gd name="T83" fmla="*/ 112 h 201"/>
                  <a:gd name="T84" fmla="*/ 156 w 254"/>
                  <a:gd name="T85" fmla="*/ 103 h 201"/>
                  <a:gd name="T86" fmla="*/ 166 w 254"/>
                  <a:gd name="T87" fmla="*/ 99 h 201"/>
                  <a:gd name="T88" fmla="*/ 173 w 254"/>
                  <a:gd name="T89" fmla="*/ 95 h 201"/>
                  <a:gd name="T90" fmla="*/ 193 w 254"/>
                  <a:gd name="T91" fmla="*/ 101 h 201"/>
                  <a:gd name="T92" fmla="*/ 206 w 254"/>
                  <a:gd name="T93" fmla="*/ 92 h 201"/>
                  <a:gd name="T94" fmla="*/ 207 w 254"/>
                  <a:gd name="T95" fmla="*/ 94 h 201"/>
                  <a:gd name="T96" fmla="*/ 238 w 254"/>
                  <a:gd name="T97" fmla="*/ 69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54" h="201">
                    <a:moveTo>
                      <a:pt x="238" y="69"/>
                    </a:moveTo>
                    <a:cubicBezTo>
                      <a:pt x="242" y="68"/>
                      <a:pt x="244" y="67"/>
                      <a:pt x="244" y="65"/>
                    </a:cubicBezTo>
                    <a:cubicBezTo>
                      <a:pt x="244" y="64"/>
                      <a:pt x="244" y="64"/>
                      <a:pt x="244" y="64"/>
                    </a:cubicBezTo>
                    <a:cubicBezTo>
                      <a:pt x="245" y="63"/>
                      <a:pt x="245" y="63"/>
                      <a:pt x="245" y="63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54" y="63"/>
                      <a:pt x="254" y="63"/>
                      <a:pt x="254" y="63"/>
                    </a:cubicBezTo>
                    <a:cubicBezTo>
                      <a:pt x="254" y="58"/>
                      <a:pt x="254" y="58"/>
                      <a:pt x="254" y="58"/>
                    </a:cubicBezTo>
                    <a:cubicBezTo>
                      <a:pt x="252" y="58"/>
                      <a:pt x="250" y="57"/>
                      <a:pt x="248" y="55"/>
                    </a:cubicBezTo>
                    <a:cubicBezTo>
                      <a:pt x="236" y="44"/>
                      <a:pt x="236" y="44"/>
                      <a:pt x="236" y="44"/>
                    </a:cubicBezTo>
                    <a:cubicBezTo>
                      <a:pt x="236" y="44"/>
                      <a:pt x="236" y="44"/>
                      <a:pt x="236" y="44"/>
                    </a:cubicBezTo>
                    <a:cubicBezTo>
                      <a:pt x="230" y="29"/>
                      <a:pt x="230" y="29"/>
                      <a:pt x="230" y="29"/>
                    </a:cubicBezTo>
                    <a:cubicBezTo>
                      <a:pt x="223" y="22"/>
                      <a:pt x="223" y="22"/>
                      <a:pt x="223" y="22"/>
                    </a:cubicBezTo>
                    <a:cubicBezTo>
                      <a:pt x="214" y="21"/>
                      <a:pt x="208" y="21"/>
                      <a:pt x="203" y="22"/>
                    </a:cubicBezTo>
                    <a:cubicBezTo>
                      <a:pt x="201" y="22"/>
                      <a:pt x="201" y="22"/>
                      <a:pt x="201" y="22"/>
                    </a:cubicBezTo>
                    <a:cubicBezTo>
                      <a:pt x="202" y="27"/>
                      <a:pt x="202" y="27"/>
                      <a:pt x="202" y="27"/>
                    </a:cubicBezTo>
                    <a:cubicBezTo>
                      <a:pt x="202" y="28"/>
                      <a:pt x="202" y="28"/>
                      <a:pt x="202" y="28"/>
                    </a:cubicBezTo>
                    <a:cubicBezTo>
                      <a:pt x="202" y="29"/>
                      <a:pt x="202" y="29"/>
                      <a:pt x="202" y="29"/>
                    </a:cubicBezTo>
                    <a:cubicBezTo>
                      <a:pt x="200" y="29"/>
                      <a:pt x="200" y="29"/>
                      <a:pt x="200" y="29"/>
                    </a:cubicBezTo>
                    <a:cubicBezTo>
                      <a:pt x="194" y="32"/>
                      <a:pt x="194" y="32"/>
                      <a:pt x="194" y="32"/>
                    </a:cubicBezTo>
                    <a:cubicBezTo>
                      <a:pt x="193" y="31"/>
                      <a:pt x="193" y="31"/>
                      <a:pt x="193" y="31"/>
                    </a:cubicBezTo>
                    <a:cubicBezTo>
                      <a:pt x="188" y="26"/>
                      <a:pt x="184" y="24"/>
                      <a:pt x="182" y="25"/>
                    </a:cubicBezTo>
                    <a:cubicBezTo>
                      <a:pt x="168" y="32"/>
                      <a:pt x="160" y="35"/>
                      <a:pt x="158" y="33"/>
                    </a:cubicBezTo>
                    <a:cubicBezTo>
                      <a:pt x="156" y="34"/>
                      <a:pt x="154" y="35"/>
                      <a:pt x="152" y="38"/>
                    </a:cubicBezTo>
                    <a:cubicBezTo>
                      <a:pt x="150" y="40"/>
                      <a:pt x="150" y="40"/>
                      <a:pt x="150" y="40"/>
                    </a:cubicBezTo>
                    <a:cubicBezTo>
                      <a:pt x="149" y="38"/>
                      <a:pt x="149" y="38"/>
                      <a:pt x="149" y="38"/>
                    </a:cubicBezTo>
                    <a:cubicBezTo>
                      <a:pt x="145" y="34"/>
                      <a:pt x="143" y="31"/>
                      <a:pt x="143" y="29"/>
                    </a:cubicBezTo>
                    <a:cubicBezTo>
                      <a:pt x="143" y="27"/>
                      <a:pt x="146" y="24"/>
                      <a:pt x="150" y="19"/>
                    </a:cubicBezTo>
                    <a:cubicBezTo>
                      <a:pt x="156" y="12"/>
                      <a:pt x="159" y="9"/>
                      <a:pt x="159" y="8"/>
                    </a:cubicBezTo>
                    <a:cubicBezTo>
                      <a:pt x="158" y="6"/>
                      <a:pt x="158" y="6"/>
                      <a:pt x="158" y="6"/>
                    </a:cubicBezTo>
                    <a:cubicBezTo>
                      <a:pt x="156" y="5"/>
                      <a:pt x="153" y="7"/>
                      <a:pt x="149" y="10"/>
                    </a:cubicBezTo>
                    <a:cubicBezTo>
                      <a:pt x="145" y="13"/>
                      <a:pt x="142" y="14"/>
                      <a:pt x="141" y="14"/>
                    </a:cubicBezTo>
                    <a:cubicBezTo>
                      <a:pt x="140" y="14"/>
                      <a:pt x="139" y="12"/>
                      <a:pt x="139" y="10"/>
                    </a:cubicBezTo>
                    <a:cubicBezTo>
                      <a:pt x="138" y="10"/>
                      <a:pt x="138" y="10"/>
                      <a:pt x="138" y="10"/>
                    </a:cubicBezTo>
                    <a:cubicBezTo>
                      <a:pt x="135" y="3"/>
                      <a:pt x="135" y="3"/>
                      <a:pt x="135" y="3"/>
                    </a:cubicBezTo>
                    <a:cubicBezTo>
                      <a:pt x="127" y="8"/>
                      <a:pt x="127" y="8"/>
                      <a:pt x="127" y="8"/>
                    </a:cubicBezTo>
                    <a:cubicBezTo>
                      <a:pt x="126" y="9"/>
                      <a:pt x="126" y="9"/>
                      <a:pt x="126" y="9"/>
                    </a:cubicBezTo>
                    <a:cubicBezTo>
                      <a:pt x="126" y="8"/>
                      <a:pt x="126" y="8"/>
                      <a:pt x="126" y="8"/>
                    </a:cubicBezTo>
                    <a:cubicBezTo>
                      <a:pt x="126" y="8"/>
                      <a:pt x="126" y="8"/>
                      <a:pt x="126" y="8"/>
                    </a:cubicBezTo>
                    <a:cubicBezTo>
                      <a:pt x="120" y="5"/>
                      <a:pt x="115" y="3"/>
                      <a:pt x="110" y="1"/>
                    </a:cubicBezTo>
                    <a:cubicBezTo>
                      <a:pt x="106" y="0"/>
                      <a:pt x="102" y="1"/>
                      <a:pt x="99" y="6"/>
                    </a:cubicBezTo>
                    <a:cubicBezTo>
                      <a:pt x="102" y="12"/>
                      <a:pt x="102" y="12"/>
                      <a:pt x="102" y="12"/>
                    </a:cubicBezTo>
                    <a:cubicBezTo>
                      <a:pt x="105" y="18"/>
                      <a:pt x="106" y="22"/>
                      <a:pt x="105" y="24"/>
                    </a:cubicBezTo>
                    <a:cubicBezTo>
                      <a:pt x="104" y="26"/>
                      <a:pt x="103" y="27"/>
                      <a:pt x="102" y="27"/>
                    </a:cubicBezTo>
                    <a:cubicBezTo>
                      <a:pt x="99" y="28"/>
                      <a:pt x="96" y="27"/>
                      <a:pt x="91" y="23"/>
                    </a:cubicBezTo>
                    <a:cubicBezTo>
                      <a:pt x="88" y="21"/>
                      <a:pt x="85" y="19"/>
                      <a:pt x="82" y="18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8" y="17"/>
                      <a:pt x="78" y="17"/>
                      <a:pt x="78" y="17"/>
                    </a:cubicBezTo>
                    <a:cubicBezTo>
                      <a:pt x="78" y="26"/>
                      <a:pt x="78" y="26"/>
                      <a:pt x="78" y="26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2" y="40"/>
                      <a:pt x="72" y="40"/>
                      <a:pt x="72" y="40"/>
                    </a:cubicBezTo>
                    <a:cubicBezTo>
                      <a:pt x="74" y="47"/>
                      <a:pt x="74" y="47"/>
                      <a:pt x="74" y="47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70" y="54"/>
                      <a:pt x="70" y="54"/>
                      <a:pt x="70" y="54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8" y="61"/>
                      <a:pt x="68" y="61"/>
                      <a:pt x="68" y="61"/>
                    </a:cubicBezTo>
                    <a:cubicBezTo>
                      <a:pt x="62" y="67"/>
                      <a:pt x="62" y="67"/>
                      <a:pt x="62" y="67"/>
                    </a:cubicBezTo>
                    <a:cubicBezTo>
                      <a:pt x="52" y="90"/>
                      <a:pt x="52" y="90"/>
                      <a:pt x="52" y="90"/>
                    </a:cubicBezTo>
                    <a:cubicBezTo>
                      <a:pt x="52" y="102"/>
                      <a:pt x="52" y="102"/>
                      <a:pt x="52" y="102"/>
                    </a:cubicBezTo>
                    <a:cubicBezTo>
                      <a:pt x="52" y="102"/>
                      <a:pt x="52" y="102"/>
                      <a:pt x="52" y="102"/>
                    </a:cubicBezTo>
                    <a:cubicBezTo>
                      <a:pt x="30" y="115"/>
                      <a:pt x="30" y="115"/>
                      <a:pt x="30" y="115"/>
                    </a:cubicBezTo>
                    <a:cubicBezTo>
                      <a:pt x="29" y="117"/>
                      <a:pt x="29" y="117"/>
                      <a:pt x="29" y="117"/>
                    </a:cubicBezTo>
                    <a:cubicBezTo>
                      <a:pt x="32" y="124"/>
                      <a:pt x="32" y="124"/>
                      <a:pt x="32" y="124"/>
                    </a:cubicBezTo>
                    <a:cubicBezTo>
                      <a:pt x="32" y="124"/>
                      <a:pt x="32" y="124"/>
                      <a:pt x="32" y="124"/>
                    </a:cubicBezTo>
                    <a:cubicBezTo>
                      <a:pt x="32" y="124"/>
                      <a:pt x="32" y="124"/>
                      <a:pt x="32" y="124"/>
                    </a:cubicBezTo>
                    <a:cubicBezTo>
                      <a:pt x="30" y="133"/>
                      <a:pt x="30" y="133"/>
                      <a:pt x="30" y="133"/>
                    </a:cubicBezTo>
                    <a:cubicBezTo>
                      <a:pt x="21" y="132"/>
                      <a:pt x="21" y="132"/>
                      <a:pt x="21" y="132"/>
                    </a:cubicBezTo>
                    <a:cubicBezTo>
                      <a:pt x="19" y="142"/>
                      <a:pt x="19" y="142"/>
                      <a:pt x="19" y="142"/>
                    </a:cubicBezTo>
                    <a:cubicBezTo>
                      <a:pt x="8" y="142"/>
                      <a:pt x="8" y="142"/>
                      <a:pt x="8" y="142"/>
                    </a:cubicBezTo>
                    <a:cubicBezTo>
                      <a:pt x="5" y="146"/>
                      <a:pt x="5" y="146"/>
                      <a:pt x="5" y="146"/>
                    </a:cubicBezTo>
                    <a:cubicBezTo>
                      <a:pt x="5" y="146"/>
                      <a:pt x="5" y="146"/>
                      <a:pt x="5" y="146"/>
                    </a:cubicBezTo>
                    <a:cubicBezTo>
                      <a:pt x="2" y="153"/>
                      <a:pt x="2" y="153"/>
                      <a:pt x="2" y="153"/>
                    </a:cubicBezTo>
                    <a:cubicBezTo>
                      <a:pt x="0" y="178"/>
                      <a:pt x="0" y="178"/>
                      <a:pt x="0" y="178"/>
                    </a:cubicBezTo>
                    <a:cubicBezTo>
                      <a:pt x="2" y="184"/>
                      <a:pt x="2" y="184"/>
                      <a:pt x="2" y="184"/>
                    </a:cubicBezTo>
                    <a:cubicBezTo>
                      <a:pt x="3" y="184"/>
                      <a:pt x="3" y="184"/>
                      <a:pt x="3" y="184"/>
                    </a:cubicBezTo>
                    <a:cubicBezTo>
                      <a:pt x="3" y="190"/>
                      <a:pt x="3" y="190"/>
                      <a:pt x="3" y="190"/>
                    </a:cubicBezTo>
                    <a:cubicBezTo>
                      <a:pt x="8" y="196"/>
                      <a:pt x="8" y="196"/>
                      <a:pt x="8" y="196"/>
                    </a:cubicBezTo>
                    <a:cubicBezTo>
                      <a:pt x="8" y="196"/>
                      <a:pt x="8" y="196"/>
                      <a:pt x="8" y="196"/>
                    </a:cubicBezTo>
                    <a:cubicBezTo>
                      <a:pt x="8" y="201"/>
                      <a:pt x="8" y="201"/>
                      <a:pt x="8" y="201"/>
                    </a:cubicBezTo>
                    <a:cubicBezTo>
                      <a:pt x="21" y="200"/>
                      <a:pt x="21" y="200"/>
                      <a:pt x="21" y="200"/>
                    </a:cubicBezTo>
                    <a:cubicBezTo>
                      <a:pt x="22" y="199"/>
                      <a:pt x="22" y="199"/>
                      <a:pt x="22" y="199"/>
                    </a:cubicBezTo>
                    <a:cubicBezTo>
                      <a:pt x="22" y="199"/>
                      <a:pt x="22" y="199"/>
                      <a:pt x="22" y="199"/>
                    </a:cubicBezTo>
                    <a:cubicBezTo>
                      <a:pt x="22" y="199"/>
                      <a:pt x="22" y="199"/>
                      <a:pt x="22" y="199"/>
                    </a:cubicBezTo>
                    <a:cubicBezTo>
                      <a:pt x="22" y="198"/>
                      <a:pt x="22" y="198"/>
                      <a:pt x="22" y="198"/>
                    </a:cubicBezTo>
                    <a:cubicBezTo>
                      <a:pt x="26" y="194"/>
                      <a:pt x="26" y="194"/>
                      <a:pt x="26" y="194"/>
                    </a:cubicBezTo>
                    <a:cubicBezTo>
                      <a:pt x="18" y="186"/>
                      <a:pt x="18" y="186"/>
                      <a:pt x="18" y="186"/>
                    </a:cubicBezTo>
                    <a:cubicBezTo>
                      <a:pt x="17" y="186"/>
                      <a:pt x="17" y="186"/>
                      <a:pt x="17" y="186"/>
                    </a:cubicBezTo>
                    <a:cubicBezTo>
                      <a:pt x="12" y="182"/>
                      <a:pt x="12" y="182"/>
                      <a:pt x="12" y="182"/>
                    </a:cubicBezTo>
                    <a:cubicBezTo>
                      <a:pt x="12" y="182"/>
                      <a:pt x="12" y="182"/>
                      <a:pt x="12" y="182"/>
                    </a:cubicBezTo>
                    <a:cubicBezTo>
                      <a:pt x="12" y="181"/>
                      <a:pt x="12" y="181"/>
                      <a:pt x="12" y="181"/>
                    </a:cubicBezTo>
                    <a:cubicBezTo>
                      <a:pt x="12" y="173"/>
                      <a:pt x="12" y="173"/>
                      <a:pt x="12" y="173"/>
                    </a:cubicBezTo>
                    <a:cubicBezTo>
                      <a:pt x="18" y="173"/>
                      <a:pt x="18" y="173"/>
                      <a:pt x="18" y="173"/>
                    </a:cubicBezTo>
                    <a:cubicBezTo>
                      <a:pt x="19" y="170"/>
                      <a:pt x="19" y="170"/>
                      <a:pt x="19" y="170"/>
                    </a:cubicBezTo>
                    <a:cubicBezTo>
                      <a:pt x="16" y="162"/>
                      <a:pt x="16" y="162"/>
                      <a:pt x="16" y="162"/>
                    </a:cubicBezTo>
                    <a:cubicBezTo>
                      <a:pt x="32" y="162"/>
                      <a:pt x="32" y="162"/>
                      <a:pt x="32" y="162"/>
                    </a:cubicBezTo>
                    <a:cubicBezTo>
                      <a:pt x="60" y="149"/>
                      <a:pt x="60" y="149"/>
                      <a:pt x="60" y="149"/>
                    </a:cubicBezTo>
                    <a:cubicBezTo>
                      <a:pt x="63" y="143"/>
                      <a:pt x="63" y="143"/>
                      <a:pt x="63" y="143"/>
                    </a:cubicBezTo>
                    <a:cubicBezTo>
                      <a:pt x="64" y="141"/>
                      <a:pt x="64" y="141"/>
                      <a:pt x="64" y="141"/>
                    </a:cubicBezTo>
                    <a:cubicBezTo>
                      <a:pt x="70" y="144"/>
                      <a:pt x="70" y="144"/>
                      <a:pt x="70" y="144"/>
                    </a:cubicBezTo>
                    <a:cubicBezTo>
                      <a:pt x="70" y="144"/>
                      <a:pt x="70" y="144"/>
                      <a:pt x="70" y="144"/>
                    </a:cubicBezTo>
                    <a:cubicBezTo>
                      <a:pt x="70" y="145"/>
                      <a:pt x="70" y="145"/>
                      <a:pt x="70" y="145"/>
                    </a:cubicBezTo>
                    <a:cubicBezTo>
                      <a:pt x="73" y="148"/>
                      <a:pt x="73" y="148"/>
                      <a:pt x="73" y="148"/>
                    </a:cubicBezTo>
                    <a:cubicBezTo>
                      <a:pt x="76" y="147"/>
                      <a:pt x="76" y="147"/>
                      <a:pt x="76" y="147"/>
                    </a:cubicBezTo>
                    <a:cubicBezTo>
                      <a:pt x="75" y="141"/>
                      <a:pt x="75" y="141"/>
                      <a:pt x="75" y="141"/>
                    </a:cubicBezTo>
                    <a:cubicBezTo>
                      <a:pt x="84" y="141"/>
                      <a:pt x="84" y="141"/>
                      <a:pt x="84" y="141"/>
                    </a:cubicBezTo>
                    <a:cubicBezTo>
                      <a:pt x="93" y="143"/>
                      <a:pt x="93" y="143"/>
                      <a:pt x="93" y="143"/>
                    </a:cubicBezTo>
                    <a:cubicBezTo>
                      <a:pt x="96" y="137"/>
                      <a:pt x="96" y="137"/>
                      <a:pt x="96" y="137"/>
                    </a:cubicBezTo>
                    <a:cubicBezTo>
                      <a:pt x="97" y="136"/>
                      <a:pt x="97" y="136"/>
                      <a:pt x="97" y="136"/>
                    </a:cubicBezTo>
                    <a:cubicBezTo>
                      <a:pt x="97" y="136"/>
                      <a:pt x="97" y="136"/>
                      <a:pt x="97" y="136"/>
                    </a:cubicBezTo>
                    <a:cubicBezTo>
                      <a:pt x="98" y="136"/>
                      <a:pt x="98" y="136"/>
                      <a:pt x="98" y="136"/>
                    </a:cubicBezTo>
                    <a:cubicBezTo>
                      <a:pt x="107" y="133"/>
                      <a:pt x="107" y="133"/>
                      <a:pt x="107" y="133"/>
                    </a:cubicBezTo>
                    <a:cubicBezTo>
                      <a:pt x="109" y="119"/>
                      <a:pt x="109" y="119"/>
                      <a:pt x="109" y="119"/>
                    </a:cubicBezTo>
                    <a:cubicBezTo>
                      <a:pt x="119" y="128"/>
                      <a:pt x="119" y="128"/>
                      <a:pt x="119" y="128"/>
                    </a:cubicBezTo>
                    <a:cubicBezTo>
                      <a:pt x="123" y="128"/>
                      <a:pt x="123" y="128"/>
                      <a:pt x="123" y="128"/>
                    </a:cubicBezTo>
                    <a:cubicBezTo>
                      <a:pt x="125" y="126"/>
                      <a:pt x="125" y="126"/>
                      <a:pt x="125" y="126"/>
                    </a:cubicBezTo>
                    <a:cubicBezTo>
                      <a:pt x="124" y="96"/>
                      <a:pt x="124" y="96"/>
                      <a:pt x="124" y="96"/>
                    </a:cubicBezTo>
                    <a:cubicBezTo>
                      <a:pt x="124" y="95"/>
                      <a:pt x="124" y="95"/>
                      <a:pt x="124" y="95"/>
                    </a:cubicBezTo>
                    <a:cubicBezTo>
                      <a:pt x="124" y="93"/>
                      <a:pt x="124" y="93"/>
                      <a:pt x="124" y="93"/>
                    </a:cubicBezTo>
                    <a:cubicBezTo>
                      <a:pt x="130" y="94"/>
                      <a:pt x="130" y="94"/>
                      <a:pt x="130" y="94"/>
                    </a:cubicBezTo>
                    <a:cubicBezTo>
                      <a:pt x="131" y="94"/>
                      <a:pt x="131" y="94"/>
                      <a:pt x="131" y="94"/>
                    </a:cubicBezTo>
                    <a:cubicBezTo>
                      <a:pt x="132" y="95"/>
                      <a:pt x="132" y="95"/>
                      <a:pt x="132" y="95"/>
                    </a:cubicBezTo>
                    <a:cubicBezTo>
                      <a:pt x="132" y="95"/>
                      <a:pt x="132" y="95"/>
                      <a:pt x="132" y="95"/>
                    </a:cubicBezTo>
                    <a:cubicBezTo>
                      <a:pt x="143" y="115"/>
                      <a:pt x="143" y="115"/>
                      <a:pt x="143" y="115"/>
                    </a:cubicBezTo>
                    <a:cubicBezTo>
                      <a:pt x="156" y="113"/>
                      <a:pt x="156" y="113"/>
                      <a:pt x="156" y="113"/>
                    </a:cubicBezTo>
                    <a:cubicBezTo>
                      <a:pt x="159" y="112"/>
                      <a:pt x="159" y="112"/>
                      <a:pt x="159" y="112"/>
                    </a:cubicBezTo>
                    <a:cubicBezTo>
                      <a:pt x="161" y="108"/>
                      <a:pt x="161" y="108"/>
                      <a:pt x="161" y="108"/>
                    </a:cubicBezTo>
                    <a:cubicBezTo>
                      <a:pt x="157" y="104"/>
                      <a:pt x="157" y="104"/>
                      <a:pt x="157" y="104"/>
                    </a:cubicBezTo>
                    <a:cubicBezTo>
                      <a:pt x="156" y="103"/>
                      <a:pt x="156" y="103"/>
                      <a:pt x="156" y="103"/>
                    </a:cubicBezTo>
                    <a:cubicBezTo>
                      <a:pt x="165" y="100"/>
                      <a:pt x="165" y="100"/>
                      <a:pt x="165" y="100"/>
                    </a:cubicBezTo>
                    <a:cubicBezTo>
                      <a:pt x="166" y="99"/>
                      <a:pt x="166" y="99"/>
                      <a:pt x="166" y="99"/>
                    </a:cubicBezTo>
                    <a:cubicBezTo>
                      <a:pt x="166" y="99"/>
                      <a:pt x="166" y="99"/>
                      <a:pt x="166" y="99"/>
                    </a:cubicBezTo>
                    <a:cubicBezTo>
                      <a:pt x="170" y="103"/>
                      <a:pt x="170" y="103"/>
                      <a:pt x="170" y="103"/>
                    </a:cubicBezTo>
                    <a:cubicBezTo>
                      <a:pt x="173" y="101"/>
                      <a:pt x="173" y="101"/>
                      <a:pt x="173" y="101"/>
                    </a:cubicBezTo>
                    <a:cubicBezTo>
                      <a:pt x="173" y="95"/>
                      <a:pt x="173" y="95"/>
                      <a:pt x="173" y="95"/>
                    </a:cubicBezTo>
                    <a:cubicBezTo>
                      <a:pt x="175" y="95"/>
                      <a:pt x="175" y="95"/>
                      <a:pt x="175" y="95"/>
                    </a:cubicBezTo>
                    <a:cubicBezTo>
                      <a:pt x="182" y="95"/>
                      <a:pt x="182" y="95"/>
                      <a:pt x="182" y="95"/>
                    </a:cubicBezTo>
                    <a:cubicBezTo>
                      <a:pt x="186" y="95"/>
                      <a:pt x="190" y="98"/>
                      <a:pt x="193" y="101"/>
                    </a:cubicBezTo>
                    <a:cubicBezTo>
                      <a:pt x="194" y="103"/>
                      <a:pt x="194" y="103"/>
                      <a:pt x="194" y="103"/>
                    </a:cubicBezTo>
                    <a:cubicBezTo>
                      <a:pt x="196" y="93"/>
                      <a:pt x="196" y="93"/>
                      <a:pt x="196" y="93"/>
                    </a:cubicBezTo>
                    <a:cubicBezTo>
                      <a:pt x="198" y="91"/>
                      <a:pt x="201" y="90"/>
                      <a:pt x="206" y="92"/>
                    </a:cubicBezTo>
                    <a:cubicBezTo>
                      <a:pt x="207" y="93"/>
                      <a:pt x="207" y="93"/>
                      <a:pt x="207" y="93"/>
                    </a:cubicBezTo>
                    <a:cubicBezTo>
                      <a:pt x="207" y="93"/>
                      <a:pt x="207" y="93"/>
                      <a:pt x="207" y="93"/>
                    </a:cubicBezTo>
                    <a:cubicBezTo>
                      <a:pt x="207" y="94"/>
                      <a:pt x="207" y="94"/>
                      <a:pt x="207" y="94"/>
                    </a:cubicBezTo>
                    <a:cubicBezTo>
                      <a:pt x="208" y="94"/>
                      <a:pt x="208" y="94"/>
                      <a:pt x="209" y="94"/>
                    </a:cubicBezTo>
                    <a:cubicBezTo>
                      <a:pt x="211" y="94"/>
                      <a:pt x="218" y="89"/>
                      <a:pt x="230" y="80"/>
                    </a:cubicBezTo>
                    <a:cubicBezTo>
                      <a:pt x="230" y="74"/>
                      <a:pt x="233" y="70"/>
                      <a:pt x="238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ïṣ1ïḍé"/>
              <p:cNvSpPr/>
              <p:nvPr/>
            </p:nvSpPr>
            <p:spPr bwMode="auto">
              <a:xfrm>
                <a:off x="3745" y="2687"/>
                <a:ext cx="360" cy="490"/>
              </a:xfrm>
              <a:custGeom>
                <a:avLst/>
                <a:gdLst>
                  <a:gd name="T0" fmla="*/ 119 w 152"/>
                  <a:gd name="T1" fmla="*/ 8 h 207"/>
                  <a:gd name="T2" fmla="*/ 106 w 152"/>
                  <a:gd name="T3" fmla="*/ 3 h 207"/>
                  <a:gd name="T4" fmla="*/ 88 w 152"/>
                  <a:gd name="T5" fmla="*/ 16 h 207"/>
                  <a:gd name="T6" fmla="*/ 76 w 152"/>
                  <a:gd name="T7" fmla="*/ 11 h 207"/>
                  <a:gd name="T8" fmla="*/ 76 w 152"/>
                  <a:gd name="T9" fmla="*/ 12 h 207"/>
                  <a:gd name="T10" fmla="*/ 54 w 152"/>
                  <a:gd name="T11" fmla="*/ 17 h 207"/>
                  <a:gd name="T12" fmla="*/ 42 w 152"/>
                  <a:gd name="T13" fmla="*/ 18 h 207"/>
                  <a:gd name="T14" fmla="*/ 34 w 152"/>
                  <a:gd name="T15" fmla="*/ 27 h 207"/>
                  <a:gd name="T16" fmla="*/ 20 w 152"/>
                  <a:gd name="T17" fmla="*/ 28 h 207"/>
                  <a:gd name="T18" fmla="*/ 10 w 152"/>
                  <a:gd name="T19" fmla="*/ 44 h 207"/>
                  <a:gd name="T20" fmla="*/ 11 w 152"/>
                  <a:gd name="T21" fmla="*/ 46 h 207"/>
                  <a:gd name="T22" fmla="*/ 17 w 152"/>
                  <a:gd name="T23" fmla="*/ 69 h 207"/>
                  <a:gd name="T24" fmla="*/ 17 w 152"/>
                  <a:gd name="T25" fmla="*/ 72 h 207"/>
                  <a:gd name="T26" fmla="*/ 16 w 152"/>
                  <a:gd name="T27" fmla="*/ 72 h 207"/>
                  <a:gd name="T28" fmla="*/ 0 w 152"/>
                  <a:gd name="T29" fmla="*/ 94 h 207"/>
                  <a:gd name="T30" fmla="*/ 6 w 152"/>
                  <a:gd name="T31" fmla="*/ 98 h 207"/>
                  <a:gd name="T32" fmla="*/ 12 w 152"/>
                  <a:gd name="T33" fmla="*/ 131 h 207"/>
                  <a:gd name="T34" fmla="*/ 20 w 152"/>
                  <a:gd name="T35" fmla="*/ 143 h 207"/>
                  <a:gd name="T36" fmla="*/ 21 w 152"/>
                  <a:gd name="T37" fmla="*/ 152 h 207"/>
                  <a:gd name="T38" fmla="*/ 22 w 152"/>
                  <a:gd name="T39" fmla="*/ 181 h 207"/>
                  <a:gd name="T40" fmla="*/ 26 w 152"/>
                  <a:gd name="T41" fmla="*/ 181 h 207"/>
                  <a:gd name="T42" fmla="*/ 43 w 152"/>
                  <a:gd name="T43" fmla="*/ 181 h 207"/>
                  <a:gd name="T44" fmla="*/ 28 w 152"/>
                  <a:gd name="T45" fmla="*/ 203 h 207"/>
                  <a:gd name="T46" fmla="*/ 40 w 152"/>
                  <a:gd name="T47" fmla="*/ 203 h 207"/>
                  <a:gd name="T48" fmla="*/ 75 w 152"/>
                  <a:gd name="T49" fmla="*/ 201 h 207"/>
                  <a:gd name="T50" fmla="*/ 77 w 152"/>
                  <a:gd name="T51" fmla="*/ 195 h 207"/>
                  <a:gd name="T52" fmla="*/ 77 w 152"/>
                  <a:gd name="T53" fmla="*/ 190 h 207"/>
                  <a:gd name="T54" fmla="*/ 75 w 152"/>
                  <a:gd name="T55" fmla="*/ 179 h 207"/>
                  <a:gd name="T56" fmla="*/ 83 w 152"/>
                  <a:gd name="T57" fmla="*/ 173 h 207"/>
                  <a:gd name="T58" fmla="*/ 81 w 152"/>
                  <a:gd name="T59" fmla="*/ 168 h 207"/>
                  <a:gd name="T60" fmla="*/ 81 w 152"/>
                  <a:gd name="T61" fmla="*/ 167 h 207"/>
                  <a:gd name="T62" fmla="*/ 85 w 152"/>
                  <a:gd name="T63" fmla="*/ 154 h 207"/>
                  <a:gd name="T64" fmla="*/ 89 w 152"/>
                  <a:gd name="T65" fmla="*/ 149 h 207"/>
                  <a:gd name="T66" fmla="*/ 93 w 152"/>
                  <a:gd name="T67" fmla="*/ 146 h 207"/>
                  <a:gd name="T68" fmla="*/ 100 w 152"/>
                  <a:gd name="T69" fmla="*/ 130 h 207"/>
                  <a:gd name="T70" fmla="*/ 103 w 152"/>
                  <a:gd name="T71" fmla="*/ 128 h 207"/>
                  <a:gd name="T72" fmla="*/ 99 w 152"/>
                  <a:gd name="T73" fmla="*/ 111 h 207"/>
                  <a:gd name="T74" fmla="*/ 112 w 152"/>
                  <a:gd name="T75" fmla="*/ 100 h 207"/>
                  <a:gd name="T76" fmla="*/ 110 w 152"/>
                  <a:gd name="T77" fmla="*/ 85 h 207"/>
                  <a:gd name="T78" fmla="*/ 125 w 152"/>
                  <a:gd name="T79" fmla="*/ 68 h 207"/>
                  <a:gd name="T80" fmla="*/ 131 w 152"/>
                  <a:gd name="T81" fmla="*/ 70 h 207"/>
                  <a:gd name="T82" fmla="*/ 142 w 152"/>
                  <a:gd name="T83" fmla="*/ 64 h 207"/>
                  <a:gd name="T84" fmla="*/ 142 w 152"/>
                  <a:gd name="T85" fmla="*/ 64 h 207"/>
                  <a:gd name="T86" fmla="*/ 148 w 152"/>
                  <a:gd name="T87" fmla="*/ 60 h 207"/>
                  <a:gd name="T88" fmla="*/ 148 w 152"/>
                  <a:gd name="T89" fmla="*/ 53 h 207"/>
                  <a:gd name="T90" fmla="*/ 150 w 152"/>
                  <a:gd name="T91" fmla="*/ 51 h 207"/>
                  <a:gd name="T92" fmla="*/ 152 w 152"/>
                  <a:gd name="T93" fmla="*/ 48 h 207"/>
                  <a:gd name="T94" fmla="*/ 138 w 152"/>
                  <a:gd name="T95" fmla="*/ 26 h 207"/>
                  <a:gd name="T96" fmla="*/ 132 w 152"/>
                  <a:gd name="T97" fmla="*/ 10 h 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52" h="207">
                    <a:moveTo>
                      <a:pt x="120" y="8"/>
                    </a:moveTo>
                    <a:cubicBezTo>
                      <a:pt x="119" y="8"/>
                      <a:pt x="119" y="8"/>
                      <a:pt x="119" y="8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06" y="3"/>
                      <a:pt x="106" y="3"/>
                      <a:pt x="106" y="3"/>
                    </a:cubicBezTo>
                    <a:cubicBezTo>
                      <a:pt x="102" y="10"/>
                      <a:pt x="98" y="14"/>
                      <a:pt x="92" y="16"/>
                    </a:cubicBezTo>
                    <a:cubicBezTo>
                      <a:pt x="91" y="17"/>
                      <a:pt x="89" y="17"/>
                      <a:pt x="88" y="16"/>
                    </a:cubicBezTo>
                    <a:cubicBezTo>
                      <a:pt x="86" y="14"/>
                      <a:pt x="87" y="9"/>
                      <a:pt x="90" y="2"/>
                    </a:cubicBezTo>
                    <a:cubicBezTo>
                      <a:pt x="76" y="11"/>
                      <a:pt x="76" y="11"/>
                      <a:pt x="76" y="11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6" y="21"/>
                      <a:pt x="36" y="21"/>
                      <a:pt x="36" y="21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3" y="28"/>
                      <a:pt x="33" y="28"/>
                      <a:pt x="33" y="28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17" y="28"/>
                      <a:pt x="12" y="32"/>
                      <a:pt x="4" y="40"/>
                    </a:cubicBezTo>
                    <a:cubicBezTo>
                      <a:pt x="8" y="42"/>
                      <a:pt x="10" y="43"/>
                      <a:pt x="10" y="44"/>
                    </a:cubicBezTo>
                    <a:cubicBezTo>
                      <a:pt x="11" y="47"/>
                      <a:pt x="11" y="47"/>
                      <a:pt x="11" y="47"/>
                    </a:cubicBezTo>
                    <a:cubicBezTo>
                      <a:pt x="11" y="46"/>
                      <a:pt x="11" y="46"/>
                      <a:pt x="11" y="46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7" y="69"/>
                      <a:pt x="17" y="69"/>
                      <a:pt x="17" y="69"/>
                    </a:cubicBezTo>
                    <a:cubicBezTo>
                      <a:pt x="17" y="70"/>
                      <a:pt x="17" y="70"/>
                      <a:pt x="17" y="70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7" y="72"/>
                      <a:pt x="17" y="72"/>
                      <a:pt x="17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3" y="98"/>
                      <a:pt x="5" y="97"/>
                      <a:pt x="6" y="98"/>
                    </a:cubicBezTo>
                    <a:cubicBezTo>
                      <a:pt x="8" y="99"/>
                      <a:pt x="9" y="102"/>
                      <a:pt x="8" y="107"/>
                    </a:cubicBezTo>
                    <a:cubicBezTo>
                      <a:pt x="8" y="114"/>
                      <a:pt x="9" y="123"/>
                      <a:pt x="12" y="131"/>
                    </a:cubicBezTo>
                    <a:cubicBezTo>
                      <a:pt x="18" y="137"/>
                      <a:pt x="18" y="137"/>
                      <a:pt x="18" y="137"/>
                    </a:cubicBezTo>
                    <a:cubicBezTo>
                      <a:pt x="20" y="139"/>
                      <a:pt x="21" y="141"/>
                      <a:pt x="20" y="143"/>
                    </a:cubicBezTo>
                    <a:cubicBezTo>
                      <a:pt x="18" y="147"/>
                      <a:pt x="18" y="147"/>
                      <a:pt x="18" y="147"/>
                    </a:cubicBezTo>
                    <a:cubicBezTo>
                      <a:pt x="21" y="152"/>
                      <a:pt x="21" y="152"/>
                      <a:pt x="21" y="152"/>
                    </a:cubicBezTo>
                    <a:cubicBezTo>
                      <a:pt x="23" y="156"/>
                      <a:pt x="22" y="162"/>
                      <a:pt x="17" y="172"/>
                    </a:cubicBezTo>
                    <a:cubicBezTo>
                      <a:pt x="22" y="181"/>
                      <a:pt x="22" y="181"/>
                      <a:pt x="22" y="181"/>
                    </a:cubicBezTo>
                    <a:cubicBezTo>
                      <a:pt x="23" y="183"/>
                      <a:pt x="23" y="183"/>
                      <a:pt x="23" y="183"/>
                    </a:cubicBezTo>
                    <a:cubicBezTo>
                      <a:pt x="26" y="181"/>
                      <a:pt x="26" y="181"/>
                      <a:pt x="26" y="181"/>
                    </a:cubicBezTo>
                    <a:cubicBezTo>
                      <a:pt x="31" y="176"/>
                      <a:pt x="36" y="175"/>
                      <a:pt x="39" y="176"/>
                    </a:cubicBezTo>
                    <a:cubicBezTo>
                      <a:pt x="42" y="177"/>
                      <a:pt x="43" y="179"/>
                      <a:pt x="43" y="181"/>
                    </a:cubicBezTo>
                    <a:cubicBezTo>
                      <a:pt x="44" y="184"/>
                      <a:pt x="40" y="188"/>
                      <a:pt x="33" y="196"/>
                    </a:cubicBezTo>
                    <a:cubicBezTo>
                      <a:pt x="28" y="203"/>
                      <a:pt x="28" y="203"/>
                      <a:pt x="28" y="203"/>
                    </a:cubicBezTo>
                    <a:cubicBezTo>
                      <a:pt x="30" y="207"/>
                      <a:pt x="30" y="207"/>
                      <a:pt x="30" y="207"/>
                    </a:cubicBezTo>
                    <a:cubicBezTo>
                      <a:pt x="34" y="204"/>
                      <a:pt x="38" y="202"/>
                      <a:pt x="40" y="203"/>
                    </a:cubicBezTo>
                    <a:cubicBezTo>
                      <a:pt x="42" y="203"/>
                      <a:pt x="49" y="201"/>
                      <a:pt x="60" y="195"/>
                    </a:cubicBezTo>
                    <a:cubicBezTo>
                      <a:pt x="64" y="193"/>
                      <a:pt x="69" y="195"/>
                      <a:pt x="75" y="201"/>
                    </a:cubicBezTo>
                    <a:cubicBezTo>
                      <a:pt x="77" y="200"/>
                      <a:pt x="77" y="200"/>
                      <a:pt x="77" y="200"/>
                    </a:cubicBezTo>
                    <a:cubicBezTo>
                      <a:pt x="77" y="195"/>
                      <a:pt x="77" y="195"/>
                      <a:pt x="77" y="195"/>
                    </a:cubicBezTo>
                    <a:cubicBezTo>
                      <a:pt x="76" y="194"/>
                      <a:pt x="76" y="194"/>
                      <a:pt x="76" y="194"/>
                    </a:cubicBezTo>
                    <a:cubicBezTo>
                      <a:pt x="75" y="193"/>
                      <a:pt x="76" y="192"/>
                      <a:pt x="77" y="190"/>
                    </a:cubicBezTo>
                    <a:cubicBezTo>
                      <a:pt x="75" y="183"/>
                      <a:pt x="75" y="183"/>
                      <a:pt x="75" y="183"/>
                    </a:cubicBezTo>
                    <a:cubicBezTo>
                      <a:pt x="74" y="182"/>
                      <a:pt x="74" y="180"/>
                      <a:pt x="75" y="179"/>
                    </a:cubicBezTo>
                    <a:cubicBezTo>
                      <a:pt x="76" y="178"/>
                      <a:pt x="78" y="177"/>
                      <a:pt x="79" y="176"/>
                    </a:cubicBezTo>
                    <a:cubicBezTo>
                      <a:pt x="83" y="173"/>
                      <a:pt x="83" y="173"/>
                      <a:pt x="83" y="173"/>
                    </a:cubicBezTo>
                    <a:cubicBezTo>
                      <a:pt x="81" y="168"/>
                      <a:pt x="81" y="168"/>
                      <a:pt x="81" y="168"/>
                    </a:cubicBezTo>
                    <a:cubicBezTo>
                      <a:pt x="81" y="168"/>
                      <a:pt x="81" y="168"/>
                      <a:pt x="81" y="168"/>
                    </a:cubicBezTo>
                    <a:cubicBezTo>
                      <a:pt x="81" y="168"/>
                      <a:pt x="81" y="168"/>
                      <a:pt x="81" y="168"/>
                    </a:cubicBezTo>
                    <a:cubicBezTo>
                      <a:pt x="81" y="167"/>
                      <a:pt x="81" y="167"/>
                      <a:pt x="81" y="167"/>
                    </a:cubicBezTo>
                    <a:cubicBezTo>
                      <a:pt x="83" y="165"/>
                      <a:pt x="83" y="163"/>
                      <a:pt x="82" y="162"/>
                    </a:cubicBezTo>
                    <a:cubicBezTo>
                      <a:pt x="81" y="159"/>
                      <a:pt x="82" y="157"/>
                      <a:pt x="85" y="154"/>
                    </a:cubicBezTo>
                    <a:cubicBezTo>
                      <a:pt x="90" y="150"/>
                      <a:pt x="90" y="150"/>
                      <a:pt x="90" y="150"/>
                    </a:cubicBezTo>
                    <a:cubicBezTo>
                      <a:pt x="89" y="149"/>
                      <a:pt x="89" y="149"/>
                      <a:pt x="89" y="149"/>
                    </a:cubicBezTo>
                    <a:cubicBezTo>
                      <a:pt x="88" y="148"/>
                      <a:pt x="88" y="148"/>
                      <a:pt x="88" y="148"/>
                    </a:cubicBezTo>
                    <a:cubicBezTo>
                      <a:pt x="93" y="146"/>
                      <a:pt x="93" y="146"/>
                      <a:pt x="93" y="146"/>
                    </a:cubicBezTo>
                    <a:cubicBezTo>
                      <a:pt x="93" y="139"/>
                      <a:pt x="93" y="139"/>
                      <a:pt x="93" y="139"/>
                    </a:cubicBezTo>
                    <a:cubicBezTo>
                      <a:pt x="93" y="137"/>
                      <a:pt x="95" y="134"/>
                      <a:pt x="100" y="130"/>
                    </a:cubicBezTo>
                    <a:cubicBezTo>
                      <a:pt x="103" y="128"/>
                      <a:pt x="103" y="128"/>
                      <a:pt x="103" y="128"/>
                    </a:cubicBezTo>
                    <a:cubicBezTo>
                      <a:pt x="103" y="128"/>
                      <a:pt x="103" y="128"/>
                      <a:pt x="103" y="128"/>
                    </a:cubicBezTo>
                    <a:cubicBezTo>
                      <a:pt x="97" y="121"/>
                      <a:pt x="97" y="121"/>
                      <a:pt x="97" y="121"/>
                    </a:cubicBezTo>
                    <a:cubicBezTo>
                      <a:pt x="95" y="118"/>
                      <a:pt x="96" y="114"/>
                      <a:pt x="99" y="111"/>
                    </a:cubicBezTo>
                    <a:cubicBezTo>
                      <a:pt x="99" y="110"/>
                      <a:pt x="99" y="110"/>
                      <a:pt x="99" y="110"/>
                    </a:cubicBezTo>
                    <a:cubicBezTo>
                      <a:pt x="112" y="100"/>
                      <a:pt x="112" y="100"/>
                      <a:pt x="112" y="100"/>
                    </a:cubicBezTo>
                    <a:cubicBezTo>
                      <a:pt x="112" y="97"/>
                      <a:pt x="112" y="97"/>
                      <a:pt x="112" y="97"/>
                    </a:cubicBezTo>
                    <a:cubicBezTo>
                      <a:pt x="110" y="96"/>
                      <a:pt x="109" y="92"/>
                      <a:pt x="110" y="85"/>
                    </a:cubicBezTo>
                    <a:cubicBezTo>
                      <a:pt x="112" y="74"/>
                      <a:pt x="116" y="69"/>
                      <a:pt x="125" y="68"/>
                    </a:cubicBezTo>
                    <a:cubicBezTo>
                      <a:pt x="125" y="68"/>
                      <a:pt x="125" y="68"/>
                      <a:pt x="125" y="68"/>
                    </a:cubicBezTo>
                    <a:cubicBezTo>
                      <a:pt x="126" y="68"/>
                      <a:pt x="126" y="68"/>
                      <a:pt x="126" y="68"/>
                    </a:cubicBezTo>
                    <a:cubicBezTo>
                      <a:pt x="131" y="70"/>
                      <a:pt x="131" y="70"/>
                      <a:pt x="131" y="70"/>
                    </a:cubicBezTo>
                    <a:cubicBezTo>
                      <a:pt x="136" y="70"/>
                      <a:pt x="136" y="70"/>
                      <a:pt x="136" y="70"/>
                    </a:cubicBezTo>
                    <a:cubicBezTo>
                      <a:pt x="142" y="64"/>
                      <a:pt x="142" y="64"/>
                      <a:pt x="142" y="64"/>
                    </a:cubicBezTo>
                    <a:cubicBezTo>
                      <a:pt x="142" y="64"/>
                      <a:pt x="142" y="64"/>
                      <a:pt x="142" y="64"/>
                    </a:cubicBezTo>
                    <a:cubicBezTo>
                      <a:pt x="142" y="64"/>
                      <a:pt x="142" y="64"/>
                      <a:pt x="142" y="64"/>
                    </a:cubicBezTo>
                    <a:cubicBezTo>
                      <a:pt x="142" y="64"/>
                      <a:pt x="142" y="64"/>
                      <a:pt x="142" y="64"/>
                    </a:cubicBezTo>
                    <a:cubicBezTo>
                      <a:pt x="148" y="60"/>
                      <a:pt x="148" y="60"/>
                      <a:pt x="148" y="60"/>
                    </a:cubicBezTo>
                    <a:cubicBezTo>
                      <a:pt x="148" y="54"/>
                      <a:pt x="148" y="54"/>
                      <a:pt x="148" y="54"/>
                    </a:cubicBezTo>
                    <a:cubicBezTo>
                      <a:pt x="148" y="53"/>
                      <a:pt x="148" y="53"/>
                      <a:pt x="148" y="53"/>
                    </a:cubicBezTo>
                    <a:cubicBezTo>
                      <a:pt x="148" y="52"/>
                      <a:pt x="148" y="52"/>
                      <a:pt x="148" y="52"/>
                    </a:cubicBezTo>
                    <a:cubicBezTo>
                      <a:pt x="150" y="51"/>
                      <a:pt x="150" y="51"/>
                      <a:pt x="150" y="51"/>
                    </a:cubicBezTo>
                    <a:cubicBezTo>
                      <a:pt x="152" y="49"/>
                      <a:pt x="152" y="49"/>
                      <a:pt x="152" y="49"/>
                    </a:cubicBezTo>
                    <a:cubicBezTo>
                      <a:pt x="152" y="48"/>
                      <a:pt x="152" y="48"/>
                      <a:pt x="152" y="48"/>
                    </a:cubicBezTo>
                    <a:cubicBezTo>
                      <a:pt x="148" y="42"/>
                      <a:pt x="148" y="42"/>
                      <a:pt x="148" y="42"/>
                    </a:cubicBezTo>
                    <a:cubicBezTo>
                      <a:pt x="144" y="36"/>
                      <a:pt x="141" y="32"/>
                      <a:pt x="138" y="26"/>
                    </a:cubicBezTo>
                    <a:cubicBezTo>
                      <a:pt x="136" y="22"/>
                      <a:pt x="137" y="18"/>
                      <a:pt x="140" y="14"/>
                    </a:cubicBezTo>
                    <a:cubicBezTo>
                      <a:pt x="132" y="10"/>
                      <a:pt x="132" y="10"/>
                      <a:pt x="132" y="10"/>
                    </a:cubicBezTo>
                    <a:lnTo>
                      <a:pt x="12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îŝľiḍè"/>
              <p:cNvSpPr/>
              <p:nvPr/>
            </p:nvSpPr>
            <p:spPr bwMode="auto">
              <a:xfrm>
                <a:off x="3932" y="2814"/>
                <a:ext cx="334" cy="410"/>
              </a:xfrm>
              <a:custGeom>
                <a:avLst/>
                <a:gdLst>
                  <a:gd name="T0" fmla="*/ 73 w 141"/>
                  <a:gd name="T1" fmla="*/ 8 h 173"/>
                  <a:gd name="T2" fmla="*/ 60 w 141"/>
                  <a:gd name="T3" fmla="*/ 20 h 173"/>
                  <a:gd name="T4" fmla="*/ 59 w 141"/>
                  <a:gd name="T5" fmla="*/ 21 h 173"/>
                  <a:gd name="T6" fmla="*/ 51 w 141"/>
                  <a:gd name="T7" fmla="*/ 21 h 173"/>
                  <a:gd name="T8" fmla="*/ 35 w 141"/>
                  <a:gd name="T9" fmla="*/ 31 h 173"/>
                  <a:gd name="T10" fmla="*/ 40 w 141"/>
                  <a:gd name="T11" fmla="*/ 34 h 173"/>
                  <a:gd name="T12" fmla="*/ 37 w 141"/>
                  <a:gd name="T13" fmla="*/ 47 h 173"/>
                  <a:gd name="T14" fmla="*/ 23 w 141"/>
                  <a:gd name="T15" fmla="*/ 59 h 173"/>
                  <a:gd name="T16" fmla="*/ 24 w 141"/>
                  <a:gd name="T17" fmla="*/ 68 h 173"/>
                  <a:gd name="T18" fmla="*/ 27 w 141"/>
                  <a:gd name="T19" fmla="*/ 77 h 173"/>
                  <a:gd name="T20" fmla="*/ 18 w 141"/>
                  <a:gd name="T21" fmla="*/ 93 h 173"/>
                  <a:gd name="T22" fmla="*/ 18 w 141"/>
                  <a:gd name="T23" fmla="*/ 94 h 173"/>
                  <a:gd name="T24" fmla="*/ 12 w 141"/>
                  <a:gd name="T25" fmla="*/ 101 h 173"/>
                  <a:gd name="T26" fmla="*/ 7 w 141"/>
                  <a:gd name="T27" fmla="*/ 106 h 173"/>
                  <a:gd name="T28" fmla="*/ 7 w 141"/>
                  <a:gd name="T29" fmla="*/ 122 h 173"/>
                  <a:gd name="T30" fmla="*/ 2 w 141"/>
                  <a:gd name="T31" fmla="*/ 126 h 173"/>
                  <a:gd name="T32" fmla="*/ 0 w 141"/>
                  <a:gd name="T33" fmla="*/ 128 h 173"/>
                  <a:gd name="T34" fmla="*/ 3 w 141"/>
                  <a:gd name="T35" fmla="*/ 137 h 173"/>
                  <a:gd name="T36" fmla="*/ 26 w 141"/>
                  <a:gd name="T37" fmla="*/ 137 h 173"/>
                  <a:gd name="T38" fmla="*/ 35 w 141"/>
                  <a:gd name="T39" fmla="*/ 146 h 173"/>
                  <a:gd name="T40" fmla="*/ 35 w 141"/>
                  <a:gd name="T41" fmla="*/ 147 h 173"/>
                  <a:gd name="T42" fmla="*/ 51 w 141"/>
                  <a:gd name="T43" fmla="*/ 172 h 173"/>
                  <a:gd name="T44" fmla="*/ 56 w 141"/>
                  <a:gd name="T45" fmla="*/ 161 h 173"/>
                  <a:gd name="T46" fmla="*/ 68 w 141"/>
                  <a:gd name="T47" fmla="*/ 169 h 173"/>
                  <a:gd name="T48" fmla="*/ 76 w 141"/>
                  <a:gd name="T49" fmla="*/ 146 h 173"/>
                  <a:gd name="T50" fmla="*/ 78 w 141"/>
                  <a:gd name="T51" fmla="*/ 146 h 173"/>
                  <a:gd name="T52" fmla="*/ 85 w 141"/>
                  <a:gd name="T53" fmla="*/ 141 h 173"/>
                  <a:gd name="T54" fmla="*/ 85 w 141"/>
                  <a:gd name="T55" fmla="*/ 139 h 173"/>
                  <a:gd name="T56" fmla="*/ 97 w 141"/>
                  <a:gd name="T57" fmla="*/ 139 h 173"/>
                  <a:gd name="T58" fmla="*/ 103 w 141"/>
                  <a:gd name="T59" fmla="*/ 112 h 173"/>
                  <a:gd name="T60" fmla="*/ 114 w 141"/>
                  <a:gd name="T61" fmla="*/ 110 h 173"/>
                  <a:gd name="T62" fmla="*/ 109 w 141"/>
                  <a:gd name="T63" fmla="*/ 105 h 173"/>
                  <a:gd name="T64" fmla="*/ 117 w 141"/>
                  <a:gd name="T65" fmla="*/ 98 h 173"/>
                  <a:gd name="T66" fmla="*/ 123 w 141"/>
                  <a:gd name="T67" fmla="*/ 100 h 173"/>
                  <a:gd name="T68" fmla="*/ 119 w 141"/>
                  <a:gd name="T69" fmla="*/ 92 h 173"/>
                  <a:gd name="T70" fmla="*/ 123 w 141"/>
                  <a:gd name="T71" fmla="*/ 90 h 173"/>
                  <a:gd name="T72" fmla="*/ 118 w 141"/>
                  <a:gd name="T73" fmla="*/ 79 h 173"/>
                  <a:gd name="T74" fmla="*/ 119 w 141"/>
                  <a:gd name="T75" fmla="*/ 78 h 173"/>
                  <a:gd name="T76" fmla="*/ 131 w 141"/>
                  <a:gd name="T77" fmla="*/ 68 h 173"/>
                  <a:gd name="T78" fmla="*/ 121 w 141"/>
                  <a:gd name="T79" fmla="*/ 55 h 173"/>
                  <a:gd name="T80" fmla="*/ 133 w 141"/>
                  <a:gd name="T81" fmla="*/ 50 h 173"/>
                  <a:gd name="T82" fmla="*/ 139 w 141"/>
                  <a:gd name="T83" fmla="*/ 43 h 173"/>
                  <a:gd name="T84" fmla="*/ 135 w 141"/>
                  <a:gd name="T85" fmla="*/ 34 h 173"/>
                  <a:gd name="T86" fmla="*/ 135 w 141"/>
                  <a:gd name="T87" fmla="*/ 33 h 173"/>
                  <a:gd name="T88" fmla="*/ 135 w 141"/>
                  <a:gd name="T89" fmla="*/ 30 h 173"/>
                  <a:gd name="T90" fmla="*/ 133 w 141"/>
                  <a:gd name="T91" fmla="*/ 30 h 173"/>
                  <a:gd name="T92" fmla="*/ 117 w 141"/>
                  <a:gd name="T93" fmla="*/ 28 h 173"/>
                  <a:gd name="T94" fmla="*/ 117 w 141"/>
                  <a:gd name="T95" fmla="*/ 28 h 173"/>
                  <a:gd name="T96" fmla="*/ 113 w 141"/>
                  <a:gd name="T97" fmla="*/ 23 h 173"/>
                  <a:gd name="T98" fmla="*/ 93 w 141"/>
                  <a:gd name="T99" fmla="*/ 31 h 173"/>
                  <a:gd name="T100" fmla="*/ 85 w 141"/>
                  <a:gd name="T101" fmla="*/ 16 h 173"/>
                  <a:gd name="T102" fmla="*/ 73 w 141"/>
                  <a:gd name="T103" fmla="*/ 1 h 173"/>
                  <a:gd name="T104" fmla="*/ 73 w 141"/>
                  <a:gd name="T105" fmla="*/ 8 h 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41" h="173">
                    <a:moveTo>
                      <a:pt x="73" y="8"/>
                    </a:moveTo>
                    <a:cubicBezTo>
                      <a:pt x="73" y="8"/>
                      <a:pt x="73" y="8"/>
                      <a:pt x="73" y="8"/>
                    </a:cubicBezTo>
                    <a:cubicBezTo>
                      <a:pt x="66" y="13"/>
                      <a:pt x="66" y="13"/>
                      <a:pt x="66" y="13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59" y="20"/>
                      <a:pt x="59" y="20"/>
                      <a:pt x="59" y="20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1" y="21"/>
                      <a:pt x="51" y="21"/>
                      <a:pt x="51" y="21"/>
                    </a:cubicBez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8"/>
                      <a:pt x="46" y="18"/>
                      <a:pt x="46" y="18"/>
                    </a:cubicBezTo>
                    <a:cubicBezTo>
                      <a:pt x="40" y="20"/>
                      <a:pt x="37" y="24"/>
                      <a:pt x="35" y="31"/>
                    </a:cubicBezTo>
                    <a:cubicBezTo>
                      <a:pt x="35" y="38"/>
                      <a:pt x="35" y="38"/>
                      <a:pt x="35" y="38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7" y="47"/>
                      <a:pt x="37" y="47"/>
                      <a:pt x="37" y="47"/>
                    </a:cubicBezTo>
                    <a:cubicBezTo>
                      <a:pt x="37" y="48"/>
                      <a:pt x="37" y="48"/>
                      <a:pt x="37" y="48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1" y="62"/>
                      <a:pt x="21" y="64"/>
                      <a:pt x="21" y="65"/>
                    </a:cubicBezTo>
                    <a:cubicBezTo>
                      <a:pt x="24" y="68"/>
                      <a:pt x="24" y="68"/>
                      <a:pt x="24" y="68"/>
                    </a:cubicBezTo>
                    <a:cubicBezTo>
                      <a:pt x="27" y="70"/>
                      <a:pt x="28" y="72"/>
                      <a:pt x="28" y="74"/>
                    </a:cubicBezTo>
                    <a:cubicBezTo>
                      <a:pt x="28" y="75"/>
                      <a:pt x="27" y="76"/>
                      <a:pt x="27" y="77"/>
                    </a:cubicBezTo>
                    <a:cubicBezTo>
                      <a:pt x="18" y="84"/>
                      <a:pt x="18" y="84"/>
                      <a:pt x="18" y="84"/>
                    </a:cubicBezTo>
                    <a:cubicBezTo>
                      <a:pt x="19" y="86"/>
                      <a:pt x="19" y="89"/>
                      <a:pt x="18" y="93"/>
                    </a:cubicBez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4"/>
                      <a:pt x="18" y="94"/>
                      <a:pt x="18" y="94"/>
                    </a:cubicBezTo>
                    <a:cubicBezTo>
                      <a:pt x="15" y="96"/>
                      <a:pt x="15" y="96"/>
                      <a:pt x="15" y="96"/>
                    </a:cubicBezTo>
                    <a:cubicBezTo>
                      <a:pt x="15" y="98"/>
                      <a:pt x="14" y="99"/>
                      <a:pt x="12" y="101"/>
                    </a:cubicBezTo>
                    <a:cubicBezTo>
                      <a:pt x="7" y="105"/>
                      <a:pt x="7" y="105"/>
                      <a:pt x="7" y="105"/>
                    </a:cubicBezTo>
                    <a:cubicBezTo>
                      <a:pt x="7" y="106"/>
                      <a:pt x="7" y="106"/>
                      <a:pt x="7" y="106"/>
                    </a:cubicBezTo>
                    <a:cubicBezTo>
                      <a:pt x="8" y="108"/>
                      <a:pt x="8" y="110"/>
                      <a:pt x="7" y="114"/>
                    </a:cubicBezTo>
                    <a:cubicBezTo>
                      <a:pt x="9" y="118"/>
                      <a:pt x="9" y="120"/>
                      <a:pt x="7" y="122"/>
                    </a:cubicBezTo>
                    <a:cubicBezTo>
                      <a:pt x="3" y="126"/>
                      <a:pt x="3" y="126"/>
                      <a:pt x="3" y="126"/>
                    </a:cubicBezTo>
                    <a:cubicBezTo>
                      <a:pt x="2" y="126"/>
                      <a:pt x="2" y="126"/>
                      <a:pt x="2" y="126"/>
                    </a:cubicBezTo>
                    <a:cubicBezTo>
                      <a:pt x="0" y="127"/>
                      <a:pt x="0" y="127"/>
                      <a:pt x="0" y="127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10" y="136"/>
                      <a:pt x="17" y="136"/>
                      <a:pt x="25" y="137"/>
                    </a:cubicBezTo>
                    <a:cubicBezTo>
                      <a:pt x="26" y="137"/>
                      <a:pt x="26" y="137"/>
                      <a:pt x="26" y="137"/>
                    </a:cubicBezTo>
                    <a:cubicBezTo>
                      <a:pt x="26" y="138"/>
                      <a:pt x="26" y="138"/>
                      <a:pt x="26" y="138"/>
                    </a:cubicBezTo>
                    <a:cubicBezTo>
                      <a:pt x="35" y="146"/>
                      <a:pt x="35" y="146"/>
                      <a:pt x="35" y="146"/>
                    </a:cubicBezTo>
                    <a:cubicBezTo>
                      <a:pt x="35" y="147"/>
                      <a:pt x="35" y="147"/>
                      <a:pt x="35" y="147"/>
                    </a:cubicBezTo>
                    <a:cubicBezTo>
                      <a:pt x="35" y="147"/>
                      <a:pt x="35" y="147"/>
                      <a:pt x="35" y="147"/>
                    </a:cubicBezTo>
                    <a:cubicBezTo>
                      <a:pt x="41" y="162"/>
                      <a:pt x="41" y="162"/>
                      <a:pt x="41" y="162"/>
                    </a:cubicBezTo>
                    <a:cubicBezTo>
                      <a:pt x="51" y="172"/>
                      <a:pt x="51" y="172"/>
                      <a:pt x="51" y="172"/>
                    </a:cubicBezTo>
                    <a:cubicBezTo>
                      <a:pt x="56" y="173"/>
                      <a:pt x="56" y="173"/>
                      <a:pt x="56" y="173"/>
                    </a:cubicBezTo>
                    <a:cubicBezTo>
                      <a:pt x="56" y="161"/>
                      <a:pt x="56" y="161"/>
                      <a:pt x="56" y="161"/>
                    </a:cubicBezTo>
                    <a:cubicBezTo>
                      <a:pt x="66" y="171"/>
                      <a:pt x="66" y="171"/>
                      <a:pt x="66" y="171"/>
                    </a:cubicBezTo>
                    <a:cubicBezTo>
                      <a:pt x="68" y="169"/>
                      <a:pt x="68" y="169"/>
                      <a:pt x="68" y="169"/>
                    </a:cubicBezTo>
                    <a:cubicBezTo>
                      <a:pt x="75" y="154"/>
                      <a:pt x="75" y="154"/>
                      <a:pt x="75" y="154"/>
                    </a:cubicBezTo>
                    <a:cubicBezTo>
                      <a:pt x="76" y="146"/>
                      <a:pt x="76" y="146"/>
                      <a:pt x="76" y="146"/>
                    </a:cubicBezTo>
                    <a:cubicBezTo>
                      <a:pt x="77" y="146"/>
                      <a:pt x="77" y="146"/>
                      <a:pt x="77" y="146"/>
                    </a:cubicBezTo>
                    <a:cubicBezTo>
                      <a:pt x="78" y="146"/>
                      <a:pt x="78" y="146"/>
                      <a:pt x="78" y="146"/>
                    </a:cubicBezTo>
                    <a:cubicBezTo>
                      <a:pt x="86" y="147"/>
                      <a:pt x="86" y="147"/>
                      <a:pt x="86" y="147"/>
                    </a:cubicBezTo>
                    <a:cubicBezTo>
                      <a:pt x="85" y="141"/>
                      <a:pt x="85" y="141"/>
                      <a:pt x="85" y="141"/>
                    </a:cubicBezTo>
                    <a:cubicBezTo>
                      <a:pt x="85" y="140"/>
                      <a:pt x="85" y="140"/>
                      <a:pt x="85" y="140"/>
                    </a:cubicBezTo>
                    <a:cubicBezTo>
                      <a:pt x="85" y="139"/>
                      <a:pt x="85" y="139"/>
                      <a:pt x="85" y="139"/>
                    </a:cubicBezTo>
                    <a:cubicBezTo>
                      <a:pt x="87" y="139"/>
                      <a:pt x="87" y="139"/>
                      <a:pt x="87" y="139"/>
                    </a:cubicBezTo>
                    <a:cubicBezTo>
                      <a:pt x="97" y="139"/>
                      <a:pt x="97" y="139"/>
                      <a:pt x="97" y="139"/>
                    </a:cubicBezTo>
                    <a:cubicBezTo>
                      <a:pt x="102" y="134"/>
                      <a:pt x="104" y="130"/>
                      <a:pt x="104" y="126"/>
                    </a:cubicBez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11" y="114"/>
                      <a:pt x="111" y="114"/>
                      <a:pt x="111" y="114"/>
                    </a:cubicBezTo>
                    <a:cubicBezTo>
                      <a:pt x="114" y="110"/>
                      <a:pt x="114" y="110"/>
                      <a:pt x="114" y="110"/>
                    </a:cubicBezTo>
                    <a:cubicBezTo>
                      <a:pt x="110" y="106"/>
                      <a:pt x="110" y="106"/>
                      <a:pt x="110" y="106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17" y="97"/>
                      <a:pt x="117" y="97"/>
                      <a:pt x="117" y="97"/>
                    </a:cubicBezTo>
                    <a:cubicBezTo>
                      <a:pt x="117" y="98"/>
                      <a:pt x="117" y="98"/>
                      <a:pt x="117" y="98"/>
                    </a:cubicBezTo>
                    <a:cubicBezTo>
                      <a:pt x="118" y="98"/>
                      <a:pt x="118" y="98"/>
                      <a:pt x="118" y="98"/>
                    </a:cubicBezTo>
                    <a:cubicBezTo>
                      <a:pt x="123" y="100"/>
                      <a:pt x="123" y="100"/>
                      <a:pt x="123" y="100"/>
                    </a:cubicBezTo>
                    <a:cubicBezTo>
                      <a:pt x="123" y="99"/>
                      <a:pt x="123" y="99"/>
                      <a:pt x="123" y="99"/>
                    </a:cubicBezTo>
                    <a:cubicBezTo>
                      <a:pt x="119" y="92"/>
                      <a:pt x="119" y="92"/>
                      <a:pt x="119" y="92"/>
                    </a:cubicBezTo>
                    <a:cubicBezTo>
                      <a:pt x="121" y="91"/>
                      <a:pt x="121" y="91"/>
                      <a:pt x="121" y="91"/>
                    </a:cubicBezTo>
                    <a:cubicBezTo>
                      <a:pt x="123" y="90"/>
                      <a:pt x="123" y="90"/>
                      <a:pt x="123" y="90"/>
                    </a:cubicBezTo>
                    <a:cubicBezTo>
                      <a:pt x="122" y="87"/>
                      <a:pt x="122" y="87"/>
                      <a:pt x="122" y="87"/>
                    </a:cubicBezTo>
                    <a:cubicBezTo>
                      <a:pt x="118" y="79"/>
                      <a:pt x="118" y="79"/>
                      <a:pt x="118" y="79"/>
                    </a:cubicBezTo>
                    <a:cubicBezTo>
                      <a:pt x="119" y="79"/>
                      <a:pt x="119" y="79"/>
                      <a:pt x="119" y="79"/>
                    </a:cubicBezTo>
                    <a:cubicBezTo>
                      <a:pt x="119" y="78"/>
                      <a:pt x="119" y="78"/>
                      <a:pt x="119" y="78"/>
                    </a:cubicBezTo>
                    <a:cubicBezTo>
                      <a:pt x="130" y="72"/>
                      <a:pt x="130" y="72"/>
                      <a:pt x="130" y="72"/>
                    </a:cubicBezTo>
                    <a:cubicBezTo>
                      <a:pt x="131" y="68"/>
                      <a:pt x="131" y="68"/>
                      <a:pt x="131" y="68"/>
                    </a:cubicBezTo>
                    <a:cubicBezTo>
                      <a:pt x="121" y="63"/>
                      <a:pt x="117" y="59"/>
                      <a:pt x="117" y="57"/>
                    </a:cubicBezTo>
                    <a:cubicBezTo>
                      <a:pt x="118" y="55"/>
                      <a:pt x="119" y="55"/>
                      <a:pt x="121" y="55"/>
                    </a:cubicBezTo>
                    <a:cubicBezTo>
                      <a:pt x="133" y="57"/>
                      <a:pt x="133" y="57"/>
                      <a:pt x="133" y="57"/>
                    </a:cubicBezTo>
                    <a:cubicBezTo>
                      <a:pt x="133" y="50"/>
                      <a:pt x="133" y="50"/>
                      <a:pt x="133" y="50"/>
                    </a:cubicBezTo>
                    <a:cubicBezTo>
                      <a:pt x="133" y="49"/>
                      <a:pt x="133" y="49"/>
                      <a:pt x="133" y="49"/>
                    </a:cubicBezTo>
                    <a:cubicBezTo>
                      <a:pt x="139" y="43"/>
                      <a:pt x="139" y="43"/>
                      <a:pt x="139" y="43"/>
                    </a:cubicBezTo>
                    <a:cubicBezTo>
                      <a:pt x="141" y="38"/>
                      <a:pt x="141" y="38"/>
                      <a:pt x="141" y="38"/>
                    </a:cubicBezTo>
                    <a:cubicBezTo>
                      <a:pt x="138" y="38"/>
                      <a:pt x="137" y="36"/>
                      <a:pt x="135" y="34"/>
                    </a:cubicBezTo>
                    <a:cubicBezTo>
                      <a:pt x="135" y="34"/>
                      <a:pt x="135" y="34"/>
                      <a:pt x="135" y="34"/>
                    </a:cubicBezTo>
                    <a:cubicBezTo>
                      <a:pt x="135" y="33"/>
                      <a:pt x="135" y="33"/>
                      <a:pt x="135" y="33"/>
                    </a:cubicBezTo>
                    <a:cubicBezTo>
                      <a:pt x="135" y="31"/>
                      <a:pt x="135" y="31"/>
                      <a:pt x="135" y="31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3" y="30"/>
                      <a:pt x="133" y="30"/>
                      <a:pt x="133" y="30"/>
                    </a:cubicBezTo>
                    <a:cubicBezTo>
                      <a:pt x="133" y="32"/>
                      <a:pt x="131" y="33"/>
                      <a:pt x="128" y="33"/>
                    </a:cubicBezTo>
                    <a:cubicBezTo>
                      <a:pt x="123" y="33"/>
                      <a:pt x="120" y="31"/>
                      <a:pt x="117" y="28"/>
                    </a:cubicBezTo>
                    <a:cubicBezTo>
                      <a:pt x="117" y="28"/>
                      <a:pt x="117" y="28"/>
                      <a:pt x="117" y="28"/>
                    </a:cubicBezTo>
                    <a:cubicBezTo>
                      <a:pt x="117" y="28"/>
                      <a:pt x="117" y="28"/>
                      <a:pt x="117" y="28"/>
                    </a:cubicBezTo>
                    <a:cubicBezTo>
                      <a:pt x="113" y="22"/>
                      <a:pt x="113" y="22"/>
                      <a:pt x="113" y="22"/>
                    </a:cubicBezTo>
                    <a:cubicBezTo>
                      <a:pt x="113" y="23"/>
                      <a:pt x="113" y="23"/>
                      <a:pt x="113" y="23"/>
                    </a:cubicBezTo>
                    <a:cubicBezTo>
                      <a:pt x="112" y="25"/>
                      <a:pt x="111" y="28"/>
                      <a:pt x="108" y="30"/>
                    </a:cubicBezTo>
                    <a:cubicBezTo>
                      <a:pt x="103" y="32"/>
                      <a:pt x="98" y="33"/>
                      <a:pt x="93" y="31"/>
                    </a:cubicBezTo>
                    <a:cubicBezTo>
                      <a:pt x="90" y="30"/>
                      <a:pt x="88" y="27"/>
                      <a:pt x="87" y="24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4" y="8"/>
                      <a:pt x="83" y="4"/>
                      <a:pt x="80" y="2"/>
                    </a:cubicBezTo>
                    <a:cubicBezTo>
                      <a:pt x="78" y="1"/>
                      <a:pt x="75" y="0"/>
                      <a:pt x="73" y="1"/>
                    </a:cubicBezTo>
                    <a:cubicBezTo>
                      <a:pt x="74" y="8"/>
                      <a:pt x="74" y="8"/>
                      <a:pt x="74" y="8"/>
                    </a:cubicBezTo>
                    <a:lnTo>
                      <a:pt x="73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işľïḑê"/>
              <p:cNvSpPr/>
              <p:nvPr/>
            </p:nvSpPr>
            <p:spPr bwMode="auto">
              <a:xfrm>
                <a:off x="4079" y="2559"/>
                <a:ext cx="289" cy="331"/>
              </a:xfrm>
              <a:custGeom>
                <a:avLst/>
                <a:gdLst>
                  <a:gd name="T0" fmla="*/ 64 w 122"/>
                  <a:gd name="T1" fmla="*/ 6 h 140"/>
                  <a:gd name="T2" fmla="*/ 43 w 122"/>
                  <a:gd name="T3" fmla="*/ 2 h 140"/>
                  <a:gd name="T4" fmla="*/ 38 w 122"/>
                  <a:gd name="T5" fmla="*/ 26 h 140"/>
                  <a:gd name="T6" fmla="*/ 28 w 122"/>
                  <a:gd name="T7" fmla="*/ 32 h 140"/>
                  <a:gd name="T8" fmla="*/ 23 w 122"/>
                  <a:gd name="T9" fmla="*/ 41 h 140"/>
                  <a:gd name="T10" fmla="*/ 17 w 122"/>
                  <a:gd name="T11" fmla="*/ 53 h 140"/>
                  <a:gd name="T12" fmla="*/ 6 w 122"/>
                  <a:gd name="T13" fmla="*/ 68 h 140"/>
                  <a:gd name="T14" fmla="*/ 1 w 122"/>
                  <a:gd name="T15" fmla="*/ 78 h 140"/>
                  <a:gd name="T16" fmla="*/ 11 w 122"/>
                  <a:gd name="T17" fmla="*/ 93 h 140"/>
                  <a:gd name="T18" fmla="*/ 16 w 122"/>
                  <a:gd name="T19" fmla="*/ 101 h 140"/>
                  <a:gd name="T20" fmla="*/ 16 w 122"/>
                  <a:gd name="T21" fmla="*/ 102 h 140"/>
                  <a:gd name="T22" fmla="*/ 16 w 122"/>
                  <a:gd name="T23" fmla="*/ 104 h 140"/>
                  <a:gd name="T24" fmla="*/ 15 w 122"/>
                  <a:gd name="T25" fmla="*/ 105 h 140"/>
                  <a:gd name="T26" fmla="*/ 27 w 122"/>
                  <a:gd name="T27" fmla="*/ 123 h 140"/>
                  <a:gd name="T28" fmla="*/ 33 w 122"/>
                  <a:gd name="T29" fmla="*/ 135 h 140"/>
                  <a:gd name="T30" fmla="*/ 46 w 122"/>
                  <a:gd name="T31" fmla="*/ 130 h 140"/>
                  <a:gd name="T32" fmla="*/ 46 w 122"/>
                  <a:gd name="T33" fmla="*/ 129 h 140"/>
                  <a:gd name="T34" fmla="*/ 53 w 122"/>
                  <a:gd name="T35" fmla="*/ 125 h 140"/>
                  <a:gd name="T36" fmla="*/ 66 w 122"/>
                  <a:gd name="T37" fmla="*/ 136 h 140"/>
                  <a:gd name="T38" fmla="*/ 68 w 122"/>
                  <a:gd name="T39" fmla="*/ 136 h 140"/>
                  <a:gd name="T40" fmla="*/ 74 w 122"/>
                  <a:gd name="T41" fmla="*/ 134 h 140"/>
                  <a:gd name="T42" fmla="*/ 76 w 122"/>
                  <a:gd name="T43" fmla="*/ 134 h 140"/>
                  <a:gd name="T44" fmla="*/ 84 w 122"/>
                  <a:gd name="T45" fmla="*/ 140 h 140"/>
                  <a:gd name="T46" fmla="*/ 85 w 122"/>
                  <a:gd name="T47" fmla="*/ 124 h 140"/>
                  <a:gd name="T48" fmla="*/ 86 w 122"/>
                  <a:gd name="T49" fmla="*/ 123 h 140"/>
                  <a:gd name="T50" fmla="*/ 89 w 122"/>
                  <a:gd name="T51" fmla="*/ 113 h 140"/>
                  <a:gd name="T52" fmla="*/ 88 w 122"/>
                  <a:gd name="T53" fmla="*/ 111 h 140"/>
                  <a:gd name="T54" fmla="*/ 90 w 122"/>
                  <a:gd name="T55" fmla="*/ 110 h 140"/>
                  <a:gd name="T56" fmla="*/ 101 w 122"/>
                  <a:gd name="T57" fmla="*/ 94 h 140"/>
                  <a:gd name="T58" fmla="*/ 103 w 122"/>
                  <a:gd name="T59" fmla="*/ 94 h 140"/>
                  <a:gd name="T60" fmla="*/ 103 w 122"/>
                  <a:gd name="T61" fmla="*/ 102 h 140"/>
                  <a:gd name="T62" fmla="*/ 115 w 122"/>
                  <a:gd name="T63" fmla="*/ 92 h 140"/>
                  <a:gd name="T64" fmla="*/ 112 w 122"/>
                  <a:gd name="T65" fmla="*/ 86 h 140"/>
                  <a:gd name="T66" fmla="*/ 115 w 122"/>
                  <a:gd name="T67" fmla="*/ 68 h 140"/>
                  <a:gd name="T68" fmla="*/ 109 w 122"/>
                  <a:gd name="T69" fmla="*/ 68 h 140"/>
                  <a:gd name="T70" fmla="*/ 108 w 122"/>
                  <a:gd name="T71" fmla="*/ 67 h 140"/>
                  <a:gd name="T72" fmla="*/ 106 w 122"/>
                  <a:gd name="T73" fmla="*/ 58 h 140"/>
                  <a:gd name="T74" fmla="*/ 122 w 122"/>
                  <a:gd name="T75" fmla="*/ 58 h 140"/>
                  <a:gd name="T76" fmla="*/ 109 w 122"/>
                  <a:gd name="T77" fmla="*/ 43 h 140"/>
                  <a:gd name="T78" fmla="*/ 117 w 122"/>
                  <a:gd name="T79" fmla="*/ 33 h 140"/>
                  <a:gd name="T80" fmla="*/ 111 w 122"/>
                  <a:gd name="T81" fmla="*/ 34 h 140"/>
                  <a:gd name="T82" fmla="*/ 111 w 122"/>
                  <a:gd name="T83" fmla="*/ 33 h 140"/>
                  <a:gd name="T84" fmla="*/ 103 w 122"/>
                  <a:gd name="T85" fmla="*/ 24 h 140"/>
                  <a:gd name="T86" fmla="*/ 81 w 122"/>
                  <a:gd name="T87" fmla="*/ 32 h 140"/>
                  <a:gd name="T88" fmla="*/ 79 w 122"/>
                  <a:gd name="T89" fmla="*/ 32 h 140"/>
                  <a:gd name="T90" fmla="*/ 78 w 122"/>
                  <a:gd name="T91" fmla="*/ 18 h 140"/>
                  <a:gd name="T92" fmla="*/ 82 w 122"/>
                  <a:gd name="T93" fmla="*/ 0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22" h="140">
                    <a:moveTo>
                      <a:pt x="75" y="2"/>
                    </a:moveTo>
                    <a:cubicBezTo>
                      <a:pt x="70" y="4"/>
                      <a:pt x="67" y="5"/>
                      <a:pt x="64" y="6"/>
                    </a:cubicBezTo>
                    <a:cubicBezTo>
                      <a:pt x="61" y="6"/>
                      <a:pt x="57" y="5"/>
                      <a:pt x="52" y="3"/>
                    </a:cubicBezTo>
                    <a:cubicBezTo>
                      <a:pt x="43" y="2"/>
                      <a:pt x="43" y="2"/>
                      <a:pt x="43" y="2"/>
                    </a:cubicBezTo>
                    <a:cubicBezTo>
                      <a:pt x="40" y="3"/>
                      <a:pt x="37" y="7"/>
                      <a:pt x="32" y="14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28" y="32"/>
                      <a:pt x="28" y="32"/>
                      <a:pt x="28" y="32"/>
                    </a:cubicBezTo>
                    <a:cubicBezTo>
                      <a:pt x="28" y="32"/>
                      <a:pt x="28" y="32"/>
                      <a:pt x="28" y="32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23" y="36"/>
                      <a:pt x="24" y="39"/>
                      <a:pt x="23" y="41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0" y="49"/>
                      <a:pt x="18" y="52"/>
                      <a:pt x="17" y="53"/>
                    </a:cubicBezTo>
                    <a:cubicBezTo>
                      <a:pt x="3" y="66"/>
                      <a:pt x="3" y="66"/>
                      <a:pt x="3" y="66"/>
                    </a:cubicBezTo>
                    <a:cubicBezTo>
                      <a:pt x="6" y="68"/>
                      <a:pt x="6" y="68"/>
                      <a:pt x="6" y="68"/>
                    </a:cubicBezTo>
                    <a:cubicBezTo>
                      <a:pt x="4" y="70"/>
                      <a:pt x="4" y="70"/>
                      <a:pt x="4" y="70"/>
                    </a:cubicBezTo>
                    <a:cubicBezTo>
                      <a:pt x="1" y="72"/>
                      <a:pt x="0" y="76"/>
                      <a:pt x="1" y="78"/>
                    </a:cubicBezTo>
                    <a:cubicBezTo>
                      <a:pt x="11" y="93"/>
                      <a:pt x="11" y="93"/>
                      <a:pt x="11" y="93"/>
                    </a:cubicBezTo>
                    <a:cubicBezTo>
                      <a:pt x="11" y="93"/>
                      <a:pt x="11" y="93"/>
                      <a:pt x="11" y="93"/>
                    </a:cubicBezTo>
                    <a:cubicBezTo>
                      <a:pt x="11" y="93"/>
                      <a:pt x="11" y="93"/>
                      <a:pt x="11" y="93"/>
                    </a:cubicBezTo>
                    <a:cubicBezTo>
                      <a:pt x="16" y="101"/>
                      <a:pt x="16" y="101"/>
                      <a:pt x="16" y="101"/>
                    </a:cubicBezTo>
                    <a:cubicBezTo>
                      <a:pt x="16" y="102"/>
                      <a:pt x="16" y="102"/>
                      <a:pt x="16" y="102"/>
                    </a:cubicBezTo>
                    <a:cubicBezTo>
                      <a:pt x="16" y="102"/>
                      <a:pt x="16" y="102"/>
                      <a:pt x="16" y="102"/>
                    </a:cubicBezTo>
                    <a:cubicBezTo>
                      <a:pt x="16" y="103"/>
                      <a:pt x="16" y="103"/>
                      <a:pt x="16" y="103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6" y="104"/>
                      <a:pt x="16" y="104"/>
                      <a:pt x="16" y="104"/>
                    </a:cubicBezTo>
                    <a:cubicBezTo>
                      <a:pt x="15" y="105"/>
                      <a:pt x="15" y="105"/>
                      <a:pt x="15" y="105"/>
                    </a:cubicBezTo>
                    <a:cubicBezTo>
                      <a:pt x="17" y="105"/>
                      <a:pt x="19" y="106"/>
                      <a:pt x="21" y="107"/>
                    </a:cubicBezTo>
                    <a:cubicBezTo>
                      <a:pt x="24" y="109"/>
                      <a:pt x="26" y="114"/>
                      <a:pt x="27" y="123"/>
                    </a:cubicBezTo>
                    <a:cubicBezTo>
                      <a:pt x="29" y="131"/>
                      <a:pt x="29" y="131"/>
                      <a:pt x="29" y="131"/>
                    </a:cubicBezTo>
                    <a:cubicBezTo>
                      <a:pt x="30" y="133"/>
                      <a:pt x="31" y="134"/>
                      <a:pt x="33" y="135"/>
                    </a:cubicBezTo>
                    <a:cubicBezTo>
                      <a:pt x="36" y="136"/>
                      <a:pt x="40" y="136"/>
                      <a:pt x="43" y="134"/>
                    </a:cubicBezTo>
                    <a:cubicBezTo>
                      <a:pt x="45" y="132"/>
                      <a:pt x="47" y="131"/>
                      <a:pt x="46" y="130"/>
                    </a:cubicBezTo>
                    <a:cubicBezTo>
                      <a:pt x="46" y="130"/>
                      <a:pt x="46" y="130"/>
                      <a:pt x="46" y="130"/>
                    </a:cubicBezTo>
                    <a:cubicBezTo>
                      <a:pt x="46" y="129"/>
                      <a:pt x="46" y="129"/>
                      <a:pt x="46" y="129"/>
                    </a:cubicBezTo>
                    <a:cubicBezTo>
                      <a:pt x="53" y="124"/>
                      <a:pt x="53" y="124"/>
                      <a:pt x="53" y="124"/>
                    </a:cubicBezTo>
                    <a:cubicBezTo>
                      <a:pt x="53" y="125"/>
                      <a:pt x="53" y="125"/>
                      <a:pt x="53" y="125"/>
                    </a:cubicBezTo>
                    <a:cubicBezTo>
                      <a:pt x="59" y="134"/>
                      <a:pt x="59" y="134"/>
                      <a:pt x="59" y="134"/>
                    </a:cubicBezTo>
                    <a:cubicBezTo>
                      <a:pt x="61" y="135"/>
                      <a:pt x="63" y="136"/>
                      <a:pt x="66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6" y="131"/>
                      <a:pt x="66" y="131"/>
                      <a:pt x="66" y="131"/>
                    </a:cubicBezTo>
                    <a:cubicBezTo>
                      <a:pt x="74" y="134"/>
                      <a:pt x="74" y="134"/>
                      <a:pt x="74" y="134"/>
                    </a:cubicBezTo>
                    <a:cubicBezTo>
                      <a:pt x="76" y="134"/>
                      <a:pt x="76" y="134"/>
                      <a:pt x="76" y="134"/>
                    </a:cubicBezTo>
                    <a:cubicBezTo>
                      <a:pt x="76" y="134"/>
                      <a:pt x="76" y="134"/>
                      <a:pt x="76" y="134"/>
                    </a:cubicBezTo>
                    <a:cubicBezTo>
                      <a:pt x="77" y="135"/>
                      <a:pt x="77" y="135"/>
                      <a:pt x="77" y="135"/>
                    </a:cubicBezTo>
                    <a:cubicBezTo>
                      <a:pt x="84" y="140"/>
                      <a:pt x="84" y="140"/>
                      <a:pt x="84" y="140"/>
                    </a:cubicBezTo>
                    <a:cubicBezTo>
                      <a:pt x="86" y="137"/>
                      <a:pt x="86" y="137"/>
                      <a:pt x="86" y="137"/>
                    </a:cubicBezTo>
                    <a:cubicBezTo>
                      <a:pt x="85" y="124"/>
                      <a:pt x="85" y="124"/>
                      <a:pt x="85" y="124"/>
                    </a:cubicBezTo>
                    <a:cubicBezTo>
                      <a:pt x="86" y="123"/>
                      <a:pt x="86" y="123"/>
                      <a:pt x="86" y="123"/>
                    </a:cubicBezTo>
                    <a:cubicBezTo>
                      <a:pt x="86" y="123"/>
                      <a:pt x="86" y="123"/>
                      <a:pt x="86" y="123"/>
                    </a:cubicBezTo>
                    <a:cubicBezTo>
                      <a:pt x="91" y="117"/>
                      <a:pt x="91" y="117"/>
                      <a:pt x="91" y="117"/>
                    </a:cubicBezTo>
                    <a:cubicBezTo>
                      <a:pt x="91" y="116"/>
                      <a:pt x="91" y="115"/>
                      <a:pt x="89" y="113"/>
                    </a:cubicBezTo>
                    <a:cubicBezTo>
                      <a:pt x="87" y="112"/>
                      <a:pt x="87" y="112"/>
                      <a:pt x="87" y="112"/>
                    </a:cubicBezTo>
                    <a:cubicBezTo>
                      <a:pt x="88" y="111"/>
                      <a:pt x="88" y="111"/>
                      <a:pt x="88" y="111"/>
                    </a:cubicBezTo>
                    <a:cubicBezTo>
                      <a:pt x="89" y="110"/>
                      <a:pt x="89" y="110"/>
                      <a:pt x="89" y="110"/>
                    </a:cubicBezTo>
                    <a:cubicBezTo>
                      <a:pt x="90" y="110"/>
                      <a:pt x="90" y="110"/>
                      <a:pt x="90" y="110"/>
                    </a:cubicBezTo>
                    <a:cubicBezTo>
                      <a:pt x="100" y="93"/>
                      <a:pt x="100" y="93"/>
                      <a:pt x="100" y="93"/>
                    </a:cubicBezTo>
                    <a:cubicBezTo>
                      <a:pt x="101" y="94"/>
                      <a:pt x="101" y="94"/>
                      <a:pt x="101" y="94"/>
                    </a:cubicBezTo>
                    <a:cubicBezTo>
                      <a:pt x="103" y="94"/>
                      <a:pt x="103" y="94"/>
                      <a:pt x="103" y="94"/>
                    </a:cubicBezTo>
                    <a:cubicBezTo>
                      <a:pt x="103" y="94"/>
                      <a:pt x="103" y="94"/>
                      <a:pt x="103" y="94"/>
                    </a:cubicBezTo>
                    <a:cubicBezTo>
                      <a:pt x="103" y="95"/>
                      <a:pt x="103" y="95"/>
                      <a:pt x="103" y="95"/>
                    </a:cubicBezTo>
                    <a:cubicBezTo>
                      <a:pt x="103" y="102"/>
                      <a:pt x="103" y="102"/>
                      <a:pt x="103" y="102"/>
                    </a:cubicBezTo>
                    <a:cubicBezTo>
                      <a:pt x="103" y="102"/>
                      <a:pt x="103" y="102"/>
                      <a:pt x="103" y="102"/>
                    </a:cubicBezTo>
                    <a:cubicBezTo>
                      <a:pt x="115" y="92"/>
                      <a:pt x="115" y="92"/>
                      <a:pt x="115" y="92"/>
                    </a:cubicBezTo>
                    <a:cubicBezTo>
                      <a:pt x="114" y="86"/>
                      <a:pt x="114" y="86"/>
                      <a:pt x="114" y="86"/>
                    </a:cubicBezTo>
                    <a:cubicBezTo>
                      <a:pt x="112" y="86"/>
                      <a:pt x="112" y="86"/>
                      <a:pt x="112" y="86"/>
                    </a:cubicBezTo>
                    <a:cubicBezTo>
                      <a:pt x="108" y="87"/>
                      <a:pt x="108" y="87"/>
                      <a:pt x="108" y="87"/>
                    </a:cubicBezTo>
                    <a:cubicBezTo>
                      <a:pt x="115" y="68"/>
                      <a:pt x="115" y="68"/>
                      <a:pt x="115" y="68"/>
                    </a:cubicBezTo>
                    <a:cubicBezTo>
                      <a:pt x="109" y="68"/>
                      <a:pt x="109" y="68"/>
                      <a:pt x="109" y="68"/>
                    </a:cubicBezTo>
                    <a:cubicBezTo>
                      <a:pt x="109" y="68"/>
                      <a:pt x="109" y="68"/>
                      <a:pt x="109" y="68"/>
                    </a:cubicBezTo>
                    <a:cubicBezTo>
                      <a:pt x="108" y="68"/>
                      <a:pt x="108" y="68"/>
                      <a:pt x="108" y="68"/>
                    </a:cubicBezTo>
                    <a:cubicBezTo>
                      <a:pt x="108" y="67"/>
                      <a:pt x="108" y="67"/>
                      <a:pt x="108" y="67"/>
                    </a:cubicBezTo>
                    <a:cubicBezTo>
                      <a:pt x="106" y="64"/>
                      <a:pt x="106" y="64"/>
                      <a:pt x="106" y="64"/>
                    </a:cubicBezTo>
                    <a:cubicBezTo>
                      <a:pt x="105" y="62"/>
                      <a:pt x="105" y="60"/>
                      <a:pt x="106" y="58"/>
                    </a:cubicBezTo>
                    <a:cubicBezTo>
                      <a:pt x="116" y="58"/>
                      <a:pt x="116" y="58"/>
                      <a:pt x="116" y="58"/>
                    </a:cubicBezTo>
                    <a:cubicBezTo>
                      <a:pt x="122" y="58"/>
                      <a:pt x="122" y="58"/>
                      <a:pt x="122" y="58"/>
                    </a:cubicBezTo>
                    <a:cubicBezTo>
                      <a:pt x="122" y="56"/>
                      <a:pt x="121" y="52"/>
                      <a:pt x="117" y="46"/>
                    </a:cubicBezTo>
                    <a:cubicBezTo>
                      <a:pt x="109" y="43"/>
                      <a:pt x="109" y="43"/>
                      <a:pt x="109" y="43"/>
                    </a:cubicBezTo>
                    <a:cubicBezTo>
                      <a:pt x="117" y="35"/>
                      <a:pt x="117" y="35"/>
                      <a:pt x="117" y="35"/>
                    </a:cubicBezTo>
                    <a:cubicBezTo>
                      <a:pt x="117" y="33"/>
                      <a:pt x="117" y="33"/>
                      <a:pt x="117" y="33"/>
                    </a:cubicBezTo>
                    <a:cubicBezTo>
                      <a:pt x="113" y="34"/>
                      <a:pt x="113" y="34"/>
                      <a:pt x="113" y="34"/>
                    </a:cubicBezTo>
                    <a:cubicBezTo>
                      <a:pt x="111" y="34"/>
                      <a:pt x="111" y="34"/>
                      <a:pt x="111" y="34"/>
                    </a:cubicBezTo>
                    <a:cubicBezTo>
                      <a:pt x="111" y="33"/>
                      <a:pt x="111" y="33"/>
                      <a:pt x="111" y="33"/>
                    </a:cubicBezTo>
                    <a:cubicBezTo>
                      <a:pt x="111" y="33"/>
                      <a:pt x="111" y="33"/>
                      <a:pt x="111" y="33"/>
                    </a:cubicBezTo>
                    <a:cubicBezTo>
                      <a:pt x="111" y="32"/>
                      <a:pt x="111" y="32"/>
                      <a:pt x="111" y="32"/>
                    </a:cubicBezTo>
                    <a:cubicBezTo>
                      <a:pt x="109" y="28"/>
                      <a:pt x="107" y="25"/>
                      <a:pt x="103" y="24"/>
                    </a:cubicBezTo>
                    <a:cubicBezTo>
                      <a:pt x="87" y="24"/>
                      <a:pt x="87" y="24"/>
                      <a:pt x="87" y="24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81" y="32"/>
                      <a:pt x="81" y="32"/>
                      <a:pt x="81" y="32"/>
                    </a:cubicBezTo>
                    <a:cubicBezTo>
                      <a:pt x="79" y="32"/>
                      <a:pt x="79" y="32"/>
                      <a:pt x="79" y="32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78" y="18"/>
                      <a:pt x="78" y="18"/>
                      <a:pt x="78" y="18"/>
                    </a:cubicBezTo>
                    <a:cubicBezTo>
                      <a:pt x="79" y="18"/>
                      <a:pt x="83" y="14"/>
                      <a:pt x="90" y="6"/>
                    </a:cubicBezTo>
                    <a:cubicBezTo>
                      <a:pt x="82" y="0"/>
                      <a:pt x="82" y="0"/>
                      <a:pt x="82" y="0"/>
                    </a:cubicBezTo>
                    <a:lnTo>
                      <a:pt x="75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îSľïḑè"/>
              <p:cNvSpPr/>
              <p:nvPr/>
            </p:nvSpPr>
            <p:spPr bwMode="auto">
              <a:xfrm>
                <a:off x="3802" y="2273"/>
                <a:ext cx="362" cy="442"/>
              </a:xfrm>
              <a:custGeom>
                <a:avLst/>
                <a:gdLst>
                  <a:gd name="T0" fmla="*/ 96 w 153"/>
                  <a:gd name="T1" fmla="*/ 53 h 187"/>
                  <a:gd name="T2" fmla="*/ 85 w 153"/>
                  <a:gd name="T3" fmla="*/ 28 h 187"/>
                  <a:gd name="T4" fmla="*/ 55 w 153"/>
                  <a:gd name="T5" fmla="*/ 17 h 187"/>
                  <a:gd name="T6" fmla="*/ 37 w 153"/>
                  <a:gd name="T7" fmla="*/ 0 h 187"/>
                  <a:gd name="T8" fmla="*/ 48 w 153"/>
                  <a:gd name="T9" fmla="*/ 17 h 187"/>
                  <a:gd name="T10" fmla="*/ 49 w 153"/>
                  <a:gd name="T11" fmla="*/ 19 h 187"/>
                  <a:gd name="T12" fmla="*/ 36 w 153"/>
                  <a:gd name="T13" fmla="*/ 36 h 187"/>
                  <a:gd name="T14" fmla="*/ 19 w 153"/>
                  <a:gd name="T15" fmla="*/ 23 h 187"/>
                  <a:gd name="T16" fmla="*/ 23 w 153"/>
                  <a:gd name="T17" fmla="*/ 35 h 187"/>
                  <a:gd name="T18" fmla="*/ 23 w 153"/>
                  <a:gd name="T19" fmla="*/ 36 h 187"/>
                  <a:gd name="T20" fmla="*/ 22 w 153"/>
                  <a:gd name="T21" fmla="*/ 41 h 187"/>
                  <a:gd name="T22" fmla="*/ 14 w 153"/>
                  <a:gd name="T23" fmla="*/ 44 h 187"/>
                  <a:gd name="T24" fmla="*/ 11 w 153"/>
                  <a:gd name="T25" fmla="*/ 51 h 187"/>
                  <a:gd name="T26" fmla="*/ 8 w 153"/>
                  <a:gd name="T27" fmla="*/ 63 h 187"/>
                  <a:gd name="T28" fmla="*/ 8 w 153"/>
                  <a:gd name="T29" fmla="*/ 63 h 187"/>
                  <a:gd name="T30" fmla="*/ 4 w 153"/>
                  <a:gd name="T31" fmla="*/ 65 h 187"/>
                  <a:gd name="T32" fmla="*/ 14 w 153"/>
                  <a:gd name="T33" fmla="*/ 81 h 187"/>
                  <a:gd name="T34" fmla="*/ 18 w 153"/>
                  <a:gd name="T35" fmla="*/ 81 h 187"/>
                  <a:gd name="T36" fmla="*/ 35 w 153"/>
                  <a:gd name="T37" fmla="*/ 89 h 187"/>
                  <a:gd name="T38" fmla="*/ 35 w 153"/>
                  <a:gd name="T39" fmla="*/ 89 h 187"/>
                  <a:gd name="T40" fmla="*/ 34 w 153"/>
                  <a:gd name="T41" fmla="*/ 100 h 187"/>
                  <a:gd name="T42" fmla="*/ 30 w 153"/>
                  <a:gd name="T43" fmla="*/ 109 h 187"/>
                  <a:gd name="T44" fmla="*/ 25 w 153"/>
                  <a:gd name="T45" fmla="*/ 115 h 187"/>
                  <a:gd name="T46" fmla="*/ 25 w 153"/>
                  <a:gd name="T47" fmla="*/ 115 h 187"/>
                  <a:gd name="T48" fmla="*/ 26 w 153"/>
                  <a:gd name="T49" fmla="*/ 127 h 187"/>
                  <a:gd name="T50" fmla="*/ 38 w 153"/>
                  <a:gd name="T51" fmla="*/ 129 h 187"/>
                  <a:gd name="T52" fmla="*/ 43 w 153"/>
                  <a:gd name="T53" fmla="*/ 134 h 187"/>
                  <a:gd name="T54" fmla="*/ 51 w 153"/>
                  <a:gd name="T55" fmla="*/ 176 h 187"/>
                  <a:gd name="T56" fmla="*/ 49 w 153"/>
                  <a:gd name="T57" fmla="*/ 179 h 187"/>
                  <a:gd name="T58" fmla="*/ 50 w 153"/>
                  <a:gd name="T59" fmla="*/ 182 h 187"/>
                  <a:gd name="T60" fmla="*/ 73 w 153"/>
                  <a:gd name="T61" fmla="*/ 173 h 187"/>
                  <a:gd name="T62" fmla="*/ 78 w 153"/>
                  <a:gd name="T63" fmla="*/ 175 h 187"/>
                  <a:gd name="T64" fmla="*/ 79 w 153"/>
                  <a:gd name="T65" fmla="*/ 175 h 187"/>
                  <a:gd name="T66" fmla="*/ 87 w 153"/>
                  <a:gd name="T67" fmla="*/ 170 h 187"/>
                  <a:gd name="T68" fmla="*/ 110 w 153"/>
                  <a:gd name="T69" fmla="*/ 180 h 187"/>
                  <a:gd name="T70" fmla="*/ 116 w 153"/>
                  <a:gd name="T71" fmla="*/ 184 h 187"/>
                  <a:gd name="T72" fmla="*/ 134 w 153"/>
                  <a:gd name="T73" fmla="*/ 163 h 187"/>
                  <a:gd name="T74" fmla="*/ 130 w 153"/>
                  <a:gd name="T75" fmla="*/ 148 h 187"/>
                  <a:gd name="T76" fmla="*/ 144 w 153"/>
                  <a:gd name="T77" fmla="*/ 149 h 187"/>
                  <a:gd name="T78" fmla="*/ 144 w 153"/>
                  <a:gd name="T79" fmla="*/ 135 h 187"/>
                  <a:gd name="T80" fmla="*/ 153 w 153"/>
                  <a:gd name="T81" fmla="*/ 123 h 187"/>
                  <a:gd name="T82" fmla="*/ 142 w 153"/>
                  <a:gd name="T83" fmla="*/ 111 h 187"/>
                  <a:gd name="T84" fmla="*/ 136 w 153"/>
                  <a:gd name="T85" fmla="*/ 116 h 187"/>
                  <a:gd name="T86" fmla="*/ 135 w 153"/>
                  <a:gd name="T87" fmla="*/ 115 h 187"/>
                  <a:gd name="T88" fmla="*/ 126 w 153"/>
                  <a:gd name="T89" fmla="*/ 107 h 187"/>
                  <a:gd name="T90" fmla="*/ 113 w 153"/>
                  <a:gd name="T91" fmla="*/ 99 h 187"/>
                  <a:gd name="T92" fmla="*/ 110 w 153"/>
                  <a:gd name="T93" fmla="*/ 85 h 187"/>
                  <a:gd name="T94" fmla="*/ 117 w 153"/>
                  <a:gd name="T95" fmla="*/ 64 h 187"/>
                  <a:gd name="T96" fmla="*/ 129 w 153"/>
                  <a:gd name="T97" fmla="*/ 65 h 187"/>
                  <a:gd name="T98" fmla="*/ 130 w 153"/>
                  <a:gd name="T99" fmla="*/ 52 h 187"/>
                  <a:gd name="T100" fmla="*/ 97 w 153"/>
                  <a:gd name="T101" fmla="*/ 54 h 187"/>
                  <a:gd name="T102" fmla="*/ 96 w 153"/>
                  <a:gd name="T103" fmla="*/ 5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53" h="187">
                    <a:moveTo>
                      <a:pt x="96" y="53"/>
                    </a:moveTo>
                    <a:cubicBezTo>
                      <a:pt x="96" y="53"/>
                      <a:pt x="96" y="53"/>
                      <a:pt x="96" y="53"/>
                    </a:cubicBezTo>
                    <a:cubicBezTo>
                      <a:pt x="96" y="53"/>
                      <a:pt x="96" y="53"/>
                      <a:pt x="96" y="53"/>
                    </a:cubicBezTo>
                    <a:cubicBezTo>
                      <a:pt x="92" y="37"/>
                      <a:pt x="88" y="29"/>
                      <a:pt x="85" y="28"/>
                    </a:cubicBezTo>
                    <a:cubicBezTo>
                      <a:pt x="71" y="23"/>
                      <a:pt x="71" y="23"/>
                      <a:pt x="71" y="23"/>
                    </a:cubicBezTo>
                    <a:cubicBezTo>
                      <a:pt x="63" y="21"/>
                      <a:pt x="57" y="19"/>
                      <a:pt x="55" y="17"/>
                    </a:cubicBezTo>
                    <a:cubicBezTo>
                      <a:pt x="51" y="15"/>
                      <a:pt x="46" y="9"/>
                      <a:pt x="40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8" y="4"/>
                      <a:pt x="42" y="9"/>
                      <a:pt x="48" y="17"/>
                    </a:cubicBezTo>
                    <a:cubicBezTo>
                      <a:pt x="49" y="18"/>
                      <a:pt x="49" y="18"/>
                      <a:pt x="49" y="18"/>
                    </a:cubicBezTo>
                    <a:cubicBezTo>
                      <a:pt x="49" y="19"/>
                      <a:pt x="49" y="19"/>
                      <a:pt x="49" y="19"/>
                    </a:cubicBezTo>
                    <a:cubicBezTo>
                      <a:pt x="43" y="30"/>
                      <a:pt x="43" y="30"/>
                      <a:pt x="43" y="30"/>
                    </a:cubicBezTo>
                    <a:cubicBezTo>
                      <a:pt x="40" y="35"/>
                      <a:pt x="38" y="37"/>
                      <a:pt x="36" y="36"/>
                    </a:cubicBezTo>
                    <a:cubicBezTo>
                      <a:pt x="34" y="35"/>
                      <a:pt x="31" y="31"/>
                      <a:pt x="26" y="25"/>
                    </a:cubicBezTo>
                    <a:cubicBezTo>
                      <a:pt x="19" y="23"/>
                      <a:pt x="19" y="23"/>
                      <a:pt x="19" y="23"/>
                    </a:cubicBezTo>
                    <a:cubicBezTo>
                      <a:pt x="19" y="25"/>
                      <a:pt x="20" y="29"/>
                      <a:pt x="23" y="35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3" y="37"/>
                      <a:pt x="23" y="37"/>
                      <a:pt x="23" y="37"/>
                    </a:cubicBezTo>
                    <a:cubicBezTo>
                      <a:pt x="22" y="41"/>
                      <a:pt x="22" y="41"/>
                      <a:pt x="22" y="41"/>
                    </a:cubicBezTo>
                    <a:cubicBezTo>
                      <a:pt x="14" y="44"/>
                      <a:pt x="14" y="44"/>
                      <a:pt x="14" y="44"/>
                    </a:cubicBezTo>
                    <a:cubicBezTo>
                      <a:pt x="14" y="44"/>
                      <a:pt x="14" y="44"/>
                      <a:pt x="14" y="44"/>
                    </a:cubicBezTo>
                    <a:cubicBezTo>
                      <a:pt x="12" y="45"/>
                      <a:pt x="12" y="45"/>
                      <a:pt x="12" y="45"/>
                    </a:cubicBezTo>
                    <a:cubicBezTo>
                      <a:pt x="11" y="46"/>
                      <a:pt x="11" y="48"/>
                      <a:pt x="11" y="51"/>
                    </a:cubicBezTo>
                    <a:cubicBezTo>
                      <a:pt x="12" y="57"/>
                      <a:pt x="12" y="60"/>
                      <a:pt x="10" y="62"/>
                    </a:cubicBezTo>
                    <a:cubicBezTo>
                      <a:pt x="10" y="63"/>
                      <a:pt x="9" y="63"/>
                      <a:pt x="8" y="63"/>
                    </a:cubicBezTo>
                    <a:cubicBezTo>
                      <a:pt x="8" y="63"/>
                      <a:pt x="8" y="63"/>
                      <a:pt x="8" y="63"/>
                    </a:cubicBezTo>
                    <a:cubicBezTo>
                      <a:pt x="8" y="63"/>
                      <a:pt x="8" y="63"/>
                      <a:pt x="8" y="63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0" y="63"/>
                      <a:pt x="2" y="64"/>
                      <a:pt x="4" y="65"/>
                    </a:cubicBezTo>
                    <a:cubicBezTo>
                      <a:pt x="8" y="69"/>
                      <a:pt x="11" y="74"/>
                      <a:pt x="14" y="80"/>
                    </a:cubicBezTo>
                    <a:cubicBezTo>
                      <a:pt x="14" y="81"/>
                      <a:pt x="14" y="81"/>
                      <a:pt x="14" y="81"/>
                    </a:cubicBezTo>
                    <a:cubicBezTo>
                      <a:pt x="14" y="81"/>
                      <a:pt x="14" y="81"/>
                      <a:pt x="14" y="81"/>
                    </a:cubicBezTo>
                    <a:cubicBezTo>
                      <a:pt x="18" y="81"/>
                      <a:pt x="18" y="81"/>
                      <a:pt x="18" y="81"/>
                    </a:cubicBezTo>
                    <a:cubicBezTo>
                      <a:pt x="22" y="80"/>
                      <a:pt x="26" y="81"/>
                      <a:pt x="30" y="83"/>
                    </a:cubicBezTo>
                    <a:cubicBezTo>
                      <a:pt x="35" y="89"/>
                      <a:pt x="35" y="89"/>
                      <a:pt x="35" y="89"/>
                    </a:cubicBezTo>
                    <a:cubicBezTo>
                      <a:pt x="35" y="89"/>
                      <a:pt x="35" y="89"/>
                      <a:pt x="35" y="89"/>
                    </a:cubicBezTo>
                    <a:cubicBezTo>
                      <a:pt x="35" y="89"/>
                      <a:pt x="35" y="89"/>
                      <a:pt x="35" y="89"/>
                    </a:cubicBezTo>
                    <a:cubicBezTo>
                      <a:pt x="35" y="89"/>
                      <a:pt x="35" y="89"/>
                      <a:pt x="35" y="89"/>
                    </a:cubicBezTo>
                    <a:cubicBezTo>
                      <a:pt x="34" y="100"/>
                      <a:pt x="34" y="100"/>
                      <a:pt x="34" y="100"/>
                    </a:cubicBezTo>
                    <a:cubicBezTo>
                      <a:pt x="36" y="101"/>
                      <a:pt x="36" y="103"/>
                      <a:pt x="36" y="105"/>
                    </a:cubicBezTo>
                    <a:cubicBezTo>
                      <a:pt x="35" y="107"/>
                      <a:pt x="33" y="108"/>
                      <a:pt x="30" y="109"/>
                    </a:cubicBezTo>
                    <a:cubicBezTo>
                      <a:pt x="27" y="109"/>
                      <a:pt x="26" y="111"/>
                      <a:pt x="25" y="115"/>
                    </a:cubicBezTo>
                    <a:cubicBezTo>
                      <a:pt x="25" y="115"/>
                      <a:pt x="25" y="115"/>
                      <a:pt x="25" y="115"/>
                    </a:cubicBezTo>
                    <a:cubicBezTo>
                      <a:pt x="25" y="115"/>
                      <a:pt x="25" y="115"/>
                      <a:pt x="25" y="115"/>
                    </a:cubicBezTo>
                    <a:cubicBezTo>
                      <a:pt x="25" y="115"/>
                      <a:pt x="25" y="115"/>
                      <a:pt x="25" y="115"/>
                    </a:cubicBezTo>
                    <a:cubicBezTo>
                      <a:pt x="22" y="122"/>
                      <a:pt x="22" y="122"/>
                      <a:pt x="22" y="122"/>
                    </a:cubicBezTo>
                    <a:cubicBezTo>
                      <a:pt x="26" y="127"/>
                      <a:pt x="26" y="127"/>
                      <a:pt x="26" y="127"/>
                    </a:cubicBezTo>
                    <a:cubicBezTo>
                      <a:pt x="37" y="129"/>
                      <a:pt x="37" y="129"/>
                      <a:pt x="37" y="129"/>
                    </a:cubicBezTo>
                    <a:cubicBezTo>
                      <a:pt x="38" y="129"/>
                      <a:pt x="38" y="129"/>
                      <a:pt x="38" y="129"/>
                    </a:cubicBezTo>
                    <a:cubicBezTo>
                      <a:pt x="38" y="129"/>
                      <a:pt x="38" y="129"/>
                      <a:pt x="38" y="129"/>
                    </a:cubicBezTo>
                    <a:cubicBezTo>
                      <a:pt x="43" y="134"/>
                      <a:pt x="43" y="134"/>
                      <a:pt x="43" y="134"/>
                    </a:cubicBezTo>
                    <a:cubicBezTo>
                      <a:pt x="36" y="144"/>
                      <a:pt x="36" y="144"/>
                      <a:pt x="36" y="144"/>
                    </a:cubicBezTo>
                    <a:cubicBezTo>
                      <a:pt x="51" y="176"/>
                      <a:pt x="51" y="176"/>
                      <a:pt x="51" y="176"/>
                    </a:cubicBezTo>
                    <a:cubicBezTo>
                      <a:pt x="52" y="177"/>
                      <a:pt x="52" y="177"/>
                      <a:pt x="52" y="177"/>
                    </a:cubicBezTo>
                    <a:cubicBezTo>
                      <a:pt x="49" y="179"/>
                      <a:pt x="49" y="179"/>
                      <a:pt x="49" y="179"/>
                    </a:cubicBezTo>
                    <a:cubicBezTo>
                      <a:pt x="50" y="182"/>
                      <a:pt x="50" y="182"/>
                      <a:pt x="50" y="182"/>
                    </a:cubicBezTo>
                    <a:cubicBezTo>
                      <a:pt x="50" y="182"/>
                      <a:pt x="50" y="182"/>
                      <a:pt x="50" y="182"/>
                    </a:cubicBezTo>
                    <a:cubicBezTo>
                      <a:pt x="78" y="165"/>
                      <a:pt x="78" y="165"/>
                      <a:pt x="78" y="165"/>
                    </a:cubicBezTo>
                    <a:cubicBezTo>
                      <a:pt x="73" y="173"/>
                      <a:pt x="73" y="173"/>
                      <a:pt x="73" y="173"/>
                    </a:cubicBezTo>
                    <a:cubicBezTo>
                      <a:pt x="70" y="179"/>
                      <a:pt x="68" y="184"/>
                      <a:pt x="67" y="187"/>
                    </a:cubicBezTo>
                    <a:cubicBezTo>
                      <a:pt x="72" y="185"/>
                      <a:pt x="76" y="182"/>
                      <a:pt x="78" y="175"/>
                    </a:cubicBezTo>
                    <a:cubicBezTo>
                      <a:pt x="78" y="175"/>
                      <a:pt x="78" y="175"/>
                      <a:pt x="78" y="175"/>
                    </a:cubicBezTo>
                    <a:cubicBezTo>
                      <a:pt x="79" y="175"/>
                      <a:pt x="79" y="175"/>
                      <a:pt x="79" y="175"/>
                    </a:cubicBezTo>
                    <a:cubicBezTo>
                      <a:pt x="86" y="171"/>
                      <a:pt x="86" y="171"/>
                      <a:pt x="86" y="17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98" y="179"/>
                      <a:pt x="98" y="179"/>
                      <a:pt x="98" y="179"/>
                    </a:cubicBezTo>
                    <a:cubicBezTo>
                      <a:pt x="110" y="180"/>
                      <a:pt x="110" y="180"/>
                      <a:pt x="110" y="180"/>
                    </a:cubicBezTo>
                    <a:cubicBezTo>
                      <a:pt x="110" y="180"/>
                      <a:pt x="110" y="180"/>
                      <a:pt x="110" y="180"/>
                    </a:cubicBezTo>
                    <a:cubicBezTo>
                      <a:pt x="116" y="184"/>
                      <a:pt x="116" y="184"/>
                      <a:pt x="116" y="184"/>
                    </a:cubicBezTo>
                    <a:cubicBezTo>
                      <a:pt x="130" y="171"/>
                      <a:pt x="130" y="171"/>
                      <a:pt x="130" y="171"/>
                    </a:cubicBezTo>
                    <a:cubicBezTo>
                      <a:pt x="132" y="170"/>
                      <a:pt x="133" y="167"/>
                      <a:pt x="134" y="163"/>
                    </a:cubicBezTo>
                    <a:cubicBezTo>
                      <a:pt x="136" y="160"/>
                      <a:pt x="136" y="160"/>
                      <a:pt x="136" y="160"/>
                    </a:cubicBezTo>
                    <a:cubicBezTo>
                      <a:pt x="136" y="159"/>
                      <a:pt x="134" y="155"/>
                      <a:pt x="130" y="148"/>
                    </a:cubicBezTo>
                    <a:cubicBezTo>
                      <a:pt x="127" y="143"/>
                      <a:pt x="127" y="143"/>
                      <a:pt x="127" y="143"/>
                    </a:cubicBezTo>
                    <a:cubicBezTo>
                      <a:pt x="144" y="149"/>
                      <a:pt x="144" y="149"/>
                      <a:pt x="144" y="149"/>
                    </a:cubicBezTo>
                    <a:cubicBezTo>
                      <a:pt x="150" y="146"/>
                      <a:pt x="150" y="146"/>
                      <a:pt x="150" y="146"/>
                    </a:cubicBezTo>
                    <a:cubicBezTo>
                      <a:pt x="144" y="135"/>
                      <a:pt x="144" y="135"/>
                      <a:pt x="144" y="135"/>
                    </a:cubicBezTo>
                    <a:cubicBezTo>
                      <a:pt x="144" y="134"/>
                      <a:pt x="144" y="134"/>
                      <a:pt x="144" y="134"/>
                    </a:cubicBezTo>
                    <a:cubicBezTo>
                      <a:pt x="153" y="123"/>
                      <a:pt x="153" y="123"/>
                      <a:pt x="153" y="123"/>
                    </a:cubicBezTo>
                    <a:cubicBezTo>
                      <a:pt x="149" y="117"/>
                      <a:pt x="149" y="117"/>
                      <a:pt x="149" y="117"/>
                    </a:cubicBezTo>
                    <a:cubicBezTo>
                      <a:pt x="146" y="113"/>
                      <a:pt x="143" y="111"/>
                      <a:pt x="142" y="111"/>
                    </a:cubicBezTo>
                    <a:cubicBezTo>
                      <a:pt x="141" y="111"/>
                      <a:pt x="141" y="111"/>
                      <a:pt x="141" y="111"/>
                    </a:cubicBezTo>
                    <a:cubicBezTo>
                      <a:pt x="136" y="116"/>
                      <a:pt x="136" y="116"/>
                      <a:pt x="136" y="116"/>
                    </a:cubicBezTo>
                    <a:cubicBezTo>
                      <a:pt x="136" y="115"/>
                      <a:pt x="136" y="115"/>
                      <a:pt x="136" y="115"/>
                    </a:cubicBezTo>
                    <a:cubicBezTo>
                      <a:pt x="135" y="115"/>
                      <a:pt x="135" y="115"/>
                      <a:pt x="135" y="115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26" y="107"/>
                      <a:pt x="126" y="107"/>
                      <a:pt x="126" y="107"/>
                    </a:cubicBezTo>
                    <a:cubicBezTo>
                      <a:pt x="123" y="106"/>
                      <a:pt x="120" y="105"/>
                      <a:pt x="118" y="102"/>
                    </a:cubicBezTo>
                    <a:cubicBezTo>
                      <a:pt x="113" y="99"/>
                      <a:pt x="113" y="99"/>
                      <a:pt x="113" y="99"/>
                    </a:cubicBezTo>
                    <a:cubicBezTo>
                      <a:pt x="110" y="97"/>
                      <a:pt x="108" y="95"/>
                      <a:pt x="108" y="93"/>
                    </a:cubicBezTo>
                    <a:cubicBezTo>
                      <a:pt x="107" y="91"/>
                      <a:pt x="108" y="88"/>
                      <a:pt x="110" y="85"/>
                    </a:cubicBezTo>
                    <a:cubicBezTo>
                      <a:pt x="114" y="78"/>
                      <a:pt x="117" y="73"/>
                      <a:pt x="117" y="69"/>
                    </a:cubicBezTo>
                    <a:cubicBezTo>
                      <a:pt x="117" y="64"/>
                      <a:pt x="117" y="64"/>
                      <a:pt x="117" y="64"/>
                    </a:cubicBezTo>
                    <a:cubicBezTo>
                      <a:pt x="120" y="64"/>
                      <a:pt x="120" y="64"/>
                      <a:pt x="120" y="64"/>
                    </a:cubicBezTo>
                    <a:cubicBezTo>
                      <a:pt x="129" y="65"/>
                      <a:pt x="129" y="65"/>
                      <a:pt x="129" y="65"/>
                    </a:cubicBezTo>
                    <a:cubicBezTo>
                      <a:pt x="130" y="64"/>
                      <a:pt x="131" y="60"/>
                      <a:pt x="132" y="53"/>
                    </a:cubicBezTo>
                    <a:cubicBezTo>
                      <a:pt x="130" y="52"/>
                      <a:pt x="130" y="52"/>
                      <a:pt x="130" y="52"/>
                    </a:cubicBezTo>
                    <a:cubicBezTo>
                      <a:pt x="123" y="57"/>
                      <a:pt x="118" y="59"/>
                      <a:pt x="115" y="61"/>
                    </a:cubicBezTo>
                    <a:cubicBezTo>
                      <a:pt x="110" y="62"/>
                      <a:pt x="105" y="59"/>
                      <a:pt x="97" y="54"/>
                    </a:cubicBezTo>
                    <a:cubicBezTo>
                      <a:pt x="97" y="53"/>
                      <a:pt x="97" y="53"/>
                      <a:pt x="97" y="53"/>
                    </a:cubicBezTo>
                    <a:lnTo>
                      <a:pt x="96" y="5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íşľîďè"/>
              <p:cNvSpPr/>
              <p:nvPr/>
            </p:nvSpPr>
            <p:spPr bwMode="auto">
              <a:xfrm>
                <a:off x="3871" y="1761"/>
                <a:ext cx="97" cy="138"/>
              </a:xfrm>
              <a:custGeom>
                <a:avLst/>
                <a:gdLst>
                  <a:gd name="T0" fmla="*/ 24 w 41"/>
                  <a:gd name="T1" fmla="*/ 1 h 58"/>
                  <a:gd name="T2" fmla="*/ 23 w 41"/>
                  <a:gd name="T3" fmla="*/ 0 h 58"/>
                  <a:gd name="T4" fmla="*/ 17 w 41"/>
                  <a:gd name="T5" fmla="*/ 7 h 58"/>
                  <a:gd name="T6" fmla="*/ 15 w 41"/>
                  <a:gd name="T7" fmla="*/ 6 h 58"/>
                  <a:gd name="T8" fmla="*/ 15 w 41"/>
                  <a:gd name="T9" fmla="*/ 6 h 58"/>
                  <a:gd name="T10" fmla="*/ 15 w 41"/>
                  <a:gd name="T11" fmla="*/ 7 h 58"/>
                  <a:gd name="T12" fmla="*/ 12 w 41"/>
                  <a:gd name="T13" fmla="*/ 10 h 58"/>
                  <a:gd name="T14" fmla="*/ 10 w 41"/>
                  <a:gd name="T15" fmla="*/ 11 h 58"/>
                  <a:gd name="T16" fmla="*/ 6 w 41"/>
                  <a:gd name="T17" fmla="*/ 13 h 58"/>
                  <a:gd name="T18" fmla="*/ 5 w 41"/>
                  <a:gd name="T19" fmla="*/ 16 h 58"/>
                  <a:gd name="T20" fmla="*/ 3 w 41"/>
                  <a:gd name="T21" fmla="*/ 25 h 58"/>
                  <a:gd name="T22" fmla="*/ 1 w 41"/>
                  <a:gd name="T23" fmla="*/ 30 h 58"/>
                  <a:gd name="T24" fmla="*/ 1 w 41"/>
                  <a:gd name="T25" fmla="*/ 39 h 58"/>
                  <a:gd name="T26" fmla="*/ 3 w 41"/>
                  <a:gd name="T27" fmla="*/ 51 h 58"/>
                  <a:gd name="T28" fmla="*/ 10 w 41"/>
                  <a:gd name="T29" fmla="*/ 56 h 58"/>
                  <a:gd name="T30" fmla="*/ 19 w 41"/>
                  <a:gd name="T31" fmla="*/ 58 h 58"/>
                  <a:gd name="T32" fmla="*/ 28 w 41"/>
                  <a:gd name="T33" fmla="*/ 55 h 58"/>
                  <a:gd name="T34" fmla="*/ 26 w 41"/>
                  <a:gd name="T35" fmla="*/ 50 h 58"/>
                  <a:gd name="T36" fmla="*/ 26 w 41"/>
                  <a:gd name="T37" fmla="*/ 49 h 58"/>
                  <a:gd name="T38" fmla="*/ 26 w 41"/>
                  <a:gd name="T39" fmla="*/ 49 h 58"/>
                  <a:gd name="T40" fmla="*/ 27 w 41"/>
                  <a:gd name="T41" fmla="*/ 45 h 58"/>
                  <a:gd name="T42" fmla="*/ 27 w 41"/>
                  <a:gd name="T43" fmla="*/ 45 h 58"/>
                  <a:gd name="T44" fmla="*/ 31 w 41"/>
                  <a:gd name="T45" fmla="*/ 37 h 58"/>
                  <a:gd name="T46" fmla="*/ 39 w 41"/>
                  <a:gd name="T47" fmla="*/ 37 h 58"/>
                  <a:gd name="T48" fmla="*/ 41 w 41"/>
                  <a:gd name="T49" fmla="*/ 37 h 58"/>
                  <a:gd name="T50" fmla="*/ 33 w 41"/>
                  <a:gd name="T51" fmla="*/ 24 h 58"/>
                  <a:gd name="T52" fmla="*/ 30 w 41"/>
                  <a:gd name="T53" fmla="*/ 20 h 58"/>
                  <a:gd name="T54" fmla="*/ 27 w 41"/>
                  <a:gd name="T55" fmla="*/ 9 h 58"/>
                  <a:gd name="T56" fmla="*/ 24 w 41"/>
                  <a:gd name="T57" fmla="*/ 1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41" h="58">
                    <a:moveTo>
                      <a:pt x="24" y="1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21" y="0"/>
                      <a:pt x="19" y="2"/>
                      <a:pt x="17" y="7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0" y="11"/>
                      <a:pt x="10" y="11"/>
                      <a:pt x="10" y="11"/>
                    </a:cubicBezTo>
                    <a:cubicBezTo>
                      <a:pt x="6" y="13"/>
                      <a:pt x="6" y="13"/>
                      <a:pt x="6" y="13"/>
                    </a:cubicBezTo>
                    <a:cubicBezTo>
                      <a:pt x="5" y="16"/>
                      <a:pt x="5" y="16"/>
                      <a:pt x="5" y="16"/>
                    </a:cubicBezTo>
                    <a:cubicBezTo>
                      <a:pt x="6" y="21"/>
                      <a:pt x="5" y="24"/>
                      <a:pt x="3" y="25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1" y="31"/>
                      <a:pt x="0" y="34"/>
                      <a:pt x="1" y="39"/>
                    </a:cubicBezTo>
                    <a:cubicBezTo>
                      <a:pt x="3" y="51"/>
                      <a:pt x="3" y="51"/>
                      <a:pt x="3" y="51"/>
                    </a:cubicBezTo>
                    <a:cubicBezTo>
                      <a:pt x="4" y="52"/>
                      <a:pt x="6" y="54"/>
                      <a:pt x="10" y="56"/>
                    </a:cubicBezTo>
                    <a:cubicBezTo>
                      <a:pt x="19" y="58"/>
                      <a:pt x="19" y="58"/>
                      <a:pt x="19" y="58"/>
                    </a:cubicBezTo>
                    <a:cubicBezTo>
                      <a:pt x="21" y="58"/>
                      <a:pt x="25" y="57"/>
                      <a:pt x="28" y="55"/>
                    </a:cubicBezTo>
                    <a:cubicBezTo>
                      <a:pt x="26" y="50"/>
                      <a:pt x="26" y="50"/>
                      <a:pt x="26" y="50"/>
                    </a:cubicBezTo>
                    <a:cubicBezTo>
                      <a:pt x="26" y="49"/>
                      <a:pt x="26" y="49"/>
                      <a:pt x="26" y="49"/>
                    </a:cubicBezTo>
                    <a:cubicBezTo>
                      <a:pt x="26" y="49"/>
                      <a:pt x="26" y="49"/>
                      <a:pt x="26" y="49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27" y="45"/>
                      <a:pt x="27" y="45"/>
                      <a:pt x="27" y="45"/>
                    </a:cubicBezTo>
                    <a:cubicBezTo>
                      <a:pt x="31" y="37"/>
                      <a:pt x="31" y="37"/>
                      <a:pt x="31" y="37"/>
                    </a:cubicBezTo>
                    <a:cubicBezTo>
                      <a:pt x="39" y="37"/>
                      <a:pt x="39" y="37"/>
                      <a:pt x="39" y="37"/>
                    </a:cubicBezTo>
                    <a:cubicBezTo>
                      <a:pt x="41" y="37"/>
                      <a:pt x="41" y="37"/>
                      <a:pt x="41" y="37"/>
                    </a:cubicBezTo>
                    <a:cubicBezTo>
                      <a:pt x="40" y="34"/>
                      <a:pt x="37" y="30"/>
                      <a:pt x="33" y="24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29" y="17"/>
                      <a:pt x="27" y="13"/>
                      <a:pt x="27" y="9"/>
                    </a:cubicBezTo>
                    <a:cubicBezTo>
                      <a:pt x="26" y="5"/>
                      <a:pt x="25" y="3"/>
                      <a:pt x="2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îŝlídê"/>
              <p:cNvSpPr/>
              <p:nvPr/>
            </p:nvSpPr>
            <p:spPr bwMode="auto">
              <a:xfrm>
                <a:off x="3778" y="1700"/>
                <a:ext cx="126" cy="135"/>
              </a:xfrm>
              <a:custGeom>
                <a:avLst/>
                <a:gdLst>
                  <a:gd name="T0" fmla="*/ 26 w 53"/>
                  <a:gd name="T1" fmla="*/ 12 h 57"/>
                  <a:gd name="T2" fmla="*/ 26 w 53"/>
                  <a:gd name="T3" fmla="*/ 13 h 57"/>
                  <a:gd name="T4" fmla="*/ 24 w 53"/>
                  <a:gd name="T5" fmla="*/ 13 h 57"/>
                  <a:gd name="T6" fmla="*/ 19 w 53"/>
                  <a:gd name="T7" fmla="*/ 12 h 57"/>
                  <a:gd name="T8" fmla="*/ 19 w 53"/>
                  <a:gd name="T9" fmla="*/ 14 h 57"/>
                  <a:gd name="T10" fmla="*/ 19 w 53"/>
                  <a:gd name="T11" fmla="*/ 15 h 57"/>
                  <a:gd name="T12" fmla="*/ 18 w 53"/>
                  <a:gd name="T13" fmla="*/ 15 h 57"/>
                  <a:gd name="T14" fmla="*/ 9 w 53"/>
                  <a:gd name="T15" fmla="*/ 19 h 57"/>
                  <a:gd name="T16" fmla="*/ 9 w 53"/>
                  <a:gd name="T17" fmla="*/ 20 h 57"/>
                  <a:gd name="T18" fmla="*/ 12 w 53"/>
                  <a:gd name="T19" fmla="*/ 28 h 57"/>
                  <a:gd name="T20" fmla="*/ 12 w 53"/>
                  <a:gd name="T21" fmla="*/ 29 h 57"/>
                  <a:gd name="T22" fmla="*/ 12 w 53"/>
                  <a:gd name="T23" fmla="*/ 30 h 57"/>
                  <a:gd name="T24" fmla="*/ 2 w 53"/>
                  <a:gd name="T25" fmla="*/ 41 h 57"/>
                  <a:gd name="T26" fmla="*/ 0 w 53"/>
                  <a:gd name="T27" fmla="*/ 45 h 57"/>
                  <a:gd name="T28" fmla="*/ 2 w 53"/>
                  <a:gd name="T29" fmla="*/ 48 h 57"/>
                  <a:gd name="T30" fmla="*/ 7 w 53"/>
                  <a:gd name="T31" fmla="*/ 50 h 57"/>
                  <a:gd name="T32" fmla="*/ 10 w 53"/>
                  <a:gd name="T33" fmla="*/ 50 h 57"/>
                  <a:gd name="T34" fmla="*/ 20 w 53"/>
                  <a:gd name="T35" fmla="*/ 53 h 57"/>
                  <a:gd name="T36" fmla="*/ 24 w 53"/>
                  <a:gd name="T37" fmla="*/ 55 h 57"/>
                  <a:gd name="T38" fmla="*/ 31 w 53"/>
                  <a:gd name="T39" fmla="*/ 57 h 57"/>
                  <a:gd name="T40" fmla="*/ 36 w 53"/>
                  <a:gd name="T41" fmla="*/ 53 h 57"/>
                  <a:gd name="T42" fmla="*/ 39 w 53"/>
                  <a:gd name="T43" fmla="*/ 49 h 57"/>
                  <a:gd name="T44" fmla="*/ 42 w 53"/>
                  <a:gd name="T45" fmla="*/ 42 h 57"/>
                  <a:gd name="T46" fmla="*/ 40 w 53"/>
                  <a:gd name="T47" fmla="*/ 33 h 57"/>
                  <a:gd name="T48" fmla="*/ 43 w 53"/>
                  <a:gd name="T49" fmla="*/ 34 h 57"/>
                  <a:gd name="T50" fmla="*/ 48 w 53"/>
                  <a:gd name="T51" fmla="*/ 34 h 57"/>
                  <a:gd name="T52" fmla="*/ 50 w 53"/>
                  <a:gd name="T53" fmla="*/ 33 h 57"/>
                  <a:gd name="T54" fmla="*/ 51 w 53"/>
                  <a:gd name="T55" fmla="*/ 31 h 57"/>
                  <a:gd name="T56" fmla="*/ 47 w 53"/>
                  <a:gd name="T57" fmla="*/ 19 h 57"/>
                  <a:gd name="T58" fmla="*/ 48 w 53"/>
                  <a:gd name="T59" fmla="*/ 15 h 57"/>
                  <a:gd name="T60" fmla="*/ 53 w 53"/>
                  <a:gd name="T61" fmla="*/ 11 h 57"/>
                  <a:gd name="T62" fmla="*/ 53 w 53"/>
                  <a:gd name="T63" fmla="*/ 11 h 57"/>
                  <a:gd name="T64" fmla="*/ 52 w 53"/>
                  <a:gd name="T65" fmla="*/ 9 h 57"/>
                  <a:gd name="T66" fmla="*/ 43 w 53"/>
                  <a:gd name="T67" fmla="*/ 9 h 57"/>
                  <a:gd name="T68" fmla="*/ 43 w 53"/>
                  <a:gd name="T69" fmla="*/ 9 h 57"/>
                  <a:gd name="T70" fmla="*/ 34 w 53"/>
                  <a:gd name="T71" fmla="*/ 3 h 57"/>
                  <a:gd name="T72" fmla="*/ 24 w 53"/>
                  <a:gd name="T73" fmla="*/ 1 h 57"/>
                  <a:gd name="T74" fmla="*/ 22 w 53"/>
                  <a:gd name="T75" fmla="*/ 1 h 57"/>
                  <a:gd name="T76" fmla="*/ 25 w 53"/>
                  <a:gd name="T77" fmla="*/ 5 h 57"/>
                  <a:gd name="T78" fmla="*/ 26 w 53"/>
                  <a:gd name="T79" fmla="*/ 12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3" h="57">
                    <a:moveTo>
                      <a:pt x="26" y="12"/>
                    </a:moveTo>
                    <a:cubicBezTo>
                      <a:pt x="26" y="13"/>
                      <a:pt x="26" y="13"/>
                      <a:pt x="26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19" y="12"/>
                      <a:pt x="19" y="12"/>
                      <a:pt x="19" y="12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19" y="15"/>
                      <a:pt x="19" y="15"/>
                      <a:pt x="19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9" y="19"/>
                      <a:pt x="9" y="19"/>
                      <a:pt x="9" y="19"/>
                    </a:cubicBezTo>
                    <a:cubicBezTo>
                      <a:pt x="9" y="20"/>
                      <a:pt x="9" y="20"/>
                      <a:pt x="9" y="20"/>
                    </a:cubicBezTo>
                    <a:cubicBezTo>
                      <a:pt x="8" y="23"/>
                      <a:pt x="9" y="25"/>
                      <a:pt x="12" y="28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30"/>
                      <a:pt x="12" y="30"/>
                      <a:pt x="12" y="30"/>
                    </a:cubicBezTo>
                    <a:cubicBezTo>
                      <a:pt x="9" y="34"/>
                      <a:pt x="6" y="38"/>
                      <a:pt x="2" y="41"/>
                    </a:cubicBezTo>
                    <a:cubicBezTo>
                      <a:pt x="0" y="42"/>
                      <a:pt x="0" y="43"/>
                      <a:pt x="0" y="45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7" y="50"/>
                      <a:pt x="7" y="50"/>
                      <a:pt x="7" y="50"/>
                    </a:cubicBezTo>
                    <a:cubicBezTo>
                      <a:pt x="10" y="50"/>
                      <a:pt x="10" y="50"/>
                      <a:pt x="10" y="50"/>
                    </a:cubicBezTo>
                    <a:cubicBezTo>
                      <a:pt x="15" y="50"/>
                      <a:pt x="18" y="51"/>
                      <a:pt x="20" y="53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26" y="57"/>
                      <a:pt x="29" y="57"/>
                      <a:pt x="31" y="57"/>
                    </a:cubicBezTo>
                    <a:cubicBezTo>
                      <a:pt x="32" y="57"/>
                      <a:pt x="34" y="56"/>
                      <a:pt x="36" y="53"/>
                    </a:cubicBezTo>
                    <a:cubicBezTo>
                      <a:pt x="39" y="49"/>
                      <a:pt x="39" y="49"/>
                      <a:pt x="39" y="49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40" y="33"/>
                      <a:pt x="40" y="33"/>
                      <a:pt x="40" y="33"/>
                    </a:cubicBezTo>
                    <a:cubicBezTo>
                      <a:pt x="43" y="34"/>
                      <a:pt x="43" y="34"/>
                      <a:pt x="43" y="34"/>
                    </a:cubicBezTo>
                    <a:cubicBezTo>
                      <a:pt x="48" y="34"/>
                      <a:pt x="48" y="34"/>
                      <a:pt x="48" y="34"/>
                    </a:cubicBezTo>
                    <a:cubicBezTo>
                      <a:pt x="50" y="33"/>
                      <a:pt x="50" y="33"/>
                      <a:pt x="50" y="33"/>
                    </a:cubicBezTo>
                    <a:cubicBezTo>
                      <a:pt x="51" y="31"/>
                      <a:pt x="51" y="31"/>
                      <a:pt x="51" y="31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8" y="15"/>
                      <a:pt x="48" y="15"/>
                      <a:pt x="48" y="15"/>
                    </a:cubicBezTo>
                    <a:cubicBezTo>
                      <a:pt x="50" y="13"/>
                      <a:pt x="51" y="12"/>
                      <a:pt x="53" y="11"/>
                    </a:cubicBezTo>
                    <a:cubicBezTo>
                      <a:pt x="53" y="11"/>
                      <a:pt x="53" y="11"/>
                      <a:pt x="53" y="11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43" y="9"/>
                      <a:pt x="43" y="9"/>
                      <a:pt x="43" y="9"/>
                    </a:cubicBezTo>
                    <a:cubicBezTo>
                      <a:pt x="43" y="9"/>
                      <a:pt x="43" y="9"/>
                      <a:pt x="43" y="9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0" y="0"/>
                      <a:pt x="27" y="0"/>
                      <a:pt x="24" y="1"/>
                    </a:cubicBezTo>
                    <a:cubicBezTo>
                      <a:pt x="22" y="1"/>
                      <a:pt x="22" y="1"/>
                      <a:pt x="22" y="1"/>
                    </a:cubicBezTo>
                    <a:cubicBezTo>
                      <a:pt x="22" y="3"/>
                      <a:pt x="22" y="5"/>
                      <a:pt x="25" y="5"/>
                    </a:cubicBezTo>
                    <a:cubicBezTo>
                      <a:pt x="27" y="7"/>
                      <a:pt x="28" y="9"/>
                      <a:pt x="2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íṩļïḋè"/>
              <p:cNvSpPr/>
              <p:nvPr/>
            </p:nvSpPr>
            <p:spPr bwMode="auto">
              <a:xfrm>
                <a:off x="3991" y="1432"/>
                <a:ext cx="445" cy="424"/>
              </a:xfrm>
              <a:custGeom>
                <a:avLst/>
                <a:gdLst>
                  <a:gd name="T0" fmla="*/ 80 w 188"/>
                  <a:gd name="T1" fmla="*/ 37 h 179"/>
                  <a:gd name="T2" fmla="*/ 70 w 188"/>
                  <a:gd name="T3" fmla="*/ 40 h 179"/>
                  <a:gd name="T4" fmla="*/ 58 w 188"/>
                  <a:gd name="T5" fmla="*/ 46 h 179"/>
                  <a:gd name="T6" fmla="*/ 46 w 188"/>
                  <a:gd name="T7" fmla="*/ 56 h 179"/>
                  <a:gd name="T8" fmla="*/ 45 w 188"/>
                  <a:gd name="T9" fmla="*/ 58 h 179"/>
                  <a:gd name="T10" fmla="*/ 34 w 188"/>
                  <a:gd name="T11" fmla="*/ 70 h 179"/>
                  <a:gd name="T12" fmla="*/ 21 w 188"/>
                  <a:gd name="T13" fmla="*/ 69 h 179"/>
                  <a:gd name="T14" fmla="*/ 15 w 188"/>
                  <a:gd name="T15" fmla="*/ 63 h 179"/>
                  <a:gd name="T16" fmla="*/ 17 w 188"/>
                  <a:gd name="T17" fmla="*/ 86 h 179"/>
                  <a:gd name="T18" fmla="*/ 2 w 188"/>
                  <a:gd name="T19" fmla="*/ 110 h 179"/>
                  <a:gd name="T20" fmla="*/ 0 w 188"/>
                  <a:gd name="T21" fmla="*/ 113 h 179"/>
                  <a:gd name="T22" fmla="*/ 16 w 188"/>
                  <a:gd name="T23" fmla="*/ 119 h 179"/>
                  <a:gd name="T24" fmla="*/ 17 w 188"/>
                  <a:gd name="T25" fmla="*/ 120 h 179"/>
                  <a:gd name="T26" fmla="*/ 23 w 188"/>
                  <a:gd name="T27" fmla="*/ 124 h 179"/>
                  <a:gd name="T28" fmla="*/ 24 w 188"/>
                  <a:gd name="T29" fmla="*/ 124 h 179"/>
                  <a:gd name="T30" fmla="*/ 39 w 188"/>
                  <a:gd name="T31" fmla="*/ 136 h 179"/>
                  <a:gd name="T32" fmla="*/ 56 w 188"/>
                  <a:gd name="T33" fmla="*/ 112 h 179"/>
                  <a:gd name="T34" fmla="*/ 61 w 188"/>
                  <a:gd name="T35" fmla="*/ 106 h 179"/>
                  <a:gd name="T36" fmla="*/ 74 w 188"/>
                  <a:gd name="T37" fmla="*/ 101 h 179"/>
                  <a:gd name="T38" fmla="*/ 87 w 188"/>
                  <a:gd name="T39" fmla="*/ 99 h 179"/>
                  <a:gd name="T40" fmla="*/ 94 w 188"/>
                  <a:gd name="T41" fmla="*/ 110 h 179"/>
                  <a:gd name="T42" fmla="*/ 95 w 188"/>
                  <a:gd name="T43" fmla="*/ 119 h 179"/>
                  <a:gd name="T44" fmla="*/ 92 w 188"/>
                  <a:gd name="T45" fmla="*/ 134 h 179"/>
                  <a:gd name="T46" fmla="*/ 92 w 188"/>
                  <a:gd name="T47" fmla="*/ 135 h 179"/>
                  <a:gd name="T48" fmla="*/ 85 w 188"/>
                  <a:gd name="T49" fmla="*/ 156 h 179"/>
                  <a:gd name="T50" fmla="*/ 92 w 188"/>
                  <a:gd name="T51" fmla="*/ 152 h 179"/>
                  <a:gd name="T52" fmla="*/ 97 w 188"/>
                  <a:gd name="T53" fmla="*/ 154 h 179"/>
                  <a:gd name="T54" fmla="*/ 96 w 188"/>
                  <a:gd name="T55" fmla="*/ 160 h 179"/>
                  <a:gd name="T56" fmla="*/ 92 w 188"/>
                  <a:gd name="T57" fmla="*/ 167 h 179"/>
                  <a:gd name="T58" fmla="*/ 89 w 188"/>
                  <a:gd name="T59" fmla="*/ 172 h 179"/>
                  <a:gd name="T60" fmla="*/ 84 w 188"/>
                  <a:gd name="T61" fmla="*/ 173 h 179"/>
                  <a:gd name="T62" fmla="*/ 79 w 188"/>
                  <a:gd name="T63" fmla="*/ 179 h 179"/>
                  <a:gd name="T64" fmla="*/ 99 w 188"/>
                  <a:gd name="T65" fmla="*/ 164 h 179"/>
                  <a:gd name="T66" fmla="*/ 130 w 188"/>
                  <a:gd name="T67" fmla="*/ 133 h 179"/>
                  <a:gd name="T68" fmla="*/ 136 w 188"/>
                  <a:gd name="T69" fmla="*/ 130 h 179"/>
                  <a:gd name="T70" fmla="*/ 152 w 188"/>
                  <a:gd name="T71" fmla="*/ 126 h 179"/>
                  <a:gd name="T72" fmla="*/ 163 w 188"/>
                  <a:gd name="T73" fmla="*/ 104 h 179"/>
                  <a:gd name="T74" fmla="*/ 188 w 188"/>
                  <a:gd name="T75" fmla="*/ 78 h 179"/>
                  <a:gd name="T76" fmla="*/ 182 w 188"/>
                  <a:gd name="T77" fmla="*/ 60 h 179"/>
                  <a:gd name="T78" fmla="*/ 173 w 188"/>
                  <a:gd name="T79" fmla="*/ 58 h 179"/>
                  <a:gd name="T80" fmla="*/ 171 w 188"/>
                  <a:gd name="T81" fmla="*/ 54 h 179"/>
                  <a:gd name="T82" fmla="*/ 158 w 188"/>
                  <a:gd name="T83" fmla="*/ 22 h 179"/>
                  <a:gd name="T84" fmla="*/ 154 w 188"/>
                  <a:gd name="T85" fmla="*/ 6 h 179"/>
                  <a:gd name="T86" fmla="*/ 147 w 188"/>
                  <a:gd name="T87" fmla="*/ 12 h 179"/>
                  <a:gd name="T88" fmla="*/ 134 w 188"/>
                  <a:gd name="T89" fmla="*/ 5 h 179"/>
                  <a:gd name="T90" fmla="*/ 124 w 188"/>
                  <a:gd name="T91" fmla="*/ 6 h 179"/>
                  <a:gd name="T92" fmla="*/ 114 w 188"/>
                  <a:gd name="T93" fmla="*/ 2 h 179"/>
                  <a:gd name="T94" fmla="*/ 114 w 188"/>
                  <a:gd name="T95" fmla="*/ 15 h 179"/>
                  <a:gd name="T96" fmla="*/ 113 w 188"/>
                  <a:gd name="T97" fmla="*/ 16 h 179"/>
                  <a:gd name="T98" fmla="*/ 104 w 188"/>
                  <a:gd name="T99" fmla="*/ 24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88" h="179">
                    <a:moveTo>
                      <a:pt x="86" y="23"/>
                    </a:moveTo>
                    <a:cubicBezTo>
                      <a:pt x="81" y="30"/>
                      <a:pt x="81" y="30"/>
                      <a:pt x="81" y="30"/>
                    </a:cubicBezTo>
                    <a:cubicBezTo>
                      <a:pt x="80" y="31"/>
                      <a:pt x="80" y="33"/>
                      <a:pt x="80" y="37"/>
                    </a:cubicBezTo>
                    <a:cubicBezTo>
                      <a:pt x="80" y="40"/>
                      <a:pt x="80" y="40"/>
                      <a:pt x="80" y="40"/>
                    </a:cubicBezTo>
                    <a:cubicBezTo>
                      <a:pt x="71" y="40"/>
                      <a:pt x="71" y="40"/>
                      <a:pt x="71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64" y="38"/>
                      <a:pt x="64" y="38"/>
                      <a:pt x="64" y="38"/>
                    </a:cubicBezTo>
                    <a:cubicBezTo>
                      <a:pt x="58" y="46"/>
                      <a:pt x="58" y="46"/>
                      <a:pt x="58" y="46"/>
                    </a:cubicBezTo>
                    <a:cubicBezTo>
                      <a:pt x="58" y="46"/>
                      <a:pt x="58" y="46"/>
                      <a:pt x="58" y="46"/>
                    </a:cubicBezTo>
                    <a:cubicBezTo>
                      <a:pt x="51" y="50"/>
                      <a:pt x="51" y="50"/>
                      <a:pt x="51" y="50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6" y="56"/>
                      <a:pt x="46" y="56"/>
                      <a:pt x="46" y="56"/>
                    </a:cubicBezTo>
                    <a:cubicBezTo>
                      <a:pt x="45" y="58"/>
                      <a:pt x="45" y="58"/>
                      <a:pt x="45" y="58"/>
                    </a:cubicBezTo>
                    <a:cubicBezTo>
                      <a:pt x="45" y="58"/>
                      <a:pt x="45" y="58"/>
                      <a:pt x="45" y="58"/>
                    </a:cubicBezTo>
                    <a:cubicBezTo>
                      <a:pt x="35" y="69"/>
                      <a:pt x="35" y="69"/>
                      <a:pt x="35" y="69"/>
                    </a:cubicBezTo>
                    <a:cubicBezTo>
                      <a:pt x="35" y="70"/>
                      <a:pt x="35" y="70"/>
                      <a:pt x="35" y="70"/>
                    </a:cubicBezTo>
                    <a:cubicBezTo>
                      <a:pt x="34" y="70"/>
                      <a:pt x="34" y="70"/>
                      <a:pt x="34" y="70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1" y="70"/>
                      <a:pt x="21" y="70"/>
                      <a:pt x="21" y="70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21" y="69"/>
                      <a:pt x="21" y="69"/>
                      <a:pt x="21" y="69"/>
                    </a:cubicBezTo>
                    <a:cubicBezTo>
                      <a:pt x="15" y="63"/>
                      <a:pt x="15" y="63"/>
                      <a:pt x="15" y="63"/>
                    </a:cubicBezTo>
                    <a:cubicBezTo>
                      <a:pt x="12" y="61"/>
                      <a:pt x="12" y="61"/>
                      <a:pt x="12" y="61"/>
                    </a:cubicBezTo>
                    <a:cubicBezTo>
                      <a:pt x="14" y="78"/>
                      <a:pt x="14" y="78"/>
                      <a:pt x="14" y="78"/>
                    </a:cubicBezTo>
                    <a:cubicBezTo>
                      <a:pt x="17" y="86"/>
                      <a:pt x="17" y="86"/>
                      <a:pt x="17" y="86"/>
                    </a:cubicBezTo>
                    <a:cubicBezTo>
                      <a:pt x="11" y="92"/>
                      <a:pt x="11" y="92"/>
                      <a:pt x="11" y="92"/>
                    </a:cubicBezTo>
                    <a:cubicBezTo>
                      <a:pt x="2" y="104"/>
                      <a:pt x="2" y="104"/>
                      <a:pt x="2" y="104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2" y="110"/>
                      <a:pt x="2" y="110"/>
                      <a:pt x="2" y="110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1" y="116"/>
                      <a:pt x="1" y="116"/>
                      <a:pt x="1" y="116"/>
                    </a:cubicBezTo>
                    <a:cubicBezTo>
                      <a:pt x="4" y="116"/>
                      <a:pt x="4" y="116"/>
                      <a:pt x="4" y="116"/>
                    </a:cubicBezTo>
                    <a:cubicBezTo>
                      <a:pt x="16" y="119"/>
                      <a:pt x="16" y="119"/>
                      <a:pt x="16" y="119"/>
                    </a:cubicBezTo>
                    <a:cubicBezTo>
                      <a:pt x="16" y="119"/>
                      <a:pt x="16" y="119"/>
                      <a:pt x="16" y="119"/>
                    </a:cubicBezTo>
                    <a:cubicBezTo>
                      <a:pt x="17" y="119"/>
                      <a:pt x="17" y="119"/>
                      <a:pt x="17" y="119"/>
                    </a:cubicBezTo>
                    <a:cubicBezTo>
                      <a:pt x="17" y="120"/>
                      <a:pt x="17" y="120"/>
                      <a:pt x="17" y="120"/>
                    </a:cubicBezTo>
                    <a:cubicBezTo>
                      <a:pt x="17" y="120"/>
                      <a:pt x="17" y="120"/>
                      <a:pt x="17" y="120"/>
                    </a:cubicBezTo>
                    <a:cubicBezTo>
                      <a:pt x="20" y="122"/>
                      <a:pt x="20" y="122"/>
                      <a:pt x="20" y="122"/>
                    </a:cubicBezTo>
                    <a:cubicBezTo>
                      <a:pt x="23" y="124"/>
                      <a:pt x="23" y="124"/>
                      <a:pt x="23" y="124"/>
                    </a:cubicBezTo>
                    <a:cubicBezTo>
                      <a:pt x="23" y="124"/>
                      <a:pt x="23" y="124"/>
                      <a:pt x="23" y="124"/>
                    </a:cubicBezTo>
                    <a:cubicBezTo>
                      <a:pt x="24" y="124"/>
                      <a:pt x="24" y="124"/>
                      <a:pt x="24" y="124"/>
                    </a:cubicBezTo>
                    <a:cubicBezTo>
                      <a:pt x="24" y="124"/>
                      <a:pt x="24" y="124"/>
                      <a:pt x="24" y="124"/>
                    </a:cubicBezTo>
                    <a:cubicBezTo>
                      <a:pt x="25" y="126"/>
                      <a:pt x="26" y="127"/>
                      <a:pt x="26" y="129"/>
                    </a:cubicBezTo>
                    <a:cubicBezTo>
                      <a:pt x="27" y="132"/>
                      <a:pt x="27" y="132"/>
                      <a:pt x="27" y="132"/>
                    </a:cubicBezTo>
                    <a:cubicBezTo>
                      <a:pt x="39" y="136"/>
                      <a:pt x="39" y="136"/>
                      <a:pt x="39" y="136"/>
                    </a:cubicBezTo>
                    <a:cubicBezTo>
                      <a:pt x="43" y="135"/>
                      <a:pt x="43" y="135"/>
                      <a:pt x="43" y="135"/>
                    </a:cubicBezTo>
                    <a:cubicBezTo>
                      <a:pt x="46" y="130"/>
                      <a:pt x="46" y="130"/>
                      <a:pt x="46" y="130"/>
                    </a:cubicBezTo>
                    <a:cubicBezTo>
                      <a:pt x="56" y="112"/>
                      <a:pt x="56" y="112"/>
                      <a:pt x="56" y="112"/>
                    </a:cubicBezTo>
                    <a:cubicBezTo>
                      <a:pt x="56" y="112"/>
                      <a:pt x="56" y="112"/>
                      <a:pt x="56" y="112"/>
                    </a:cubicBezTo>
                    <a:cubicBezTo>
                      <a:pt x="56" y="112"/>
                      <a:pt x="56" y="112"/>
                      <a:pt x="56" y="112"/>
                    </a:cubicBezTo>
                    <a:cubicBezTo>
                      <a:pt x="61" y="106"/>
                      <a:pt x="61" y="106"/>
                      <a:pt x="61" y="106"/>
                    </a:cubicBezTo>
                    <a:cubicBezTo>
                      <a:pt x="61" y="105"/>
                      <a:pt x="61" y="105"/>
                      <a:pt x="61" y="105"/>
                    </a:cubicBezTo>
                    <a:cubicBezTo>
                      <a:pt x="69" y="102"/>
                      <a:pt x="69" y="102"/>
                      <a:pt x="69" y="102"/>
                    </a:cubicBezTo>
                    <a:cubicBezTo>
                      <a:pt x="74" y="101"/>
                      <a:pt x="74" y="101"/>
                      <a:pt x="74" y="101"/>
                    </a:cubicBezTo>
                    <a:cubicBezTo>
                      <a:pt x="76" y="98"/>
                      <a:pt x="78" y="96"/>
                      <a:pt x="80" y="96"/>
                    </a:cubicBezTo>
                    <a:cubicBezTo>
                      <a:pt x="81" y="96"/>
                      <a:pt x="83" y="97"/>
                      <a:pt x="86" y="99"/>
                    </a:cubicBezTo>
                    <a:cubicBezTo>
                      <a:pt x="87" y="99"/>
                      <a:pt x="87" y="99"/>
                      <a:pt x="87" y="99"/>
                    </a:cubicBezTo>
                    <a:cubicBezTo>
                      <a:pt x="87" y="100"/>
                      <a:pt x="87" y="100"/>
                      <a:pt x="87" y="100"/>
                    </a:cubicBezTo>
                    <a:cubicBezTo>
                      <a:pt x="94" y="110"/>
                      <a:pt x="94" y="110"/>
                      <a:pt x="94" y="110"/>
                    </a:cubicBezTo>
                    <a:cubicBezTo>
                      <a:pt x="94" y="110"/>
                      <a:pt x="94" y="110"/>
                      <a:pt x="94" y="110"/>
                    </a:cubicBezTo>
                    <a:cubicBezTo>
                      <a:pt x="94" y="110"/>
                      <a:pt x="94" y="110"/>
                      <a:pt x="94" y="110"/>
                    </a:cubicBezTo>
                    <a:cubicBezTo>
                      <a:pt x="94" y="111"/>
                      <a:pt x="94" y="111"/>
                      <a:pt x="94" y="111"/>
                    </a:cubicBezTo>
                    <a:cubicBezTo>
                      <a:pt x="95" y="119"/>
                      <a:pt x="95" y="119"/>
                      <a:pt x="95" y="119"/>
                    </a:cubicBezTo>
                    <a:cubicBezTo>
                      <a:pt x="94" y="127"/>
                      <a:pt x="94" y="127"/>
                      <a:pt x="94" y="127"/>
                    </a:cubicBezTo>
                    <a:cubicBezTo>
                      <a:pt x="94" y="127"/>
                      <a:pt x="94" y="127"/>
                      <a:pt x="94" y="127"/>
                    </a:cubicBezTo>
                    <a:cubicBezTo>
                      <a:pt x="92" y="134"/>
                      <a:pt x="92" y="134"/>
                      <a:pt x="92" y="134"/>
                    </a:cubicBezTo>
                    <a:cubicBezTo>
                      <a:pt x="92" y="134"/>
                      <a:pt x="92" y="134"/>
                      <a:pt x="92" y="134"/>
                    </a:cubicBezTo>
                    <a:cubicBezTo>
                      <a:pt x="92" y="135"/>
                      <a:pt x="92" y="135"/>
                      <a:pt x="92" y="135"/>
                    </a:cubicBezTo>
                    <a:cubicBezTo>
                      <a:pt x="92" y="135"/>
                      <a:pt x="92" y="135"/>
                      <a:pt x="92" y="135"/>
                    </a:cubicBezTo>
                    <a:cubicBezTo>
                      <a:pt x="87" y="142"/>
                      <a:pt x="87" y="142"/>
                      <a:pt x="87" y="142"/>
                    </a:cubicBezTo>
                    <a:cubicBezTo>
                      <a:pt x="84" y="147"/>
                      <a:pt x="84" y="147"/>
                      <a:pt x="84" y="147"/>
                    </a:cubicBezTo>
                    <a:cubicBezTo>
                      <a:pt x="85" y="156"/>
                      <a:pt x="85" y="156"/>
                      <a:pt x="85" y="156"/>
                    </a:cubicBezTo>
                    <a:cubicBezTo>
                      <a:pt x="86" y="156"/>
                      <a:pt x="86" y="156"/>
                      <a:pt x="86" y="156"/>
                    </a:cubicBezTo>
                    <a:cubicBezTo>
                      <a:pt x="88" y="154"/>
                      <a:pt x="88" y="154"/>
                      <a:pt x="88" y="154"/>
                    </a:cubicBezTo>
                    <a:cubicBezTo>
                      <a:pt x="92" y="152"/>
                      <a:pt x="92" y="152"/>
                      <a:pt x="92" y="152"/>
                    </a:cubicBezTo>
                    <a:cubicBezTo>
                      <a:pt x="92" y="151"/>
                      <a:pt x="92" y="151"/>
                      <a:pt x="92" y="151"/>
                    </a:cubicBezTo>
                    <a:cubicBezTo>
                      <a:pt x="93" y="150"/>
                      <a:pt x="93" y="150"/>
                      <a:pt x="93" y="150"/>
                    </a:cubicBezTo>
                    <a:cubicBezTo>
                      <a:pt x="97" y="154"/>
                      <a:pt x="97" y="154"/>
                      <a:pt x="97" y="154"/>
                    </a:cubicBezTo>
                    <a:cubicBezTo>
                      <a:pt x="97" y="154"/>
                      <a:pt x="97" y="154"/>
                      <a:pt x="97" y="154"/>
                    </a:cubicBezTo>
                    <a:cubicBezTo>
                      <a:pt x="97" y="160"/>
                      <a:pt x="97" y="160"/>
                      <a:pt x="97" y="160"/>
                    </a:cubicBezTo>
                    <a:cubicBezTo>
                      <a:pt x="96" y="160"/>
                      <a:pt x="96" y="160"/>
                      <a:pt x="96" y="160"/>
                    </a:cubicBezTo>
                    <a:cubicBezTo>
                      <a:pt x="93" y="162"/>
                      <a:pt x="93" y="162"/>
                      <a:pt x="93" y="162"/>
                    </a:cubicBezTo>
                    <a:cubicBezTo>
                      <a:pt x="92" y="164"/>
                      <a:pt x="92" y="164"/>
                      <a:pt x="92" y="164"/>
                    </a:cubicBezTo>
                    <a:cubicBezTo>
                      <a:pt x="92" y="167"/>
                      <a:pt x="92" y="167"/>
                      <a:pt x="92" y="167"/>
                    </a:cubicBezTo>
                    <a:cubicBezTo>
                      <a:pt x="91" y="168"/>
                      <a:pt x="91" y="168"/>
                      <a:pt x="91" y="168"/>
                    </a:cubicBezTo>
                    <a:cubicBezTo>
                      <a:pt x="91" y="168"/>
                      <a:pt x="91" y="168"/>
                      <a:pt x="91" y="168"/>
                    </a:cubicBezTo>
                    <a:cubicBezTo>
                      <a:pt x="89" y="172"/>
                      <a:pt x="89" y="172"/>
                      <a:pt x="89" y="172"/>
                    </a:cubicBezTo>
                    <a:cubicBezTo>
                      <a:pt x="88" y="172"/>
                      <a:pt x="88" y="172"/>
                      <a:pt x="88" y="172"/>
                    </a:cubicBezTo>
                    <a:cubicBezTo>
                      <a:pt x="88" y="172"/>
                      <a:pt x="88" y="172"/>
                      <a:pt x="88" y="172"/>
                    </a:cubicBezTo>
                    <a:cubicBezTo>
                      <a:pt x="84" y="173"/>
                      <a:pt x="84" y="173"/>
                      <a:pt x="84" y="173"/>
                    </a:cubicBezTo>
                    <a:cubicBezTo>
                      <a:pt x="81" y="174"/>
                      <a:pt x="81" y="174"/>
                      <a:pt x="81" y="174"/>
                    </a:cubicBezTo>
                    <a:cubicBezTo>
                      <a:pt x="79" y="178"/>
                      <a:pt x="79" y="178"/>
                      <a:pt x="79" y="178"/>
                    </a:cubicBezTo>
                    <a:cubicBezTo>
                      <a:pt x="79" y="179"/>
                      <a:pt x="79" y="179"/>
                      <a:pt x="79" y="179"/>
                    </a:cubicBezTo>
                    <a:cubicBezTo>
                      <a:pt x="92" y="177"/>
                      <a:pt x="92" y="177"/>
                      <a:pt x="92" y="177"/>
                    </a:cubicBezTo>
                    <a:cubicBezTo>
                      <a:pt x="95" y="175"/>
                      <a:pt x="95" y="175"/>
                      <a:pt x="95" y="175"/>
                    </a:cubicBezTo>
                    <a:cubicBezTo>
                      <a:pt x="99" y="164"/>
                      <a:pt x="99" y="164"/>
                      <a:pt x="99" y="164"/>
                    </a:cubicBezTo>
                    <a:cubicBezTo>
                      <a:pt x="99" y="164"/>
                      <a:pt x="99" y="164"/>
                      <a:pt x="99" y="164"/>
                    </a:cubicBezTo>
                    <a:cubicBezTo>
                      <a:pt x="129" y="133"/>
                      <a:pt x="129" y="133"/>
                      <a:pt x="129" y="133"/>
                    </a:cubicBezTo>
                    <a:cubicBezTo>
                      <a:pt x="130" y="133"/>
                      <a:pt x="130" y="133"/>
                      <a:pt x="130" y="133"/>
                    </a:cubicBezTo>
                    <a:cubicBezTo>
                      <a:pt x="136" y="130"/>
                      <a:pt x="136" y="130"/>
                      <a:pt x="136" y="130"/>
                    </a:cubicBezTo>
                    <a:cubicBezTo>
                      <a:pt x="136" y="130"/>
                      <a:pt x="136" y="130"/>
                      <a:pt x="136" y="130"/>
                    </a:cubicBezTo>
                    <a:cubicBezTo>
                      <a:pt x="136" y="130"/>
                      <a:pt x="136" y="130"/>
                      <a:pt x="136" y="130"/>
                    </a:cubicBezTo>
                    <a:cubicBezTo>
                      <a:pt x="142" y="130"/>
                      <a:pt x="142" y="130"/>
                      <a:pt x="142" y="130"/>
                    </a:cubicBezTo>
                    <a:cubicBezTo>
                      <a:pt x="147" y="129"/>
                      <a:pt x="147" y="129"/>
                      <a:pt x="147" y="129"/>
                    </a:cubicBezTo>
                    <a:cubicBezTo>
                      <a:pt x="152" y="126"/>
                      <a:pt x="152" y="126"/>
                      <a:pt x="152" y="126"/>
                    </a:cubicBezTo>
                    <a:cubicBezTo>
                      <a:pt x="156" y="122"/>
                      <a:pt x="156" y="122"/>
                      <a:pt x="156" y="122"/>
                    </a:cubicBezTo>
                    <a:cubicBezTo>
                      <a:pt x="163" y="104"/>
                      <a:pt x="163" y="104"/>
                      <a:pt x="163" y="104"/>
                    </a:cubicBezTo>
                    <a:cubicBezTo>
                      <a:pt x="163" y="104"/>
                      <a:pt x="163" y="104"/>
                      <a:pt x="163" y="104"/>
                    </a:cubicBezTo>
                    <a:cubicBezTo>
                      <a:pt x="163" y="104"/>
                      <a:pt x="163" y="104"/>
                      <a:pt x="163" y="104"/>
                    </a:cubicBezTo>
                    <a:cubicBezTo>
                      <a:pt x="188" y="78"/>
                      <a:pt x="188" y="78"/>
                      <a:pt x="188" y="78"/>
                    </a:cubicBezTo>
                    <a:cubicBezTo>
                      <a:pt x="188" y="78"/>
                      <a:pt x="188" y="78"/>
                      <a:pt x="188" y="78"/>
                    </a:cubicBezTo>
                    <a:cubicBezTo>
                      <a:pt x="186" y="64"/>
                      <a:pt x="186" y="64"/>
                      <a:pt x="186" y="64"/>
                    </a:cubicBezTo>
                    <a:cubicBezTo>
                      <a:pt x="185" y="63"/>
                      <a:pt x="183" y="62"/>
                      <a:pt x="182" y="61"/>
                    </a:cubicBezTo>
                    <a:cubicBezTo>
                      <a:pt x="182" y="60"/>
                      <a:pt x="182" y="60"/>
                      <a:pt x="182" y="60"/>
                    </a:cubicBezTo>
                    <a:cubicBezTo>
                      <a:pt x="182" y="61"/>
                      <a:pt x="182" y="61"/>
                      <a:pt x="182" y="61"/>
                    </a:cubicBezTo>
                    <a:cubicBezTo>
                      <a:pt x="178" y="61"/>
                      <a:pt x="178" y="61"/>
                      <a:pt x="178" y="61"/>
                    </a:cubicBezTo>
                    <a:cubicBezTo>
                      <a:pt x="176" y="60"/>
                      <a:pt x="174" y="60"/>
                      <a:pt x="173" y="58"/>
                    </a:cubicBezTo>
                    <a:cubicBezTo>
                      <a:pt x="172" y="55"/>
                      <a:pt x="172" y="55"/>
                      <a:pt x="172" y="55"/>
                    </a:cubicBezTo>
                    <a:cubicBezTo>
                      <a:pt x="172" y="55"/>
                      <a:pt x="172" y="55"/>
                      <a:pt x="172" y="55"/>
                    </a:cubicBezTo>
                    <a:cubicBezTo>
                      <a:pt x="171" y="54"/>
                      <a:pt x="171" y="54"/>
                      <a:pt x="171" y="54"/>
                    </a:cubicBezTo>
                    <a:cubicBezTo>
                      <a:pt x="171" y="33"/>
                      <a:pt x="171" y="33"/>
                      <a:pt x="171" y="33"/>
                    </a:cubicBezTo>
                    <a:cubicBezTo>
                      <a:pt x="169" y="32"/>
                      <a:pt x="166" y="30"/>
                      <a:pt x="164" y="28"/>
                    </a:cubicBezTo>
                    <a:cubicBezTo>
                      <a:pt x="158" y="22"/>
                      <a:pt x="158" y="22"/>
                      <a:pt x="158" y="22"/>
                    </a:cubicBezTo>
                    <a:cubicBezTo>
                      <a:pt x="154" y="15"/>
                      <a:pt x="154" y="15"/>
                      <a:pt x="154" y="15"/>
                    </a:cubicBezTo>
                    <a:cubicBezTo>
                      <a:pt x="153" y="14"/>
                      <a:pt x="153" y="11"/>
                      <a:pt x="153" y="8"/>
                    </a:cubicBezTo>
                    <a:cubicBezTo>
                      <a:pt x="154" y="6"/>
                      <a:pt x="154" y="6"/>
                      <a:pt x="154" y="6"/>
                    </a:cubicBezTo>
                    <a:cubicBezTo>
                      <a:pt x="151" y="2"/>
                      <a:pt x="151" y="2"/>
                      <a:pt x="151" y="2"/>
                    </a:cubicBezTo>
                    <a:cubicBezTo>
                      <a:pt x="150" y="5"/>
                      <a:pt x="150" y="5"/>
                      <a:pt x="150" y="5"/>
                    </a:cubicBezTo>
                    <a:cubicBezTo>
                      <a:pt x="147" y="12"/>
                      <a:pt x="147" y="12"/>
                      <a:pt x="147" y="12"/>
                    </a:cubicBezTo>
                    <a:cubicBezTo>
                      <a:pt x="146" y="12"/>
                      <a:pt x="146" y="12"/>
                      <a:pt x="146" y="12"/>
                    </a:cubicBezTo>
                    <a:cubicBezTo>
                      <a:pt x="143" y="12"/>
                      <a:pt x="140" y="12"/>
                      <a:pt x="137" y="10"/>
                    </a:cubicBezTo>
                    <a:cubicBezTo>
                      <a:pt x="135" y="10"/>
                      <a:pt x="134" y="8"/>
                      <a:pt x="134" y="5"/>
                    </a:cubicBezTo>
                    <a:cubicBezTo>
                      <a:pt x="134" y="4"/>
                      <a:pt x="134" y="4"/>
                      <a:pt x="134" y="4"/>
                    </a:cubicBezTo>
                    <a:cubicBezTo>
                      <a:pt x="132" y="4"/>
                      <a:pt x="132" y="4"/>
                      <a:pt x="132" y="4"/>
                    </a:cubicBezTo>
                    <a:cubicBezTo>
                      <a:pt x="124" y="6"/>
                      <a:pt x="124" y="6"/>
                      <a:pt x="124" y="6"/>
                    </a:cubicBezTo>
                    <a:cubicBezTo>
                      <a:pt x="118" y="0"/>
                      <a:pt x="118" y="0"/>
                      <a:pt x="118" y="0"/>
                    </a:cubicBezTo>
                    <a:cubicBezTo>
                      <a:pt x="116" y="0"/>
                      <a:pt x="116" y="0"/>
                      <a:pt x="116" y="0"/>
                    </a:cubicBezTo>
                    <a:cubicBezTo>
                      <a:pt x="114" y="2"/>
                      <a:pt x="114" y="2"/>
                      <a:pt x="114" y="2"/>
                    </a:cubicBezTo>
                    <a:cubicBezTo>
                      <a:pt x="117" y="6"/>
                      <a:pt x="117" y="6"/>
                      <a:pt x="117" y="6"/>
                    </a:cubicBezTo>
                    <a:cubicBezTo>
                      <a:pt x="118" y="7"/>
                      <a:pt x="118" y="7"/>
                      <a:pt x="118" y="7"/>
                    </a:cubicBezTo>
                    <a:cubicBezTo>
                      <a:pt x="114" y="15"/>
                      <a:pt x="114" y="15"/>
                      <a:pt x="114" y="15"/>
                    </a:cubicBezTo>
                    <a:cubicBezTo>
                      <a:pt x="113" y="15"/>
                      <a:pt x="113" y="15"/>
                      <a:pt x="113" y="15"/>
                    </a:cubicBezTo>
                    <a:cubicBezTo>
                      <a:pt x="113" y="16"/>
                      <a:pt x="113" y="16"/>
                      <a:pt x="113" y="16"/>
                    </a:cubicBezTo>
                    <a:cubicBezTo>
                      <a:pt x="113" y="16"/>
                      <a:pt x="113" y="16"/>
                      <a:pt x="113" y="16"/>
                    </a:cubicBezTo>
                    <a:cubicBezTo>
                      <a:pt x="106" y="24"/>
                      <a:pt x="106" y="24"/>
                      <a:pt x="106" y="24"/>
                    </a:cubicBezTo>
                    <a:cubicBezTo>
                      <a:pt x="105" y="24"/>
                      <a:pt x="105" y="24"/>
                      <a:pt x="105" y="24"/>
                    </a:cubicBezTo>
                    <a:cubicBezTo>
                      <a:pt x="104" y="24"/>
                      <a:pt x="104" y="24"/>
                      <a:pt x="104" y="24"/>
                    </a:cubicBezTo>
                    <a:cubicBezTo>
                      <a:pt x="93" y="25"/>
                      <a:pt x="93" y="25"/>
                      <a:pt x="93" y="25"/>
                    </a:cubicBezTo>
                    <a:lnTo>
                      <a:pt x="86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iṡ1îḋe"/>
              <p:cNvSpPr/>
              <p:nvPr/>
            </p:nvSpPr>
            <p:spPr bwMode="auto">
              <a:xfrm>
                <a:off x="4091" y="1177"/>
                <a:ext cx="634" cy="430"/>
              </a:xfrm>
              <a:custGeom>
                <a:avLst/>
                <a:gdLst>
                  <a:gd name="T0" fmla="*/ 47 w 268"/>
                  <a:gd name="T1" fmla="*/ 3 h 182"/>
                  <a:gd name="T2" fmla="*/ 36 w 268"/>
                  <a:gd name="T3" fmla="*/ 6 h 182"/>
                  <a:gd name="T4" fmla="*/ 34 w 268"/>
                  <a:gd name="T5" fmla="*/ 10 h 182"/>
                  <a:gd name="T6" fmla="*/ 29 w 268"/>
                  <a:gd name="T7" fmla="*/ 18 h 182"/>
                  <a:gd name="T8" fmla="*/ 21 w 268"/>
                  <a:gd name="T9" fmla="*/ 24 h 182"/>
                  <a:gd name="T10" fmla="*/ 11 w 268"/>
                  <a:gd name="T11" fmla="*/ 17 h 182"/>
                  <a:gd name="T12" fmla="*/ 0 w 268"/>
                  <a:gd name="T13" fmla="*/ 20 h 182"/>
                  <a:gd name="T14" fmla="*/ 16 w 268"/>
                  <a:gd name="T15" fmla="*/ 30 h 182"/>
                  <a:gd name="T16" fmla="*/ 17 w 268"/>
                  <a:gd name="T17" fmla="*/ 32 h 182"/>
                  <a:gd name="T18" fmla="*/ 18 w 268"/>
                  <a:gd name="T19" fmla="*/ 52 h 182"/>
                  <a:gd name="T20" fmla="*/ 30 w 268"/>
                  <a:gd name="T21" fmla="*/ 76 h 182"/>
                  <a:gd name="T22" fmla="*/ 38 w 268"/>
                  <a:gd name="T23" fmla="*/ 68 h 182"/>
                  <a:gd name="T24" fmla="*/ 49 w 268"/>
                  <a:gd name="T25" fmla="*/ 66 h 182"/>
                  <a:gd name="T26" fmla="*/ 49 w 268"/>
                  <a:gd name="T27" fmla="*/ 66 h 182"/>
                  <a:gd name="T28" fmla="*/ 60 w 268"/>
                  <a:gd name="T29" fmla="*/ 78 h 182"/>
                  <a:gd name="T30" fmla="*/ 63 w 268"/>
                  <a:gd name="T31" fmla="*/ 88 h 182"/>
                  <a:gd name="T32" fmla="*/ 62 w 268"/>
                  <a:gd name="T33" fmla="*/ 98 h 182"/>
                  <a:gd name="T34" fmla="*/ 69 w 268"/>
                  <a:gd name="T35" fmla="*/ 107 h 182"/>
                  <a:gd name="T36" fmla="*/ 79 w 268"/>
                  <a:gd name="T37" fmla="*/ 104 h 182"/>
                  <a:gd name="T38" fmla="*/ 84 w 268"/>
                  <a:gd name="T39" fmla="*/ 109 h 182"/>
                  <a:gd name="T40" fmla="*/ 96 w 268"/>
                  <a:gd name="T41" fmla="*/ 114 h 182"/>
                  <a:gd name="T42" fmla="*/ 105 w 268"/>
                  <a:gd name="T43" fmla="*/ 111 h 182"/>
                  <a:gd name="T44" fmla="*/ 110 w 268"/>
                  <a:gd name="T45" fmla="*/ 106 h 182"/>
                  <a:gd name="T46" fmla="*/ 116 w 268"/>
                  <a:gd name="T47" fmla="*/ 121 h 182"/>
                  <a:gd name="T48" fmla="*/ 131 w 268"/>
                  <a:gd name="T49" fmla="*/ 137 h 182"/>
                  <a:gd name="T50" fmla="*/ 134 w 268"/>
                  <a:gd name="T51" fmla="*/ 162 h 182"/>
                  <a:gd name="T52" fmla="*/ 144 w 268"/>
                  <a:gd name="T53" fmla="*/ 166 h 182"/>
                  <a:gd name="T54" fmla="*/ 150 w 268"/>
                  <a:gd name="T55" fmla="*/ 182 h 182"/>
                  <a:gd name="T56" fmla="*/ 186 w 268"/>
                  <a:gd name="T57" fmla="*/ 152 h 182"/>
                  <a:gd name="T58" fmla="*/ 200 w 268"/>
                  <a:gd name="T59" fmla="*/ 136 h 182"/>
                  <a:gd name="T60" fmla="*/ 226 w 268"/>
                  <a:gd name="T61" fmla="*/ 114 h 182"/>
                  <a:gd name="T62" fmla="*/ 236 w 268"/>
                  <a:gd name="T63" fmla="*/ 106 h 182"/>
                  <a:gd name="T64" fmla="*/ 238 w 268"/>
                  <a:gd name="T65" fmla="*/ 85 h 182"/>
                  <a:gd name="T66" fmla="*/ 247 w 268"/>
                  <a:gd name="T67" fmla="*/ 84 h 182"/>
                  <a:gd name="T68" fmla="*/ 262 w 268"/>
                  <a:gd name="T69" fmla="*/ 99 h 182"/>
                  <a:gd name="T70" fmla="*/ 259 w 268"/>
                  <a:gd name="T71" fmla="*/ 88 h 182"/>
                  <a:gd name="T72" fmla="*/ 268 w 268"/>
                  <a:gd name="T73" fmla="*/ 79 h 182"/>
                  <a:gd name="T74" fmla="*/ 263 w 268"/>
                  <a:gd name="T75" fmla="*/ 63 h 182"/>
                  <a:gd name="T76" fmla="*/ 246 w 268"/>
                  <a:gd name="T77" fmla="*/ 55 h 182"/>
                  <a:gd name="T78" fmla="*/ 240 w 268"/>
                  <a:gd name="T79" fmla="*/ 54 h 182"/>
                  <a:gd name="T80" fmla="*/ 234 w 268"/>
                  <a:gd name="T81" fmla="*/ 55 h 182"/>
                  <a:gd name="T82" fmla="*/ 223 w 268"/>
                  <a:gd name="T83" fmla="*/ 55 h 182"/>
                  <a:gd name="T84" fmla="*/ 222 w 268"/>
                  <a:gd name="T85" fmla="*/ 69 h 182"/>
                  <a:gd name="T86" fmla="*/ 208 w 268"/>
                  <a:gd name="T87" fmla="*/ 72 h 182"/>
                  <a:gd name="T88" fmla="*/ 188 w 268"/>
                  <a:gd name="T89" fmla="*/ 54 h 182"/>
                  <a:gd name="T90" fmla="*/ 183 w 268"/>
                  <a:gd name="T91" fmla="*/ 44 h 182"/>
                  <a:gd name="T92" fmla="*/ 184 w 268"/>
                  <a:gd name="T93" fmla="*/ 50 h 182"/>
                  <a:gd name="T94" fmla="*/ 179 w 268"/>
                  <a:gd name="T95" fmla="*/ 60 h 182"/>
                  <a:gd name="T96" fmla="*/ 168 w 268"/>
                  <a:gd name="T97" fmla="*/ 57 h 182"/>
                  <a:gd name="T98" fmla="*/ 166 w 268"/>
                  <a:gd name="T99" fmla="*/ 47 h 182"/>
                  <a:gd name="T100" fmla="*/ 156 w 268"/>
                  <a:gd name="T101" fmla="*/ 43 h 182"/>
                  <a:gd name="T102" fmla="*/ 144 w 268"/>
                  <a:gd name="T103" fmla="*/ 35 h 182"/>
                  <a:gd name="T104" fmla="*/ 128 w 268"/>
                  <a:gd name="T105" fmla="*/ 29 h 182"/>
                  <a:gd name="T106" fmla="*/ 117 w 268"/>
                  <a:gd name="T107" fmla="*/ 34 h 182"/>
                  <a:gd name="T108" fmla="*/ 112 w 268"/>
                  <a:gd name="T109" fmla="*/ 24 h 182"/>
                  <a:gd name="T110" fmla="*/ 98 w 268"/>
                  <a:gd name="T111" fmla="*/ 24 h 182"/>
                  <a:gd name="T112" fmla="*/ 82 w 268"/>
                  <a:gd name="T113" fmla="*/ 27 h 182"/>
                  <a:gd name="T114" fmla="*/ 67 w 268"/>
                  <a:gd name="T115" fmla="*/ 26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68" h="182">
                    <a:moveTo>
                      <a:pt x="52" y="9"/>
                    </a:moveTo>
                    <a:cubicBezTo>
                      <a:pt x="51" y="0"/>
                      <a:pt x="51" y="0"/>
                      <a:pt x="51" y="0"/>
                    </a:cubicBezTo>
                    <a:cubicBezTo>
                      <a:pt x="47" y="3"/>
                      <a:pt x="47" y="3"/>
                      <a:pt x="47" y="3"/>
                    </a:cubicBezTo>
                    <a:cubicBezTo>
                      <a:pt x="46" y="3"/>
                      <a:pt x="46" y="3"/>
                      <a:pt x="46" y="3"/>
                    </a:cubicBezTo>
                    <a:cubicBezTo>
                      <a:pt x="37" y="6"/>
                      <a:pt x="37" y="6"/>
                      <a:pt x="37" y="6"/>
                    </a:cubicBezTo>
                    <a:cubicBezTo>
                      <a:pt x="36" y="6"/>
                      <a:pt x="36" y="6"/>
                      <a:pt x="36" y="6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34" y="10"/>
                      <a:pt x="34" y="10"/>
                      <a:pt x="34" y="10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29" y="17"/>
                      <a:pt x="29" y="17"/>
                      <a:pt x="29" y="17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2" y="24"/>
                      <a:pt x="22" y="24"/>
                      <a:pt x="22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1" y="24"/>
                      <a:pt x="21" y="24"/>
                      <a:pt x="21" y="24"/>
                    </a:cubicBezTo>
                    <a:cubicBezTo>
                      <a:pt x="20" y="24"/>
                      <a:pt x="20" y="24"/>
                      <a:pt x="20" y="24"/>
                    </a:cubicBezTo>
                    <a:cubicBezTo>
                      <a:pt x="15" y="22"/>
                      <a:pt x="12" y="19"/>
                      <a:pt x="11" y="17"/>
                    </a:cubicBezTo>
                    <a:cubicBezTo>
                      <a:pt x="10" y="16"/>
                      <a:pt x="10" y="16"/>
                      <a:pt x="9" y="16"/>
                    </a:cubicBezTo>
                    <a:cubicBezTo>
                      <a:pt x="4" y="17"/>
                      <a:pt x="4" y="17"/>
                      <a:pt x="4" y="17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6" y="30"/>
                      <a:pt x="16" y="30"/>
                      <a:pt x="16" y="30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8" y="52"/>
                      <a:pt x="18" y="52"/>
                      <a:pt x="18" y="52"/>
                    </a:cubicBezTo>
                    <a:cubicBezTo>
                      <a:pt x="20" y="59"/>
                      <a:pt x="20" y="59"/>
                      <a:pt x="20" y="59"/>
                    </a:cubicBezTo>
                    <a:cubicBezTo>
                      <a:pt x="25" y="70"/>
                      <a:pt x="25" y="70"/>
                      <a:pt x="25" y="70"/>
                    </a:cubicBezTo>
                    <a:cubicBezTo>
                      <a:pt x="30" y="76"/>
                      <a:pt x="30" y="76"/>
                      <a:pt x="30" y="76"/>
                    </a:cubicBezTo>
                    <a:cubicBezTo>
                      <a:pt x="35" y="72"/>
                      <a:pt x="35" y="72"/>
                      <a:pt x="35" y="72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38" y="68"/>
                      <a:pt x="38" y="68"/>
                      <a:pt x="38" y="68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9" y="66"/>
                      <a:pt x="49" y="66"/>
                      <a:pt x="49" y="66"/>
                    </a:cubicBezTo>
                    <a:cubicBezTo>
                      <a:pt x="49" y="66"/>
                      <a:pt x="49" y="66"/>
                      <a:pt x="49" y="66"/>
                    </a:cubicBezTo>
                    <a:cubicBezTo>
                      <a:pt x="49" y="66"/>
                      <a:pt x="49" y="66"/>
                      <a:pt x="49" y="66"/>
                    </a:cubicBezTo>
                    <a:cubicBezTo>
                      <a:pt x="49" y="66"/>
                      <a:pt x="49" y="66"/>
                      <a:pt x="49" y="66"/>
                    </a:cubicBezTo>
                    <a:cubicBezTo>
                      <a:pt x="49" y="66"/>
                      <a:pt x="49" y="66"/>
                      <a:pt x="49" y="66"/>
                    </a:cubicBezTo>
                    <a:cubicBezTo>
                      <a:pt x="54" y="76"/>
                      <a:pt x="54" y="76"/>
                      <a:pt x="54" y="76"/>
                    </a:cubicBezTo>
                    <a:cubicBezTo>
                      <a:pt x="60" y="78"/>
                      <a:pt x="60" y="78"/>
                      <a:pt x="60" y="78"/>
                    </a:cubicBezTo>
                    <a:cubicBezTo>
                      <a:pt x="63" y="88"/>
                      <a:pt x="63" y="88"/>
                      <a:pt x="63" y="88"/>
                    </a:cubicBezTo>
                    <a:cubicBezTo>
                      <a:pt x="63" y="88"/>
                      <a:pt x="63" y="88"/>
                      <a:pt x="63" y="88"/>
                    </a:cubicBezTo>
                    <a:cubicBezTo>
                      <a:pt x="63" y="88"/>
                      <a:pt x="63" y="88"/>
                      <a:pt x="63" y="88"/>
                    </a:cubicBezTo>
                    <a:cubicBezTo>
                      <a:pt x="62" y="97"/>
                      <a:pt x="62" y="97"/>
                      <a:pt x="62" y="97"/>
                    </a:cubicBezTo>
                    <a:cubicBezTo>
                      <a:pt x="62" y="98"/>
                      <a:pt x="62" y="98"/>
                      <a:pt x="62" y="98"/>
                    </a:cubicBezTo>
                    <a:cubicBezTo>
                      <a:pt x="62" y="98"/>
                      <a:pt x="62" y="98"/>
                      <a:pt x="62" y="98"/>
                    </a:cubicBezTo>
                    <a:cubicBezTo>
                      <a:pt x="60" y="106"/>
                      <a:pt x="60" y="106"/>
                      <a:pt x="60" y="106"/>
                    </a:cubicBezTo>
                    <a:cubicBezTo>
                      <a:pt x="64" y="110"/>
                      <a:pt x="64" y="110"/>
                      <a:pt x="64" y="110"/>
                    </a:cubicBezTo>
                    <a:cubicBezTo>
                      <a:pt x="69" y="107"/>
                      <a:pt x="69" y="107"/>
                      <a:pt x="69" y="107"/>
                    </a:cubicBezTo>
                    <a:cubicBezTo>
                      <a:pt x="74" y="102"/>
                      <a:pt x="74" y="102"/>
                      <a:pt x="74" y="102"/>
                    </a:cubicBezTo>
                    <a:cubicBezTo>
                      <a:pt x="75" y="103"/>
                      <a:pt x="75" y="103"/>
                      <a:pt x="75" y="103"/>
                    </a:cubicBezTo>
                    <a:cubicBezTo>
                      <a:pt x="79" y="104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79" y="104"/>
                    </a:cubicBezTo>
                    <a:cubicBezTo>
                      <a:pt x="79" y="104"/>
                      <a:pt x="79" y="104"/>
                      <a:pt x="79" y="104"/>
                    </a:cubicBezTo>
                    <a:cubicBezTo>
                      <a:pt x="84" y="109"/>
                      <a:pt x="84" y="109"/>
                      <a:pt x="84" y="109"/>
                    </a:cubicBezTo>
                    <a:cubicBezTo>
                      <a:pt x="89" y="108"/>
                      <a:pt x="89" y="108"/>
                      <a:pt x="89" y="108"/>
                    </a:cubicBezTo>
                    <a:cubicBezTo>
                      <a:pt x="93" y="106"/>
                      <a:pt x="95" y="108"/>
                      <a:pt x="96" y="110"/>
                    </a:cubicBezTo>
                    <a:cubicBezTo>
                      <a:pt x="96" y="114"/>
                      <a:pt x="96" y="114"/>
                      <a:pt x="96" y="114"/>
                    </a:cubicBezTo>
                    <a:cubicBezTo>
                      <a:pt x="97" y="114"/>
                      <a:pt x="97" y="114"/>
                      <a:pt x="97" y="114"/>
                    </a:cubicBezTo>
                    <a:cubicBezTo>
                      <a:pt x="102" y="116"/>
                      <a:pt x="102" y="116"/>
                      <a:pt x="102" y="116"/>
                    </a:cubicBezTo>
                    <a:cubicBezTo>
                      <a:pt x="105" y="111"/>
                      <a:pt x="105" y="111"/>
                      <a:pt x="105" y="111"/>
                    </a:cubicBezTo>
                    <a:cubicBezTo>
                      <a:pt x="105" y="109"/>
                      <a:pt x="105" y="109"/>
                      <a:pt x="105" y="109"/>
                    </a:cubicBezTo>
                    <a:cubicBezTo>
                      <a:pt x="105" y="107"/>
                      <a:pt x="105" y="106"/>
                      <a:pt x="106" y="105"/>
                    </a:cubicBezTo>
                    <a:cubicBezTo>
                      <a:pt x="110" y="106"/>
                      <a:pt x="110" y="106"/>
                      <a:pt x="110" y="106"/>
                    </a:cubicBezTo>
                    <a:cubicBezTo>
                      <a:pt x="114" y="108"/>
                      <a:pt x="116" y="110"/>
                      <a:pt x="116" y="114"/>
                    </a:cubicBezTo>
                    <a:cubicBezTo>
                      <a:pt x="116" y="116"/>
                      <a:pt x="116" y="116"/>
                      <a:pt x="116" y="116"/>
                    </a:cubicBezTo>
                    <a:cubicBezTo>
                      <a:pt x="116" y="121"/>
                      <a:pt x="116" y="121"/>
                      <a:pt x="116" y="121"/>
                    </a:cubicBezTo>
                    <a:cubicBezTo>
                      <a:pt x="120" y="128"/>
                      <a:pt x="120" y="128"/>
                      <a:pt x="120" y="128"/>
                    </a:cubicBezTo>
                    <a:cubicBezTo>
                      <a:pt x="125" y="133"/>
                      <a:pt x="125" y="133"/>
                      <a:pt x="125" y="133"/>
                    </a:cubicBezTo>
                    <a:cubicBezTo>
                      <a:pt x="127" y="135"/>
                      <a:pt x="129" y="136"/>
                      <a:pt x="131" y="137"/>
                    </a:cubicBezTo>
                    <a:cubicBezTo>
                      <a:pt x="132" y="137"/>
                      <a:pt x="132" y="137"/>
                      <a:pt x="132" y="137"/>
                    </a:cubicBezTo>
                    <a:cubicBezTo>
                      <a:pt x="133" y="138"/>
                      <a:pt x="134" y="140"/>
                      <a:pt x="134" y="144"/>
                    </a:cubicBezTo>
                    <a:cubicBezTo>
                      <a:pt x="134" y="162"/>
                      <a:pt x="134" y="162"/>
                      <a:pt x="134" y="162"/>
                    </a:cubicBezTo>
                    <a:cubicBezTo>
                      <a:pt x="134" y="164"/>
                      <a:pt x="136" y="165"/>
                      <a:pt x="137" y="165"/>
                    </a:cubicBezTo>
                    <a:cubicBezTo>
                      <a:pt x="138" y="165"/>
                      <a:pt x="138" y="165"/>
                      <a:pt x="138" y="165"/>
                    </a:cubicBezTo>
                    <a:cubicBezTo>
                      <a:pt x="140" y="164"/>
                      <a:pt x="142" y="164"/>
                      <a:pt x="144" y="166"/>
                    </a:cubicBezTo>
                    <a:cubicBezTo>
                      <a:pt x="145" y="167"/>
                      <a:pt x="145" y="167"/>
                      <a:pt x="145" y="167"/>
                    </a:cubicBezTo>
                    <a:cubicBezTo>
                      <a:pt x="147" y="168"/>
                      <a:pt x="148" y="169"/>
                      <a:pt x="149" y="172"/>
                    </a:cubicBezTo>
                    <a:cubicBezTo>
                      <a:pt x="150" y="182"/>
                      <a:pt x="150" y="182"/>
                      <a:pt x="150" y="182"/>
                    </a:cubicBezTo>
                    <a:cubicBezTo>
                      <a:pt x="159" y="164"/>
                      <a:pt x="159" y="164"/>
                      <a:pt x="159" y="164"/>
                    </a:cubicBezTo>
                    <a:cubicBezTo>
                      <a:pt x="162" y="154"/>
                      <a:pt x="165" y="148"/>
                      <a:pt x="169" y="147"/>
                    </a:cubicBezTo>
                    <a:cubicBezTo>
                      <a:pt x="173" y="146"/>
                      <a:pt x="178" y="148"/>
                      <a:pt x="186" y="152"/>
                    </a:cubicBezTo>
                    <a:cubicBezTo>
                      <a:pt x="212" y="154"/>
                      <a:pt x="212" y="154"/>
                      <a:pt x="212" y="154"/>
                    </a:cubicBezTo>
                    <a:cubicBezTo>
                      <a:pt x="212" y="148"/>
                      <a:pt x="212" y="148"/>
                      <a:pt x="212" y="148"/>
                    </a:cubicBezTo>
                    <a:cubicBezTo>
                      <a:pt x="200" y="136"/>
                      <a:pt x="200" y="136"/>
                      <a:pt x="200" y="136"/>
                    </a:cubicBezTo>
                    <a:cubicBezTo>
                      <a:pt x="195" y="133"/>
                      <a:pt x="192" y="131"/>
                      <a:pt x="193" y="129"/>
                    </a:cubicBezTo>
                    <a:cubicBezTo>
                      <a:pt x="202" y="130"/>
                      <a:pt x="202" y="130"/>
                      <a:pt x="202" y="130"/>
                    </a:cubicBezTo>
                    <a:cubicBezTo>
                      <a:pt x="211" y="132"/>
                      <a:pt x="219" y="128"/>
                      <a:pt x="226" y="114"/>
                    </a:cubicBezTo>
                    <a:cubicBezTo>
                      <a:pt x="226" y="114"/>
                      <a:pt x="226" y="114"/>
                      <a:pt x="226" y="114"/>
                    </a:cubicBezTo>
                    <a:cubicBezTo>
                      <a:pt x="227" y="114"/>
                      <a:pt x="227" y="114"/>
                      <a:pt x="227" y="114"/>
                    </a:cubicBezTo>
                    <a:cubicBezTo>
                      <a:pt x="236" y="106"/>
                      <a:pt x="236" y="106"/>
                      <a:pt x="236" y="106"/>
                    </a:cubicBezTo>
                    <a:cubicBezTo>
                      <a:pt x="237" y="87"/>
                      <a:pt x="237" y="87"/>
                      <a:pt x="237" y="87"/>
                    </a:cubicBezTo>
                    <a:cubicBezTo>
                      <a:pt x="237" y="85"/>
                      <a:pt x="237" y="85"/>
                      <a:pt x="237" y="85"/>
                    </a:cubicBezTo>
                    <a:cubicBezTo>
                      <a:pt x="238" y="85"/>
                      <a:pt x="238" y="85"/>
                      <a:pt x="238" y="85"/>
                    </a:cubicBezTo>
                    <a:cubicBezTo>
                      <a:pt x="239" y="85"/>
                      <a:pt x="239" y="85"/>
                      <a:pt x="239" y="85"/>
                    </a:cubicBezTo>
                    <a:cubicBezTo>
                      <a:pt x="246" y="84"/>
                      <a:pt x="246" y="84"/>
                      <a:pt x="246" y="84"/>
                    </a:cubicBezTo>
                    <a:cubicBezTo>
                      <a:pt x="247" y="84"/>
                      <a:pt x="247" y="84"/>
                      <a:pt x="247" y="84"/>
                    </a:cubicBezTo>
                    <a:cubicBezTo>
                      <a:pt x="248" y="84"/>
                      <a:pt x="248" y="84"/>
                      <a:pt x="248" y="84"/>
                    </a:cubicBezTo>
                    <a:cubicBezTo>
                      <a:pt x="248" y="84"/>
                      <a:pt x="248" y="84"/>
                      <a:pt x="248" y="84"/>
                    </a:cubicBezTo>
                    <a:cubicBezTo>
                      <a:pt x="262" y="99"/>
                      <a:pt x="262" y="99"/>
                      <a:pt x="262" y="99"/>
                    </a:cubicBezTo>
                    <a:cubicBezTo>
                      <a:pt x="266" y="98"/>
                      <a:pt x="266" y="98"/>
                      <a:pt x="266" y="98"/>
                    </a:cubicBezTo>
                    <a:cubicBezTo>
                      <a:pt x="266" y="95"/>
                      <a:pt x="266" y="95"/>
                      <a:pt x="266" y="95"/>
                    </a:cubicBezTo>
                    <a:cubicBezTo>
                      <a:pt x="259" y="88"/>
                      <a:pt x="259" y="88"/>
                      <a:pt x="259" y="88"/>
                    </a:cubicBezTo>
                    <a:cubicBezTo>
                      <a:pt x="258" y="87"/>
                      <a:pt x="258" y="87"/>
                      <a:pt x="258" y="87"/>
                    </a:cubicBezTo>
                    <a:cubicBezTo>
                      <a:pt x="257" y="86"/>
                      <a:pt x="257" y="86"/>
                      <a:pt x="257" y="86"/>
                    </a:cubicBezTo>
                    <a:cubicBezTo>
                      <a:pt x="268" y="79"/>
                      <a:pt x="268" y="79"/>
                      <a:pt x="268" y="79"/>
                    </a:cubicBezTo>
                    <a:cubicBezTo>
                      <a:pt x="268" y="62"/>
                      <a:pt x="268" y="62"/>
                      <a:pt x="268" y="62"/>
                    </a:cubicBezTo>
                    <a:cubicBezTo>
                      <a:pt x="263" y="63"/>
                      <a:pt x="263" y="63"/>
                      <a:pt x="263" y="63"/>
                    </a:cubicBezTo>
                    <a:cubicBezTo>
                      <a:pt x="263" y="63"/>
                      <a:pt x="263" y="63"/>
                      <a:pt x="263" y="63"/>
                    </a:cubicBezTo>
                    <a:cubicBezTo>
                      <a:pt x="262" y="63"/>
                      <a:pt x="262" y="63"/>
                      <a:pt x="262" y="63"/>
                    </a:cubicBezTo>
                    <a:cubicBezTo>
                      <a:pt x="256" y="60"/>
                      <a:pt x="256" y="60"/>
                      <a:pt x="256" y="60"/>
                    </a:cubicBezTo>
                    <a:cubicBezTo>
                      <a:pt x="254" y="60"/>
                      <a:pt x="250" y="58"/>
                      <a:pt x="246" y="55"/>
                    </a:cubicBezTo>
                    <a:cubicBezTo>
                      <a:pt x="243" y="54"/>
                      <a:pt x="242" y="53"/>
                      <a:pt x="242" y="51"/>
                    </a:cubicBezTo>
                    <a:cubicBezTo>
                      <a:pt x="242" y="52"/>
                      <a:pt x="242" y="52"/>
                      <a:pt x="242" y="52"/>
                    </a:cubicBezTo>
                    <a:cubicBezTo>
                      <a:pt x="242" y="53"/>
                      <a:pt x="241" y="54"/>
                      <a:pt x="240" y="54"/>
                    </a:cubicBezTo>
                    <a:cubicBezTo>
                      <a:pt x="239" y="55"/>
                      <a:pt x="238" y="56"/>
                      <a:pt x="235" y="56"/>
                    </a:cubicBezTo>
                    <a:cubicBezTo>
                      <a:pt x="234" y="56"/>
                      <a:pt x="234" y="56"/>
                      <a:pt x="234" y="56"/>
                    </a:cubicBezTo>
                    <a:cubicBezTo>
                      <a:pt x="234" y="55"/>
                      <a:pt x="234" y="55"/>
                      <a:pt x="234" y="55"/>
                    </a:cubicBezTo>
                    <a:cubicBezTo>
                      <a:pt x="234" y="55"/>
                      <a:pt x="234" y="55"/>
                      <a:pt x="234" y="55"/>
                    </a:cubicBezTo>
                    <a:cubicBezTo>
                      <a:pt x="228" y="51"/>
                      <a:pt x="228" y="51"/>
                      <a:pt x="228" y="51"/>
                    </a:cubicBezTo>
                    <a:cubicBezTo>
                      <a:pt x="223" y="55"/>
                      <a:pt x="223" y="55"/>
                      <a:pt x="223" y="55"/>
                    </a:cubicBezTo>
                    <a:cubicBezTo>
                      <a:pt x="221" y="57"/>
                      <a:pt x="219" y="59"/>
                      <a:pt x="219" y="60"/>
                    </a:cubicBezTo>
                    <a:cubicBezTo>
                      <a:pt x="222" y="66"/>
                      <a:pt x="222" y="66"/>
                      <a:pt x="222" y="66"/>
                    </a:cubicBezTo>
                    <a:cubicBezTo>
                      <a:pt x="223" y="67"/>
                      <a:pt x="223" y="68"/>
                      <a:pt x="222" y="69"/>
                    </a:cubicBezTo>
                    <a:cubicBezTo>
                      <a:pt x="222" y="70"/>
                      <a:pt x="220" y="72"/>
                      <a:pt x="217" y="72"/>
                    </a:cubicBezTo>
                    <a:cubicBezTo>
                      <a:pt x="214" y="73"/>
                      <a:pt x="214" y="73"/>
                      <a:pt x="214" y="73"/>
                    </a:cubicBezTo>
                    <a:cubicBezTo>
                      <a:pt x="212" y="74"/>
                      <a:pt x="209" y="74"/>
                      <a:pt x="208" y="72"/>
                    </a:cubicBezTo>
                    <a:cubicBezTo>
                      <a:pt x="207" y="70"/>
                      <a:pt x="207" y="70"/>
                      <a:pt x="207" y="70"/>
                    </a:cubicBezTo>
                    <a:cubicBezTo>
                      <a:pt x="196" y="60"/>
                      <a:pt x="196" y="60"/>
                      <a:pt x="196" y="60"/>
                    </a:cubicBezTo>
                    <a:cubicBezTo>
                      <a:pt x="192" y="58"/>
                      <a:pt x="189" y="56"/>
                      <a:pt x="188" y="54"/>
                    </a:cubicBezTo>
                    <a:cubicBezTo>
                      <a:pt x="187" y="52"/>
                      <a:pt x="186" y="51"/>
                      <a:pt x="187" y="50"/>
                    </a:cubicBezTo>
                    <a:cubicBezTo>
                      <a:pt x="186" y="47"/>
                      <a:pt x="186" y="44"/>
                      <a:pt x="185" y="43"/>
                    </a:cubicBezTo>
                    <a:cubicBezTo>
                      <a:pt x="183" y="44"/>
                      <a:pt x="183" y="44"/>
                      <a:pt x="183" y="44"/>
                    </a:cubicBezTo>
                    <a:cubicBezTo>
                      <a:pt x="182" y="45"/>
                      <a:pt x="182" y="45"/>
                      <a:pt x="182" y="45"/>
                    </a:cubicBezTo>
                    <a:cubicBezTo>
                      <a:pt x="182" y="46"/>
                      <a:pt x="183" y="48"/>
                      <a:pt x="184" y="49"/>
                    </a:cubicBezTo>
                    <a:cubicBezTo>
                      <a:pt x="184" y="50"/>
                      <a:pt x="184" y="50"/>
                      <a:pt x="184" y="50"/>
                    </a:cubicBezTo>
                    <a:cubicBezTo>
                      <a:pt x="185" y="50"/>
                      <a:pt x="185" y="50"/>
                      <a:pt x="185" y="50"/>
                    </a:cubicBezTo>
                    <a:cubicBezTo>
                      <a:pt x="184" y="51"/>
                      <a:pt x="184" y="51"/>
                      <a:pt x="184" y="51"/>
                    </a:cubicBezTo>
                    <a:cubicBezTo>
                      <a:pt x="179" y="60"/>
                      <a:pt x="179" y="60"/>
                      <a:pt x="179" y="60"/>
                    </a:cubicBezTo>
                    <a:cubicBezTo>
                      <a:pt x="170" y="58"/>
                      <a:pt x="170" y="58"/>
                      <a:pt x="170" y="58"/>
                    </a:cubicBezTo>
                    <a:cubicBezTo>
                      <a:pt x="168" y="57"/>
                      <a:pt x="168" y="57"/>
                      <a:pt x="168" y="57"/>
                    </a:cubicBezTo>
                    <a:cubicBezTo>
                      <a:pt x="168" y="57"/>
                      <a:pt x="168" y="57"/>
                      <a:pt x="168" y="57"/>
                    </a:cubicBezTo>
                    <a:cubicBezTo>
                      <a:pt x="168" y="56"/>
                      <a:pt x="168" y="56"/>
                      <a:pt x="168" y="56"/>
                    </a:cubicBezTo>
                    <a:cubicBezTo>
                      <a:pt x="168" y="54"/>
                      <a:pt x="168" y="52"/>
                      <a:pt x="168" y="50"/>
                    </a:cubicBezTo>
                    <a:cubicBezTo>
                      <a:pt x="166" y="47"/>
                      <a:pt x="166" y="47"/>
                      <a:pt x="166" y="47"/>
                    </a:cubicBezTo>
                    <a:cubicBezTo>
                      <a:pt x="159" y="42"/>
                      <a:pt x="159" y="42"/>
                      <a:pt x="159" y="42"/>
                    </a:cubicBezTo>
                    <a:cubicBezTo>
                      <a:pt x="158" y="41"/>
                      <a:pt x="158" y="41"/>
                      <a:pt x="158" y="41"/>
                    </a:cubicBezTo>
                    <a:cubicBezTo>
                      <a:pt x="158" y="42"/>
                      <a:pt x="157" y="42"/>
                      <a:pt x="156" y="43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6" y="42"/>
                      <a:pt x="145" y="41"/>
                      <a:pt x="144" y="40"/>
                    </a:cubicBezTo>
                    <a:cubicBezTo>
                      <a:pt x="144" y="39"/>
                      <a:pt x="144" y="37"/>
                      <a:pt x="144" y="35"/>
                    </a:cubicBezTo>
                    <a:cubicBezTo>
                      <a:pt x="145" y="34"/>
                      <a:pt x="145" y="34"/>
                      <a:pt x="145" y="34"/>
                    </a:cubicBezTo>
                    <a:cubicBezTo>
                      <a:pt x="142" y="28"/>
                      <a:pt x="142" y="28"/>
                      <a:pt x="142" y="28"/>
                    </a:cubicBezTo>
                    <a:cubicBezTo>
                      <a:pt x="128" y="29"/>
                      <a:pt x="128" y="29"/>
                      <a:pt x="128" y="29"/>
                    </a:cubicBezTo>
                    <a:cubicBezTo>
                      <a:pt x="128" y="31"/>
                      <a:pt x="128" y="32"/>
                      <a:pt x="127" y="34"/>
                    </a:cubicBezTo>
                    <a:cubicBezTo>
                      <a:pt x="126" y="35"/>
                      <a:pt x="125" y="36"/>
                      <a:pt x="124" y="36"/>
                    </a:cubicBezTo>
                    <a:cubicBezTo>
                      <a:pt x="122" y="36"/>
                      <a:pt x="119" y="36"/>
                      <a:pt x="117" y="34"/>
                    </a:cubicBezTo>
                    <a:cubicBezTo>
                      <a:pt x="117" y="33"/>
                      <a:pt x="117" y="33"/>
                      <a:pt x="117" y="33"/>
                    </a:cubicBezTo>
                    <a:cubicBezTo>
                      <a:pt x="117" y="33"/>
                      <a:pt x="117" y="33"/>
                      <a:pt x="117" y="33"/>
                    </a:cubicBezTo>
                    <a:cubicBezTo>
                      <a:pt x="114" y="30"/>
                      <a:pt x="112" y="27"/>
                      <a:pt x="112" y="24"/>
                    </a:cubicBezTo>
                    <a:cubicBezTo>
                      <a:pt x="110" y="20"/>
                      <a:pt x="110" y="20"/>
                      <a:pt x="110" y="20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02" y="25"/>
                      <a:pt x="100" y="25"/>
                      <a:pt x="98" y="24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3" y="24"/>
                      <a:pt x="93" y="24"/>
                      <a:pt x="93" y="24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80" y="29"/>
                      <a:pt x="78" y="29"/>
                      <a:pt x="76" y="29"/>
                    </a:cubicBezTo>
                    <a:cubicBezTo>
                      <a:pt x="75" y="29"/>
                      <a:pt x="75" y="29"/>
                      <a:pt x="75" y="29"/>
                    </a:cubicBezTo>
                    <a:cubicBezTo>
                      <a:pt x="71" y="29"/>
                      <a:pt x="68" y="28"/>
                      <a:pt x="67" y="26"/>
                    </a:cubicBezTo>
                    <a:cubicBezTo>
                      <a:pt x="60" y="21"/>
                      <a:pt x="60" y="21"/>
                      <a:pt x="60" y="21"/>
                    </a:cubicBezTo>
                    <a:lnTo>
                      <a:pt x="52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iṩḷïḋê"/>
              <p:cNvSpPr/>
              <p:nvPr/>
            </p:nvSpPr>
            <p:spPr bwMode="auto">
              <a:xfrm>
                <a:off x="3956" y="564"/>
                <a:ext cx="852" cy="776"/>
              </a:xfrm>
              <a:custGeom>
                <a:avLst/>
                <a:gdLst>
                  <a:gd name="T0" fmla="*/ 353 w 360"/>
                  <a:gd name="T1" fmla="*/ 153 h 328"/>
                  <a:gd name="T2" fmla="*/ 346 w 360"/>
                  <a:gd name="T3" fmla="*/ 119 h 328"/>
                  <a:gd name="T4" fmla="*/ 314 w 360"/>
                  <a:gd name="T5" fmla="*/ 153 h 328"/>
                  <a:gd name="T6" fmla="*/ 309 w 360"/>
                  <a:gd name="T7" fmla="*/ 162 h 328"/>
                  <a:gd name="T8" fmla="*/ 268 w 360"/>
                  <a:gd name="T9" fmla="*/ 169 h 328"/>
                  <a:gd name="T10" fmla="*/ 259 w 360"/>
                  <a:gd name="T11" fmla="*/ 153 h 328"/>
                  <a:gd name="T12" fmla="*/ 248 w 360"/>
                  <a:gd name="T13" fmla="*/ 142 h 328"/>
                  <a:gd name="T14" fmla="*/ 235 w 360"/>
                  <a:gd name="T15" fmla="*/ 131 h 328"/>
                  <a:gd name="T16" fmla="*/ 168 w 360"/>
                  <a:gd name="T17" fmla="*/ 119 h 328"/>
                  <a:gd name="T18" fmla="*/ 129 w 360"/>
                  <a:gd name="T19" fmla="*/ 57 h 328"/>
                  <a:gd name="T20" fmla="*/ 54 w 360"/>
                  <a:gd name="T21" fmla="*/ 8 h 328"/>
                  <a:gd name="T22" fmla="*/ 4 w 360"/>
                  <a:gd name="T23" fmla="*/ 14 h 328"/>
                  <a:gd name="T24" fmla="*/ 4 w 360"/>
                  <a:gd name="T25" fmla="*/ 21 h 328"/>
                  <a:gd name="T26" fmla="*/ 1 w 360"/>
                  <a:gd name="T27" fmla="*/ 28 h 328"/>
                  <a:gd name="T28" fmla="*/ 5 w 360"/>
                  <a:gd name="T29" fmla="*/ 45 h 328"/>
                  <a:gd name="T30" fmla="*/ 21 w 360"/>
                  <a:gd name="T31" fmla="*/ 37 h 328"/>
                  <a:gd name="T32" fmla="*/ 37 w 360"/>
                  <a:gd name="T33" fmla="*/ 49 h 328"/>
                  <a:gd name="T34" fmla="*/ 60 w 360"/>
                  <a:gd name="T35" fmla="*/ 77 h 328"/>
                  <a:gd name="T36" fmla="*/ 74 w 360"/>
                  <a:gd name="T37" fmla="*/ 66 h 328"/>
                  <a:gd name="T38" fmla="*/ 97 w 360"/>
                  <a:gd name="T39" fmla="*/ 52 h 328"/>
                  <a:gd name="T40" fmla="*/ 115 w 360"/>
                  <a:gd name="T41" fmla="*/ 71 h 328"/>
                  <a:gd name="T42" fmla="*/ 119 w 360"/>
                  <a:gd name="T43" fmla="*/ 100 h 328"/>
                  <a:gd name="T44" fmla="*/ 121 w 360"/>
                  <a:gd name="T45" fmla="*/ 131 h 328"/>
                  <a:gd name="T46" fmla="*/ 116 w 360"/>
                  <a:gd name="T47" fmla="*/ 144 h 328"/>
                  <a:gd name="T48" fmla="*/ 112 w 360"/>
                  <a:gd name="T49" fmla="*/ 149 h 328"/>
                  <a:gd name="T50" fmla="*/ 114 w 360"/>
                  <a:gd name="T51" fmla="*/ 168 h 328"/>
                  <a:gd name="T52" fmla="*/ 109 w 360"/>
                  <a:gd name="T53" fmla="*/ 184 h 328"/>
                  <a:gd name="T54" fmla="*/ 95 w 360"/>
                  <a:gd name="T55" fmla="*/ 181 h 328"/>
                  <a:gd name="T56" fmla="*/ 84 w 360"/>
                  <a:gd name="T57" fmla="*/ 204 h 328"/>
                  <a:gd name="T58" fmla="*/ 68 w 360"/>
                  <a:gd name="T59" fmla="*/ 219 h 328"/>
                  <a:gd name="T60" fmla="*/ 80 w 360"/>
                  <a:gd name="T61" fmla="*/ 236 h 328"/>
                  <a:gd name="T62" fmla="*/ 90 w 360"/>
                  <a:gd name="T63" fmla="*/ 249 h 328"/>
                  <a:gd name="T64" fmla="*/ 109 w 360"/>
                  <a:gd name="T65" fmla="*/ 253 h 328"/>
                  <a:gd name="T66" fmla="*/ 118 w 360"/>
                  <a:gd name="T67" fmla="*/ 272 h 328"/>
                  <a:gd name="T68" fmla="*/ 133 w 360"/>
                  <a:gd name="T69" fmla="*/ 284 h 328"/>
                  <a:gd name="T70" fmla="*/ 154 w 360"/>
                  <a:gd name="T71" fmla="*/ 278 h 328"/>
                  <a:gd name="T72" fmla="*/ 167 w 360"/>
                  <a:gd name="T73" fmla="*/ 275 h 328"/>
                  <a:gd name="T74" fmla="*/ 177 w 360"/>
                  <a:gd name="T75" fmla="*/ 289 h 328"/>
                  <a:gd name="T76" fmla="*/ 180 w 360"/>
                  <a:gd name="T77" fmla="*/ 289 h 328"/>
                  <a:gd name="T78" fmla="*/ 200 w 360"/>
                  <a:gd name="T79" fmla="*/ 283 h 328"/>
                  <a:gd name="T80" fmla="*/ 206 w 360"/>
                  <a:gd name="T81" fmla="*/ 292 h 328"/>
                  <a:gd name="T82" fmla="*/ 211 w 360"/>
                  <a:gd name="T83" fmla="*/ 297 h 328"/>
                  <a:gd name="T84" fmla="*/ 229 w 360"/>
                  <a:gd name="T85" fmla="*/ 308 h 328"/>
                  <a:gd name="T86" fmla="*/ 235 w 360"/>
                  <a:gd name="T87" fmla="*/ 303 h 328"/>
                  <a:gd name="T88" fmla="*/ 243 w 360"/>
                  <a:gd name="T89" fmla="*/ 297 h 328"/>
                  <a:gd name="T90" fmla="*/ 255 w 360"/>
                  <a:gd name="T91" fmla="*/ 315 h 328"/>
                  <a:gd name="T92" fmla="*/ 269 w 360"/>
                  <a:gd name="T93" fmla="*/ 328 h 328"/>
                  <a:gd name="T94" fmla="*/ 278 w 360"/>
                  <a:gd name="T95" fmla="*/ 311 h 328"/>
                  <a:gd name="T96" fmla="*/ 296 w 360"/>
                  <a:gd name="T97" fmla="*/ 301 h 328"/>
                  <a:gd name="T98" fmla="*/ 306 w 360"/>
                  <a:gd name="T99" fmla="*/ 305 h 328"/>
                  <a:gd name="T100" fmla="*/ 315 w 360"/>
                  <a:gd name="T101" fmla="*/ 315 h 328"/>
                  <a:gd name="T102" fmla="*/ 318 w 360"/>
                  <a:gd name="T103" fmla="*/ 288 h 328"/>
                  <a:gd name="T104" fmla="*/ 325 w 360"/>
                  <a:gd name="T105" fmla="*/ 243 h 328"/>
                  <a:gd name="T106" fmla="*/ 336 w 360"/>
                  <a:gd name="T107" fmla="*/ 245 h 3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60" h="328">
                    <a:moveTo>
                      <a:pt x="358" y="193"/>
                    </a:moveTo>
                    <a:cubicBezTo>
                      <a:pt x="352" y="153"/>
                      <a:pt x="352" y="153"/>
                      <a:pt x="352" y="153"/>
                    </a:cubicBezTo>
                    <a:cubicBezTo>
                      <a:pt x="353" y="153"/>
                      <a:pt x="353" y="153"/>
                      <a:pt x="353" y="153"/>
                    </a:cubicBezTo>
                    <a:cubicBezTo>
                      <a:pt x="353" y="153"/>
                      <a:pt x="353" y="153"/>
                      <a:pt x="353" y="153"/>
                    </a:cubicBezTo>
                    <a:cubicBezTo>
                      <a:pt x="356" y="148"/>
                      <a:pt x="357" y="145"/>
                      <a:pt x="357" y="142"/>
                    </a:cubicBezTo>
                    <a:cubicBezTo>
                      <a:pt x="355" y="139"/>
                      <a:pt x="355" y="139"/>
                      <a:pt x="355" y="139"/>
                    </a:cubicBezTo>
                    <a:cubicBezTo>
                      <a:pt x="351" y="137"/>
                      <a:pt x="349" y="130"/>
                      <a:pt x="350" y="119"/>
                    </a:cubicBezTo>
                    <a:cubicBezTo>
                      <a:pt x="346" y="119"/>
                      <a:pt x="346" y="119"/>
                      <a:pt x="346" y="119"/>
                    </a:cubicBezTo>
                    <a:cubicBezTo>
                      <a:pt x="343" y="119"/>
                      <a:pt x="340" y="120"/>
                      <a:pt x="337" y="122"/>
                    </a:cubicBezTo>
                    <a:cubicBezTo>
                      <a:pt x="334" y="125"/>
                      <a:pt x="332" y="127"/>
                      <a:pt x="331" y="129"/>
                    </a:cubicBezTo>
                    <a:cubicBezTo>
                      <a:pt x="330" y="134"/>
                      <a:pt x="325" y="137"/>
                      <a:pt x="316" y="140"/>
                    </a:cubicBezTo>
                    <a:cubicBezTo>
                      <a:pt x="314" y="153"/>
                      <a:pt x="314" y="153"/>
                      <a:pt x="314" y="153"/>
                    </a:cubicBezTo>
                    <a:cubicBezTo>
                      <a:pt x="314" y="153"/>
                      <a:pt x="314" y="153"/>
                      <a:pt x="314" y="153"/>
                    </a:cubicBezTo>
                    <a:cubicBezTo>
                      <a:pt x="313" y="153"/>
                      <a:pt x="313" y="153"/>
                      <a:pt x="313" y="153"/>
                    </a:cubicBezTo>
                    <a:cubicBezTo>
                      <a:pt x="309" y="161"/>
                      <a:pt x="309" y="161"/>
                      <a:pt x="309" y="161"/>
                    </a:cubicBezTo>
                    <a:cubicBezTo>
                      <a:pt x="309" y="162"/>
                      <a:pt x="309" y="162"/>
                      <a:pt x="309" y="162"/>
                    </a:cubicBezTo>
                    <a:cubicBezTo>
                      <a:pt x="308" y="162"/>
                      <a:pt x="308" y="162"/>
                      <a:pt x="308" y="162"/>
                    </a:cubicBezTo>
                    <a:cubicBezTo>
                      <a:pt x="308" y="162"/>
                      <a:pt x="308" y="162"/>
                      <a:pt x="308" y="162"/>
                    </a:cubicBezTo>
                    <a:cubicBezTo>
                      <a:pt x="268" y="169"/>
                      <a:pt x="268" y="169"/>
                      <a:pt x="268" y="169"/>
                    </a:cubicBezTo>
                    <a:cubicBezTo>
                      <a:pt x="268" y="169"/>
                      <a:pt x="268" y="169"/>
                      <a:pt x="268" y="169"/>
                    </a:cubicBezTo>
                    <a:cubicBezTo>
                      <a:pt x="267" y="169"/>
                      <a:pt x="267" y="169"/>
                      <a:pt x="267" y="169"/>
                    </a:cubicBezTo>
                    <a:cubicBezTo>
                      <a:pt x="267" y="169"/>
                      <a:pt x="267" y="169"/>
                      <a:pt x="267" y="169"/>
                    </a:cubicBezTo>
                    <a:cubicBezTo>
                      <a:pt x="255" y="156"/>
                      <a:pt x="255" y="156"/>
                      <a:pt x="255" y="156"/>
                    </a:cubicBezTo>
                    <a:cubicBezTo>
                      <a:pt x="259" y="153"/>
                      <a:pt x="259" y="153"/>
                      <a:pt x="259" y="153"/>
                    </a:cubicBezTo>
                    <a:cubicBezTo>
                      <a:pt x="254" y="147"/>
                      <a:pt x="254" y="147"/>
                      <a:pt x="254" y="147"/>
                    </a:cubicBezTo>
                    <a:cubicBezTo>
                      <a:pt x="249" y="143"/>
                      <a:pt x="249" y="143"/>
                      <a:pt x="249" y="143"/>
                    </a:cubicBezTo>
                    <a:cubicBezTo>
                      <a:pt x="248" y="142"/>
                      <a:pt x="248" y="142"/>
                      <a:pt x="248" y="142"/>
                    </a:cubicBezTo>
                    <a:cubicBezTo>
                      <a:pt x="248" y="142"/>
                      <a:pt x="248" y="142"/>
                      <a:pt x="248" y="142"/>
                    </a:cubicBezTo>
                    <a:cubicBezTo>
                      <a:pt x="248" y="142"/>
                      <a:pt x="248" y="142"/>
                      <a:pt x="248" y="142"/>
                    </a:cubicBezTo>
                    <a:cubicBezTo>
                      <a:pt x="248" y="141"/>
                      <a:pt x="248" y="141"/>
                      <a:pt x="248" y="141"/>
                    </a:cubicBezTo>
                    <a:cubicBezTo>
                      <a:pt x="246" y="131"/>
                      <a:pt x="246" y="131"/>
                      <a:pt x="246" y="131"/>
                    </a:cubicBezTo>
                    <a:cubicBezTo>
                      <a:pt x="235" y="131"/>
                      <a:pt x="235" y="131"/>
                      <a:pt x="235" y="131"/>
                    </a:cubicBezTo>
                    <a:cubicBezTo>
                      <a:pt x="235" y="131"/>
                      <a:pt x="235" y="131"/>
                      <a:pt x="235" y="131"/>
                    </a:cubicBezTo>
                    <a:cubicBezTo>
                      <a:pt x="226" y="125"/>
                      <a:pt x="226" y="125"/>
                      <a:pt x="226" y="125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68" y="119"/>
                      <a:pt x="168" y="119"/>
                      <a:pt x="168" y="119"/>
                    </a:cubicBezTo>
                    <a:cubicBezTo>
                      <a:pt x="167" y="119"/>
                      <a:pt x="167" y="119"/>
                      <a:pt x="167" y="119"/>
                    </a:cubicBezTo>
                    <a:cubicBezTo>
                      <a:pt x="166" y="119"/>
                      <a:pt x="165" y="119"/>
                      <a:pt x="165" y="118"/>
                    </a:cubicBezTo>
                    <a:cubicBezTo>
                      <a:pt x="149" y="84"/>
                      <a:pt x="149" y="84"/>
                      <a:pt x="149" y="84"/>
                    </a:cubicBezTo>
                    <a:cubicBezTo>
                      <a:pt x="148" y="81"/>
                      <a:pt x="141" y="72"/>
                      <a:pt x="129" y="57"/>
                    </a:cubicBezTo>
                    <a:cubicBezTo>
                      <a:pt x="117" y="42"/>
                      <a:pt x="110" y="34"/>
                      <a:pt x="108" y="33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2" y="9"/>
                      <a:pt x="82" y="9"/>
                      <a:pt x="82" y="9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0" y="5"/>
                      <a:pt x="46" y="3"/>
                      <a:pt x="40" y="2"/>
                    </a:cubicBezTo>
                    <a:cubicBezTo>
                      <a:pt x="35" y="0"/>
                      <a:pt x="23" y="4"/>
                      <a:pt x="4" y="14"/>
                    </a:cubicBezTo>
                    <a:cubicBezTo>
                      <a:pt x="3" y="15"/>
                      <a:pt x="3" y="15"/>
                      <a:pt x="3" y="15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33"/>
                      <a:pt x="0" y="33"/>
                      <a:pt x="0" y="33"/>
                    </a:cubicBezTo>
                    <a:cubicBezTo>
                      <a:pt x="0" y="36"/>
                      <a:pt x="1" y="40"/>
                      <a:pt x="2" y="43"/>
                    </a:cubicBezTo>
                    <a:cubicBezTo>
                      <a:pt x="5" y="45"/>
                      <a:pt x="5" y="45"/>
                      <a:pt x="5" y="45"/>
                    </a:cubicBezTo>
                    <a:cubicBezTo>
                      <a:pt x="11" y="45"/>
                      <a:pt x="11" y="45"/>
                      <a:pt x="11" y="45"/>
                    </a:cubicBezTo>
                    <a:cubicBezTo>
                      <a:pt x="16" y="46"/>
                      <a:pt x="16" y="46"/>
                      <a:pt x="16" y="46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41"/>
                      <a:pt x="19" y="38"/>
                      <a:pt x="21" y="37"/>
                    </a:cubicBezTo>
                    <a:cubicBezTo>
                      <a:pt x="25" y="37"/>
                      <a:pt x="25" y="37"/>
                      <a:pt x="25" y="37"/>
                    </a:cubicBezTo>
                    <a:cubicBezTo>
                      <a:pt x="39" y="41"/>
                      <a:pt x="39" y="41"/>
                      <a:pt x="39" y="41"/>
                    </a:cubicBezTo>
                    <a:cubicBezTo>
                      <a:pt x="42" y="42"/>
                      <a:pt x="42" y="42"/>
                      <a:pt x="42" y="42"/>
                    </a:cubicBezTo>
                    <a:cubicBezTo>
                      <a:pt x="37" y="49"/>
                      <a:pt x="37" y="49"/>
                      <a:pt x="37" y="49"/>
                    </a:cubicBezTo>
                    <a:cubicBezTo>
                      <a:pt x="37" y="59"/>
                      <a:pt x="37" y="59"/>
                      <a:pt x="37" y="59"/>
                    </a:cubicBezTo>
                    <a:cubicBezTo>
                      <a:pt x="37" y="61"/>
                      <a:pt x="41" y="65"/>
                      <a:pt x="48" y="72"/>
                    </a:cubicBezTo>
                    <a:cubicBezTo>
                      <a:pt x="53" y="75"/>
                      <a:pt x="55" y="77"/>
                      <a:pt x="58" y="77"/>
                    </a:cubicBezTo>
                    <a:cubicBezTo>
                      <a:pt x="60" y="77"/>
                      <a:pt x="60" y="77"/>
                      <a:pt x="60" y="77"/>
                    </a:cubicBezTo>
                    <a:cubicBezTo>
                      <a:pt x="62" y="76"/>
                      <a:pt x="62" y="76"/>
                      <a:pt x="62" y="76"/>
                    </a:cubicBezTo>
                    <a:cubicBezTo>
                      <a:pt x="69" y="69"/>
                      <a:pt x="69" y="69"/>
                      <a:pt x="69" y="69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74" y="66"/>
                      <a:pt x="74" y="66"/>
                      <a:pt x="74" y="66"/>
                    </a:cubicBezTo>
                    <a:cubicBezTo>
                      <a:pt x="85" y="64"/>
                      <a:pt x="85" y="64"/>
                      <a:pt x="85" y="64"/>
                    </a:cubicBezTo>
                    <a:cubicBezTo>
                      <a:pt x="88" y="57"/>
                      <a:pt x="88" y="57"/>
                      <a:pt x="88" y="57"/>
                    </a:cubicBezTo>
                    <a:cubicBezTo>
                      <a:pt x="97" y="52"/>
                      <a:pt x="97" y="52"/>
                      <a:pt x="97" y="52"/>
                    </a:cubicBezTo>
                    <a:cubicBezTo>
                      <a:pt x="106" y="57"/>
                      <a:pt x="106" y="57"/>
                      <a:pt x="106" y="57"/>
                    </a:cubicBezTo>
                    <a:cubicBezTo>
                      <a:pt x="106" y="57"/>
                      <a:pt x="106" y="57"/>
                      <a:pt x="106" y="57"/>
                    </a:cubicBezTo>
                    <a:cubicBezTo>
                      <a:pt x="107" y="57"/>
                      <a:pt x="107" y="57"/>
                      <a:pt x="107" y="57"/>
                    </a:cubicBezTo>
                    <a:cubicBezTo>
                      <a:pt x="115" y="71"/>
                      <a:pt x="115" y="71"/>
                      <a:pt x="115" y="71"/>
                    </a:cubicBezTo>
                    <a:cubicBezTo>
                      <a:pt x="118" y="80"/>
                      <a:pt x="118" y="80"/>
                      <a:pt x="118" y="80"/>
                    </a:cubicBezTo>
                    <a:cubicBezTo>
                      <a:pt x="118" y="81"/>
                      <a:pt x="118" y="81"/>
                      <a:pt x="118" y="81"/>
                    </a:cubicBezTo>
                    <a:cubicBezTo>
                      <a:pt x="116" y="93"/>
                      <a:pt x="116" y="93"/>
                      <a:pt x="116" y="93"/>
                    </a:cubicBezTo>
                    <a:cubicBezTo>
                      <a:pt x="119" y="100"/>
                      <a:pt x="119" y="100"/>
                      <a:pt x="119" y="100"/>
                    </a:cubicBezTo>
                    <a:cubicBezTo>
                      <a:pt x="119" y="101"/>
                      <a:pt x="119" y="101"/>
                      <a:pt x="119" y="101"/>
                    </a:cubicBezTo>
                    <a:cubicBezTo>
                      <a:pt x="117" y="110"/>
                      <a:pt x="117" y="110"/>
                      <a:pt x="117" y="110"/>
                    </a:cubicBezTo>
                    <a:cubicBezTo>
                      <a:pt x="117" y="118"/>
                      <a:pt x="117" y="118"/>
                      <a:pt x="117" y="118"/>
                    </a:cubicBezTo>
                    <a:cubicBezTo>
                      <a:pt x="119" y="125"/>
                      <a:pt x="121" y="130"/>
                      <a:pt x="121" y="131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0" y="138"/>
                      <a:pt x="120" y="138"/>
                      <a:pt x="120" y="138"/>
                    </a:cubicBezTo>
                    <a:cubicBezTo>
                      <a:pt x="120" y="139"/>
                      <a:pt x="120" y="139"/>
                      <a:pt x="120" y="139"/>
                    </a:cubicBezTo>
                    <a:cubicBezTo>
                      <a:pt x="116" y="144"/>
                      <a:pt x="116" y="144"/>
                      <a:pt x="116" y="144"/>
                    </a:cubicBezTo>
                    <a:cubicBezTo>
                      <a:pt x="116" y="145"/>
                      <a:pt x="116" y="145"/>
                      <a:pt x="116" y="145"/>
                    </a:cubicBezTo>
                    <a:cubicBezTo>
                      <a:pt x="116" y="145"/>
                      <a:pt x="116" y="145"/>
                      <a:pt x="116" y="145"/>
                    </a:cubicBezTo>
                    <a:cubicBezTo>
                      <a:pt x="116" y="145"/>
                      <a:pt x="116" y="145"/>
                      <a:pt x="116" y="145"/>
                    </a:cubicBezTo>
                    <a:cubicBezTo>
                      <a:pt x="112" y="149"/>
                      <a:pt x="112" y="149"/>
                      <a:pt x="112" y="149"/>
                    </a:cubicBezTo>
                    <a:cubicBezTo>
                      <a:pt x="111" y="158"/>
                      <a:pt x="111" y="158"/>
                      <a:pt x="111" y="158"/>
                    </a:cubicBezTo>
                    <a:cubicBezTo>
                      <a:pt x="114" y="167"/>
                      <a:pt x="114" y="167"/>
                      <a:pt x="114" y="167"/>
                    </a:cubicBezTo>
                    <a:cubicBezTo>
                      <a:pt x="114" y="167"/>
                      <a:pt x="114" y="167"/>
                      <a:pt x="114" y="167"/>
                    </a:cubicBezTo>
                    <a:cubicBezTo>
                      <a:pt x="114" y="168"/>
                      <a:pt x="114" y="168"/>
                      <a:pt x="114" y="168"/>
                    </a:cubicBezTo>
                    <a:cubicBezTo>
                      <a:pt x="114" y="168"/>
                      <a:pt x="114" y="168"/>
                      <a:pt x="114" y="168"/>
                    </a:cubicBezTo>
                    <a:cubicBezTo>
                      <a:pt x="114" y="168"/>
                      <a:pt x="114" y="168"/>
                      <a:pt x="114" y="168"/>
                    </a:cubicBezTo>
                    <a:cubicBezTo>
                      <a:pt x="111" y="182"/>
                      <a:pt x="111" y="182"/>
                      <a:pt x="111" y="182"/>
                    </a:cubicBezTo>
                    <a:cubicBezTo>
                      <a:pt x="109" y="184"/>
                      <a:pt x="109" y="184"/>
                      <a:pt x="109" y="184"/>
                    </a:cubicBezTo>
                    <a:cubicBezTo>
                      <a:pt x="108" y="185"/>
                      <a:pt x="106" y="185"/>
                      <a:pt x="103" y="184"/>
                    </a:cubicBezTo>
                    <a:cubicBezTo>
                      <a:pt x="103" y="184"/>
                      <a:pt x="103" y="184"/>
                      <a:pt x="103" y="184"/>
                    </a:cubicBezTo>
                    <a:cubicBezTo>
                      <a:pt x="99" y="180"/>
                      <a:pt x="99" y="180"/>
                      <a:pt x="99" y="180"/>
                    </a:cubicBezTo>
                    <a:cubicBezTo>
                      <a:pt x="95" y="181"/>
                      <a:pt x="95" y="181"/>
                      <a:pt x="95" y="181"/>
                    </a:cubicBezTo>
                    <a:cubicBezTo>
                      <a:pt x="90" y="187"/>
                      <a:pt x="90" y="187"/>
                      <a:pt x="90" y="187"/>
                    </a:cubicBezTo>
                    <a:cubicBezTo>
                      <a:pt x="84" y="203"/>
                      <a:pt x="84" y="203"/>
                      <a:pt x="84" y="203"/>
                    </a:cubicBezTo>
                    <a:cubicBezTo>
                      <a:pt x="84" y="204"/>
                      <a:pt x="84" y="204"/>
                      <a:pt x="84" y="204"/>
                    </a:cubicBezTo>
                    <a:cubicBezTo>
                      <a:pt x="84" y="204"/>
                      <a:pt x="84" y="204"/>
                      <a:pt x="84" y="204"/>
                    </a:cubicBezTo>
                    <a:cubicBezTo>
                      <a:pt x="78" y="209"/>
                      <a:pt x="78" y="209"/>
                      <a:pt x="78" y="209"/>
                    </a:cubicBezTo>
                    <a:cubicBezTo>
                      <a:pt x="77" y="209"/>
                      <a:pt x="77" y="209"/>
                      <a:pt x="77" y="209"/>
                    </a:cubicBezTo>
                    <a:cubicBezTo>
                      <a:pt x="74" y="209"/>
                      <a:pt x="74" y="209"/>
                      <a:pt x="74" y="209"/>
                    </a:cubicBezTo>
                    <a:cubicBezTo>
                      <a:pt x="68" y="219"/>
                      <a:pt x="68" y="219"/>
                      <a:pt x="68" y="219"/>
                    </a:cubicBezTo>
                    <a:cubicBezTo>
                      <a:pt x="71" y="225"/>
                      <a:pt x="71" y="225"/>
                      <a:pt x="71" y="225"/>
                    </a:cubicBezTo>
                    <a:cubicBezTo>
                      <a:pt x="72" y="225"/>
                      <a:pt x="72" y="225"/>
                      <a:pt x="72" y="225"/>
                    </a:cubicBezTo>
                    <a:cubicBezTo>
                      <a:pt x="80" y="235"/>
                      <a:pt x="80" y="235"/>
                      <a:pt x="80" y="235"/>
                    </a:cubicBezTo>
                    <a:cubicBezTo>
                      <a:pt x="80" y="236"/>
                      <a:pt x="80" y="236"/>
                      <a:pt x="80" y="236"/>
                    </a:cubicBezTo>
                    <a:cubicBezTo>
                      <a:pt x="80" y="239"/>
                      <a:pt x="80" y="239"/>
                      <a:pt x="80" y="239"/>
                    </a:cubicBezTo>
                    <a:cubicBezTo>
                      <a:pt x="89" y="240"/>
                      <a:pt x="89" y="240"/>
                      <a:pt x="89" y="240"/>
                    </a:cubicBezTo>
                    <a:cubicBezTo>
                      <a:pt x="90" y="248"/>
                      <a:pt x="90" y="248"/>
                      <a:pt x="90" y="248"/>
                    </a:cubicBezTo>
                    <a:cubicBezTo>
                      <a:pt x="90" y="249"/>
                      <a:pt x="90" y="249"/>
                      <a:pt x="90" y="249"/>
                    </a:cubicBezTo>
                    <a:cubicBezTo>
                      <a:pt x="91" y="258"/>
                      <a:pt x="91" y="258"/>
                      <a:pt x="91" y="258"/>
                    </a:cubicBezTo>
                    <a:cubicBezTo>
                      <a:pt x="94" y="260"/>
                      <a:pt x="94" y="260"/>
                      <a:pt x="94" y="260"/>
                    </a:cubicBezTo>
                    <a:cubicBezTo>
                      <a:pt x="102" y="258"/>
                      <a:pt x="102" y="258"/>
                      <a:pt x="102" y="258"/>
                    </a:cubicBezTo>
                    <a:cubicBezTo>
                      <a:pt x="109" y="253"/>
                      <a:pt x="109" y="253"/>
                      <a:pt x="109" y="253"/>
                    </a:cubicBezTo>
                    <a:cubicBezTo>
                      <a:pt x="111" y="253"/>
                      <a:pt x="111" y="253"/>
                      <a:pt x="111" y="253"/>
                    </a:cubicBezTo>
                    <a:cubicBezTo>
                      <a:pt x="113" y="266"/>
                      <a:pt x="113" y="266"/>
                      <a:pt x="113" y="266"/>
                    </a:cubicBezTo>
                    <a:cubicBezTo>
                      <a:pt x="117" y="271"/>
                      <a:pt x="117" y="271"/>
                      <a:pt x="117" y="271"/>
                    </a:cubicBezTo>
                    <a:cubicBezTo>
                      <a:pt x="118" y="272"/>
                      <a:pt x="118" y="272"/>
                      <a:pt x="118" y="272"/>
                    </a:cubicBezTo>
                    <a:cubicBezTo>
                      <a:pt x="121" y="277"/>
                      <a:pt x="121" y="277"/>
                      <a:pt x="121" y="277"/>
                    </a:cubicBezTo>
                    <a:cubicBezTo>
                      <a:pt x="127" y="282"/>
                      <a:pt x="127" y="282"/>
                      <a:pt x="127" y="282"/>
                    </a:cubicBezTo>
                    <a:cubicBezTo>
                      <a:pt x="127" y="283"/>
                      <a:pt x="129" y="283"/>
                      <a:pt x="131" y="283"/>
                    </a:cubicBezTo>
                    <a:cubicBezTo>
                      <a:pt x="133" y="284"/>
                      <a:pt x="133" y="284"/>
                      <a:pt x="133" y="284"/>
                    </a:cubicBezTo>
                    <a:cubicBezTo>
                      <a:pt x="137" y="282"/>
                      <a:pt x="137" y="282"/>
                      <a:pt x="137" y="282"/>
                    </a:cubicBezTo>
                    <a:cubicBezTo>
                      <a:pt x="140" y="281"/>
                      <a:pt x="143" y="280"/>
                      <a:pt x="146" y="279"/>
                    </a:cubicBezTo>
                    <a:cubicBezTo>
                      <a:pt x="148" y="278"/>
                      <a:pt x="148" y="278"/>
                      <a:pt x="148" y="278"/>
                    </a:cubicBezTo>
                    <a:cubicBezTo>
                      <a:pt x="154" y="278"/>
                      <a:pt x="154" y="278"/>
                      <a:pt x="154" y="278"/>
                    </a:cubicBezTo>
                    <a:cubicBezTo>
                      <a:pt x="156" y="278"/>
                      <a:pt x="157" y="278"/>
                      <a:pt x="158" y="279"/>
                    </a:cubicBezTo>
                    <a:cubicBezTo>
                      <a:pt x="166" y="274"/>
                      <a:pt x="166" y="274"/>
                      <a:pt x="166" y="274"/>
                    </a:cubicBezTo>
                    <a:cubicBezTo>
                      <a:pt x="167" y="274"/>
                      <a:pt x="167" y="274"/>
                      <a:pt x="167" y="274"/>
                    </a:cubicBezTo>
                    <a:cubicBezTo>
                      <a:pt x="167" y="275"/>
                      <a:pt x="167" y="275"/>
                      <a:pt x="167" y="275"/>
                    </a:cubicBezTo>
                    <a:cubicBezTo>
                      <a:pt x="168" y="274"/>
                      <a:pt x="168" y="274"/>
                      <a:pt x="168" y="274"/>
                    </a:cubicBezTo>
                    <a:cubicBezTo>
                      <a:pt x="169" y="275"/>
                      <a:pt x="169" y="275"/>
                      <a:pt x="169" y="275"/>
                    </a:cubicBezTo>
                    <a:cubicBezTo>
                      <a:pt x="172" y="279"/>
                      <a:pt x="173" y="282"/>
                      <a:pt x="173" y="283"/>
                    </a:cubicBezTo>
                    <a:cubicBezTo>
                      <a:pt x="177" y="289"/>
                      <a:pt x="177" y="289"/>
                      <a:pt x="177" y="289"/>
                    </a:cubicBezTo>
                    <a:cubicBezTo>
                      <a:pt x="180" y="290"/>
                      <a:pt x="180" y="290"/>
                      <a:pt x="180" y="290"/>
                    </a:cubicBezTo>
                    <a:cubicBezTo>
                      <a:pt x="180" y="290"/>
                      <a:pt x="180" y="290"/>
                      <a:pt x="180" y="290"/>
                    </a:cubicBezTo>
                    <a:cubicBezTo>
                      <a:pt x="181" y="290"/>
                      <a:pt x="181" y="290"/>
                      <a:pt x="181" y="290"/>
                    </a:cubicBezTo>
                    <a:cubicBezTo>
                      <a:pt x="180" y="289"/>
                      <a:pt x="180" y="289"/>
                      <a:pt x="180" y="289"/>
                    </a:cubicBezTo>
                    <a:cubicBezTo>
                      <a:pt x="179" y="287"/>
                      <a:pt x="179" y="286"/>
                      <a:pt x="180" y="285"/>
                    </a:cubicBezTo>
                    <a:cubicBezTo>
                      <a:pt x="181" y="284"/>
                      <a:pt x="182" y="283"/>
                      <a:pt x="185" y="283"/>
                    </a:cubicBezTo>
                    <a:cubicBezTo>
                      <a:pt x="199" y="283"/>
                      <a:pt x="199" y="283"/>
                      <a:pt x="199" y="283"/>
                    </a:cubicBezTo>
                    <a:cubicBezTo>
                      <a:pt x="200" y="283"/>
                      <a:pt x="200" y="283"/>
                      <a:pt x="200" y="283"/>
                    </a:cubicBezTo>
                    <a:cubicBezTo>
                      <a:pt x="201" y="283"/>
                      <a:pt x="201" y="283"/>
                      <a:pt x="201" y="283"/>
                    </a:cubicBezTo>
                    <a:cubicBezTo>
                      <a:pt x="201" y="283"/>
                      <a:pt x="201" y="283"/>
                      <a:pt x="201" y="283"/>
                    </a:cubicBezTo>
                    <a:cubicBezTo>
                      <a:pt x="201" y="283"/>
                      <a:pt x="201" y="283"/>
                      <a:pt x="201" y="283"/>
                    </a:cubicBezTo>
                    <a:cubicBezTo>
                      <a:pt x="206" y="292"/>
                      <a:pt x="206" y="292"/>
                      <a:pt x="206" y="292"/>
                    </a:cubicBezTo>
                    <a:cubicBezTo>
                      <a:pt x="205" y="296"/>
                      <a:pt x="205" y="296"/>
                      <a:pt x="205" y="296"/>
                    </a:cubicBezTo>
                    <a:cubicBezTo>
                      <a:pt x="205" y="296"/>
                      <a:pt x="205" y="296"/>
                      <a:pt x="205" y="296"/>
                    </a:cubicBezTo>
                    <a:cubicBezTo>
                      <a:pt x="211" y="297"/>
                      <a:pt x="211" y="297"/>
                      <a:pt x="211" y="297"/>
                    </a:cubicBezTo>
                    <a:cubicBezTo>
                      <a:pt x="211" y="297"/>
                      <a:pt x="211" y="297"/>
                      <a:pt x="211" y="297"/>
                    </a:cubicBezTo>
                    <a:cubicBezTo>
                      <a:pt x="211" y="296"/>
                      <a:pt x="211" y="295"/>
                      <a:pt x="211" y="295"/>
                    </a:cubicBezTo>
                    <a:cubicBezTo>
                      <a:pt x="213" y="294"/>
                      <a:pt x="213" y="294"/>
                      <a:pt x="213" y="294"/>
                    </a:cubicBezTo>
                    <a:cubicBezTo>
                      <a:pt x="227" y="303"/>
                      <a:pt x="227" y="303"/>
                      <a:pt x="227" y="303"/>
                    </a:cubicBezTo>
                    <a:cubicBezTo>
                      <a:pt x="228" y="305"/>
                      <a:pt x="229" y="306"/>
                      <a:pt x="229" y="308"/>
                    </a:cubicBezTo>
                    <a:cubicBezTo>
                      <a:pt x="229" y="314"/>
                      <a:pt x="229" y="314"/>
                      <a:pt x="229" y="314"/>
                    </a:cubicBezTo>
                    <a:cubicBezTo>
                      <a:pt x="234" y="315"/>
                      <a:pt x="234" y="315"/>
                      <a:pt x="234" y="315"/>
                    </a:cubicBezTo>
                    <a:cubicBezTo>
                      <a:pt x="237" y="310"/>
                      <a:pt x="237" y="310"/>
                      <a:pt x="237" y="310"/>
                    </a:cubicBezTo>
                    <a:cubicBezTo>
                      <a:pt x="235" y="307"/>
                      <a:pt x="235" y="305"/>
                      <a:pt x="235" y="303"/>
                    </a:cubicBezTo>
                    <a:cubicBezTo>
                      <a:pt x="235" y="302"/>
                      <a:pt x="236" y="301"/>
                      <a:pt x="237" y="300"/>
                    </a:cubicBezTo>
                    <a:cubicBezTo>
                      <a:pt x="239" y="299"/>
                      <a:pt x="239" y="299"/>
                      <a:pt x="239" y="299"/>
                    </a:cubicBezTo>
                    <a:cubicBezTo>
                      <a:pt x="239" y="298"/>
                      <a:pt x="239" y="297"/>
                      <a:pt x="240" y="297"/>
                    </a:cubicBezTo>
                    <a:cubicBezTo>
                      <a:pt x="243" y="297"/>
                      <a:pt x="243" y="297"/>
                      <a:pt x="243" y="297"/>
                    </a:cubicBezTo>
                    <a:cubicBezTo>
                      <a:pt x="245" y="299"/>
                      <a:pt x="247" y="303"/>
                      <a:pt x="248" y="309"/>
                    </a:cubicBezTo>
                    <a:cubicBezTo>
                      <a:pt x="248" y="310"/>
                      <a:pt x="248" y="310"/>
                      <a:pt x="248" y="310"/>
                    </a:cubicBezTo>
                    <a:cubicBezTo>
                      <a:pt x="249" y="311"/>
                      <a:pt x="249" y="311"/>
                      <a:pt x="249" y="311"/>
                    </a:cubicBezTo>
                    <a:cubicBezTo>
                      <a:pt x="249" y="312"/>
                      <a:pt x="251" y="313"/>
                      <a:pt x="255" y="315"/>
                    </a:cubicBezTo>
                    <a:cubicBezTo>
                      <a:pt x="255" y="315"/>
                      <a:pt x="255" y="315"/>
                      <a:pt x="255" y="315"/>
                    </a:cubicBezTo>
                    <a:cubicBezTo>
                      <a:pt x="256" y="315"/>
                      <a:pt x="256" y="315"/>
                      <a:pt x="256" y="315"/>
                    </a:cubicBezTo>
                    <a:cubicBezTo>
                      <a:pt x="269" y="328"/>
                      <a:pt x="269" y="328"/>
                      <a:pt x="269" y="328"/>
                    </a:cubicBezTo>
                    <a:cubicBezTo>
                      <a:pt x="269" y="328"/>
                      <a:pt x="269" y="328"/>
                      <a:pt x="269" y="328"/>
                    </a:cubicBezTo>
                    <a:cubicBezTo>
                      <a:pt x="275" y="326"/>
                      <a:pt x="275" y="326"/>
                      <a:pt x="275" y="326"/>
                    </a:cubicBezTo>
                    <a:cubicBezTo>
                      <a:pt x="274" y="324"/>
                      <a:pt x="274" y="324"/>
                      <a:pt x="274" y="324"/>
                    </a:cubicBezTo>
                    <a:cubicBezTo>
                      <a:pt x="272" y="322"/>
                      <a:pt x="272" y="320"/>
                      <a:pt x="272" y="319"/>
                    </a:cubicBezTo>
                    <a:cubicBezTo>
                      <a:pt x="272" y="316"/>
                      <a:pt x="274" y="313"/>
                      <a:pt x="278" y="311"/>
                    </a:cubicBezTo>
                    <a:cubicBezTo>
                      <a:pt x="285" y="305"/>
                      <a:pt x="285" y="305"/>
                      <a:pt x="285" y="305"/>
                    </a:cubicBezTo>
                    <a:cubicBezTo>
                      <a:pt x="293" y="310"/>
                      <a:pt x="293" y="310"/>
                      <a:pt x="293" y="310"/>
                    </a:cubicBezTo>
                    <a:cubicBezTo>
                      <a:pt x="294" y="310"/>
                      <a:pt x="294" y="310"/>
                      <a:pt x="294" y="310"/>
                    </a:cubicBezTo>
                    <a:cubicBezTo>
                      <a:pt x="296" y="301"/>
                      <a:pt x="296" y="301"/>
                      <a:pt x="296" y="301"/>
                    </a:cubicBezTo>
                    <a:cubicBezTo>
                      <a:pt x="296" y="300"/>
                      <a:pt x="296" y="300"/>
                      <a:pt x="296" y="300"/>
                    </a:cubicBezTo>
                    <a:cubicBezTo>
                      <a:pt x="297" y="299"/>
                      <a:pt x="297" y="299"/>
                      <a:pt x="297" y="299"/>
                    </a:cubicBezTo>
                    <a:cubicBezTo>
                      <a:pt x="304" y="300"/>
                      <a:pt x="304" y="300"/>
                      <a:pt x="304" y="300"/>
                    </a:cubicBezTo>
                    <a:cubicBezTo>
                      <a:pt x="305" y="301"/>
                      <a:pt x="306" y="303"/>
                      <a:pt x="306" y="305"/>
                    </a:cubicBezTo>
                    <a:cubicBezTo>
                      <a:pt x="306" y="306"/>
                      <a:pt x="305" y="308"/>
                      <a:pt x="303" y="310"/>
                    </a:cubicBezTo>
                    <a:cubicBezTo>
                      <a:pt x="305" y="311"/>
                      <a:pt x="305" y="311"/>
                      <a:pt x="305" y="311"/>
                    </a:cubicBezTo>
                    <a:cubicBezTo>
                      <a:pt x="309" y="313"/>
                      <a:pt x="312" y="314"/>
                      <a:pt x="314" y="315"/>
                    </a:cubicBezTo>
                    <a:cubicBezTo>
                      <a:pt x="315" y="315"/>
                      <a:pt x="315" y="315"/>
                      <a:pt x="315" y="315"/>
                    </a:cubicBezTo>
                    <a:cubicBezTo>
                      <a:pt x="315" y="315"/>
                      <a:pt x="315" y="315"/>
                      <a:pt x="315" y="315"/>
                    </a:cubicBezTo>
                    <a:cubicBezTo>
                      <a:pt x="320" y="317"/>
                      <a:pt x="320" y="317"/>
                      <a:pt x="320" y="317"/>
                    </a:cubicBezTo>
                    <a:cubicBezTo>
                      <a:pt x="324" y="317"/>
                      <a:pt x="324" y="317"/>
                      <a:pt x="324" y="317"/>
                    </a:cubicBezTo>
                    <a:cubicBezTo>
                      <a:pt x="318" y="288"/>
                      <a:pt x="318" y="288"/>
                      <a:pt x="318" y="288"/>
                    </a:cubicBezTo>
                    <a:cubicBezTo>
                      <a:pt x="314" y="285"/>
                      <a:pt x="310" y="281"/>
                      <a:pt x="307" y="275"/>
                    </a:cubicBezTo>
                    <a:cubicBezTo>
                      <a:pt x="304" y="270"/>
                      <a:pt x="305" y="263"/>
                      <a:pt x="312" y="255"/>
                    </a:cubicBezTo>
                    <a:cubicBezTo>
                      <a:pt x="315" y="251"/>
                      <a:pt x="320" y="247"/>
                      <a:pt x="325" y="243"/>
                    </a:cubicBezTo>
                    <a:cubicBezTo>
                      <a:pt x="325" y="243"/>
                      <a:pt x="325" y="243"/>
                      <a:pt x="325" y="243"/>
                    </a:cubicBezTo>
                    <a:cubicBezTo>
                      <a:pt x="325" y="243"/>
                      <a:pt x="325" y="243"/>
                      <a:pt x="325" y="243"/>
                    </a:cubicBezTo>
                    <a:cubicBezTo>
                      <a:pt x="331" y="243"/>
                      <a:pt x="331" y="243"/>
                      <a:pt x="331" y="243"/>
                    </a:cubicBezTo>
                    <a:cubicBezTo>
                      <a:pt x="331" y="243"/>
                      <a:pt x="331" y="243"/>
                      <a:pt x="331" y="243"/>
                    </a:cubicBezTo>
                    <a:cubicBezTo>
                      <a:pt x="336" y="245"/>
                      <a:pt x="336" y="245"/>
                      <a:pt x="336" y="245"/>
                    </a:cubicBezTo>
                    <a:cubicBezTo>
                      <a:pt x="346" y="245"/>
                      <a:pt x="346" y="245"/>
                      <a:pt x="346" y="245"/>
                    </a:cubicBezTo>
                    <a:cubicBezTo>
                      <a:pt x="350" y="243"/>
                      <a:pt x="353" y="237"/>
                      <a:pt x="357" y="228"/>
                    </a:cubicBezTo>
                    <a:cubicBezTo>
                      <a:pt x="360" y="222"/>
                      <a:pt x="360" y="211"/>
                      <a:pt x="358" y="1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iş1ïḓè"/>
              <p:cNvSpPr/>
              <p:nvPr/>
            </p:nvSpPr>
            <p:spPr bwMode="auto">
              <a:xfrm>
                <a:off x="3788" y="1953"/>
                <a:ext cx="513" cy="322"/>
              </a:xfrm>
              <a:custGeom>
                <a:avLst/>
                <a:gdLst>
                  <a:gd name="T0" fmla="*/ 198 w 217"/>
                  <a:gd name="T1" fmla="*/ 4 h 136"/>
                  <a:gd name="T2" fmla="*/ 179 w 217"/>
                  <a:gd name="T3" fmla="*/ 6 h 136"/>
                  <a:gd name="T4" fmla="*/ 135 w 217"/>
                  <a:gd name="T5" fmla="*/ 21 h 136"/>
                  <a:gd name="T6" fmla="*/ 136 w 217"/>
                  <a:gd name="T7" fmla="*/ 30 h 136"/>
                  <a:gd name="T8" fmla="*/ 106 w 217"/>
                  <a:gd name="T9" fmla="*/ 26 h 136"/>
                  <a:gd name="T10" fmla="*/ 84 w 217"/>
                  <a:gd name="T11" fmla="*/ 0 h 136"/>
                  <a:gd name="T12" fmla="*/ 75 w 217"/>
                  <a:gd name="T13" fmla="*/ 10 h 136"/>
                  <a:gd name="T14" fmla="*/ 64 w 217"/>
                  <a:gd name="T15" fmla="*/ 4 h 136"/>
                  <a:gd name="T16" fmla="*/ 59 w 217"/>
                  <a:gd name="T17" fmla="*/ 10 h 136"/>
                  <a:gd name="T18" fmla="*/ 51 w 217"/>
                  <a:gd name="T19" fmla="*/ 12 h 136"/>
                  <a:gd name="T20" fmla="*/ 6 w 217"/>
                  <a:gd name="T21" fmla="*/ 64 h 136"/>
                  <a:gd name="T22" fmla="*/ 11 w 217"/>
                  <a:gd name="T23" fmla="*/ 76 h 136"/>
                  <a:gd name="T24" fmla="*/ 10 w 217"/>
                  <a:gd name="T25" fmla="*/ 76 h 136"/>
                  <a:gd name="T26" fmla="*/ 17 w 217"/>
                  <a:gd name="T27" fmla="*/ 103 h 136"/>
                  <a:gd name="T28" fmla="*/ 0 w 217"/>
                  <a:gd name="T29" fmla="*/ 114 h 136"/>
                  <a:gd name="T30" fmla="*/ 8 w 217"/>
                  <a:gd name="T31" fmla="*/ 122 h 136"/>
                  <a:gd name="T32" fmla="*/ 9 w 217"/>
                  <a:gd name="T33" fmla="*/ 124 h 136"/>
                  <a:gd name="T34" fmla="*/ 32 w 217"/>
                  <a:gd name="T35" fmla="*/ 136 h 136"/>
                  <a:gd name="T36" fmla="*/ 42 w 217"/>
                  <a:gd name="T37" fmla="*/ 126 h 136"/>
                  <a:gd name="T38" fmla="*/ 57 w 217"/>
                  <a:gd name="T39" fmla="*/ 119 h 136"/>
                  <a:gd name="T40" fmla="*/ 59 w 217"/>
                  <a:gd name="T41" fmla="*/ 121 h 136"/>
                  <a:gd name="T42" fmla="*/ 59 w 217"/>
                  <a:gd name="T43" fmla="*/ 122 h 136"/>
                  <a:gd name="T44" fmla="*/ 74 w 217"/>
                  <a:gd name="T45" fmla="*/ 132 h 136"/>
                  <a:gd name="T46" fmla="*/ 92 w 217"/>
                  <a:gd name="T47" fmla="*/ 126 h 136"/>
                  <a:gd name="T48" fmla="*/ 106 w 217"/>
                  <a:gd name="T49" fmla="*/ 125 h 136"/>
                  <a:gd name="T50" fmla="*/ 108 w 217"/>
                  <a:gd name="T51" fmla="*/ 124 h 136"/>
                  <a:gd name="T52" fmla="*/ 119 w 217"/>
                  <a:gd name="T53" fmla="*/ 110 h 136"/>
                  <a:gd name="T54" fmla="*/ 125 w 217"/>
                  <a:gd name="T55" fmla="*/ 106 h 136"/>
                  <a:gd name="T56" fmla="*/ 126 w 217"/>
                  <a:gd name="T57" fmla="*/ 107 h 136"/>
                  <a:gd name="T58" fmla="*/ 129 w 217"/>
                  <a:gd name="T59" fmla="*/ 108 h 136"/>
                  <a:gd name="T60" fmla="*/ 134 w 217"/>
                  <a:gd name="T61" fmla="*/ 88 h 136"/>
                  <a:gd name="T62" fmla="*/ 140 w 217"/>
                  <a:gd name="T63" fmla="*/ 86 h 136"/>
                  <a:gd name="T64" fmla="*/ 148 w 217"/>
                  <a:gd name="T65" fmla="*/ 69 h 136"/>
                  <a:gd name="T66" fmla="*/ 151 w 217"/>
                  <a:gd name="T67" fmla="*/ 60 h 136"/>
                  <a:gd name="T68" fmla="*/ 161 w 217"/>
                  <a:gd name="T69" fmla="*/ 56 h 136"/>
                  <a:gd name="T70" fmla="*/ 161 w 217"/>
                  <a:gd name="T71" fmla="*/ 54 h 136"/>
                  <a:gd name="T72" fmla="*/ 169 w 217"/>
                  <a:gd name="T73" fmla="*/ 48 h 136"/>
                  <a:gd name="T74" fmla="*/ 164 w 217"/>
                  <a:gd name="T75" fmla="*/ 47 h 136"/>
                  <a:gd name="T76" fmla="*/ 164 w 217"/>
                  <a:gd name="T77" fmla="*/ 44 h 136"/>
                  <a:gd name="T78" fmla="*/ 166 w 217"/>
                  <a:gd name="T79" fmla="*/ 43 h 136"/>
                  <a:gd name="T80" fmla="*/ 176 w 217"/>
                  <a:gd name="T81" fmla="*/ 38 h 136"/>
                  <a:gd name="T82" fmla="*/ 202 w 217"/>
                  <a:gd name="T83" fmla="*/ 20 h 136"/>
                  <a:gd name="T84" fmla="*/ 214 w 217"/>
                  <a:gd name="T85" fmla="*/ 24 h 136"/>
                  <a:gd name="T86" fmla="*/ 212 w 217"/>
                  <a:gd name="T87" fmla="*/ 14 h 136"/>
                  <a:gd name="T88" fmla="*/ 212 w 217"/>
                  <a:gd name="T89" fmla="*/ 14 h 136"/>
                  <a:gd name="T90" fmla="*/ 216 w 217"/>
                  <a:gd name="T91" fmla="*/ 6 h 136"/>
                  <a:gd name="T92" fmla="*/ 213 w 217"/>
                  <a:gd name="T93" fmla="*/ 7 h 136"/>
                  <a:gd name="T94" fmla="*/ 204 w 217"/>
                  <a:gd name="T95" fmla="*/ 8 h 136"/>
                  <a:gd name="T96" fmla="*/ 202 w 217"/>
                  <a:gd name="T97" fmla="*/ 8 h 136"/>
                  <a:gd name="T98" fmla="*/ 202 w 217"/>
                  <a:gd name="T99" fmla="*/ 6 h 136"/>
                  <a:gd name="T100" fmla="*/ 198 w 217"/>
                  <a:gd name="T101" fmla="*/ 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17" h="136">
                    <a:moveTo>
                      <a:pt x="198" y="4"/>
                    </a:moveTo>
                    <a:cubicBezTo>
                      <a:pt x="198" y="4"/>
                      <a:pt x="198" y="4"/>
                      <a:pt x="198" y="4"/>
                    </a:cubicBezTo>
                    <a:cubicBezTo>
                      <a:pt x="198" y="6"/>
                      <a:pt x="196" y="7"/>
                      <a:pt x="194" y="7"/>
                    </a:cubicBezTo>
                    <a:cubicBezTo>
                      <a:pt x="179" y="6"/>
                      <a:pt x="179" y="6"/>
                      <a:pt x="179" y="6"/>
                    </a:cubicBezTo>
                    <a:cubicBezTo>
                      <a:pt x="168" y="4"/>
                      <a:pt x="161" y="2"/>
                      <a:pt x="157" y="0"/>
                    </a:cubicBezTo>
                    <a:cubicBezTo>
                      <a:pt x="135" y="21"/>
                      <a:pt x="135" y="21"/>
                      <a:pt x="135" y="21"/>
                    </a:cubicBezTo>
                    <a:cubicBezTo>
                      <a:pt x="136" y="30"/>
                      <a:pt x="136" y="30"/>
                      <a:pt x="136" y="30"/>
                    </a:cubicBezTo>
                    <a:cubicBezTo>
                      <a:pt x="136" y="30"/>
                      <a:pt x="136" y="30"/>
                      <a:pt x="136" y="30"/>
                    </a:cubicBezTo>
                    <a:cubicBezTo>
                      <a:pt x="134" y="31"/>
                      <a:pt x="134" y="31"/>
                      <a:pt x="134" y="31"/>
                    </a:cubicBezTo>
                    <a:cubicBezTo>
                      <a:pt x="117" y="33"/>
                      <a:pt x="108" y="32"/>
                      <a:pt x="106" y="26"/>
                    </a:cubicBezTo>
                    <a:cubicBezTo>
                      <a:pt x="104" y="1"/>
                      <a:pt x="104" y="1"/>
                      <a:pt x="104" y="1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76" y="18"/>
                      <a:pt x="76" y="18"/>
                      <a:pt x="76" y="18"/>
                    </a:cubicBezTo>
                    <a:cubicBezTo>
                      <a:pt x="75" y="10"/>
                      <a:pt x="75" y="10"/>
                      <a:pt x="75" y="10"/>
                    </a:cubicBezTo>
                    <a:cubicBezTo>
                      <a:pt x="75" y="4"/>
                      <a:pt x="74" y="0"/>
                      <a:pt x="72" y="0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0" y="9"/>
                      <a:pt x="60" y="9"/>
                      <a:pt x="60" y="9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51" y="12"/>
                      <a:pt x="51" y="12"/>
                      <a:pt x="51" y="12"/>
                    </a:cubicBezTo>
                    <a:cubicBezTo>
                      <a:pt x="42" y="20"/>
                      <a:pt x="34" y="27"/>
                      <a:pt x="28" y="35"/>
                    </a:cubicBezTo>
                    <a:cubicBezTo>
                      <a:pt x="6" y="64"/>
                      <a:pt x="6" y="64"/>
                      <a:pt x="6" y="64"/>
                    </a:cubicBezTo>
                    <a:cubicBezTo>
                      <a:pt x="11" y="74"/>
                      <a:pt x="11" y="74"/>
                      <a:pt x="11" y="74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1" y="76"/>
                      <a:pt x="11" y="76"/>
                      <a:pt x="11" y="76"/>
                    </a:cubicBezTo>
                    <a:cubicBezTo>
                      <a:pt x="10" y="76"/>
                      <a:pt x="10" y="76"/>
                      <a:pt x="10" y="76"/>
                    </a:cubicBezTo>
                    <a:cubicBezTo>
                      <a:pt x="9" y="78"/>
                      <a:pt x="10" y="82"/>
                      <a:pt x="12" y="86"/>
                    </a:cubicBezTo>
                    <a:cubicBezTo>
                      <a:pt x="15" y="91"/>
                      <a:pt x="17" y="97"/>
                      <a:pt x="17" y="103"/>
                    </a:cubicBezTo>
                    <a:cubicBezTo>
                      <a:pt x="17" y="104"/>
                      <a:pt x="17" y="104"/>
                      <a:pt x="17" y="104"/>
                    </a:cubicBezTo>
                    <a:cubicBezTo>
                      <a:pt x="0" y="114"/>
                      <a:pt x="0" y="114"/>
                      <a:pt x="0" y="114"/>
                    </a:cubicBezTo>
                    <a:cubicBezTo>
                      <a:pt x="0" y="118"/>
                      <a:pt x="0" y="118"/>
                      <a:pt x="0" y="118"/>
                    </a:cubicBezTo>
                    <a:cubicBezTo>
                      <a:pt x="8" y="122"/>
                      <a:pt x="8" y="122"/>
                      <a:pt x="8" y="122"/>
                    </a:cubicBezTo>
                    <a:cubicBezTo>
                      <a:pt x="8" y="122"/>
                      <a:pt x="9" y="123"/>
                      <a:pt x="9" y="124"/>
                    </a:cubicBezTo>
                    <a:cubicBezTo>
                      <a:pt x="9" y="124"/>
                      <a:pt x="9" y="124"/>
                      <a:pt x="9" y="124"/>
                    </a:cubicBezTo>
                    <a:cubicBezTo>
                      <a:pt x="8" y="126"/>
                      <a:pt x="12" y="129"/>
                      <a:pt x="18" y="132"/>
                    </a:cubicBezTo>
                    <a:cubicBezTo>
                      <a:pt x="32" y="136"/>
                      <a:pt x="32" y="136"/>
                      <a:pt x="32" y="136"/>
                    </a:cubicBezTo>
                    <a:cubicBezTo>
                      <a:pt x="37" y="133"/>
                      <a:pt x="37" y="133"/>
                      <a:pt x="37" y="133"/>
                    </a:cubicBezTo>
                    <a:cubicBezTo>
                      <a:pt x="42" y="126"/>
                      <a:pt x="42" y="126"/>
                      <a:pt x="42" y="126"/>
                    </a:cubicBezTo>
                    <a:cubicBezTo>
                      <a:pt x="46" y="115"/>
                      <a:pt x="46" y="115"/>
                      <a:pt x="46" y="115"/>
                    </a:cubicBezTo>
                    <a:cubicBezTo>
                      <a:pt x="57" y="119"/>
                      <a:pt x="57" y="119"/>
                      <a:pt x="57" y="119"/>
                    </a:cubicBezTo>
                    <a:cubicBezTo>
                      <a:pt x="59" y="120"/>
                      <a:pt x="59" y="120"/>
                      <a:pt x="59" y="120"/>
                    </a:cubicBezTo>
                    <a:cubicBezTo>
                      <a:pt x="59" y="121"/>
                      <a:pt x="59" y="121"/>
                      <a:pt x="59" y="121"/>
                    </a:cubicBezTo>
                    <a:cubicBezTo>
                      <a:pt x="59" y="121"/>
                      <a:pt x="59" y="121"/>
                      <a:pt x="59" y="121"/>
                    </a:cubicBezTo>
                    <a:cubicBezTo>
                      <a:pt x="59" y="122"/>
                      <a:pt x="59" y="122"/>
                      <a:pt x="59" y="122"/>
                    </a:cubicBezTo>
                    <a:cubicBezTo>
                      <a:pt x="57" y="126"/>
                      <a:pt x="58" y="130"/>
                      <a:pt x="62" y="132"/>
                    </a:cubicBezTo>
                    <a:cubicBezTo>
                      <a:pt x="74" y="132"/>
                      <a:pt x="74" y="132"/>
                      <a:pt x="74" y="132"/>
                    </a:cubicBezTo>
                    <a:cubicBezTo>
                      <a:pt x="79" y="131"/>
                      <a:pt x="82" y="130"/>
                      <a:pt x="85" y="128"/>
                    </a:cubicBezTo>
                    <a:cubicBezTo>
                      <a:pt x="86" y="126"/>
                      <a:pt x="89" y="125"/>
                      <a:pt x="92" y="126"/>
                    </a:cubicBezTo>
                    <a:cubicBezTo>
                      <a:pt x="97" y="126"/>
                      <a:pt x="101" y="128"/>
                      <a:pt x="104" y="132"/>
                    </a:cubicBezTo>
                    <a:cubicBezTo>
                      <a:pt x="106" y="125"/>
                      <a:pt x="106" y="125"/>
                      <a:pt x="106" y="125"/>
                    </a:cubicBezTo>
                    <a:cubicBezTo>
                      <a:pt x="107" y="124"/>
                      <a:pt x="107" y="124"/>
                      <a:pt x="107" y="124"/>
                    </a:cubicBezTo>
                    <a:cubicBezTo>
                      <a:pt x="108" y="124"/>
                      <a:pt x="108" y="124"/>
                      <a:pt x="108" y="124"/>
                    </a:cubicBezTo>
                    <a:cubicBezTo>
                      <a:pt x="110" y="122"/>
                      <a:pt x="111" y="120"/>
                      <a:pt x="112" y="118"/>
                    </a:cubicBezTo>
                    <a:cubicBezTo>
                      <a:pt x="114" y="115"/>
                      <a:pt x="116" y="112"/>
                      <a:pt x="119" y="110"/>
                    </a:cubicBezTo>
                    <a:cubicBezTo>
                      <a:pt x="124" y="107"/>
                      <a:pt x="124" y="107"/>
                      <a:pt x="124" y="107"/>
                    </a:cubicBezTo>
                    <a:cubicBezTo>
                      <a:pt x="125" y="106"/>
                      <a:pt x="125" y="106"/>
                      <a:pt x="125" y="106"/>
                    </a:cubicBezTo>
                    <a:cubicBezTo>
                      <a:pt x="125" y="107"/>
                      <a:pt x="125" y="107"/>
                      <a:pt x="125" y="107"/>
                    </a:cubicBezTo>
                    <a:cubicBezTo>
                      <a:pt x="126" y="107"/>
                      <a:pt x="126" y="107"/>
                      <a:pt x="126" y="107"/>
                    </a:cubicBezTo>
                    <a:cubicBezTo>
                      <a:pt x="129" y="108"/>
                      <a:pt x="129" y="108"/>
                      <a:pt x="129" y="108"/>
                    </a:cubicBezTo>
                    <a:cubicBezTo>
                      <a:pt x="129" y="108"/>
                      <a:pt x="129" y="108"/>
                      <a:pt x="129" y="108"/>
                    </a:cubicBezTo>
                    <a:cubicBezTo>
                      <a:pt x="130" y="108"/>
                      <a:pt x="130" y="108"/>
                      <a:pt x="130" y="108"/>
                    </a:cubicBezTo>
                    <a:cubicBezTo>
                      <a:pt x="134" y="88"/>
                      <a:pt x="134" y="88"/>
                      <a:pt x="134" y="88"/>
                    </a:cubicBezTo>
                    <a:cubicBezTo>
                      <a:pt x="134" y="88"/>
                      <a:pt x="134" y="88"/>
                      <a:pt x="134" y="88"/>
                    </a:cubicBezTo>
                    <a:cubicBezTo>
                      <a:pt x="140" y="86"/>
                      <a:pt x="140" y="86"/>
                      <a:pt x="140" y="86"/>
                    </a:cubicBezTo>
                    <a:cubicBezTo>
                      <a:pt x="147" y="82"/>
                      <a:pt x="150" y="78"/>
                      <a:pt x="150" y="75"/>
                    </a:cubicBezTo>
                    <a:cubicBezTo>
                      <a:pt x="148" y="69"/>
                      <a:pt x="148" y="69"/>
                      <a:pt x="148" y="69"/>
                    </a:cubicBezTo>
                    <a:cubicBezTo>
                      <a:pt x="147" y="65"/>
                      <a:pt x="147" y="62"/>
                      <a:pt x="148" y="61"/>
                    </a:cubicBezTo>
                    <a:cubicBezTo>
                      <a:pt x="149" y="60"/>
                      <a:pt x="150" y="60"/>
                      <a:pt x="151" y="60"/>
                    </a:cubicBezTo>
                    <a:cubicBezTo>
                      <a:pt x="154" y="60"/>
                      <a:pt x="157" y="60"/>
                      <a:pt x="160" y="62"/>
                    </a:cubicBezTo>
                    <a:cubicBezTo>
                      <a:pt x="161" y="56"/>
                      <a:pt x="161" y="56"/>
                      <a:pt x="161" y="56"/>
                    </a:cubicBezTo>
                    <a:cubicBezTo>
                      <a:pt x="161" y="55"/>
                      <a:pt x="161" y="55"/>
                      <a:pt x="161" y="55"/>
                    </a:cubicBezTo>
                    <a:cubicBezTo>
                      <a:pt x="161" y="54"/>
                      <a:pt x="161" y="54"/>
                      <a:pt x="161" y="54"/>
                    </a:cubicBezTo>
                    <a:cubicBezTo>
                      <a:pt x="168" y="51"/>
                      <a:pt x="168" y="51"/>
                      <a:pt x="168" y="51"/>
                    </a:cubicBezTo>
                    <a:cubicBezTo>
                      <a:pt x="169" y="48"/>
                      <a:pt x="169" y="48"/>
                      <a:pt x="169" y="48"/>
                    </a:cubicBezTo>
                    <a:cubicBezTo>
                      <a:pt x="165" y="48"/>
                      <a:pt x="165" y="48"/>
                      <a:pt x="165" y="48"/>
                    </a:cubicBezTo>
                    <a:cubicBezTo>
                      <a:pt x="164" y="47"/>
                      <a:pt x="164" y="47"/>
                      <a:pt x="164" y="47"/>
                    </a:cubicBezTo>
                    <a:cubicBezTo>
                      <a:pt x="164" y="45"/>
                      <a:pt x="164" y="45"/>
                      <a:pt x="164" y="45"/>
                    </a:cubicBezTo>
                    <a:cubicBezTo>
                      <a:pt x="164" y="44"/>
                      <a:pt x="164" y="44"/>
                      <a:pt x="164" y="44"/>
                    </a:cubicBezTo>
                    <a:cubicBezTo>
                      <a:pt x="165" y="43"/>
                      <a:pt x="165" y="43"/>
                      <a:pt x="165" y="43"/>
                    </a:cubicBezTo>
                    <a:cubicBezTo>
                      <a:pt x="166" y="43"/>
                      <a:pt x="166" y="43"/>
                      <a:pt x="166" y="43"/>
                    </a:cubicBezTo>
                    <a:cubicBezTo>
                      <a:pt x="167" y="43"/>
                      <a:pt x="167" y="43"/>
                      <a:pt x="167" y="43"/>
                    </a:cubicBezTo>
                    <a:cubicBezTo>
                      <a:pt x="170" y="43"/>
                      <a:pt x="173" y="42"/>
                      <a:pt x="176" y="38"/>
                    </a:cubicBezTo>
                    <a:cubicBezTo>
                      <a:pt x="202" y="20"/>
                      <a:pt x="202" y="20"/>
                      <a:pt x="202" y="20"/>
                    </a:cubicBezTo>
                    <a:cubicBezTo>
                      <a:pt x="202" y="20"/>
                      <a:pt x="202" y="20"/>
                      <a:pt x="202" y="20"/>
                    </a:cubicBezTo>
                    <a:cubicBezTo>
                      <a:pt x="210" y="24"/>
                      <a:pt x="210" y="24"/>
                      <a:pt x="210" y="24"/>
                    </a:cubicBezTo>
                    <a:cubicBezTo>
                      <a:pt x="214" y="24"/>
                      <a:pt x="214" y="24"/>
                      <a:pt x="214" y="24"/>
                    </a:cubicBezTo>
                    <a:cubicBezTo>
                      <a:pt x="212" y="15"/>
                      <a:pt x="212" y="15"/>
                      <a:pt x="212" y="15"/>
                    </a:cubicBezTo>
                    <a:cubicBezTo>
                      <a:pt x="212" y="14"/>
                      <a:pt x="212" y="14"/>
                      <a:pt x="212" y="14"/>
                    </a:cubicBezTo>
                    <a:cubicBezTo>
                      <a:pt x="212" y="14"/>
                      <a:pt x="212" y="14"/>
                      <a:pt x="212" y="14"/>
                    </a:cubicBezTo>
                    <a:cubicBezTo>
                      <a:pt x="212" y="14"/>
                      <a:pt x="212" y="14"/>
                      <a:pt x="212" y="14"/>
                    </a:cubicBezTo>
                    <a:cubicBezTo>
                      <a:pt x="217" y="6"/>
                      <a:pt x="217" y="6"/>
                      <a:pt x="217" y="6"/>
                    </a:cubicBezTo>
                    <a:cubicBezTo>
                      <a:pt x="216" y="6"/>
                      <a:pt x="216" y="6"/>
                      <a:pt x="216" y="6"/>
                    </a:cubicBezTo>
                    <a:cubicBezTo>
                      <a:pt x="213" y="6"/>
                      <a:pt x="213" y="6"/>
                      <a:pt x="213" y="6"/>
                    </a:cubicBezTo>
                    <a:cubicBezTo>
                      <a:pt x="213" y="7"/>
                      <a:pt x="213" y="7"/>
                      <a:pt x="213" y="7"/>
                    </a:cubicBezTo>
                    <a:cubicBezTo>
                      <a:pt x="212" y="7"/>
                      <a:pt x="212" y="7"/>
                      <a:pt x="212" y="7"/>
                    </a:cubicBezTo>
                    <a:cubicBezTo>
                      <a:pt x="204" y="8"/>
                      <a:pt x="204" y="8"/>
                      <a:pt x="204" y="8"/>
                    </a:cubicBezTo>
                    <a:cubicBezTo>
                      <a:pt x="202" y="8"/>
                      <a:pt x="202" y="8"/>
                      <a:pt x="202" y="8"/>
                    </a:cubicBezTo>
                    <a:cubicBezTo>
                      <a:pt x="202" y="8"/>
                      <a:pt x="202" y="8"/>
                      <a:pt x="202" y="8"/>
                    </a:cubicBezTo>
                    <a:cubicBezTo>
                      <a:pt x="202" y="8"/>
                      <a:pt x="202" y="8"/>
                      <a:pt x="202" y="8"/>
                    </a:cubicBezTo>
                    <a:cubicBezTo>
                      <a:pt x="202" y="6"/>
                      <a:pt x="202" y="6"/>
                      <a:pt x="202" y="6"/>
                    </a:cubicBezTo>
                    <a:cubicBezTo>
                      <a:pt x="200" y="4"/>
                      <a:pt x="200" y="4"/>
                      <a:pt x="200" y="4"/>
                    </a:cubicBezTo>
                    <a:lnTo>
                      <a:pt x="198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iSḷïḍé"/>
              <p:cNvSpPr/>
              <p:nvPr/>
            </p:nvSpPr>
            <p:spPr bwMode="auto">
              <a:xfrm>
                <a:off x="4268" y="2486"/>
                <a:ext cx="81" cy="73"/>
              </a:xfrm>
              <a:custGeom>
                <a:avLst/>
                <a:gdLst>
                  <a:gd name="T0" fmla="*/ 31 w 34"/>
                  <a:gd name="T1" fmla="*/ 17 h 31"/>
                  <a:gd name="T2" fmla="*/ 34 w 34"/>
                  <a:gd name="T3" fmla="*/ 13 h 31"/>
                  <a:gd name="T4" fmla="*/ 34 w 34"/>
                  <a:gd name="T5" fmla="*/ 13 h 31"/>
                  <a:gd name="T6" fmla="*/ 34 w 34"/>
                  <a:gd name="T7" fmla="*/ 13 h 31"/>
                  <a:gd name="T8" fmla="*/ 34 w 34"/>
                  <a:gd name="T9" fmla="*/ 13 h 31"/>
                  <a:gd name="T10" fmla="*/ 24 w 34"/>
                  <a:gd name="T11" fmla="*/ 5 h 31"/>
                  <a:gd name="T12" fmla="*/ 11 w 34"/>
                  <a:gd name="T13" fmla="*/ 1 h 31"/>
                  <a:gd name="T14" fmla="*/ 7 w 34"/>
                  <a:gd name="T15" fmla="*/ 2 h 31"/>
                  <a:gd name="T16" fmla="*/ 7 w 34"/>
                  <a:gd name="T17" fmla="*/ 11 h 31"/>
                  <a:gd name="T18" fmla="*/ 2 w 34"/>
                  <a:gd name="T19" fmla="*/ 19 h 31"/>
                  <a:gd name="T20" fmla="*/ 0 w 34"/>
                  <a:gd name="T21" fmla="*/ 21 h 31"/>
                  <a:gd name="T22" fmla="*/ 4 w 34"/>
                  <a:gd name="T23" fmla="*/ 25 h 31"/>
                  <a:gd name="T24" fmla="*/ 5 w 34"/>
                  <a:gd name="T25" fmla="*/ 25 h 31"/>
                  <a:gd name="T26" fmla="*/ 6 w 34"/>
                  <a:gd name="T27" fmla="*/ 29 h 31"/>
                  <a:gd name="T28" fmla="*/ 11 w 34"/>
                  <a:gd name="T29" fmla="*/ 31 h 31"/>
                  <a:gd name="T30" fmla="*/ 17 w 34"/>
                  <a:gd name="T31" fmla="*/ 28 h 31"/>
                  <a:gd name="T32" fmla="*/ 26 w 34"/>
                  <a:gd name="T33" fmla="*/ 30 h 31"/>
                  <a:gd name="T34" fmla="*/ 26 w 34"/>
                  <a:gd name="T35" fmla="*/ 27 h 31"/>
                  <a:gd name="T36" fmla="*/ 31 w 34"/>
                  <a:gd name="T37" fmla="*/ 1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4" h="31">
                    <a:moveTo>
                      <a:pt x="31" y="17"/>
                    </a:moveTo>
                    <a:cubicBezTo>
                      <a:pt x="34" y="13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34" y="13"/>
                      <a:pt x="34" y="13"/>
                      <a:pt x="34" y="13"/>
                    </a:cubicBezTo>
                    <a:cubicBezTo>
                      <a:pt x="24" y="5"/>
                      <a:pt x="24" y="5"/>
                      <a:pt x="24" y="5"/>
                    </a:cubicBezTo>
                    <a:cubicBezTo>
                      <a:pt x="19" y="1"/>
                      <a:pt x="14" y="0"/>
                      <a:pt x="11" y="1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6" y="13"/>
                      <a:pt x="5" y="17"/>
                      <a:pt x="2" y="19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4" y="25"/>
                      <a:pt x="4" y="25"/>
                      <a:pt x="4" y="25"/>
                    </a:cubicBezTo>
                    <a:cubicBezTo>
                      <a:pt x="5" y="25"/>
                      <a:pt x="5" y="25"/>
                      <a:pt x="5" y="25"/>
                    </a:cubicBezTo>
                    <a:cubicBezTo>
                      <a:pt x="6" y="29"/>
                      <a:pt x="6" y="29"/>
                      <a:pt x="6" y="29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3" y="29"/>
                      <a:pt x="15" y="28"/>
                      <a:pt x="17" y="28"/>
                    </a:cubicBezTo>
                    <a:cubicBezTo>
                      <a:pt x="26" y="30"/>
                      <a:pt x="26" y="30"/>
                      <a:pt x="26" y="30"/>
                    </a:cubicBezTo>
                    <a:cubicBezTo>
                      <a:pt x="26" y="27"/>
                      <a:pt x="26" y="27"/>
                      <a:pt x="26" y="27"/>
                    </a:cubicBezTo>
                    <a:cubicBezTo>
                      <a:pt x="27" y="21"/>
                      <a:pt x="29" y="18"/>
                      <a:pt x="31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išḷîḑe"/>
              <p:cNvSpPr/>
              <p:nvPr/>
            </p:nvSpPr>
            <p:spPr bwMode="auto">
              <a:xfrm>
                <a:off x="3892" y="2216"/>
                <a:ext cx="447" cy="345"/>
              </a:xfrm>
              <a:custGeom>
                <a:avLst/>
                <a:gdLst>
                  <a:gd name="T0" fmla="*/ 120 w 189"/>
                  <a:gd name="T1" fmla="*/ 23 h 146"/>
                  <a:gd name="T2" fmla="*/ 85 w 189"/>
                  <a:gd name="T3" fmla="*/ 9 h 146"/>
                  <a:gd name="T4" fmla="*/ 85 w 189"/>
                  <a:gd name="T5" fmla="*/ 1 h 146"/>
                  <a:gd name="T6" fmla="*/ 82 w 189"/>
                  <a:gd name="T7" fmla="*/ 0 h 146"/>
                  <a:gd name="T8" fmla="*/ 66 w 189"/>
                  <a:gd name="T9" fmla="*/ 16 h 146"/>
                  <a:gd name="T10" fmla="*/ 58 w 189"/>
                  <a:gd name="T11" fmla="*/ 24 h 146"/>
                  <a:gd name="T12" fmla="*/ 48 w 189"/>
                  <a:gd name="T13" fmla="*/ 19 h 146"/>
                  <a:gd name="T14" fmla="*/ 31 w 189"/>
                  <a:gd name="T15" fmla="*/ 25 h 146"/>
                  <a:gd name="T16" fmla="*/ 10 w 189"/>
                  <a:gd name="T17" fmla="*/ 11 h 146"/>
                  <a:gd name="T18" fmla="*/ 2 w 189"/>
                  <a:gd name="T19" fmla="*/ 17 h 146"/>
                  <a:gd name="T20" fmla="*/ 2 w 189"/>
                  <a:gd name="T21" fmla="*/ 18 h 146"/>
                  <a:gd name="T22" fmla="*/ 0 w 189"/>
                  <a:gd name="T23" fmla="*/ 20 h 146"/>
                  <a:gd name="T24" fmla="*/ 4 w 189"/>
                  <a:gd name="T25" fmla="*/ 21 h 146"/>
                  <a:gd name="T26" fmla="*/ 5 w 189"/>
                  <a:gd name="T27" fmla="*/ 21 h 146"/>
                  <a:gd name="T28" fmla="*/ 34 w 189"/>
                  <a:gd name="T29" fmla="*/ 43 h 146"/>
                  <a:gd name="T30" fmla="*/ 62 w 189"/>
                  <a:gd name="T31" fmla="*/ 75 h 146"/>
                  <a:gd name="T32" fmla="*/ 90 w 189"/>
                  <a:gd name="T33" fmla="*/ 72 h 146"/>
                  <a:gd name="T34" fmla="*/ 91 w 189"/>
                  <a:gd name="T35" fmla="*/ 71 h 146"/>
                  <a:gd name="T36" fmla="*/ 99 w 189"/>
                  <a:gd name="T37" fmla="*/ 73 h 146"/>
                  <a:gd name="T38" fmla="*/ 100 w 189"/>
                  <a:gd name="T39" fmla="*/ 75 h 146"/>
                  <a:gd name="T40" fmla="*/ 93 w 189"/>
                  <a:gd name="T41" fmla="*/ 93 h 146"/>
                  <a:gd name="T42" fmla="*/ 84 w 189"/>
                  <a:gd name="T43" fmla="*/ 93 h 146"/>
                  <a:gd name="T44" fmla="*/ 74 w 189"/>
                  <a:gd name="T45" fmla="*/ 117 h 146"/>
                  <a:gd name="T46" fmla="*/ 89 w 189"/>
                  <a:gd name="T47" fmla="*/ 127 h 146"/>
                  <a:gd name="T48" fmla="*/ 93 w 189"/>
                  <a:gd name="T49" fmla="*/ 133 h 146"/>
                  <a:gd name="T50" fmla="*/ 100 w 189"/>
                  <a:gd name="T51" fmla="*/ 133 h 146"/>
                  <a:gd name="T52" fmla="*/ 115 w 189"/>
                  <a:gd name="T53" fmla="*/ 139 h 146"/>
                  <a:gd name="T54" fmla="*/ 118 w 189"/>
                  <a:gd name="T55" fmla="*/ 143 h 146"/>
                  <a:gd name="T56" fmla="*/ 132 w 189"/>
                  <a:gd name="T57" fmla="*/ 144 h 146"/>
                  <a:gd name="T58" fmla="*/ 152 w 189"/>
                  <a:gd name="T59" fmla="*/ 143 h 146"/>
                  <a:gd name="T60" fmla="*/ 159 w 189"/>
                  <a:gd name="T61" fmla="*/ 139 h 146"/>
                  <a:gd name="T62" fmla="*/ 158 w 189"/>
                  <a:gd name="T63" fmla="*/ 131 h 146"/>
                  <a:gd name="T64" fmla="*/ 162 w 189"/>
                  <a:gd name="T65" fmla="*/ 119 h 146"/>
                  <a:gd name="T66" fmla="*/ 170 w 189"/>
                  <a:gd name="T67" fmla="*/ 111 h 146"/>
                  <a:gd name="T68" fmla="*/ 186 w 189"/>
                  <a:gd name="T69" fmla="*/ 111 h 146"/>
                  <a:gd name="T70" fmla="*/ 181 w 189"/>
                  <a:gd name="T71" fmla="*/ 98 h 146"/>
                  <a:gd name="T72" fmla="*/ 174 w 189"/>
                  <a:gd name="T73" fmla="*/ 97 h 146"/>
                  <a:gd name="T74" fmla="*/ 174 w 189"/>
                  <a:gd name="T75" fmla="*/ 97 h 146"/>
                  <a:gd name="T76" fmla="*/ 156 w 189"/>
                  <a:gd name="T77" fmla="*/ 86 h 146"/>
                  <a:gd name="T78" fmla="*/ 147 w 189"/>
                  <a:gd name="T79" fmla="*/ 83 h 146"/>
                  <a:gd name="T80" fmla="*/ 132 w 189"/>
                  <a:gd name="T81" fmla="*/ 43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89" h="146">
                    <a:moveTo>
                      <a:pt x="132" y="43"/>
                    </a:moveTo>
                    <a:cubicBezTo>
                      <a:pt x="128" y="39"/>
                      <a:pt x="124" y="33"/>
                      <a:pt x="120" y="23"/>
                    </a:cubicBezTo>
                    <a:cubicBezTo>
                      <a:pt x="109" y="23"/>
                      <a:pt x="102" y="21"/>
                      <a:pt x="99" y="17"/>
                    </a:cubicBezTo>
                    <a:cubicBezTo>
                      <a:pt x="96" y="13"/>
                      <a:pt x="92" y="11"/>
                      <a:pt x="85" y="9"/>
                    </a:cubicBezTo>
                    <a:cubicBezTo>
                      <a:pt x="83" y="8"/>
                      <a:pt x="83" y="8"/>
                      <a:pt x="83" y="8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77" y="3"/>
                      <a:pt x="74" y="5"/>
                      <a:pt x="72" y="8"/>
                    </a:cubicBezTo>
                    <a:cubicBezTo>
                      <a:pt x="71" y="11"/>
                      <a:pt x="69" y="14"/>
                      <a:pt x="66" y="16"/>
                    </a:cubicBezTo>
                    <a:cubicBezTo>
                      <a:pt x="64" y="23"/>
                      <a:pt x="62" y="26"/>
                      <a:pt x="60" y="26"/>
                    </a:cubicBezTo>
                    <a:cubicBezTo>
                      <a:pt x="59" y="26"/>
                      <a:pt x="58" y="25"/>
                      <a:pt x="58" y="24"/>
                    </a:cubicBezTo>
                    <a:cubicBezTo>
                      <a:pt x="54" y="21"/>
                      <a:pt x="54" y="21"/>
                      <a:pt x="54" y="21"/>
                    </a:cubicBezTo>
                    <a:cubicBezTo>
                      <a:pt x="52" y="20"/>
                      <a:pt x="50" y="19"/>
                      <a:pt x="48" y="19"/>
                    </a:cubicBezTo>
                    <a:cubicBezTo>
                      <a:pt x="44" y="20"/>
                      <a:pt x="44" y="20"/>
                      <a:pt x="44" y="20"/>
                    </a:cubicBezTo>
                    <a:cubicBezTo>
                      <a:pt x="41" y="23"/>
                      <a:pt x="37" y="25"/>
                      <a:pt x="31" y="25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1" y="22"/>
                      <a:pt x="9" y="17"/>
                      <a:pt x="10" y="11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2" y="17"/>
                      <a:pt x="2" y="17"/>
                      <a:pt x="2" y="17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1" y="18"/>
                      <a:pt x="1" y="18"/>
                      <a:pt x="1" y="18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4" y="21"/>
                      <a:pt x="4" y="21"/>
                      <a:pt x="4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12" y="31"/>
                      <a:pt x="17" y="37"/>
                      <a:pt x="20" y="38"/>
                    </a:cubicBezTo>
                    <a:cubicBezTo>
                      <a:pt x="21" y="39"/>
                      <a:pt x="26" y="41"/>
                      <a:pt x="34" y="43"/>
                    </a:cubicBezTo>
                    <a:cubicBezTo>
                      <a:pt x="49" y="48"/>
                      <a:pt x="49" y="48"/>
                      <a:pt x="49" y="48"/>
                    </a:cubicBezTo>
                    <a:cubicBezTo>
                      <a:pt x="53" y="50"/>
                      <a:pt x="58" y="59"/>
                      <a:pt x="62" y="75"/>
                    </a:cubicBezTo>
                    <a:cubicBezTo>
                      <a:pt x="69" y="79"/>
                      <a:pt x="73" y="81"/>
                      <a:pt x="76" y="81"/>
                    </a:cubicBezTo>
                    <a:cubicBezTo>
                      <a:pt x="78" y="79"/>
                      <a:pt x="83" y="77"/>
                      <a:pt x="90" y="72"/>
                    </a:cubicBezTo>
                    <a:cubicBezTo>
                      <a:pt x="90" y="72"/>
                      <a:pt x="90" y="72"/>
                      <a:pt x="90" y="72"/>
                    </a:cubicBezTo>
                    <a:cubicBezTo>
                      <a:pt x="91" y="71"/>
                      <a:pt x="91" y="71"/>
                      <a:pt x="91" y="71"/>
                    </a:cubicBezTo>
                    <a:cubicBezTo>
                      <a:pt x="92" y="72"/>
                      <a:pt x="92" y="72"/>
                      <a:pt x="92" y="72"/>
                    </a:cubicBezTo>
                    <a:cubicBezTo>
                      <a:pt x="99" y="73"/>
                      <a:pt x="99" y="73"/>
                      <a:pt x="99" y="73"/>
                    </a:cubicBezTo>
                    <a:cubicBezTo>
                      <a:pt x="100" y="73"/>
                      <a:pt x="100" y="73"/>
                      <a:pt x="100" y="73"/>
                    </a:cubicBezTo>
                    <a:cubicBezTo>
                      <a:pt x="100" y="75"/>
                      <a:pt x="100" y="75"/>
                      <a:pt x="100" y="75"/>
                    </a:cubicBezTo>
                    <a:cubicBezTo>
                      <a:pt x="99" y="76"/>
                      <a:pt x="99" y="76"/>
                      <a:pt x="99" y="76"/>
                    </a:cubicBezTo>
                    <a:cubicBezTo>
                      <a:pt x="97" y="85"/>
                      <a:pt x="95" y="91"/>
                      <a:pt x="93" y="93"/>
                    </a:cubicBezTo>
                    <a:cubicBezTo>
                      <a:pt x="84" y="93"/>
                      <a:pt x="84" y="93"/>
                      <a:pt x="84" y="93"/>
                    </a:cubicBezTo>
                    <a:cubicBezTo>
                      <a:pt x="84" y="93"/>
                      <a:pt x="84" y="93"/>
                      <a:pt x="84" y="93"/>
                    </a:cubicBezTo>
                    <a:cubicBezTo>
                      <a:pt x="84" y="97"/>
                      <a:pt x="81" y="103"/>
                      <a:pt x="76" y="111"/>
                    </a:cubicBezTo>
                    <a:cubicBezTo>
                      <a:pt x="74" y="113"/>
                      <a:pt x="74" y="115"/>
                      <a:pt x="74" y="117"/>
                    </a:cubicBezTo>
                    <a:cubicBezTo>
                      <a:pt x="83" y="123"/>
                      <a:pt x="83" y="123"/>
                      <a:pt x="83" y="123"/>
                    </a:cubicBezTo>
                    <a:cubicBezTo>
                      <a:pt x="85" y="126"/>
                      <a:pt x="87" y="127"/>
                      <a:pt x="89" y="127"/>
                    </a:cubicBezTo>
                    <a:cubicBezTo>
                      <a:pt x="91" y="127"/>
                      <a:pt x="91" y="127"/>
                      <a:pt x="91" y="127"/>
                    </a:cubicBezTo>
                    <a:cubicBezTo>
                      <a:pt x="93" y="133"/>
                      <a:pt x="93" y="133"/>
                      <a:pt x="93" y="133"/>
                    </a:cubicBezTo>
                    <a:cubicBezTo>
                      <a:pt x="97" y="135"/>
                      <a:pt x="97" y="135"/>
                      <a:pt x="97" y="135"/>
                    </a:cubicBezTo>
                    <a:cubicBezTo>
                      <a:pt x="100" y="133"/>
                      <a:pt x="100" y="133"/>
                      <a:pt x="100" y="133"/>
                    </a:cubicBezTo>
                    <a:cubicBezTo>
                      <a:pt x="101" y="131"/>
                      <a:pt x="102" y="131"/>
                      <a:pt x="104" y="131"/>
                    </a:cubicBezTo>
                    <a:cubicBezTo>
                      <a:pt x="108" y="131"/>
                      <a:pt x="111" y="133"/>
                      <a:pt x="115" y="139"/>
                    </a:cubicBezTo>
                    <a:cubicBezTo>
                      <a:pt x="115" y="139"/>
                      <a:pt x="115" y="139"/>
                      <a:pt x="115" y="139"/>
                    </a:cubicBezTo>
                    <a:cubicBezTo>
                      <a:pt x="118" y="143"/>
                      <a:pt x="118" y="143"/>
                      <a:pt x="118" y="143"/>
                    </a:cubicBezTo>
                    <a:cubicBezTo>
                      <a:pt x="119" y="143"/>
                      <a:pt x="119" y="143"/>
                      <a:pt x="119" y="143"/>
                    </a:cubicBezTo>
                    <a:cubicBezTo>
                      <a:pt x="121" y="141"/>
                      <a:pt x="126" y="142"/>
                      <a:pt x="132" y="144"/>
                    </a:cubicBezTo>
                    <a:cubicBezTo>
                      <a:pt x="142" y="146"/>
                      <a:pt x="142" y="146"/>
                      <a:pt x="142" y="146"/>
                    </a:cubicBezTo>
                    <a:cubicBezTo>
                      <a:pt x="152" y="143"/>
                      <a:pt x="152" y="143"/>
                      <a:pt x="152" y="143"/>
                    </a:cubicBezTo>
                    <a:cubicBezTo>
                      <a:pt x="156" y="141"/>
                      <a:pt x="156" y="141"/>
                      <a:pt x="156" y="141"/>
                    </a:cubicBezTo>
                    <a:cubicBezTo>
                      <a:pt x="159" y="139"/>
                      <a:pt x="159" y="139"/>
                      <a:pt x="159" y="139"/>
                    </a:cubicBezTo>
                    <a:cubicBezTo>
                      <a:pt x="156" y="136"/>
                      <a:pt x="156" y="136"/>
                      <a:pt x="156" y="136"/>
                    </a:cubicBezTo>
                    <a:cubicBezTo>
                      <a:pt x="156" y="135"/>
                      <a:pt x="156" y="133"/>
                      <a:pt x="158" y="131"/>
                    </a:cubicBezTo>
                    <a:cubicBezTo>
                      <a:pt x="161" y="129"/>
                      <a:pt x="162" y="127"/>
                      <a:pt x="162" y="124"/>
                    </a:cubicBezTo>
                    <a:cubicBezTo>
                      <a:pt x="162" y="119"/>
                      <a:pt x="162" y="119"/>
                      <a:pt x="162" y="119"/>
                    </a:cubicBezTo>
                    <a:cubicBezTo>
                      <a:pt x="162" y="117"/>
                      <a:pt x="162" y="115"/>
                      <a:pt x="163" y="115"/>
                    </a:cubicBezTo>
                    <a:cubicBezTo>
                      <a:pt x="164" y="113"/>
                      <a:pt x="166" y="112"/>
                      <a:pt x="170" y="111"/>
                    </a:cubicBezTo>
                    <a:cubicBezTo>
                      <a:pt x="175" y="111"/>
                      <a:pt x="181" y="113"/>
                      <a:pt x="189" y="119"/>
                    </a:cubicBezTo>
                    <a:cubicBezTo>
                      <a:pt x="186" y="111"/>
                      <a:pt x="186" y="111"/>
                      <a:pt x="186" y="111"/>
                    </a:cubicBezTo>
                    <a:cubicBezTo>
                      <a:pt x="182" y="105"/>
                      <a:pt x="182" y="105"/>
                      <a:pt x="182" y="105"/>
                    </a:cubicBezTo>
                    <a:cubicBezTo>
                      <a:pt x="181" y="98"/>
                      <a:pt x="181" y="98"/>
                      <a:pt x="181" y="98"/>
                    </a:cubicBezTo>
                    <a:cubicBezTo>
                      <a:pt x="174" y="97"/>
                      <a:pt x="174" y="97"/>
                      <a:pt x="174" y="97"/>
                    </a:cubicBezTo>
                    <a:cubicBezTo>
                      <a:pt x="174" y="97"/>
                      <a:pt x="174" y="97"/>
                      <a:pt x="174" y="97"/>
                    </a:cubicBezTo>
                    <a:cubicBezTo>
                      <a:pt x="174" y="97"/>
                      <a:pt x="174" y="97"/>
                      <a:pt x="174" y="97"/>
                    </a:cubicBezTo>
                    <a:cubicBezTo>
                      <a:pt x="174" y="97"/>
                      <a:pt x="174" y="97"/>
                      <a:pt x="174" y="97"/>
                    </a:cubicBezTo>
                    <a:cubicBezTo>
                      <a:pt x="174" y="97"/>
                      <a:pt x="174" y="97"/>
                      <a:pt x="174" y="97"/>
                    </a:cubicBezTo>
                    <a:cubicBezTo>
                      <a:pt x="156" y="86"/>
                      <a:pt x="156" y="86"/>
                      <a:pt x="156" y="86"/>
                    </a:cubicBezTo>
                    <a:cubicBezTo>
                      <a:pt x="147" y="85"/>
                      <a:pt x="147" y="85"/>
                      <a:pt x="147" y="85"/>
                    </a:cubicBezTo>
                    <a:cubicBezTo>
                      <a:pt x="147" y="83"/>
                      <a:pt x="147" y="83"/>
                      <a:pt x="147" y="83"/>
                    </a:cubicBezTo>
                    <a:cubicBezTo>
                      <a:pt x="146" y="73"/>
                      <a:pt x="146" y="73"/>
                      <a:pt x="146" y="73"/>
                    </a:cubicBezTo>
                    <a:cubicBezTo>
                      <a:pt x="140" y="57"/>
                      <a:pt x="136" y="46"/>
                      <a:pt x="132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íṥḷïḓe"/>
              <p:cNvSpPr/>
              <p:nvPr/>
            </p:nvSpPr>
            <p:spPr bwMode="auto">
              <a:xfrm>
                <a:off x="3658" y="1555"/>
                <a:ext cx="416" cy="594"/>
              </a:xfrm>
              <a:custGeom>
                <a:avLst/>
                <a:gdLst>
                  <a:gd name="T0" fmla="*/ 158 w 176"/>
                  <a:gd name="T1" fmla="*/ 74 h 251"/>
                  <a:gd name="T2" fmla="*/ 140 w 176"/>
                  <a:gd name="T3" fmla="*/ 69 h 251"/>
                  <a:gd name="T4" fmla="*/ 139 w 176"/>
                  <a:gd name="T5" fmla="*/ 52 h 251"/>
                  <a:gd name="T6" fmla="*/ 134 w 176"/>
                  <a:gd name="T7" fmla="*/ 46 h 251"/>
                  <a:gd name="T8" fmla="*/ 117 w 176"/>
                  <a:gd name="T9" fmla="*/ 38 h 251"/>
                  <a:gd name="T10" fmla="*/ 117 w 176"/>
                  <a:gd name="T11" fmla="*/ 24 h 251"/>
                  <a:gd name="T12" fmla="*/ 113 w 176"/>
                  <a:gd name="T13" fmla="*/ 20 h 251"/>
                  <a:gd name="T14" fmla="*/ 105 w 176"/>
                  <a:gd name="T15" fmla="*/ 15 h 251"/>
                  <a:gd name="T16" fmla="*/ 100 w 176"/>
                  <a:gd name="T17" fmla="*/ 0 h 251"/>
                  <a:gd name="T18" fmla="*/ 89 w 176"/>
                  <a:gd name="T19" fmla="*/ 8 h 251"/>
                  <a:gd name="T20" fmla="*/ 78 w 176"/>
                  <a:gd name="T21" fmla="*/ 24 h 251"/>
                  <a:gd name="T22" fmla="*/ 71 w 176"/>
                  <a:gd name="T23" fmla="*/ 33 h 251"/>
                  <a:gd name="T24" fmla="*/ 59 w 176"/>
                  <a:gd name="T25" fmla="*/ 39 h 251"/>
                  <a:gd name="T26" fmla="*/ 45 w 176"/>
                  <a:gd name="T27" fmla="*/ 39 h 251"/>
                  <a:gd name="T28" fmla="*/ 32 w 176"/>
                  <a:gd name="T29" fmla="*/ 50 h 251"/>
                  <a:gd name="T30" fmla="*/ 24 w 176"/>
                  <a:gd name="T31" fmla="*/ 45 h 251"/>
                  <a:gd name="T32" fmla="*/ 17 w 176"/>
                  <a:gd name="T33" fmla="*/ 32 h 251"/>
                  <a:gd name="T34" fmla="*/ 8 w 176"/>
                  <a:gd name="T35" fmla="*/ 48 h 251"/>
                  <a:gd name="T36" fmla="*/ 7 w 176"/>
                  <a:gd name="T37" fmla="*/ 48 h 251"/>
                  <a:gd name="T38" fmla="*/ 15 w 176"/>
                  <a:gd name="T39" fmla="*/ 84 h 251"/>
                  <a:gd name="T40" fmla="*/ 18 w 176"/>
                  <a:gd name="T41" fmla="*/ 94 h 251"/>
                  <a:gd name="T42" fmla="*/ 6 w 176"/>
                  <a:gd name="T43" fmla="*/ 100 h 251"/>
                  <a:gd name="T44" fmla="*/ 24 w 176"/>
                  <a:gd name="T45" fmla="*/ 120 h 251"/>
                  <a:gd name="T46" fmla="*/ 24 w 176"/>
                  <a:gd name="T47" fmla="*/ 120 h 251"/>
                  <a:gd name="T48" fmla="*/ 19 w 176"/>
                  <a:gd name="T49" fmla="*/ 140 h 251"/>
                  <a:gd name="T50" fmla="*/ 8 w 176"/>
                  <a:gd name="T51" fmla="*/ 147 h 251"/>
                  <a:gd name="T52" fmla="*/ 18 w 176"/>
                  <a:gd name="T53" fmla="*/ 179 h 251"/>
                  <a:gd name="T54" fmla="*/ 24 w 176"/>
                  <a:gd name="T55" fmla="*/ 189 h 251"/>
                  <a:gd name="T56" fmla="*/ 16 w 176"/>
                  <a:gd name="T57" fmla="*/ 208 h 251"/>
                  <a:gd name="T58" fmla="*/ 10 w 176"/>
                  <a:gd name="T59" fmla="*/ 225 h 251"/>
                  <a:gd name="T60" fmla="*/ 11 w 176"/>
                  <a:gd name="T61" fmla="*/ 238 h 251"/>
                  <a:gd name="T62" fmla="*/ 13 w 176"/>
                  <a:gd name="T63" fmla="*/ 241 h 251"/>
                  <a:gd name="T64" fmla="*/ 14 w 176"/>
                  <a:gd name="T65" fmla="*/ 244 h 251"/>
                  <a:gd name="T66" fmla="*/ 14 w 176"/>
                  <a:gd name="T67" fmla="*/ 244 h 251"/>
                  <a:gd name="T68" fmla="*/ 47 w 176"/>
                  <a:gd name="T69" fmla="*/ 248 h 251"/>
                  <a:gd name="T70" fmla="*/ 56 w 176"/>
                  <a:gd name="T71" fmla="*/ 232 h 251"/>
                  <a:gd name="T72" fmla="*/ 104 w 176"/>
                  <a:gd name="T73" fmla="*/ 176 h 251"/>
                  <a:gd name="T74" fmla="*/ 125 w 176"/>
                  <a:gd name="T75" fmla="*/ 164 h 251"/>
                  <a:gd name="T76" fmla="*/ 117 w 176"/>
                  <a:gd name="T77" fmla="*/ 156 h 251"/>
                  <a:gd name="T78" fmla="*/ 115 w 176"/>
                  <a:gd name="T79" fmla="*/ 147 h 251"/>
                  <a:gd name="T80" fmla="*/ 87 w 176"/>
                  <a:gd name="T81" fmla="*/ 119 h 251"/>
                  <a:gd name="T82" fmla="*/ 61 w 176"/>
                  <a:gd name="T83" fmla="*/ 114 h 251"/>
                  <a:gd name="T84" fmla="*/ 51 w 176"/>
                  <a:gd name="T85" fmla="*/ 100 h 251"/>
                  <a:gd name="T86" fmla="*/ 67 w 176"/>
                  <a:gd name="T87" fmla="*/ 74 h 251"/>
                  <a:gd name="T88" fmla="*/ 71 w 176"/>
                  <a:gd name="T89" fmla="*/ 61 h 251"/>
                  <a:gd name="T90" fmla="*/ 104 w 176"/>
                  <a:gd name="T91" fmla="*/ 67 h 251"/>
                  <a:gd name="T92" fmla="*/ 101 w 176"/>
                  <a:gd name="T93" fmla="*/ 80 h 251"/>
                  <a:gd name="T94" fmla="*/ 120 w 176"/>
                  <a:gd name="T95" fmla="*/ 95 h 251"/>
                  <a:gd name="T96" fmla="*/ 150 w 176"/>
                  <a:gd name="T97" fmla="*/ 122 h 251"/>
                  <a:gd name="T98" fmla="*/ 166 w 176"/>
                  <a:gd name="T99" fmla="*/ 102 h 251"/>
                  <a:gd name="T100" fmla="*/ 168 w 176"/>
                  <a:gd name="T101" fmla="*/ 92 h 251"/>
                  <a:gd name="T102" fmla="*/ 175 w 176"/>
                  <a:gd name="T103" fmla="*/ 87 h 251"/>
                  <a:gd name="T104" fmla="*/ 163 w 176"/>
                  <a:gd name="T105" fmla="*/ 78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76" h="251">
                    <a:moveTo>
                      <a:pt x="162" y="76"/>
                    </a:moveTo>
                    <a:cubicBezTo>
                      <a:pt x="159" y="74"/>
                      <a:pt x="159" y="74"/>
                      <a:pt x="159" y="74"/>
                    </a:cubicBezTo>
                    <a:cubicBezTo>
                      <a:pt x="159" y="74"/>
                      <a:pt x="159" y="74"/>
                      <a:pt x="159" y="74"/>
                    </a:cubicBezTo>
                    <a:cubicBezTo>
                      <a:pt x="158" y="74"/>
                      <a:pt x="158" y="74"/>
                      <a:pt x="158" y="74"/>
                    </a:cubicBezTo>
                    <a:cubicBezTo>
                      <a:pt x="156" y="72"/>
                      <a:pt x="156" y="72"/>
                      <a:pt x="156" y="72"/>
                    </a:cubicBezTo>
                    <a:cubicBezTo>
                      <a:pt x="145" y="68"/>
                      <a:pt x="145" y="68"/>
                      <a:pt x="145" y="68"/>
                    </a:cubicBezTo>
                    <a:cubicBezTo>
                      <a:pt x="142" y="68"/>
                      <a:pt x="142" y="68"/>
                      <a:pt x="142" y="68"/>
                    </a:cubicBezTo>
                    <a:cubicBezTo>
                      <a:pt x="140" y="69"/>
                      <a:pt x="140" y="69"/>
                      <a:pt x="140" y="69"/>
                    </a:cubicBezTo>
                    <a:cubicBezTo>
                      <a:pt x="135" y="61"/>
                      <a:pt x="135" y="61"/>
                      <a:pt x="135" y="61"/>
                    </a:cubicBezTo>
                    <a:cubicBezTo>
                      <a:pt x="136" y="60"/>
                      <a:pt x="136" y="60"/>
                      <a:pt x="136" y="60"/>
                    </a:cubicBezTo>
                    <a:cubicBezTo>
                      <a:pt x="139" y="56"/>
                      <a:pt x="139" y="56"/>
                      <a:pt x="139" y="56"/>
                    </a:cubicBezTo>
                    <a:cubicBezTo>
                      <a:pt x="139" y="52"/>
                      <a:pt x="139" y="52"/>
                      <a:pt x="139" y="52"/>
                    </a:cubicBezTo>
                    <a:cubicBezTo>
                      <a:pt x="139" y="51"/>
                      <a:pt x="139" y="51"/>
                      <a:pt x="139" y="51"/>
                    </a:cubicBezTo>
                    <a:cubicBezTo>
                      <a:pt x="141" y="48"/>
                      <a:pt x="141" y="48"/>
                      <a:pt x="141" y="48"/>
                    </a:cubicBezTo>
                    <a:cubicBezTo>
                      <a:pt x="140" y="47"/>
                      <a:pt x="140" y="47"/>
                      <a:pt x="140" y="47"/>
                    </a:cubicBezTo>
                    <a:cubicBezTo>
                      <a:pt x="134" y="46"/>
                      <a:pt x="134" y="46"/>
                      <a:pt x="134" y="46"/>
                    </a:cubicBezTo>
                    <a:cubicBezTo>
                      <a:pt x="134" y="46"/>
                      <a:pt x="134" y="46"/>
                      <a:pt x="134" y="46"/>
                    </a:cubicBezTo>
                    <a:cubicBezTo>
                      <a:pt x="123" y="44"/>
                      <a:pt x="123" y="44"/>
                      <a:pt x="123" y="44"/>
                    </a:cubicBezTo>
                    <a:cubicBezTo>
                      <a:pt x="123" y="44"/>
                      <a:pt x="123" y="44"/>
                      <a:pt x="123" y="44"/>
                    </a:cubicBezTo>
                    <a:cubicBezTo>
                      <a:pt x="117" y="38"/>
                      <a:pt x="117" y="38"/>
                      <a:pt x="117" y="38"/>
                    </a:cubicBezTo>
                    <a:cubicBezTo>
                      <a:pt x="117" y="38"/>
                      <a:pt x="117" y="38"/>
                      <a:pt x="117" y="38"/>
                    </a:cubicBezTo>
                    <a:cubicBezTo>
                      <a:pt x="115" y="34"/>
                      <a:pt x="115" y="34"/>
                      <a:pt x="115" y="34"/>
                    </a:cubicBezTo>
                    <a:cubicBezTo>
                      <a:pt x="114" y="32"/>
                      <a:pt x="114" y="32"/>
                      <a:pt x="114" y="32"/>
                    </a:cubicBezTo>
                    <a:cubicBezTo>
                      <a:pt x="117" y="24"/>
                      <a:pt x="117" y="24"/>
                      <a:pt x="117" y="24"/>
                    </a:cubicBezTo>
                    <a:cubicBezTo>
                      <a:pt x="117" y="18"/>
                      <a:pt x="117" y="18"/>
                      <a:pt x="117" y="18"/>
                    </a:cubicBezTo>
                    <a:cubicBezTo>
                      <a:pt x="117" y="16"/>
                      <a:pt x="117" y="16"/>
                      <a:pt x="117" y="16"/>
                    </a:cubicBezTo>
                    <a:cubicBezTo>
                      <a:pt x="114" y="20"/>
                      <a:pt x="114" y="20"/>
                      <a:pt x="114" y="20"/>
                    </a:cubicBezTo>
                    <a:cubicBezTo>
                      <a:pt x="113" y="20"/>
                      <a:pt x="113" y="20"/>
                      <a:pt x="113" y="20"/>
                    </a:cubicBezTo>
                    <a:cubicBezTo>
                      <a:pt x="113" y="21"/>
                      <a:pt x="113" y="21"/>
                      <a:pt x="113" y="21"/>
                    </a:cubicBezTo>
                    <a:cubicBezTo>
                      <a:pt x="112" y="20"/>
                      <a:pt x="112" y="20"/>
                      <a:pt x="112" y="20"/>
                    </a:cubicBezTo>
                    <a:cubicBezTo>
                      <a:pt x="111" y="20"/>
                      <a:pt x="111" y="20"/>
                      <a:pt x="111" y="20"/>
                    </a:cubicBezTo>
                    <a:cubicBezTo>
                      <a:pt x="105" y="15"/>
                      <a:pt x="105" y="15"/>
                      <a:pt x="105" y="15"/>
                    </a:cubicBezTo>
                    <a:cubicBezTo>
                      <a:pt x="104" y="14"/>
                      <a:pt x="104" y="14"/>
                      <a:pt x="104" y="14"/>
                    </a:cubicBezTo>
                    <a:cubicBezTo>
                      <a:pt x="104" y="13"/>
                      <a:pt x="104" y="13"/>
                      <a:pt x="104" y="13"/>
                    </a:cubicBezTo>
                    <a:cubicBezTo>
                      <a:pt x="103" y="4"/>
                      <a:pt x="103" y="4"/>
                      <a:pt x="103" y="4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0" y="7"/>
                      <a:pt x="90" y="7"/>
                      <a:pt x="90" y="7"/>
                    </a:cubicBezTo>
                    <a:cubicBezTo>
                      <a:pt x="90" y="8"/>
                      <a:pt x="90" y="8"/>
                      <a:pt x="90" y="8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80" y="6"/>
                      <a:pt x="80" y="6"/>
                      <a:pt x="80" y="6"/>
                    </a:cubicBezTo>
                    <a:cubicBezTo>
                      <a:pt x="78" y="15"/>
                      <a:pt x="78" y="15"/>
                      <a:pt x="78" y="15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3" y="33"/>
                      <a:pt x="73" y="33"/>
                      <a:pt x="73" y="33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71" y="33"/>
                      <a:pt x="71" y="33"/>
                      <a:pt x="71" y="33"/>
                    </a:cubicBezTo>
                    <a:cubicBezTo>
                      <a:pt x="65" y="34"/>
                      <a:pt x="65" y="34"/>
                      <a:pt x="65" y="34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59" y="39"/>
                      <a:pt x="59" y="39"/>
                      <a:pt x="59" y="39"/>
                    </a:cubicBezTo>
                    <a:cubicBezTo>
                      <a:pt x="59" y="39"/>
                      <a:pt x="59" y="39"/>
                      <a:pt x="59" y="39"/>
                    </a:cubicBezTo>
                    <a:cubicBezTo>
                      <a:pt x="58" y="39"/>
                      <a:pt x="58" y="39"/>
                      <a:pt x="58" y="39"/>
                    </a:cubicBezTo>
                    <a:cubicBezTo>
                      <a:pt x="57" y="39"/>
                      <a:pt x="57" y="39"/>
                      <a:pt x="57" y="39"/>
                    </a:cubicBezTo>
                    <a:cubicBezTo>
                      <a:pt x="46" y="35"/>
                      <a:pt x="46" y="35"/>
                      <a:pt x="46" y="35"/>
                    </a:cubicBezTo>
                    <a:cubicBezTo>
                      <a:pt x="45" y="39"/>
                      <a:pt x="45" y="39"/>
                      <a:pt x="45" y="39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0" y="48"/>
                      <a:pt x="40" y="48"/>
                      <a:pt x="40" y="48"/>
                    </a:cubicBezTo>
                    <a:cubicBezTo>
                      <a:pt x="39" y="49"/>
                      <a:pt x="38" y="50"/>
                      <a:pt x="37" y="50"/>
                    </a:cubicBezTo>
                    <a:cubicBezTo>
                      <a:pt x="32" y="50"/>
                      <a:pt x="32" y="50"/>
                      <a:pt x="32" y="50"/>
                    </a:cubicBezTo>
                    <a:cubicBezTo>
                      <a:pt x="25" y="47"/>
                      <a:pt x="25" y="47"/>
                      <a:pt x="25" y="47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4" y="46"/>
                      <a:pt x="24" y="46"/>
                      <a:pt x="24" y="46"/>
                    </a:cubicBezTo>
                    <a:cubicBezTo>
                      <a:pt x="24" y="45"/>
                      <a:pt x="24" y="45"/>
                      <a:pt x="24" y="45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19" y="26"/>
                      <a:pt x="19" y="26"/>
                      <a:pt x="19" y="26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4" y="54"/>
                      <a:pt x="4" y="54"/>
                      <a:pt x="4" y="54"/>
                    </a:cubicBezTo>
                    <a:cubicBezTo>
                      <a:pt x="4" y="55"/>
                      <a:pt x="3" y="58"/>
                      <a:pt x="0" y="61"/>
                    </a:cubicBezTo>
                    <a:cubicBezTo>
                      <a:pt x="3" y="70"/>
                      <a:pt x="3" y="70"/>
                      <a:pt x="3" y="70"/>
                    </a:cubicBezTo>
                    <a:cubicBezTo>
                      <a:pt x="15" y="84"/>
                      <a:pt x="15" y="84"/>
                      <a:pt x="15" y="84"/>
                    </a:cubicBezTo>
                    <a:cubicBezTo>
                      <a:pt x="15" y="84"/>
                      <a:pt x="15" y="84"/>
                      <a:pt x="15" y="84"/>
                    </a:cubicBezTo>
                    <a:cubicBezTo>
                      <a:pt x="19" y="92"/>
                      <a:pt x="19" y="92"/>
                      <a:pt x="19" y="92"/>
                    </a:cubicBezTo>
                    <a:cubicBezTo>
                      <a:pt x="19" y="93"/>
                      <a:pt x="19" y="93"/>
                      <a:pt x="19" y="93"/>
                    </a:cubicBezTo>
                    <a:cubicBezTo>
                      <a:pt x="18" y="94"/>
                      <a:pt x="18" y="94"/>
                      <a:pt x="18" y="94"/>
                    </a:cubicBezTo>
                    <a:cubicBezTo>
                      <a:pt x="18" y="94"/>
                      <a:pt x="18" y="94"/>
                      <a:pt x="18" y="94"/>
                    </a:cubicBezTo>
                    <a:cubicBezTo>
                      <a:pt x="15" y="98"/>
                      <a:pt x="15" y="98"/>
                      <a:pt x="15" y="98"/>
                    </a:cubicBezTo>
                    <a:cubicBezTo>
                      <a:pt x="14" y="98"/>
                      <a:pt x="14" y="98"/>
                      <a:pt x="14" y="98"/>
                    </a:cubicBezTo>
                    <a:cubicBezTo>
                      <a:pt x="6" y="100"/>
                      <a:pt x="6" y="100"/>
                      <a:pt x="6" y="100"/>
                    </a:cubicBezTo>
                    <a:cubicBezTo>
                      <a:pt x="7" y="106"/>
                      <a:pt x="7" y="106"/>
                      <a:pt x="7" y="106"/>
                    </a:cubicBezTo>
                    <a:cubicBezTo>
                      <a:pt x="13" y="110"/>
                      <a:pt x="13" y="110"/>
                      <a:pt x="13" y="110"/>
                    </a:cubicBezTo>
                    <a:cubicBezTo>
                      <a:pt x="21" y="112"/>
                      <a:pt x="21" y="112"/>
                      <a:pt x="21" y="112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19" y="140"/>
                      <a:pt x="19" y="140"/>
                      <a:pt x="19" y="140"/>
                    </a:cubicBezTo>
                    <a:cubicBezTo>
                      <a:pt x="19" y="142"/>
                      <a:pt x="19" y="142"/>
                      <a:pt x="19" y="142"/>
                    </a:cubicBezTo>
                    <a:cubicBezTo>
                      <a:pt x="18" y="142"/>
                      <a:pt x="18" y="142"/>
                      <a:pt x="18" y="142"/>
                    </a:cubicBezTo>
                    <a:cubicBezTo>
                      <a:pt x="8" y="143"/>
                      <a:pt x="8" y="143"/>
                      <a:pt x="8" y="143"/>
                    </a:cubicBezTo>
                    <a:cubicBezTo>
                      <a:pt x="8" y="147"/>
                      <a:pt x="8" y="147"/>
                      <a:pt x="8" y="147"/>
                    </a:cubicBezTo>
                    <a:cubicBezTo>
                      <a:pt x="5" y="156"/>
                      <a:pt x="5" y="156"/>
                      <a:pt x="5" y="156"/>
                    </a:cubicBezTo>
                    <a:cubicBezTo>
                      <a:pt x="4" y="166"/>
                      <a:pt x="4" y="166"/>
                      <a:pt x="4" y="166"/>
                    </a:cubicBezTo>
                    <a:cubicBezTo>
                      <a:pt x="6" y="172"/>
                      <a:pt x="6" y="172"/>
                      <a:pt x="6" y="172"/>
                    </a:cubicBezTo>
                    <a:cubicBezTo>
                      <a:pt x="18" y="179"/>
                      <a:pt x="18" y="179"/>
                      <a:pt x="18" y="179"/>
                    </a:cubicBezTo>
                    <a:cubicBezTo>
                      <a:pt x="19" y="180"/>
                      <a:pt x="19" y="180"/>
                      <a:pt x="19" y="180"/>
                    </a:cubicBezTo>
                    <a:cubicBezTo>
                      <a:pt x="24" y="188"/>
                      <a:pt x="24" y="188"/>
                      <a:pt x="24" y="188"/>
                    </a:cubicBezTo>
                    <a:cubicBezTo>
                      <a:pt x="24" y="189"/>
                      <a:pt x="24" y="189"/>
                      <a:pt x="24" y="189"/>
                    </a:cubicBezTo>
                    <a:cubicBezTo>
                      <a:pt x="24" y="189"/>
                      <a:pt x="24" y="189"/>
                      <a:pt x="24" y="189"/>
                    </a:cubicBezTo>
                    <a:cubicBezTo>
                      <a:pt x="24" y="190"/>
                      <a:pt x="24" y="190"/>
                      <a:pt x="24" y="190"/>
                    </a:cubicBezTo>
                    <a:cubicBezTo>
                      <a:pt x="17" y="204"/>
                      <a:pt x="17" y="204"/>
                      <a:pt x="17" y="204"/>
                    </a:cubicBezTo>
                    <a:cubicBezTo>
                      <a:pt x="16" y="208"/>
                      <a:pt x="16" y="208"/>
                      <a:pt x="16" y="208"/>
                    </a:cubicBezTo>
                    <a:cubicBezTo>
                      <a:pt x="16" y="208"/>
                      <a:pt x="16" y="208"/>
                      <a:pt x="16" y="208"/>
                    </a:cubicBezTo>
                    <a:cubicBezTo>
                      <a:pt x="12" y="217"/>
                      <a:pt x="12" y="217"/>
                      <a:pt x="12" y="217"/>
                    </a:cubicBezTo>
                    <a:cubicBezTo>
                      <a:pt x="10" y="224"/>
                      <a:pt x="10" y="224"/>
                      <a:pt x="10" y="224"/>
                    </a:cubicBezTo>
                    <a:cubicBezTo>
                      <a:pt x="10" y="225"/>
                      <a:pt x="10" y="225"/>
                      <a:pt x="10" y="225"/>
                    </a:cubicBezTo>
                    <a:cubicBezTo>
                      <a:pt x="10" y="225"/>
                      <a:pt x="10" y="225"/>
                      <a:pt x="10" y="225"/>
                    </a:cubicBezTo>
                    <a:cubicBezTo>
                      <a:pt x="8" y="227"/>
                      <a:pt x="7" y="228"/>
                      <a:pt x="6" y="231"/>
                    </a:cubicBezTo>
                    <a:cubicBezTo>
                      <a:pt x="5" y="232"/>
                      <a:pt x="5" y="232"/>
                      <a:pt x="6" y="233"/>
                    </a:cubicBezTo>
                    <a:cubicBezTo>
                      <a:pt x="7" y="234"/>
                      <a:pt x="7" y="234"/>
                      <a:pt x="7" y="234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3" y="241"/>
                      <a:pt x="13" y="241"/>
                      <a:pt x="13" y="241"/>
                    </a:cubicBezTo>
                    <a:cubicBezTo>
                      <a:pt x="13" y="241"/>
                      <a:pt x="13" y="241"/>
                      <a:pt x="13" y="241"/>
                    </a:cubicBezTo>
                    <a:cubicBezTo>
                      <a:pt x="13" y="241"/>
                      <a:pt x="13" y="241"/>
                      <a:pt x="13" y="241"/>
                    </a:cubicBezTo>
                    <a:cubicBezTo>
                      <a:pt x="14" y="242"/>
                      <a:pt x="14" y="242"/>
                      <a:pt x="14" y="242"/>
                    </a:cubicBezTo>
                    <a:cubicBezTo>
                      <a:pt x="14" y="242"/>
                      <a:pt x="14" y="242"/>
                      <a:pt x="14" y="242"/>
                    </a:cubicBezTo>
                    <a:cubicBezTo>
                      <a:pt x="14" y="244"/>
                      <a:pt x="14" y="244"/>
                      <a:pt x="14" y="244"/>
                    </a:cubicBezTo>
                    <a:cubicBezTo>
                      <a:pt x="14" y="244"/>
                      <a:pt x="14" y="244"/>
                      <a:pt x="14" y="244"/>
                    </a:cubicBezTo>
                    <a:cubicBezTo>
                      <a:pt x="14" y="244"/>
                      <a:pt x="14" y="244"/>
                      <a:pt x="14" y="244"/>
                    </a:cubicBezTo>
                    <a:cubicBezTo>
                      <a:pt x="14" y="244"/>
                      <a:pt x="14" y="244"/>
                      <a:pt x="14" y="244"/>
                    </a:cubicBezTo>
                    <a:cubicBezTo>
                      <a:pt x="14" y="244"/>
                      <a:pt x="14" y="244"/>
                      <a:pt x="14" y="244"/>
                    </a:cubicBezTo>
                    <a:cubicBezTo>
                      <a:pt x="15" y="246"/>
                      <a:pt x="15" y="246"/>
                      <a:pt x="15" y="246"/>
                    </a:cubicBezTo>
                    <a:cubicBezTo>
                      <a:pt x="18" y="248"/>
                      <a:pt x="18" y="248"/>
                      <a:pt x="18" y="248"/>
                    </a:cubicBezTo>
                    <a:cubicBezTo>
                      <a:pt x="33" y="251"/>
                      <a:pt x="33" y="251"/>
                      <a:pt x="33" y="251"/>
                    </a:cubicBezTo>
                    <a:cubicBezTo>
                      <a:pt x="37" y="251"/>
                      <a:pt x="42" y="250"/>
                      <a:pt x="47" y="248"/>
                    </a:cubicBezTo>
                    <a:cubicBezTo>
                      <a:pt x="51" y="246"/>
                      <a:pt x="56" y="245"/>
                      <a:pt x="61" y="246"/>
                    </a:cubicBezTo>
                    <a:cubicBezTo>
                      <a:pt x="61" y="243"/>
                      <a:pt x="61" y="243"/>
                      <a:pt x="61" y="243"/>
                    </a:cubicBezTo>
                    <a:cubicBezTo>
                      <a:pt x="57" y="232"/>
                      <a:pt x="57" y="232"/>
                      <a:pt x="57" y="232"/>
                    </a:cubicBezTo>
                    <a:cubicBezTo>
                      <a:pt x="56" y="232"/>
                      <a:pt x="56" y="232"/>
                      <a:pt x="56" y="232"/>
                    </a:cubicBezTo>
                    <a:cubicBezTo>
                      <a:pt x="57" y="232"/>
                      <a:pt x="57" y="232"/>
                      <a:pt x="57" y="232"/>
                    </a:cubicBezTo>
                    <a:cubicBezTo>
                      <a:pt x="79" y="200"/>
                      <a:pt x="79" y="200"/>
                      <a:pt x="79" y="200"/>
                    </a:cubicBezTo>
                    <a:cubicBezTo>
                      <a:pt x="104" y="176"/>
                      <a:pt x="104" y="176"/>
                      <a:pt x="104" y="176"/>
                    </a:cubicBezTo>
                    <a:cubicBezTo>
                      <a:pt x="104" y="176"/>
                      <a:pt x="104" y="176"/>
                      <a:pt x="104" y="176"/>
                    </a:cubicBezTo>
                    <a:cubicBezTo>
                      <a:pt x="112" y="174"/>
                      <a:pt x="112" y="174"/>
                      <a:pt x="112" y="174"/>
                    </a:cubicBezTo>
                    <a:cubicBezTo>
                      <a:pt x="116" y="169"/>
                      <a:pt x="116" y="169"/>
                      <a:pt x="116" y="169"/>
                    </a:cubicBezTo>
                    <a:cubicBezTo>
                      <a:pt x="116" y="169"/>
                      <a:pt x="116" y="169"/>
                      <a:pt x="116" y="169"/>
                    </a:cubicBezTo>
                    <a:cubicBezTo>
                      <a:pt x="119" y="166"/>
                      <a:pt x="122" y="165"/>
                      <a:pt x="125" y="164"/>
                    </a:cubicBezTo>
                    <a:cubicBezTo>
                      <a:pt x="123" y="162"/>
                      <a:pt x="123" y="162"/>
                      <a:pt x="123" y="162"/>
                    </a:cubicBezTo>
                    <a:cubicBezTo>
                      <a:pt x="117" y="156"/>
                      <a:pt x="117" y="156"/>
                      <a:pt x="117" y="156"/>
                    </a:cubicBezTo>
                    <a:cubicBezTo>
                      <a:pt x="117" y="156"/>
                      <a:pt x="117" y="156"/>
                      <a:pt x="117" y="156"/>
                    </a:cubicBezTo>
                    <a:cubicBezTo>
                      <a:pt x="117" y="156"/>
                      <a:pt x="117" y="156"/>
                      <a:pt x="117" y="156"/>
                    </a:cubicBezTo>
                    <a:cubicBezTo>
                      <a:pt x="113" y="151"/>
                      <a:pt x="113" y="151"/>
                      <a:pt x="113" y="151"/>
                    </a:cubicBezTo>
                    <a:cubicBezTo>
                      <a:pt x="113" y="150"/>
                      <a:pt x="113" y="150"/>
                      <a:pt x="113" y="150"/>
                    </a:cubicBezTo>
                    <a:cubicBezTo>
                      <a:pt x="113" y="150"/>
                      <a:pt x="113" y="150"/>
                      <a:pt x="113" y="150"/>
                    </a:cubicBezTo>
                    <a:cubicBezTo>
                      <a:pt x="115" y="147"/>
                      <a:pt x="115" y="147"/>
                      <a:pt x="115" y="147"/>
                    </a:cubicBezTo>
                    <a:cubicBezTo>
                      <a:pt x="109" y="148"/>
                      <a:pt x="109" y="148"/>
                      <a:pt x="109" y="148"/>
                    </a:cubicBezTo>
                    <a:cubicBezTo>
                      <a:pt x="98" y="146"/>
                      <a:pt x="98" y="146"/>
                      <a:pt x="98" y="146"/>
                    </a:cubicBezTo>
                    <a:cubicBezTo>
                      <a:pt x="94" y="144"/>
                      <a:pt x="91" y="141"/>
                      <a:pt x="90" y="138"/>
                    </a:cubicBezTo>
                    <a:cubicBezTo>
                      <a:pt x="88" y="131"/>
                      <a:pt x="87" y="125"/>
                      <a:pt x="87" y="119"/>
                    </a:cubicBezTo>
                    <a:cubicBezTo>
                      <a:pt x="86" y="121"/>
                      <a:pt x="84" y="122"/>
                      <a:pt x="82" y="122"/>
                    </a:cubicBezTo>
                    <a:cubicBezTo>
                      <a:pt x="73" y="120"/>
                      <a:pt x="73" y="120"/>
                      <a:pt x="73" y="120"/>
                    </a:cubicBezTo>
                    <a:cubicBezTo>
                      <a:pt x="68" y="116"/>
                      <a:pt x="68" y="116"/>
                      <a:pt x="68" y="116"/>
                    </a:cubicBezTo>
                    <a:cubicBezTo>
                      <a:pt x="61" y="114"/>
                      <a:pt x="61" y="114"/>
                      <a:pt x="61" y="114"/>
                    </a:cubicBezTo>
                    <a:cubicBezTo>
                      <a:pt x="58" y="114"/>
                      <a:pt x="58" y="114"/>
                      <a:pt x="58" y="114"/>
                    </a:cubicBezTo>
                    <a:cubicBezTo>
                      <a:pt x="56" y="114"/>
                      <a:pt x="53" y="113"/>
                      <a:pt x="52" y="112"/>
                    </a:cubicBezTo>
                    <a:cubicBezTo>
                      <a:pt x="49" y="110"/>
                      <a:pt x="48" y="108"/>
                      <a:pt x="48" y="107"/>
                    </a:cubicBezTo>
                    <a:cubicBezTo>
                      <a:pt x="47" y="104"/>
                      <a:pt x="48" y="102"/>
                      <a:pt x="51" y="100"/>
                    </a:cubicBezTo>
                    <a:cubicBezTo>
                      <a:pt x="53" y="98"/>
                      <a:pt x="57" y="94"/>
                      <a:pt x="59" y="90"/>
                    </a:cubicBezTo>
                    <a:cubicBezTo>
                      <a:pt x="57" y="87"/>
                      <a:pt x="55" y="83"/>
                      <a:pt x="57" y="80"/>
                    </a:cubicBezTo>
                    <a:cubicBezTo>
                      <a:pt x="57" y="79"/>
                      <a:pt x="57" y="79"/>
                      <a:pt x="57" y="79"/>
                    </a:cubicBezTo>
                    <a:cubicBezTo>
                      <a:pt x="57" y="77"/>
                      <a:pt x="61" y="76"/>
                      <a:pt x="67" y="74"/>
                    </a:cubicBezTo>
                    <a:cubicBezTo>
                      <a:pt x="67" y="72"/>
                      <a:pt x="68" y="70"/>
                      <a:pt x="69" y="70"/>
                    </a:cubicBezTo>
                    <a:cubicBezTo>
                      <a:pt x="75" y="70"/>
                      <a:pt x="75" y="70"/>
                      <a:pt x="75" y="70"/>
                    </a:cubicBezTo>
                    <a:cubicBezTo>
                      <a:pt x="74" y="70"/>
                      <a:pt x="74" y="70"/>
                      <a:pt x="74" y="70"/>
                    </a:cubicBezTo>
                    <a:cubicBezTo>
                      <a:pt x="70" y="67"/>
                      <a:pt x="69" y="64"/>
                      <a:pt x="71" y="61"/>
                    </a:cubicBezTo>
                    <a:cubicBezTo>
                      <a:pt x="74" y="59"/>
                      <a:pt x="74" y="59"/>
                      <a:pt x="74" y="59"/>
                    </a:cubicBezTo>
                    <a:cubicBezTo>
                      <a:pt x="77" y="58"/>
                      <a:pt x="82" y="58"/>
                      <a:pt x="86" y="60"/>
                    </a:cubicBezTo>
                    <a:cubicBezTo>
                      <a:pt x="95" y="67"/>
                      <a:pt x="95" y="67"/>
                      <a:pt x="95" y="67"/>
                    </a:cubicBezTo>
                    <a:cubicBezTo>
                      <a:pt x="104" y="67"/>
                      <a:pt x="104" y="67"/>
                      <a:pt x="104" y="67"/>
                    </a:cubicBezTo>
                    <a:cubicBezTo>
                      <a:pt x="107" y="69"/>
                      <a:pt x="107" y="69"/>
                      <a:pt x="107" y="69"/>
                    </a:cubicBezTo>
                    <a:cubicBezTo>
                      <a:pt x="107" y="72"/>
                      <a:pt x="107" y="72"/>
                      <a:pt x="107" y="72"/>
                    </a:cubicBezTo>
                    <a:cubicBezTo>
                      <a:pt x="107" y="74"/>
                      <a:pt x="106" y="76"/>
                      <a:pt x="105" y="76"/>
                    </a:cubicBezTo>
                    <a:cubicBezTo>
                      <a:pt x="103" y="76"/>
                      <a:pt x="102" y="78"/>
                      <a:pt x="101" y="80"/>
                    </a:cubicBezTo>
                    <a:cubicBezTo>
                      <a:pt x="105" y="90"/>
                      <a:pt x="105" y="90"/>
                      <a:pt x="105" y="90"/>
                    </a:cubicBezTo>
                    <a:cubicBezTo>
                      <a:pt x="108" y="86"/>
                      <a:pt x="110" y="84"/>
                      <a:pt x="113" y="84"/>
                    </a:cubicBezTo>
                    <a:cubicBezTo>
                      <a:pt x="114" y="84"/>
                      <a:pt x="115" y="84"/>
                      <a:pt x="117" y="86"/>
                    </a:cubicBezTo>
                    <a:cubicBezTo>
                      <a:pt x="118" y="88"/>
                      <a:pt x="119" y="92"/>
                      <a:pt x="120" y="95"/>
                    </a:cubicBezTo>
                    <a:cubicBezTo>
                      <a:pt x="120" y="100"/>
                      <a:pt x="121" y="103"/>
                      <a:pt x="123" y="105"/>
                    </a:cubicBezTo>
                    <a:cubicBezTo>
                      <a:pt x="126" y="110"/>
                      <a:pt x="126" y="110"/>
                      <a:pt x="126" y="110"/>
                    </a:cubicBezTo>
                    <a:cubicBezTo>
                      <a:pt x="131" y="116"/>
                      <a:pt x="133" y="120"/>
                      <a:pt x="134" y="124"/>
                    </a:cubicBezTo>
                    <a:cubicBezTo>
                      <a:pt x="150" y="122"/>
                      <a:pt x="150" y="122"/>
                      <a:pt x="150" y="122"/>
                    </a:cubicBezTo>
                    <a:cubicBezTo>
                      <a:pt x="157" y="118"/>
                      <a:pt x="157" y="118"/>
                      <a:pt x="157" y="118"/>
                    </a:cubicBezTo>
                    <a:cubicBezTo>
                      <a:pt x="163" y="110"/>
                      <a:pt x="163" y="110"/>
                      <a:pt x="163" y="110"/>
                    </a:cubicBezTo>
                    <a:cubicBezTo>
                      <a:pt x="166" y="102"/>
                      <a:pt x="166" y="102"/>
                      <a:pt x="166" y="102"/>
                    </a:cubicBezTo>
                    <a:cubicBezTo>
                      <a:pt x="166" y="102"/>
                      <a:pt x="166" y="102"/>
                      <a:pt x="166" y="102"/>
                    </a:cubicBezTo>
                    <a:cubicBezTo>
                      <a:pt x="166" y="102"/>
                      <a:pt x="166" y="102"/>
                      <a:pt x="166" y="102"/>
                    </a:cubicBezTo>
                    <a:cubicBezTo>
                      <a:pt x="168" y="94"/>
                      <a:pt x="168" y="94"/>
                      <a:pt x="168" y="94"/>
                    </a:cubicBezTo>
                    <a:cubicBezTo>
                      <a:pt x="168" y="93"/>
                      <a:pt x="168" y="93"/>
                      <a:pt x="168" y="93"/>
                    </a:cubicBezTo>
                    <a:cubicBezTo>
                      <a:pt x="168" y="92"/>
                      <a:pt x="168" y="92"/>
                      <a:pt x="168" y="92"/>
                    </a:cubicBezTo>
                    <a:cubicBezTo>
                      <a:pt x="169" y="92"/>
                      <a:pt x="169" y="92"/>
                      <a:pt x="169" y="92"/>
                    </a:cubicBezTo>
                    <a:cubicBezTo>
                      <a:pt x="175" y="88"/>
                      <a:pt x="175" y="88"/>
                      <a:pt x="175" y="88"/>
                    </a:cubicBezTo>
                    <a:cubicBezTo>
                      <a:pt x="176" y="88"/>
                      <a:pt x="176" y="88"/>
                      <a:pt x="176" y="88"/>
                    </a:cubicBezTo>
                    <a:cubicBezTo>
                      <a:pt x="175" y="87"/>
                      <a:pt x="175" y="87"/>
                      <a:pt x="175" y="87"/>
                    </a:cubicBezTo>
                    <a:cubicBezTo>
                      <a:pt x="165" y="84"/>
                      <a:pt x="165" y="84"/>
                      <a:pt x="165" y="84"/>
                    </a:cubicBezTo>
                    <a:cubicBezTo>
                      <a:pt x="165" y="84"/>
                      <a:pt x="165" y="84"/>
                      <a:pt x="165" y="84"/>
                    </a:cubicBezTo>
                    <a:cubicBezTo>
                      <a:pt x="165" y="84"/>
                      <a:pt x="165" y="84"/>
                      <a:pt x="165" y="84"/>
                    </a:cubicBezTo>
                    <a:cubicBezTo>
                      <a:pt x="163" y="78"/>
                      <a:pt x="163" y="78"/>
                      <a:pt x="163" y="78"/>
                    </a:cubicBezTo>
                    <a:lnTo>
                      <a:pt x="162" y="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1" name="iŝḷiḍè"/>
              <p:cNvSpPr/>
              <p:nvPr/>
            </p:nvSpPr>
            <p:spPr bwMode="auto">
              <a:xfrm>
                <a:off x="3466" y="2126"/>
                <a:ext cx="440" cy="433"/>
              </a:xfrm>
              <a:custGeom>
                <a:avLst/>
                <a:gdLst>
                  <a:gd name="T0" fmla="*/ 41 w 186"/>
                  <a:gd name="T1" fmla="*/ 60 h 183"/>
                  <a:gd name="T2" fmla="*/ 2 w 186"/>
                  <a:gd name="T3" fmla="*/ 81 h 183"/>
                  <a:gd name="T4" fmla="*/ 15 w 186"/>
                  <a:gd name="T5" fmla="*/ 111 h 183"/>
                  <a:gd name="T6" fmla="*/ 16 w 186"/>
                  <a:gd name="T7" fmla="*/ 111 h 183"/>
                  <a:gd name="T8" fmla="*/ 34 w 186"/>
                  <a:gd name="T9" fmla="*/ 143 h 183"/>
                  <a:gd name="T10" fmla="*/ 44 w 186"/>
                  <a:gd name="T11" fmla="*/ 145 h 183"/>
                  <a:gd name="T12" fmla="*/ 53 w 186"/>
                  <a:gd name="T13" fmla="*/ 150 h 183"/>
                  <a:gd name="T14" fmla="*/ 106 w 186"/>
                  <a:gd name="T15" fmla="*/ 155 h 183"/>
                  <a:gd name="T16" fmla="*/ 109 w 186"/>
                  <a:gd name="T17" fmla="*/ 173 h 183"/>
                  <a:gd name="T18" fmla="*/ 130 w 186"/>
                  <a:gd name="T19" fmla="*/ 171 h 183"/>
                  <a:gd name="T20" fmla="*/ 142 w 186"/>
                  <a:gd name="T21" fmla="*/ 183 h 183"/>
                  <a:gd name="T22" fmla="*/ 151 w 186"/>
                  <a:gd name="T23" fmla="*/ 174 h 183"/>
                  <a:gd name="T24" fmla="*/ 163 w 186"/>
                  <a:gd name="T25" fmla="*/ 175 h 183"/>
                  <a:gd name="T26" fmla="*/ 174 w 186"/>
                  <a:gd name="T27" fmla="*/ 165 h 183"/>
                  <a:gd name="T28" fmla="*/ 172 w 186"/>
                  <a:gd name="T29" fmla="*/ 163 h 183"/>
                  <a:gd name="T30" fmla="*/ 173 w 186"/>
                  <a:gd name="T31" fmla="*/ 153 h 183"/>
                  <a:gd name="T32" fmla="*/ 152 w 186"/>
                  <a:gd name="T33" fmla="*/ 147 h 183"/>
                  <a:gd name="T34" fmla="*/ 142 w 186"/>
                  <a:gd name="T35" fmla="*/ 131 h 183"/>
                  <a:gd name="T36" fmla="*/ 138 w 186"/>
                  <a:gd name="T37" fmla="*/ 118 h 183"/>
                  <a:gd name="T38" fmla="*/ 149 w 186"/>
                  <a:gd name="T39" fmla="*/ 113 h 183"/>
                  <a:gd name="T40" fmla="*/ 156 w 186"/>
                  <a:gd name="T41" fmla="*/ 102 h 183"/>
                  <a:gd name="T42" fmla="*/ 160 w 186"/>
                  <a:gd name="T43" fmla="*/ 98 h 183"/>
                  <a:gd name="T44" fmla="*/ 160 w 186"/>
                  <a:gd name="T45" fmla="*/ 81 h 183"/>
                  <a:gd name="T46" fmla="*/ 170 w 186"/>
                  <a:gd name="T47" fmla="*/ 83 h 183"/>
                  <a:gd name="T48" fmla="*/ 171 w 186"/>
                  <a:gd name="T49" fmla="*/ 84 h 183"/>
                  <a:gd name="T50" fmla="*/ 186 w 186"/>
                  <a:gd name="T51" fmla="*/ 81 h 183"/>
                  <a:gd name="T52" fmla="*/ 169 w 186"/>
                  <a:gd name="T53" fmla="*/ 68 h 183"/>
                  <a:gd name="T54" fmla="*/ 152 w 186"/>
                  <a:gd name="T55" fmla="*/ 63 h 183"/>
                  <a:gd name="T56" fmla="*/ 152 w 186"/>
                  <a:gd name="T57" fmla="*/ 63 h 183"/>
                  <a:gd name="T58" fmla="*/ 131 w 186"/>
                  <a:gd name="T59" fmla="*/ 48 h 183"/>
                  <a:gd name="T60" fmla="*/ 148 w 186"/>
                  <a:gd name="T61" fmla="*/ 29 h 183"/>
                  <a:gd name="T62" fmla="*/ 142 w 186"/>
                  <a:gd name="T63" fmla="*/ 9 h 183"/>
                  <a:gd name="T64" fmla="*/ 114 w 186"/>
                  <a:gd name="T65" fmla="*/ 14 h 183"/>
                  <a:gd name="T66" fmla="*/ 101 w 186"/>
                  <a:gd name="T67" fmla="*/ 7 h 183"/>
                  <a:gd name="T68" fmla="*/ 96 w 186"/>
                  <a:gd name="T69" fmla="*/ 5 h 183"/>
                  <a:gd name="T70" fmla="*/ 95 w 186"/>
                  <a:gd name="T71" fmla="*/ 3 h 183"/>
                  <a:gd name="T72" fmla="*/ 95 w 186"/>
                  <a:gd name="T73" fmla="*/ 3 h 183"/>
                  <a:gd name="T74" fmla="*/ 94 w 186"/>
                  <a:gd name="T75" fmla="*/ 1 h 183"/>
                  <a:gd name="T76" fmla="*/ 94 w 186"/>
                  <a:gd name="T77" fmla="*/ 0 h 183"/>
                  <a:gd name="T78" fmla="*/ 93 w 186"/>
                  <a:gd name="T79" fmla="*/ 11 h 183"/>
                  <a:gd name="T80" fmla="*/ 92 w 186"/>
                  <a:gd name="T81" fmla="*/ 18 h 183"/>
                  <a:gd name="T82" fmla="*/ 93 w 186"/>
                  <a:gd name="T83" fmla="*/ 34 h 183"/>
                  <a:gd name="T84" fmla="*/ 92 w 186"/>
                  <a:gd name="T85" fmla="*/ 35 h 183"/>
                  <a:gd name="T86" fmla="*/ 87 w 186"/>
                  <a:gd name="T87" fmla="*/ 48 h 183"/>
                  <a:gd name="T88" fmla="*/ 67 w 186"/>
                  <a:gd name="T89" fmla="*/ 55 h 183"/>
                  <a:gd name="T90" fmla="*/ 42 w 186"/>
                  <a:gd name="T91" fmla="*/ 60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86" h="183">
                    <a:moveTo>
                      <a:pt x="42" y="60"/>
                    </a:moveTo>
                    <a:cubicBezTo>
                      <a:pt x="41" y="60"/>
                      <a:pt x="41" y="60"/>
                      <a:pt x="41" y="60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2" y="81"/>
                      <a:pt x="2" y="81"/>
                      <a:pt x="2" y="81"/>
                    </a:cubicBezTo>
                    <a:cubicBezTo>
                      <a:pt x="0" y="95"/>
                      <a:pt x="2" y="103"/>
                      <a:pt x="6" y="105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16" y="111"/>
                      <a:pt x="16" y="111"/>
                      <a:pt x="16" y="111"/>
                    </a:cubicBezTo>
                    <a:cubicBezTo>
                      <a:pt x="16" y="111"/>
                      <a:pt x="16" y="111"/>
                      <a:pt x="16" y="111"/>
                    </a:cubicBezTo>
                    <a:cubicBezTo>
                      <a:pt x="18" y="126"/>
                      <a:pt x="18" y="126"/>
                      <a:pt x="18" y="126"/>
                    </a:cubicBezTo>
                    <a:cubicBezTo>
                      <a:pt x="26" y="136"/>
                      <a:pt x="31" y="141"/>
                      <a:pt x="34" y="143"/>
                    </a:cubicBezTo>
                    <a:cubicBezTo>
                      <a:pt x="42" y="145"/>
                      <a:pt x="42" y="145"/>
                      <a:pt x="42" y="145"/>
                    </a:cubicBezTo>
                    <a:cubicBezTo>
                      <a:pt x="44" y="145"/>
                      <a:pt x="44" y="145"/>
                      <a:pt x="44" y="145"/>
                    </a:cubicBezTo>
                    <a:cubicBezTo>
                      <a:pt x="44" y="145"/>
                      <a:pt x="44" y="145"/>
                      <a:pt x="44" y="145"/>
                    </a:cubicBezTo>
                    <a:cubicBezTo>
                      <a:pt x="45" y="147"/>
                      <a:pt x="48" y="149"/>
                      <a:pt x="53" y="150"/>
                    </a:cubicBezTo>
                    <a:cubicBezTo>
                      <a:pt x="77" y="151"/>
                      <a:pt x="77" y="151"/>
                      <a:pt x="77" y="151"/>
                    </a:cubicBezTo>
                    <a:cubicBezTo>
                      <a:pt x="94" y="151"/>
                      <a:pt x="104" y="153"/>
                      <a:pt x="106" y="155"/>
                    </a:cubicBezTo>
                    <a:cubicBezTo>
                      <a:pt x="108" y="156"/>
                      <a:pt x="109" y="160"/>
                      <a:pt x="108" y="166"/>
                    </a:cubicBezTo>
                    <a:cubicBezTo>
                      <a:pt x="108" y="170"/>
                      <a:pt x="108" y="173"/>
                      <a:pt x="109" y="173"/>
                    </a:cubicBezTo>
                    <a:cubicBezTo>
                      <a:pt x="118" y="171"/>
                      <a:pt x="118" y="171"/>
                      <a:pt x="118" y="171"/>
                    </a:cubicBezTo>
                    <a:cubicBezTo>
                      <a:pt x="124" y="169"/>
                      <a:pt x="128" y="169"/>
                      <a:pt x="130" y="171"/>
                    </a:cubicBezTo>
                    <a:cubicBezTo>
                      <a:pt x="134" y="175"/>
                      <a:pt x="134" y="175"/>
                      <a:pt x="134" y="175"/>
                    </a:cubicBezTo>
                    <a:cubicBezTo>
                      <a:pt x="138" y="181"/>
                      <a:pt x="142" y="183"/>
                      <a:pt x="142" y="183"/>
                    </a:cubicBezTo>
                    <a:cubicBezTo>
                      <a:pt x="145" y="182"/>
                      <a:pt x="148" y="179"/>
                      <a:pt x="150" y="175"/>
                    </a:cubicBezTo>
                    <a:cubicBezTo>
                      <a:pt x="151" y="174"/>
                      <a:pt x="151" y="174"/>
                      <a:pt x="151" y="174"/>
                    </a:cubicBezTo>
                    <a:cubicBezTo>
                      <a:pt x="158" y="179"/>
                      <a:pt x="158" y="179"/>
                      <a:pt x="158" y="179"/>
                    </a:cubicBezTo>
                    <a:cubicBezTo>
                      <a:pt x="163" y="175"/>
                      <a:pt x="163" y="175"/>
                      <a:pt x="163" y="175"/>
                    </a:cubicBezTo>
                    <a:cubicBezTo>
                      <a:pt x="164" y="169"/>
                      <a:pt x="167" y="167"/>
                      <a:pt x="172" y="166"/>
                    </a:cubicBezTo>
                    <a:cubicBezTo>
                      <a:pt x="174" y="165"/>
                      <a:pt x="174" y="165"/>
                      <a:pt x="174" y="165"/>
                    </a:cubicBezTo>
                    <a:cubicBezTo>
                      <a:pt x="173" y="164"/>
                      <a:pt x="173" y="164"/>
                      <a:pt x="173" y="164"/>
                    </a:cubicBezTo>
                    <a:cubicBezTo>
                      <a:pt x="172" y="163"/>
                      <a:pt x="172" y="163"/>
                      <a:pt x="172" y="163"/>
                    </a:cubicBezTo>
                    <a:cubicBezTo>
                      <a:pt x="172" y="163"/>
                      <a:pt x="172" y="163"/>
                      <a:pt x="172" y="163"/>
                    </a:cubicBezTo>
                    <a:cubicBezTo>
                      <a:pt x="173" y="153"/>
                      <a:pt x="173" y="153"/>
                      <a:pt x="173" y="153"/>
                    </a:cubicBezTo>
                    <a:cubicBezTo>
                      <a:pt x="170" y="148"/>
                      <a:pt x="166" y="146"/>
                      <a:pt x="161" y="147"/>
                    </a:cubicBezTo>
                    <a:cubicBezTo>
                      <a:pt x="157" y="148"/>
                      <a:pt x="154" y="148"/>
                      <a:pt x="152" y="147"/>
                    </a:cubicBezTo>
                    <a:cubicBezTo>
                      <a:pt x="152" y="145"/>
                      <a:pt x="152" y="145"/>
                      <a:pt x="152" y="143"/>
                    </a:cubicBezTo>
                    <a:cubicBezTo>
                      <a:pt x="149" y="138"/>
                      <a:pt x="146" y="134"/>
                      <a:pt x="142" y="131"/>
                    </a:cubicBezTo>
                    <a:cubicBezTo>
                      <a:pt x="138" y="127"/>
                      <a:pt x="136" y="123"/>
                      <a:pt x="138" y="119"/>
                    </a:cubicBezTo>
                    <a:cubicBezTo>
                      <a:pt x="138" y="118"/>
                      <a:pt x="138" y="118"/>
                      <a:pt x="138" y="118"/>
                    </a:cubicBezTo>
                    <a:cubicBezTo>
                      <a:pt x="150" y="120"/>
                      <a:pt x="150" y="120"/>
                      <a:pt x="150" y="120"/>
                    </a:cubicBezTo>
                    <a:cubicBezTo>
                      <a:pt x="149" y="113"/>
                      <a:pt x="149" y="113"/>
                      <a:pt x="149" y="113"/>
                    </a:cubicBezTo>
                    <a:cubicBezTo>
                      <a:pt x="148" y="109"/>
                      <a:pt x="149" y="107"/>
                      <a:pt x="151" y="105"/>
                    </a:cubicBezTo>
                    <a:cubicBezTo>
                      <a:pt x="152" y="103"/>
                      <a:pt x="154" y="102"/>
                      <a:pt x="156" y="102"/>
                    </a:cubicBezTo>
                    <a:cubicBezTo>
                      <a:pt x="160" y="100"/>
                      <a:pt x="160" y="100"/>
                      <a:pt x="160" y="100"/>
                    </a:cubicBezTo>
                    <a:cubicBezTo>
                      <a:pt x="160" y="98"/>
                      <a:pt x="160" y="98"/>
                      <a:pt x="160" y="98"/>
                    </a:cubicBezTo>
                    <a:cubicBezTo>
                      <a:pt x="157" y="91"/>
                      <a:pt x="156" y="85"/>
                      <a:pt x="157" y="83"/>
                    </a:cubicBezTo>
                    <a:cubicBezTo>
                      <a:pt x="160" y="81"/>
                      <a:pt x="160" y="81"/>
                      <a:pt x="160" y="81"/>
                    </a:cubicBezTo>
                    <a:cubicBezTo>
                      <a:pt x="161" y="80"/>
                      <a:pt x="165" y="81"/>
                      <a:pt x="170" y="83"/>
                    </a:cubicBezTo>
                    <a:cubicBezTo>
                      <a:pt x="170" y="83"/>
                      <a:pt x="170" y="83"/>
                      <a:pt x="170" y="83"/>
                    </a:cubicBezTo>
                    <a:cubicBezTo>
                      <a:pt x="171" y="83"/>
                      <a:pt x="171" y="83"/>
                      <a:pt x="171" y="83"/>
                    </a:cubicBezTo>
                    <a:cubicBezTo>
                      <a:pt x="171" y="84"/>
                      <a:pt x="171" y="84"/>
                      <a:pt x="171" y="84"/>
                    </a:cubicBezTo>
                    <a:cubicBezTo>
                      <a:pt x="175" y="89"/>
                      <a:pt x="178" y="93"/>
                      <a:pt x="179" y="93"/>
                    </a:cubicBezTo>
                    <a:cubicBezTo>
                      <a:pt x="186" y="81"/>
                      <a:pt x="186" y="81"/>
                      <a:pt x="186" y="81"/>
                    </a:cubicBezTo>
                    <a:cubicBezTo>
                      <a:pt x="180" y="73"/>
                      <a:pt x="176" y="67"/>
                      <a:pt x="175" y="64"/>
                    </a:cubicBezTo>
                    <a:cubicBezTo>
                      <a:pt x="169" y="68"/>
                      <a:pt x="169" y="68"/>
                      <a:pt x="169" y="68"/>
                    </a:cubicBezTo>
                    <a:cubicBezTo>
                      <a:pt x="168" y="67"/>
                      <a:pt x="168" y="67"/>
                      <a:pt x="168" y="67"/>
                    </a:cubicBezTo>
                    <a:cubicBezTo>
                      <a:pt x="152" y="63"/>
                      <a:pt x="152" y="63"/>
                      <a:pt x="152" y="63"/>
                    </a:cubicBezTo>
                    <a:cubicBezTo>
                      <a:pt x="152" y="63"/>
                      <a:pt x="152" y="63"/>
                      <a:pt x="152" y="63"/>
                    </a:cubicBezTo>
                    <a:cubicBezTo>
                      <a:pt x="152" y="63"/>
                      <a:pt x="152" y="63"/>
                      <a:pt x="152" y="63"/>
                    </a:cubicBezTo>
                    <a:cubicBezTo>
                      <a:pt x="145" y="60"/>
                      <a:pt x="141" y="56"/>
                      <a:pt x="140" y="53"/>
                    </a:cubicBezTo>
                    <a:cubicBezTo>
                      <a:pt x="131" y="48"/>
                      <a:pt x="131" y="48"/>
                      <a:pt x="131" y="48"/>
                    </a:cubicBezTo>
                    <a:cubicBezTo>
                      <a:pt x="131" y="39"/>
                      <a:pt x="131" y="39"/>
                      <a:pt x="131" y="39"/>
                    </a:cubicBezTo>
                    <a:cubicBezTo>
                      <a:pt x="148" y="29"/>
                      <a:pt x="148" y="29"/>
                      <a:pt x="148" y="29"/>
                    </a:cubicBezTo>
                    <a:cubicBezTo>
                      <a:pt x="148" y="24"/>
                      <a:pt x="146" y="19"/>
                      <a:pt x="144" y="15"/>
                    </a:cubicBezTo>
                    <a:cubicBezTo>
                      <a:pt x="142" y="9"/>
                      <a:pt x="142" y="9"/>
                      <a:pt x="142" y="9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24" y="13"/>
                      <a:pt x="119" y="14"/>
                      <a:pt x="114" y="14"/>
                    </a:cubicBezTo>
                    <a:cubicBezTo>
                      <a:pt x="101" y="11"/>
                      <a:pt x="101" y="11"/>
                      <a:pt x="101" y="11"/>
                    </a:cubicBezTo>
                    <a:cubicBezTo>
                      <a:pt x="101" y="7"/>
                      <a:pt x="101" y="7"/>
                      <a:pt x="101" y="7"/>
                    </a:cubicBezTo>
                    <a:cubicBezTo>
                      <a:pt x="99" y="7"/>
                      <a:pt x="99" y="7"/>
                      <a:pt x="99" y="7"/>
                    </a:cubicBezTo>
                    <a:cubicBezTo>
                      <a:pt x="96" y="5"/>
                      <a:pt x="96" y="5"/>
                      <a:pt x="96" y="5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4" y="1"/>
                      <a:pt x="94" y="1"/>
                      <a:pt x="94" y="1"/>
                    </a:cubicBezTo>
                    <a:cubicBezTo>
                      <a:pt x="94" y="1"/>
                      <a:pt x="94" y="1"/>
                      <a:pt x="94" y="1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3" y="11"/>
                      <a:pt x="93" y="11"/>
                      <a:pt x="93" y="11"/>
                    </a:cubicBezTo>
                    <a:cubicBezTo>
                      <a:pt x="92" y="14"/>
                      <a:pt x="92" y="14"/>
                      <a:pt x="92" y="14"/>
                    </a:cubicBezTo>
                    <a:cubicBezTo>
                      <a:pt x="92" y="16"/>
                      <a:pt x="91" y="17"/>
                      <a:pt x="92" y="18"/>
                    </a:cubicBezTo>
                    <a:cubicBezTo>
                      <a:pt x="94" y="21"/>
                      <a:pt x="93" y="24"/>
                      <a:pt x="91" y="27"/>
                    </a:cubicBezTo>
                    <a:cubicBezTo>
                      <a:pt x="93" y="34"/>
                      <a:pt x="93" y="34"/>
                      <a:pt x="93" y="34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92" y="35"/>
                      <a:pt x="92" y="35"/>
                      <a:pt x="92" y="35"/>
                    </a:cubicBezTo>
                    <a:cubicBezTo>
                      <a:pt x="87" y="39"/>
                      <a:pt x="87" y="39"/>
                      <a:pt x="87" y="39"/>
                    </a:cubicBezTo>
                    <a:cubicBezTo>
                      <a:pt x="87" y="48"/>
                      <a:pt x="87" y="48"/>
                      <a:pt x="87" y="48"/>
                    </a:cubicBezTo>
                    <a:cubicBezTo>
                      <a:pt x="86" y="49"/>
                      <a:pt x="86" y="49"/>
                      <a:pt x="86" y="49"/>
                    </a:cubicBezTo>
                    <a:cubicBezTo>
                      <a:pt x="77" y="53"/>
                      <a:pt x="71" y="55"/>
                      <a:pt x="67" y="55"/>
                    </a:cubicBezTo>
                    <a:cubicBezTo>
                      <a:pt x="50" y="53"/>
                      <a:pt x="50" y="53"/>
                      <a:pt x="50" y="53"/>
                    </a:cubicBezTo>
                    <a:cubicBezTo>
                      <a:pt x="42" y="60"/>
                      <a:pt x="42" y="60"/>
                      <a:pt x="42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îṧľíde"/>
              <p:cNvSpPr/>
              <p:nvPr/>
            </p:nvSpPr>
            <p:spPr bwMode="auto">
              <a:xfrm>
                <a:off x="4292" y="3051"/>
                <a:ext cx="125" cy="303"/>
              </a:xfrm>
              <a:custGeom>
                <a:avLst/>
                <a:gdLst>
                  <a:gd name="T0" fmla="*/ 40 w 53"/>
                  <a:gd name="T1" fmla="*/ 0 h 128"/>
                  <a:gd name="T2" fmla="*/ 12 w 53"/>
                  <a:gd name="T3" fmla="*/ 35 h 128"/>
                  <a:gd name="T4" fmla="*/ 0 w 53"/>
                  <a:gd name="T5" fmla="*/ 54 h 128"/>
                  <a:gd name="T6" fmla="*/ 3 w 53"/>
                  <a:gd name="T7" fmla="*/ 76 h 128"/>
                  <a:gd name="T8" fmla="*/ 3 w 53"/>
                  <a:gd name="T9" fmla="*/ 77 h 128"/>
                  <a:gd name="T10" fmla="*/ 3 w 53"/>
                  <a:gd name="T11" fmla="*/ 77 h 128"/>
                  <a:gd name="T12" fmla="*/ 1 w 53"/>
                  <a:gd name="T13" fmla="*/ 92 h 128"/>
                  <a:gd name="T14" fmla="*/ 2 w 53"/>
                  <a:gd name="T15" fmla="*/ 101 h 128"/>
                  <a:gd name="T16" fmla="*/ 18 w 53"/>
                  <a:gd name="T17" fmla="*/ 112 h 128"/>
                  <a:gd name="T18" fmla="*/ 18 w 53"/>
                  <a:gd name="T19" fmla="*/ 112 h 128"/>
                  <a:gd name="T20" fmla="*/ 19 w 53"/>
                  <a:gd name="T21" fmla="*/ 112 h 128"/>
                  <a:gd name="T22" fmla="*/ 19 w 53"/>
                  <a:gd name="T23" fmla="*/ 113 h 128"/>
                  <a:gd name="T24" fmla="*/ 19 w 53"/>
                  <a:gd name="T25" fmla="*/ 113 h 128"/>
                  <a:gd name="T26" fmla="*/ 25 w 53"/>
                  <a:gd name="T27" fmla="*/ 124 h 128"/>
                  <a:gd name="T28" fmla="*/ 31 w 53"/>
                  <a:gd name="T29" fmla="*/ 128 h 128"/>
                  <a:gd name="T30" fmla="*/ 33 w 53"/>
                  <a:gd name="T31" fmla="*/ 102 h 128"/>
                  <a:gd name="T32" fmla="*/ 33 w 53"/>
                  <a:gd name="T33" fmla="*/ 101 h 128"/>
                  <a:gd name="T34" fmla="*/ 45 w 53"/>
                  <a:gd name="T35" fmla="*/ 73 h 128"/>
                  <a:gd name="T36" fmla="*/ 49 w 53"/>
                  <a:gd name="T37" fmla="*/ 40 h 128"/>
                  <a:gd name="T38" fmla="*/ 49 w 53"/>
                  <a:gd name="T39" fmla="*/ 39 h 128"/>
                  <a:gd name="T40" fmla="*/ 49 w 53"/>
                  <a:gd name="T41" fmla="*/ 39 h 128"/>
                  <a:gd name="T42" fmla="*/ 53 w 53"/>
                  <a:gd name="T43" fmla="*/ 30 h 128"/>
                  <a:gd name="T44" fmla="*/ 50 w 53"/>
                  <a:gd name="T45" fmla="*/ 22 h 128"/>
                  <a:gd name="T46" fmla="*/ 50 w 53"/>
                  <a:gd name="T47" fmla="*/ 22 h 128"/>
                  <a:gd name="T48" fmla="*/ 49 w 53"/>
                  <a:gd name="T49" fmla="*/ 22 h 128"/>
                  <a:gd name="T50" fmla="*/ 49 w 53"/>
                  <a:gd name="T51" fmla="*/ 12 h 128"/>
                  <a:gd name="T52" fmla="*/ 49 w 53"/>
                  <a:gd name="T53" fmla="*/ 11 h 128"/>
                  <a:gd name="T54" fmla="*/ 49 w 53"/>
                  <a:gd name="T55" fmla="*/ 11 h 128"/>
                  <a:gd name="T56" fmla="*/ 51 w 53"/>
                  <a:gd name="T57" fmla="*/ 8 h 128"/>
                  <a:gd name="T58" fmla="*/ 53 w 53"/>
                  <a:gd name="T59" fmla="*/ 6 h 128"/>
                  <a:gd name="T60" fmla="*/ 40 w 53"/>
                  <a:gd name="T61" fmla="*/ 0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53" h="128">
                    <a:moveTo>
                      <a:pt x="40" y="0"/>
                    </a:moveTo>
                    <a:cubicBezTo>
                      <a:pt x="27" y="9"/>
                      <a:pt x="18" y="21"/>
                      <a:pt x="12" y="35"/>
                    </a:cubicBezTo>
                    <a:cubicBezTo>
                      <a:pt x="7" y="47"/>
                      <a:pt x="3" y="53"/>
                      <a:pt x="0" y="54"/>
                    </a:cubicBezTo>
                    <a:cubicBezTo>
                      <a:pt x="3" y="76"/>
                      <a:pt x="3" y="76"/>
                      <a:pt x="3" y="76"/>
                    </a:cubicBezTo>
                    <a:cubicBezTo>
                      <a:pt x="3" y="77"/>
                      <a:pt x="3" y="77"/>
                      <a:pt x="3" y="77"/>
                    </a:cubicBezTo>
                    <a:cubicBezTo>
                      <a:pt x="3" y="77"/>
                      <a:pt x="3" y="77"/>
                      <a:pt x="3" y="77"/>
                    </a:cubicBezTo>
                    <a:cubicBezTo>
                      <a:pt x="1" y="92"/>
                      <a:pt x="1" y="92"/>
                      <a:pt x="1" y="92"/>
                    </a:cubicBezTo>
                    <a:cubicBezTo>
                      <a:pt x="0" y="97"/>
                      <a:pt x="1" y="100"/>
                      <a:pt x="2" y="101"/>
                    </a:cubicBezTo>
                    <a:cubicBezTo>
                      <a:pt x="18" y="112"/>
                      <a:pt x="18" y="112"/>
                      <a:pt x="18" y="112"/>
                    </a:cubicBezTo>
                    <a:cubicBezTo>
                      <a:pt x="18" y="112"/>
                      <a:pt x="18" y="112"/>
                      <a:pt x="18" y="112"/>
                    </a:cubicBezTo>
                    <a:cubicBezTo>
                      <a:pt x="19" y="112"/>
                      <a:pt x="19" y="112"/>
                      <a:pt x="19" y="112"/>
                    </a:cubicBezTo>
                    <a:cubicBezTo>
                      <a:pt x="19" y="113"/>
                      <a:pt x="19" y="113"/>
                      <a:pt x="19" y="113"/>
                    </a:cubicBezTo>
                    <a:cubicBezTo>
                      <a:pt x="19" y="113"/>
                      <a:pt x="19" y="113"/>
                      <a:pt x="19" y="113"/>
                    </a:cubicBezTo>
                    <a:cubicBezTo>
                      <a:pt x="20" y="116"/>
                      <a:pt x="22" y="120"/>
                      <a:pt x="25" y="124"/>
                    </a:cubicBezTo>
                    <a:cubicBezTo>
                      <a:pt x="27" y="126"/>
                      <a:pt x="29" y="127"/>
                      <a:pt x="31" y="128"/>
                    </a:cubicBezTo>
                    <a:cubicBezTo>
                      <a:pt x="33" y="102"/>
                      <a:pt x="33" y="102"/>
                      <a:pt x="33" y="102"/>
                    </a:cubicBezTo>
                    <a:cubicBezTo>
                      <a:pt x="33" y="101"/>
                      <a:pt x="33" y="101"/>
                      <a:pt x="33" y="101"/>
                    </a:cubicBezTo>
                    <a:cubicBezTo>
                      <a:pt x="45" y="73"/>
                      <a:pt x="45" y="73"/>
                      <a:pt x="45" y="73"/>
                    </a:cubicBezTo>
                    <a:cubicBezTo>
                      <a:pt x="49" y="40"/>
                      <a:pt x="49" y="40"/>
                      <a:pt x="49" y="40"/>
                    </a:cubicBezTo>
                    <a:cubicBezTo>
                      <a:pt x="49" y="39"/>
                      <a:pt x="49" y="39"/>
                      <a:pt x="49" y="39"/>
                    </a:cubicBezTo>
                    <a:cubicBezTo>
                      <a:pt x="49" y="39"/>
                      <a:pt x="49" y="39"/>
                      <a:pt x="49" y="39"/>
                    </a:cubicBezTo>
                    <a:cubicBezTo>
                      <a:pt x="53" y="30"/>
                      <a:pt x="53" y="30"/>
                      <a:pt x="53" y="30"/>
                    </a:cubicBezTo>
                    <a:cubicBezTo>
                      <a:pt x="50" y="22"/>
                      <a:pt x="50" y="22"/>
                      <a:pt x="50" y="22"/>
                    </a:cubicBezTo>
                    <a:cubicBezTo>
                      <a:pt x="50" y="22"/>
                      <a:pt x="50" y="22"/>
                      <a:pt x="50" y="22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9" y="12"/>
                      <a:pt x="49" y="12"/>
                      <a:pt x="49" y="12"/>
                    </a:cubicBezTo>
                    <a:cubicBezTo>
                      <a:pt x="49" y="11"/>
                      <a:pt x="49" y="11"/>
                      <a:pt x="49" y="11"/>
                    </a:cubicBezTo>
                    <a:cubicBezTo>
                      <a:pt x="49" y="11"/>
                      <a:pt x="49" y="11"/>
                      <a:pt x="49" y="11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3" y="6"/>
                      <a:pt x="53" y="6"/>
                      <a:pt x="53" y="6"/>
                    </a:cubicBezTo>
                    <a:lnTo>
                      <a:pt x="4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îṩḷiḓe"/>
              <p:cNvSpPr/>
              <p:nvPr/>
            </p:nvSpPr>
            <p:spPr bwMode="auto">
              <a:xfrm>
                <a:off x="3366" y="3588"/>
                <a:ext cx="195" cy="166"/>
              </a:xfrm>
              <a:custGeom>
                <a:avLst/>
                <a:gdLst>
                  <a:gd name="T0" fmla="*/ 37 w 82"/>
                  <a:gd name="T1" fmla="*/ 7 h 70"/>
                  <a:gd name="T2" fmla="*/ 36 w 82"/>
                  <a:gd name="T3" fmla="*/ 9 h 70"/>
                  <a:gd name="T4" fmla="*/ 36 w 82"/>
                  <a:gd name="T5" fmla="*/ 9 h 70"/>
                  <a:gd name="T6" fmla="*/ 35 w 82"/>
                  <a:gd name="T7" fmla="*/ 10 h 70"/>
                  <a:gd name="T8" fmla="*/ 19 w 82"/>
                  <a:gd name="T9" fmla="*/ 14 h 70"/>
                  <a:gd name="T10" fmla="*/ 20 w 82"/>
                  <a:gd name="T11" fmla="*/ 16 h 70"/>
                  <a:gd name="T12" fmla="*/ 25 w 82"/>
                  <a:gd name="T13" fmla="*/ 22 h 70"/>
                  <a:gd name="T14" fmla="*/ 23 w 82"/>
                  <a:gd name="T15" fmla="*/ 23 h 70"/>
                  <a:gd name="T16" fmla="*/ 16 w 82"/>
                  <a:gd name="T17" fmla="*/ 27 h 70"/>
                  <a:gd name="T18" fmla="*/ 4 w 82"/>
                  <a:gd name="T19" fmla="*/ 36 h 70"/>
                  <a:gd name="T20" fmla="*/ 6 w 82"/>
                  <a:gd name="T21" fmla="*/ 63 h 70"/>
                  <a:gd name="T22" fmla="*/ 18 w 82"/>
                  <a:gd name="T23" fmla="*/ 64 h 70"/>
                  <a:gd name="T24" fmla="*/ 19 w 82"/>
                  <a:gd name="T25" fmla="*/ 64 h 70"/>
                  <a:gd name="T26" fmla="*/ 19 w 82"/>
                  <a:gd name="T27" fmla="*/ 64 h 70"/>
                  <a:gd name="T28" fmla="*/ 31 w 82"/>
                  <a:gd name="T29" fmla="*/ 70 h 70"/>
                  <a:gd name="T30" fmla="*/ 44 w 82"/>
                  <a:gd name="T31" fmla="*/ 68 h 70"/>
                  <a:gd name="T32" fmla="*/ 62 w 82"/>
                  <a:gd name="T33" fmla="*/ 53 h 70"/>
                  <a:gd name="T34" fmla="*/ 63 w 82"/>
                  <a:gd name="T35" fmla="*/ 53 h 70"/>
                  <a:gd name="T36" fmla="*/ 64 w 82"/>
                  <a:gd name="T37" fmla="*/ 52 h 70"/>
                  <a:gd name="T38" fmla="*/ 69 w 82"/>
                  <a:gd name="T39" fmla="*/ 50 h 70"/>
                  <a:gd name="T40" fmla="*/ 68 w 82"/>
                  <a:gd name="T41" fmla="*/ 33 h 70"/>
                  <a:gd name="T42" fmla="*/ 68 w 82"/>
                  <a:gd name="T43" fmla="*/ 33 h 70"/>
                  <a:gd name="T44" fmla="*/ 75 w 82"/>
                  <a:gd name="T45" fmla="*/ 22 h 70"/>
                  <a:gd name="T46" fmla="*/ 75 w 82"/>
                  <a:gd name="T47" fmla="*/ 22 h 70"/>
                  <a:gd name="T48" fmla="*/ 75 w 82"/>
                  <a:gd name="T49" fmla="*/ 22 h 70"/>
                  <a:gd name="T50" fmla="*/ 81 w 82"/>
                  <a:gd name="T51" fmla="*/ 17 h 70"/>
                  <a:gd name="T52" fmla="*/ 79 w 82"/>
                  <a:gd name="T53" fmla="*/ 5 h 70"/>
                  <a:gd name="T54" fmla="*/ 74 w 82"/>
                  <a:gd name="T55" fmla="*/ 0 h 70"/>
                  <a:gd name="T56" fmla="*/ 74 w 82"/>
                  <a:gd name="T57" fmla="*/ 6 h 70"/>
                  <a:gd name="T58" fmla="*/ 64 w 82"/>
                  <a:gd name="T59" fmla="*/ 4 h 70"/>
                  <a:gd name="T60" fmla="*/ 59 w 82"/>
                  <a:gd name="T61" fmla="*/ 7 h 70"/>
                  <a:gd name="T62" fmla="*/ 58 w 82"/>
                  <a:gd name="T63" fmla="*/ 7 h 70"/>
                  <a:gd name="T64" fmla="*/ 58 w 82"/>
                  <a:gd name="T65" fmla="*/ 7 h 70"/>
                  <a:gd name="T66" fmla="*/ 37 w 82"/>
                  <a:gd name="T67" fmla="*/ 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2" h="70">
                    <a:moveTo>
                      <a:pt x="37" y="7"/>
                    </a:moveTo>
                    <a:cubicBezTo>
                      <a:pt x="36" y="9"/>
                      <a:pt x="36" y="9"/>
                      <a:pt x="36" y="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5" y="10"/>
                      <a:pt x="35" y="10"/>
                      <a:pt x="35" y="10"/>
                    </a:cubicBezTo>
                    <a:cubicBezTo>
                      <a:pt x="19" y="14"/>
                      <a:pt x="19" y="14"/>
                      <a:pt x="19" y="14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5" y="22"/>
                      <a:pt x="25" y="22"/>
                      <a:pt x="25" y="22"/>
                    </a:cubicBezTo>
                    <a:cubicBezTo>
                      <a:pt x="24" y="22"/>
                      <a:pt x="24" y="23"/>
                      <a:pt x="23" y="23"/>
                    </a:cubicBezTo>
                    <a:cubicBezTo>
                      <a:pt x="16" y="27"/>
                      <a:pt x="16" y="27"/>
                      <a:pt x="16" y="27"/>
                    </a:cubicBezTo>
                    <a:cubicBezTo>
                      <a:pt x="4" y="36"/>
                      <a:pt x="4" y="36"/>
                      <a:pt x="4" y="36"/>
                    </a:cubicBezTo>
                    <a:cubicBezTo>
                      <a:pt x="0" y="41"/>
                      <a:pt x="0" y="49"/>
                      <a:pt x="6" y="63"/>
                    </a:cubicBezTo>
                    <a:cubicBezTo>
                      <a:pt x="18" y="64"/>
                      <a:pt x="18" y="64"/>
                      <a:pt x="18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19" y="64"/>
                      <a:pt x="19" y="64"/>
                      <a:pt x="19" y="64"/>
                    </a:cubicBezTo>
                    <a:cubicBezTo>
                      <a:pt x="31" y="70"/>
                      <a:pt x="31" y="70"/>
                      <a:pt x="31" y="70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9" y="67"/>
                      <a:pt x="55" y="62"/>
                      <a:pt x="62" y="53"/>
                    </a:cubicBezTo>
                    <a:cubicBezTo>
                      <a:pt x="63" y="53"/>
                      <a:pt x="63" y="53"/>
                      <a:pt x="63" y="53"/>
                    </a:cubicBezTo>
                    <a:cubicBezTo>
                      <a:pt x="64" y="52"/>
                      <a:pt x="64" y="52"/>
                      <a:pt x="64" y="52"/>
                    </a:cubicBezTo>
                    <a:cubicBezTo>
                      <a:pt x="69" y="50"/>
                      <a:pt x="69" y="50"/>
                      <a:pt x="69" y="50"/>
                    </a:cubicBezTo>
                    <a:cubicBezTo>
                      <a:pt x="68" y="33"/>
                      <a:pt x="68" y="33"/>
                      <a:pt x="68" y="33"/>
                    </a:cubicBezTo>
                    <a:cubicBezTo>
                      <a:pt x="68" y="33"/>
                      <a:pt x="68" y="33"/>
                      <a:pt x="68" y="33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75" y="22"/>
                      <a:pt x="75" y="22"/>
                      <a:pt x="75" y="22"/>
                    </a:cubicBezTo>
                    <a:cubicBezTo>
                      <a:pt x="81" y="17"/>
                      <a:pt x="81" y="17"/>
                      <a:pt x="81" y="17"/>
                    </a:cubicBezTo>
                    <a:cubicBezTo>
                      <a:pt x="82" y="13"/>
                      <a:pt x="81" y="8"/>
                      <a:pt x="79" y="5"/>
                    </a:cubicBezTo>
                    <a:cubicBezTo>
                      <a:pt x="78" y="1"/>
                      <a:pt x="76" y="0"/>
                      <a:pt x="74" y="0"/>
                    </a:cubicBezTo>
                    <a:cubicBezTo>
                      <a:pt x="74" y="6"/>
                      <a:pt x="74" y="6"/>
                      <a:pt x="74" y="6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59" y="7"/>
                      <a:pt x="59" y="7"/>
                      <a:pt x="59" y="7"/>
                    </a:cubicBezTo>
                    <a:cubicBezTo>
                      <a:pt x="58" y="7"/>
                      <a:pt x="58" y="7"/>
                      <a:pt x="58" y="7"/>
                    </a:cubicBezTo>
                    <a:cubicBezTo>
                      <a:pt x="58" y="7"/>
                      <a:pt x="58" y="7"/>
                      <a:pt x="58" y="7"/>
                    </a:cubicBezTo>
                    <a:lnTo>
                      <a:pt x="37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7" name="îśḻíḍè"/>
            <p:cNvSpPr/>
            <p:nvPr/>
          </p:nvSpPr>
          <p:spPr>
            <a:xfrm>
              <a:off x="4849071" y="2393330"/>
              <a:ext cx="2506688" cy="2506688"/>
            </a:xfrm>
            <a:prstGeom prst="ellipse">
              <a:avLst/>
            </a:prstGeom>
            <a:noFill/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íṥḻîḓé"/>
            <p:cNvSpPr/>
            <p:nvPr/>
          </p:nvSpPr>
          <p:spPr>
            <a:xfrm>
              <a:off x="5754162" y="1938401"/>
              <a:ext cx="696504" cy="696504"/>
            </a:xfrm>
            <a:custGeom>
              <a:avLst/>
              <a:gdLst>
                <a:gd name="connsiteX0" fmla="*/ 0 w 670873"/>
                <a:gd name="connsiteY0" fmla="*/ 335437 h 670873"/>
                <a:gd name="connsiteX1" fmla="*/ 335437 w 670873"/>
                <a:gd name="connsiteY1" fmla="*/ 0 h 670873"/>
                <a:gd name="connsiteX2" fmla="*/ 670874 w 670873"/>
                <a:gd name="connsiteY2" fmla="*/ 335437 h 670873"/>
                <a:gd name="connsiteX3" fmla="*/ 335437 w 670873"/>
                <a:gd name="connsiteY3" fmla="*/ 670874 h 670873"/>
                <a:gd name="connsiteX4" fmla="*/ 0 w 670873"/>
                <a:gd name="connsiteY4" fmla="*/ 335437 h 67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873" h="670873">
                  <a:moveTo>
                    <a:pt x="0" y="335437"/>
                  </a:moveTo>
                  <a:cubicBezTo>
                    <a:pt x="0" y="150180"/>
                    <a:pt x="150180" y="0"/>
                    <a:pt x="335437" y="0"/>
                  </a:cubicBezTo>
                  <a:cubicBezTo>
                    <a:pt x="520694" y="0"/>
                    <a:pt x="670874" y="150180"/>
                    <a:pt x="670874" y="335437"/>
                  </a:cubicBezTo>
                  <a:cubicBezTo>
                    <a:pt x="670874" y="520694"/>
                    <a:pt x="520694" y="670874"/>
                    <a:pt x="335437" y="670874"/>
                  </a:cubicBezTo>
                  <a:cubicBezTo>
                    <a:pt x="150180" y="670874"/>
                    <a:pt x="0" y="520694"/>
                    <a:pt x="0" y="335437"/>
                  </a:cubicBezTo>
                  <a:close/>
                </a:path>
              </a:pathLst>
            </a:custGeom>
            <a:solidFill>
              <a:schemeClr val="accent1"/>
            </a:solidFill>
            <a:ln w="2857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ïśliḓê"/>
            <p:cNvSpPr/>
            <p:nvPr/>
          </p:nvSpPr>
          <p:spPr>
            <a:xfrm>
              <a:off x="6931977" y="2618412"/>
              <a:ext cx="696504" cy="696504"/>
            </a:xfrm>
            <a:custGeom>
              <a:avLst/>
              <a:gdLst>
                <a:gd name="connsiteX0" fmla="*/ 0 w 670873"/>
                <a:gd name="connsiteY0" fmla="*/ 335437 h 670873"/>
                <a:gd name="connsiteX1" fmla="*/ 335437 w 670873"/>
                <a:gd name="connsiteY1" fmla="*/ 0 h 670873"/>
                <a:gd name="connsiteX2" fmla="*/ 670874 w 670873"/>
                <a:gd name="connsiteY2" fmla="*/ 335437 h 670873"/>
                <a:gd name="connsiteX3" fmla="*/ 335437 w 670873"/>
                <a:gd name="connsiteY3" fmla="*/ 670874 h 670873"/>
                <a:gd name="connsiteX4" fmla="*/ 0 w 670873"/>
                <a:gd name="connsiteY4" fmla="*/ 335437 h 67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873" h="670873">
                  <a:moveTo>
                    <a:pt x="0" y="335437"/>
                  </a:moveTo>
                  <a:cubicBezTo>
                    <a:pt x="0" y="150180"/>
                    <a:pt x="150180" y="0"/>
                    <a:pt x="335437" y="0"/>
                  </a:cubicBezTo>
                  <a:cubicBezTo>
                    <a:pt x="520694" y="0"/>
                    <a:pt x="670874" y="150180"/>
                    <a:pt x="670874" y="335437"/>
                  </a:cubicBezTo>
                  <a:cubicBezTo>
                    <a:pt x="670874" y="520694"/>
                    <a:pt x="520694" y="670874"/>
                    <a:pt x="335437" y="670874"/>
                  </a:cubicBezTo>
                  <a:cubicBezTo>
                    <a:pt x="150180" y="670874"/>
                    <a:pt x="0" y="520694"/>
                    <a:pt x="0" y="335437"/>
                  </a:cubicBezTo>
                  <a:close/>
                </a:path>
              </a:pathLst>
            </a:custGeom>
            <a:solidFill>
              <a:schemeClr val="accent3"/>
            </a:solidFill>
            <a:ln w="28575"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îsļíḍé"/>
            <p:cNvSpPr/>
            <p:nvPr/>
          </p:nvSpPr>
          <p:spPr>
            <a:xfrm>
              <a:off x="6931977" y="3978432"/>
              <a:ext cx="696504" cy="696504"/>
            </a:xfrm>
            <a:custGeom>
              <a:avLst/>
              <a:gdLst>
                <a:gd name="connsiteX0" fmla="*/ 0 w 670873"/>
                <a:gd name="connsiteY0" fmla="*/ 335437 h 670873"/>
                <a:gd name="connsiteX1" fmla="*/ 335437 w 670873"/>
                <a:gd name="connsiteY1" fmla="*/ 0 h 670873"/>
                <a:gd name="connsiteX2" fmla="*/ 670874 w 670873"/>
                <a:gd name="connsiteY2" fmla="*/ 335437 h 670873"/>
                <a:gd name="connsiteX3" fmla="*/ 335437 w 670873"/>
                <a:gd name="connsiteY3" fmla="*/ 670874 h 670873"/>
                <a:gd name="connsiteX4" fmla="*/ 0 w 670873"/>
                <a:gd name="connsiteY4" fmla="*/ 335437 h 67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873" h="670873">
                  <a:moveTo>
                    <a:pt x="0" y="335437"/>
                  </a:moveTo>
                  <a:cubicBezTo>
                    <a:pt x="0" y="150180"/>
                    <a:pt x="150180" y="0"/>
                    <a:pt x="335437" y="0"/>
                  </a:cubicBezTo>
                  <a:cubicBezTo>
                    <a:pt x="520694" y="0"/>
                    <a:pt x="670874" y="150180"/>
                    <a:pt x="670874" y="335437"/>
                  </a:cubicBezTo>
                  <a:cubicBezTo>
                    <a:pt x="670874" y="520694"/>
                    <a:pt x="520694" y="670874"/>
                    <a:pt x="335437" y="670874"/>
                  </a:cubicBezTo>
                  <a:cubicBezTo>
                    <a:pt x="150180" y="670874"/>
                    <a:pt x="0" y="520694"/>
                    <a:pt x="0" y="335437"/>
                  </a:cubicBezTo>
                  <a:close/>
                </a:path>
              </a:pathLst>
            </a:cu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iŝḷîďe"/>
            <p:cNvSpPr/>
            <p:nvPr/>
          </p:nvSpPr>
          <p:spPr>
            <a:xfrm>
              <a:off x="5754162" y="4658443"/>
              <a:ext cx="696504" cy="696504"/>
            </a:xfrm>
            <a:custGeom>
              <a:avLst/>
              <a:gdLst>
                <a:gd name="connsiteX0" fmla="*/ 0 w 670873"/>
                <a:gd name="connsiteY0" fmla="*/ 335437 h 670873"/>
                <a:gd name="connsiteX1" fmla="*/ 335437 w 670873"/>
                <a:gd name="connsiteY1" fmla="*/ 0 h 670873"/>
                <a:gd name="connsiteX2" fmla="*/ 670874 w 670873"/>
                <a:gd name="connsiteY2" fmla="*/ 335437 h 670873"/>
                <a:gd name="connsiteX3" fmla="*/ 335437 w 670873"/>
                <a:gd name="connsiteY3" fmla="*/ 670874 h 670873"/>
                <a:gd name="connsiteX4" fmla="*/ 0 w 670873"/>
                <a:gd name="connsiteY4" fmla="*/ 335437 h 67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873" h="670873">
                  <a:moveTo>
                    <a:pt x="0" y="335437"/>
                  </a:moveTo>
                  <a:cubicBezTo>
                    <a:pt x="0" y="150180"/>
                    <a:pt x="150180" y="0"/>
                    <a:pt x="335437" y="0"/>
                  </a:cubicBezTo>
                  <a:cubicBezTo>
                    <a:pt x="520694" y="0"/>
                    <a:pt x="670874" y="150180"/>
                    <a:pt x="670874" y="335437"/>
                  </a:cubicBezTo>
                  <a:cubicBezTo>
                    <a:pt x="670874" y="520694"/>
                    <a:pt x="520694" y="670874"/>
                    <a:pt x="335437" y="670874"/>
                  </a:cubicBezTo>
                  <a:cubicBezTo>
                    <a:pt x="150180" y="670874"/>
                    <a:pt x="0" y="520694"/>
                    <a:pt x="0" y="335437"/>
                  </a:cubicBezTo>
                  <a:close/>
                </a:path>
              </a:pathLst>
            </a:custGeom>
            <a:solidFill>
              <a:schemeClr val="accent3"/>
            </a:solidFill>
            <a:ln w="28575"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" name="ísḷîḋè"/>
            <p:cNvSpPr/>
            <p:nvPr/>
          </p:nvSpPr>
          <p:spPr>
            <a:xfrm>
              <a:off x="4576351" y="3978432"/>
              <a:ext cx="696504" cy="696504"/>
            </a:xfrm>
            <a:custGeom>
              <a:avLst/>
              <a:gdLst>
                <a:gd name="connsiteX0" fmla="*/ 0 w 670873"/>
                <a:gd name="connsiteY0" fmla="*/ 335437 h 670873"/>
                <a:gd name="connsiteX1" fmla="*/ 335437 w 670873"/>
                <a:gd name="connsiteY1" fmla="*/ 0 h 670873"/>
                <a:gd name="connsiteX2" fmla="*/ 670874 w 670873"/>
                <a:gd name="connsiteY2" fmla="*/ 335437 h 670873"/>
                <a:gd name="connsiteX3" fmla="*/ 335437 w 670873"/>
                <a:gd name="connsiteY3" fmla="*/ 670874 h 670873"/>
                <a:gd name="connsiteX4" fmla="*/ 0 w 670873"/>
                <a:gd name="connsiteY4" fmla="*/ 335437 h 67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873" h="670873">
                  <a:moveTo>
                    <a:pt x="0" y="335437"/>
                  </a:moveTo>
                  <a:cubicBezTo>
                    <a:pt x="0" y="150180"/>
                    <a:pt x="150180" y="0"/>
                    <a:pt x="335437" y="0"/>
                  </a:cubicBezTo>
                  <a:cubicBezTo>
                    <a:pt x="520694" y="0"/>
                    <a:pt x="670874" y="150180"/>
                    <a:pt x="670874" y="335437"/>
                  </a:cubicBezTo>
                  <a:cubicBezTo>
                    <a:pt x="670874" y="520694"/>
                    <a:pt x="520694" y="670874"/>
                    <a:pt x="335437" y="670874"/>
                  </a:cubicBezTo>
                  <a:cubicBezTo>
                    <a:pt x="150180" y="670874"/>
                    <a:pt x="0" y="520694"/>
                    <a:pt x="0" y="335437"/>
                  </a:cubicBezTo>
                  <a:close/>
                </a:path>
              </a:pathLst>
            </a:custGeom>
            <a:solidFill>
              <a:schemeClr val="accent1"/>
            </a:solidFill>
            <a:ln w="28575"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3" name="iṧľíḓê"/>
            <p:cNvSpPr/>
            <p:nvPr/>
          </p:nvSpPr>
          <p:spPr>
            <a:xfrm>
              <a:off x="4576351" y="2618412"/>
              <a:ext cx="696504" cy="696504"/>
            </a:xfrm>
            <a:custGeom>
              <a:avLst/>
              <a:gdLst>
                <a:gd name="connsiteX0" fmla="*/ 0 w 670873"/>
                <a:gd name="connsiteY0" fmla="*/ 335437 h 670873"/>
                <a:gd name="connsiteX1" fmla="*/ 335437 w 670873"/>
                <a:gd name="connsiteY1" fmla="*/ 0 h 670873"/>
                <a:gd name="connsiteX2" fmla="*/ 670874 w 670873"/>
                <a:gd name="connsiteY2" fmla="*/ 335437 h 670873"/>
                <a:gd name="connsiteX3" fmla="*/ 335437 w 670873"/>
                <a:gd name="connsiteY3" fmla="*/ 670874 h 670873"/>
                <a:gd name="connsiteX4" fmla="*/ 0 w 670873"/>
                <a:gd name="connsiteY4" fmla="*/ 335437 h 670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0873" h="670873">
                  <a:moveTo>
                    <a:pt x="0" y="335437"/>
                  </a:moveTo>
                  <a:cubicBezTo>
                    <a:pt x="0" y="150180"/>
                    <a:pt x="150180" y="0"/>
                    <a:pt x="335437" y="0"/>
                  </a:cubicBezTo>
                  <a:cubicBezTo>
                    <a:pt x="520694" y="0"/>
                    <a:pt x="670874" y="150180"/>
                    <a:pt x="670874" y="335437"/>
                  </a:cubicBezTo>
                  <a:cubicBezTo>
                    <a:pt x="670874" y="520694"/>
                    <a:pt x="520694" y="670874"/>
                    <a:pt x="335437" y="670874"/>
                  </a:cubicBezTo>
                  <a:cubicBezTo>
                    <a:pt x="150180" y="670874"/>
                    <a:pt x="0" y="520694"/>
                    <a:pt x="0" y="335437"/>
                  </a:cubicBezTo>
                  <a:close/>
                </a:path>
              </a:pathLst>
            </a:custGeom>
            <a:solidFill>
              <a:schemeClr val="accent3"/>
            </a:solidFill>
            <a:ln w="28575"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4" name="îṧ1ïḍê"/>
            <p:cNvSpPr/>
            <p:nvPr/>
          </p:nvSpPr>
          <p:spPr>
            <a:xfrm>
              <a:off x="5631771" y="1407639"/>
              <a:ext cx="941283" cy="307777"/>
            </a:xfrm>
            <a:prstGeom prst="rect">
              <a:avLst/>
            </a:prstGeom>
          </p:spPr>
          <p:txBody>
            <a:bodyPr wrap="none">
              <a:normAutofit/>
            </a:bodyPr>
            <a:lstStyle/>
            <a:p>
              <a:pPr algn="ctr"/>
              <a:r>
                <a:rPr lang="en-US" altLang="zh-CN" sz="1400" b="1" dirty="0"/>
                <a:t>Keyword</a:t>
              </a:r>
              <a:endParaRPr lang="zh-CN" altLang="en-US" sz="1400" b="1" dirty="0"/>
            </a:p>
          </p:txBody>
        </p:sp>
        <p:sp>
          <p:nvSpPr>
            <p:cNvPr id="15" name="ïŝḷïḍé"/>
            <p:cNvSpPr/>
            <p:nvPr/>
          </p:nvSpPr>
          <p:spPr>
            <a:xfrm>
              <a:off x="5358983" y="5462927"/>
              <a:ext cx="1486860" cy="307777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/>
              <a:r>
                <a:rPr lang="en-US" altLang="zh-CN" sz="1400" b="1" dirty="0"/>
                <a:t>Keyword</a:t>
              </a:r>
              <a:endParaRPr lang="zh-CN" altLang="en-US" sz="1400" b="1" dirty="0"/>
            </a:p>
          </p:txBody>
        </p:sp>
        <p:sp>
          <p:nvSpPr>
            <p:cNvPr id="16" name="îṩḻídé"/>
            <p:cNvSpPr/>
            <p:nvPr/>
          </p:nvSpPr>
          <p:spPr>
            <a:xfrm>
              <a:off x="7798138" y="2594905"/>
              <a:ext cx="941283" cy="307777"/>
            </a:xfrm>
            <a:prstGeom prst="rect">
              <a:avLst/>
            </a:prstGeom>
          </p:spPr>
          <p:txBody>
            <a:bodyPr wrap="none">
              <a:normAutofit/>
            </a:bodyPr>
            <a:lstStyle/>
            <a:p>
              <a:r>
                <a:rPr lang="en-US" altLang="zh-CN" sz="1400" b="1" dirty="0"/>
                <a:t>Keyword</a:t>
              </a:r>
              <a:endParaRPr lang="zh-CN" altLang="en-US" sz="1400" b="1" dirty="0"/>
            </a:p>
          </p:txBody>
        </p:sp>
        <p:sp>
          <p:nvSpPr>
            <p:cNvPr id="17" name="îṧļïḍé"/>
            <p:cNvSpPr/>
            <p:nvPr/>
          </p:nvSpPr>
          <p:spPr>
            <a:xfrm>
              <a:off x="3452579" y="2594905"/>
              <a:ext cx="941283" cy="307777"/>
            </a:xfrm>
            <a:prstGeom prst="rect">
              <a:avLst/>
            </a:prstGeom>
          </p:spPr>
          <p:txBody>
            <a:bodyPr wrap="none">
              <a:normAutofit/>
            </a:bodyPr>
            <a:lstStyle/>
            <a:p>
              <a:pPr algn="r">
                <a:tabLst>
                  <a:tab pos="359410" algn="l"/>
                </a:tabLst>
              </a:pPr>
              <a:r>
                <a:rPr lang="en-US" altLang="zh-CN" sz="1400" b="1" dirty="0"/>
                <a:t>Keyword</a:t>
              </a:r>
              <a:endParaRPr lang="zh-CN" altLang="en-US" sz="1400" b="1" dirty="0"/>
            </a:p>
          </p:txBody>
        </p:sp>
        <p:sp>
          <p:nvSpPr>
            <p:cNvPr id="18" name="ïṡ1ïďê"/>
            <p:cNvSpPr/>
            <p:nvPr/>
          </p:nvSpPr>
          <p:spPr>
            <a:xfrm>
              <a:off x="3476466" y="4253051"/>
              <a:ext cx="941283" cy="307777"/>
            </a:xfrm>
            <a:prstGeom prst="rect">
              <a:avLst/>
            </a:prstGeom>
          </p:spPr>
          <p:txBody>
            <a:bodyPr wrap="none">
              <a:normAutofit/>
            </a:bodyPr>
            <a:lstStyle/>
            <a:p>
              <a:pPr algn="r" defTabSz="360045" fontAlgn="auto">
                <a:spcBef>
                  <a:spcPts val="0"/>
                </a:spcBef>
                <a:spcAft>
                  <a:spcPts val="600"/>
                </a:spcAft>
                <a:tabLst>
                  <a:tab pos="359410" algn="l"/>
                </a:tabLst>
              </a:pPr>
              <a:r>
                <a:rPr lang="en-US" altLang="zh-CN" sz="1400" b="1" dirty="0"/>
                <a:t>Keyword</a:t>
              </a:r>
              <a:endParaRPr lang="zh-CN" altLang="en-US" sz="1400" b="1" dirty="0"/>
            </a:p>
          </p:txBody>
        </p:sp>
        <p:sp>
          <p:nvSpPr>
            <p:cNvPr id="19" name="îśľîḓé"/>
            <p:cNvSpPr/>
            <p:nvPr/>
          </p:nvSpPr>
          <p:spPr>
            <a:xfrm>
              <a:off x="7798138" y="4253051"/>
              <a:ext cx="941283" cy="307777"/>
            </a:xfrm>
            <a:prstGeom prst="rect">
              <a:avLst/>
            </a:prstGeom>
          </p:spPr>
          <p:txBody>
            <a:bodyPr wrap="none">
              <a:normAutofit/>
            </a:bodyPr>
            <a:lstStyle/>
            <a:p>
              <a:r>
                <a:rPr lang="en-US" altLang="zh-CN" sz="1400" b="1" dirty="0"/>
                <a:t>Keyword</a:t>
              </a:r>
              <a:endParaRPr lang="zh-CN" altLang="en-US" sz="1400" b="1" dirty="0"/>
            </a:p>
          </p:txBody>
        </p:sp>
        <p:sp>
          <p:nvSpPr>
            <p:cNvPr id="20" name="îṡliḓè"/>
            <p:cNvSpPr/>
            <p:nvPr/>
          </p:nvSpPr>
          <p:spPr bwMode="auto">
            <a:xfrm>
              <a:off x="5917267" y="2057929"/>
              <a:ext cx="370293" cy="390105"/>
            </a:xfrm>
            <a:custGeom>
              <a:avLst/>
              <a:gdLst>
                <a:gd name="T0" fmla="*/ 126 w 466"/>
                <a:gd name="T1" fmla="*/ 153 h 491"/>
                <a:gd name="T2" fmla="*/ 233 w 466"/>
                <a:gd name="T3" fmla="*/ 61 h 491"/>
                <a:gd name="T4" fmla="*/ 258 w 466"/>
                <a:gd name="T5" fmla="*/ 122 h 491"/>
                <a:gd name="T6" fmla="*/ 233 w 466"/>
                <a:gd name="T7" fmla="*/ 101 h 491"/>
                <a:gd name="T8" fmla="*/ 402 w 466"/>
                <a:gd name="T9" fmla="*/ 399 h 491"/>
                <a:gd name="T10" fmla="*/ 433 w 466"/>
                <a:gd name="T11" fmla="*/ 215 h 491"/>
                <a:gd name="T12" fmla="*/ 452 w 466"/>
                <a:gd name="T13" fmla="*/ 160 h 491"/>
                <a:gd name="T14" fmla="*/ 233 w 466"/>
                <a:gd name="T15" fmla="*/ 0 h 491"/>
                <a:gd name="T16" fmla="*/ 15 w 466"/>
                <a:gd name="T17" fmla="*/ 160 h 491"/>
                <a:gd name="T18" fmla="*/ 34 w 466"/>
                <a:gd name="T19" fmla="*/ 215 h 491"/>
                <a:gd name="T20" fmla="*/ 64 w 466"/>
                <a:gd name="T21" fmla="*/ 399 h 491"/>
                <a:gd name="T22" fmla="*/ 3 w 466"/>
                <a:gd name="T23" fmla="*/ 445 h 491"/>
                <a:gd name="T24" fmla="*/ 418 w 466"/>
                <a:gd name="T25" fmla="*/ 491 h 491"/>
                <a:gd name="T26" fmla="*/ 418 w 466"/>
                <a:gd name="T27" fmla="*/ 399 h 491"/>
                <a:gd name="T28" fmla="*/ 221 w 466"/>
                <a:gd name="T29" fmla="*/ 33 h 491"/>
                <a:gd name="T30" fmla="*/ 246 w 466"/>
                <a:gd name="T31" fmla="*/ 33 h 491"/>
                <a:gd name="T32" fmla="*/ 34 w 466"/>
                <a:gd name="T33" fmla="*/ 183 h 491"/>
                <a:gd name="T34" fmla="*/ 371 w 466"/>
                <a:gd name="T35" fmla="*/ 399 h 491"/>
                <a:gd name="T36" fmla="*/ 341 w 466"/>
                <a:gd name="T37" fmla="*/ 215 h 491"/>
                <a:gd name="T38" fmla="*/ 310 w 466"/>
                <a:gd name="T39" fmla="*/ 215 h 491"/>
                <a:gd name="T40" fmla="*/ 279 w 466"/>
                <a:gd name="T41" fmla="*/ 399 h 491"/>
                <a:gd name="T42" fmla="*/ 310 w 466"/>
                <a:gd name="T43" fmla="*/ 215 h 491"/>
                <a:gd name="T44" fmla="*/ 249 w 466"/>
                <a:gd name="T45" fmla="*/ 399 h 491"/>
                <a:gd name="T46" fmla="*/ 218 w 466"/>
                <a:gd name="T47" fmla="*/ 215 h 491"/>
                <a:gd name="T48" fmla="*/ 187 w 466"/>
                <a:gd name="T49" fmla="*/ 215 h 491"/>
                <a:gd name="T50" fmla="*/ 156 w 466"/>
                <a:gd name="T51" fmla="*/ 399 h 491"/>
                <a:gd name="T52" fmla="*/ 187 w 466"/>
                <a:gd name="T53" fmla="*/ 215 h 491"/>
                <a:gd name="T54" fmla="*/ 126 w 466"/>
                <a:gd name="T55" fmla="*/ 399 h 491"/>
                <a:gd name="T56" fmla="*/ 95 w 466"/>
                <a:gd name="T57" fmla="*/ 215 h 491"/>
                <a:gd name="T58" fmla="*/ 418 w 466"/>
                <a:gd name="T59" fmla="*/ 460 h 491"/>
                <a:gd name="T60" fmla="*/ 34 w 466"/>
                <a:gd name="T61" fmla="*/ 445 h 491"/>
                <a:gd name="T62" fmla="*/ 418 w 466"/>
                <a:gd name="T63" fmla="*/ 430 h 491"/>
                <a:gd name="T64" fmla="*/ 418 w 466"/>
                <a:gd name="T65" fmla="*/ 46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66" h="491">
                  <a:moveTo>
                    <a:pt x="233" y="61"/>
                  </a:moveTo>
                  <a:cubicBezTo>
                    <a:pt x="126" y="153"/>
                    <a:pt x="126" y="153"/>
                    <a:pt x="126" y="153"/>
                  </a:cubicBezTo>
                  <a:cubicBezTo>
                    <a:pt x="341" y="153"/>
                    <a:pt x="341" y="153"/>
                    <a:pt x="341" y="153"/>
                  </a:cubicBezTo>
                  <a:cubicBezTo>
                    <a:pt x="233" y="61"/>
                    <a:pt x="233" y="61"/>
                    <a:pt x="233" y="61"/>
                  </a:cubicBezTo>
                  <a:close/>
                  <a:moveTo>
                    <a:pt x="233" y="101"/>
                  </a:moveTo>
                  <a:cubicBezTo>
                    <a:pt x="258" y="122"/>
                    <a:pt x="258" y="122"/>
                    <a:pt x="258" y="122"/>
                  </a:cubicBezTo>
                  <a:cubicBezTo>
                    <a:pt x="209" y="122"/>
                    <a:pt x="209" y="122"/>
                    <a:pt x="209" y="122"/>
                  </a:cubicBezTo>
                  <a:cubicBezTo>
                    <a:pt x="233" y="101"/>
                    <a:pt x="233" y="101"/>
                    <a:pt x="233" y="101"/>
                  </a:cubicBezTo>
                  <a:close/>
                  <a:moveTo>
                    <a:pt x="418" y="399"/>
                  </a:moveTo>
                  <a:cubicBezTo>
                    <a:pt x="402" y="399"/>
                    <a:pt x="402" y="399"/>
                    <a:pt x="402" y="39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33" y="215"/>
                    <a:pt x="433" y="215"/>
                    <a:pt x="433" y="215"/>
                  </a:cubicBezTo>
                  <a:cubicBezTo>
                    <a:pt x="446" y="215"/>
                    <a:pt x="458" y="206"/>
                    <a:pt x="462" y="194"/>
                  </a:cubicBezTo>
                  <a:cubicBezTo>
                    <a:pt x="466" y="181"/>
                    <a:pt x="462" y="168"/>
                    <a:pt x="452" y="160"/>
                  </a:cubicBezTo>
                  <a:cubicBezTo>
                    <a:pt x="263" y="7"/>
                    <a:pt x="263" y="7"/>
                    <a:pt x="263" y="7"/>
                  </a:cubicBezTo>
                  <a:cubicBezTo>
                    <a:pt x="253" y="2"/>
                    <a:pt x="243" y="0"/>
                    <a:pt x="233" y="0"/>
                  </a:cubicBezTo>
                  <a:cubicBezTo>
                    <a:pt x="223" y="0"/>
                    <a:pt x="213" y="2"/>
                    <a:pt x="204" y="7"/>
                  </a:cubicBezTo>
                  <a:cubicBezTo>
                    <a:pt x="15" y="160"/>
                    <a:pt x="15" y="160"/>
                    <a:pt x="15" y="160"/>
                  </a:cubicBezTo>
                  <a:cubicBezTo>
                    <a:pt x="4" y="168"/>
                    <a:pt x="0" y="181"/>
                    <a:pt x="4" y="194"/>
                  </a:cubicBezTo>
                  <a:cubicBezTo>
                    <a:pt x="9" y="206"/>
                    <a:pt x="20" y="215"/>
                    <a:pt x="34" y="215"/>
                  </a:cubicBezTo>
                  <a:cubicBezTo>
                    <a:pt x="64" y="215"/>
                    <a:pt x="64" y="215"/>
                    <a:pt x="64" y="215"/>
                  </a:cubicBezTo>
                  <a:cubicBezTo>
                    <a:pt x="64" y="399"/>
                    <a:pt x="64" y="399"/>
                    <a:pt x="64" y="399"/>
                  </a:cubicBezTo>
                  <a:cubicBezTo>
                    <a:pt x="49" y="399"/>
                    <a:pt x="49" y="399"/>
                    <a:pt x="49" y="399"/>
                  </a:cubicBezTo>
                  <a:cubicBezTo>
                    <a:pt x="23" y="399"/>
                    <a:pt x="3" y="420"/>
                    <a:pt x="3" y="445"/>
                  </a:cubicBezTo>
                  <a:cubicBezTo>
                    <a:pt x="3" y="470"/>
                    <a:pt x="23" y="491"/>
                    <a:pt x="49" y="491"/>
                  </a:cubicBezTo>
                  <a:cubicBezTo>
                    <a:pt x="418" y="491"/>
                    <a:pt x="418" y="491"/>
                    <a:pt x="418" y="491"/>
                  </a:cubicBezTo>
                  <a:cubicBezTo>
                    <a:pt x="443" y="491"/>
                    <a:pt x="464" y="470"/>
                    <a:pt x="464" y="445"/>
                  </a:cubicBezTo>
                  <a:cubicBezTo>
                    <a:pt x="464" y="420"/>
                    <a:pt x="443" y="399"/>
                    <a:pt x="418" y="399"/>
                  </a:cubicBezTo>
                  <a:close/>
                  <a:moveTo>
                    <a:pt x="34" y="183"/>
                  </a:moveTo>
                  <a:cubicBezTo>
                    <a:pt x="221" y="33"/>
                    <a:pt x="221" y="33"/>
                    <a:pt x="221" y="33"/>
                  </a:cubicBezTo>
                  <a:cubicBezTo>
                    <a:pt x="224" y="31"/>
                    <a:pt x="229" y="30"/>
                    <a:pt x="233" y="30"/>
                  </a:cubicBezTo>
                  <a:cubicBezTo>
                    <a:pt x="238" y="30"/>
                    <a:pt x="242" y="31"/>
                    <a:pt x="246" y="33"/>
                  </a:cubicBezTo>
                  <a:cubicBezTo>
                    <a:pt x="433" y="184"/>
                    <a:pt x="433" y="184"/>
                    <a:pt x="433" y="184"/>
                  </a:cubicBezTo>
                  <a:cubicBezTo>
                    <a:pt x="34" y="183"/>
                    <a:pt x="34" y="183"/>
                    <a:pt x="34" y="183"/>
                  </a:cubicBezTo>
                  <a:close/>
                  <a:moveTo>
                    <a:pt x="371" y="215"/>
                  </a:moveTo>
                  <a:cubicBezTo>
                    <a:pt x="371" y="399"/>
                    <a:pt x="371" y="399"/>
                    <a:pt x="371" y="399"/>
                  </a:cubicBezTo>
                  <a:cubicBezTo>
                    <a:pt x="341" y="399"/>
                    <a:pt x="341" y="399"/>
                    <a:pt x="341" y="399"/>
                  </a:cubicBezTo>
                  <a:cubicBezTo>
                    <a:pt x="341" y="215"/>
                    <a:pt x="341" y="215"/>
                    <a:pt x="341" y="215"/>
                  </a:cubicBezTo>
                  <a:cubicBezTo>
                    <a:pt x="371" y="215"/>
                    <a:pt x="371" y="215"/>
                    <a:pt x="371" y="215"/>
                  </a:cubicBezTo>
                  <a:close/>
                  <a:moveTo>
                    <a:pt x="310" y="215"/>
                  </a:moveTo>
                  <a:cubicBezTo>
                    <a:pt x="310" y="399"/>
                    <a:pt x="310" y="399"/>
                    <a:pt x="310" y="399"/>
                  </a:cubicBezTo>
                  <a:cubicBezTo>
                    <a:pt x="279" y="399"/>
                    <a:pt x="279" y="399"/>
                    <a:pt x="279" y="399"/>
                  </a:cubicBezTo>
                  <a:cubicBezTo>
                    <a:pt x="279" y="215"/>
                    <a:pt x="279" y="215"/>
                    <a:pt x="279" y="215"/>
                  </a:cubicBezTo>
                  <a:cubicBezTo>
                    <a:pt x="310" y="215"/>
                    <a:pt x="310" y="215"/>
                    <a:pt x="310" y="215"/>
                  </a:cubicBezTo>
                  <a:close/>
                  <a:moveTo>
                    <a:pt x="249" y="215"/>
                  </a:moveTo>
                  <a:cubicBezTo>
                    <a:pt x="249" y="399"/>
                    <a:pt x="249" y="399"/>
                    <a:pt x="249" y="399"/>
                  </a:cubicBezTo>
                  <a:cubicBezTo>
                    <a:pt x="218" y="399"/>
                    <a:pt x="218" y="399"/>
                    <a:pt x="218" y="399"/>
                  </a:cubicBezTo>
                  <a:cubicBezTo>
                    <a:pt x="218" y="215"/>
                    <a:pt x="218" y="215"/>
                    <a:pt x="218" y="215"/>
                  </a:cubicBezTo>
                  <a:cubicBezTo>
                    <a:pt x="249" y="215"/>
                    <a:pt x="249" y="215"/>
                    <a:pt x="249" y="215"/>
                  </a:cubicBezTo>
                  <a:close/>
                  <a:moveTo>
                    <a:pt x="187" y="215"/>
                  </a:moveTo>
                  <a:cubicBezTo>
                    <a:pt x="187" y="399"/>
                    <a:pt x="187" y="399"/>
                    <a:pt x="187" y="399"/>
                  </a:cubicBezTo>
                  <a:cubicBezTo>
                    <a:pt x="156" y="399"/>
                    <a:pt x="156" y="399"/>
                    <a:pt x="156" y="399"/>
                  </a:cubicBezTo>
                  <a:cubicBezTo>
                    <a:pt x="156" y="215"/>
                    <a:pt x="156" y="215"/>
                    <a:pt x="156" y="215"/>
                  </a:cubicBezTo>
                  <a:cubicBezTo>
                    <a:pt x="187" y="215"/>
                    <a:pt x="187" y="215"/>
                    <a:pt x="187" y="215"/>
                  </a:cubicBezTo>
                  <a:close/>
                  <a:moveTo>
                    <a:pt x="126" y="215"/>
                  </a:moveTo>
                  <a:cubicBezTo>
                    <a:pt x="126" y="399"/>
                    <a:pt x="126" y="399"/>
                    <a:pt x="126" y="399"/>
                  </a:cubicBezTo>
                  <a:cubicBezTo>
                    <a:pt x="95" y="399"/>
                    <a:pt x="95" y="399"/>
                    <a:pt x="95" y="399"/>
                  </a:cubicBezTo>
                  <a:cubicBezTo>
                    <a:pt x="95" y="215"/>
                    <a:pt x="95" y="215"/>
                    <a:pt x="95" y="215"/>
                  </a:cubicBezTo>
                  <a:cubicBezTo>
                    <a:pt x="126" y="215"/>
                    <a:pt x="126" y="215"/>
                    <a:pt x="126" y="215"/>
                  </a:cubicBezTo>
                  <a:close/>
                  <a:moveTo>
                    <a:pt x="418" y="460"/>
                  </a:moveTo>
                  <a:cubicBezTo>
                    <a:pt x="49" y="460"/>
                    <a:pt x="49" y="460"/>
                    <a:pt x="49" y="460"/>
                  </a:cubicBezTo>
                  <a:cubicBezTo>
                    <a:pt x="40" y="460"/>
                    <a:pt x="34" y="453"/>
                    <a:pt x="34" y="445"/>
                  </a:cubicBezTo>
                  <a:cubicBezTo>
                    <a:pt x="34" y="437"/>
                    <a:pt x="40" y="430"/>
                    <a:pt x="49" y="430"/>
                  </a:cubicBezTo>
                  <a:cubicBezTo>
                    <a:pt x="418" y="430"/>
                    <a:pt x="418" y="430"/>
                    <a:pt x="418" y="430"/>
                  </a:cubicBezTo>
                  <a:cubicBezTo>
                    <a:pt x="426" y="430"/>
                    <a:pt x="433" y="437"/>
                    <a:pt x="433" y="445"/>
                  </a:cubicBezTo>
                  <a:cubicBezTo>
                    <a:pt x="433" y="453"/>
                    <a:pt x="426" y="460"/>
                    <a:pt x="418" y="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íṣḷiďê"/>
            <p:cNvSpPr/>
            <p:nvPr/>
          </p:nvSpPr>
          <p:spPr bwMode="auto">
            <a:xfrm>
              <a:off x="4734366" y="2750505"/>
              <a:ext cx="370293" cy="390105"/>
            </a:xfrm>
            <a:custGeom>
              <a:avLst/>
              <a:gdLst>
                <a:gd name="T0" fmla="*/ 126 w 466"/>
                <a:gd name="T1" fmla="*/ 153 h 491"/>
                <a:gd name="T2" fmla="*/ 233 w 466"/>
                <a:gd name="T3" fmla="*/ 61 h 491"/>
                <a:gd name="T4" fmla="*/ 258 w 466"/>
                <a:gd name="T5" fmla="*/ 122 h 491"/>
                <a:gd name="T6" fmla="*/ 233 w 466"/>
                <a:gd name="T7" fmla="*/ 101 h 491"/>
                <a:gd name="T8" fmla="*/ 402 w 466"/>
                <a:gd name="T9" fmla="*/ 399 h 491"/>
                <a:gd name="T10" fmla="*/ 433 w 466"/>
                <a:gd name="T11" fmla="*/ 215 h 491"/>
                <a:gd name="T12" fmla="*/ 452 w 466"/>
                <a:gd name="T13" fmla="*/ 160 h 491"/>
                <a:gd name="T14" fmla="*/ 233 w 466"/>
                <a:gd name="T15" fmla="*/ 0 h 491"/>
                <a:gd name="T16" fmla="*/ 15 w 466"/>
                <a:gd name="T17" fmla="*/ 160 h 491"/>
                <a:gd name="T18" fmla="*/ 34 w 466"/>
                <a:gd name="T19" fmla="*/ 215 h 491"/>
                <a:gd name="T20" fmla="*/ 64 w 466"/>
                <a:gd name="T21" fmla="*/ 399 h 491"/>
                <a:gd name="T22" fmla="*/ 3 w 466"/>
                <a:gd name="T23" fmla="*/ 445 h 491"/>
                <a:gd name="T24" fmla="*/ 418 w 466"/>
                <a:gd name="T25" fmla="*/ 491 h 491"/>
                <a:gd name="T26" fmla="*/ 418 w 466"/>
                <a:gd name="T27" fmla="*/ 399 h 491"/>
                <a:gd name="T28" fmla="*/ 221 w 466"/>
                <a:gd name="T29" fmla="*/ 33 h 491"/>
                <a:gd name="T30" fmla="*/ 246 w 466"/>
                <a:gd name="T31" fmla="*/ 33 h 491"/>
                <a:gd name="T32" fmla="*/ 34 w 466"/>
                <a:gd name="T33" fmla="*/ 183 h 491"/>
                <a:gd name="T34" fmla="*/ 371 w 466"/>
                <a:gd name="T35" fmla="*/ 399 h 491"/>
                <a:gd name="T36" fmla="*/ 341 w 466"/>
                <a:gd name="T37" fmla="*/ 215 h 491"/>
                <a:gd name="T38" fmla="*/ 310 w 466"/>
                <a:gd name="T39" fmla="*/ 215 h 491"/>
                <a:gd name="T40" fmla="*/ 279 w 466"/>
                <a:gd name="T41" fmla="*/ 399 h 491"/>
                <a:gd name="T42" fmla="*/ 310 w 466"/>
                <a:gd name="T43" fmla="*/ 215 h 491"/>
                <a:gd name="T44" fmla="*/ 249 w 466"/>
                <a:gd name="T45" fmla="*/ 399 h 491"/>
                <a:gd name="T46" fmla="*/ 218 w 466"/>
                <a:gd name="T47" fmla="*/ 215 h 491"/>
                <a:gd name="T48" fmla="*/ 187 w 466"/>
                <a:gd name="T49" fmla="*/ 215 h 491"/>
                <a:gd name="T50" fmla="*/ 156 w 466"/>
                <a:gd name="T51" fmla="*/ 399 h 491"/>
                <a:gd name="T52" fmla="*/ 187 w 466"/>
                <a:gd name="T53" fmla="*/ 215 h 491"/>
                <a:gd name="T54" fmla="*/ 126 w 466"/>
                <a:gd name="T55" fmla="*/ 399 h 491"/>
                <a:gd name="T56" fmla="*/ 95 w 466"/>
                <a:gd name="T57" fmla="*/ 215 h 491"/>
                <a:gd name="T58" fmla="*/ 418 w 466"/>
                <a:gd name="T59" fmla="*/ 460 h 491"/>
                <a:gd name="T60" fmla="*/ 34 w 466"/>
                <a:gd name="T61" fmla="*/ 445 h 491"/>
                <a:gd name="T62" fmla="*/ 418 w 466"/>
                <a:gd name="T63" fmla="*/ 430 h 491"/>
                <a:gd name="T64" fmla="*/ 418 w 466"/>
                <a:gd name="T65" fmla="*/ 46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66" h="491">
                  <a:moveTo>
                    <a:pt x="233" y="61"/>
                  </a:moveTo>
                  <a:cubicBezTo>
                    <a:pt x="126" y="153"/>
                    <a:pt x="126" y="153"/>
                    <a:pt x="126" y="153"/>
                  </a:cubicBezTo>
                  <a:cubicBezTo>
                    <a:pt x="341" y="153"/>
                    <a:pt x="341" y="153"/>
                    <a:pt x="341" y="153"/>
                  </a:cubicBezTo>
                  <a:cubicBezTo>
                    <a:pt x="233" y="61"/>
                    <a:pt x="233" y="61"/>
                    <a:pt x="233" y="61"/>
                  </a:cubicBezTo>
                  <a:close/>
                  <a:moveTo>
                    <a:pt x="233" y="101"/>
                  </a:moveTo>
                  <a:cubicBezTo>
                    <a:pt x="258" y="122"/>
                    <a:pt x="258" y="122"/>
                    <a:pt x="258" y="122"/>
                  </a:cubicBezTo>
                  <a:cubicBezTo>
                    <a:pt x="209" y="122"/>
                    <a:pt x="209" y="122"/>
                    <a:pt x="209" y="122"/>
                  </a:cubicBezTo>
                  <a:cubicBezTo>
                    <a:pt x="233" y="101"/>
                    <a:pt x="233" y="101"/>
                    <a:pt x="233" y="101"/>
                  </a:cubicBezTo>
                  <a:close/>
                  <a:moveTo>
                    <a:pt x="418" y="399"/>
                  </a:moveTo>
                  <a:cubicBezTo>
                    <a:pt x="402" y="399"/>
                    <a:pt x="402" y="399"/>
                    <a:pt x="402" y="39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33" y="215"/>
                    <a:pt x="433" y="215"/>
                    <a:pt x="433" y="215"/>
                  </a:cubicBezTo>
                  <a:cubicBezTo>
                    <a:pt x="446" y="215"/>
                    <a:pt x="458" y="206"/>
                    <a:pt x="462" y="194"/>
                  </a:cubicBezTo>
                  <a:cubicBezTo>
                    <a:pt x="466" y="181"/>
                    <a:pt x="462" y="168"/>
                    <a:pt x="452" y="160"/>
                  </a:cubicBezTo>
                  <a:cubicBezTo>
                    <a:pt x="263" y="7"/>
                    <a:pt x="263" y="7"/>
                    <a:pt x="263" y="7"/>
                  </a:cubicBezTo>
                  <a:cubicBezTo>
                    <a:pt x="253" y="2"/>
                    <a:pt x="243" y="0"/>
                    <a:pt x="233" y="0"/>
                  </a:cubicBezTo>
                  <a:cubicBezTo>
                    <a:pt x="223" y="0"/>
                    <a:pt x="213" y="2"/>
                    <a:pt x="204" y="7"/>
                  </a:cubicBezTo>
                  <a:cubicBezTo>
                    <a:pt x="15" y="160"/>
                    <a:pt x="15" y="160"/>
                    <a:pt x="15" y="160"/>
                  </a:cubicBezTo>
                  <a:cubicBezTo>
                    <a:pt x="4" y="168"/>
                    <a:pt x="0" y="181"/>
                    <a:pt x="4" y="194"/>
                  </a:cubicBezTo>
                  <a:cubicBezTo>
                    <a:pt x="9" y="206"/>
                    <a:pt x="20" y="215"/>
                    <a:pt x="34" y="215"/>
                  </a:cubicBezTo>
                  <a:cubicBezTo>
                    <a:pt x="64" y="215"/>
                    <a:pt x="64" y="215"/>
                    <a:pt x="64" y="215"/>
                  </a:cubicBezTo>
                  <a:cubicBezTo>
                    <a:pt x="64" y="399"/>
                    <a:pt x="64" y="399"/>
                    <a:pt x="64" y="399"/>
                  </a:cubicBezTo>
                  <a:cubicBezTo>
                    <a:pt x="49" y="399"/>
                    <a:pt x="49" y="399"/>
                    <a:pt x="49" y="399"/>
                  </a:cubicBezTo>
                  <a:cubicBezTo>
                    <a:pt x="23" y="399"/>
                    <a:pt x="3" y="420"/>
                    <a:pt x="3" y="445"/>
                  </a:cubicBezTo>
                  <a:cubicBezTo>
                    <a:pt x="3" y="470"/>
                    <a:pt x="23" y="491"/>
                    <a:pt x="49" y="491"/>
                  </a:cubicBezTo>
                  <a:cubicBezTo>
                    <a:pt x="418" y="491"/>
                    <a:pt x="418" y="491"/>
                    <a:pt x="418" y="491"/>
                  </a:cubicBezTo>
                  <a:cubicBezTo>
                    <a:pt x="443" y="491"/>
                    <a:pt x="464" y="470"/>
                    <a:pt x="464" y="445"/>
                  </a:cubicBezTo>
                  <a:cubicBezTo>
                    <a:pt x="464" y="420"/>
                    <a:pt x="443" y="399"/>
                    <a:pt x="418" y="399"/>
                  </a:cubicBezTo>
                  <a:close/>
                  <a:moveTo>
                    <a:pt x="34" y="183"/>
                  </a:moveTo>
                  <a:cubicBezTo>
                    <a:pt x="221" y="33"/>
                    <a:pt x="221" y="33"/>
                    <a:pt x="221" y="33"/>
                  </a:cubicBezTo>
                  <a:cubicBezTo>
                    <a:pt x="224" y="31"/>
                    <a:pt x="229" y="30"/>
                    <a:pt x="233" y="30"/>
                  </a:cubicBezTo>
                  <a:cubicBezTo>
                    <a:pt x="238" y="30"/>
                    <a:pt x="242" y="31"/>
                    <a:pt x="246" y="33"/>
                  </a:cubicBezTo>
                  <a:cubicBezTo>
                    <a:pt x="433" y="184"/>
                    <a:pt x="433" y="184"/>
                    <a:pt x="433" y="184"/>
                  </a:cubicBezTo>
                  <a:cubicBezTo>
                    <a:pt x="34" y="183"/>
                    <a:pt x="34" y="183"/>
                    <a:pt x="34" y="183"/>
                  </a:cubicBezTo>
                  <a:close/>
                  <a:moveTo>
                    <a:pt x="371" y="215"/>
                  </a:moveTo>
                  <a:cubicBezTo>
                    <a:pt x="371" y="399"/>
                    <a:pt x="371" y="399"/>
                    <a:pt x="371" y="399"/>
                  </a:cubicBezTo>
                  <a:cubicBezTo>
                    <a:pt x="341" y="399"/>
                    <a:pt x="341" y="399"/>
                    <a:pt x="341" y="399"/>
                  </a:cubicBezTo>
                  <a:cubicBezTo>
                    <a:pt x="341" y="215"/>
                    <a:pt x="341" y="215"/>
                    <a:pt x="341" y="215"/>
                  </a:cubicBezTo>
                  <a:cubicBezTo>
                    <a:pt x="371" y="215"/>
                    <a:pt x="371" y="215"/>
                    <a:pt x="371" y="215"/>
                  </a:cubicBezTo>
                  <a:close/>
                  <a:moveTo>
                    <a:pt x="310" y="215"/>
                  </a:moveTo>
                  <a:cubicBezTo>
                    <a:pt x="310" y="399"/>
                    <a:pt x="310" y="399"/>
                    <a:pt x="310" y="399"/>
                  </a:cubicBezTo>
                  <a:cubicBezTo>
                    <a:pt x="279" y="399"/>
                    <a:pt x="279" y="399"/>
                    <a:pt x="279" y="399"/>
                  </a:cubicBezTo>
                  <a:cubicBezTo>
                    <a:pt x="279" y="215"/>
                    <a:pt x="279" y="215"/>
                    <a:pt x="279" y="215"/>
                  </a:cubicBezTo>
                  <a:cubicBezTo>
                    <a:pt x="310" y="215"/>
                    <a:pt x="310" y="215"/>
                    <a:pt x="310" y="215"/>
                  </a:cubicBezTo>
                  <a:close/>
                  <a:moveTo>
                    <a:pt x="249" y="215"/>
                  </a:moveTo>
                  <a:cubicBezTo>
                    <a:pt x="249" y="399"/>
                    <a:pt x="249" y="399"/>
                    <a:pt x="249" y="399"/>
                  </a:cubicBezTo>
                  <a:cubicBezTo>
                    <a:pt x="218" y="399"/>
                    <a:pt x="218" y="399"/>
                    <a:pt x="218" y="399"/>
                  </a:cubicBezTo>
                  <a:cubicBezTo>
                    <a:pt x="218" y="215"/>
                    <a:pt x="218" y="215"/>
                    <a:pt x="218" y="215"/>
                  </a:cubicBezTo>
                  <a:cubicBezTo>
                    <a:pt x="249" y="215"/>
                    <a:pt x="249" y="215"/>
                    <a:pt x="249" y="215"/>
                  </a:cubicBezTo>
                  <a:close/>
                  <a:moveTo>
                    <a:pt x="187" y="215"/>
                  </a:moveTo>
                  <a:cubicBezTo>
                    <a:pt x="187" y="399"/>
                    <a:pt x="187" y="399"/>
                    <a:pt x="187" y="399"/>
                  </a:cubicBezTo>
                  <a:cubicBezTo>
                    <a:pt x="156" y="399"/>
                    <a:pt x="156" y="399"/>
                    <a:pt x="156" y="399"/>
                  </a:cubicBezTo>
                  <a:cubicBezTo>
                    <a:pt x="156" y="215"/>
                    <a:pt x="156" y="215"/>
                    <a:pt x="156" y="215"/>
                  </a:cubicBezTo>
                  <a:cubicBezTo>
                    <a:pt x="187" y="215"/>
                    <a:pt x="187" y="215"/>
                    <a:pt x="187" y="215"/>
                  </a:cubicBezTo>
                  <a:close/>
                  <a:moveTo>
                    <a:pt x="126" y="215"/>
                  </a:moveTo>
                  <a:cubicBezTo>
                    <a:pt x="126" y="399"/>
                    <a:pt x="126" y="399"/>
                    <a:pt x="126" y="399"/>
                  </a:cubicBezTo>
                  <a:cubicBezTo>
                    <a:pt x="95" y="399"/>
                    <a:pt x="95" y="399"/>
                    <a:pt x="95" y="399"/>
                  </a:cubicBezTo>
                  <a:cubicBezTo>
                    <a:pt x="95" y="215"/>
                    <a:pt x="95" y="215"/>
                    <a:pt x="95" y="215"/>
                  </a:cubicBezTo>
                  <a:cubicBezTo>
                    <a:pt x="126" y="215"/>
                    <a:pt x="126" y="215"/>
                    <a:pt x="126" y="215"/>
                  </a:cubicBezTo>
                  <a:close/>
                  <a:moveTo>
                    <a:pt x="418" y="460"/>
                  </a:moveTo>
                  <a:cubicBezTo>
                    <a:pt x="49" y="460"/>
                    <a:pt x="49" y="460"/>
                    <a:pt x="49" y="460"/>
                  </a:cubicBezTo>
                  <a:cubicBezTo>
                    <a:pt x="40" y="460"/>
                    <a:pt x="34" y="453"/>
                    <a:pt x="34" y="445"/>
                  </a:cubicBezTo>
                  <a:cubicBezTo>
                    <a:pt x="34" y="437"/>
                    <a:pt x="40" y="430"/>
                    <a:pt x="49" y="430"/>
                  </a:cubicBezTo>
                  <a:cubicBezTo>
                    <a:pt x="418" y="430"/>
                    <a:pt x="418" y="430"/>
                    <a:pt x="418" y="430"/>
                  </a:cubicBezTo>
                  <a:cubicBezTo>
                    <a:pt x="426" y="430"/>
                    <a:pt x="433" y="437"/>
                    <a:pt x="433" y="445"/>
                  </a:cubicBezTo>
                  <a:cubicBezTo>
                    <a:pt x="433" y="453"/>
                    <a:pt x="426" y="460"/>
                    <a:pt x="418" y="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îṧḷîďê"/>
            <p:cNvSpPr/>
            <p:nvPr/>
          </p:nvSpPr>
          <p:spPr bwMode="auto">
            <a:xfrm>
              <a:off x="7097235" y="2750505"/>
              <a:ext cx="370293" cy="390105"/>
            </a:xfrm>
            <a:custGeom>
              <a:avLst/>
              <a:gdLst>
                <a:gd name="T0" fmla="*/ 126 w 466"/>
                <a:gd name="T1" fmla="*/ 153 h 491"/>
                <a:gd name="T2" fmla="*/ 233 w 466"/>
                <a:gd name="T3" fmla="*/ 61 h 491"/>
                <a:gd name="T4" fmla="*/ 258 w 466"/>
                <a:gd name="T5" fmla="*/ 122 h 491"/>
                <a:gd name="T6" fmla="*/ 233 w 466"/>
                <a:gd name="T7" fmla="*/ 101 h 491"/>
                <a:gd name="T8" fmla="*/ 402 w 466"/>
                <a:gd name="T9" fmla="*/ 399 h 491"/>
                <a:gd name="T10" fmla="*/ 433 w 466"/>
                <a:gd name="T11" fmla="*/ 215 h 491"/>
                <a:gd name="T12" fmla="*/ 452 w 466"/>
                <a:gd name="T13" fmla="*/ 160 h 491"/>
                <a:gd name="T14" fmla="*/ 233 w 466"/>
                <a:gd name="T15" fmla="*/ 0 h 491"/>
                <a:gd name="T16" fmla="*/ 15 w 466"/>
                <a:gd name="T17" fmla="*/ 160 h 491"/>
                <a:gd name="T18" fmla="*/ 34 w 466"/>
                <a:gd name="T19" fmla="*/ 215 h 491"/>
                <a:gd name="T20" fmla="*/ 64 w 466"/>
                <a:gd name="T21" fmla="*/ 399 h 491"/>
                <a:gd name="T22" fmla="*/ 3 w 466"/>
                <a:gd name="T23" fmla="*/ 445 h 491"/>
                <a:gd name="T24" fmla="*/ 418 w 466"/>
                <a:gd name="T25" fmla="*/ 491 h 491"/>
                <a:gd name="T26" fmla="*/ 418 w 466"/>
                <a:gd name="T27" fmla="*/ 399 h 491"/>
                <a:gd name="T28" fmla="*/ 221 w 466"/>
                <a:gd name="T29" fmla="*/ 33 h 491"/>
                <a:gd name="T30" fmla="*/ 246 w 466"/>
                <a:gd name="T31" fmla="*/ 33 h 491"/>
                <a:gd name="T32" fmla="*/ 34 w 466"/>
                <a:gd name="T33" fmla="*/ 183 h 491"/>
                <a:gd name="T34" fmla="*/ 371 w 466"/>
                <a:gd name="T35" fmla="*/ 399 h 491"/>
                <a:gd name="T36" fmla="*/ 341 w 466"/>
                <a:gd name="T37" fmla="*/ 215 h 491"/>
                <a:gd name="T38" fmla="*/ 310 w 466"/>
                <a:gd name="T39" fmla="*/ 215 h 491"/>
                <a:gd name="T40" fmla="*/ 279 w 466"/>
                <a:gd name="T41" fmla="*/ 399 h 491"/>
                <a:gd name="T42" fmla="*/ 310 w 466"/>
                <a:gd name="T43" fmla="*/ 215 h 491"/>
                <a:gd name="T44" fmla="*/ 249 w 466"/>
                <a:gd name="T45" fmla="*/ 399 h 491"/>
                <a:gd name="T46" fmla="*/ 218 w 466"/>
                <a:gd name="T47" fmla="*/ 215 h 491"/>
                <a:gd name="T48" fmla="*/ 187 w 466"/>
                <a:gd name="T49" fmla="*/ 215 h 491"/>
                <a:gd name="T50" fmla="*/ 156 w 466"/>
                <a:gd name="T51" fmla="*/ 399 h 491"/>
                <a:gd name="T52" fmla="*/ 187 w 466"/>
                <a:gd name="T53" fmla="*/ 215 h 491"/>
                <a:gd name="T54" fmla="*/ 126 w 466"/>
                <a:gd name="T55" fmla="*/ 399 h 491"/>
                <a:gd name="T56" fmla="*/ 95 w 466"/>
                <a:gd name="T57" fmla="*/ 215 h 491"/>
                <a:gd name="T58" fmla="*/ 418 w 466"/>
                <a:gd name="T59" fmla="*/ 460 h 491"/>
                <a:gd name="T60" fmla="*/ 34 w 466"/>
                <a:gd name="T61" fmla="*/ 445 h 491"/>
                <a:gd name="T62" fmla="*/ 418 w 466"/>
                <a:gd name="T63" fmla="*/ 430 h 491"/>
                <a:gd name="T64" fmla="*/ 418 w 466"/>
                <a:gd name="T65" fmla="*/ 46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66" h="491">
                  <a:moveTo>
                    <a:pt x="233" y="61"/>
                  </a:moveTo>
                  <a:cubicBezTo>
                    <a:pt x="126" y="153"/>
                    <a:pt x="126" y="153"/>
                    <a:pt x="126" y="153"/>
                  </a:cubicBezTo>
                  <a:cubicBezTo>
                    <a:pt x="341" y="153"/>
                    <a:pt x="341" y="153"/>
                    <a:pt x="341" y="153"/>
                  </a:cubicBezTo>
                  <a:cubicBezTo>
                    <a:pt x="233" y="61"/>
                    <a:pt x="233" y="61"/>
                    <a:pt x="233" y="61"/>
                  </a:cubicBezTo>
                  <a:close/>
                  <a:moveTo>
                    <a:pt x="233" y="101"/>
                  </a:moveTo>
                  <a:cubicBezTo>
                    <a:pt x="258" y="122"/>
                    <a:pt x="258" y="122"/>
                    <a:pt x="258" y="122"/>
                  </a:cubicBezTo>
                  <a:cubicBezTo>
                    <a:pt x="209" y="122"/>
                    <a:pt x="209" y="122"/>
                    <a:pt x="209" y="122"/>
                  </a:cubicBezTo>
                  <a:cubicBezTo>
                    <a:pt x="233" y="101"/>
                    <a:pt x="233" y="101"/>
                    <a:pt x="233" y="101"/>
                  </a:cubicBezTo>
                  <a:close/>
                  <a:moveTo>
                    <a:pt x="418" y="399"/>
                  </a:moveTo>
                  <a:cubicBezTo>
                    <a:pt x="402" y="399"/>
                    <a:pt x="402" y="399"/>
                    <a:pt x="402" y="39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33" y="215"/>
                    <a:pt x="433" y="215"/>
                    <a:pt x="433" y="215"/>
                  </a:cubicBezTo>
                  <a:cubicBezTo>
                    <a:pt x="446" y="215"/>
                    <a:pt x="458" y="206"/>
                    <a:pt x="462" y="194"/>
                  </a:cubicBezTo>
                  <a:cubicBezTo>
                    <a:pt x="466" y="181"/>
                    <a:pt x="462" y="168"/>
                    <a:pt x="452" y="160"/>
                  </a:cubicBezTo>
                  <a:cubicBezTo>
                    <a:pt x="263" y="7"/>
                    <a:pt x="263" y="7"/>
                    <a:pt x="263" y="7"/>
                  </a:cubicBezTo>
                  <a:cubicBezTo>
                    <a:pt x="253" y="2"/>
                    <a:pt x="243" y="0"/>
                    <a:pt x="233" y="0"/>
                  </a:cubicBezTo>
                  <a:cubicBezTo>
                    <a:pt x="223" y="0"/>
                    <a:pt x="213" y="2"/>
                    <a:pt x="204" y="7"/>
                  </a:cubicBezTo>
                  <a:cubicBezTo>
                    <a:pt x="15" y="160"/>
                    <a:pt x="15" y="160"/>
                    <a:pt x="15" y="160"/>
                  </a:cubicBezTo>
                  <a:cubicBezTo>
                    <a:pt x="4" y="168"/>
                    <a:pt x="0" y="181"/>
                    <a:pt x="4" y="194"/>
                  </a:cubicBezTo>
                  <a:cubicBezTo>
                    <a:pt x="9" y="206"/>
                    <a:pt x="20" y="215"/>
                    <a:pt x="34" y="215"/>
                  </a:cubicBezTo>
                  <a:cubicBezTo>
                    <a:pt x="64" y="215"/>
                    <a:pt x="64" y="215"/>
                    <a:pt x="64" y="215"/>
                  </a:cubicBezTo>
                  <a:cubicBezTo>
                    <a:pt x="64" y="399"/>
                    <a:pt x="64" y="399"/>
                    <a:pt x="64" y="399"/>
                  </a:cubicBezTo>
                  <a:cubicBezTo>
                    <a:pt x="49" y="399"/>
                    <a:pt x="49" y="399"/>
                    <a:pt x="49" y="399"/>
                  </a:cubicBezTo>
                  <a:cubicBezTo>
                    <a:pt x="23" y="399"/>
                    <a:pt x="3" y="420"/>
                    <a:pt x="3" y="445"/>
                  </a:cubicBezTo>
                  <a:cubicBezTo>
                    <a:pt x="3" y="470"/>
                    <a:pt x="23" y="491"/>
                    <a:pt x="49" y="491"/>
                  </a:cubicBezTo>
                  <a:cubicBezTo>
                    <a:pt x="418" y="491"/>
                    <a:pt x="418" y="491"/>
                    <a:pt x="418" y="491"/>
                  </a:cubicBezTo>
                  <a:cubicBezTo>
                    <a:pt x="443" y="491"/>
                    <a:pt x="464" y="470"/>
                    <a:pt x="464" y="445"/>
                  </a:cubicBezTo>
                  <a:cubicBezTo>
                    <a:pt x="464" y="420"/>
                    <a:pt x="443" y="399"/>
                    <a:pt x="418" y="399"/>
                  </a:cubicBezTo>
                  <a:close/>
                  <a:moveTo>
                    <a:pt x="34" y="183"/>
                  </a:moveTo>
                  <a:cubicBezTo>
                    <a:pt x="221" y="33"/>
                    <a:pt x="221" y="33"/>
                    <a:pt x="221" y="33"/>
                  </a:cubicBezTo>
                  <a:cubicBezTo>
                    <a:pt x="224" y="31"/>
                    <a:pt x="229" y="30"/>
                    <a:pt x="233" y="30"/>
                  </a:cubicBezTo>
                  <a:cubicBezTo>
                    <a:pt x="238" y="30"/>
                    <a:pt x="242" y="31"/>
                    <a:pt x="246" y="33"/>
                  </a:cubicBezTo>
                  <a:cubicBezTo>
                    <a:pt x="433" y="184"/>
                    <a:pt x="433" y="184"/>
                    <a:pt x="433" y="184"/>
                  </a:cubicBezTo>
                  <a:cubicBezTo>
                    <a:pt x="34" y="183"/>
                    <a:pt x="34" y="183"/>
                    <a:pt x="34" y="183"/>
                  </a:cubicBezTo>
                  <a:close/>
                  <a:moveTo>
                    <a:pt x="371" y="215"/>
                  </a:moveTo>
                  <a:cubicBezTo>
                    <a:pt x="371" y="399"/>
                    <a:pt x="371" y="399"/>
                    <a:pt x="371" y="399"/>
                  </a:cubicBezTo>
                  <a:cubicBezTo>
                    <a:pt x="341" y="399"/>
                    <a:pt x="341" y="399"/>
                    <a:pt x="341" y="399"/>
                  </a:cubicBezTo>
                  <a:cubicBezTo>
                    <a:pt x="341" y="215"/>
                    <a:pt x="341" y="215"/>
                    <a:pt x="341" y="215"/>
                  </a:cubicBezTo>
                  <a:cubicBezTo>
                    <a:pt x="371" y="215"/>
                    <a:pt x="371" y="215"/>
                    <a:pt x="371" y="215"/>
                  </a:cubicBezTo>
                  <a:close/>
                  <a:moveTo>
                    <a:pt x="310" y="215"/>
                  </a:moveTo>
                  <a:cubicBezTo>
                    <a:pt x="310" y="399"/>
                    <a:pt x="310" y="399"/>
                    <a:pt x="310" y="399"/>
                  </a:cubicBezTo>
                  <a:cubicBezTo>
                    <a:pt x="279" y="399"/>
                    <a:pt x="279" y="399"/>
                    <a:pt x="279" y="399"/>
                  </a:cubicBezTo>
                  <a:cubicBezTo>
                    <a:pt x="279" y="215"/>
                    <a:pt x="279" y="215"/>
                    <a:pt x="279" y="215"/>
                  </a:cubicBezTo>
                  <a:cubicBezTo>
                    <a:pt x="310" y="215"/>
                    <a:pt x="310" y="215"/>
                    <a:pt x="310" y="215"/>
                  </a:cubicBezTo>
                  <a:close/>
                  <a:moveTo>
                    <a:pt x="249" y="215"/>
                  </a:moveTo>
                  <a:cubicBezTo>
                    <a:pt x="249" y="399"/>
                    <a:pt x="249" y="399"/>
                    <a:pt x="249" y="399"/>
                  </a:cubicBezTo>
                  <a:cubicBezTo>
                    <a:pt x="218" y="399"/>
                    <a:pt x="218" y="399"/>
                    <a:pt x="218" y="399"/>
                  </a:cubicBezTo>
                  <a:cubicBezTo>
                    <a:pt x="218" y="215"/>
                    <a:pt x="218" y="215"/>
                    <a:pt x="218" y="215"/>
                  </a:cubicBezTo>
                  <a:cubicBezTo>
                    <a:pt x="249" y="215"/>
                    <a:pt x="249" y="215"/>
                    <a:pt x="249" y="215"/>
                  </a:cubicBezTo>
                  <a:close/>
                  <a:moveTo>
                    <a:pt x="187" y="215"/>
                  </a:moveTo>
                  <a:cubicBezTo>
                    <a:pt x="187" y="399"/>
                    <a:pt x="187" y="399"/>
                    <a:pt x="187" y="399"/>
                  </a:cubicBezTo>
                  <a:cubicBezTo>
                    <a:pt x="156" y="399"/>
                    <a:pt x="156" y="399"/>
                    <a:pt x="156" y="399"/>
                  </a:cubicBezTo>
                  <a:cubicBezTo>
                    <a:pt x="156" y="215"/>
                    <a:pt x="156" y="215"/>
                    <a:pt x="156" y="215"/>
                  </a:cubicBezTo>
                  <a:cubicBezTo>
                    <a:pt x="187" y="215"/>
                    <a:pt x="187" y="215"/>
                    <a:pt x="187" y="215"/>
                  </a:cubicBezTo>
                  <a:close/>
                  <a:moveTo>
                    <a:pt x="126" y="215"/>
                  </a:moveTo>
                  <a:cubicBezTo>
                    <a:pt x="126" y="399"/>
                    <a:pt x="126" y="399"/>
                    <a:pt x="126" y="399"/>
                  </a:cubicBezTo>
                  <a:cubicBezTo>
                    <a:pt x="95" y="399"/>
                    <a:pt x="95" y="399"/>
                    <a:pt x="95" y="399"/>
                  </a:cubicBezTo>
                  <a:cubicBezTo>
                    <a:pt x="95" y="215"/>
                    <a:pt x="95" y="215"/>
                    <a:pt x="95" y="215"/>
                  </a:cubicBezTo>
                  <a:cubicBezTo>
                    <a:pt x="126" y="215"/>
                    <a:pt x="126" y="215"/>
                    <a:pt x="126" y="215"/>
                  </a:cubicBezTo>
                  <a:close/>
                  <a:moveTo>
                    <a:pt x="418" y="460"/>
                  </a:moveTo>
                  <a:cubicBezTo>
                    <a:pt x="49" y="460"/>
                    <a:pt x="49" y="460"/>
                    <a:pt x="49" y="460"/>
                  </a:cubicBezTo>
                  <a:cubicBezTo>
                    <a:pt x="40" y="460"/>
                    <a:pt x="34" y="453"/>
                    <a:pt x="34" y="445"/>
                  </a:cubicBezTo>
                  <a:cubicBezTo>
                    <a:pt x="34" y="437"/>
                    <a:pt x="40" y="430"/>
                    <a:pt x="49" y="430"/>
                  </a:cubicBezTo>
                  <a:cubicBezTo>
                    <a:pt x="418" y="430"/>
                    <a:pt x="418" y="430"/>
                    <a:pt x="418" y="430"/>
                  </a:cubicBezTo>
                  <a:cubicBezTo>
                    <a:pt x="426" y="430"/>
                    <a:pt x="433" y="437"/>
                    <a:pt x="433" y="445"/>
                  </a:cubicBezTo>
                  <a:cubicBezTo>
                    <a:pt x="433" y="453"/>
                    <a:pt x="426" y="460"/>
                    <a:pt x="418" y="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3" name="iṣľíde"/>
            <p:cNvSpPr/>
            <p:nvPr/>
          </p:nvSpPr>
          <p:spPr bwMode="auto">
            <a:xfrm>
              <a:off x="4734366" y="4095629"/>
              <a:ext cx="370293" cy="390105"/>
            </a:xfrm>
            <a:custGeom>
              <a:avLst/>
              <a:gdLst>
                <a:gd name="T0" fmla="*/ 126 w 466"/>
                <a:gd name="T1" fmla="*/ 153 h 491"/>
                <a:gd name="T2" fmla="*/ 233 w 466"/>
                <a:gd name="T3" fmla="*/ 61 h 491"/>
                <a:gd name="T4" fmla="*/ 258 w 466"/>
                <a:gd name="T5" fmla="*/ 122 h 491"/>
                <a:gd name="T6" fmla="*/ 233 w 466"/>
                <a:gd name="T7" fmla="*/ 101 h 491"/>
                <a:gd name="T8" fmla="*/ 402 w 466"/>
                <a:gd name="T9" fmla="*/ 399 h 491"/>
                <a:gd name="T10" fmla="*/ 433 w 466"/>
                <a:gd name="T11" fmla="*/ 215 h 491"/>
                <a:gd name="T12" fmla="*/ 452 w 466"/>
                <a:gd name="T13" fmla="*/ 160 h 491"/>
                <a:gd name="T14" fmla="*/ 233 w 466"/>
                <a:gd name="T15" fmla="*/ 0 h 491"/>
                <a:gd name="T16" fmla="*/ 15 w 466"/>
                <a:gd name="T17" fmla="*/ 160 h 491"/>
                <a:gd name="T18" fmla="*/ 34 w 466"/>
                <a:gd name="T19" fmla="*/ 215 h 491"/>
                <a:gd name="T20" fmla="*/ 64 w 466"/>
                <a:gd name="T21" fmla="*/ 399 h 491"/>
                <a:gd name="T22" fmla="*/ 3 w 466"/>
                <a:gd name="T23" fmla="*/ 445 h 491"/>
                <a:gd name="T24" fmla="*/ 418 w 466"/>
                <a:gd name="T25" fmla="*/ 491 h 491"/>
                <a:gd name="T26" fmla="*/ 418 w 466"/>
                <a:gd name="T27" fmla="*/ 399 h 491"/>
                <a:gd name="T28" fmla="*/ 221 w 466"/>
                <a:gd name="T29" fmla="*/ 33 h 491"/>
                <a:gd name="T30" fmla="*/ 246 w 466"/>
                <a:gd name="T31" fmla="*/ 33 h 491"/>
                <a:gd name="T32" fmla="*/ 34 w 466"/>
                <a:gd name="T33" fmla="*/ 183 h 491"/>
                <a:gd name="T34" fmla="*/ 371 w 466"/>
                <a:gd name="T35" fmla="*/ 399 h 491"/>
                <a:gd name="T36" fmla="*/ 341 w 466"/>
                <a:gd name="T37" fmla="*/ 215 h 491"/>
                <a:gd name="T38" fmla="*/ 310 w 466"/>
                <a:gd name="T39" fmla="*/ 215 h 491"/>
                <a:gd name="T40" fmla="*/ 279 w 466"/>
                <a:gd name="T41" fmla="*/ 399 h 491"/>
                <a:gd name="T42" fmla="*/ 310 w 466"/>
                <a:gd name="T43" fmla="*/ 215 h 491"/>
                <a:gd name="T44" fmla="*/ 249 w 466"/>
                <a:gd name="T45" fmla="*/ 399 h 491"/>
                <a:gd name="T46" fmla="*/ 218 w 466"/>
                <a:gd name="T47" fmla="*/ 215 h 491"/>
                <a:gd name="T48" fmla="*/ 187 w 466"/>
                <a:gd name="T49" fmla="*/ 215 h 491"/>
                <a:gd name="T50" fmla="*/ 156 w 466"/>
                <a:gd name="T51" fmla="*/ 399 h 491"/>
                <a:gd name="T52" fmla="*/ 187 w 466"/>
                <a:gd name="T53" fmla="*/ 215 h 491"/>
                <a:gd name="T54" fmla="*/ 126 w 466"/>
                <a:gd name="T55" fmla="*/ 399 h 491"/>
                <a:gd name="T56" fmla="*/ 95 w 466"/>
                <a:gd name="T57" fmla="*/ 215 h 491"/>
                <a:gd name="T58" fmla="*/ 418 w 466"/>
                <a:gd name="T59" fmla="*/ 460 h 491"/>
                <a:gd name="T60" fmla="*/ 34 w 466"/>
                <a:gd name="T61" fmla="*/ 445 h 491"/>
                <a:gd name="T62" fmla="*/ 418 w 466"/>
                <a:gd name="T63" fmla="*/ 430 h 491"/>
                <a:gd name="T64" fmla="*/ 418 w 466"/>
                <a:gd name="T65" fmla="*/ 46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66" h="491">
                  <a:moveTo>
                    <a:pt x="233" y="61"/>
                  </a:moveTo>
                  <a:cubicBezTo>
                    <a:pt x="126" y="153"/>
                    <a:pt x="126" y="153"/>
                    <a:pt x="126" y="153"/>
                  </a:cubicBezTo>
                  <a:cubicBezTo>
                    <a:pt x="341" y="153"/>
                    <a:pt x="341" y="153"/>
                    <a:pt x="341" y="153"/>
                  </a:cubicBezTo>
                  <a:cubicBezTo>
                    <a:pt x="233" y="61"/>
                    <a:pt x="233" y="61"/>
                    <a:pt x="233" y="61"/>
                  </a:cubicBezTo>
                  <a:close/>
                  <a:moveTo>
                    <a:pt x="233" y="101"/>
                  </a:moveTo>
                  <a:cubicBezTo>
                    <a:pt x="258" y="122"/>
                    <a:pt x="258" y="122"/>
                    <a:pt x="258" y="122"/>
                  </a:cubicBezTo>
                  <a:cubicBezTo>
                    <a:pt x="209" y="122"/>
                    <a:pt x="209" y="122"/>
                    <a:pt x="209" y="122"/>
                  </a:cubicBezTo>
                  <a:cubicBezTo>
                    <a:pt x="233" y="101"/>
                    <a:pt x="233" y="101"/>
                    <a:pt x="233" y="101"/>
                  </a:cubicBezTo>
                  <a:close/>
                  <a:moveTo>
                    <a:pt x="418" y="399"/>
                  </a:moveTo>
                  <a:cubicBezTo>
                    <a:pt x="402" y="399"/>
                    <a:pt x="402" y="399"/>
                    <a:pt x="402" y="39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33" y="215"/>
                    <a:pt x="433" y="215"/>
                    <a:pt x="433" y="215"/>
                  </a:cubicBezTo>
                  <a:cubicBezTo>
                    <a:pt x="446" y="215"/>
                    <a:pt x="458" y="206"/>
                    <a:pt x="462" y="194"/>
                  </a:cubicBezTo>
                  <a:cubicBezTo>
                    <a:pt x="466" y="181"/>
                    <a:pt x="462" y="168"/>
                    <a:pt x="452" y="160"/>
                  </a:cubicBezTo>
                  <a:cubicBezTo>
                    <a:pt x="263" y="7"/>
                    <a:pt x="263" y="7"/>
                    <a:pt x="263" y="7"/>
                  </a:cubicBezTo>
                  <a:cubicBezTo>
                    <a:pt x="253" y="2"/>
                    <a:pt x="243" y="0"/>
                    <a:pt x="233" y="0"/>
                  </a:cubicBezTo>
                  <a:cubicBezTo>
                    <a:pt x="223" y="0"/>
                    <a:pt x="213" y="2"/>
                    <a:pt x="204" y="7"/>
                  </a:cubicBezTo>
                  <a:cubicBezTo>
                    <a:pt x="15" y="160"/>
                    <a:pt x="15" y="160"/>
                    <a:pt x="15" y="160"/>
                  </a:cubicBezTo>
                  <a:cubicBezTo>
                    <a:pt x="4" y="168"/>
                    <a:pt x="0" y="181"/>
                    <a:pt x="4" y="194"/>
                  </a:cubicBezTo>
                  <a:cubicBezTo>
                    <a:pt x="9" y="206"/>
                    <a:pt x="20" y="215"/>
                    <a:pt x="34" y="215"/>
                  </a:cubicBezTo>
                  <a:cubicBezTo>
                    <a:pt x="64" y="215"/>
                    <a:pt x="64" y="215"/>
                    <a:pt x="64" y="215"/>
                  </a:cubicBezTo>
                  <a:cubicBezTo>
                    <a:pt x="64" y="399"/>
                    <a:pt x="64" y="399"/>
                    <a:pt x="64" y="399"/>
                  </a:cubicBezTo>
                  <a:cubicBezTo>
                    <a:pt x="49" y="399"/>
                    <a:pt x="49" y="399"/>
                    <a:pt x="49" y="399"/>
                  </a:cubicBezTo>
                  <a:cubicBezTo>
                    <a:pt x="23" y="399"/>
                    <a:pt x="3" y="420"/>
                    <a:pt x="3" y="445"/>
                  </a:cubicBezTo>
                  <a:cubicBezTo>
                    <a:pt x="3" y="470"/>
                    <a:pt x="23" y="491"/>
                    <a:pt x="49" y="491"/>
                  </a:cubicBezTo>
                  <a:cubicBezTo>
                    <a:pt x="418" y="491"/>
                    <a:pt x="418" y="491"/>
                    <a:pt x="418" y="491"/>
                  </a:cubicBezTo>
                  <a:cubicBezTo>
                    <a:pt x="443" y="491"/>
                    <a:pt x="464" y="470"/>
                    <a:pt x="464" y="445"/>
                  </a:cubicBezTo>
                  <a:cubicBezTo>
                    <a:pt x="464" y="420"/>
                    <a:pt x="443" y="399"/>
                    <a:pt x="418" y="399"/>
                  </a:cubicBezTo>
                  <a:close/>
                  <a:moveTo>
                    <a:pt x="34" y="183"/>
                  </a:moveTo>
                  <a:cubicBezTo>
                    <a:pt x="221" y="33"/>
                    <a:pt x="221" y="33"/>
                    <a:pt x="221" y="33"/>
                  </a:cubicBezTo>
                  <a:cubicBezTo>
                    <a:pt x="224" y="31"/>
                    <a:pt x="229" y="30"/>
                    <a:pt x="233" y="30"/>
                  </a:cubicBezTo>
                  <a:cubicBezTo>
                    <a:pt x="238" y="30"/>
                    <a:pt x="242" y="31"/>
                    <a:pt x="246" y="33"/>
                  </a:cubicBezTo>
                  <a:cubicBezTo>
                    <a:pt x="433" y="184"/>
                    <a:pt x="433" y="184"/>
                    <a:pt x="433" y="184"/>
                  </a:cubicBezTo>
                  <a:cubicBezTo>
                    <a:pt x="34" y="183"/>
                    <a:pt x="34" y="183"/>
                    <a:pt x="34" y="183"/>
                  </a:cubicBezTo>
                  <a:close/>
                  <a:moveTo>
                    <a:pt x="371" y="215"/>
                  </a:moveTo>
                  <a:cubicBezTo>
                    <a:pt x="371" y="399"/>
                    <a:pt x="371" y="399"/>
                    <a:pt x="371" y="399"/>
                  </a:cubicBezTo>
                  <a:cubicBezTo>
                    <a:pt x="341" y="399"/>
                    <a:pt x="341" y="399"/>
                    <a:pt x="341" y="399"/>
                  </a:cubicBezTo>
                  <a:cubicBezTo>
                    <a:pt x="341" y="215"/>
                    <a:pt x="341" y="215"/>
                    <a:pt x="341" y="215"/>
                  </a:cubicBezTo>
                  <a:cubicBezTo>
                    <a:pt x="371" y="215"/>
                    <a:pt x="371" y="215"/>
                    <a:pt x="371" y="215"/>
                  </a:cubicBezTo>
                  <a:close/>
                  <a:moveTo>
                    <a:pt x="310" y="215"/>
                  </a:moveTo>
                  <a:cubicBezTo>
                    <a:pt x="310" y="399"/>
                    <a:pt x="310" y="399"/>
                    <a:pt x="310" y="399"/>
                  </a:cubicBezTo>
                  <a:cubicBezTo>
                    <a:pt x="279" y="399"/>
                    <a:pt x="279" y="399"/>
                    <a:pt x="279" y="399"/>
                  </a:cubicBezTo>
                  <a:cubicBezTo>
                    <a:pt x="279" y="215"/>
                    <a:pt x="279" y="215"/>
                    <a:pt x="279" y="215"/>
                  </a:cubicBezTo>
                  <a:cubicBezTo>
                    <a:pt x="310" y="215"/>
                    <a:pt x="310" y="215"/>
                    <a:pt x="310" y="215"/>
                  </a:cubicBezTo>
                  <a:close/>
                  <a:moveTo>
                    <a:pt x="249" y="215"/>
                  </a:moveTo>
                  <a:cubicBezTo>
                    <a:pt x="249" y="399"/>
                    <a:pt x="249" y="399"/>
                    <a:pt x="249" y="399"/>
                  </a:cubicBezTo>
                  <a:cubicBezTo>
                    <a:pt x="218" y="399"/>
                    <a:pt x="218" y="399"/>
                    <a:pt x="218" y="399"/>
                  </a:cubicBezTo>
                  <a:cubicBezTo>
                    <a:pt x="218" y="215"/>
                    <a:pt x="218" y="215"/>
                    <a:pt x="218" y="215"/>
                  </a:cubicBezTo>
                  <a:cubicBezTo>
                    <a:pt x="249" y="215"/>
                    <a:pt x="249" y="215"/>
                    <a:pt x="249" y="215"/>
                  </a:cubicBezTo>
                  <a:close/>
                  <a:moveTo>
                    <a:pt x="187" y="215"/>
                  </a:moveTo>
                  <a:cubicBezTo>
                    <a:pt x="187" y="399"/>
                    <a:pt x="187" y="399"/>
                    <a:pt x="187" y="399"/>
                  </a:cubicBezTo>
                  <a:cubicBezTo>
                    <a:pt x="156" y="399"/>
                    <a:pt x="156" y="399"/>
                    <a:pt x="156" y="399"/>
                  </a:cubicBezTo>
                  <a:cubicBezTo>
                    <a:pt x="156" y="215"/>
                    <a:pt x="156" y="215"/>
                    <a:pt x="156" y="215"/>
                  </a:cubicBezTo>
                  <a:cubicBezTo>
                    <a:pt x="187" y="215"/>
                    <a:pt x="187" y="215"/>
                    <a:pt x="187" y="215"/>
                  </a:cubicBezTo>
                  <a:close/>
                  <a:moveTo>
                    <a:pt x="126" y="215"/>
                  </a:moveTo>
                  <a:cubicBezTo>
                    <a:pt x="126" y="399"/>
                    <a:pt x="126" y="399"/>
                    <a:pt x="126" y="399"/>
                  </a:cubicBezTo>
                  <a:cubicBezTo>
                    <a:pt x="95" y="399"/>
                    <a:pt x="95" y="399"/>
                    <a:pt x="95" y="399"/>
                  </a:cubicBezTo>
                  <a:cubicBezTo>
                    <a:pt x="95" y="215"/>
                    <a:pt x="95" y="215"/>
                    <a:pt x="95" y="215"/>
                  </a:cubicBezTo>
                  <a:cubicBezTo>
                    <a:pt x="126" y="215"/>
                    <a:pt x="126" y="215"/>
                    <a:pt x="126" y="215"/>
                  </a:cubicBezTo>
                  <a:close/>
                  <a:moveTo>
                    <a:pt x="418" y="460"/>
                  </a:moveTo>
                  <a:cubicBezTo>
                    <a:pt x="49" y="460"/>
                    <a:pt x="49" y="460"/>
                    <a:pt x="49" y="460"/>
                  </a:cubicBezTo>
                  <a:cubicBezTo>
                    <a:pt x="40" y="460"/>
                    <a:pt x="34" y="453"/>
                    <a:pt x="34" y="445"/>
                  </a:cubicBezTo>
                  <a:cubicBezTo>
                    <a:pt x="34" y="437"/>
                    <a:pt x="40" y="430"/>
                    <a:pt x="49" y="430"/>
                  </a:cubicBezTo>
                  <a:cubicBezTo>
                    <a:pt x="418" y="430"/>
                    <a:pt x="418" y="430"/>
                    <a:pt x="418" y="430"/>
                  </a:cubicBezTo>
                  <a:cubicBezTo>
                    <a:pt x="426" y="430"/>
                    <a:pt x="433" y="437"/>
                    <a:pt x="433" y="445"/>
                  </a:cubicBezTo>
                  <a:cubicBezTo>
                    <a:pt x="433" y="453"/>
                    <a:pt x="426" y="460"/>
                    <a:pt x="418" y="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" name="îşḷïde"/>
            <p:cNvSpPr/>
            <p:nvPr/>
          </p:nvSpPr>
          <p:spPr bwMode="auto">
            <a:xfrm>
              <a:off x="7097235" y="4095629"/>
              <a:ext cx="370293" cy="390105"/>
            </a:xfrm>
            <a:custGeom>
              <a:avLst/>
              <a:gdLst>
                <a:gd name="T0" fmla="*/ 126 w 466"/>
                <a:gd name="T1" fmla="*/ 153 h 491"/>
                <a:gd name="T2" fmla="*/ 233 w 466"/>
                <a:gd name="T3" fmla="*/ 61 h 491"/>
                <a:gd name="T4" fmla="*/ 258 w 466"/>
                <a:gd name="T5" fmla="*/ 122 h 491"/>
                <a:gd name="T6" fmla="*/ 233 w 466"/>
                <a:gd name="T7" fmla="*/ 101 h 491"/>
                <a:gd name="T8" fmla="*/ 402 w 466"/>
                <a:gd name="T9" fmla="*/ 399 h 491"/>
                <a:gd name="T10" fmla="*/ 433 w 466"/>
                <a:gd name="T11" fmla="*/ 215 h 491"/>
                <a:gd name="T12" fmla="*/ 452 w 466"/>
                <a:gd name="T13" fmla="*/ 160 h 491"/>
                <a:gd name="T14" fmla="*/ 233 w 466"/>
                <a:gd name="T15" fmla="*/ 0 h 491"/>
                <a:gd name="T16" fmla="*/ 15 w 466"/>
                <a:gd name="T17" fmla="*/ 160 h 491"/>
                <a:gd name="T18" fmla="*/ 34 w 466"/>
                <a:gd name="T19" fmla="*/ 215 h 491"/>
                <a:gd name="T20" fmla="*/ 64 w 466"/>
                <a:gd name="T21" fmla="*/ 399 h 491"/>
                <a:gd name="T22" fmla="*/ 3 w 466"/>
                <a:gd name="T23" fmla="*/ 445 h 491"/>
                <a:gd name="T24" fmla="*/ 418 w 466"/>
                <a:gd name="T25" fmla="*/ 491 h 491"/>
                <a:gd name="T26" fmla="*/ 418 w 466"/>
                <a:gd name="T27" fmla="*/ 399 h 491"/>
                <a:gd name="T28" fmla="*/ 221 w 466"/>
                <a:gd name="T29" fmla="*/ 33 h 491"/>
                <a:gd name="T30" fmla="*/ 246 w 466"/>
                <a:gd name="T31" fmla="*/ 33 h 491"/>
                <a:gd name="T32" fmla="*/ 34 w 466"/>
                <a:gd name="T33" fmla="*/ 183 h 491"/>
                <a:gd name="T34" fmla="*/ 371 w 466"/>
                <a:gd name="T35" fmla="*/ 399 h 491"/>
                <a:gd name="T36" fmla="*/ 341 w 466"/>
                <a:gd name="T37" fmla="*/ 215 h 491"/>
                <a:gd name="T38" fmla="*/ 310 w 466"/>
                <a:gd name="T39" fmla="*/ 215 h 491"/>
                <a:gd name="T40" fmla="*/ 279 w 466"/>
                <a:gd name="T41" fmla="*/ 399 h 491"/>
                <a:gd name="T42" fmla="*/ 310 w 466"/>
                <a:gd name="T43" fmla="*/ 215 h 491"/>
                <a:gd name="T44" fmla="*/ 249 w 466"/>
                <a:gd name="T45" fmla="*/ 399 h 491"/>
                <a:gd name="T46" fmla="*/ 218 w 466"/>
                <a:gd name="T47" fmla="*/ 215 h 491"/>
                <a:gd name="T48" fmla="*/ 187 w 466"/>
                <a:gd name="T49" fmla="*/ 215 h 491"/>
                <a:gd name="T50" fmla="*/ 156 w 466"/>
                <a:gd name="T51" fmla="*/ 399 h 491"/>
                <a:gd name="T52" fmla="*/ 187 w 466"/>
                <a:gd name="T53" fmla="*/ 215 h 491"/>
                <a:gd name="T54" fmla="*/ 126 w 466"/>
                <a:gd name="T55" fmla="*/ 399 h 491"/>
                <a:gd name="T56" fmla="*/ 95 w 466"/>
                <a:gd name="T57" fmla="*/ 215 h 491"/>
                <a:gd name="T58" fmla="*/ 418 w 466"/>
                <a:gd name="T59" fmla="*/ 460 h 491"/>
                <a:gd name="T60" fmla="*/ 34 w 466"/>
                <a:gd name="T61" fmla="*/ 445 h 491"/>
                <a:gd name="T62" fmla="*/ 418 w 466"/>
                <a:gd name="T63" fmla="*/ 430 h 491"/>
                <a:gd name="T64" fmla="*/ 418 w 466"/>
                <a:gd name="T65" fmla="*/ 46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66" h="491">
                  <a:moveTo>
                    <a:pt x="233" y="61"/>
                  </a:moveTo>
                  <a:cubicBezTo>
                    <a:pt x="126" y="153"/>
                    <a:pt x="126" y="153"/>
                    <a:pt x="126" y="153"/>
                  </a:cubicBezTo>
                  <a:cubicBezTo>
                    <a:pt x="341" y="153"/>
                    <a:pt x="341" y="153"/>
                    <a:pt x="341" y="153"/>
                  </a:cubicBezTo>
                  <a:cubicBezTo>
                    <a:pt x="233" y="61"/>
                    <a:pt x="233" y="61"/>
                    <a:pt x="233" y="61"/>
                  </a:cubicBezTo>
                  <a:close/>
                  <a:moveTo>
                    <a:pt x="233" y="101"/>
                  </a:moveTo>
                  <a:cubicBezTo>
                    <a:pt x="258" y="122"/>
                    <a:pt x="258" y="122"/>
                    <a:pt x="258" y="122"/>
                  </a:cubicBezTo>
                  <a:cubicBezTo>
                    <a:pt x="209" y="122"/>
                    <a:pt x="209" y="122"/>
                    <a:pt x="209" y="122"/>
                  </a:cubicBezTo>
                  <a:cubicBezTo>
                    <a:pt x="233" y="101"/>
                    <a:pt x="233" y="101"/>
                    <a:pt x="233" y="101"/>
                  </a:cubicBezTo>
                  <a:close/>
                  <a:moveTo>
                    <a:pt x="418" y="399"/>
                  </a:moveTo>
                  <a:cubicBezTo>
                    <a:pt x="402" y="399"/>
                    <a:pt x="402" y="399"/>
                    <a:pt x="402" y="39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33" y="215"/>
                    <a:pt x="433" y="215"/>
                    <a:pt x="433" y="215"/>
                  </a:cubicBezTo>
                  <a:cubicBezTo>
                    <a:pt x="446" y="215"/>
                    <a:pt x="458" y="206"/>
                    <a:pt x="462" y="194"/>
                  </a:cubicBezTo>
                  <a:cubicBezTo>
                    <a:pt x="466" y="181"/>
                    <a:pt x="462" y="168"/>
                    <a:pt x="452" y="160"/>
                  </a:cubicBezTo>
                  <a:cubicBezTo>
                    <a:pt x="263" y="7"/>
                    <a:pt x="263" y="7"/>
                    <a:pt x="263" y="7"/>
                  </a:cubicBezTo>
                  <a:cubicBezTo>
                    <a:pt x="253" y="2"/>
                    <a:pt x="243" y="0"/>
                    <a:pt x="233" y="0"/>
                  </a:cubicBezTo>
                  <a:cubicBezTo>
                    <a:pt x="223" y="0"/>
                    <a:pt x="213" y="2"/>
                    <a:pt x="204" y="7"/>
                  </a:cubicBezTo>
                  <a:cubicBezTo>
                    <a:pt x="15" y="160"/>
                    <a:pt x="15" y="160"/>
                    <a:pt x="15" y="160"/>
                  </a:cubicBezTo>
                  <a:cubicBezTo>
                    <a:pt x="4" y="168"/>
                    <a:pt x="0" y="181"/>
                    <a:pt x="4" y="194"/>
                  </a:cubicBezTo>
                  <a:cubicBezTo>
                    <a:pt x="9" y="206"/>
                    <a:pt x="20" y="215"/>
                    <a:pt x="34" y="215"/>
                  </a:cubicBezTo>
                  <a:cubicBezTo>
                    <a:pt x="64" y="215"/>
                    <a:pt x="64" y="215"/>
                    <a:pt x="64" y="215"/>
                  </a:cubicBezTo>
                  <a:cubicBezTo>
                    <a:pt x="64" y="399"/>
                    <a:pt x="64" y="399"/>
                    <a:pt x="64" y="399"/>
                  </a:cubicBezTo>
                  <a:cubicBezTo>
                    <a:pt x="49" y="399"/>
                    <a:pt x="49" y="399"/>
                    <a:pt x="49" y="399"/>
                  </a:cubicBezTo>
                  <a:cubicBezTo>
                    <a:pt x="23" y="399"/>
                    <a:pt x="3" y="420"/>
                    <a:pt x="3" y="445"/>
                  </a:cubicBezTo>
                  <a:cubicBezTo>
                    <a:pt x="3" y="470"/>
                    <a:pt x="23" y="491"/>
                    <a:pt x="49" y="491"/>
                  </a:cubicBezTo>
                  <a:cubicBezTo>
                    <a:pt x="418" y="491"/>
                    <a:pt x="418" y="491"/>
                    <a:pt x="418" y="491"/>
                  </a:cubicBezTo>
                  <a:cubicBezTo>
                    <a:pt x="443" y="491"/>
                    <a:pt x="464" y="470"/>
                    <a:pt x="464" y="445"/>
                  </a:cubicBezTo>
                  <a:cubicBezTo>
                    <a:pt x="464" y="420"/>
                    <a:pt x="443" y="399"/>
                    <a:pt x="418" y="399"/>
                  </a:cubicBezTo>
                  <a:close/>
                  <a:moveTo>
                    <a:pt x="34" y="183"/>
                  </a:moveTo>
                  <a:cubicBezTo>
                    <a:pt x="221" y="33"/>
                    <a:pt x="221" y="33"/>
                    <a:pt x="221" y="33"/>
                  </a:cubicBezTo>
                  <a:cubicBezTo>
                    <a:pt x="224" y="31"/>
                    <a:pt x="229" y="30"/>
                    <a:pt x="233" y="30"/>
                  </a:cubicBezTo>
                  <a:cubicBezTo>
                    <a:pt x="238" y="30"/>
                    <a:pt x="242" y="31"/>
                    <a:pt x="246" y="33"/>
                  </a:cubicBezTo>
                  <a:cubicBezTo>
                    <a:pt x="433" y="184"/>
                    <a:pt x="433" y="184"/>
                    <a:pt x="433" y="184"/>
                  </a:cubicBezTo>
                  <a:cubicBezTo>
                    <a:pt x="34" y="183"/>
                    <a:pt x="34" y="183"/>
                    <a:pt x="34" y="183"/>
                  </a:cubicBezTo>
                  <a:close/>
                  <a:moveTo>
                    <a:pt x="371" y="215"/>
                  </a:moveTo>
                  <a:cubicBezTo>
                    <a:pt x="371" y="399"/>
                    <a:pt x="371" y="399"/>
                    <a:pt x="371" y="399"/>
                  </a:cubicBezTo>
                  <a:cubicBezTo>
                    <a:pt x="341" y="399"/>
                    <a:pt x="341" y="399"/>
                    <a:pt x="341" y="399"/>
                  </a:cubicBezTo>
                  <a:cubicBezTo>
                    <a:pt x="341" y="215"/>
                    <a:pt x="341" y="215"/>
                    <a:pt x="341" y="215"/>
                  </a:cubicBezTo>
                  <a:cubicBezTo>
                    <a:pt x="371" y="215"/>
                    <a:pt x="371" y="215"/>
                    <a:pt x="371" y="215"/>
                  </a:cubicBezTo>
                  <a:close/>
                  <a:moveTo>
                    <a:pt x="310" y="215"/>
                  </a:moveTo>
                  <a:cubicBezTo>
                    <a:pt x="310" y="399"/>
                    <a:pt x="310" y="399"/>
                    <a:pt x="310" y="399"/>
                  </a:cubicBezTo>
                  <a:cubicBezTo>
                    <a:pt x="279" y="399"/>
                    <a:pt x="279" y="399"/>
                    <a:pt x="279" y="399"/>
                  </a:cubicBezTo>
                  <a:cubicBezTo>
                    <a:pt x="279" y="215"/>
                    <a:pt x="279" y="215"/>
                    <a:pt x="279" y="215"/>
                  </a:cubicBezTo>
                  <a:cubicBezTo>
                    <a:pt x="310" y="215"/>
                    <a:pt x="310" y="215"/>
                    <a:pt x="310" y="215"/>
                  </a:cubicBezTo>
                  <a:close/>
                  <a:moveTo>
                    <a:pt x="249" y="215"/>
                  </a:moveTo>
                  <a:cubicBezTo>
                    <a:pt x="249" y="399"/>
                    <a:pt x="249" y="399"/>
                    <a:pt x="249" y="399"/>
                  </a:cubicBezTo>
                  <a:cubicBezTo>
                    <a:pt x="218" y="399"/>
                    <a:pt x="218" y="399"/>
                    <a:pt x="218" y="399"/>
                  </a:cubicBezTo>
                  <a:cubicBezTo>
                    <a:pt x="218" y="215"/>
                    <a:pt x="218" y="215"/>
                    <a:pt x="218" y="215"/>
                  </a:cubicBezTo>
                  <a:cubicBezTo>
                    <a:pt x="249" y="215"/>
                    <a:pt x="249" y="215"/>
                    <a:pt x="249" y="215"/>
                  </a:cubicBezTo>
                  <a:close/>
                  <a:moveTo>
                    <a:pt x="187" y="215"/>
                  </a:moveTo>
                  <a:cubicBezTo>
                    <a:pt x="187" y="399"/>
                    <a:pt x="187" y="399"/>
                    <a:pt x="187" y="399"/>
                  </a:cubicBezTo>
                  <a:cubicBezTo>
                    <a:pt x="156" y="399"/>
                    <a:pt x="156" y="399"/>
                    <a:pt x="156" y="399"/>
                  </a:cubicBezTo>
                  <a:cubicBezTo>
                    <a:pt x="156" y="215"/>
                    <a:pt x="156" y="215"/>
                    <a:pt x="156" y="215"/>
                  </a:cubicBezTo>
                  <a:cubicBezTo>
                    <a:pt x="187" y="215"/>
                    <a:pt x="187" y="215"/>
                    <a:pt x="187" y="215"/>
                  </a:cubicBezTo>
                  <a:close/>
                  <a:moveTo>
                    <a:pt x="126" y="215"/>
                  </a:moveTo>
                  <a:cubicBezTo>
                    <a:pt x="126" y="399"/>
                    <a:pt x="126" y="399"/>
                    <a:pt x="126" y="399"/>
                  </a:cubicBezTo>
                  <a:cubicBezTo>
                    <a:pt x="95" y="399"/>
                    <a:pt x="95" y="399"/>
                    <a:pt x="95" y="399"/>
                  </a:cubicBezTo>
                  <a:cubicBezTo>
                    <a:pt x="95" y="215"/>
                    <a:pt x="95" y="215"/>
                    <a:pt x="95" y="215"/>
                  </a:cubicBezTo>
                  <a:cubicBezTo>
                    <a:pt x="126" y="215"/>
                    <a:pt x="126" y="215"/>
                    <a:pt x="126" y="215"/>
                  </a:cubicBezTo>
                  <a:close/>
                  <a:moveTo>
                    <a:pt x="418" y="460"/>
                  </a:moveTo>
                  <a:cubicBezTo>
                    <a:pt x="49" y="460"/>
                    <a:pt x="49" y="460"/>
                    <a:pt x="49" y="460"/>
                  </a:cubicBezTo>
                  <a:cubicBezTo>
                    <a:pt x="40" y="460"/>
                    <a:pt x="34" y="453"/>
                    <a:pt x="34" y="445"/>
                  </a:cubicBezTo>
                  <a:cubicBezTo>
                    <a:pt x="34" y="437"/>
                    <a:pt x="40" y="430"/>
                    <a:pt x="49" y="430"/>
                  </a:cubicBezTo>
                  <a:cubicBezTo>
                    <a:pt x="418" y="430"/>
                    <a:pt x="418" y="430"/>
                    <a:pt x="418" y="430"/>
                  </a:cubicBezTo>
                  <a:cubicBezTo>
                    <a:pt x="426" y="430"/>
                    <a:pt x="433" y="437"/>
                    <a:pt x="433" y="445"/>
                  </a:cubicBezTo>
                  <a:cubicBezTo>
                    <a:pt x="433" y="453"/>
                    <a:pt x="426" y="460"/>
                    <a:pt x="418" y="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5" name="işļíḓé"/>
            <p:cNvSpPr/>
            <p:nvPr/>
          </p:nvSpPr>
          <p:spPr bwMode="auto">
            <a:xfrm>
              <a:off x="5917267" y="4802402"/>
              <a:ext cx="370293" cy="390105"/>
            </a:xfrm>
            <a:custGeom>
              <a:avLst/>
              <a:gdLst>
                <a:gd name="T0" fmla="*/ 126 w 466"/>
                <a:gd name="T1" fmla="*/ 153 h 491"/>
                <a:gd name="T2" fmla="*/ 233 w 466"/>
                <a:gd name="T3" fmla="*/ 61 h 491"/>
                <a:gd name="T4" fmla="*/ 258 w 466"/>
                <a:gd name="T5" fmla="*/ 122 h 491"/>
                <a:gd name="T6" fmla="*/ 233 w 466"/>
                <a:gd name="T7" fmla="*/ 101 h 491"/>
                <a:gd name="T8" fmla="*/ 402 w 466"/>
                <a:gd name="T9" fmla="*/ 399 h 491"/>
                <a:gd name="T10" fmla="*/ 433 w 466"/>
                <a:gd name="T11" fmla="*/ 215 h 491"/>
                <a:gd name="T12" fmla="*/ 452 w 466"/>
                <a:gd name="T13" fmla="*/ 160 h 491"/>
                <a:gd name="T14" fmla="*/ 233 w 466"/>
                <a:gd name="T15" fmla="*/ 0 h 491"/>
                <a:gd name="T16" fmla="*/ 15 w 466"/>
                <a:gd name="T17" fmla="*/ 160 h 491"/>
                <a:gd name="T18" fmla="*/ 34 w 466"/>
                <a:gd name="T19" fmla="*/ 215 h 491"/>
                <a:gd name="T20" fmla="*/ 64 w 466"/>
                <a:gd name="T21" fmla="*/ 399 h 491"/>
                <a:gd name="T22" fmla="*/ 3 w 466"/>
                <a:gd name="T23" fmla="*/ 445 h 491"/>
                <a:gd name="T24" fmla="*/ 418 w 466"/>
                <a:gd name="T25" fmla="*/ 491 h 491"/>
                <a:gd name="T26" fmla="*/ 418 w 466"/>
                <a:gd name="T27" fmla="*/ 399 h 491"/>
                <a:gd name="T28" fmla="*/ 221 w 466"/>
                <a:gd name="T29" fmla="*/ 33 h 491"/>
                <a:gd name="T30" fmla="*/ 246 w 466"/>
                <a:gd name="T31" fmla="*/ 33 h 491"/>
                <a:gd name="T32" fmla="*/ 34 w 466"/>
                <a:gd name="T33" fmla="*/ 183 h 491"/>
                <a:gd name="T34" fmla="*/ 371 w 466"/>
                <a:gd name="T35" fmla="*/ 399 h 491"/>
                <a:gd name="T36" fmla="*/ 341 w 466"/>
                <a:gd name="T37" fmla="*/ 215 h 491"/>
                <a:gd name="T38" fmla="*/ 310 w 466"/>
                <a:gd name="T39" fmla="*/ 215 h 491"/>
                <a:gd name="T40" fmla="*/ 279 w 466"/>
                <a:gd name="T41" fmla="*/ 399 h 491"/>
                <a:gd name="T42" fmla="*/ 310 w 466"/>
                <a:gd name="T43" fmla="*/ 215 h 491"/>
                <a:gd name="T44" fmla="*/ 249 w 466"/>
                <a:gd name="T45" fmla="*/ 399 h 491"/>
                <a:gd name="T46" fmla="*/ 218 w 466"/>
                <a:gd name="T47" fmla="*/ 215 h 491"/>
                <a:gd name="T48" fmla="*/ 187 w 466"/>
                <a:gd name="T49" fmla="*/ 215 h 491"/>
                <a:gd name="T50" fmla="*/ 156 w 466"/>
                <a:gd name="T51" fmla="*/ 399 h 491"/>
                <a:gd name="T52" fmla="*/ 187 w 466"/>
                <a:gd name="T53" fmla="*/ 215 h 491"/>
                <a:gd name="T54" fmla="*/ 126 w 466"/>
                <a:gd name="T55" fmla="*/ 399 h 491"/>
                <a:gd name="T56" fmla="*/ 95 w 466"/>
                <a:gd name="T57" fmla="*/ 215 h 491"/>
                <a:gd name="T58" fmla="*/ 418 w 466"/>
                <a:gd name="T59" fmla="*/ 460 h 491"/>
                <a:gd name="T60" fmla="*/ 34 w 466"/>
                <a:gd name="T61" fmla="*/ 445 h 491"/>
                <a:gd name="T62" fmla="*/ 418 w 466"/>
                <a:gd name="T63" fmla="*/ 430 h 491"/>
                <a:gd name="T64" fmla="*/ 418 w 466"/>
                <a:gd name="T65" fmla="*/ 460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66" h="491">
                  <a:moveTo>
                    <a:pt x="233" y="61"/>
                  </a:moveTo>
                  <a:cubicBezTo>
                    <a:pt x="126" y="153"/>
                    <a:pt x="126" y="153"/>
                    <a:pt x="126" y="153"/>
                  </a:cubicBezTo>
                  <a:cubicBezTo>
                    <a:pt x="341" y="153"/>
                    <a:pt x="341" y="153"/>
                    <a:pt x="341" y="153"/>
                  </a:cubicBezTo>
                  <a:cubicBezTo>
                    <a:pt x="233" y="61"/>
                    <a:pt x="233" y="61"/>
                    <a:pt x="233" y="61"/>
                  </a:cubicBezTo>
                  <a:close/>
                  <a:moveTo>
                    <a:pt x="233" y="101"/>
                  </a:moveTo>
                  <a:cubicBezTo>
                    <a:pt x="258" y="122"/>
                    <a:pt x="258" y="122"/>
                    <a:pt x="258" y="122"/>
                  </a:cubicBezTo>
                  <a:cubicBezTo>
                    <a:pt x="209" y="122"/>
                    <a:pt x="209" y="122"/>
                    <a:pt x="209" y="122"/>
                  </a:cubicBezTo>
                  <a:cubicBezTo>
                    <a:pt x="233" y="101"/>
                    <a:pt x="233" y="101"/>
                    <a:pt x="233" y="101"/>
                  </a:cubicBezTo>
                  <a:close/>
                  <a:moveTo>
                    <a:pt x="418" y="399"/>
                  </a:moveTo>
                  <a:cubicBezTo>
                    <a:pt x="402" y="399"/>
                    <a:pt x="402" y="399"/>
                    <a:pt x="402" y="39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33" y="215"/>
                    <a:pt x="433" y="215"/>
                    <a:pt x="433" y="215"/>
                  </a:cubicBezTo>
                  <a:cubicBezTo>
                    <a:pt x="446" y="215"/>
                    <a:pt x="458" y="206"/>
                    <a:pt x="462" y="194"/>
                  </a:cubicBezTo>
                  <a:cubicBezTo>
                    <a:pt x="466" y="181"/>
                    <a:pt x="462" y="168"/>
                    <a:pt x="452" y="160"/>
                  </a:cubicBezTo>
                  <a:cubicBezTo>
                    <a:pt x="263" y="7"/>
                    <a:pt x="263" y="7"/>
                    <a:pt x="263" y="7"/>
                  </a:cubicBezTo>
                  <a:cubicBezTo>
                    <a:pt x="253" y="2"/>
                    <a:pt x="243" y="0"/>
                    <a:pt x="233" y="0"/>
                  </a:cubicBezTo>
                  <a:cubicBezTo>
                    <a:pt x="223" y="0"/>
                    <a:pt x="213" y="2"/>
                    <a:pt x="204" y="7"/>
                  </a:cubicBezTo>
                  <a:cubicBezTo>
                    <a:pt x="15" y="160"/>
                    <a:pt x="15" y="160"/>
                    <a:pt x="15" y="160"/>
                  </a:cubicBezTo>
                  <a:cubicBezTo>
                    <a:pt x="4" y="168"/>
                    <a:pt x="0" y="181"/>
                    <a:pt x="4" y="194"/>
                  </a:cubicBezTo>
                  <a:cubicBezTo>
                    <a:pt x="9" y="206"/>
                    <a:pt x="20" y="215"/>
                    <a:pt x="34" y="215"/>
                  </a:cubicBezTo>
                  <a:cubicBezTo>
                    <a:pt x="64" y="215"/>
                    <a:pt x="64" y="215"/>
                    <a:pt x="64" y="215"/>
                  </a:cubicBezTo>
                  <a:cubicBezTo>
                    <a:pt x="64" y="399"/>
                    <a:pt x="64" y="399"/>
                    <a:pt x="64" y="399"/>
                  </a:cubicBezTo>
                  <a:cubicBezTo>
                    <a:pt x="49" y="399"/>
                    <a:pt x="49" y="399"/>
                    <a:pt x="49" y="399"/>
                  </a:cubicBezTo>
                  <a:cubicBezTo>
                    <a:pt x="23" y="399"/>
                    <a:pt x="3" y="420"/>
                    <a:pt x="3" y="445"/>
                  </a:cubicBezTo>
                  <a:cubicBezTo>
                    <a:pt x="3" y="470"/>
                    <a:pt x="23" y="491"/>
                    <a:pt x="49" y="491"/>
                  </a:cubicBezTo>
                  <a:cubicBezTo>
                    <a:pt x="418" y="491"/>
                    <a:pt x="418" y="491"/>
                    <a:pt x="418" y="491"/>
                  </a:cubicBezTo>
                  <a:cubicBezTo>
                    <a:pt x="443" y="491"/>
                    <a:pt x="464" y="470"/>
                    <a:pt x="464" y="445"/>
                  </a:cubicBezTo>
                  <a:cubicBezTo>
                    <a:pt x="464" y="420"/>
                    <a:pt x="443" y="399"/>
                    <a:pt x="418" y="399"/>
                  </a:cubicBezTo>
                  <a:close/>
                  <a:moveTo>
                    <a:pt x="34" y="183"/>
                  </a:moveTo>
                  <a:cubicBezTo>
                    <a:pt x="221" y="33"/>
                    <a:pt x="221" y="33"/>
                    <a:pt x="221" y="33"/>
                  </a:cubicBezTo>
                  <a:cubicBezTo>
                    <a:pt x="224" y="31"/>
                    <a:pt x="229" y="30"/>
                    <a:pt x="233" y="30"/>
                  </a:cubicBezTo>
                  <a:cubicBezTo>
                    <a:pt x="238" y="30"/>
                    <a:pt x="242" y="31"/>
                    <a:pt x="246" y="33"/>
                  </a:cubicBezTo>
                  <a:cubicBezTo>
                    <a:pt x="433" y="184"/>
                    <a:pt x="433" y="184"/>
                    <a:pt x="433" y="184"/>
                  </a:cubicBezTo>
                  <a:cubicBezTo>
                    <a:pt x="34" y="183"/>
                    <a:pt x="34" y="183"/>
                    <a:pt x="34" y="183"/>
                  </a:cubicBezTo>
                  <a:close/>
                  <a:moveTo>
                    <a:pt x="371" y="215"/>
                  </a:moveTo>
                  <a:cubicBezTo>
                    <a:pt x="371" y="399"/>
                    <a:pt x="371" y="399"/>
                    <a:pt x="371" y="399"/>
                  </a:cubicBezTo>
                  <a:cubicBezTo>
                    <a:pt x="341" y="399"/>
                    <a:pt x="341" y="399"/>
                    <a:pt x="341" y="399"/>
                  </a:cubicBezTo>
                  <a:cubicBezTo>
                    <a:pt x="341" y="215"/>
                    <a:pt x="341" y="215"/>
                    <a:pt x="341" y="215"/>
                  </a:cubicBezTo>
                  <a:cubicBezTo>
                    <a:pt x="371" y="215"/>
                    <a:pt x="371" y="215"/>
                    <a:pt x="371" y="215"/>
                  </a:cubicBezTo>
                  <a:close/>
                  <a:moveTo>
                    <a:pt x="310" y="215"/>
                  </a:moveTo>
                  <a:cubicBezTo>
                    <a:pt x="310" y="399"/>
                    <a:pt x="310" y="399"/>
                    <a:pt x="310" y="399"/>
                  </a:cubicBezTo>
                  <a:cubicBezTo>
                    <a:pt x="279" y="399"/>
                    <a:pt x="279" y="399"/>
                    <a:pt x="279" y="399"/>
                  </a:cubicBezTo>
                  <a:cubicBezTo>
                    <a:pt x="279" y="215"/>
                    <a:pt x="279" y="215"/>
                    <a:pt x="279" y="215"/>
                  </a:cubicBezTo>
                  <a:cubicBezTo>
                    <a:pt x="310" y="215"/>
                    <a:pt x="310" y="215"/>
                    <a:pt x="310" y="215"/>
                  </a:cubicBezTo>
                  <a:close/>
                  <a:moveTo>
                    <a:pt x="249" y="215"/>
                  </a:moveTo>
                  <a:cubicBezTo>
                    <a:pt x="249" y="399"/>
                    <a:pt x="249" y="399"/>
                    <a:pt x="249" y="399"/>
                  </a:cubicBezTo>
                  <a:cubicBezTo>
                    <a:pt x="218" y="399"/>
                    <a:pt x="218" y="399"/>
                    <a:pt x="218" y="399"/>
                  </a:cubicBezTo>
                  <a:cubicBezTo>
                    <a:pt x="218" y="215"/>
                    <a:pt x="218" y="215"/>
                    <a:pt x="218" y="215"/>
                  </a:cubicBezTo>
                  <a:cubicBezTo>
                    <a:pt x="249" y="215"/>
                    <a:pt x="249" y="215"/>
                    <a:pt x="249" y="215"/>
                  </a:cubicBezTo>
                  <a:close/>
                  <a:moveTo>
                    <a:pt x="187" y="215"/>
                  </a:moveTo>
                  <a:cubicBezTo>
                    <a:pt x="187" y="399"/>
                    <a:pt x="187" y="399"/>
                    <a:pt x="187" y="399"/>
                  </a:cubicBezTo>
                  <a:cubicBezTo>
                    <a:pt x="156" y="399"/>
                    <a:pt x="156" y="399"/>
                    <a:pt x="156" y="399"/>
                  </a:cubicBezTo>
                  <a:cubicBezTo>
                    <a:pt x="156" y="215"/>
                    <a:pt x="156" y="215"/>
                    <a:pt x="156" y="215"/>
                  </a:cubicBezTo>
                  <a:cubicBezTo>
                    <a:pt x="187" y="215"/>
                    <a:pt x="187" y="215"/>
                    <a:pt x="187" y="215"/>
                  </a:cubicBezTo>
                  <a:close/>
                  <a:moveTo>
                    <a:pt x="126" y="215"/>
                  </a:moveTo>
                  <a:cubicBezTo>
                    <a:pt x="126" y="399"/>
                    <a:pt x="126" y="399"/>
                    <a:pt x="126" y="399"/>
                  </a:cubicBezTo>
                  <a:cubicBezTo>
                    <a:pt x="95" y="399"/>
                    <a:pt x="95" y="399"/>
                    <a:pt x="95" y="399"/>
                  </a:cubicBezTo>
                  <a:cubicBezTo>
                    <a:pt x="95" y="215"/>
                    <a:pt x="95" y="215"/>
                    <a:pt x="95" y="215"/>
                  </a:cubicBezTo>
                  <a:cubicBezTo>
                    <a:pt x="126" y="215"/>
                    <a:pt x="126" y="215"/>
                    <a:pt x="126" y="215"/>
                  </a:cubicBezTo>
                  <a:close/>
                  <a:moveTo>
                    <a:pt x="418" y="460"/>
                  </a:moveTo>
                  <a:cubicBezTo>
                    <a:pt x="49" y="460"/>
                    <a:pt x="49" y="460"/>
                    <a:pt x="49" y="460"/>
                  </a:cubicBezTo>
                  <a:cubicBezTo>
                    <a:pt x="40" y="460"/>
                    <a:pt x="34" y="453"/>
                    <a:pt x="34" y="445"/>
                  </a:cubicBezTo>
                  <a:cubicBezTo>
                    <a:pt x="34" y="437"/>
                    <a:pt x="40" y="430"/>
                    <a:pt x="49" y="430"/>
                  </a:cubicBezTo>
                  <a:cubicBezTo>
                    <a:pt x="418" y="430"/>
                    <a:pt x="418" y="430"/>
                    <a:pt x="418" y="430"/>
                  </a:cubicBezTo>
                  <a:cubicBezTo>
                    <a:pt x="426" y="430"/>
                    <a:pt x="433" y="437"/>
                    <a:pt x="433" y="445"/>
                  </a:cubicBezTo>
                  <a:cubicBezTo>
                    <a:pt x="433" y="453"/>
                    <a:pt x="426" y="460"/>
                    <a:pt x="418" y="4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6" name="íṥ1íḑé"/>
            <p:cNvSpPr/>
            <p:nvPr/>
          </p:nvSpPr>
          <p:spPr bwMode="auto">
            <a:xfrm>
              <a:off x="773531" y="2120735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7" name="ïṣľíḍe"/>
            <p:cNvSpPr txBox="1"/>
            <p:nvPr/>
          </p:nvSpPr>
          <p:spPr bwMode="auto">
            <a:xfrm>
              <a:off x="773531" y="1707855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8" name="işľíḍe"/>
            <p:cNvSpPr/>
            <p:nvPr/>
          </p:nvSpPr>
          <p:spPr bwMode="auto">
            <a:xfrm>
              <a:off x="773531" y="3629959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9" name="iSľiḋê"/>
            <p:cNvSpPr txBox="1"/>
            <p:nvPr/>
          </p:nvSpPr>
          <p:spPr bwMode="auto">
            <a:xfrm>
              <a:off x="773531" y="3217079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30" name="íṩľîďê"/>
            <p:cNvSpPr/>
            <p:nvPr/>
          </p:nvSpPr>
          <p:spPr bwMode="auto">
            <a:xfrm>
              <a:off x="773531" y="5138361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31" name="iśḻïḋè"/>
            <p:cNvSpPr txBox="1"/>
            <p:nvPr/>
          </p:nvSpPr>
          <p:spPr bwMode="auto">
            <a:xfrm>
              <a:off x="773531" y="4725481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cxnSp>
          <p:nvCxnSpPr>
            <p:cNvPr id="32" name="直接连接符 31"/>
            <p:cNvCxnSpPr/>
            <p:nvPr/>
          </p:nvCxnSpPr>
          <p:spPr>
            <a:xfrm>
              <a:off x="876000" y="2829974"/>
              <a:ext cx="180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876000" y="4349083"/>
              <a:ext cx="180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ïš1ïḑè"/>
            <p:cNvSpPr/>
            <p:nvPr/>
          </p:nvSpPr>
          <p:spPr bwMode="auto">
            <a:xfrm>
              <a:off x="9317376" y="2120735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35" name="îṩļîḑe"/>
            <p:cNvSpPr txBox="1"/>
            <p:nvPr/>
          </p:nvSpPr>
          <p:spPr bwMode="auto">
            <a:xfrm>
              <a:off x="9317376" y="1707855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36" name="îṧľídé"/>
            <p:cNvSpPr/>
            <p:nvPr/>
          </p:nvSpPr>
          <p:spPr bwMode="auto">
            <a:xfrm>
              <a:off x="9317376" y="3629959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37" name="í$liďe"/>
            <p:cNvSpPr txBox="1"/>
            <p:nvPr/>
          </p:nvSpPr>
          <p:spPr bwMode="auto">
            <a:xfrm>
              <a:off x="9317376" y="3217079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38" name="íśļíde"/>
            <p:cNvSpPr/>
            <p:nvPr/>
          </p:nvSpPr>
          <p:spPr bwMode="auto">
            <a:xfrm>
              <a:off x="9317376" y="5138361"/>
              <a:ext cx="2108063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39" name="iśḷiḍé"/>
            <p:cNvSpPr txBox="1"/>
            <p:nvPr/>
          </p:nvSpPr>
          <p:spPr bwMode="auto">
            <a:xfrm>
              <a:off x="9317376" y="4725481"/>
              <a:ext cx="2108063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9419845" y="2829974"/>
              <a:ext cx="180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9419845" y="4349083"/>
              <a:ext cx="1800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21" name="c52f2a57-f964-41ef-aa3f-83eb24ab0d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258937" y="1417355"/>
            <a:ext cx="10261600" cy="4423339"/>
            <a:chOff x="1258937" y="1417355"/>
            <a:chExt cx="10261600" cy="4423339"/>
          </a:xfrm>
        </p:grpSpPr>
        <p:sp>
          <p:nvSpPr>
            <p:cNvPr id="22" name="îṧlïḓè"/>
            <p:cNvSpPr/>
            <p:nvPr/>
          </p:nvSpPr>
          <p:spPr bwMode="auto">
            <a:xfrm>
              <a:off x="1731000" y="1784977"/>
              <a:ext cx="3374774" cy="3374774"/>
            </a:xfrm>
            <a:prstGeom prst="ellipse">
              <a:avLst/>
            </a:prstGeom>
            <a:blipFill>
              <a:blip r:embed="rId2"/>
              <a:stretch>
                <a:fillRect l="-25141" r="-24953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>
                <a:solidFill>
                  <a:schemeClr val="lt1"/>
                </a:solidFill>
              </a:endParaRPr>
            </a:p>
          </p:txBody>
        </p:sp>
        <p:grpSp>
          <p:nvGrpSpPr>
            <p:cNvPr id="23" name="íṡļïďe"/>
            <p:cNvGrpSpPr/>
            <p:nvPr/>
          </p:nvGrpSpPr>
          <p:grpSpPr>
            <a:xfrm>
              <a:off x="1258937" y="1417355"/>
              <a:ext cx="4761237" cy="4423339"/>
              <a:chOff x="1334763" y="1546020"/>
              <a:chExt cx="4761237" cy="4423339"/>
            </a:xfrm>
            <a:solidFill>
              <a:schemeClr val="bg2"/>
            </a:solidFill>
          </p:grpSpPr>
          <p:sp>
            <p:nvSpPr>
              <p:cNvPr id="27" name="íṡḷïdé"/>
              <p:cNvSpPr/>
              <p:nvPr/>
            </p:nvSpPr>
            <p:spPr bwMode="auto">
              <a:xfrm>
                <a:off x="1912255" y="2922170"/>
                <a:ext cx="61435" cy="141299"/>
              </a:xfrm>
              <a:custGeom>
                <a:avLst/>
                <a:gdLst>
                  <a:gd name="T0" fmla="*/ 0 w 20"/>
                  <a:gd name="T1" fmla="*/ 13 h 44"/>
                  <a:gd name="T2" fmla="*/ 0 w 20"/>
                  <a:gd name="T3" fmla="*/ 13 h 44"/>
                  <a:gd name="T4" fmla="*/ 0 w 20"/>
                  <a:gd name="T5" fmla="*/ 10 h 44"/>
                  <a:gd name="T6" fmla="*/ 2 w 20"/>
                  <a:gd name="T7" fmla="*/ 7 h 44"/>
                  <a:gd name="T8" fmla="*/ 4 w 20"/>
                  <a:gd name="T9" fmla="*/ 4 h 44"/>
                  <a:gd name="T10" fmla="*/ 4 w 20"/>
                  <a:gd name="T11" fmla="*/ 0 h 44"/>
                  <a:gd name="T12" fmla="*/ 4 w 20"/>
                  <a:gd name="T13" fmla="*/ 0 h 44"/>
                  <a:gd name="T14" fmla="*/ 7 w 20"/>
                  <a:gd name="T15" fmla="*/ 8 h 44"/>
                  <a:gd name="T16" fmla="*/ 7 w 20"/>
                  <a:gd name="T17" fmla="*/ 14 h 44"/>
                  <a:gd name="T18" fmla="*/ 6 w 20"/>
                  <a:gd name="T19" fmla="*/ 18 h 44"/>
                  <a:gd name="T20" fmla="*/ 6 w 20"/>
                  <a:gd name="T21" fmla="*/ 18 h 44"/>
                  <a:gd name="T22" fmla="*/ 9 w 20"/>
                  <a:gd name="T23" fmla="*/ 18 h 44"/>
                  <a:gd name="T24" fmla="*/ 10 w 20"/>
                  <a:gd name="T25" fmla="*/ 18 h 44"/>
                  <a:gd name="T26" fmla="*/ 12 w 20"/>
                  <a:gd name="T27" fmla="*/ 17 h 44"/>
                  <a:gd name="T28" fmla="*/ 13 w 20"/>
                  <a:gd name="T29" fmla="*/ 17 h 44"/>
                  <a:gd name="T30" fmla="*/ 13 w 20"/>
                  <a:gd name="T31" fmla="*/ 17 h 44"/>
                  <a:gd name="T32" fmla="*/ 12 w 20"/>
                  <a:gd name="T33" fmla="*/ 26 h 44"/>
                  <a:gd name="T34" fmla="*/ 10 w 20"/>
                  <a:gd name="T35" fmla="*/ 28 h 44"/>
                  <a:gd name="T36" fmla="*/ 10 w 20"/>
                  <a:gd name="T37" fmla="*/ 33 h 44"/>
                  <a:gd name="T38" fmla="*/ 10 w 20"/>
                  <a:gd name="T39" fmla="*/ 33 h 44"/>
                  <a:gd name="T40" fmla="*/ 13 w 20"/>
                  <a:gd name="T41" fmla="*/ 30 h 44"/>
                  <a:gd name="T42" fmla="*/ 14 w 20"/>
                  <a:gd name="T43" fmla="*/ 27 h 44"/>
                  <a:gd name="T44" fmla="*/ 14 w 20"/>
                  <a:gd name="T45" fmla="*/ 27 h 44"/>
                  <a:gd name="T46" fmla="*/ 17 w 20"/>
                  <a:gd name="T47" fmla="*/ 28 h 44"/>
                  <a:gd name="T48" fmla="*/ 17 w 20"/>
                  <a:gd name="T49" fmla="*/ 31 h 44"/>
                  <a:gd name="T50" fmla="*/ 17 w 20"/>
                  <a:gd name="T51" fmla="*/ 34 h 44"/>
                  <a:gd name="T52" fmla="*/ 20 w 20"/>
                  <a:gd name="T53" fmla="*/ 38 h 44"/>
                  <a:gd name="T54" fmla="*/ 20 w 20"/>
                  <a:gd name="T55" fmla="*/ 38 h 44"/>
                  <a:gd name="T56" fmla="*/ 19 w 20"/>
                  <a:gd name="T57" fmla="*/ 40 h 44"/>
                  <a:gd name="T58" fmla="*/ 16 w 20"/>
                  <a:gd name="T59" fmla="*/ 38 h 44"/>
                  <a:gd name="T60" fmla="*/ 12 w 20"/>
                  <a:gd name="T61" fmla="*/ 34 h 44"/>
                  <a:gd name="T62" fmla="*/ 12 w 20"/>
                  <a:gd name="T63" fmla="*/ 34 h 44"/>
                  <a:gd name="T64" fmla="*/ 9 w 20"/>
                  <a:gd name="T65" fmla="*/ 38 h 44"/>
                  <a:gd name="T66" fmla="*/ 7 w 20"/>
                  <a:gd name="T67" fmla="*/ 41 h 44"/>
                  <a:gd name="T68" fmla="*/ 6 w 20"/>
                  <a:gd name="T69" fmla="*/ 44 h 44"/>
                  <a:gd name="T70" fmla="*/ 6 w 20"/>
                  <a:gd name="T71" fmla="*/ 44 h 44"/>
                  <a:gd name="T72" fmla="*/ 4 w 20"/>
                  <a:gd name="T73" fmla="*/ 41 h 44"/>
                  <a:gd name="T74" fmla="*/ 3 w 20"/>
                  <a:gd name="T75" fmla="*/ 40 h 44"/>
                  <a:gd name="T76" fmla="*/ 2 w 20"/>
                  <a:gd name="T77" fmla="*/ 40 h 44"/>
                  <a:gd name="T78" fmla="*/ 2 w 20"/>
                  <a:gd name="T79" fmla="*/ 40 h 44"/>
                  <a:gd name="T80" fmla="*/ 3 w 20"/>
                  <a:gd name="T81" fmla="*/ 24 h 44"/>
                  <a:gd name="T82" fmla="*/ 2 w 20"/>
                  <a:gd name="T83" fmla="*/ 18 h 44"/>
                  <a:gd name="T84" fmla="*/ 0 w 20"/>
                  <a:gd name="T85" fmla="*/ 1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0" h="44">
                    <a:moveTo>
                      <a:pt x="0" y="13"/>
                    </a:moveTo>
                    <a:lnTo>
                      <a:pt x="0" y="13"/>
                    </a:lnTo>
                    <a:lnTo>
                      <a:pt x="0" y="10"/>
                    </a:lnTo>
                    <a:lnTo>
                      <a:pt x="2" y="7"/>
                    </a:lnTo>
                    <a:lnTo>
                      <a:pt x="4" y="4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7" y="8"/>
                    </a:lnTo>
                    <a:lnTo>
                      <a:pt x="7" y="14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9" y="18"/>
                    </a:lnTo>
                    <a:lnTo>
                      <a:pt x="10" y="18"/>
                    </a:lnTo>
                    <a:lnTo>
                      <a:pt x="12" y="17"/>
                    </a:lnTo>
                    <a:lnTo>
                      <a:pt x="13" y="17"/>
                    </a:lnTo>
                    <a:lnTo>
                      <a:pt x="13" y="17"/>
                    </a:lnTo>
                    <a:lnTo>
                      <a:pt x="12" y="26"/>
                    </a:lnTo>
                    <a:lnTo>
                      <a:pt x="10" y="28"/>
                    </a:lnTo>
                    <a:lnTo>
                      <a:pt x="10" y="33"/>
                    </a:lnTo>
                    <a:lnTo>
                      <a:pt x="10" y="33"/>
                    </a:lnTo>
                    <a:lnTo>
                      <a:pt x="13" y="30"/>
                    </a:lnTo>
                    <a:lnTo>
                      <a:pt x="14" y="27"/>
                    </a:lnTo>
                    <a:lnTo>
                      <a:pt x="14" y="27"/>
                    </a:lnTo>
                    <a:lnTo>
                      <a:pt x="17" y="28"/>
                    </a:lnTo>
                    <a:lnTo>
                      <a:pt x="17" y="31"/>
                    </a:lnTo>
                    <a:lnTo>
                      <a:pt x="17" y="34"/>
                    </a:lnTo>
                    <a:lnTo>
                      <a:pt x="20" y="38"/>
                    </a:lnTo>
                    <a:lnTo>
                      <a:pt x="20" y="38"/>
                    </a:lnTo>
                    <a:lnTo>
                      <a:pt x="19" y="40"/>
                    </a:lnTo>
                    <a:lnTo>
                      <a:pt x="16" y="38"/>
                    </a:lnTo>
                    <a:lnTo>
                      <a:pt x="12" y="34"/>
                    </a:lnTo>
                    <a:lnTo>
                      <a:pt x="12" y="34"/>
                    </a:lnTo>
                    <a:lnTo>
                      <a:pt x="9" y="38"/>
                    </a:lnTo>
                    <a:lnTo>
                      <a:pt x="7" y="41"/>
                    </a:lnTo>
                    <a:lnTo>
                      <a:pt x="6" y="44"/>
                    </a:lnTo>
                    <a:lnTo>
                      <a:pt x="6" y="44"/>
                    </a:lnTo>
                    <a:lnTo>
                      <a:pt x="4" y="41"/>
                    </a:lnTo>
                    <a:lnTo>
                      <a:pt x="3" y="40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3" y="24"/>
                    </a:lnTo>
                    <a:lnTo>
                      <a:pt x="2" y="18"/>
                    </a:ln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" name="ísḷîḓê"/>
              <p:cNvSpPr/>
              <p:nvPr/>
            </p:nvSpPr>
            <p:spPr bwMode="auto">
              <a:xfrm>
                <a:off x="1912255" y="2922170"/>
                <a:ext cx="61435" cy="141299"/>
              </a:xfrm>
              <a:custGeom>
                <a:avLst/>
                <a:gdLst>
                  <a:gd name="T0" fmla="*/ 0 w 20"/>
                  <a:gd name="T1" fmla="*/ 13 h 44"/>
                  <a:gd name="T2" fmla="*/ 0 w 20"/>
                  <a:gd name="T3" fmla="*/ 13 h 44"/>
                  <a:gd name="T4" fmla="*/ 0 w 20"/>
                  <a:gd name="T5" fmla="*/ 10 h 44"/>
                  <a:gd name="T6" fmla="*/ 2 w 20"/>
                  <a:gd name="T7" fmla="*/ 7 h 44"/>
                  <a:gd name="T8" fmla="*/ 4 w 20"/>
                  <a:gd name="T9" fmla="*/ 4 h 44"/>
                  <a:gd name="T10" fmla="*/ 4 w 20"/>
                  <a:gd name="T11" fmla="*/ 0 h 44"/>
                  <a:gd name="T12" fmla="*/ 4 w 20"/>
                  <a:gd name="T13" fmla="*/ 0 h 44"/>
                  <a:gd name="T14" fmla="*/ 7 w 20"/>
                  <a:gd name="T15" fmla="*/ 8 h 44"/>
                  <a:gd name="T16" fmla="*/ 7 w 20"/>
                  <a:gd name="T17" fmla="*/ 14 h 44"/>
                  <a:gd name="T18" fmla="*/ 6 w 20"/>
                  <a:gd name="T19" fmla="*/ 18 h 44"/>
                  <a:gd name="T20" fmla="*/ 6 w 20"/>
                  <a:gd name="T21" fmla="*/ 18 h 44"/>
                  <a:gd name="T22" fmla="*/ 9 w 20"/>
                  <a:gd name="T23" fmla="*/ 18 h 44"/>
                  <a:gd name="T24" fmla="*/ 10 w 20"/>
                  <a:gd name="T25" fmla="*/ 18 h 44"/>
                  <a:gd name="T26" fmla="*/ 12 w 20"/>
                  <a:gd name="T27" fmla="*/ 17 h 44"/>
                  <a:gd name="T28" fmla="*/ 13 w 20"/>
                  <a:gd name="T29" fmla="*/ 17 h 44"/>
                  <a:gd name="T30" fmla="*/ 13 w 20"/>
                  <a:gd name="T31" fmla="*/ 17 h 44"/>
                  <a:gd name="T32" fmla="*/ 12 w 20"/>
                  <a:gd name="T33" fmla="*/ 26 h 44"/>
                  <a:gd name="T34" fmla="*/ 10 w 20"/>
                  <a:gd name="T35" fmla="*/ 28 h 44"/>
                  <a:gd name="T36" fmla="*/ 10 w 20"/>
                  <a:gd name="T37" fmla="*/ 33 h 44"/>
                  <a:gd name="T38" fmla="*/ 10 w 20"/>
                  <a:gd name="T39" fmla="*/ 33 h 44"/>
                  <a:gd name="T40" fmla="*/ 13 w 20"/>
                  <a:gd name="T41" fmla="*/ 30 h 44"/>
                  <a:gd name="T42" fmla="*/ 14 w 20"/>
                  <a:gd name="T43" fmla="*/ 27 h 44"/>
                  <a:gd name="T44" fmla="*/ 14 w 20"/>
                  <a:gd name="T45" fmla="*/ 27 h 44"/>
                  <a:gd name="T46" fmla="*/ 17 w 20"/>
                  <a:gd name="T47" fmla="*/ 28 h 44"/>
                  <a:gd name="T48" fmla="*/ 17 w 20"/>
                  <a:gd name="T49" fmla="*/ 31 h 44"/>
                  <a:gd name="T50" fmla="*/ 17 w 20"/>
                  <a:gd name="T51" fmla="*/ 34 h 44"/>
                  <a:gd name="T52" fmla="*/ 20 w 20"/>
                  <a:gd name="T53" fmla="*/ 38 h 44"/>
                  <a:gd name="T54" fmla="*/ 20 w 20"/>
                  <a:gd name="T55" fmla="*/ 38 h 44"/>
                  <a:gd name="T56" fmla="*/ 19 w 20"/>
                  <a:gd name="T57" fmla="*/ 40 h 44"/>
                  <a:gd name="T58" fmla="*/ 16 w 20"/>
                  <a:gd name="T59" fmla="*/ 38 h 44"/>
                  <a:gd name="T60" fmla="*/ 12 w 20"/>
                  <a:gd name="T61" fmla="*/ 34 h 44"/>
                  <a:gd name="T62" fmla="*/ 12 w 20"/>
                  <a:gd name="T63" fmla="*/ 34 h 44"/>
                  <a:gd name="T64" fmla="*/ 9 w 20"/>
                  <a:gd name="T65" fmla="*/ 38 h 44"/>
                  <a:gd name="T66" fmla="*/ 7 w 20"/>
                  <a:gd name="T67" fmla="*/ 41 h 44"/>
                  <a:gd name="T68" fmla="*/ 6 w 20"/>
                  <a:gd name="T69" fmla="*/ 44 h 44"/>
                  <a:gd name="T70" fmla="*/ 6 w 20"/>
                  <a:gd name="T71" fmla="*/ 44 h 44"/>
                  <a:gd name="T72" fmla="*/ 4 w 20"/>
                  <a:gd name="T73" fmla="*/ 41 h 44"/>
                  <a:gd name="T74" fmla="*/ 3 w 20"/>
                  <a:gd name="T75" fmla="*/ 40 h 44"/>
                  <a:gd name="T76" fmla="*/ 2 w 20"/>
                  <a:gd name="T77" fmla="*/ 40 h 44"/>
                  <a:gd name="T78" fmla="*/ 2 w 20"/>
                  <a:gd name="T79" fmla="*/ 40 h 44"/>
                  <a:gd name="T80" fmla="*/ 3 w 20"/>
                  <a:gd name="T81" fmla="*/ 24 h 44"/>
                  <a:gd name="T82" fmla="*/ 2 w 20"/>
                  <a:gd name="T83" fmla="*/ 18 h 44"/>
                  <a:gd name="T84" fmla="*/ 0 w 20"/>
                  <a:gd name="T85" fmla="*/ 1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20" h="44">
                    <a:moveTo>
                      <a:pt x="0" y="13"/>
                    </a:moveTo>
                    <a:lnTo>
                      <a:pt x="0" y="13"/>
                    </a:lnTo>
                    <a:lnTo>
                      <a:pt x="0" y="10"/>
                    </a:lnTo>
                    <a:lnTo>
                      <a:pt x="2" y="7"/>
                    </a:lnTo>
                    <a:lnTo>
                      <a:pt x="4" y="4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7" y="8"/>
                    </a:lnTo>
                    <a:lnTo>
                      <a:pt x="7" y="14"/>
                    </a:lnTo>
                    <a:lnTo>
                      <a:pt x="6" y="18"/>
                    </a:lnTo>
                    <a:lnTo>
                      <a:pt x="6" y="18"/>
                    </a:lnTo>
                    <a:lnTo>
                      <a:pt x="9" y="18"/>
                    </a:lnTo>
                    <a:lnTo>
                      <a:pt x="10" y="18"/>
                    </a:lnTo>
                    <a:lnTo>
                      <a:pt x="12" y="17"/>
                    </a:lnTo>
                    <a:lnTo>
                      <a:pt x="13" y="17"/>
                    </a:lnTo>
                    <a:lnTo>
                      <a:pt x="13" y="17"/>
                    </a:lnTo>
                    <a:lnTo>
                      <a:pt x="12" y="26"/>
                    </a:lnTo>
                    <a:lnTo>
                      <a:pt x="10" y="28"/>
                    </a:lnTo>
                    <a:lnTo>
                      <a:pt x="10" y="33"/>
                    </a:lnTo>
                    <a:lnTo>
                      <a:pt x="10" y="33"/>
                    </a:lnTo>
                    <a:lnTo>
                      <a:pt x="13" y="30"/>
                    </a:lnTo>
                    <a:lnTo>
                      <a:pt x="14" y="27"/>
                    </a:lnTo>
                    <a:lnTo>
                      <a:pt x="14" y="27"/>
                    </a:lnTo>
                    <a:lnTo>
                      <a:pt x="17" y="28"/>
                    </a:lnTo>
                    <a:lnTo>
                      <a:pt x="17" y="31"/>
                    </a:lnTo>
                    <a:lnTo>
                      <a:pt x="17" y="34"/>
                    </a:lnTo>
                    <a:lnTo>
                      <a:pt x="20" y="38"/>
                    </a:lnTo>
                    <a:lnTo>
                      <a:pt x="20" y="38"/>
                    </a:lnTo>
                    <a:lnTo>
                      <a:pt x="19" y="40"/>
                    </a:lnTo>
                    <a:lnTo>
                      <a:pt x="16" y="38"/>
                    </a:lnTo>
                    <a:lnTo>
                      <a:pt x="12" y="34"/>
                    </a:lnTo>
                    <a:lnTo>
                      <a:pt x="12" y="34"/>
                    </a:lnTo>
                    <a:lnTo>
                      <a:pt x="9" y="38"/>
                    </a:lnTo>
                    <a:lnTo>
                      <a:pt x="7" y="41"/>
                    </a:lnTo>
                    <a:lnTo>
                      <a:pt x="6" y="44"/>
                    </a:lnTo>
                    <a:lnTo>
                      <a:pt x="6" y="44"/>
                    </a:lnTo>
                    <a:lnTo>
                      <a:pt x="4" y="41"/>
                    </a:lnTo>
                    <a:lnTo>
                      <a:pt x="3" y="40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3" y="24"/>
                    </a:lnTo>
                    <a:lnTo>
                      <a:pt x="2" y="18"/>
                    </a:lnTo>
                    <a:lnTo>
                      <a:pt x="0" y="1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" name="ïşlíḍé"/>
              <p:cNvSpPr/>
              <p:nvPr/>
            </p:nvSpPr>
            <p:spPr bwMode="auto">
              <a:xfrm>
                <a:off x="3988765" y="2885309"/>
                <a:ext cx="12287" cy="6142"/>
              </a:xfrm>
              <a:custGeom>
                <a:avLst/>
                <a:gdLst>
                  <a:gd name="T0" fmla="*/ 0 w 5"/>
                  <a:gd name="T1" fmla="*/ 2 h 3"/>
                  <a:gd name="T2" fmla="*/ 0 w 5"/>
                  <a:gd name="T3" fmla="*/ 2 h 3"/>
                  <a:gd name="T4" fmla="*/ 2 w 5"/>
                  <a:gd name="T5" fmla="*/ 0 h 3"/>
                  <a:gd name="T6" fmla="*/ 3 w 5"/>
                  <a:gd name="T7" fmla="*/ 0 h 3"/>
                  <a:gd name="T8" fmla="*/ 5 w 5"/>
                  <a:gd name="T9" fmla="*/ 2 h 3"/>
                  <a:gd name="T10" fmla="*/ 3 w 5"/>
                  <a:gd name="T11" fmla="*/ 3 h 3"/>
                  <a:gd name="T12" fmla="*/ 3 w 5"/>
                  <a:gd name="T13" fmla="*/ 3 h 3"/>
                  <a:gd name="T14" fmla="*/ 3 w 5"/>
                  <a:gd name="T15" fmla="*/ 2 h 3"/>
                  <a:gd name="T16" fmla="*/ 2 w 5"/>
                  <a:gd name="T17" fmla="*/ 2 h 3"/>
                  <a:gd name="T18" fmla="*/ 0 w 5"/>
                  <a:gd name="T1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3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" name="iṥľîďê"/>
              <p:cNvSpPr/>
              <p:nvPr/>
            </p:nvSpPr>
            <p:spPr bwMode="auto">
              <a:xfrm>
                <a:off x="3988765" y="2885309"/>
                <a:ext cx="12287" cy="6142"/>
              </a:xfrm>
              <a:custGeom>
                <a:avLst/>
                <a:gdLst>
                  <a:gd name="T0" fmla="*/ 0 w 5"/>
                  <a:gd name="T1" fmla="*/ 2 h 3"/>
                  <a:gd name="T2" fmla="*/ 0 w 5"/>
                  <a:gd name="T3" fmla="*/ 2 h 3"/>
                  <a:gd name="T4" fmla="*/ 2 w 5"/>
                  <a:gd name="T5" fmla="*/ 0 h 3"/>
                  <a:gd name="T6" fmla="*/ 3 w 5"/>
                  <a:gd name="T7" fmla="*/ 0 h 3"/>
                  <a:gd name="T8" fmla="*/ 5 w 5"/>
                  <a:gd name="T9" fmla="*/ 2 h 3"/>
                  <a:gd name="T10" fmla="*/ 3 w 5"/>
                  <a:gd name="T11" fmla="*/ 3 h 3"/>
                  <a:gd name="T12" fmla="*/ 3 w 5"/>
                  <a:gd name="T13" fmla="*/ 3 h 3"/>
                  <a:gd name="T14" fmla="*/ 3 w 5"/>
                  <a:gd name="T15" fmla="*/ 2 h 3"/>
                  <a:gd name="T16" fmla="*/ 2 w 5"/>
                  <a:gd name="T17" fmla="*/ 2 h 3"/>
                  <a:gd name="T18" fmla="*/ 0 w 5"/>
                  <a:gd name="T1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3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2"/>
                    </a:lnTo>
                    <a:lnTo>
                      <a:pt x="2" y="2"/>
                    </a:lnTo>
                    <a:lnTo>
                      <a:pt x="0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" name="íSḻïḑê"/>
              <p:cNvSpPr/>
              <p:nvPr/>
            </p:nvSpPr>
            <p:spPr bwMode="auto">
              <a:xfrm>
                <a:off x="4001052" y="2891454"/>
                <a:ext cx="36861" cy="18429"/>
              </a:xfrm>
              <a:custGeom>
                <a:avLst/>
                <a:gdLst>
                  <a:gd name="T0" fmla="*/ 0 w 11"/>
                  <a:gd name="T1" fmla="*/ 0 h 6"/>
                  <a:gd name="T2" fmla="*/ 0 w 11"/>
                  <a:gd name="T3" fmla="*/ 0 h 6"/>
                  <a:gd name="T4" fmla="*/ 4 w 11"/>
                  <a:gd name="T5" fmla="*/ 0 h 6"/>
                  <a:gd name="T6" fmla="*/ 6 w 11"/>
                  <a:gd name="T7" fmla="*/ 0 h 6"/>
                  <a:gd name="T8" fmla="*/ 11 w 11"/>
                  <a:gd name="T9" fmla="*/ 4 h 6"/>
                  <a:gd name="T10" fmla="*/ 11 w 11"/>
                  <a:gd name="T11" fmla="*/ 4 h 6"/>
                  <a:gd name="T12" fmla="*/ 7 w 11"/>
                  <a:gd name="T13" fmla="*/ 6 h 6"/>
                  <a:gd name="T14" fmla="*/ 4 w 11"/>
                  <a:gd name="T15" fmla="*/ 4 h 6"/>
                  <a:gd name="T16" fmla="*/ 0 w 11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11" y="4"/>
                    </a:lnTo>
                    <a:lnTo>
                      <a:pt x="11" y="4"/>
                    </a:lnTo>
                    <a:lnTo>
                      <a:pt x="7" y="6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" name="îŝ1ïḍê"/>
              <p:cNvSpPr/>
              <p:nvPr/>
            </p:nvSpPr>
            <p:spPr bwMode="auto">
              <a:xfrm>
                <a:off x="4001052" y="2891454"/>
                <a:ext cx="36861" cy="18429"/>
              </a:xfrm>
              <a:custGeom>
                <a:avLst/>
                <a:gdLst>
                  <a:gd name="T0" fmla="*/ 0 w 11"/>
                  <a:gd name="T1" fmla="*/ 0 h 6"/>
                  <a:gd name="T2" fmla="*/ 0 w 11"/>
                  <a:gd name="T3" fmla="*/ 0 h 6"/>
                  <a:gd name="T4" fmla="*/ 4 w 11"/>
                  <a:gd name="T5" fmla="*/ 0 h 6"/>
                  <a:gd name="T6" fmla="*/ 6 w 11"/>
                  <a:gd name="T7" fmla="*/ 0 h 6"/>
                  <a:gd name="T8" fmla="*/ 11 w 11"/>
                  <a:gd name="T9" fmla="*/ 4 h 6"/>
                  <a:gd name="T10" fmla="*/ 11 w 11"/>
                  <a:gd name="T11" fmla="*/ 4 h 6"/>
                  <a:gd name="T12" fmla="*/ 7 w 11"/>
                  <a:gd name="T13" fmla="*/ 6 h 6"/>
                  <a:gd name="T14" fmla="*/ 4 w 11"/>
                  <a:gd name="T15" fmla="*/ 4 h 6"/>
                  <a:gd name="T16" fmla="*/ 0 w 11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11" y="4"/>
                    </a:lnTo>
                    <a:lnTo>
                      <a:pt x="11" y="4"/>
                    </a:lnTo>
                    <a:lnTo>
                      <a:pt x="7" y="6"/>
                    </a:lnTo>
                    <a:lnTo>
                      <a:pt x="4" y="4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" name="î$ḻîḋè"/>
              <p:cNvSpPr/>
              <p:nvPr/>
            </p:nvSpPr>
            <p:spPr bwMode="auto">
              <a:xfrm>
                <a:off x="3964192" y="2983605"/>
                <a:ext cx="6145" cy="18429"/>
              </a:xfrm>
              <a:custGeom>
                <a:avLst/>
                <a:gdLst>
                  <a:gd name="T0" fmla="*/ 2 w 3"/>
                  <a:gd name="T1" fmla="*/ 0 h 6"/>
                  <a:gd name="T2" fmla="*/ 2 w 3"/>
                  <a:gd name="T3" fmla="*/ 0 h 6"/>
                  <a:gd name="T4" fmla="*/ 2 w 3"/>
                  <a:gd name="T5" fmla="*/ 0 h 6"/>
                  <a:gd name="T6" fmla="*/ 2 w 3"/>
                  <a:gd name="T7" fmla="*/ 1 h 6"/>
                  <a:gd name="T8" fmla="*/ 2 w 3"/>
                  <a:gd name="T9" fmla="*/ 4 h 6"/>
                  <a:gd name="T10" fmla="*/ 2 w 3"/>
                  <a:gd name="T11" fmla="*/ 6 h 6"/>
                  <a:gd name="T12" fmla="*/ 3 w 3"/>
                  <a:gd name="T13" fmla="*/ 6 h 6"/>
                  <a:gd name="T14" fmla="*/ 3 w 3"/>
                  <a:gd name="T15" fmla="*/ 6 h 6"/>
                  <a:gd name="T16" fmla="*/ 0 w 3"/>
                  <a:gd name="T17" fmla="*/ 6 h 6"/>
                  <a:gd name="T18" fmla="*/ 0 w 3"/>
                  <a:gd name="T19" fmla="*/ 4 h 6"/>
                  <a:gd name="T20" fmla="*/ 2 w 3"/>
                  <a:gd name="T2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6">
                    <a:moveTo>
                      <a:pt x="2" y="0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" name="iṥľiḍé"/>
              <p:cNvSpPr/>
              <p:nvPr/>
            </p:nvSpPr>
            <p:spPr bwMode="auto">
              <a:xfrm>
                <a:off x="3964192" y="2983605"/>
                <a:ext cx="6145" cy="18429"/>
              </a:xfrm>
              <a:custGeom>
                <a:avLst/>
                <a:gdLst>
                  <a:gd name="T0" fmla="*/ 2 w 3"/>
                  <a:gd name="T1" fmla="*/ 0 h 6"/>
                  <a:gd name="T2" fmla="*/ 2 w 3"/>
                  <a:gd name="T3" fmla="*/ 0 h 6"/>
                  <a:gd name="T4" fmla="*/ 2 w 3"/>
                  <a:gd name="T5" fmla="*/ 0 h 6"/>
                  <a:gd name="T6" fmla="*/ 2 w 3"/>
                  <a:gd name="T7" fmla="*/ 1 h 6"/>
                  <a:gd name="T8" fmla="*/ 2 w 3"/>
                  <a:gd name="T9" fmla="*/ 4 h 6"/>
                  <a:gd name="T10" fmla="*/ 2 w 3"/>
                  <a:gd name="T11" fmla="*/ 6 h 6"/>
                  <a:gd name="T12" fmla="*/ 3 w 3"/>
                  <a:gd name="T13" fmla="*/ 6 h 6"/>
                  <a:gd name="T14" fmla="*/ 3 w 3"/>
                  <a:gd name="T15" fmla="*/ 6 h 6"/>
                  <a:gd name="T16" fmla="*/ 0 w 3"/>
                  <a:gd name="T17" fmla="*/ 6 h 6"/>
                  <a:gd name="T18" fmla="*/ 0 w 3"/>
                  <a:gd name="T19" fmla="*/ 4 h 6"/>
                  <a:gd name="T20" fmla="*/ 2 w 3"/>
                  <a:gd name="T2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6">
                    <a:moveTo>
                      <a:pt x="2" y="0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" name="íṡľîḑe"/>
              <p:cNvSpPr/>
              <p:nvPr/>
            </p:nvSpPr>
            <p:spPr bwMode="auto">
              <a:xfrm>
                <a:off x="3970338" y="3002038"/>
                <a:ext cx="18433" cy="12287"/>
              </a:xfrm>
              <a:custGeom>
                <a:avLst/>
                <a:gdLst>
                  <a:gd name="T0" fmla="*/ 0 w 5"/>
                  <a:gd name="T1" fmla="*/ 3 h 6"/>
                  <a:gd name="T2" fmla="*/ 0 w 5"/>
                  <a:gd name="T3" fmla="*/ 3 h 6"/>
                  <a:gd name="T4" fmla="*/ 2 w 5"/>
                  <a:gd name="T5" fmla="*/ 2 h 6"/>
                  <a:gd name="T6" fmla="*/ 5 w 5"/>
                  <a:gd name="T7" fmla="*/ 0 h 6"/>
                  <a:gd name="T8" fmla="*/ 5 w 5"/>
                  <a:gd name="T9" fmla="*/ 0 h 6"/>
                  <a:gd name="T10" fmla="*/ 4 w 5"/>
                  <a:gd name="T11" fmla="*/ 3 h 6"/>
                  <a:gd name="T12" fmla="*/ 1 w 5"/>
                  <a:gd name="T13" fmla="*/ 6 h 6"/>
                  <a:gd name="T14" fmla="*/ 1 w 5"/>
                  <a:gd name="T15" fmla="*/ 6 h 6"/>
                  <a:gd name="T16" fmla="*/ 1 w 5"/>
                  <a:gd name="T17" fmla="*/ 4 h 6"/>
                  <a:gd name="T18" fmla="*/ 0 w 5"/>
                  <a:gd name="T1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6">
                    <a:moveTo>
                      <a:pt x="0" y="3"/>
                    </a:moveTo>
                    <a:lnTo>
                      <a:pt x="0" y="3"/>
                    </a:lnTo>
                    <a:lnTo>
                      <a:pt x="2" y="2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4" y="3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" name="ïŝļïḍê"/>
              <p:cNvSpPr/>
              <p:nvPr/>
            </p:nvSpPr>
            <p:spPr bwMode="auto">
              <a:xfrm>
                <a:off x="3970338" y="3002038"/>
                <a:ext cx="18433" cy="12287"/>
              </a:xfrm>
              <a:custGeom>
                <a:avLst/>
                <a:gdLst>
                  <a:gd name="T0" fmla="*/ 0 w 5"/>
                  <a:gd name="T1" fmla="*/ 3 h 6"/>
                  <a:gd name="T2" fmla="*/ 0 w 5"/>
                  <a:gd name="T3" fmla="*/ 3 h 6"/>
                  <a:gd name="T4" fmla="*/ 2 w 5"/>
                  <a:gd name="T5" fmla="*/ 2 h 6"/>
                  <a:gd name="T6" fmla="*/ 5 w 5"/>
                  <a:gd name="T7" fmla="*/ 0 h 6"/>
                  <a:gd name="T8" fmla="*/ 5 w 5"/>
                  <a:gd name="T9" fmla="*/ 0 h 6"/>
                  <a:gd name="T10" fmla="*/ 4 w 5"/>
                  <a:gd name="T11" fmla="*/ 3 h 6"/>
                  <a:gd name="T12" fmla="*/ 1 w 5"/>
                  <a:gd name="T13" fmla="*/ 6 h 6"/>
                  <a:gd name="T14" fmla="*/ 1 w 5"/>
                  <a:gd name="T15" fmla="*/ 6 h 6"/>
                  <a:gd name="T16" fmla="*/ 1 w 5"/>
                  <a:gd name="T17" fmla="*/ 4 h 6"/>
                  <a:gd name="T18" fmla="*/ 0 w 5"/>
                  <a:gd name="T1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6">
                    <a:moveTo>
                      <a:pt x="0" y="3"/>
                    </a:moveTo>
                    <a:lnTo>
                      <a:pt x="0" y="3"/>
                    </a:lnTo>
                    <a:lnTo>
                      <a:pt x="2" y="2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4" y="3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4"/>
                    </a:lnTo>
                    <a:lnTo>
                      <a:pt x="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" name="ïṣļîde"/>
              <p:cNvSpPr/>
              <p:nvPr/>
            </p:nvSpPr>
            <p:spPr bwMode="auto">
              <a:xfrm>
                <a:off x="4050202" y="2909883"/>
                <a:ext cx="30720" cy="30716"/>
              </a:xfrm>
              <a:custGeom>
                <a:avLst/>
                <a:gdLst>
                  <a:gd name="T0" fmla="*/ 3 w 8"/>
                  <a:gd name="T1" fmla="*/ 0 h 10"/>
                  <a:gd name="T2" fmla="*/ 3 w 8"/>
                  <a:gd name="T3" fmla="*/ 0 h 10"/>
                  <a:gd name="T4" fmla="*/ 3 w 8"/>
                  <a:gd name="T5" fmla="*/ 4 h 10"/>
                  <a:gd name="T6" fmla="*/ 4 w 8"/>
                  <a:gd name="T7" fmla="*/ 5 h 10"/>
                  <a:gd name="T8" fmla="*/ 4 w 8"/>
                  <a:gd name="T9" fmla="*/ 5 h 10"/>
                  <a:gd name="T10" fmla="*/ 8 w 8"/>
                  <a:gd name="T11" fmla="*/ 10 h 10"/>
                  <a:gd name="T12" fmla="*/ 8 w 8"/>
                  <a:gd name="T13" fmla="*/ 10 h 10"/>
                  <a:gd name="T14" fmla="*/ 4 w 8"/>
                  <a:gd name="T15" fmla="*/ 10 h 10"/>
                  <a:gd name="T16" fmla="*/ 1 w 8"/>
                  <a:gd name="T17" fmla="*/ 8 h 10"/>
                  <a:gd name="T18" fmla="*/ 1 w 8"/>
                  <a:gd name="T19" fmla="*/ 8 h 10"/>
                  <a:gd name="T20" fmla="*/ 0 w 8"/>
                  <a:gd name="T21" fmla="*/ 8 h 10"/>
                  <a:gd name="T22" fmla="*/ 0 w 8"/>
                  <a:gd name="T23" fmla="*/ 5 h 10"/>
                  <a:gd name="T24" fmla="*/ 3 w 8"/>
                  <a:gd name="T2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0">
                    <a:moveTo>
                      <a:pt x="3" y="0"/>
                    </a:moveTo>
                    <a:lnTo>
                      <a:pt x="3" y="0"/>
                    </a:lnTo>
                    <a:lnTo>
                      <a:pt x="3" y="4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4" y="10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" name="ïSļíḓe"/>
              <p:cNvSpPr/>
              <p:nvPr/>
            </p:nvSpPr>
            <p:spPr bwMode="auto">
              <a:xfrm>
                <a:off x="4050202" y="2909883"/>
                <a:ext cx="30720" cy="30716"/>
              </a:xfrm>
              <a:custGeom>
                <a:avLst/>
                <a:gdLst>
                  <a:gd name="T0" fmla="*/ 3 w 8"/>
                  <a:gd name="T1" fmla="*/ 0 h 10"/>
                  <a:gd name="T2" fmla="*/ 3 w 8"/>
                  <a:gd name="T3" fmla="*/ 0 h 10"/>
                  <a:gd name="T4" fmla="*/ 3 w 8"/>
                  <a:gd name="T5" fmla="*/ 4 h 10"/>
                  <a:gd name="T6" fmla="*/ 4 w 8"/>
                  <a:gd name="T7" fmla="*/ 5 h 10"/>
                  <a:gd name="T8" fmla="*/ 4 w 8"/>
                  <a:gd name="T9" fmla="*/ 5 h 10"/>
                  <a:gd name="T10" fmla="*/ 8 w 8"/>
                  <a:gd name="T11" fmla="*/ 10 h 10"/>
                  <a:gd name="T12" fmla="*/ 8 w 8"/>
                  <a:gd name="T13" fmla="*/ 10 h 10"/>
                  <a:gd name="T14" fmla="*/ 4 w 8"/>
                  <a:gd name="T15" fmla="*/ 10 h 10"/>
                  <a:gd name="T16" fmla="*/ 1 w 8"/>
                  <a:gd name="T17" fmla="*/ 8 h 10"/>
                  <a:gd name="T18" fmla="*/ 1 w 8"/>
                  <a:gd name="T19" fmla="*/ 8 h 10"/>
                  <a:gd name="T20" fmla="*/ 0 w 8"/>
                  <a:gd name="T21" fmla="*/ 8 h 10"/>
                  <a:gd name="T22" fmla="*/ 0 w 8"/>
                  <a:gd name="T23" fmla="*/ 5 h 10"/>
                  <a:gd name="T24" fmla="*/ 3 w 8"/>
                  <a:gd name="T2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0">
                    <a:moveTo>
                      <a:pt x="3" y="0"/>
                    </a:moveTo>
                    <a:lnTo>
                      <a:pt x="3" y="0"/>
                    </a:lnTo>
                    <a:lnTo>
                      <a:pt x="3" y="4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4" y="10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" name="îṥliḓè"/>
              <p:cNvSpPr/>
              <p:nvPr/>
            </p:nvSpPr>
            <p:spPr bwMode="auto">
              <a:xfrm>
                <a:off x="3546432" y="344437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" name="î$ḷiḋe"/>
              <p:cNvSpPr/>
              <p:nvPr/>
            </p:nvSpPr>
            <p:spPr bwMode="auto">
              <a:xfrm>
                <a:off x="3546432" y="344437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" name="îş1ïďé"/>
              <p:cNvSpPr/>
              <p:nvPr/>
            </p:nvSpPr>
            <p:spPr bwMode="auto">
              <a:xfrm>
                <a:off x="4228366" y="2830020"/>
                <a:ext cx="24574" cy="12287"/>
              </a:xfrm>
              <a:custGeom>
                <a:avLst/>
                <a:gdLst>
                  <a:gd name="T0" fmla="*/ 0 w 8"/>
                  <a:gd name="T1" fmla="*/ 1 h 4"/>
                  <a:gd name="T2" fmla="*/ 0 w 8"/>
                  <a:gd name="T3" fmla="*/ 1 h 4"/>
                  <a:gd name="T4" fmla="*/ 4 w 8"/>
                  <a:gd name="T5" fmla="*/ 0 h 4"/>
                  <a:gd name="T6" fmla="*/ 5 w 8"/>
                  <a:gd name="T7" fmla="*/ 0 h 4"/>
                  <a:gd name="T8" fmla="*/ 8 w 8"/>
                  <a:gd name="T9" fmla="*/ 1 h 4"/>
                  <a:gd name="T10" fmla="*/ 8 w 8"/>
                  <a:gd name="T11" fmla="*/ 4 h 4"/>
                  <a:gd name="T12" fmla="*/ 8 w 8"/>
                  <a:gd name="T13" fmla="*/ 4 h 4"/>
                  <a:gd name="T14" fmla="*/ 5 w 8"/>
                  <a:gd name="T15" fmla="*/ 4 h 4"/>
                  <a:gd name="T16" fmla="*/ 4 w 8"/>
                  <a:gd name="T17" fmla="*/ 2 h 4"/>
                  <a:gd name="T18" fmla="*/ 3 w 8"/>
                  <a:gd name="T19" fmla="*/ 1 h 4"/>
                  <a:gd name="T20" fmla="*/ 0 w 8"/>
                  <a:gd name="T2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4">
                    <a:moveTo>
                      <a:pt x="0" y="1"/>
                    </a:moveTo>
                    <a:lnTo>
                      <a:pt x="0" y="1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8" y="1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5" y="4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" name="íṧḷïďé"/>
              <p:cNvSpPr/>
              <p:nvPr/>
            </p:nvSpPr>
            <p:spPr bwMode="auto">
              <a:xfrm>
                <a:off x="4228366" y="2830020"/>
                <a:ext cx="24574" cy="12287"/>
              </a:xfrm>
              <a:custGeom>
                <a:avLst/>
                <a:gdLst>
                  <a:gd name="T0" fmla="*/ 0 w 8"/>
                  <a:gd name="T1" fmla="*/ 1 h 4"/>
                  <a:gd name="T2" fmla="*/ 0 w 8"/>
                  <a:gd name="T3" fmla="*/ 1 h 4"/>
                  <a:gd name="T4" fmla="*/ 4 w 8"/>
                  <a:gd name="T5" fmla="*/ 0 h 4"/>
                  <a:gd name="T6" fmla="*/ 5 w 8"/>
                  <a:gd name="T7" fmla="*/ 0 h 4"/>
                  <a:gd name="T8" fmla="*/ 8 w 8"/>
                  <a:gd name="T9" fmla="*/ 1 h 4"/>
                  <a:gd name="T10" fmla="*/ 8 w 8"/>
                  <a:gd name="T11" fmla="*/ 4 h 4"/>
                  <a:gd name="T12" fmla="*/ 8 w 8"/>
                  <a:gd name="T13" fmla="*/ 4 h 4"/>
                  <a:gd name="T14" fmla="*/ 5 w 8"/>
                  <a:gd name="T15" fmla="*/ 4 h 4"/>
                  <a:gd name="T16" fmla="*/ 4 w 8"/>
                  <a:gd name="T17" fmla="*/ 2 h 4"/>
                  <a:gd name="T18" fmla="*/ 3 w 8"/>
                  <a:gd name="T19" fmla="*/ 1 h 4"/>
                  <a:gd name="T20" fmla="*/ 0 w 8"/>
                  <a:gd name="T2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4">
                    <a:moveTo>
                      <a:pt x="0" y="1"/>
                    </a:moveTo>
                    <a:lnTo>
                      <a:pt x="0" y="1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8" y="1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5" y="4"/>
                    </a:lnTo>
                    <a:lnTo>
                      <a:pt x="4" y="2"/>
                    </a:lnTo>
                    <a:lnTo>
                      <a:pt x="3" y="1"/>
                    </a:lnTo>
                    <a:lnTo>
                      <a:pt x="0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" name="îśľíḍè"/>
              <p:cNvSpPr/>
              <p:nvPr/>
            </p:nvSpPr>
            <p:spPr bwMode="auto">
              <a:xfrm>
                <a:off x="4136211" y="2916028"/>
                <a:ext cx="18433" cy="18429"/>
              </a:xfrm>
              <a:custGeom>
                <a:avLst/>
                <a:gdLst>
                  <a:gd name="T0" fmla="*/ 1 w 5"/>
                  <a:gd name="T1" fmla="*/ 2 h 6"/>
                  <a:gd name="T2" fmla="*/ 1 w 5"/>
                  <a:gd name="T3" fmla="*/ 2 h 6"/>
                  <a:gd name="T4" fmla="*/ 4 w 5"/>
                  <a:gd name="T5" fmla="*/ 2 h 6"/>
                  <a:gd name="T6" fmla="*/ 4 w 5"/>
                  <a:gd name="T7" fmla="*/ 0 h 6"/>
                  <a:gd name="T8" fmla="*/ 4 w 5"/>
                  <a:gd name="T9" fmla="*/ 0 h 6"/>
                  <a:gd name="T10" fmla="*/ 5 w 5"/>
                  <a:gd name="T11" fmla="*/ 0 h 6"/>
                  <a:gd name="T12" fmla="*/ 5 w 5"/>
                  <a:gd name="T13" fmla="*/ 2 h 6"/>
                  <a:gd name="T14" fmla="*/ 3 w 5"/>
                  <a:gd name="T15" fmla="*/ 6 h 6"/>
                  <a:gd name="T16" fmla="*/ 3 w 5"/>
                  <a:gd name="T17" fmla="*/ 6 h 6"/>
                  <a:gd name="T18" fmla="*/ 1 w 5"/>
                  <a:gd name="T19" fmla="*/ 6 h 6"/>
                  <a:gd name="T20" fmla="*/ 0 w 5"/>
                  <a:gd name="T21" fmla="*/ 4 h 6"/>
                  <a:gd name="T22" fmla="*/ 0 w 5"/>
                  <a:gd name="T23" fmla="*/ 4 h 6"/>
                  <a:gd name="T24" fmla="*/ 1 w 5"/>
                  <a:gd name="T25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" h="6">
                    <a:moveTo>
                      <a:pt x="1" y="2"/>
                    </a:moveTo>
                    <a:lnTo>
                      <a:pt x="1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" name="isḷíďe"/>
              <p:cNvSpPr/>
              <p:nvPr/>
            </p:nvSpPr>
            <p:spPr bwMode="auto">
              <a:xfrm>
                <a:off x="4136211" y="2916028"/>
                <a:ext cx="18433" cy="18429"/>
              </a:xfrm>
              <a:custGeom>
                <a:avLst/>
                <a:gdLst>
                  <a:gd name="T0" fmla="*/ 1 w 5"/>
                  <a:gd name="T1" fmla="*/ 2 h 6"/>
                  <a:gd name="T2" fmla="*/ 1 w 5"/>
                  <a:gd name="T3" fmla="*/ 2 h 6"/>
                  <a:gd name="T4" fmla="*/ 4 w 5"/>
                  <a:gd name="T5" fmla="*/ 2 h 6"/>
                  <a:gd name="T6" fmla="*/ 4 w 5"/>
                  <a:gd name="T7" fmla="*/ 0 h 6"/>
                  <a:gd name="T8" fmla="*/ 4 w 5"/>
                  <a:gd name="T9" fmla="*/ 0 h 6"/>
                  <a:gd name="T10" fmla="*/ 5 w 5"/>
                  <a:gd name="T11" fmla="*/ 0 h 6"/>
                  <a:gd name="T12" fmla="*/ 5 w 5"/>
                  <a:gd name="T13" fmla="*/ 2 h 6"/>
                  <a:gd name="T14" fmla="*/ 3 w 5"/>
                  <a:gd name="T15" fmla="*/ 6 h 6"/>
                  <a:gd name="T16" fmla="*/ 3 w 5"/>
                  <a:gd name="T17" fmla="*/ 6 h 6"/>
                  <a:gd name="T18" fmla="*/ 1 w 5"/>
                  <a:gd name="T19" fmla="*/ 6 h 6"/>
                  <a:gd name="T20" fmla="*/ 0 w 5"/>
                  <a:gd name="T21" fmla="*/ 4 h 6"/>
                  <a:gd name="T22" fmla="*/ 0 w 5"/>
                  <a:gd name="T23" fmla="*/ 4 h 6"/>
                  <a:gd name="T24" fmla="*/ 1 w 5"/>
                  <a:gd name="T25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" h="6">
                    <a:moveTo>
                      <a:pt x="1" y="2"/>
                    </a:moveTo>
                    <a:lnTo>
                      <a:pt x="1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5" y="2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" name="ïṧḻíḋè"/>
              <p:cNvSpPr/>
              <p:nvPr/>
            </p:nvSpPr>
            <p:spPr bwMode="auto">
              <a:xfrm>
                <a:off x="4302089" y="2830020"/>
                <a:ext cx="12287" cy="18429"/>
              </a:xfrm>
              <a:custGeom>
                <a:avLst/>
                <a:gdLst>
                  <a:gd name="T0" fmla="*/ 0 w 4"/>
                  <a:gd name="T1" fmla="*/ 0 h 5"/>
                  <a:gd name="T2" fmla="*/ 0 w 4"/>
                  <a:gd name="T3" fmla="*/ 0 h 5"/>
                  <a:gd name="T4" fmla="*/ 1 w 4"/>
                  <a:gd name="T5" fmla="*/ 0 h 5"/>
                  <a:gd name="T6" fmla="*/ 3 w 4"/>
                  <a:gd name="T7" fmla="*/ 0 h 5"/>
                  <a:gd name="T8" fmla="*/ 3 w 4"/>
                  <a:gd name="T9" fmla="*/ 0 h 5"/>
                  <a:gd name="T10" fmla="*/ 4 w 4"/>
                  <a:gd name="T11" fmla="*/ 2 h 5"/>
                  <a:gd name="T12" fmla="*/ 3 w 4"/>
                  <a:gd name="T13" fmla="*/ 4 h 5"/>
                  <a:gd name="T14" fmla="*/ 3 w 4"/>
                  <a:gd name="T15" fmla="*/ 4 h 5"/>
                  <a:gd name="T16" fmla="*/ 3 w 4"/>
                  <a:gd name="T17" fmla="*/ 4 h 5"/>
                  <a:gd name="T18" fmla="*/ 1 w 4"/>
                  <a:gd name="T19" fmla="*/ 4 h 5"/>
                  <a:gd name="T20" fmla="*/ 1 w 4"/>
                  <a:gd name="T21" fmla="*/ 4 h 5"/>
                  <a:gd name="T22" fmla="*/ 1 w 4"/>
                  <a:gd name="T23" fmla="*/ 4 h 5"/>
                  <a:gd name="T24" fmla="*/ 0 w 4"/>
                  <a:gd name="T25" fmla="*/ 5 h 5"/>
                  <a:gd name="T26" fmla="*/ 0 w 4"/>
                  <a:gd name="T27" fmla="*/ 5 h 5"/>
                  <a:gd name="T28" fmla="*/ 1 w 4"/>
                  <a:gd name="T29" fmla="*/ 2 h 5"/>
                  <a:gd name="T30" fmla="*/ 1 w 4"/>
                  <a:gd name="T31" fmla="*/ 1 h 5"/>
                  <a:gd name="T32" fmla="*/ 0 w 4"/>
                  <a:gd name="T3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4" y="2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" name="íṣľíḋe"/>
              <p:cNvSpPr/>
              <p:nvPr/>
            </p:nvSpPr>
            <p:spPr bwMode="auto">
              <a:xfrm>
                <a:off x="4302089" y="2830020"/>
                <a:ext cx="12287" cy="18429"/>
              </a:xfrm>
              <a:custGeom>
                <a:avLst/>
                <a:gdLst>
                  <a:gd name="T0" fmla="*/ 0 w 4"/>
                  <a:gd name="T1" fmla="*/ 0 h 5"/>
                  <a:gd name="T2" fmla="*/ 0 w 4"/>
                  <a:gd name="T3" fmla="*/ 0 h 5"/>
                  <a:gd name="T4" fmla="*/ 1 w 4"/>
                  <a:gd name="T5" fmla="*/ 0 h 5"/>
                  <a:gd name="T6" fmla="*/ 3 w 4"/>
                  <a:gd name="T7" fmla="*/ 0 h 5"/>
                  <a:gd name="T8" fmla="*/ 3 w 4"/>
                  <a:gd name="T9" fmla="*/ 0 h 5"/>
                  <a:gd name="T10" fmla="*/ 4 w 4"/>
                  <a:gd name="T11" fmla="*/ 2 h 5"/>
                  <a:gd name="T12" fmla="*/ 3 w 4"/>
                  <a:gd name="T13" fmla="*/ 4 h 5"/>
                  <a:gd name="T14" fmla="*/ 3 w 4"/>
                  <a:gd name="T15" fmla="*/ 4 h 5"/>
                  <a:gd name="T16" fmla="*/ 3 w 4"/>
                  <a:gd name="T17" fmla="*/ 4 h 5"/>
                  <a:gd name="T18" fmla="*/ 1 w 4"/>
                  <a:gd name="T19" fmla="*/ 4 h 5"/>
                  <a:gd name="T20" fmla="*/ 1 w 4"/>
                  <a:gd name="T21" fmla="*/ 4 h 5"/>
                  <a:gd name="T22" fmla="*/ 1 w 4"/>
                  <a:gd name="T23" fmla="*/ 4 h 5"/>
                  <a:gd name="T24" fmla="*/ 0 w 4"/>
                  <a:gd name="T25" fmla="*/ 5 h 5"/>
                  <a:gd name="T26" fmla="*/ 0 w 4"/>
                  <a:gd name="T27" fmla="*/ 5 h 5"/>
                  <a:gd name="T28" fmla="*/ 1 w 4"/>
                  <a:gd name="T29" fmla="*/ 2 h 5"/>
                  <a:gd name="T30" fmla="*/ 1 w 4"/>
                  <a:gd name="T31" fmla="*/ 1 h 5"/>
                  <a:gd name="T32" fmla="*/ 0 w 4"/>
                  <a:gd name="T3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4" y="2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2"/>
                    </a:lnTo>
                    <a:lnTo>
                      <a:pt x="1" y="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" name="ïS1ïďê"/>
              <p:cNvSpPr/>
              <p:nvPr/>
            </p:nvSpPr>
            <p:spPr bwMode="auto">
              <a:xfrm>
                <a:off x="3927331" y="3223205"/>
                <a:ext cx="12287" cy="12287"/>
              </a:xfrm>
              <a:custGeom>
                <a:avLst/>
                <a:gdLst>
                  <a:gd name="T0" fmla="*/ 5 w 5"/>
                  <a:gd name="T1" fmla="*/ 0 h 4"/>
                  <a:gd name="T2" fmla="*/ 5 w 5"/>
                  <a:gd name="T3" fmla="*/ 0 h 4"/>
                  <a:gd name="T4" fmla="*/ 3 w 5"/>
                  <a:gd name="T5" fmla="*/ 3 h 4"/>
                  <a:gd name="T6" fmla="*/ 2 w 5"/>
                  <a:gd name="T7" fmla="*/ 4 h 4"/>
                  <a:gd name="T8" fmla="*/ 2 w 5"/>
                  <a:gd name="T9" fmla="*/ 4 h 4"/>
                  <a:gd name="T10" fmla="*/ 0 w 5"/>
                  <a:gd name="T11" fmla="*/ 4 h 4"/>
                  <a:gd name="T12" fmla="*/ 0 w 5"/>
                  <a:gd name="T13" fmla="*/ 4 h 4"/>
                  <a:gd name="T14" fmla="*/ 5 w 5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4">
                    <a:moveTo>
                      <a:pt x="5" y="0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" name="íšḷîḍè"/>
              <p:cNvSpPr/>
              <p:nvPr/>
            </p:nvSpPr>
            <p:spPr bwMode="auto">
              <a:xfrm>
                <a:off x="3927331" y="3223205"/>
                <a:ext cx="12287" cy="12287"/>
              </a:xfrm>
              <a:custGeom>
                <a:avLst/>
                <a:gdLst>
                  <a:gd name="T0" fmla="*/ 5 w 5"/>
                  <a:gd name="T1" fmla="*/ 0 h 4"/>
                  <a:gd name="T2" fmla="*/ 5 w 5"/>
                  <a:gd name="T3" fmla="*/ 0 h 4"/>
                  <a:gd name="T4" fmla="*/ 3 w 5"/>
                  <a:gd name="T5" fmla="*/ 3 h 4"/>
                  <a:gd name="T6" fmla="*/ 2 w 5"/>
                  <a:gd name="T7" fmla="*/ 4 h 4"/>
                  <a:gd name="T8" fmla="*/ 2 w 5"/>
                  <a:gd name="T9" fmla="*/ 4 h 4"/>
                  <a:gd name="T10" fmla="*/ 0 w 5"/>
                  <a:gd name="T11" fmla="*/ 4 h 4"/>
                  <a:gd name="T12" fmla="*/ 0 w 5"/>
                  <a:gd name="T13" fmla="*/ 4 h 4"/>
                  <a:gd name="T14" fmla="*/ 5 w 5"/>
                  <a:gd name="T1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4">
                    <a:moveTo>
                      <a:pt x="5" y="0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" name="ïsḷíďe"/>
              <p:cNvSpPr/>
              <p:nvPr/>
            </p:nvSpPr>
            <p:spPr bwMode="auto">
              <a:xfrm>
                <a:off x="4517109" y="2983605"/>
                <a:ext cx="18433" cy="18429"/>
              </a:xfrm>
              <a:custGeom>
                <a:avLst/>
                <a:gdLst>
                  <a:gd name="T0" fmla="*/ 0 w 7"/>
                  <a:gd name="T1" fmla="*/ 0 h 6"/>
                  <a:gd name="T2" fmla="*/ 0 w 7"/>
                  <a:gd name="T3" fmla="*/ 0 h 6"/>
                  <a:gd name="T4" fmla="*/ 4 w 7"/>
                  <a:gd name="T5" fmla="*/ 0 h 6"/>
                  <a:gd name="T6" fmla="*/ 6 w 7"/>
                  <a:gd name="T7" fmla="*/ 1 h 6"/>
                  <a:gd name="T8" fmla="*/ 6 w 7"/>
                  <a:gd name="T9" fmla="*/ 1 h 6"/>
                  <a:gd name="T10" fmla="*/ 7 w 7"/>
                  <a:gd name="T11" fmla="*/ 6 h 6"/>
                  <a:gd name="T12" fmla="*/ 7 w 7"/>
                  <a:gd name="T13" fmla="*/ 6 h 6"/>
                  <a:gd name="T14" fmla="*/ 6 w 7"/>
                  <a:gd name="T15" fmla="*/ 4 h 6"/>
                  <a:gd name="T16" fmla="*/ 4 w 7"/>
                  <a:gd name="T17" fmla="*/ 3 h 6"/>
                  <a:gd name="T18" fmla="*/ 0 w 7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6" y="4"/>
                    </a:lnTo>
                    <a:lnTo>
                      <a:pt x="4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" name="íśḻiďe"/>
              <p:cNvSpPr/>
              <p:nvPr/>
            </p:nvSpPr>
            <p:spPr bwMode="auto">
              <a:xfrm>
                <a:off x="4517109" y="2983605"/>
                <a:ext cx="18433" cy="18429"/>
              </a:xfrm>
              <a:custGeom>
                <a:avLst/>
                <a:gdLst>
                  <a:gd name="T0" fmla="*/ 0 w 7"/>
                  <a:gd name="T1" fmla="*/ 0 h 6"/>
                  <a:gd name="T2" fmla="*/ 0 w 7"/>
                  <a:gd name="T3" fmla="*/ 0 h 6"/>
                  <a:gd name="T4" fmla="*/ 4 w 7"/>
                  <a:gd name="T5" fmla="*/ 0 h 6"/>
                  <a:gd name="T6" fmla="*/ 6 w 7"/>
                  <a:gd name="T7" fmla="*/ 1 h 6"/>
                  <a:gd name="T8" fmla="*/ 6 w 7"/>
                  <a:gd name="T9" fmla="*/ 1 h 6"/>
                  <a:gd name="T10" fmla="*/ 7 w 7"/>
                  <a:gd name="T11" fmla="*/ 6 h 6"/>
                  <a:gd name="T12" fmla="*/ 7 w 7"/>
                  <a:gd name="T13" fmla="*/ 6 h 6"/>
                  <a:gd name="T14" fmla="*/ 6 w 7"/>
                  <a:gd name="T15" fmla="*/ 4 h 6"/>
                  <a:gd name="T16" fmla="*/ 4 w 7"/>
                  <a:gd name="T17" fmla="*/ 3 h 6"/>
                  <a:gd name="T18" fmla="*/ 0 w 7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6" y="4"/>
                    </a:lnTo>
                    <a:lnTo>
                      <a:pt x="4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" name="îsļíḑe"/>
              <p:cNvSpPr/>
              <p:nvPr/>
            </p:nvSpPr>
            <p:spPr bwMode="auto">
              <a:xfrm>
                <a:off x="4535542" y="3020466"/>
                <a:ext cx="24574" cy="24574"/>
              </a:xfrm>
              <a:custGeom>
                <a:avLst/>
                <a:gdLst>
                  <a:gd name="T0" fmla="*/ 0 w 8"/>
                  <a:gd name="T1" fmla="*/ 0 h 9"/>
                  <a:gd name="T2" fmla="*/ 0 w 8"/>
                  <a:gd name="T3" fmla="*/ 0 h 9"/>
                  <a:gd name="T4" fmla="*/ 2 w 8"/>
                  <a:gd name="T5" fmla="*/ 0 h 9"/>
                  <a:gd name="T6" fmla="*/ 2 w 8"/>
                  <a:gd name="T7" fmla="*/ 0 h 9"/>
                  <a:gd name="T8" fmla="*/ 4 w 8"/>
                  <a:gd name="T9" fmla="*/ 3 h 9"/>
                  <a:gd name="T10" fmla="*/ 4 w 8"/>
                  <a:gd name="T11" fmla="*/ 3 h 9"/>
                  <a:gd name="T12" fmla="*/ 5 w 8"/>
                  <a:gd name="T13" fmla="*/ 7 h 9"/>
                  <a:gd name="T14" fmla="*/ 5 w 8"/>
                  <a:gd name="T15" fmla="*/ 7 h 9"/>
                  <a:gd name="T16" fmla="*/ 8 w 8"/>
                  <a:gd name="T17" fmla="*/ 9 h 9"/>
                  <a:gd name="T18" fmla="*/ 8 w 8"/>
                  <a:gd name="T19" fmla="*/ 9 h 9"/>
                  <a:gd name="T20" fmla="*/ 5 w 8"/>
                  <a:gd name="T21" fmla="*/ 9 h 9"/>
                  <a:gd name="T22" fmla="*/ 2 w 8"/>
                  <a:gd name="T23" fmla="*/ 6 h 9"/>
                  <a:gd name="T24" fmla="*/ 0 w 8"/>
                  <a:gd name="T2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5" y="9"/>
                    </a:lnTo>
                    <a:lnTo>
                      <a:pt x="2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" name="i$1íḍè"/>
              <p:cNvSpPr/>
              <p:nvPr/>
            </p:nvSpPr>
            <p:spPr bwMode="auto">
              <a:xfrm>
                <a:off x="4535542" y="3020466"/>
                <a:ext cx="24574" cy="24574"/>
              </a:xfrm>
              <a:custGeom>
                <a:avLst/>
                <a:gdLst>
                  <a:gd name="T0" fmla="*/ 0 w 8"/>
                  <a:gd name="T1" fmla="*/ 0 h 9"/>
                  <a:gd name="T2" fmla="*/ 0 w 8"/>
                  <a:gd name="T3" fmla="*/ 0 h 9"/>
                  <a:gd name="T4" fmla="*/ 2 w 8"/>
                  <a:gd name="T5" fmla="*/ 0 h 9"/>
                  <a:gd name="T6" fmla="*/ 2 w 8"/>
                  <a:gd name="T7" fmla="*/ 0 h 9"/>
                  <a:gd name="T8" fmla="*/ 4 w 8"/>
                  <a:gd name="T9" fmla="*/ 3 h 9"/>
                  <a:gd name="T10" fmla="*/ 4 w 8"/>
                  <a:gd name="T11" fmla="*/ 3 h 9"/>
                  <a:gd name="T12" fmla="*/ 5 w 8"/>
                  <a:gd name="T13" fmla="*/ 7 h 9"/>
                  <a:gd name="T14" fmla="*/ 5 w 8"/>
                  <a:gd name="T15" fmla="*/ 7 h 9"/>
                  <a:gd name="T16" fmla="*/ 8 w 8"/>
                  <a:gd name="T17" fmla="*/ 9 h 9"/>
                  <a:gd name="T18" fmla="*/ 8 w 8"/>
                  <a:gd name="T19" fmla="*/ 9 h 9"/>
                  <a:gd name="T20" fmla="*/ 5 w 8"/>
                  <a:gd name="T21" fmla="*/ 9 h 9"/>
                  <a:gd name="T22" fmla="*/ 2 w 8"/>
                  <a:gd name="T23" fmla="*/ 6 h 9"/>
                  <a:gd name="T24" fmla="*/ 0 w 8"/>
                  <a:gd name="T2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9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5" y="9"/>
                    </a:lnTo>
                    <a:lnTo>
                      <a:pt x="2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" name="i$lîḓe"/>
              <p:cNvSpPr/>
              <p:nvPr/>
            </p:nvSpPr>
            <p:spPr bwMode="auto">
              <a:xfrm>
                <a:off x="3915043" y="3309214"/>
                <a:ext cx="18433" cy="12287"/>
              </a:xfrm>
              <a:custGeom>
                <a:avLst/>
                <a:gdLst>
                  <a:gd name="T0" fmla="*/ 5 w 6"/>
                  <a:gd name="T1" fmla="*/ 0 h 2"/>
                  <a:gd name="T2" fmla="*/ 5 w 6"/>
                  <a:gd name="T3" fmla="*/ 0 h 2"/>
                  <a:gd name="T4" fmla="*/ 6 w 6"/>
                  <a:gd name="T5" fmla="*/ 0 h 2"/>
                  <a:gd name="T6" fmla="*/ 6 w 6"/>
                  <a:gd name="T7" fmla="*/ 1 h 2"/>
                  <a:gd name="T8" fmla="*/ 5 w 6"/>
                  <a:gd name="T9" fmla="*/ 1 h 2"/>
                  <a:gd name="T10" fmla="*/ 0 w 6"/>
                  <a:gd name="T11" fmla="*/ 2 h 2"/>
                  <a:gd name="T12" fmla="*/ 0 w 6"/>
                  <a:gd name="T13" fmla="*/ 2 h 2"/>
                  <a:gd name="T14" fmla="*/ 2 w 6"/>
                  <a:gd name="T15" fmla="*/ 2 h 2"/>
                  <a:gd name="T16" fmla="*/ 3 w 6"/>
                  <a:gd name="T17" fmla="*/ 1 h 2"/>
                  <a:gd name="T18" fmla="*/ 5 w 6"/>
                  <a:gd name="T19" fmla="*/ 0 h 2"/>
                  <a:gd name="T20" fmla="*/ 5 w 6"/>
                  <a:gd name="T2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2">
                    <a:moveTo>
                      <a:pt x="5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" name="í$ľîḍe"/>
              <p:cNvSpPr/>
              <p:nvPr/>
            </p:nvSpPr>
            <p:spPr bwMode="auto">
              <a:xfrm>
                <a:off x="3915043" y="3309214"/>
                <a:ext cx="18433" cy="12287"/>
              </a:xfrm>
              <a:custGeom>
                <a:avLst/>
                <a:gdLst>
                  <a:gd name="T0" fmla="*/ 5 w 6"/>
                  <a:gd name="T1" fmla="*/ 0 h 2"/>
                  <a:gd name="T2" fmla="*/ 5 w 6"/>
                  <a:gd name="T3" fmla="*/ 0 h 2"/>
                  <a:gd name="T4" fmla="*/ 6 w 6"/>
                  <a:gd name="T5" fmla="*/ 0 h 2"/>
                  <a:gd name="T6" fmla="*/ 6 w 6"/>
                  <a:gd name="T7" fmla="*/ 1 h 2"/>
                  <a:gd name="T8" fmla="*/ 5 w 6"/>
                  <a:gd name="T9" fmla="*/ 1 h 2"/>
                  <a:gd name="T10" fmla="*/ 0 w 6"/>
                  <a:gd name="T11" fmla="*/ 2 h 2"/>
                  <a:gd name="T12" fmla="*/ 0 w 6"/>
                  <a:gd name="T13" fmla="*/ 2 h 2"/>
                  <a:gd name="T14" fmla="*/ 2 w 6"/>
                  <a:gd name="T15" fmla="*/ 2 h 2"/>
                  <a:gd name="T16" fmla="*/ 3 w 6"/>
                  <a:gd name="T17" fmla="*/ 1 h 2"/>
                  <a:gd name="T18" fmla="*/ 5 w 6"/>
                  <a:gd name="T19" fmla="*/ 0 h 2"/>
                  <a:gd name="T20" fmla="*/ 5 w 6"/>
                  <a:gd name="T2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2">
                    <a:moveTo>
                      <a:pt x="5" y="0"/>
                    </a:moveTo>
                    <a:lnTo>
                      <a:pt x="5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5" y="1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" name="îšḷídê"/>
              <p:cNvSpPr/>
              <p:nvPr/>
            </p:nvSpPr>
            <p:spPr bwMode="auto">
              <a:xfrm>
                <a:off x="4523255" y="3094189"/>
                <a:ext cx="24574" cy="18429"/>
              </a:xfrm>
              <a:custGeom>
                <a:avLst/>
                <a:gdLst>
                  <a:gd name="T0" fmla="*/ 2 w 9"/>
                  <a:gd name="T1" fmla="*/ 0 h 5"/>
                  <a:gd name="T2" fmla="*/ 2 w 9"/>
                  <a:gd name="T3" fmla="*/ 0 h 5"/>
                  <a:gd name="T4" fmla="*/ 5 w 9"/>
                  <a:gd name="T5" fmla="*/ 0 h 5"/>
                  <a:gd name="T6" fmla="*/ 7 w 9"/>
                  <a:gd name="T7" fmla="*/ 1 h 5"/>
                  <a:gd name="T8" fmla="*/ 7 w 9"/>
                  <a:gd name="T9" fmla="*/ 1 h 5"/>
                  <a:gd name="T10" fmla="*/ 7 w 9"/>
                  <a:gd name="T11" fmla="*/ 2 h 5"/>
                  <a:gd name="T12" fmla="*/ 7 w 9"/>
                  <a:gd name="T13" fmla="*/ 2 h 5"/>
                  <a:gd name="T14" fmla="*/ 7 w 9"/>
                  <a:gd name="T15" fmla="*/ 2 h 5"/>
                  <a:gd name="T16" fmla="*/ 7 w 9"/>
                  <a:gd name="T17" fmla="*/ 2 h 5"/>
                  <a:gd name="T18" fmla="*/ 7 w 9"/>
                  <a:gd name="T19" fmla="*/ 1 h 5"/>
                  <a:gd name="T20" fmla="*/ 7 w 9"/>
                  <a:gd name="T21" fmla="*/ 1 h 5"/>
                  <a:gd name="T22" fmla="*/ 7 w 9"/>
                  <a:gd name="T23" fmla="*/ 1 h 5"/>
                  <a:gd name="T24" fmla="*/ 7 w 9"/>
                  <a:gd name="T25" fmla="*/ 1 h 5"/>
                  <a:gd name="T26" fmla="*/ 7 w 9"/>
                  <a:gd name="T27" fmla="*/ 1 h 5"/>
                  <a:gd name="T28" fmla="*/ 7 w 9"/>
                  <a:gd name="T29" fmla="*/ 2 h 5"/>
                  <a:gd name="T30" fmla="*/ 7 w 9"/>
                  <a:gd name="T31" fmla="*/ 2 h 5"/>
                  <a:gd name="T32" fmla="*/ 9 w 9"/>
                  <a:gd name="T33" fmla="*/ 5 h 5"/>
                  <a:gd name="T34" fmla="*/ 9 w 9"/>
                  <a:gd name="T35" fmla="*/ 5 h 5"/>
                  <a:gd name="T36" fmla="*/ 7 w 9"/>
                  <a:gd name="T37" fmla="*/ 5 h 5"/>
                  <a:gd name="T38" fmla="*/ 5 w 9"/>
                  <a:gd name="T39" fmla="*/ 4 h 5"/>
                  <a:gd name="T40" fmla="*/ 3 w 9"/>
                  <a:gd name="T41" fmla="*/ 2 h 5"/>
                  <a:gd name="T42" fmla="*/ 2 w 9"/>
                  <a:gd name="T43" fmla="*/ 4 h 5"/>
                  <a:gd name="T44" fmla="*/ 2 w 9"/>
                  <a:gd name="T45" fmla="*/ 4 h 5"/>
                  <a:gd name="T46" fmla="*/ 0 w 9"/>
                  <a:gd name="T47" fmla="*/ 4 h 5"/>
                  <a:gd name="T48" fmla="*/ 0 w 9"/>
                  <a:gd name="T49" fmla="*/ 4 h 5"/>
                  <a:gd name="T50" fmla="*/ 0 w 9"/>
                  <a:gd name="T51" fmla="*/ 4 h 5"/>
                  <a:gd name="T52" fmla="*/ 0 w 9"/>
                  <a:gd name="T53" fmla="*/ 4 h 5"/>
                  <a:gd name="T54" fmla="*/ 0 w 9"/>
                  <a:gd name="T55" fmla="*/ 4 h 5"/>
                  <a:gd name="T56" fmla="*/ 0 w 9"/>
                  <a:gd name="T57" fmla="*/ 4 h 5"/>
                  <a:gd name="T58" fmla="*/ 0 w 9"/>
                  <a:gd name="T59" fmla="*/ 4 h 5"/>
                  <a:gd name="T60" fmla="*/ 0 w 9"/>
                  <a:gd name="T61" fmla="*/ 5 h 5"/>
                  <a:gd name="T62" fmla="*/ 0 w 9"/>
                  <a:gd name="T63" fmla="*/ 5 h 5"/>
                  <a:gd name="T64" fmla="*/ 0 w 9"/>
                  <a:gd name="T65" fmla="*/ 5 h 5"/>
                  <a:gd name="T66" fmla="*/ 0 w 9"/>
                  <a:gd name="T67" fmla="*/ 5 h 5"/>
                  <a:gd name="T68" fmla="*/ 0 w 9"/>
                  <a:gd name="T69" fmla="*/ 4 h 5"/>
                  <a:gd name="T70" fmla="*/ 0 w 9"/>
                  <a:gd name="T71" fmla="*/ 4 h 5"/>
                  <a:gd name="T72" fmla="*/ 2 w 9"/>
                  <a:gd name="T73" fmla="*/ 4 h 5"/>
                  <a:gd name="T74" fmla="*/ 2 w 9"/>
                  <a:gd name="T75" fmla="*/ 4 h 5"/>
                  <a:gd name="T76" fmla="*/ 2 w 9"/>
                  <a:gd name="T77" fmla="*/ 1 h 5"/>
                  <a:gd name="T78" fmla="*/ 2 w 9"/>
                  <a:gd name="T7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9" h="5">
                    <a:moveTo>
                      <a:pt x="2" y="0"/>
                    </a:moveTo>
                    <a:lnTo>
                      <a:pt x="2" y="0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5" y="4"/>
                    </a:lnTo>
                    <a:lnTo>
                      <a:pt x="3" y="2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" name="işlïḋê"/>
              <p:cNvSpPr/>
              <p:nvPr/>
            </p:nvSpPr>
            <p:spPr bwMode="auto">
              <a:xfrm>
                <a:off x="4523255" y="3094189"/>
                <a:ext cx="24574" cy="18429"/>
              </a:xfrm>
              <a:custGeom>
                <a:avLst/>
                <a:gdLst>
                  <a:gd name="T0" fmla="*/ 2 w 9"/>
                  <a:gd name="T1" fmla="*/ 0 h 5"/>
                  <a:gd name="T2" fmla="*/ 2 w 9"/>
                  <a:gd name="T3" fmla="*/ 0 h 5"/>
                  <a:gd name="T4" fmla="*/ 5 w 9"/>
                  <a:gd name="T5" fmla="*/ 0 h 5"/>
                  <a:gd name="T6" fmla="*/ 7 w 9"/>
                  <a:gd name="T7" fmla="*/ 1 h 5"/>
                  <a:gd name="T8" fmla="*/ 7 w 9"/>
                  <a:gd name="T9" fmla="*/ 1 h 5"/>
                  <a:gd name="T10" fmla="*/ 7 w 9"/>
                  <a:gd name="T11" fmla="*/ 2 h 5"/>
                  <a:gd name="T12" fmla="*/ 7 w 9"/>
                  <a:gd name="T13" fmla="*/ 2 h 5"/>
                  <a:gd name="T14" fmla="*/ 7 w 9"/>
                  <a:gd name="T15" fmla="*/ 2 h 5"/>
                  <a:gd name="T16" fmla="*/ 7 w 9"/>
                  <a:gd name="T17" fmla="*/ 2 h 5"/>
                  <a:gd name="T18" fmla="*/ 7 w 9"/>
                  <a:gd name="T19" fmla="*/ 1 h 5"/>
                  <a:gd name="T20" fmla="*/ 7 w 9"/>
                  <a:gd name="T21" fmla="*/ 1 h 5"/>
                  <a:gd name="T22" fmla="*/ 7 w 9"/>
                  <a:gd name="T23" fmla="*/ 1 h 5"/>
                  <a:gd name="T24" fmla="*/ 7 w 9"/>
                  <a:gd name="T25" fmla="*/ 1 h 5"/>
                  <a:gd name="T26" fmla="*/ 7 w 9"/>
                  <a:gd name="T27" fmla="*/ 1 h 5"/>
                  <a:gd name="T28" fmla="*/ 7 w 9"/>
                  <a:gd name="T29" fmla="*/ 2 h 5"/>
                  <a:gd name="T30" fmla="*/ 7 w 9"/>
                  <a:gd name="T31" fmla="*/ 2 h 5"/>
                  <a:gd name="T32" fmla="*/ 9 w 9"/>
                  <a:gd name="T33" fmla="*/ 5 h 5"/>
                  <a:gd name="T34" fmla="*/ 9 w 9"/>
                  <a:gd name="T35" fmla="*/ 5 h 5"/>
                  <a:gd name="T36" fmla="*/ 7 w 9"/>
                  <a:gd name="T37" fmla="*/ 5 h 5"/>
                  <a:gd name="T38" fmla="*/ 5 w 9"/>
                  <a:gd name="T39" fmla="*/ 4 h 5"/>
                  <a:gd name="T40" fmla="*/ 3 w 9"/>
                  <a:gd name="T41" fmla="*/ 2 h 5"/>
                  <a:gd name="T42" fmla="*/ 2 w 9"/>
                  <a:gd name="T43" fmla="*/ 4 h 5"/>
                  <a:gd name="T44" fmla="*/ 2 w 9"/>
                  <a:gd name="T45" fmla="*/ 4 h 5"/>
                  <a:gd name="T46" fmla="*/ 0 w 9"/>
                  <a:gd name="T47" fmla="*/ 4 h 5"/>
                  <a:gd name="T48" fmla="*/ 0 w 9"/>
                  <a:gd name="T49" fmla="*/ 4 h 5"/>
                  <a:gd name="T50" fmla="*/ 0 w 9"/>
                  <a:gd name="T51" fmla="*/ 4 h 5"/>
                  <a:gd name="T52" fmla="*/ 0 w 9"/>
                  <a:gd name="T53" fmla="*/ 4 h 5"/>
                  <a:gd name="T54" fmla="*/ 0 w 9"/>
                  <a:gd name="T55" fmla="*/ 4 h 5"/>
                  <a:gd name="T56" fmla="*/ 0 w 9"/>
                  <a:gd name="T57" fmla="*/ 4 h 5"/>
                  <a:gd name="T58" fmla="*/ 0 w 9"/>
                  <a:gd name="T59" fmla="*/ 4 h 5"/>
                  <a:gd name="T60" fmla="*/ 0 w 9"/>
                  <a:gd name="T61" fmla="*/ 5 h 5"/>
                  <a:gd name="T62" fmla="*/ 0 w 9"/>
                  <a:gd name="T63" fmla="*/ 5 h 5"/>
                  <a:gd name="T64" fmla="*/ 0 w 9"/>
                  <a:gd name="T65" fmla="*/ 5 h 5"/>
                  <a:gd name="T66" fmla="*/ 0 w 9"/>
                  <a:gd name="T67" fmla="*/ 5 h 5"/>
                  <a:gd name="T68" fmla="*/ 0 w 9"/>
                  <a:gd name="T69" fmla="*/ 4 h 5"/>
                  <a:gd name="T70" fmla="*/ 0 w 9"/>
                  <a:gd name="T71" fmla="*/ 4 h 5"/>
                  <a:gd name="T72" fmla="*/ 2 w 9"/>
                  <a:gd name="T73" fmla="*/ 4 h 5"/>
                  <a:gd name="T74" fmla="*/ 2 w 9"/>
                  <a:gd name="T75" fmla="*/ 4 h 5"/>
                  <a:gd name="T76" fmla="*/ 2 w 9"/>
                  <a:gd name="T77" fmla="*/ 1 h 5"/>
                  <a:gd name="T78" fmla="*/ 2 w 9"/>
                  <a:gd name="T7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9" h="5">
                    <a:moveTo>
                      <a:pt x="2" y="0"/>
                    </a:moveTo>
                    <a:lnTo>
                      <a:pt x="2" y="0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5" y="4"/>
                    </a:lnTo>
                    <a:lnTo>
                      <a:pt x="3" y="2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1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" name="íslíḍè"/>
              <p:cNvSpPr/>
              <p:nvPr/>
            </p:nvSpPr>
            <p:spPr bwMode="auto">
              <a:xfrm>
                <a:off x="4541683" y="3118763"/>
                <a:ext cx="18433" cy="18429"/>
              </a:xfrm>
              <a:custGeom>
                <a:avLst/>
                <a:gdLst>
                  <a:gd name="T0" fmla="*/ 6 w 6"/>
                  <a:gd name="T1" fmla="*/ 5 h 7"/>
                  <a:gd name="T2" fmla="*/ 6 w 6"/>
                  <a:gd name="T3" fmla="*/ 5 h 7"/>
                  <a:gd name="T4" fmla="*/ 5 w 6"/>
                  <a:gd name="T5" fmla="*/ 7 h 7"/>
                  <a:gd name="T6" fmla="*/ 3 w 6"/>
                  <a:gd name="T7" fmla="*/ 7 h 7"/>
                  <a:gd name="T8" fmla="*/ 0 w 6"/>
                  <a:gd name="T9" fmla="*/ 7 h 7"/>
                  <a:gd name="T10" fmla="*/ 0 w 6"/>
                  <a:gd name="T11" fmla="*/ 7 h 7"/>
                  <a:gd name="T12" fmla="*/ 0 w 6"/>
                  <a:gd name="T13" fmla="*/ 3 h 7"/>
                  <a:gd name="T14" fmla="*/ 0 w 6"/>
                  <a:gd name="T15" fmla="*/ 1 h 7"/>
                  <a:gd name="T16" fmla="*/ 3 w 6"/>
                  <a:gd name="T17" fmla="*/ 0 h 7"/>
                  <a:gd name="T18" fmla="*/ 3 w 6"/>
                  <a:gd name="T19" fmla="*/ 0 h 7"/>
                  <a:gd name="T20" fmla="*/ 2 w 6"/>
                  <a:gd name="T21" fmla="*/ 1 h 7"/>
                  <a:gd name="T22" fmla="*/ 2 w 6"/>
                  <a:gd name="T23" fmla="*/ 4 h 7"/>
                  <a:gd name="T24" fmla="*/ 2 w 6"/>
                  <a:gd name="T25" fmla="*/ 4 h 7"/>
                  <a:gd name="T26" fmla="*/ 5 w 6"/>
                  <a:gd name="T27" fmla="*/ 4 h 7"/>
                  <a:gd name="T28" fmla="*/ 6 w 6"/>
                  <a:gd name="T29" fmla="*/ 4 h 7"/>
                  <a:gd name="T30" fmla="*/ 6 w 6"/>
                  <a:gd name="T31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" h="7">
                    <a:moveTo>
                      <a:pt x="6" y="5"/>
                    </a:moveTo>
                    <a:lnTo>
                      <a:pt x="6" y="5"/>
                    </a:lnTo>
                    <a:lnTo>
                      <a:pt x="5" y="7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5" y="4"/>
                    </a:lnTo>
                    <a:lnTo>
                      <a:pt x="6" y="4"/>
                    </a:lnTo>
                    <a:lnTo>
                      <a:pt x="6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" name="íṣḷídê"/>
              <p:cNvSpPr/>
              <p:nvPr/>
            </p:nvSpPr>
            <p:spPr bwMode="auto">
              <a:xfrm>
                <a:off x="4541683" y="3118763"/>
                <a:ext cx="18433" cy="18429"/>
              </a:xfrm>
              <a:custGeom>
                <a:avLst/>
                <a:gdLst>
                  <a:gd name="T0" fmla="*/ 6 w 6"/>
                  <a:gd name="T1" fmla="*/ 5 h 7"/>
                  <a:gd name="T2" fmla="*/ 6 w 6"/>
                  <a:gd name="T3" fmla="*/ 5 h 7"/>
                  <a:gd name="T4" fmla="*/ 5 w 6"/>
                  <a:gd name="T5" fmla="*/ 7 h 7"/>
                  <a:gd name="T6" fmla="*/ 3 w 6"/>
                  <a:gd name="T7" fmla="*/ 7 h 7"/>
                  <a:gd name="T8" fmla="*/ 0 w 6"/>
                  <a:gd name="T9" fmla="*/ 7 h 7"/>
                  <a:gd name="T10" fmla="*/ 0 w 6"/>
                  <a:gd name="T11" fmla="*/ 7 h 7"/>
                  <a:gd name="T12" fmla="*/ 0 w 6"/>
                  <a:gd name="T13" fmla="*/ 3 h 7"/>
                  <a:gd name="T14" fmla="*/ 0 w 6"/>
                  <a:gd name="T15" fmla="*/ 1 h 7"/>
                  <a:gd name="T16" fmla="*/ 3 w 6"/>
                  <a:gd name="T17" fmla="*/ 0 h 7"/>
                  <a:gd name="T18" fmla="*/ 3 w 6"/>
                  <a:gd name="T19" fmla="*/ 0 h 7"/>
                  <a:gd name="T20" fmla="*/ 2 w 6"/>
                  <a:gd name="T21" fmla="*/ 1 h 7"/>
                  <a:gd name="T22" fmla="*/ 2 w 6"/>
                  <a:gd name="T23" fmla="*/ 4 h 7"/>
                  <a:gd name="T24" fmla="*/ 2 w 6"/>
                  <a:gd name="T25" fmla="*/ 4 h 7"/>
                  <a:gd name="T26" fmla="*/ 5 w 6"/>
                  <a:gd name="T27" fmla="*/ 4 h 7"/>
                  <a:gd name="T28" fmla="*/ 6 w 6"/>
                  <a:gd name="T29" fmla="*/ 4 h 7"/>
                  <a:gd name="T30" fmla="*/ 6 w 6"/>
                  <a:gd name="T31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" h="7">
                    <a:moveTo>
                      <a:pt x="6" y="5"/>
                    </a:moveTo>
                    <a:lnTo>
                      <a:pt x="6" y="5"/>
                    </a:lnTo>
                    <a:lnTo>
                      <a:pt x="5" y="7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2" y="1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5" y="4"/>
                    </a:lnTo>
                    <a:lnTo>
                      <a:pt x="6" y="4"/>
                    </a:lnTo>
                    <a:lnTo>
                      <a:pt x="6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" name="ïŝľïḑé"/>
              <p:cNvSpPr/>
              <p:nvPr/>
            </p:nvSpPr>
            <p:spPr bwMode="auto">
              <a:xfrm>
                <a:off x="4553970" y="3131050"/>
                <a:ext cx="18433" cy="24574"/>
              </a:xfrm>
              <a:custGeom>
                <a:avLst/>
                <a:gdLst>
                  <a:gd name="T0" fmla="*/ 3 w 5"/>
                  <a:gd name="T1" fmla="*/ 0 h 9"/>
                  <a:gd name="T2" fmla="*/ 3 w 5"/>
                  <a:gd name="T3" fmla="*/ 0 h 9"/>
                  <a:gd name="T4" fmla="*/ 4 w 5"/>
                  <a:gd name="T5" fmla="*/ 0 h 9"/>
                  <a:gd name="T6" fmla="*/ 4 w 5"/>
                  <a:gd name="T7" fmla="*/ 1 h 9"/>
                  <a:gd name="T8" fmla="*/ 4 w 5"/>
                  <a:gd name="T9" fmla="*/ 4 h 9"/>
                  <a:gd name="T10" fmla="*/ 4 w 5"/>
                  <a:gd name="T11" fmla="*/ 4 h 9"/>
                  <a:gd name="T12" fmla="*/ 4 w 5"/>
                  <a:gd name="T13" fmla="*/ 7 h 9"/>
                  <a:gd name="T14" fmla="*/ 4 w 5"/>
                  <a:gd name="T15" fmla="*/ 7 h 9"/>
                  <a:gd name="T16" fmla="*/ 4 w 5"/>
                  <a:gd name="T17" fmla="*/ 9 h 9"/>
                  <a:gd name="T18" fmla="*/ 4 w 5"/>
                  <a:gd name="T19" fmla="*/ 9 h 9"/>
                  <a:gd name="T20" fmla="*/ 5 w 5"/>
                  <a:gd name="T21" fmla="*/ 9 h 9"/>
                  <a:gd name="T22" fmla="*/ 5 w 5"/>
                  <a:gd name="T23" fmla="*/ 9 h 9"/>
                  <a:gd name="T24" fmla="*/ 3 w 5"/>
                  <a:gd name="T25" fmla="*/ 9 h 9"/>
                  <a:gd name="T26" fmla="*/ 3 w 5"/>
                  <a:gd name="T27" fmla="*/ 9 h 9"/>
                  <a:gd name="T28" fmla="*/ 1 w 5"/>
                  <a:gd name="T29" fmla="*/ 9 h 9"/>
                  <a:gd name="T30" fmla="*/ 1 w 5"/>
                  <a:gd name="T31" fmla="*/ 9 h 9"/>
                  <a:gd name="T32" fmla="*/ 0 w 5"/>
                  <a:gd name="T33" fmla="*/ 6 h 9"/>
                  <a:gd name="T34" fmla="*/ 0 w 5"/>
                  <a:gd name="T35" fmla="*/ 6 h 9"/>
                  <a:gd name="T36" fmla="*/ 0 w 5"/>
                  <a:gd name="T37" fmla="*/ 3 h 9"/>
                  <a:gd name="T38" fmla="*/ 3 w 5"/>
                  <a:gd name="T3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3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1" y="9"/>
                    </a:lnTo>
                    <a:lnTo>
                      <a:pt x="1" y="9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" name="ïsḷíďé"/>
              <p:cNvSpPr/>
              <p:nvPr/>
            </p:nvSpPr>
            <p:spPr bwMode="auto">
              <a:xfrm>
                <a:off x="4553970" y="3131050"/>
                <a:ext cx="18433" cy="24574"/>
              </a:xfrm>
              <a:custGeom>
                <a:avLst/>
                <a:gdLst>
                  <a:gd name="T0" fmla="*/ 3 w 5"/>
                  <a:gd name="T1" fmla="*/ 0 h 9"/>
                  <a:gd name="T2" fmla="*/ 3 w 5"/>
                  <a:gd name="T3" fmla="*/ 0 h 9"/>
                  <a:gd name="T4" fmla="*/ 4 w 5"/>
                  <a:gd name="T5" fmla="*/ 0 h 9"/>
                  <a:gd name="T6" fmla="*/ 4 w 5"/>
                  <a:gd name="T7" fmla="*/ 1 h 9"/>
                  <a:gd name="T8" fmla="*/ 4 w 5"/>
                  <a:gd name="T9" fmla="*/ 4 h 9"/>
                  <a:gd name="T10" fmla="*/ 4 w 5"/>
                  <a:gd name="T11" fmla="*/ 4 h 9"/>
                  <a:gd name="T12" fmla="*/ 4 w 5"/>
                  <a:gd name="T13" fmla="*/ 7 h 9"/>
                  <a:gd name="T14" fmla="*/ 4 w 5"/>
                  <a:gd name="T15" fmla="*/ 7 h 9"/>
                  <a:gd name="T16" fmla="*/ 4 w 5"/>
                  <a:gd name="T17" fmla="*/ 9 h 9"/>
                  <a:gd name="T18" fmla="*/ 4 w 5"/>
                  <a:gd name="T19" fmla="*/ 9 h 9"/>
                  <a:gd name="T20" fmla="*/ 5 w 5"/>
                  <a:gd name="T21" fmla="*/ 9 h 9"/>
                  <a:gd name="T22" fmla="*/ 5 w 5"/>
                  <a:gd name="T23" fmla="*/ 9 h 9"/>
                  <a:gd name="T24" fmla="*/ 3 w 5"/>
                  <a:gd name="T25" fmla="*/ 9 h 9"/>
                  <a:gd name="T26" fmla="*/ 3 w 5"/>
                  <a:gd name="T27" fmla="*/ 9 h 9"/>
                  <a:gd name="T28" fmla="*/ 1 w 5"/>
                  <a:gd name="T29" fmla="*/ 9 h 9"/>
                  <a:gd name="T30" fmla="*/ 1 w 5"/>
                  <a:gd name="T31" fmla="*/ 9 h 9"/>
                  <a:gd name="T32" fmla="*/ 0 w 5"/>
                  <a:gd name="T33" fmla="*/ 6 h 9"/>
                  <a:gd name="T34" fmla="*/ 0 w 5"/>
                  <a:gd name="T35" fmla="*/ 6 h 9"/>
                  <a:gd name="T36" fmla="*/ 0 w 5"/>
                  <a:gd name="T37" fmla="*/ 3 h 9"/>
                  <a:gd name="T38" fmla="*/ 3 w 5"/>
                  <a:gd name="T3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" h="9">
                    <a:moveTo>
                      <a:pt x="3" y="0"/>
                    </a:moveTo>
                    <a:lnTo>
                      <a:pt x="3" y="0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7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1" y="9"/>
                    </a:lnTo>
                    <a:lnTo>
                      <a:pt x="1" y="9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" name="îş1idè"/>
              <p:cNvSpPr/>
              <p:nvPr/>
            </p:nvSpPr>
            <p:spPr bwMode="auto">
              <a:xfrm>
                <a:off x="5352629" y="2952889"/>
                <a:ext cx="12287" cy="24574"/>
              </a:xfrm>
              <a:custGeom>
                <a:avLst/>
                <a:gdLst>
                  <a:gd name="T0" fmla="*/ 0 w 5"/>
                  <a:gd name="T1" fmla="*/ 2 h 9"/>
                  <a:gd name="T2" fmla="*/ 0 w 5"/>
                  <a:gd name="T3" fmla="*/ 2 h 9"/>
                  <a:gd name="T4" fmla="*/ 2 w 5"/>
                  <a:gd name="T5" fmla="*/ 0 h 9"/>
                  <a:gd name="T6" fmla="*/ 3 w 5"/>
                  <a:gd name="T7" fmla="*/ 2 h 9"/>
                  <a:gd name="T8" fmla="*/ 5 w 5"/>
                  <a:gd name="T9" fmla="*/ 5 h 9"/>
                  <a:gd name="T10" fmla="*/ 5 w 5"/>
                  <a:gd name="T11" fmla="*/ 8 h 9"/>
                  <a:gd name="T12" fmla="*/ 3 w 5"/>
                  <a:gd name="T13" fmla="*/ 9 h 9"/>
                  <a:gd name="T14" fmla="*/ 3 w 5"/>
                  <a:gd name="T15" fmla="*/ 9 h 9"/>
                  <a:gd name="T16" fmla="*/ 0 w 5"/>
                  <a:gd name="T17" fmla="*/ 9 h 9"/>
                  <a:gd name="T18" fmla="*/ 0 w 5"/>
                  <a:gd name="T19" fmla="*/ 6 h 9"/>
                  <a:gd name="T20" fmla="*/ 2 w 5"/>
                  <a:gd name="T21" fmla="*/ 5 h 9"/>
                  <a:gd name="T22" fmla="*/ 0 w 5"/>
                  <a:gd name="T23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9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3" y="2"/>
                    </a:lnTo>
                    <a:lnTo>
                      <a:pt x="5" y="5"/>
                    </a:lnTo>
                    <a:lnTo>
                      <a:pt x="5" y="8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" name="i$ḻíḋé"/>
              <p:cNvSpPr/>
              <p:nvPr/>
            </p:nvSpPr>
            <p:spPr bwMode="auto">
              <a:xfrm>
                <a:off x="5352629" y="2952889"/>
                <a:ext cx="12287" cy="24574"/>
              </a:xfrm>
              <a:custGeom>
                <a:avLst/>
                <a:gdLst>
                  <a:gd name="T0" fmla="*/ 0 w 5"/>
                  <a:gd name="T1" fmla="*/ 2 h 9"/>
                  <a:gd name="T2" fmla="*/ 0 w 5"/>
                  <a:gd name="T3" fmla="*/ 2 h 9"/>
                  <a:gd name="T4" fmla="*/ 2 w 5"/>
                  <a:gd name="T5" fmla="*/ 0 h 9"/>
                  <a:gd name="T6" fmla="*/ 3 w 5"/>
                  <a:gd name="T7" fmla="*/ 2 h 9"/>
                  <a:gd name="T8" fmla="*/ 5 w 5"/>
                  <a:gd name="T9" fmla="*/ 5 h 9"/>
                  <a:gd name="T10" fmla="*/ 5 w 5"/>
                  <a:gd name="T11" fmla="*/ 8 h 9"/>
                  <a:gd name="T12" fmla="*/ 3 w 5"/>
                  <a:gd name="T13" fmla="*/ 9 h 9"/>
                  <a:gd name="T14" fmla="*/ 3 w 5"/>
                  <a:gd name="T15" fmla="*/ 9 h 9"/>
                  <a:gd name="T16" fmla="*/ 0 w 5"/>
                  <a:gd name="T17" fmla="*/ 9 h 9"/>
                  <a:gd name="T18" fmla="*/ 0 w 5"/>
                  <a:gd name="T19" fmla="*/ 6 h 9"/>
                  <a:gd name="T20" fmla="*/ 2 w 5"/>
                  <a:gd name="T21" fmla="*/ 5 h 9"/>
                  <a:gd name="T22" fmla="*/ 0 w 5"/>
                  <a:gd name="T23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9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3" y="2"/>
                    </a:lnTo>
                    <a:lnTo>
                      <a:pt x="5" y="5"/>
                    </a:lnTo>
                    <a:lnTo>
                      <a:pt x="5" y="8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2" y="5"/>
                    </a:lnTo>
                    <a:lnTo>
                      <a:pt x="0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" name="ïšḷidê"/>
              <p:cNvSpPr/>
              <p:nvPr/>
            </p:nvSpPr>
            <p:spPr bwMode="auto">
              <a:xfrm>
                <a:off x="4996304" y="3143337"/>
                <a:ext cx="12287" cy="18429"/>
              </a:xfrm>
              <a:custGeom>
                <a:avLst/>
                <a:gdLst>
                  <a:gd name="T0" fmla="*/ 0 w 5"/>
                  <a:gd name="T1" fmla="*/ 0 h 6"/>
                  <a:gd name="T2" fmla="*/ 0 w 5"/>
                  <a:gd name="T3" fmla="*/ 0 h 6"/>
                  <a:gd name="T4" fmla="*/ 3 w 5"/>
                  <a:gd name="T5" fmla="*/ 0 h 6"/>
                  <a:gd name="T6" fmla="*/ 3 w 5"/>
                  <a:gd name="T7" fmla="*/ 0 h 6"/>
                  <a:gd name="T8" fmla="*/ 5 w 5"/>
                  <a:gd name="T9" fmla="*/ 3 h 6"/>
                  <a:gd name="T10" fmla="*/ 3 w 5"/>
                  <a:gd name="T11" fmla="*/ 6 h 6"/>
                  <a:gd name="T12" fmla="*/ 0 w 5"/>
                  <a:gd name="T13" fmla="*/ 6 h 6"/>
                  <a:gd name="T14" fmla="*/ 0 w 5"/>
                  <a:gd name="T15" fmla="*/ 6 h 6"/>
                  <a:gd name="T16" fmla="*/ 2 w 5"/>
                  <a:gd name="T17" fmla="*/ 5 h 6"/>
                  <a:gd name="T18" fmla="*/ 0 w 5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6">
                    <a:moveTo>
                      <a:pt x="0" y="0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5" y="3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" name="íSḷïḍè"/>
              <p:cNvSpPr/>
              <p:nvPr/>
            </p:nvSpPr>
            <p:spPr bwMode="auto">
              <a:xfrm>
                <a:off x="4996304" y="3143337"/>
                <a:ext cx="12287" cy="18429"/>
              </a:xfrm>
              <a:custGeom>
                <a:avLst/>
                <a:gdLst>
                  <a:gd name="T0" fmla="*/ 0 w 5"/>
                  <a:gd name="T1" fmla="*/ 0 h 6"/>
                  <a:gd name="T2" fmla="*/ 0 w 5"/>
                  <a:gd name="T3" fmla="*/ 0 h 6"/>
                  <a:gd name="T4" fmla="*/ 3 w 5"/>
                  <a:gd name="T5" fmla="*/ 0 h 6"/>
                  <a:gd name="T6" fmla="*/ 3 w 5"/>
                  <a:gd name="T7" fmla="*/ 0 h 6"/>
                  <a:gd name="T8" fmla="*/ 5 w 5"/>
                  <a:gd name="T9" fmla="*/ 3 h 6"/>
                  <a:gd name="T10" fmla="*/ 3 w 5"/>
                  <a:gd name="T11" fmla="*/ 6 h 6"/>
                  <a:gd name="T12" fmla="*/ 0 w 5"/>
                  <a:gd name="T13" fmla="*/ 6 h 6"/>
                  <a:gd name="T14" fmla="*/ 0 w 5"/>
                  <a:gd name="T15" fmla="*/ 6 h 6"/>
                  <a:gd name="T16" fmla="*/ 2 w 5"/>
                  <a:gd name="T17" fmla="*/ 5 h 6"/>
                  <a:gd name="T18" fmla="*/ 0 w 5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6">
                    <a:moveTo>
                      <a:pt x="0" y="0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5" y="3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" name="íṡľîḋe"/>
              <p:cNvSpPr/>
              <p:nvPr/>
            </p:nvSpPr>
            <p:spPr bwMode="auto">
              <a:xfrm>
                <a:off x="5229758" y="3180198"/>
                <a:ext cx="12287" cy="24574"/>
              </a:xfrm>
              <a:custGeom>
                <a:avLst/>
                <a:gdLst>
                  <a:gd name="T0" fmla="*/ 0 w 5"/>
                  <a:gd name="T1" fmla="*/ 0 h 8"/>
                  <a:gd name="T2" fmla="*/ 0 w 5"/>
                  <a:gd name="T3" fmla="*/ 0 h 8"/>
                  <a:gd name="T4" fmla="*/ 3 w 5"/>
                  <a:gd name="T5" fmla="*/ 1 h 8"/>
                  <a:gd name="T6" fmla="*/ 5 w 5"/>
                  <a:gd name="T7" fmla="*/ 3 h 8"/>
                  <a:gd name="T8" fmla="*/ 5 w 5"/>
                  <a:gd name="T9" fmla="*/ 5 h 8"/>
                  <a:gd name="T10" fmla="*/ 3 w 5"/>
                  <a:gd name="T11" fmla="*/ 8 h 8"/>
                  <a:gd name="T12" fmla="*/ 3 w 5"/>
                  <a:gd name="T13" fmla="*/ 8 h 8"/>
                  <a:gd name="T14" fmla="*/ 2 w 5"/>
                  <a:gd name="T15" fmla="*/ 7 h 8"/>
                  <a:gd name="T16" fmla="*/ 2 w 5"/>
                  <a:gd name="T17" fmla="*/ 5 h 8"/>
                  <a:gd name="T18" fmla="*/ 0 w 5"/>
                  <a:gd name="T1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" name="iSlíďé"/>
              <p:cNvSpPr/>
              <p:nvPr/>
            </p:nvSpPr>
            <p:spPr bwMode="auto">
              <a:xfrm>
                <a:off x="5229758" y="3180198"/>
                <a:ext cx="12287" cy="24574"/>
              </a:xfrm>
              <a:custGeom>
                <a:avLst/>
                <a:gdLst>
                  <a:gd name="T0" fmla="*/ 0 w 5"/>
                  <a:gd name="T1" fmla="*/ 0 h 8"/>
                  <a:gd name="T2" fmla="*/ 0 w 5"/>
                  <a:gd name="T3" fmla="*/ 0 h 8"/>
                  <a:gd name="T4" fmla="*/ 3 w 5"/>
                  <a:gd name="T5" fmla="*/ 1 h 8"/>
                  <a:gd name="T6" fmla="*/ 5 w 5"/>
                  <a:gd name="T7" fmla="*/ 3 h 8"/>
                  <a:gd name="T8" fmla="*/ 5 w 5"/>
                  <a:gd name="T9" fmla="*/ 5 h 8"/>
                  <a:gd name="T10" fmla="*/ 3 w 5"/>
                  <a:gd name="T11" fmla="*/ 8 h 8"/>
                  <a:gd name="T12" fmla="*/ 3 w 5"/>
                  <a:gd name="T13" fmla="*/ 8 h 8"/>
                  <a:gd name="T14" fmla="*/ 2 w 5"/>
                  <a:gd name="T15" fmla="*/ 7 h 8"/>
                  <a:gd name="T16" fmla="*/ 2 w 5"/>
                  <a:gd name="T17" fmla="*/ 5 h 8"/>
                  <a:gd name="T18" fmla="*/ 0 w 5"/>
                  <a:gd name="T1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5" y="3"/>
                    </a:lnTo>
                    <a:lnTo>
                      <a:pt x="5" y="5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" name="i$ļiḍê"/>
              <p:cNvSpPr/>
              <p:nvPr/>
            </p:nvSpPr>
            <p:spPr bwMode="auto">
              <a:xfrm>
                <a:off x="6065278" y="3137196"/>
                <a:ext cx="24574" cy="30716"/>
              </a:xfrm>
              <a:custGeom>
                <a:avLst/>
                <a:gdLst>
                  <a:gd name="T0" fmla="*/ 3 w 7"/>
                  <a:gd name="T1" fmla="*/ 0 h 12"/>
                  <a:gd name="T2" fmla="*/ 3 w 7"/>
                  <a:gd name="T3" fmla="*/ 0 h 12"/>
                  <a:gd name="T4" fmla="*/ 5 w 7"/>
                  <a:gd name="T5" fmla="*/ 3 h 12"/>
                  <a:gd name="T6" fmla="*/ 7 w 7"/>
                  <a:gd name="T7" fmla="*/ 9 h 12"/>
                  <a:gd name="T8" fmla="*/ 7 w 7"/>
                  <a:gd name="T9" fmla="*/ 9 h 12"/>
                  <a:gd name="T10" fmla="*/ 4 w 7"/>
                  <a:gd name="T11" fmla="*/ 9 h 12"/>
                  <a:gd name="T12" fmla="*/ 4 w 7"/>
                  <a:gd name="T13" fmla="*/ 10 h 12"/>
                  <a:gd name="T14" fmla="*/ 3 w 7"/>
                  <a:gd name="T15" fmla="*/ 10 h 12"/>
                  <a:gd name="T16" fmla="*/ 0 w 7"/>
                  <a:gd name="T17" fmla="*/ 12 h 12"/>
                  <a:gd name="T18" fmla="*/ 0 w 7"/>
                  <a:gd name="T19" fmla="*/ 12 h 12"/>
                  <a:gd name="T20" fmla="*/ 0 w 7"/>
                  <a:gd name="T21" fmla="*/ 6 h 12"/>
                  <a:gd name="T22" fmla="*/ 0 w 7"/>
                  <a:gd name="T23" fmla="*/ 6 h 12"/>
                  <a:gd name="T24" fmla="*/ 1 w 7"/>
                  <a:gd name="T25" fmla="*/ 6 h 12"/>
                  <a:gd name="T26" fmla="*/ 3 w 7"/>
                  <a:gd name="T27" fmla="*/ 6 h 12"/>
                  <a:gd name="T28" fmla="*/ 3 w 7"/>
                  <a:gd name="T2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" h="12">
                    <a:moveTo>
                      <a:pt x="3" y="0"/>
                    </a:moveTo>
                    <a:lnTo>
                      <a:pt x="3" y="0"/>
                    </a:lnTo>
                    <a:lnTo>
                      <a:pt x="5" y="3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4" y="9"/>
                    </a:lnTo>
                    <a:lnTo>
                      <a:pt x="4" y="10"/>
                    </a:lnTo>
                    <a:lnTo>
                      <a:pt x="3" y="10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" y="6"/>
                    </a:lnTo>
                    <a:lnTo>
                      <a:pt x="3" y="6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" name="ïṥļïďé"/>
              <p:cNvSpPr/>
              <p:nvPr/>
            </p:nvSpPr>
            <p:spPr bwMode="auto">
              <a:xfrm>
                <a:off x="6065278" y="3137196"/>
                <a:ext cx="24574" cy="30716"/>
              </a:xfrm>
              <a:custGeom>
                <a:avLst/>
                <a:gdLst>
                  <a:gd name="T0" fmla="*/ 3 w 7"/>
                  <a:gd name="T1" fmla="*/ 0 h 12"/>
                  <a:gd name="T2" fmla="*/ 3 w 7"/>
                  <a:gd name="T3" fmla="*/ 0 h 12"/>
                  <a:gd name="T4" fmla="*/ 5 w 7"/>
                  <a:gd name="T5" fmla="*/ 3 h 12"/>
                  <a:gd name="T6" fmla="*/ 7 w 7"/>
                  <a:gd name="T7" fmla="*/ 9 h 12"/>
                  <a:gd name="T8" fmla="*/ 7 w 7"/>
                  <a:gd name="T9" fmla="*/ 9 h 12"/>
                  <a:gd name="T10" fmla="*/ 4 w 7"/>
                  <a:gd name="T11" fmla="*/ 9 h 12"/>
                  <a:gd name="T12" fmla="*/ 4 w 7"/>
                  <a:gd name="T13" fmla="*/ 10 h 12"/>
                  <a:gd name="T14" fmla="*/ 3 w 7"/>
                  <a:gd name="T15" fmla="*/ 10 h 12"/>
                  <a:gd name="T16" fmla="*/ 0 w 7"/>
                  <a:gd name="T17" fmla="*/ 12 h 12"/>
                  <a:gd name="T18" fmla="*/ 0 w 7"/>
                  <a:gd name="T19" fmla="*/ 12 h 12"/>
                  <a:gd name="T20" fmla="*/ 0 w 7"/>
                  <a:gd name="T21" fmla="*/ 6 h 12"/>
                  <a:gd name="T22" fmla="*/ 0 w 7"/>
                  <a:gd name="T23" fmla="*/ 6 h 12"/>
                  <a:gd name="T24" fmla="*/ 1 w 7"/>
                  <a:gd name="T25" fmla="*/ 6 h 12"/>
                  <a:gd name="T26" fmla="*/ 3 w 7"/>
                  <a:gd name="T27" fmla="*/ 6 h 12"/>
                  <a:gd name="T28" fmla="*/ 3 w 7"/>
                  <a:gd name="T29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" h="12">
                    <a:moveTo>
                      <a:pt x="3" y="0"/>
                    </a:moveTo>
                    <a:lnTo>
                      <a:pt x="3" y="0"/>
                    </a:lnTo>
                    <a:lnTo>
                      <a:pt x="5" y="3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4" y="9"/>
                    </a:lnTo>
                    <a:lnTo>
                      <a:pt x="4" y="10"/>
                    </a:lnTo>
                    <a:lnTo>
                      <a:pt x="3" y="10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" y="6"/>
                    </a:lnTo>
                    <a:lnTo>
                      <a:pt x="3" y="6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" name="ïŝ1ïdê"/>
              <p:cNvSpPr/>
              <p:nvPr/>
            </p:nvSpPr>
            <p:spPr bwMode="auto">
              <a:xfrm>
                <a:off x="4750562" y="3438226"/>
                <a:ext cx="30720" cy="129012"/>
              </a:xfrm>
              <a:custGeom>
                <a:avLst/>
                <a:gdLst>
                  <a:gd name="T0" fmla="*/ 7 w 8"/>
                  <a:gd name="T1" fmla="*/ 0 h 41"/>
                  <a:gd name="T2" fmla="*/ 7 w 8"/>
                  <a:gd name="T3" fmla="*/ 0 h 41"/>
                  <a:gd name="T4" fmla="*/ 8 w 8"/>
                  <a:gd name="T5" fmla="*/ 11 h 41"/>
                  <a:gd name="T6" fmla="*/ 8 w 8"/>
                  <a:gd name="T7" fmla="*/ 11 h 41"/>
                  <a:gd name="T8" fmla="*/ 8 w 8"/>
                  <a:gd name="T9" fmla="*/ 21 h 41"/>
                  <a:gd name="T10" fmla="*/ 8 w 8"/>
                  <a:gd name="T11" fmla="*/ 21 h 41"/>
                  <a:gd name="T12" fmla="*/ 7 w 8"/>
                  <a:gd name="T13" fmla="*/ 31 h 41"/>
                  <a:gd name="T14" fmla="*/ 7 w 8"/>
                  <a:gd name="T15" fmla="*/ 31 h 41"/>
                  <a:gd name="T16" fmla="*/ 4 w 8"/>
                  <a:gd name="T17" fmla="*/ 41 h 41"/>
                  <a:gd name="T18" fmla="*/ 4 w 8"/>
                  <a:gd name="T19" fmla="*/ 41 h 41"/>
                  <a:gd name="T20" fmla="*/ 0 w 8"/>
                  <a:gd name="T21" fmla="*/ 37 h 41"/>
                  <a:gd name="T22" fmla="*/ 0 w 8"/>
                  <a:gd name="T23" fmla="*/ 31 h 41"/>
                  <a:gd name="T24" fmla="*/ 0 w 8"/>
                  <a:gd name="T25" fmla="*/ 31 h 41"/>
                  <a:gd name="T26" fmla="*/ 0 w 8"/>
                  <a:gd name="T27" fmla="*/ 26 h 41"/>
                  <a:gd name="T28" fmla="*/ 1 w 8"/>
                  <a:gd name="T29" fmla="*/ 21 h 41"/>
                  <a:gd name="T30" fmla="*/ 1 w 8"/>
                  <a:gd name="T31" fmla="*/ 21 h 41"/>
                  <a:gd name="T32" fmla="*/ 7 w 8"/>
                  <a:gd name="T33" fmla="*/ 11 h 41"/>
                  <a:gd name="T34" fmla="*/ 7 w 8"/>
                  <a:gd name="T35" fmla="*/ 11 h 41"/>
                  <a:gd name="T36" fmla="*/ 7 w 8"/>
                  <a:gd name="T37" fmla="*/ 6 h 41"/>
                  <a:gd name="T38" fmla="*/ 7 w 8"/>
                  <a:gd name="T3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" h="41">
                    <a:moveTo>
                      <a:pt x="7" y="0"/>
                    </a:moveTo>
                    <a:lnTo>
                      <a:pt x="7" y="0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7" y="31"/>
                    </a:lnTo>
                    <a:lnTo>
                      <a:pt x="7" y="31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0" y="37"/>
                    </a:lnTo>
                    <a:lnTo>
                      <a:pt x="0" y="31"/>
                    </a:lnTo>
                    <a:lnTo>
                      <a:pt x="0" y="31"/>
                    </a:lnTo>
                    <a:lnTo>
                      <a:pt x="0" y="26"/>
                    </a:lnTo>
                    <a:lnTo>
                      <a:pt x="1" y="21"/>
                    </a:lnTo>
                    <a:lnTo>
                      <a:pt x="1" y="21"/>
                    </a:lnTo>
                    <a:lnTo>
                      <a:pt x="7" y="11"/>
                    </a:lnTo>
                    <a:lnTo>
                      <a:pt x="7" y="11"/>
                    </a:lnTo>
                    <a:lnTo>
                      <a:pt x="7" y="6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" name="ïṣļïḓé"/>
              <p:cNvSpPr/>
              <p:nvPr/>
            </p:nvSpPr>
            <p:spPr bwMode="auto">
              <a:xfrm>
                <a:off x="4750562" y="3438226"/>
                <a:ext cx="30720" cy="129012"/>
              </a:xfrm>
              <a:custGeom>
                <a:avLst/>
                <a:gdLst>
                  <a:gd name="T0" fmla="*/ 7 w 8"/>
                  <a:gd name="T1" fmla="*/ 0 h 41"/>
                  <a:gd name="T2" fmla="*/ 7 w 8"/>
                  <a:gd name="T3" fmla="*/ 0 h 41"/>
                  <a:gd name="T4" fmla="*/ 8 w 8"/>
                  <a:gd name="T5" fmla="*/ 11 h 41"/>
                  <a:gd name="T6" fmla="*/ 8 w 8"/>
                  <a:gd name="T7" fmla="*/ 11 h 41"/>
                  <a:gd name="T8" fmla="*/ 8 w 8"/>
                  <a:gd name="T9" fmla="*/ 21 h 41"/>
                  <a:gd name="T10" fmla="*/ 8 w 8"/>
                  <a:gd name="T11" fmla="*/ 21 h 41"/>
                  <a:gd name="T12" fmla="*/ 7 w 8"/>
                  <a:gd name="T13" fmla="*/ 31 h 41"/>
                  <a:gd name="T14" fmla="*/ 7 w 8"/>
                  <a:gd name="T15" fmla="*/ 31 h 41"/>
                  <a:gd name="T16" fmla="*/ 4 w 8"/>
                  <a:gd name="T17" fmla="*/ 41 h 41"/>
                  <a:gd name="T18" fmla="*/ 4 w 8"/>
                  <a:gd name="T19" fmla="*/ 41 h 41"/>
                  <a:gd name="T20" fmla="*/ 0 w 8"/>
                  <a:gd name="T21" fmla="*/ 37 h 41"/>
                  <a:gd name="T22" fmla="*/ 0 w 8"/>
                  <a:gd name="T23" fmla="*/ 31 h 41"/>
                  <a:gd name="T24" fmla="*/ 0 w 8"/>
                  <a:gd name="T25" fmla="*/ 31 h 41"/>
                  <a:gd name="T26" fmla="*/ 0 w 8"/>
                  <a:gd name="T27" fmla="*/ 26 h 41"/>
                  <a:gd name="T28" fmla="*/ 1 w 8"/>
                  <a:gd name="T29" fmla="*/ 21 h 41"/>
                  <a:gd name="T30" fmla="*/ 1 w 8"/>
                  <a:gd name="T31" fmla="*/ 21 h 41"/>
                  <a:gd name="T32" fmla="*/ 7 w 8"/>
                  <a:gd name="T33" fmla="*/ 11 h 41"/>
                  <a:gd name="T34" fmla="*/ 7 w 8"/>
                  <a:gd name="T35" fmla="*/ 11 h 41"/>
                  <a:gd name="T36" fmla="*/ 7 w 8"/>
                  <a:gd name="T37" fmla="*/ 6 h 41"/>
                  <a:gd name="T38" fmla="*/ 7 w 8"/>
                  <a:gd name="T3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" h="41">
                    <a:moveTo>
                      <a:pt x="7" y="0"/>
                    </a:moveTo>
                    <a:lnTo>
                      <a:pt x="7" y="0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8" y="21"/>
                    </a:lnTo>
                    <a:lnTo>
                      <a:pt x="8" y="21"/>
                    </a:lnTo>
                    <a:lnTo>
                      <a:pt x="7" y="31"/>
                    </a:lnTo>
                    <a:lnTo>
                      <a:pt x="7" y="31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0" y="37"/>
                    </a:lnTo>
                    <a:lnTo>
                      <a:pt x="0" y="31"/>
                    </a:lnTo>
                    <a:lnTo>
                      <a:pt x="0" y="31"/>
                    </a:lnTo>
                    <a:lnTo>
                      <a:pt x="0" y="26"/>
                    </a:lnTo>
                    <a:lnTo>
                      <a:pt x="1" y="21"/>
                    </a:lnTo>
                    <a:lnTo>
                      <a:pt x="1" y="21"/>
                    </a:lnTo>
                    <a:lnTo>
                      <a:pt x="7" y="11"/>
                    </a:lnTo>
                    <a:lnTo>
                      <a:pt x="7" y="11"/>
                    </a:lnTo>
                    <a:lnTo>
                      <a:pt x="7" y="6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" name="iṥ1îḋe"/>
              <p:cNvSpPr/>
              <p:nvPr/>
            </p:nvSpPr>
            <p:spPr bwMode="auto">
              <a:xfrm>
                <a:off x="5610657" y="3419797"/>
                <a:ext cx="12287" cy="24574"/>
              </a:xfrm>
              <a:custGeom>
                <a:avLst/>
                <a:gdLst>
                  <a:gd name="T0" fmla="*/ 0 w 6"/>
                  <a:gd name="T1" fmla="*/ 0 h 7"/>
                  <a:gd name="T2" fmla="*/ 0 w 6"/>
                  <a:gd name="T3" fmla="*/ 0 h 7"/>
                  <a:gd name="T4" fmla="*/ 3 w 6"/>
                  <a:gd name="T5" fmla="*/ 0 h 7"/>
                  <a:gd name="T6" fmla="*/ 4 w 6"/>
                  <a:gd name="T7" fmla="*/ 0 h 7"/>
                  <a:gd name="T8" fmla="*/ 6 w 6"/>
                  <a:gd name="T9" fmla="*/ 3 h 7"/>
                  <a:gd name="T10" fmla="*/ 4 w 6"/>
                  <a:gd name="T11" fmla="*/ 7 h 7"/>
                  <a:gd name="T12" fmla="*/ 3 w 6"/>
                  <a:gd name="T13" fmla="*/ 7 h 7"/>
                  <a:gd name="T14" fmla="*/ 1 w 6"/>
                  <a:gd name="T15" fmla="*/ 7 h 7"/>
                  <a:gd name="T16" fmla="*/ 1 w 6"/>
                  <a:gd name="T17" fmla="*/ 7 h 7"/>
                  <a:gd name="T18" fmla="*/ 0 w 6"/>
                  <a:gd name="T1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6" y="3"/>
                    </a:lnTo>
                    <a:lnTo>
                      <a:pt x="4" y="7"/>
                    </a:lnTo>
                    <a:lnTo>
                      <a:pt x="3" y="7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2" name="íṩḻiďê"/>
              <p:cNvSpPr/>
              <p:nvPr/>
            </p:nvSpPr>
            <p:spPr bwMode="auto">
              <a:xfrm>
                <a:off x="5610657" y="3419797"/>
                <a:ext cx="12287" cy="24574"/>
              </a:xfrm>
              <a:custGeom>
                <a:avLst/>
                <a:gdLst>
                  <a:gd name="T0" fmla="*/ 0 w 6"/>
                  <a:gd name="T1" fmla="*/ 0 h 7"/>
                  <a:gd name="T2" fmla="*/ 0 w 6"/>
                  <a:gd name="T3" fmla="*/ 0 h 7"/>
                  <a:gd name="T4" fmla="*/ 3 w 6"/>
                  <a:gd name="T5" fmla="*/ 0 h 7"/>
                  <a:gd name="T6" fmla="*/ 4 w 6"/>
                  <a:gd name="T7" fmla="*/ 0 h 7"/>
                  <a:gd name="T8" fmla="*/ 6 w 6"/>
                  <a:gd name="T9" fmla="*/ 3 h 7"/>
                  <a:gd name="T10" fmla="*/ 4 w 6"/>
                  <a:gd name="T11" fmla="*/ 7 h 7"/>
                  <a:gd name="T12" fmla="*/ 3 w 6"/>
                  <a:gd name="T13" fmla="*/ 7 h 7"/>
                  <a:gd name="T14" fmla="*/ 1 w 6"/>
                  <a:gd name="T15" fmla="*/ 7 h 7"/>
                  <a:gd name="T16" fmla="*/ 1 w 6"/>
                  <a:gd name="T17" fmla="*/ 7 h 7"/>
                  <a:gd name="T18" fmla="*/ 0 w 6"/>
                  <a:gd name="T1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6" y="3"/>
                    </a:lnTo>
                    <a:lnTo>
                      <a:pt x="4" y="7"/>
                    </a:lnTo>
                    <a:lnTo>
                      <a:pt x="3" y="7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" name="isļïdê"/>
              <p:cNvSpPr/>
              <p:nvPr/>
            </p:nvSpPr>
            <p:spPr bwMode="auto">
              <a:xfrm>
                <a:off x="5813395" y="3450513"/>
                <a:ext cx="12287" cy="43003"/>
              </a:xfrm>
              <a:custGeom>
                <a:avLst/>
                <a:gdLst>
                  <a:gd name="T0" fmla="*/ 1 w 4"/>
                  <a:gd name="T1" fmla="*/ 0 h 13"/>
                  <a:gd name="T2" fmla="*/ 1 w 4"/>
                  <a:gd name="T3" fmla="*/ 0 h 13"/>
                  <a:gd name="T4" fmla="*/ 4 w 4"/>
                  <a:gd name="T5" fmla="*/ 2 h 13"/>
                  <a:gd name="T6" fmla="*/ 4 w 4"/>
                  <a:gd name="T7" fmla="*/ 6 h 13"/>
                  <a:gd name="T8" fmla="*/ 3 w 4"/>
                  <a:gd name="T9" fmla="*/ 13 h 13"/>
                  <a:gd name="T10" fmla="*/ 3 w 4"/>
                  <a:gd name="T11" fmla="*/ 13 h 13"/>
                  <a:gd name="T12" fmla="*/ 0 w 4"/>
                  <a:gd name="T13" fmla="*/ 10 h 13"/>
                  <a:gd name="T14" fmla="*/ 1 w 4"/>
                  <a:gd name="T15" fmla="*/ 7 h 13"/>
                  <a:gd name="T16" fmla="*/ 1 w 4"/>
                  <a:gd name="T17" fmla="*/ 3 h 13"/>
                  <a:gd name="T18" fmla="*/ 1 w 4"/>
                  <a:gd name="T1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13">
                    <a:moveTo>
                      <a:pt x="1" y="0"/>
                    </a:moveTo>
                    <a:lnTo>
                      <a:pt x="1" y="0"/>
                    </a:lnTo>
                    <a:lnTo>
                      <a:pt x="4" y="2"/>
                    </a:lnTo>
                    <a:lnTo>
                      <a:pt x="4" y="6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1" y="3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" name="ïṣľîḑé"/>
              <p:cNvSpPr/>
              <p:nvPr/>
            </p:nvSpPr>
            <p:spPr bwMode="auto">
              <a:xfrm>
                <a:off x="5813395" y="3450513"/>
                <a:ext cx="12287" cy="43003"/>
              </a:xfrm>
              <a:custGeom>
                <a:avLst/>
                <a:gdLst>
                  <a:gd name="T0" fmla="*/ 1 w 4"/>
                  <a:gd name="T1" fmla="*/ 0 h 13"/>
                  <a:gd name="T2" fmla="*/ 1 w 4"/>
                  <a:gd name="T3" fmla="*/ 0 h 13"/>
                  <a:gd name="T4" fmla="*/ 4 w 4"/>
                  <a:gd name="T5" fmla="*/ 2 h 13"/>
                  <a:gd name="T6" fmla="*/ 4 w 4"/>
                  <a:gd name="T7" fmla="*/ 6 h 13"/>
                  <a:gd name="T8" fmla="*/ 3 w 4"/>
                  <a:gd name="T9" fmla="*/ 13 h 13"/>
                  <a:gd name="T10" fmla="*/ 3 w 4"/>
                  <a:gd name="T11" fmla="*/ 13 h 13"/>
                  <a:gd name="T12" fmla="*/ 0 w 4"/>
                  <a:gd name="T13" fmla="*/ 10 h 13"/>
                  <a:gd name="T14" fmla="*/ 1 w 4"/>
                  <a:gd name="T15" fmla="*/ 7 h 13"/>
                  <a:gd name="T16" fmla="*/ 1 w 4"/>
                  <a:gd name="T17" fmla="*/ 3 h 13"/>
                  <a:gd name="T18" fmla="*/ 1 w 4"/>
                  <a:gd name="T1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13">
                    <a:moveTo>
                      <a:pt x="1" y="0"/>
                    </a:moveTo>
                    <a:lnTo>
                      <a:pt x="1" y="0"/>
                    </a:lnTo>
                    <a:lnTo>
                      <a:pt x="4" y="2"/>
                    </a:lnTo>
                    <a:lnTo>
                      <a:pt x="4" y="6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1" y="3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" name="isḻíḍè"/>
              <p:cNvSpPr/>
              <p:nvPr/>
            </p:nvSpPr>
            <p:spPr bwMode="auto">
              <a:xfrm>
                <a:off x="5610657" y="3518093"/>
                <a:ext cx="12287" cy="36861"/>
              </a:xfrm>
              <a:custGeom>
                <a:avLst/>
                <a:gdLst>
                  <a:gd name="T0" fmla="*/ 2 w 5"/>
                  <a:gd name="T1" fmla="*/ 0 h 11"/>
                  <a:gd name="T2" fmla="*/ 2 w 5"/>
                  <a:gd name="T3" fmla="*/ 0 h 11"/>
                  <a:gd name="T4" fmla="*/ 3 w 5"/>
                  <a:gd name="T5" fmla="*/ 4 h 11"/>
                  <a:gd name="T6" fmla="*/ 5 w 5"/>
                  <a:gd name="T7" fmla="*/ 11 h 11"/>
                  <a:gd name="T8" fmla="*/ 5 w 5"/>
                  <a:gd name="T9" fmla="*/ 11 h 11"/>
                  <a:gd name="T10" fmla="*/ 2 w 5"/>
                  <a:gd name="T11" fmla="*/ 11 h 11"/>
                  <a:gd name="T12" fmla="*/ 2 w 5"/>
                  <a:gd name="T13" fmla="*/ 10 h 11"/>
                  <a:gd name="T14" fmla="*/ 0 w 5"/>
                  <a:gd name="T15" fmla="*/ 7 h 11"/>
                  <a:gd name="T16" fmla="*/ 2 w 5"/>
                  <a:gd name="T17" fmla="*/ 2 h 11"/>
                  <a:gd name="T18" fmla="*/ 2 w 5"/>
                  <a:gd name="T1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11">
                    <a:moveTo>
                      <a:pt x="2" y="0"/>
                    </a:moveTo>
                    <a:lnTo>
                      <a:pt x="2" y="0"/>
                    </a:lnTo>
                    <a:lnTo>
                      <a:pt x="3" y="4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" name="ïśļïdê"/>
              <p:cNvSpPr/>
              <p:nvPr/>
            </p:nvSpPr>
            <p:spPr bwMode="auto">
              <a:xfrm>
                <a:off x="5610657" y="3518093"/>
                <a:ext cx="12287" cy="36861"/>
              </a:xfrm>
              <a:custGeom>
                <a:avLst/>
                <a:gdLst>
                  <a:gd name="T0" fmla="*/ 2 w 5"/>
                  <a:gd name="T1" fmla="*/ 0 h 11"/>
                  <a:gd name="T2" fmla="*/ 2 w 5"/>
                  <a:gd name="T3" fmla="*/ 0 h 11"/>
                  <a:gd name="T4" fmla="*/ 3 w 5"/>
                  <a:gd name="T5" fmla="*/ 4 h 11"/>
                  <a:gd name="T6" fmla="*/ 5 w 5"/>
                  <a:gd name="T7" fmla="*/ 11 h 11"/>
                  <a:gd name="T8" fmla="*/ 5 w 5"/>
                  <a:gd name="T9" fmla="*/ 11 h 11"/>
                  <a:gd name="T10" fmla="*/ 2 w 5"/>
                  <a:gd name="T11" fmla="*/ 11 h 11"/>
                  <a:gd name="T12" fmla="*/ 2 w 5"/>
                  <a:gd name="T13" fmla="*/ 10 h 11"/>
                  <a:gd name="T14" fmla="*/ 0 w 5"/>
                  <a:gd name="T15" fmla="*/ 7 h 11"/>
                  <a:gd name="T16" fmla="*/ 2 w 5"/>
                  <a:gd name="T17" fmla="*/ 2 h 11"/>
                  <a:gd name="T18" fmla="*/ 2 w 5"/>
                  <a:gd name="T1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11">
                    <a:moveTo>
                      <a:pt x="2" y="0"/>
                    </a:moveTo>
                    <a:lnTo>
                      <a:pt x="2" y="0"/>
                    </a:lnTo>
                    <a:lnTo>
                      <a:pt x="3" y="4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2" y="11"/>
                    </a:lnTo>
                    <a:lnTo>
                      <a:pt x="2" y="10"/>
                    </a:lnTo>
                    <a:lnTo>
                      <a:pt x="0" y="7"/>
                    </a:lnTo>
                    <a:lnTo>
                      <a:pt x="2" y="2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" name="ïslíḍè"/>
              <p:cNvSpPr/>
              <p:nvPr/>
            </p:nvSpPr>
            <p:spPr bwMode="auto">
              <a:xfrm>
                <a:off x="5665950" y="3579529"/>
                <a:ext cx="18433" cy="36861"/>
              </a:xfrm>
              <a:custGeom>
                <a:avLst/>
                <a:gdLst>
                  <a:gd name="T0" fmla="*/ 1 w 4"/>
                  <a:gd name="T1" fmla="*/ 1 h 11"/>
                  <a:gd name="T2" fmla="*/ 1 w 4"/>
                  <a:gd name="T3" fmla="*/ 1 h 11"/>
                  <a:gd name="T4" fmla="*/ 1 w 4"/>
                  <a:gd name="T5" fmla="*/ 0 h 11"/>
                  <a:gd name="T6" fmla="*/ 3 w 4"/>
                  <a:gd name="T7" fmla="*/ 0 h 11"/>
                  <a:gd name="T8" fmla="*/ 4 w 4"/>
                  <a:gd name="T9" fmla="*/ 4 h 11"/>
                  <a:gd name="T10" fmla="*/ 4 w 4"/>
                  <a:gd name="T11" fmla="*/ 4 h 11"/>
                  <a:gd name="T12" fmla="*/ 3 w 4"/>
                  <a:gd name="T13" fmla="*/ 10 h 11"/>
                  <a:gd name="T14" fmla="*/ 3 w 4"/>
                  <a:gd name="T15" fmla="*/ 11 h 11"/>
                  <a:gd name="T16" fmla="*/ 0 w 4"/>
                  <a:gd name="T17" fmla="*/ 10 h 11"/>
                  <a:gd name="T18" fmla="*/ 0 w 4"/>
                  <a:gd name="T19" fmla="*/ 10 h 11"/>
                  <a:gd name="T20" fmla="*/ 0 w 4"/>
                  <a:gd name="T21" fmla="*/ 7 h 11"/>
                  <a:gd name="T22" fmla="*/ 1 w 4"/>
                  <a:gd name="T23" fmla="*/ 5 h 11"/>
                  <a:gd name="T24" fmla="*/ 3 w 4"/>
                  <a:gd name="T25" fmla="*/ 2 h 11"/>
                  <a:gd name="T26" fmla="*/ 1 w 4"/>
                  <a:gd name="T2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11">
                    <a:moveTo>
                      <a:pt x="1" y="1"/>
                    </a:moveTo>
                    <a:lnTo>
                      <a:pt x="1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3" y="10"/>
                    </a:lnTo>
                    <a:lnTo>
                      <a:pt x="3" y="11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1" y="5"/>
                    </a:lnTo>
                    <a:lnTo>
                      <a:pt x="3" y="2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" name="ïŝḷiḓê"/>
              <p:cNvSpPr/>
              <p:nvPr/>
            </p:nvSpPr>
            <p:spPr bwMode="auto">
              <a:xfrm>
                <a:off x="5665950" y="3579529"/>
                <a:ext cx="18433" cy="36861"/>
              </a:xfrm>
              <a:custGeom>
                <a:avLst/>
                <a:gdLst>
                  <a:gd name="T0" fmla="*/ 1 w 4"/>
                  <a:gd name="T1" fmla="*/ 1 h 11"/>
                  <a:gd name="T2" fmla="*/ 1 w 4"/>
                  <a:gd name="T3" fmla="*/ 1 h 11"/>
                  <a:gd name="T4" fmla="*/ 1 w 4"/>
                  <a:gd name="T5" fmla="*/ 0 h 11"/>
                  <a:gd name="T6" fmla="*/ 3 w 4"/>
                  <a:gd name="T7" fmla="*/ 0 h 11"/>
                  <a:gd name="T8" fmla="*/ 4 w 4"/>
                  <a:gd name="T9" fmla="*/ 4 h 11"/>
                  <a:gd name="T10" fmla="*/ 4 w 4"/>
                  <a:gd name="T11" fmla="*/ 4 h 11"/>
                  <a:gd name="T12" fmla="*/ 3 w 4"/>
                  <a:gd name="T13" fmla="*/ 10 h 11"/>
                  <a:gd name="T14" fmla="*/ 3 w 4"/>
                  <a:gd name="T15" fmla="*/ 11 h 11"/>
                  <a:gd name="T16" fmla="*/ 0 w 4"/>
                  <a:gd name="T17" fmla="*/ 10 h 11"/>
                  <a:gd name="T18" fmla="*/ 0 w 4"/>
                  <a:gd name="T19" fmla="*/ 10 h 11"/>
                  <a:gd name="T20" fmla="*/ 0 w 4"/>
                  <a:gd name="T21" fmla="*/ 7 h 11"/>
                  <a:gd name="T22" fmla="*/ 1 w 4"/>
                  <a:gd name="T23" fmla="*/ 5 h 11"/>
                  <a:gd name="T24" fmla="*/ 3 w 4"/>
                  <a:gd name="T25" fmla="*/ 2 h 11"/>
                  <a:gd name="T26" fmla="*/ 1 w 4"/>
                  <a:gd name="T27" fmla="*/ 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11">
                    <a:moveTo>
                      <a:pt x="1" y="1"/>
                    </a:moveTo>
                    <a:lnTo>
                      <a:pt x="1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3" y="10"/>
                    </a:lnTo>
                    <a:lnTo>
                      <a:pt x="3" y="11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1" y="5"/>
                    </a:lnTo>
                    <a:lnTo>
                      <a:pt x="3" y="2"/>
                    </a:lnTo>
                    <a:lnTo>
                      <a:pt x="1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" name="iSļïďe"/>
              <p:cNvSpPr/>
              <p:nvPr/>
            </p:nvSpPr>
            <p:spPr bwMode="auto">
              <a:xfrm>
                <a:off x="5665950" y="3622532"/>
                <a:ext cx="12287" cy="36861"/>
              </a:xfrm>
              <a:custGeom>
                <a:avLst/>
                <a:gdLst>
                  <a:gd name="T0" fmla="*/ 1 w 4"/>
                  <a:gd name="T1" fmla="*/ 0 h 13"/>
                  <a:gd name="T2" fmla="*/ 1 w 4"/>
                  <a:gd name="T3" fmla="*/ 0 h 13"/>
                  <a:gd name="T4" fmla="*/ 2 w 4"/>
                  <a:gd name="T5" fmla="*/ 0 h 13"/>
                  <a:gd name="T6" fmla="*/ 4 w 4"/>
                  <a:gd name="T7" fmla="*/ 1 h 13"/>
                  <a:gd name="T8" fmla="*/ 4 w 4"/>
                  <a:gd name="T9" fmla="*/ 7 h 13"/>
                  <a:gd name="T10" fmla="*/ 4 w 4"/>
                  <a:gd name="T11" fmla="*/ 11 h 13"/>
                  <a:gd name="T12" fmla="*/ 2 w 4"/>
                  <a:gd name="T13" fmla="*/ 13 h 13"/>
                  <a:gd name="T14" fmla="*/ 0 w 4"/>
                  <a:gd name="T15" fmla="*/ 13 h 13"/>
                  <a:gd name="T16" fmla="*/ 0 w 4"/>
                  <a:gd name="T17" fmla="*/ 13 h 13"/>
                  <a:gd name="T18" fmla="*/ 1 w 4"/>
                  <a:gd name="T19" fmla="*/ 10 h 13"/>
                  <a:gd name="T20" fmla="*/ 1 w 4"/>
                  <a:gd name="T21" fmla="*/ 7 h 13"/>
                  <a:gd name="T22" fmla="*/ 1 w 4"/>
                  <a:gd name="T23" fmla="*/ 4 h 13"/>
                  <a:gd name="T24" fmla="*/ 1 w 4"/>
                  <a:gd name="T2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" h="13">
                    <a:moveTo>
                      <a:pt x="1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1"/>
                    </a:lnTo>
                    <a:lnTo>
                      <a:pt x="4" y="7"/>
                    </a:lnTo>
                    <a:lnTo>
                      <a:pt x="4" y="11"/>
                    </a:lnTo>
                    <a:lnTo>
                      <a:pt x="2" y="13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1" y="10"/>
                    </a:lnTo>
                    <a:lnTo>
                      <a:pt x="1" y="7"/>
                    </a:lnTo>
                    <a:lnTo>
                      <a:pt x="1" y="4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0" name="íṥḻíḑe"/>
              <p:cNvSpPr/>
              <p:nvPr/>
            </p:nvSpPr>
            <p:spPr bwMode="auto">
              <a:xfrm>
                <a:off x="5665950" y="3622532"/>
                <a:ext cx="12287" cy="36861"/>
              </a:xfrm>
              <a:custGeom>
                <a:avLst/>
                <a:gdLst>
                  <a:gd name="T0" fmla="*/ 1 w 4"/>
                  <a:gd name="T1" fmla="*/ 0 h 13"/>
                  <a:gd name="T2" fmla="*/ 1 w 4"/>
                  <a:gd name="T3" fmla="*/ 0 h 13"/>
                  <a:gd name="T4" fmla="*/ 2 w 4"/>
                  <a:gd name="T5" fmla="*/ 0 h 13"/>
                  <a:gd name="T6" fmla="*/ 4 w 4"/>
                  <a:gd name="T7" fmla="*/ 1 h 13"/>
                  <a:gd name="T8" fmla="*/ 4 w 4"/>
                  <a:gd name="T9" fmla="*/ 7 h 13"/>
                  <a:gd name="T10" fmla="*/ 4 w 4"/>
                  <a:gd name="T11" fmla="*/ 11 h 13"/>
                  <a:gd name="T12" fmla="*/ 2 w 4"/>
                  <a:gd name="T13" fmla="*/ 13 h 13"/>
                  <a:gd name="T14" fmla="*/ 0 w 4"/>
                  <a:gd name="T15" fmla="*/ 13 h 13"/>
                  <a:gd name="T16" fmla="*/ 0 w 4"/>
                  <a:gd name="T17" fmla="*/ 13 h 13"/>
                  <a:gd name="T18" fmla="*/ 1 w 4"/>
                  <a:gd name="T19" fmla="*/ 10 h 13"/>
                  <a:gd name="T20" fmla="*/ 1 w 4"/>
                  <a:gd name="T21" fmla="*/ 7 h 13"/>
                  <a:gd name="T22" fmla="*/ 1 w 4"/>
                  <a:gd name="T23" fmla="*/ 4 h 13"/>
                  <a:gd name="T24" fmla="*/ 1 w 4"/>
                  <a:gd name="T2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" h="13">
                    <a:moveTo>
                      <a:pt x="1" y="0"/>
                    </a:moveTo>
                    <a:lnTo>
                      <a:pt x="1" y="0"/>
                    </a:lnTo>
                    <a:lnTo>
                      <a:pt x="2" y="0"/>
                    </a:lnTo>
                    <a:lnTo>
                      <a:pt x="4" y="1"/>
                    </a:lnTo>
                    <a:lnTo>
                      <a:pt x="4" y="7"/>
                    </a:lnTo>
                    <a:lnTo>
                      <a:pt x="4" y="11"/>
                    </a:lnTo>
                    <a:lnTo>
                      <a:pt x="2" y="13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1" y="10"/>
                    </a:lnTo>
                    <a:lnTo>
                      <a:pt x="1" y="7"/>
                    </a:lnTo>
                    <a:lnTo>
                      <a:pt x="1" y="4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1" name="iş1îḋé"/>
              <p:cNvSpPr/>
              <p:nvPr/>
            </p:nvSpPr>
            <p:spPr bwMode="auto">
              <a:xfrm>
                <a:off x="4750562" y="3567242"/>
                <a:ext cx="24574" cy="36861"/>
              </a:xfrm>
              <a:custGeom>
                <a:avLst/>
                <a:gdLst>
                  <a:gd name="T0" fmla="*/ 2 w 9"/>
                  <a:gd name="T1" fmla="*/ 0 h 11"/>
                  <a:gd name="T2" fmla="*/ 2 w 9"/>
                  <a:gd name="T3" fmla="*/ 0 h 11"/>
                  <a:gd name="T4" fmla="*/ 5 w 9"/>
                  <a:gd name="T5" fmla="*/ 1 h 11"/>
                  <a:gd name="T6" fmla="*/ 6 w 9"/>
                  <a:gd name="T7" fmla="*/ 3 h 11"/>
                  <a:gd name="T8" fmla="*/ 6 w 9"/>
                  <a:gd name="T9" fmla="*/ 5 h 11"/>
                  <a:gd name="T10" fmla="*/ 9 w 9"/>
                  <a:gd name="T11" fmla="*/ 7 h 11"/>
                  <a:gd name="T12" fmla="*/ 9 w 9"/>
                  <a:gd name="T13" fmla="*/ 7 h 11"/>
                  <a:gd name="T14" fmla="*/ 8 w 9"/>
                  <a:gd name="T15" fmla="*/ 10 h 11"/>
                  <a:gd name="T16" fmla="*/ 5 w 9"/>
                  <a:gd name="T17" fmla="*/ 11 h 11"/>
                  <a:gd name="T18" fmla="*/ 2 w 9"/>
                  <a:gd name="T19" fmla="*/ 11 h 11"/>
                  <a:gd name="T20" fmla="*/ 2 w 9"/>
                  <a:gd name="T21" fmla="*/ 11 h 11"/>
                  <a:gd name="T22" fmla="*/ 0 w 9"/>
                  <a:gd name="T23" fmla="*/ 8 h 11"/>
                  <a:gd name="T24" fmla="*/ 2 w 9"/>
                  <a:gd name="T25" fmla="*/ 5 h 11"/>
                  <a:gd name="T26" fmla="*/ 2 w 9"/>
                  <a:gd name="T27" fmla="*/ 3 h 11"/>
                  <a:gd name="T28" fmla="*/ 2 w 9"/>
                  <a:gd name="T2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" h="11">
                    <a:moveTo>
                      <a:pt x="2" y="0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6" y="5"/>
                    </a:lnTo>
                    <a:lnTo>
                      <a:pt x="9" y="7"/>
                    </a:lnTo>
                    <a:lnTo>
                      <a:pt x="9" y="7"/>
                    </a:lnTo>
                    <a:lnTo>
                      <a:pt x="8" y="10"/>
                    </a:lnTo>
                    <a:lnTo>
                      <a:pt x="5" y="11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0" y="8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2" name="íṩ1ïdê"/>
              <p:cNvSpPr/>
              <p:nvPr/>
            </p:nvSpPr>
            <p:spPr bwMode="auto">
              <a:xfrm>
                <a:off x="4750562" y="3567242"/>
                <a:ext cx="24574" cy="36861"/>
              </a:xfrm>
              <a:custGeom>
                <a:avLst/>
                <a:gdLst>
                  <a:gd name="T0" fmla="*/ 2 w 9"/>
                  <a:gd name="T1" fmla="*/ 0 h 11"/>
                  <a:gd name="T2" fmla="*/ 2 w 9"/>
                  <a:gd name="T3" fmla="*/ 0 h 11"/>
                  <a:gd name="T4" fmla="*/ 5 w 9"/>
                  <a:gd name="T5" fmla="*/ 1 h 11"/>
                  <a:gd name="T6" fmla="*/ 6 w 9"/>
                  <a:gd name="T7" fmla="*/ 3 h 11"/>
                  <a:gd name="T8" fmla="*/ 6 w 9"/>
                  <a:gd name="T9" fmla="*/ 5 h 11"/>
                  <a:gd name="T10" fmla="*/ 9 w 9"/>
                  <a:gd name="T11" fmla="*/ 7 h 11"/>
                  <a:gd name="T12" fmla="*/ 9 w 9"/>
                  <a:gd name="T13" fmla="*/ 7 h 11"/>
                  <a:gd name="T14" fmla="*/ 8 w 9"/>
                  <a:gd name="T15" fmla="*/ 10 h 11"/>
                  <a:gd name="T16" fmla="*/ 5 w 9"/>
                  <a:gd name="T17" fmla="*/ 11 h 11"/>
                  <a:gd name="T18" fmla="*/ 2 w 9"/>
                  <a:gd name="T19" fmla="*/ 11 h 11"/>
                  <a:gd name="T20" fmla="*/ 2 w 9"/>
                  <a:gd name="T21" fmla="*/ 11 h 11"/>
                  <a:gd name="T22" fmla="*/ 0 w 9"/>
                  <a:gd name="T23" fmla="*/ 8 h 11"/>
                  <a:gd name="T24" fmla="*/ 2 w 9"/>
                  <a:gd name="T25" fmla="*/ 5 h 11"/>
                  <a:gd name="T26" fmla="*/ 2 w 9"/>
                  <a:gd name="T27" fmla="*/ 3 h 11"/>
                  <a:gd name="T28" fmla="*/ 2 w 9"/>
                  <a:gd name="T2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" h="11">
                    <a:moveTo>
                      <a:pt x="2" y="0"/>
                    </a:moveTo>
                    <a:lnTo>
                      <a:pt x="2" y="0"/>
                    </a:lnTo>
                    <a:lnTo>
                      <a:pt x="5" y="1"/>
                    </a:lnTo>
                    <a:lnTo>
                      <a:pt x="6" y="3"/>
                    </a:lnTo>
                    <a:lnTo>
                      <a:pt x="6" y="5"/>
                    </a:lnTo>
                    <a:lnTo>
                      <a:pt x="9" y="7"/>
                    </a:lnTo>
                    <a:lnTo>
                      <a:pt x="9" y="7"/>
                    </a:lnTo>
                    <a:lnTo>
                      <a:pt x="8" y="10"/>
                    </a:lnTo>
                    <a:lnTo>
                      <a:pt x="5" y="11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0" y="8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3" name="îṩlïḓê"/>
              <p:cNvSpPr/>
              <p:nvPr/>
            </p:nvSpPr>
            <p:spPr bwMode="auto">
              <a:xfrm>
                <a:off x="4959443" y="3640964"/>
                <a:ext cx="18433" cy="24574"/>
              </a:xfrm>
              <a:custGeom>
                <a:avLst/>
                <a:gdLst>
                  <a:gd name="T0" fmla="*/ 3 w 6"/>
                  <a:gd name="T1" fmla="*/ 0 h 8"/>
                  <a:gd name="T2" fmla="*/ 3 w 6"/>
                  <a:gd name="T3" fmla="*/ 0 h 8"/>
                  <a:gd name="T4" fmla="*/ 4 w 6"/>
                  <a:gd name="T5" fmla="*/ 0 h 8"/>
                  <a:gd name="T6" fmla="*/ 6 w 6"/>
                  <a:gd name="T7" fmla="*/ 0 h 8"/>
                  <a:gd name="T8" fmla="*/ 6 w 6"/>
                  <a:gd name="T9" fmla="*/ 1 h 8"/>
                  <a:gd name="T10" fmla="*/ 4 w 6"/>
                  <a:gd name="T11" fmla="*/ 8 h 8"/>
                  <a:gd name="T12" fmla="*/ 4 w 6"/>
                  <a:gd name="T13" fmla="*/ 8 h 8"/>
                  <a:gd name="T14" fmla="*/ 3 w 6"/>
                  <a:gd name="T15" fmla="*/ 8 h 8"/>
                  <a:gd name="T16" fmla="*/ 3 w 6"/>
                  <a:gd name="T17" fmla="*/ 7 h 8"/>
                  <a:gd name="T18" fmla="*/ 3 w 6"/>
                  <a:gd name="T19" fmla="*/ 7 h 8"/>
                  <a:gd name="T20" fmla="*/ 0 w 6"/>
                  <a:gd name="T21" fmla="*/ 7 h 8"/>
                  <a:gd name="T22" fmla="*/ 0 w 6"/>
                  <a:gd name="T23" fmla="*/ 7 h 8"/>
                  <a:gd name="T24" fmla="*/ 1 w 6"/>
                  <a:gd name="T25" fmla="*/ 4 h 8"/>
                  <a:gd name="T26" fmla="*/ 3 w 6"/>
                  <a:gd name="T27" fmla="*/ 2 h 8"/>
                  <a:gd name="T28" fmla="*/ 3 w 6"/>
                  <a:gd name="T29" fmla="*/ 1 h 8"/>
                  <a:gd name="T30" fmla="*/ 3 w 6"/>
                  <a:gd name="T3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" h="8">
                    <a:moveTo>
                      <a:pt x="3" y="0"/>
                    </a:moveTo>
                    <a:lnTo>
                      <a:pt x="3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3" y="8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1" y="4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4" name="ïSľiḋè"/>
              <p:cNvSpPr/>
              <p:nvPr/>
            </p:nvSpPr>
            <p:spPr bwMode="auto">
              <a:xfrm>
                <a:off x="4959443" y="3640964"/>
                <a:ext cx="18433" cy="24574"/>
              </a:xfrm>
              <a:custGeom>
                <a:avLst/>
                <a:gdLst>
                  <a:gd name="T0" fmla="*/ 3 w 6"/>
                  <a:gd name="T1" fmla="*/ 0 h 8"/>
                  <a:gd name="T2" fmla="*/ 3 w 6"/>
                  <a:gd name="T3" fmla="*/ 0 h 8"/>
                  <a:gd name="T4" fmla="*/ 4 w 6"/>
                  <a:gd name="T5" fmla="*/ 0 h 8"/>
                  <a:gd name="T6" fmla="*/ 6 w 6"/>
                  <a:gd name="T7" fmla="*/ 0 h 8"/>
                  <a:gd name="T8" fmla="*/ 6 w 6"/>
                  <a:gd name="T9" fmla="*/ 1 h 8"/>
                  <a:gd name="T10" fmla="*/ 4 w 6"/>
                  <a:gd name="T11" fmla="*/ 8 h 8"/>
                  <a:gd name="T12" fmla="*/ 4 w 6"/>
                  <a:gd name="T13" fmla="*/ 8 h 8"/>
                  <a:gd name="T14" fmla="*/ 3 w 6"/>
                  <a:gd name="T15" fmla="*/ 8 h 8"/>
                  <a:gd name="T16" fmla="*/ 3 w 6"/>
                  <a:gd name="T17" fmla="*/ 7 h 8"/>
                  <a:gd name="T18" fmla="*/ 3 w 6"/>
                  <a:gd name="T19" fmla="*/ 7 h 8"/>
                  <a:gd name="T20" fmla="*/ 0 w 6"/>
                  <a:gd name="T21" fmla="*/ 7 h 8"/>
                  <a:gd name="T22" fmla="*/ 0 w 6"/>
                  <a:gd name="T23" fmla="*/ 7 h 8"/>
                  <a:gd name="T24" fmla="*/ 1 w 6"/>
                  <a:gd name="T25" fmla="*/ 4 h 8"/>
                  <a:gd name="T26" fmla="*/ 3 w 6"/>
                  <a:gd name="T27" fmla="*/ 2 h 8"/>
                  <a:gd name="T28" fmla="*/ 3 w 6"/>
                  <a:gd name="T29" fmla="*/ 1 h 8"/>
                  <a:gd name="T30" fmla="*/ 3 w 6"/>
                  <a:gd name="T3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" h="8">
                    <a:moveTo>
                      <a:pt x="3" y="0"/>
                    </a:moveTo>
                    <a:lnTo>
                      <a:pt x="3" y="0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3" y="8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1" y="4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5" name="ïslíḍé"/>
              <p:cNvSpPr/>
              <p:nvPr/>
            </p:nvSpPr>
            <p:spPr bwMode="auto">
              <a:xfrm>
                <a:off x="4934870" y="3702400"/>
                <a:ext cx="18433" cy="24574"/>
              </a:xfrm>
              <a:custGeom>
                <a:avLst/>
                <a:gdLst>
                  <a:gd name="T0" fmla="*/ 0 w 6"/>
                  <a:gd name="T1" fmla="*/ 0 h 8"/>
                  <a:gd name="T2" fmla="*/ 0 w 6"/>
                  <a:gd name="T3" fmla="*/ 0 h 8"/>
                  <a:gd name="T4" fmla="*/ 5 w 6"/>
                  <a:gd name="T5" fmla="*/ 2 h 8"/>
                  <a:gd name="T6" fmla="*/ 6 w 6"/>
                  <a:gd name="T7" fmla="*/ 5 h 8"/>
                  <a:gd name="T8" fmla="*/ 6 w 6"/>
                  <a:gd name="T9" fmla="*/ 8 h 8"/>
                  <a:gd name="T10" fmla="*/ 6 w 6"/>
                  <a:gd name="T11" fmla="*/ 8 h 8"/>
                  <a:gd name="T12" fmla="*/ 3 w 6"/>
                  <a:gd name="T13" fmla="*/ 4 h 8"/>
                  <a:gd name="T14" fmla="*/ 2 w 6"/>
                  <a:gd name="T15" fmla="*/ 1 h 8"/>
                  <a:gd name="T16" fmla="*/ 0 w 6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lnTo>
                      <a:pt x="0" y="0"/>
                    </a:lnTo>
                    <a:lnTo>
                      <a:pt x="5" y="2"/>
                    </a:lnTo>
                    <a:lnTo>
                      <a:pt x="6" y="5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3" y="4"/>
                    </a:lnTo>
                    <a:lnTo>
                      <a:pt x="2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6" name="ïṩļidè"/>
              <p:cNvSpPr/>
              <p:nvPr/>
            </p:nvSpPr>
            <p:spPr bwMode="auto">
              <a:xfrm>
                <a:off x="4934870" y="3702400"/>
                <a:ext cx="18433" cy="24574"/>
              </a:xfrm>
              <a:custGeom>
                <a:avLst/>
                <a:gdLst>
                  <a:gd name="T0" fmla="*/ 0 w 6"/>
                  <a:gd name="T1" fmla="*/ 0 h 8"/>
                  <a:gd name="T2" fmla="*/ 0 w 6"/>
                  <a:gd name="T3" fmla="*/ 0 h 8"/>
                  <a:gd name="T4" fmla="*/ 5 w 6"/>
                  <a:gd name="T5" fmla="*/ 2 h 8"/>
                  <a:gd name="T6" fmla="*/ 6 w 6"/>
                  <a:gd name="T7" fmla="*/ 5 h 8"/>
                  <a:gd name="T8" fmla="*/ 6 w 6"/>
                  <a:gd name="T9" fmla="*/ 8 h 8"/>
                  <a:gd name="T10" fmla="*/ 6 w 6"/>
                  <a:gd name="T11" fmla="*/ 8 h 8"/>
                  <a:gd name="T12" fmla="*/ 3 w 6"/>
                  <a:gd name="T13" fmla="*/ 4 h 8"/>
                  <a:gd name="T14" fmla="*/ 2 w 6"/>
                  <a:gd name="T15" fmla="*/ 1 h 8"/>
                  <a:gd name="T16" fmla="*/ 0 w 6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lnTo>
                      <a:pt x="0" y="0"/>
                    </a:lnTo>
                    <a:lnTo>
                      <a:pt x="5" y="2"/>
                    </a:lnTo>
                    <a:lnTo>
                      <a:pt x="6" y="5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3" y="4"/>
                    </a:lnTo>
                    <a:lnTo>
                      <a:pt x="2" y="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7" name="íśľiḓè"/>
              <p:cNvSpPr/>
              <p:nvPr/>
            </p:nvSpPr>
            <p:spPr bwMode="auto">
              <a:xfrm>
                <a:off x="5389490" y="3800697"/>
                <a:ext cx="12287" cy="30716"/>
              </a:xfrm>
              <a:custGeom>
                <a:avLst/>
                <a:gdLst>
                  <a:gd name="T0" fmla="*/ 3 w 4"/>
                  <a:gd name="T1" fmla="*/ 0 h 10"/>
                  <a:gd name="T2" fmla="*/ 3 w 4"/>
                  <a:gd name="T3" fmla="*/ 0 h 10"/>
                  <a:gd name="T4" fmla="*/ 4 w 4"/>
                  <a:gd name="T5" fmla="*/ 5 h 10"/>
                  <a:gd name="T6" fmla="*/ 4 w 4"/>
                  <a:gd name="T7" fmla="*/ 10 h 10"/>
                  <a:gd name="T8" fmla="*/ 4 w 4"/>
                  <a:gd name="T9" fmla="*/ 10 h 10"/>
                  <a:gd name="T10" fmla="*/ 1 w 4"/>
                  <a:gd name="T11" fmla="*/ 9 h 10"/>
                  <a:gd name="T12" fmla="*/ 0 w 4"/>
                  <a:gd name="T13" fmla="*/ 6 h 10"/>
                  <a:gd name="T14" fmla="*/ 1 w 4"/>
                  <a:gd name="T15" fmla="*/ 3 h 10"/>
                  <a:gd name="T16" fmla="*/ 3 w 4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3" y="0"/>
                    </a:lnTo>
                    <a:lnTo>
                      <a:pt x="4" y="5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1" y="9"/>
                    </a:lnTo>
                    <a:lnTo>
                      <a:pt x="0" y="6"/>
                    </a:lnTo>
                    <a:lnTo>
                      <a:pt x="1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8" name="ïṩ1îḋé"/>
              <p:cNvSpPr/>
              <p:nvPr/>
            </p:nvSpPr>
            <p:spPr bwMode="auto">
              <a:xfrm>
                <a:off x="5389490" y="3800697"/>
                <a:ext cx="12287" cy="30716"/>
              </a:xfrm>
              <a:custGeom>
                <a:avLst/>
                <a:gdLst>
                  <a:gd name="T0" fmla="*/ 3 w 4"/>
                  <a:gd name="T1" fmla="*/ 0 h 10"/>
                  <a:gd name="T2" fmla="*/ 3 w 4"/>
                  <a:gd name="T3" fmla="*/ 0 h 10"/>
                  <a:gd name="T4" fmla="*/ 4 w 4"/>
                  <a:gd name="T5" fmla="*/ 5 h 10"/>
                  <a:gd name="T6" fmla="*/ 4 w 4"/>
                  <a:gd name="T7" fmla="*/ 10 h 10"/>
                  <a:gd name="T8" fmla="*/ 4 w 4"/>
                  <a:gd name="T9" fmla="*/ 10 h 10"/>
                  <a:gd name="T10" fmla="*/ 1 w 4"/>
                  <a:gd name="T11" fmla="*/ 9 h 10"/>
                  <a:gd name="T12" fmla="*/ 0 w 4"/>
                  <a:gd name="T13" fmla="*/ 6 h 10"/>
                  <a:gd name="T14" fmla="*/ 1 w 4"/>
                  <a:gd name="T15" fmla="*/ 3 h 10"/>
                  <a:gd name="T16" fmla="*/ 3 w 4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0">
                    <a:moveTo>
                      <a:pt x="3" y="0"/>
                    </a:moveTo>
                    <a:lnTo>
                      <a:pt x="3" y="0"/>
                    </a:lnTo>
                    <a:lnTo>
                      <a:pt x="4" y="5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1" y="9"/>
                    </a:lnTo>
                    <a:lnTo>
                      <a:pt x="0" y="6"/>
                    </a:lnTo>
                    <a:lnTo>
                      <a:pt x="1" y="3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9" name="ïṡḷïḑé"/>
              <p:cNvSpPr/>
              <p:nvPr/>
            </p:nvSpPr>
            <p:spPr bwMode="auto">
              <a:xfrm>
                <a:off x="5641375" y="3855986"/>
                <a:ext cx="24574" cy="36861"/>
              </a:xfrm>
              <a:custGeom>
                <a:avLst/>
                <a:gdLst>
                  <a:gd name="T0" fmla="*/ 6 w 9"/>
                  <a:gd name="T1" fmla="*/ 0 h 11"/>
                  <a:gd name="T2" fmla="*/ 6 w 9"/>
                  <a:gd name="T3" fmla="*/ 0 h 11"/>
                  <a:gd name="T4" fmla="*/ 8 w 9"/>
                  <a:gd name="T5" fmla="*/ 1 h 11"/>
                  <a:gd name="T6" fmla="*/ 8 w 9"/>
                  <a:gd name="T7" fmla="*/ 3 h 11"/>
                  <a:gd name="T8" fmla="*/ 9 w 9"/>
                  <a:gd name="T9" fmla="*/ 4 h 11"/>
                  <a:gd name="T10" fmla="*/ 9 w 9"/>
                  <a:gd name="T11" fmla="*/ 4 h 11"/>
                  <a:gd name="T12" fmla="*/ 6 w 9"/>
                  <a:gd name="T13" fmla="*/ 6 h 11"/>
                  <a:gd name="T14" fmla="*/ 5 w 9"/>
                  <a:gd name="T15" fmla="*/ 7 h 11"/>
                  <a:gd name="T16" fmla="*/ 2 w 9"/>
                  <a:gd name="T17" fmla="*/ 11 h 11"/>
                  <a:gd name="T18" fmla="*/ 2 w 9"/>
                  <a:gd name="T19" fmla="*/ 11 h 11"/>
                  <a:gd name="T20" fmla="*/ 0 w 9"/>
                  <a:gd name="T21" fmla="*/ 9 h 11"/>
                  <a:gd name="T22" fmla="*/ 2 w 9"/>
                  <a:gd name="T23" fmla="*/ 6 h 11"/>
                  <a:gd name="T24" fmla="*/ 6 w 9"/>
                  <a:gd name="T2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11">
                    <a:moveTo>
                      <a:pt x="6" y="0"/>
                    </a:moveTo>
                    <a:lnTo>
                      <a:pt x="6" y="0"/>
                    </a:lnTo>
                    <a:lnTo>
                      <a:pt x="8" y="1"/>
                    </a:lnTo>
                    <a:lnTo>
                      <a:pt x="8" y="3"/>
                    </a:lnTo>
                    <a:lnTo>
                      <a:pt x="9" y="4"/>
                    </a:lnTo>
                    <a:lnTo>
                      <a:pt x="9" y="4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0" y="9"/>
                    </a:lnTo>
                    <a:lnTo>
                      <a:pt x="2" y="6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0" name="ï$ḷîḓe"/>
              <p:cNvSpPr/>
              <p:nvPr/>
            </p:nvSpPr>
            <p:spPr bwMode="auto">
              <a:xfrm>
                <a:off x="5641375" y="3855986"/>
                <a:ext cx="24574" cy="36861"/>
              </a:xfrm>
              <a:custGeom>
                <a:avLst/>
                <a:gdLst>
                  <a:gd name="T0" fmla="*/ 6 w 9"/>
                  <a:gd name="T1" fmla="*/ 0 h 11"/>
                  <a:gd name="T2" fmla="*/ 6 w 9"/>
                  <a:gd name="T3" fmla="*/ 0 h 11"/>
                  <a:gd name="T4" fmla="*/ 8 w 9"/>
                  <a:gd name="T5" fmla="*/ 1 h 11"/>
                  <a:gd name="T6" fmla="*/ 8 w 9"/>
                  <a:gd name="T7" fmla="*/ 3 h 11"/>
                  <a:gd name="T8" fmla="*/ 9 w 9"/>
                  <a:gd name="T9" fmla="*/ 4 h 11"/>
                  <a:gd name="T10" fmla="*/ 9 w 9"/>
                  <a:gd name="T11" fmla="*/ 4 h 11"/>
                  <a:gd name="T12" fmla="*/ 6 w 9"/>
                  <a:gd name="T13" fmla="*/ 6 h 11"/>
                  <a:gd name="T14" fmla="*/ 5 w 9"/>
                  <a:gd name="T15" fmla="*/ 7 h 11"/>
                  <a:gd name="T16" fmla="*/ 2 w 9"/>
                  <a:gd name="T17" fmla="*/ 11 h 11"/>
                  <a:gd name="T18" fmla="*/ 2 w 9"/>
                  <a:gd name="T19" fmla="*/ 11 h 11"/>
                  <a:gd name="T20" fmla="*/ 0 w 9"/>
                  <a:gd name="T21" fmla="*/ 9 h 11"/>
                  <a:gd name="T22" fmla="*/ 2 w 9"/>
                  <a:gd name="T23" fmla="*/ 6 h 11"/>
                  <a:gd name="T24" fmla="*/ 6 w 9"/>
                  <a:gd name="T25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11">
                    <a:moveTo>
                      <a:pt x="6" y="0"/>
                    </a:moveTo>
                    <a:lnTo>
                      <a:pt x="6" y="0"/>
                    </a:lnTo>
                    <a:lnTo>
                      <a:pt x="8" y="1"/>
                    </a:lnTo>
                    <a:lnTo>
                      <a:pt x="8" y="3"/>
                    </a:lnTo>
                    <a:lnTo>
                      <a:pt x="9" y="4"/>
                    </a:lnTo>
                    <a:lnTo>
                      <a:pt x="9" y="4"/>
                    </a:lnTo>
                    <a:lnTo>
                      <a:pt x="6" y="6"/>
                    </a:lnTo>
                    <a:lnTo>
                      <a:pt x="5" y="7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0" y="9"/>
                    </a:lnTo>
                    <a:lnTo>
                      <a:pt x="2" y="6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1" name="íš1íďé"/>
              <p:cNvSpPr/>
              <p:nvPr/>
            </p:nvSpPr>
            <p:spPr bwMode="auto">
              <a:xfrm>
                <a:off x="6046849" y="3960428"/>
                <a:ext cx="12287" cy="43003"/>
              </a:xfrm>
              <a:custGeom>
                <a:avLst/>
                <a:gdLst>
                  <a:gd name="T0" fmla="*/ 1 w 4"/>
                  <a:gd name="T1" fmla="*/ 0 h 14"/>
                  <a:gd name="T2" fmla="*/ 1 w 4"/>
                  <a:gd name="T3" fmla="*/ 0 h 14"/>
                  <a:gd name="T4" fmla="*/ 3 w 4"/>
                  <a:gd name="T5" fmla="*/ 0 h 14"/>
                  <a:gd name="T6" fmla="*/ 4 w 4"/>
                  <a:gd name="T7" fmla="*/ 0 h 14"/>
                  <a:gd name="T8" fmla="*/ 4 w 4"/>
                  <a:gd name="T9" fmla="*/ 4 h 14"/>
                  <a:gd name="T10" fmla="*/ 1 w 4"/>
                  <a:gd name="T11" fmla="*/ 14 h 14"/>
                  <a:gd name="T12" fmla="*/ 1 w 4"/>
                  <a:gd name="T13" fmla="*/ 14 h 14"/>
                  <a:gd name="T14" fmla="*/ 0 w 4"/>
                  <a:gd name="T15" fmla="*/ 11 h 14"/>
                  <a:gd name="T16" fmla="*/ 0 w 4"/>
                  <a:gd name="T17" fmla="*/ 8 h 14"/>
                  <a:gd name="T18" fmla="*/ 0 w 4"/>
                  <a:gd name="T19" fmla="*/ 8 h 14"/>
                  <a:gd name="T20" fmla="*/ 1 w 4"/>
                  <a:gd name="T2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14">
                    <a:moveTo>
                      <a:pt x="1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4" y="4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0" y="11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2" name="íṥľîḑé"/>
              <p:cNvSpPr/>
              <p:nvPr/>
            </p:nvSpPr>
            <p:spPr bwMode="auto">
              <a:xfrm>
                <a:off x="6046849" y="3960428"/>
                <a:ext cx="12287" cy="43003"/>
              </a:xfrm>
              <a:custGeom>
                <a:avLst/>
                <a:gdLst>
                  <a:gd name="T0" fmla="*/ 1 w 4"/>
                  <a:gd name="T1" fmla="*/ 0 h 14"/>
                  <a:gd name="T2" fmla="*/ 1 w 4"/>
                  <a:gd name="T3" fmla="*/ 0 h 14"/>
                  <a:gd name="T4" fmla="*/ 3 w 4"/>
                  <a:gd name="T5" fmla="*/ 0 h 14"/>
                  <a:gd name="T6" fmla="*/ 4 w 4"/>
                  <a:gd name="T7" fmla="*/ 0 h 14"/>
                  <a:gd name="T8" fmla="*/ 4 w 4"/>
                  <a:gd name="T9" fmla="*/ 4 h 14"/>
                  <a:gd name="T10" fmla="*/ 1 w 4"/>
                  <a:gd name="T11" fmla="*/ 14 h 14"/>
                  <a:gd name="T12" fmla="*/ 1 w 4"/>
                  <a:gd name="T13" fmla="*/ 14 h 14"/>
                  <a:gd name="T14" fmla="*/ 0 w 4"/>
                  <a:gd name="T15" fmla="*/ 11 h 14"/>
                  <a:gd name="T16" fmla="*/ 0 w 4"/>
                  <a:gd name="T17" fmla="*/ 8 h 14"/>
                  <a:gd name="T18" fmla="*/ 0 w 4"/>
                  <a:gd name="T19" fmla="*/ 8 h 14"/>
                  <a:gd name="T20" fmla="*/ 1 w 4"/>
                  <a:gd name="T2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14">
                    <a:moveTo>
                      <a:pt x="1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4" y="4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0" y="11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3" name="íṧlidé"/>
              <p:cNvSpPr/>
              <p:nvPr/>
            </p:nvSpPr>
            <p:spPr bwMode="auto">
              <a:xfrm>
                <a:off x="3743025" y="3518093"/>
                <a:ext cx="24574" cy="6142"/>
              </a:xfrm>
              <a:custGeom>
                <a:avLst/>
                <a:gdLst>
                  <a:gd name="T0" fmla="*/ 0 w 7"/>
                  <a:gd name="T1" fmla="*/ 0 h 2"/>
                  <a:gd name="T2" fmla="*/ 0 w 7"/>
                  <a:gd name="T3" fmla="*/ 0 h 2"/>
                  <a:gd name="T4" fmla="*/ 7 w 7"/>
                  <a:gd name="T5" fmla="*/ 2 h 2"/>
                  <a:gd name="T6" fmla="*/ 7 w 7"/>
                  <a:gd name="T7" fmla="*/ 2 h 2"/>
                  <a:gd name="T8" fmla="*/ 3 w 7"/>
                  <a:gd name="T9" fmla="*/ 1 h 2"/>
                  <a:gd name="T10" fmla="*/ 3 w 7"/>
                  <a:gd name="T11" fmla="*/ 1 h 2"/>
                  <a:gd name="T12" fmla="*/ 0 w 7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2">
                    <a:moveTo>
                      <a:pt x="0" y="0"/>
                    </a:moveTo>
                    <a:lnTo>
                      <a:pt x="0" y="0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4" name="ísḻïḑe"/>
              <p:cNvSpPr/>
              <p:nvPr/>
            </p:nvSpPr>
            <p:spPr bwMode="auto">
              <a:xfrm>
                <a:off x="3743025" y="3518093"/>
                <a:ext cx="24574" cy="6142"/>
              </a:xfrm>
              <a:custGeom>
                <a:avLst/>
                <a:gdLst>
                  <a:gd name="T0" fmla="*/ 0 w 7"/>
                  <a:gd name="T1" fmla="*/ 0 h 2"/>
                  <a:gd name="T2" fmla="*/ 0 w 7"/>
                  <a:gd name="T3" fmla="*/ 0 h 2"/>
                  <a:gd name="T4" fmla="*/ 7 w 7"/>
                  <a:gd name="T5" fmla="*/ 2 h 2"/>
                  <a:gd name="T6" fmla="*/ 7 w 7"/>
                  <a:gd name="T7" fmla="*/ 2 h 2"/>
                  <a:gd name="T8" fmla="*/ 3 w 7"/>
                  <a:gd name="T9" fmla="*/ 1 h 2"/>
                  <a:gd name="T10" fmla="*/ 3 w 7"/>
                  <a:gd name="T11" fmla="*/ 1 h 2"/>
                  <a:gd name="T12" fmla="*/ 0 w 7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2">
                    <a:moveTo>
                      <a:pt x="0" y="0"/>
                    </a:moveTo>
                    <a:lnTo>
                      <a:pt x="0" y="0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5" name="ïşḻïḋê"/>
              <p:cNvSpPr/>
              <p:nvPr/>
            </p:nvSpPr>
            <p:spPr bwMode="auto">
              <a:xfrm>
                <a:off x="5500072" y="4064866"/>
                <a:ext cx="24574" cy="49148"/>
              </a:xfrm>
              <a:custGeom>
                <a:avLst/>
                <a:gdLst>
                  <a:gd name="T0" fmla="*/ 7 w 9"/>
                  <a:gd name="T1" fmla="*/ 0 h 16"/>
                  <a:gd name="T2" fmla="*/ 7 w 9"/>
                  <a:gd name="T3" fmla="*/ 0 h 16"/>
                  <a:gd name="T4" fmla="*/ 9 w 9"/>
                  <a:gd name="T5" fmla="*/ 4 h 16"/>
                  <a:gd name="T6" fmla="*/ 6 w 9"/>
                  <a:gd name="T7" fmla="*/ 10 h 16"/>
                  <a:gd name="T8" fmla="*/ 3 w 9"/>
                  <a:gd name="T9" fmla="*/ 14 h 16"/>
                  <a:gd name="T10" fmla="*/ 2 w 9"/>
                  <a:gd name="T11" fmla="*/ 14 h 16"/>
                  <a:gd name="T12" fmla="*/ 0 w 9"/>
                  <a:gd name="T13" fmla="*/ 16 h 16"/>
                  <a:gd name="T14" fmla="*/ 0 w 9"/>
                  <a:gd name="T15" fmla="*/ 16 h 16"/>
                  <a:gd name="T16" fmla="*/ 5 w 9"/>
                  <a:gd name="T17" fmla="*/ 9 h 16"/>
                  <a:gd name="T18" fmla="*/ 5 w 9"/>
                  <a:gd name="T19" fmla="*/ 9 h 16"/>
                  <a:gd name="T20" fmla="*/ 6 w 9"/>
                  <a:gd name="T21" fmla="*/ 4 h 16"/>
                  <a:gd name="T22" fmla="*/ 6 w 9"/>
                  <a:gd name="T23" fmla="*/ 4 h 16"/>
                  <a:gd name="T24" fmla="*/ 7 w 9"/>
                  <a:gd name="T2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16">
                    <a:moveTo>
                      <a:pt x="7" y="0"/>
                    </a:moveTo>
                    <a:lnTo>
                      <a:pt x="7" y="0"/>
                    </a:lnTo>
                    <a:lnTo>
                      <a:pt x="9" y="4"/>
                    </a:lnTo>
                    <a:lnTo>
                      <a:pt x="6" y="10"/>
                    </a:lnTo>
                    <a:lnTo>
                      <a:pt x="3" y="14"/>
                    </a:lnTo>
                    <a:lnTo>
                      <a:pt x="2" y="14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6" name="îšļíḓê"/>
              <p:cNvSpPr/>
              <p:nvPr/>
            </p:nvSpPr>
            <p:spPr bwMode="auto">
              <a:xfrm>
                <a:off x="5500072" y="4064866"/>
                <a:ext cx="24574" cy="49148"/>
              </a:xfrm>
              <a:custGeom>
                <a:avLst/>
                <a:gdLst>
                  <a:gd name="T0" fmla="*/ 7 w 9"/>
                  <a:gd name="T1" fmla="*/ 0 h 16"/>
                  <a:gd name="T2" fmla="*/ 7 w 9"/>
                  <a:gd name="T3" fmla="*/ 0 h 16"/>
                  <a:gd name="T4" fmla="*/ 9 w 9"/>
                  <a:gd name="T5" fmla="*/ 4 h 16"/>
                  <a:gd name="T6" fmla="*/ 6 w 9"/>
                  <a:gd name="T7" fmla="*/ 10 h 16"/>
                  <a:gd name="T8" fmla="*/ 3 w 9"/>
                  <a:gd name="T9" fmla="*/ 14 h 16"/>
                  <a:gd name="T10" fmla="*/ 2 w 9"/>
                  <a:gd name="T11" fmla="*/ 14 h 16"/>
                  <a:gd name="T12" fmla="*/ 0 w 9"/>
                  <a:gd name="T13" fmla="*/ 16 h 16"/>
                  <a:gd name="T14" fmla="*/ 0 w 9"/>
                  <a:gd name="T15" fmla="*/ 16 h 16"/>
                  <a:gd name="T16" fmla="*/ 5 w 9"/>
                  <a:gd name="T17" fmla="*/ 9 h 16"/>
                  <a:gd name="T18" fmla="*/ 5 w 9"/>
                  <a:gd name="T19" fmla="*/ 9 h 16"/>
                  <a:gd name="T20" fmla="*/ 6 w 9"/>
                  <a:gd name="T21" fmla="*/ 4 h 16"/>
                  <a:gd name="T22" fmla="*/ 6 w 9"/>
                  <a:gd name="T23" fmla="*/ 4 h 16"/>
                  <a:gd name="T24" fmla="*/ 7 w 9"/>
                  <a:gd name="T25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16">
                    <a:moveTo>
                      <a:pt x="7" y="0"/>
                    </a:moveTo>
                    <a:lnTo>
                      <a:pt x="7" y="0"/>
                    </a:lnTo>
                    <a:lnTo>
                      <a:pt x="9" y="4"/>
                    </a:lnTo>
                    <a:lnTo>
                      <a:pt x="6" y="10"/>
                    </a:lnTo>
                    <a:lnTo>
                      <a:pt x="3" y="14"/>
                    </a:lnTo>
                    <a:lnTo>
                      <a:pt x="2" y="14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7" name="iṥļîḍé"/>
              <p:cNvSpPr/>
              <p:nvPr/>
            </p:nvSpPr>
            <p:spPr bwMode="auto">
              <a:xfrm>
                <a:off x="3638587" y="3493520"/>
                <a:ext cx="24574" cy="0"/>
              </a:xfrm>
              <a:custGeom>
                <a:avLst/>
                <a:gdLst>
                  <a:gd name="T0" fmla="*/ 1 w 7"/>
                  <a:gd name="T1" fmla="*/ 0 h 1"/>
                  <a:gd name="T2" fmla="*/ 1 w 7"/>
                  <a:gd name="T3" fmla="*/ 0 h 1"/>
                  <a:gd name="T4" fmla="*/ 7 w 7"/>
                  <a:gd name="T5" fmla="*/ 1 h 1"/>
                  <a:gd name="T6" fmla="*/ 7 w 7"/>
                  <a:gd name="T7" fmla="*/ 1 h 1"/>
                  <a:gd name="T8" fmla="*/ 2 w 7"/>
                  <a:gd name="T9" fmla="*/ 1 h 1"/>
                  <a:gd name="T10" fmla="*/ 4 w 7"/>
                  <a:gd name="T11" fmla="*/ 1 h 1"/>
                  <a:gd name="T12" fmla="*/ 4 w 7"/>
                  <a:gd name="T13" fmla="*/ 1 h 1"/>
                  <a:gd name="T14" fmla="*/ 0 w 7"/>
                  <a:gd name="T15" fmla="*/ 0 h 1"/>
                  <a:gd name="T16" fmla="*/ 0 w 7"/>
                  <a:gd name="T17" fmla="*/ 0 h 1"/>
                  <a:gd name="T18" fmla="*/ 1 w 7"/>
                  <a:gd name="T1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1">
                    <a:moveTo>
                      <a:pt x="1" y="0"/>
                    </a:moveTo>
                    <a:lnTo>
                      <a:pt x="1" y="0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2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8" name="i$ḻiḍê"/>
              <p:cNvSpPr/>
              <p:nvPr/>
            </p:nvSpPr>
            <p:spPr bwMode="auto">
              <a:xfrm>
                <a:off x="3638587" y="3493520"/>
                <a:ext cx="24574" cy="0"/>
              </a:xfrm>
              <a:custGeom>
                <a:avLst/>
                <a:gdLst>
                  <a:gd name="T0" fmla="*/ 1 w 7"/>
                  <a:gd name="T1" fmla="*/ 0 h 1"/>
                  <a:gd name="T2" fmla="*/ 1 w 7"/>
                  <a:gd name="T3" fmla="*/ 0 h 1"/>
                  <a:gd name="T4" fmla="*/ 7 w 7"/>
                  <a:gd name="T5" fmla="*/ 1 h 1"/>
                  <a:gd name="T6" fmla="*/ 7 w 7"/>
                  <a:gd name="T7" fmla="*/ 1 h 1"/>
                  <a:gd name="T8" fmla="*/ 2 w 7"/>
                  <a:gd name="T9" fmla="*/ 1 h 1"/>
                  <a:gd name="T10" fmla="*/ 4 w 7"/>
                  <a:gd name="T11" fmla="*/ 1 h 1"/>
                  <a:gd name="T12" fmla="*/ 4 w 7"/>
                  <a:gd name="T13" fmla="*/ 1 h 1"/>
                  <a:gd name="T14" fmla="*/ 0 w 7"/>
                  <a:gd name="T15" fmla="*/ 0 h 1"/>
                  <a:gd name="T16" fmla="*/ 0 w 7"/>
                  <a:gd name="T17" fmla="*/ 0 h 1"/>
                  <a:gd name="T18" fmla="*/ 1 w 7"/>
                  <a:gd name="T1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1">
                    <a:moveTo>
                      <a:pt x="1" y="0"/>
                    </a:moveTo>
                    <a:lnTo>
                      <a:pt x="1" y="0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2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99" name="íṣ1iḋé"/>
              <p:cNvSpPr/>
              <p:nvPr/>
            </p:nvSpPr>
            <p:spPr bwMode="auto">
              <a:xfrm>
                <a:off x="3816748" y="3554956"/>
                <a:ext cx="6145" cy="12287"/>
              </a:xfrm>
              <a:custGeom>
                <a:avLst/>
                <a:gdLst>
                  <a:gd name="T0" fmla="*/ 0 w 2"/>
                  <a:gd name="T1" fmla="*/ 0 h 5"/>
                  <a:gd name="T2" fmla="*/ 0 w 2"/>
                  <a:gd name="T3" fmla="*/ 0 h 5"/>
                  <a:gd name="T4" fmla="*/ 2 w 2"/>
                  <a:gd name="T5" fmla="*/ 2 h 5"/>
                  <a:gd name="T6" fmla="*/ 2 w 2"/>
                  <a:gd name="T7" fmla="*/ 2 h 5"/>
                  <a:gd name="T8" fmla="*/ 1 w 2"/>
                  <a:gd name="T9" fmla="*/ 5 h 5"/>
                  <a:gd name="T10" fmla="*/ 1 w 2"/>
                  <a:gd name="T11" fmla="*/ 5 h 5"/>
                  <a:gd name="T12" fmla="*/ 0 w 2"/>
                  <a:gd name="T13" fmla="*/ 2 h 5"/>
                  <a:gd name="T14" fmla="*/ 0 w 2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5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0" name="iṥlïḑê"/>
              <p:cNvSpPr/>
              <p:nvPr/>
            </p:nvSpPr>
            <p:spPr bwMode="auto">
              <a:xfrm>
                <a:off x="3816748" y="3554956"/>
                <a:ext cx="6145" cy="12287"/>
              </a:xfrm>
              <a:custGeom>
                <a:avLst/>
                <a:gdLst>
                  <a:gd name="T0" fmla="*/ 0 w 2"/>
                  <a:gd name="T1" fmla="*/ 0 h 5"/>
                  <a:gd name="T2" fmla="*/ 0 w 2"/>
                  <a:gd name="T3" fmla="*/ 0 h 5"/>
                  <a:gd name="T4" fmla="*/ 2 w 2"/>
                  <a:gd name="T5" fmla="*/ 2 h 5"/>
                  <a:gd name="T6" fmla="*/ 2 w 2"/>
                  <a:gd name="T7" fmla="*/ 2 h 5"/>
                  <a:gd name="T8" fmla="*/ 1 w 2"/>
                  <a:gd name="T9" fmla="*/ 5 h 5"/>
                  <a:gd name="T10" fmla="*/ 1 w 2"/>
                  <a:gd name="T11" fmla="*/ 5 h 5"/>
                  <a:gd name="T12" fmla="*/ 0 w 2"/>
                  <a:gd name="T13" fmla="*/ 2 h 5"/>
                  <a:gd name="T14" fmla="*/ 0 w 2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5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1" name="îślídé"/>
              <p:cNvSpPr/>
              <p:nvPr/>
            </p:nvSpPr>
            <p:spPr bwMode="auto">
              <a:xfrm>
                <a:off x="3638587" y="3493520"/>
                <a:ext cx="24574" cy="12287"/>
              </a:xfrm>
              <a:custGeom>
                <a:avLst/>
                <a:gdLst>
                  <a:gd name="T0" fmla="*/ 1 w 7"/>
                  <a:gd name="T1" fmla="*/ 0 h 3"/>
                  <a:gd name="T2" fmla="*/ 1 w 7"/>
                  <a:gd name="T3" fmla="*/ 0 h 3"/>
                  <a:gd name="T4" fmla="*/ 4 w 7"/>
                  <a:gd name="T5" fmla="*/ 2 h 3"/>
                  <a:gd name="T6" fmla="*/ 4 w 7"/>
                  <a:gd name="T7" fmla="*/ 2 h 3"/>
                  <a:gd name="T8" fmla="*/ 5 w 7"/>
                  <a:gd name="T9" fmla="*/ 2 h 3"/>
                  <a:gd name="T10" fmla="*/ 5 w 7"/>
                  <a:gd name="T11" fmla="*/ 2 h 3"/>
                  <a:gd name="T12" fmla="*/ 7 w 7"/>
                  <a:gd name="T13" fmla="*/ 3 h 3"/>
                  <a:gd name="T14" fmla="*/ 4 w 7"/>
                  <a:gd name="T15" fmla="*/ 2 h 3"/>
                  <a:gd name="T16" fmla="*/ 4 w 7"/>
                  <a:gd name="T17" fmla="*/ 2 h 3"/>
                  <a:gd name="T18" fmla="*/ 4 w 7"/>
                  <a:gd name="T19" fmla="*/ 3 h 3"/>
                  <a:gd name="T20" fmla="*/ 2 w 7"/>
                  <a:gd name="T21" fmla="*/ 2 h 3"/>
                  <a:gd name="T22" fmla="*/ 2 w 7"/>
                  <a:gd name="T23" fmla="*/ 2 h 3"/>
                  <a:gd name="T24" fmla="*/ 2 w 7"/>
                  <a:gd name="T25" fmla="*/ 2 h 3"/>
                  <a:gd name="T26" fmla="*/ 2 w 7"/>
                  <a:gd name="T27" fmla="*/ 2 h 3"/>
                  <a:gd name="T28" fmla="*/ 0 w 7"/>
                  <a:gd name="T29" fmla="*/ 0 h 3"/>
                  <a:gd name="T30" fmla="*/ 0 w 7"/>
                  <a:gd name="T31" fmla="*/ 0 h 3"/>
                  <a:gd name="T32" fmla="*/ 1 w 7"/>
                  <a:gd name="T33" fmla="*/ 0 h 3"/>
                  <a:gd name="T34" fmla="*/ 1 w 7"/>
                  <a:gd name="T3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" h="3">
                    <a:moveTo>
                      <a:pt x="1" y="0"/>
                    </a:moveTo>
                    <a:lnTo>
                      <a:pt x="1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7" y="3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2" name="ï$ḻíďé"/>
              <p:cNvSpPr/>
              <p:nvPr/>
            </p:nvSpPr>
            <p:spPr bwMode="auto">
              <a:xfrm>
                <a:off x="3638587" y="3493520"/>
                <a:ext cx="24574" cy="12287"/>
              </a:xfrm>
              <a:custGeom>
                <a:avLst/>
                <a:gdLst>
                  <a:gd name="T0" fmla="*/ 1 w 7"/>
                  <a:gd name="T1" fmla="*/ 0 h 3"/>
                  <a:gd name="T2" fmla="*/ 1 w 7"/>
                  <a:gd name="T3" fmla="*/ 0 h 3"/>
                  <a:gd name="T4" fmla="*/ 4 w 7"/>
                  <a:gd name="T5" fmla="*/ 2 h 3"/>
                  <a:gd name="T6" fmla="*/ 4 w 7"/>
                  <a:gd name="T7" fmla="*/ 2 h 3"/>
                  <a:gd name="T8" fmla="*/ 5 w 7"/>
                  <a:gd name="T9" fmla="*/ 2 h 3"/>
                  <a:gd name="T10" fmla="*/ 5 w 7"/>
                  <a:gd name="T11" fmla="*/ 2 h 3"/>
                  <a:gd name="T12" fmla="*/ 7 w 7"/>
                  <a:gd name="T13" fmla="*/ 3 h 3"/>
                  <a:gd name="T14" fmla="*/ 4 w 7"/>
                  <a:gd name="T15" fmla="*/ 2 h 3"/>
                  <a:gd name="T16" fmla="*/ 4 w 7"/>
                  <a:gd name="T17" fmla="*/ 2 h 3"/>
                  <a:gd name="T18" fmla="*/ 4 w 7"/>
                  <a:gd name="T19" fmla="*/ 3 h 3"/>
                  <a:gd name="T20" fmla="*/ 2 w 7"/>
                  <a:gd name="T21" fmla="*/ 2 h 3"/>
                  <a:gd name="T22" fmla="*/ 2 w 7"/>
                  <a:gd name="T23" fmla="*/ 2 h 3"/>
                  <a:gd name="T24" fmla="*/ 2 w 7"/>
                  <a:gd name="T25" fmla="*/ 2 h 3"/>
                  <a:gd name="T26" fmla="*/ 2 w 7"/>
                  <a:gd name="T27" fmla="*/ 2 h 3"/>
                  <a:gd name="T28" fmla="*/ 0 w 7"/>
                  <a:gd name="T29" fmla="*/ 0 h 3"/>
                  <a:gd name="T30" fmla="*/ 0 w 7"/>
                  <a:gd name="T31" fmla="*/ 0 h 3"/>
                  <a:gd name="T32" fmla="*/ 1 w 7"/>
                  <a:gd name="T33" fmla="*/ 0 h 3"/>
                  <a:gd name="T34" fmla="*/ 1 w 7"/>
                  <a:gd name="T3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" h="3">
                    <a:moveTo>
                      <a:pt x="1" y="0"/>
                    </a:moveTo>
                    <a:lnTo>
                      <a:pt x="1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7" y="3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3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3" name="išḷíḓè"/>
              <p:cNvSpPr/>
              <p:nvPr/>
            </p:nvSpPr>
            <p:spPr bwMode="auto">
              <a:xfrm>
                <a:off x="5665950" y="4304466"/>
                <a:ext cx="12287" cy="30716"/>
              </a:xfrm>
              <a:custGeom>
                <a:avLst/>
                <a:gdLst>
                  <a:gd name="T0" fmla="*/ 1 w 3"/>
                  <a:gd name="T1" fmla="*/ 0 h 12"/>
                  <a:gd name="T2" fmla="*/ 1 w 3"/>
                  <a:gd name="T3" fmla="*/ 0 h 12"/>
                  <a:gd name="T4" fmla="*/ 3 w 3"/>
                  <a:gd name="T5" fmla="*/ 3 h 12"/>
                  <a:gd name="T6" fmla="*/ 3 w 3"/>
                  <a:gd name="T7" fmla="*/ 6 h 12"/>
                  <a:gd name="T8" fmla="*/ 3 w 3"/>
                  <a:gd name="T9" fmla="*/ 10 h 12"/>
                  <a:gd name="T10" fmla="*/ 0 w 3"/>
                  <a:gd name="T11" fmla="*/ 12 h 12"/>
                  <a:gd name="T12" fmla="*/ 0 w 3"/>
                  <a:gd name="T13" fmla="*/ 12 h 12"/>
                  <a:gd name="T14" fmla="*/ 0 w 3"/>
                  <a:gd name="T15" fmla="*/ 7 h 12"/>
                  <a:gd name="T16" fmla="*/ 1 w 3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1" y="0"/>
                    </a:lnTo>
                    <a:lnTo>
                      <a:pt x="3" y="3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7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4" name="iŝļïḑé"/>
              <p:cNvSpPr/>
              <p:nvPr/>
            </p:nvSpPr>
            <p:spPr bwMode="auto">
              <a:xfrm>
                <a:off x="5665950" y="4304466"/>
                <a:ext cx="12287" cy="30716"/>
              </a:xfrm>
              <a:custGeom>
                <a:avLst/>
                <a:gdLst>
                  <a:gd name="T0" fmla="*/ 1 w 3"/>
                  <a:gd name="T1" fmla="*/ 0 h 12"/>
                  <a:gd name="T2" fmla="*/ 1 w 3"/>
                  <a:gd name="T3" fmla="*/ 0 h 12"/>
                  <a:gd name="T4" fmla="*/ 3 w 3"/>
                  <a:gd name="T5" fmla="*/ 3 h 12"/>
                  <a:gd name="T6" fmla="*/ 3 w 3"/>
                  <a:gd name="T7" fmla="*/ 6 h 12"/>
                  <a:gd name="T8" fmla="*/ 3 w 3"/>
                  <a:gd name="T9" fmla="*/ 10 h 12"/>
                  <a:gd name="T10" fmla="*/ 0 w 3"/>
                  <a:gd name="T11" fmla="*/ 12 h 12"/>
                  <a:gd name="T12" fmla="*/ 0 w 3"/>
                  <a:gd name="T13" fmla="*/ 12 h 12"/>
                  <a:gd name="T14" fmla="*/ 0 w 3"/>
                  <a:gd name="T15" fmla="*/ 7 h 12"/>
                  <a:gd name="T16" fmla="*/ 1 w 3"/>
                  <a:gd name="T1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12">
                    <a:moveTo>
                      <a:pt x="1" y="0"/>
                    </a:moveTo>
                    <a:lnTo>
                      <a:pt x="1" y="0"/>
                    </a:lnTo>
                    <a:lnTo>
                      <a:pt x="3" y="3"/>
                    </a:lnTo>
                    <a:lnTo>
                      <a:pt x="3" y="6"/>
                    </a:lnTo>
                    <a:lnTo>
                      <a:pt x="3" y="10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7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5" name="ïṥļïde"/>
              <p:cNvSpPr/>
              <p:nvPr/>
            </p:nvSpPr>
            <p:spPr bwMode="auto">
              <a:xfrm>
                <a:off x="5438638" y="4249172"/>
                <a:ext cx="30720" cy="55290"/>
              </a:xfrm>
              <a:custGeom>
                <a:avLst/>
                <a:gdLst>
                  <a:gd name="T0" fmla="*/ 10 w 10"/>
                  <a:gd name="T1" fmla="*/ 1 h 17"/>
                  <a:gd name="T2" fmla="*/ 10 w 10"/>
                  <a:gd name="T3" fmla="*/ 1 h 17"/>
                  <a:gd name="T4" fmla="*/ 8 w 10"/>
                  <a:gd name="T5" fmla="*/ 3 h 17"/>
                  <a:gd name="T6" fmla="*/ 6 w 10"/>
                  <a:gd name="T7" fmla="*/ 4 h 17"/>
                  <a:gd name="T8" fmla="*/ 5 w 10"/>
                  <a:gd name="T9" fmla="*/ 9 h 17"/>
                  <a:gd name="T10" fmla="*/ 6 w 10"/>
                  <a:gd name="T11" fmla="*/ 17 h 17"/>
                  <a:gd name="T12" fmla="*/ 6 w 10"/>
                  <a:gd name="T13" fmla="*/ 17 h 17"/>
                  <a:gd name="T14" fmla="*/ 3 w 10"/>
                  <a:gd name="T15" fmla="*/ 14 h 17"/>
                  <a:gd name="T16" fmla="*/ 0 w 10"/>
                  <a:gd name="T17" fmla="*/ 13 h 17"/>
                  <a:gd name="T18" fmla="*/ 0 w 10"/>
                  <a:gd name="T19" fmla="*/ 13 h 17"/>
                  <a:gd name="T20" fmla="*/ 3 w 10"/>
                  <a:gd name="T21" fmla="*/ 6 h 17"/>
                  <a:gd name="T22" fmla="*/ 3 w 10"/>
                  <a:gd name="T23" fmla="*/ 0 h 17"/>
                  <a:gd name="T24" fmla="*/ 3 w 10"/>
                  <a:gd name="T25" fmla="*/ 0 h 17"/>
                  <a:gd name="T26" fmla="*/ 8 w 10"/>
                  <a:gd name="T27" fmla="*/ 0 h 17"/>
                  <a:gd name="T28" fmla="*/ 10 w 10"/>
                  <a:gd name="T29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" h="17">
                    <a:moveTo>
                      <a:pt x="10" y="1"/>
                    </a:moveTo>
                    <a:lnTo>
                      <a:pt x="10" y="1"/>
                    </a:lnTo>
                    <a:lnTo>
                      <a:pt x="8" y="3"/>
                    </a:lnTo>
                    <a:lnTo>
                      <a:pt x="6" y="4"/>
                    </a:lnTo>
                    <a:lnTo>
                      <a:pt x="5" y="9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3" y="14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3" y="6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8" y="0"/>
                    </a:lnTo>
                    <a:lnTo>
                      <a:pt x="1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6" name="îś1îḓe"/>
              <p:cNvSpPr/>
              <p:nvPr/>
            </p:nvSpPr>
            <p:spPr bwMode="auto">
              <a:xfrm>
                <a:off x="5438638" y="4249172"/>
                <a:ext cx="30720" cy="55290"/>
              </a:xfrm>
              <a:custGeom>
                <a:avLst/>
                <a:gdLst>
                  <a:gd name="T0" fmla="*/ 10 w 10"/>
                  <a:gd name="T1" fmla="*/ 1 h 17"/>
                  <a:gd name="T2" fmla="*/ 10 w 10"/>
                  <a:gd name="T3" fmla="*/ 1 h 17"/>
                  <a:gd name="T4" fmla="*/ 8 w 10"/>
                  <a:gd name="T5" fmla="*/ 3 h 17"/>
                  <a:gd name="T6" fmla="*/ 6 w 10"/>
                  <a:gd name="T7" fmla="*/ 4 h 17"/>
                  <a:gd name="T8" fmla="*/ 5 w 10"/>
                  <a:gd name="T9" fmla="*/ 9 h 17"/>
                  <a:gd name="T10" fmla="*/ 6 w 10"/>
                  <a:gd name="T11" fmla="*/ 17 h 17"/>
                  <a:gd name="T12" fmla="*/ 6 w 10"/>
                  <a:gd name="T13" fmla="*/ 17 h 17"/>
                  <a:gd name="T14" fmla="*/ 3 w 10"/>
                  <a:gd name="T15" fmla="*/ 14 h 17"/>
                  <a:gd name="T16" fmla="*/ 0 w 10"/>
                  <a:gd name="T17" fmla="*/ 13 h 17"/>
                  <a:gd name="T18" fmla="*/ 0 w 10"/>
                  <a:gd name="T19" fmla="*/ 13 h 17"/>
                  <a:gd name="T20" fmla="*/ 3 w 10"/>
                  <a:gd name="T21" fmla="*/ 6 h 17"/>
                  <a:gd name="T22" fmla="*/ 3 w 10"/>
                  <a:gd name="T23" fmla="*/ 0 h 17"/>
                  <a:gd name="T24" fmla="*/ 3 w 10"/>
                  <a:gd name="T25" fmla="*/ 0 h 17"/>
                  <a:gd name="T26" fmla="*/ 8 w 10"/>
                  <a:gd name="T27" fmla="*/ 0 h 17"/>
                  <a:gd name="T28" fmla="*/ 10 w 10"/>
                  <a:gd name="T29" fmla="*/ 1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" h="17">
                    <a:moveTo>
                      <a:pt x="10" y="1"/>
                    </a:moveTo>
                    <a:lnTo>
                      <a:pt x="10" y="1"/>
                    </a:lnTo>
                    <a:lnTo>
                      <a:pt x="8" y="3"/>
                    </a:lnTo>
                    <a:lnTo>
                      <a:pt x="6" y="4"/>
                    </a:lnTo>
                    <a:lnTo>
                      <a:pt x="5" y="9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3" y="14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3" y="6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8" y="0"/>
                    </a:lnTo>
                    <a:lnTo>
                      <a:pt x="10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7" name="íŝ1iḋè"/>
              <p:cNvSpPr/>
              <p:nvPr/>
            </p:nvSpPr>
            <p:spPr bwMode="auto">
              <a:xfrm>
                <a:off x="5481644" y="4286033"/>
                <a:ext cx="36861" cy="110582"/>
              </a:xfrm>
              <a:custGeom>
                <a:avLst/>
                <a:gdLst>
                  <a:gd name="T0" fmla="*/ 12 w 12"/>
                  <a:gd name="T1" fmla="*/ 0 h 36"/>
                  <a:gd name="T2" fmla="*/ 12 w 12"/>
                  <a:gd name="T3" fmla="*/ 0 h 36"/>
                  <a:gd name="T4" fmla="*/ 11 w 12"/>
                  <a:gd name="T5" fmla="*/ 10 h 36"/>
                  <a:gd name="T6" fmla="*/ 11 w 12"/>
                  <a:gd name="T7" fmla="*/ 20 h 36"/>
                  <a:gd name="T8" fmla="*/ 11 w 12"/>
                  <a:gd name="T9" fmla="*/ 20 h 36"/>
                  <a:gd name="T10" fmla="*/ 10 w 12"/>
                  <a:gd name="T11" fmla="*/ 29 h 36"/>
                  <a:gd name="T12" fmla="*/ 8 w 12"/>
                  <a:gd name="T13" fmla="*/ 33 h 36"/>
                  <a:gd name="T14" fmla="*/ 5 w 12"/>
                  <a:gd name="T15" fmla="*/ 36 h 36"/>
                  <a:gd name="T16" fmla="*/ 5 w 12"/>
                  <a:gd name="T17" fmla="*/ 36 h 36"/>
                  <a:gd name="T18" fmla="*/ 4 w 12"/>
                  <a:gd name="T19" fmla="*/ 35 h 36"/>
                  <a:gd name="T20" fmla="*/ 5 w 12"/>
                  <a:gd name="T21" fmla="*/ 32 h 36"/>
                  <a:gd name="T22" fmla="*/ 8 w 12"/>
                  <a:gd name="T23" fmla="*/ 26 h 36"/>
                  <a:gd name="T24" fmla="*/ 8 w 12"/>
                  <a:gd name="T25" fmla="*/ 26 h 36"/>
                  <a:gd name="T26" fmla="*/ 5 w 12"/>
                  <a:gd name="T27" fmla="*/ 26 h 36"/>
                  <a:gd name="T28" fmla="*/ 3 w 12"/>
                  <a:gd name="T29" fmla="*/ 29 h 36"/>
                  <a:gd name="T30" fmla="*/ 0 w 12"/>
                  <a:gd name="T31" fmla="*/ 36 h 36"/>
                  <a:gd name="T32" fmla="*/ 0 w 12"/>
                  <a:gd name="T33" fmla="*/ 36 h 36"/>
                  <a:gd name="T34" fmla="*/ 1 w 12"/>
                  <a:gd name="T35" fmla="*/ 28 h 36"/>
                  <a:gd name="T36" fmla="*/ 3 w 12"/>
                  <a:gd name="T37" fmla="*/ 18 h 36"/>
                  <a:gd name="T38" fmla="*/ 7 w 12"/>
                  <a:gd name="T39" fmla="*/ 8 h 36"/>
                  <a:gd name="T40" fmla="*/ 12 w 12"/>
                  <a:gd name="T4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" h="36">
                    <a:moveTo>
                      <a:pt x="12" y="0"/>
                    </a:moveTo>
                    <a:lnTo>
                      <a:pt x="12" y="0"/>
                    </a:lnTo>
                    <a:lnTo>
                      <a:pt x="11" y="10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10" y="29"/>
                    </a:lnTo>
                    <a:lnTo>
                      <a:pt x="8" y="33"/>
                    </a:lnTo>
                    <a:lnTo>
                      <a:pt x="5" y="36"/>
                    </a:lnTo>
                    <a:lnTo>
                      <a:pt x="5" y="36"/>
                    </a:lnTo>
                    <a:lnTo>
                      <a:pt x="4" y="35"/>
                    </a:lnTo>
                    <a:lnTo>
                      <a:pt x="5" y="32"/>
                    </a:lnTo>
                    <a:lnTo>
                      <a:pt x="8" y="26"/>
                    </a:lnTo>
                    <a:lnTo>
                      <a:pt x="8" y="26"/>
                    </a:lnTo>
                    <a:lnTo>
                      <a:pt x="5" y="26"/>
                    </a:lnTo>
                    <a:lnTo>
                      <a:pt x="3" y="29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1" y="28"/>
                    </a:lnTo>
                    <a:lnTo>
                      <a:pt x="3" y="18"/>
                    </a:lnTo>
                    <a:lnTo>
                      <a:pt x="7" y="8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8" name="ïsḷîďè"/>
              <p:cNvSpPr/>
              <p:nvPr/>
            </p:nvSpPr>
            <p:spPr bwMode="auto">
              <a:xfrm>
                <a:off x="5481644" y="4286033"/>
                <a:ext cx="36861" cy="110582"/>
              </a:xfrm>
              <a:custGeom>
                <a:avLst/>
                <a:gdLst>
                  <a:gd name="T0" fmla="*/ 12 w 12"/>
                  <a:gd name="T1" fmla="*/ 0 h 36"/>
                  <a:gd name="T2" fmla="*/ 12 w 12"/>
                  <a:gd name="T3" fmla="*/ 0 h 36"/>
                  <a:gd name="T4" fmla="*/ 11 w 12"/>
                  <a:gd name="T5" fmla="*/ 10 h 36"/>
                  <a:gd name="T6" fmla="*/ 11 w 12"/>
                  <a:gd name="T7" fmla="*/ 20 h 36"/>
                  <a:gd name="T8" fmla="*/ 11 w 12"/>
                  <a:gd name="T9" fmla="*/ 20 h 36"/>
                  <a:gd name="T10" fmla="*/ 10 w 12"/>
                  <a:gd name="T11" fmla="*/ 29 h 36"/>
                  <a:gd name="T12" fmla="*/ 8 w 12"/>
                  <a:gd name="T13" fmla="*/ 33 h 36"/>
                  <a:gd name="T14" fmla="*/ 5 w 12"/>
                  <a:gd name="T15" fmla="*/ 36 h 36"/>
                  <a:gd name="T16" fmla="*/ 5 w 12"/>
                  <a:gd name="T17" fmla="*/ 36 h 36"/>
                  <a:gd name="T18" fmla="*/ 4 w 12"/>
                  <a:gd name="T19" fmla="*/ 35 h 36"/>
                  <a:gd name="T20" fmla="*/ 5 w 12"/>
                  <a:gd name="T21" fmla="*/ 32 h 36"/>
                  <a:gd name="T22" fmla="*/ 8 w 12"/>
                  <a:gd name="T23" fmla="*/ 26 h 36"/>
                  <a:gd name="T24" fmla="*/ 8 w 12"/>
                  <a:gd name="T25" fmla="*/ 26 h 36"/>
                  <a:gd name="T26" fmla="*/ 5 w 12"/>
                  <a:gd name="T27" fmla="*/ 26 h 36"/>
                  <a:gd name="T28" fmla="*/ 3 w 12"/>
                  <a:gd name="T29" fmla="*/ 29 h 36"/>
                  <a:gd name="T30" fmla="*/ 0 w 12"/>
                  <a:gd name="T31" fmla="*/ 36 h 36"/>
                  <a:gd name="T32" fmla="*/ 0 w 12"/>
                  <a:gd name="T33" fmla="*/ 36 h 36"/>
                  <a:gd name="T34" fmla="*/ 1 w 12"/>
                  <a:gd name="T35" fmla="*/ 28 h 36"/>
                  <a:gd name="T36" fmla="*/ 3 w 12"/>
                  <a:gd name="T37" fmla="*/ 18 h 36"/>
                  <a:gd name="T38" fmla="*/ 7 w 12"/>
                  <a:gd name="T39" fmla="*/ 8 h 36"/>
                  <a:gd name="T40" fmla="*/ 12 w 12"/>
                  <a:gd name="T4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" h="36">
                    <a:moveTo>
                      <a:pt x="12" y="0"/>
                    </a:moveTo>
                    <a:lnTo>
                      <a:pt x="12" y="0"/>
                    </a:lnTo>
                    <a:lnTo>
                      <a:pt x="11" y="10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10" y="29"/>
                    </a:lnTo>
                    <a:lnTo>
                      <a:pt x="8" y="33"/>
                    </a:lnTo>
                    <a:lnTo>
                      <a:pt x="5" y="36"/>
                    </a:lnTo>
                    <a:lnTo>
                      <a:pt x="5" y="36"/>
                    </a:lnTo>
                    <a:lnTo>
                      <a:pt x="4" y="35"/>
                    </a:lnTo>
                    <a:lnTo>
                      <a:pt x="5" y="32"/>
                    </a:lnTo>
                    <a:lnTo>
                      <a:pt x="8" y="26"/>
                    </a:lnTo>
                    <a:lnTo>
                      <a:pt x="8" y="26"/>
                    </a:lnTo>
                    <a:lnTo>
                      <a:pt x="5" y="26"/>
                    </a:lnTo>
                    <a:lnTo>
                      <a:pt x="3" y="29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1" y="28"/>
                    </a:lnTo>
                    <a:lnTo>
                      <a:pt x="3" y="18"/>
                    </a:lnTo>
                    <a:lnTo>
                      <a:pt x="7" y="8"/>
                    </a:lnTo>
                    <a:lnTo>
                      <a:pt x="1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09" name="ïşḷïḓê"/>
              <p:cNvSpPr/>
              <p:nvPr/>
            </p:nvSpPr>
            <p:spPr bwMode="auto">
              <a:xfrm>
                <a:off x="3644729" y="3499660"/>
                <a:ext cx="6145" cy="6142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3 w 3"/>
                  <a:gd name="T5" fmla="*/ 1 h 3"/>
                  <a:gd name="T6" fmla="*/ 3 w 3"/>
                  <a:gd name="T7" fmla="*/ 3 h 3"/>
                  <a:gd name="T8" fmla="*/ 3 w 3"/>
                  <a:gd name="T9" fmla="*/ 3 h 3"/>
                  <a:gd name="T10" fmla="*/ 0 w 3"/>
                  <a:gd name="T11" fmla="*/ 1 h 3"/>
                  <a:gd name="T12" fmla="*/ 0 w 3"/>
                  <a:gd name="T13" fmla="*/ 1 h 3"/>
                  <a:gd name="T14" fmla="*/ 0 w 3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3">
                    <a:moveTo>
                      <a:pt x="0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0" name="íŝḷîḑé"/>
              <p:cNvSpPr/>
              <p:nvPr/>
            </p:nvSpPr>
            <p:spPr bwMode="auto">
              <a:xfrm>
                <a:off x="3644729" y="3499660"/>
                <a:ext cx="6145" cy="6142"/>
              </a:xfrm>
              <a:custGeom>
                <a:avLst/>
                <a:gdLst>
                  <a:gd name="T0" fmla="*/ 0 w 3"/>
                  <a:gd name="T1" fmla="*/ 0 h 3"/>
                  <a:gd name="T2" fmla="*/ 0 w 3"/>
                  <a:gd name="T3" fmla="*/ 0 h 3"/>
                  <a:gd name="T4" fmla="*/ 3 w 3"/>
                  <a:gd name="T5" fmla="*/ 1 h 3"/>
                  <a:gd name="T6" fmla="*/ 3 w 3"/>
                  <a:gd name="T7" fmla="*/ 3 h 3"/>
                  <a:gd name="T8" fmla="*/ 3 w 3"/>
                  <a:gd name="T9" fmla="*/ 3 h 3"/>
                  <a:gd name="T10" fmla="*/ 0 w 3"/>
                  <a:gd name="T11" fmla="*/ 1 h 3"/>
                  <a:gd name="T12" fmla="*/ 0 w 3"/>
                  <a:gd name="T13" fmla="*/ 1 h 3"/>
                  <a:gd name="T14" fmla="*/ 0 w 3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3">
                    <a:moveTo>
                      <a:pt x="0" y="0"/>
                    </a:moveTo>
                    <a:lnTo>
                      <a:pt x="0" y="0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1" name="iS1ïḑé"/>
              <p:cNvSpPr/>
              <p:nvPr/>
            </p:nvSpPr>
            <p:spPr bwMode="auto">
              <a:xfrm>
                <a:off x="3638587" y="3499660"/>
                <a:ext cx="12287" cy="6142"/>
              </a:xfrm>
              <a:custGeom>
                <a:avLst/>
                <a:gdLst>
                  <a:gd name="T0" fmla="*/ 0 w 4"/>
                  <a:gd name="T1" fmla="*/ 0 h 3"/>
                  <a:gd name="T2" fmla="*/ 0 w 4"/>
                  <a:gd name="T3" fmla="*/ 0 h 3"/>
                  <a:gd name="T4" fmla="*/ 4 w 4"/>
                  <a:gd name="T5" fmla="*/ 3 h 3"/>
                  <a:gd name="T6" fmla="*/ 4 w 4"/>
                  <a:gd name="T7" fmla="*/ 3 h 3"/>
                  <a:gd name="T8" fmla="*/ 4 w 4"/>
                  <a:gd name="T9" fmla="*/ 3 h 3"/>
                  <a:gd name="T10" fmla="*/ 0 w 4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3">
                    <a:moveTo>
                      <a:pt x="0" y="0"/>
                    </a:moveTo>
                    <a:lnTo>
                      <a:pt x="0" y="0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2" name="îṡ1îďê"/>
              <p:cNvSpPr/>
              <p:nvPr/>
            </p:nvSpPr>
            <p:spPr bwMode="auto">
              <a:xfrm>
                <a:off x="3638587" y="3499660"/>
                <a:ext cx="12287" cy="6142"/>
              </a:xfrm>
              <a:custGeom>
                <a:avLst/>
                <a:gdLst>
                  <a:gd name="T0" fmla="*/ 0 w 4"/>
                  <a:gd name="T1" fmla="*/ 0 h 3"/>
                  <a:gd name="T2" fmla="*/ 0 w 4"/>
                  <a:gd name="T3" fmla="*/ 0 h 3"/>
                  <a:gd name="T4" fmla="*/ 4 w 4"/>
                  <a:gd name="T5" fmla="*/ 3 h 3"/>
                  <a:gd name="T6" fmla="*/ 4 w 4"/>
                  <a:gd name="T7" fmla="*/ 3 h 3"/>
                  <a:gd name="T8" fmla="*/ 4 w 4"/>
                  <a:gd name="T9" fmla="*/ 3 h 3"/>
                  <a:gd name="T10" fmla="*/ 0 w 4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3">
                    <a:moveTo>
                      <a:pt x="0" y="0"/>
                    </a:moveTo>
                    <a:lnTo>
                      <a:pt x="0" y="0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3" name="íSļidè"/>
              <p:cNvSpPr/>
              <p:nvPr/>
            </p:nvSpPr>
            <p:spPr bwMode="auto">
              <a:xfrm>
                <a:off x="3638587" y="3505807"/>
                <a:ext cx="24574" cy="12287"/>
              </a:xfrm>
              <a:custGeom>
                <a:avLst/>
                <a:gdLst>
                  <a:gd name="T0" fmla="*/ 4 w 9"/>
                  <a:gd name="T1" fmla="*/ 2 h 5"/>
                  <a:gd name="T2" fmla="*/ 4 w 9"/>
                  <a:gd name="T3" fmla="*/ 2 h 5"/>
                  <a:gd name="T4" fmla="*/ 6 w 9"/>
                  <a:gd name="T5" fmla="*/ 3 h 5"/>
                  <a:gd name="T6" fmla="*/ 4 w 9"/>
                  <a:gd name="T7" fmla="*/ 2 h 5"/>
                  <a:gd name="T8" fmla="*/ 4 w 9"/>
                  <a:gd name="T9" fmla="*/ 2 h 5"/>
                  <a:gd name="T10" fmla="*/ 4 w 9"/>
                  <a:gd name="T11" fmla="*/ 2 h 5"/>
                  <a:gd name="T12" fmla="*/ 9 w 9"/>
                  <a:gd name="T13" fmla="*/ 5 h 5"/>
                  <a:gd name="T14" fmla="*/ 9 w 9"/>
                  <a:gd name="T15" fmla="*/ 5 h 5"/>
                  <a:gd name="T16" fmla="*/ 0 w 9"/>
                  <a:gd name="T17" fmla="*/ 0 h 5"/>
                  <a:gd name="T18" fmla="*/ 0 w 9"/>
                  <a:gd name="T19" fmla="*/ 0 h 5"/>
                  <a:gd name="T20" fmla="*/ 4 w 9"/>
                  <a:gd name="T2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5">
                    <a:moveTo>
                      <a:pt x="4" y="2"/>
                    </a:moveTo>
                    <a:lnTo>
                      <a:pt x="4" y="2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4" name="ïśļide"/>
              <p:cNvSpPr/>
              <p:nvPr/>
            </p:nvSpPr>
            <p:spPr bwMode="auto">
              <a:xfrm>
                <a:off x="3638587" y="3505807"/>
                <a:ext cx="24574" cy="12287"/>
              </a:xfrm>
              <a:custGeom>
                <a:avLst/>
                <a:gdLst>
                  <a:gd name="T0" fmla="*/ 4 w 9"/>
                  <a:gd name="T1" fmla="*/ 2 h 5"/>
                  <a:gd name="T2" fmla="*/ 4 w 9"/>
                  <a:gd name="T3" fmla="*/ 2 h 5"/>
                  <a:gd name="T4" fmla="*/ 6 w 9"/>
                  <a:gd name="T5" fmla="*/ 3 h 5"/>
                  <a:gd name="T6" fmla="*/ 4 w 9"/>
                  <a:gd name="T7" fmla="*/ 2 h 5"/>
                  <a:gd name="T8" fmla="*/ 4 w 9"/>
                  <a:gd name="T9" fmla="*/ 2 h 5"/>
                  <a:gd name="T10" fmla="*/ 4 w 9"/>
                  <a:gd name="T11" fmla="*/ 2 h 5"/>
                  <a:gd name="T12" fmla="*/ 9 w 9"/>
                  <a:gd name="T13" fmla="*/ 5 h 5"/>
                  <a:gd name="T14" fmla="*/ 9 w 9"/>
                  <a:gd name="T15" fmla="*/ 5 h 5"/>
                  <a:gd name="T16" fmla="*/ 0 w 9"/>
                  <a:gd name="T17" fmla="*/ 0 h 5"/>
                  <a:gd name="T18" fmla="*/ 0 w 9"/>
                  <a:gd name="T19" fmla="*/ 0 h 5"/>
                  <a:gd name="T20" fmla="*/ 4 w 9"/>
                  <a:gd name="T2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5">
                    <a:moveTo>
                      <a:pt x="4" y="2"/>
                    </a:moveTo>
                    <a:lnTo>
                      <a:pt x="4" y="2"/>
                    </a:lnTo>
                    <a:lnTo>
                      <a:pt x="6" y="3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5" name="íṣļiḍe"/>
              <p:cNvSpPr/>
              <p:nvPr/>
            </p:nvSpPr>
            <p:spPr bwMode="auto">
              <a:xfrm>
                <a:off x="5426351" y="4470339"/>
                <a:ext cx="36861" cy="49148"/>
              </a:xfrm>
              <a:custGeom>
                <a:avLst/>
                <a:gdLst>
                  <a:gd name="T0" fmla="*/ 7 w 11"/>
                  <a:gd name="T1" fmla="*/ 0 h 16"/>
                  <a:gd name="T2" fmla="*/ 11 w 11"/>
                  <a:gd name="T3" fmla="*/ 2 h 16"/>
                  <a:gd name="T4" fmla="*/ 11 w 11"/>
                  <a:gd name="T5" fmla="*/ 2 h 16"/>
                  <a:gd name="T6" fmla="*/ 5 w 11"/>
                  <a:gd name="T7" fmla="*/ 7 h 16"/>
                  <a:gd name="T8" fmla="*/ 5 w 11"/>
                  <a:gd name="T9" fmla="*/ 7 h 16"/>
                  <a:gd name="T10" fmla="*/ 0 w 11"/>
                  <a:gd name="T11" fmla="*/ 16 h 16"/>
                  <a:gd name="T12" fmla="*/ 0 w 11"/>
                  <a:gd name="T13" fmla="*/ 16 h 16"/>
                  <a:gd name="T14" fmla="*/ 0 w 11"/>
                  <a:gd name="T15" fmla="*/ 15 h 16"/>
                  <a:gd name="T16" fmla="*/ 0 w 11"/>
                  <a:gd name="T17" fmla="*/ 15 h 16"/>
                  <a:gd name="T18" fmla="*/ 1 w 11"/>
                  <a:gd name="T19" fmla="*/ 12 h 16"/>
                  <a:gd name="T20" fmla="*/ 2 w 11"/>
                  <a:gd name="T21" fmla="*/ 9 h 16"/>
                  <a:gd name="T22" fmla="*/ 1 w 11"/>
                  <a:gd name="T23" fmla="*/ 7 h 16"/>
                  <a:gd name="T24" fmla="*/ 0 w 11"/>
                  <a:gd name="T25" fmla="*/ 7 h 16"/>
                  <a:gd name="T26" fmla="*/ 0 w 11"/>
                  <a:gd name="T27" fmla="*/ 7 h 16"/>
                  <a:gd name="T28" fmla="*/ 4 w 11"/>
                  <a:gd name="T29" fmla="*/ 5 h 16"/>
                  <a:gd name="T30" fmla="*/ 5 w 11"/>
                  <a:gd name="T31" fmla="*/ 3 h 16"/>
                  <a:gd name="T32" fmla="*/ 7 w 11"/>
                  <a:gd name="T3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" h="16">
                    <a:moveTo>
                      <a:pt x="7" y="0"/>
                    </a:moveTo>
                    <a:lnTo>
                      <a:pt x="11" y="2"/>
                    </a:lnTo>
                    <a:lnTo>
                      <a:pt x="11" y="2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5"/>
                    </a:lnTo>
                    <a:lnTo>
                      <a:pt x="0" y="15"/>
                    </a:lnTo>
                    <a:lnTo>
                      <a:pt x="1" y="12"/>
                    </a:lnTo>
                    <a:lnTo>
                      <a:pt x="2" y="9"/>
                    </a:lnTo>
                    <a:lnTo>
                      <a:pt x="1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4" y="5"/>
                    </a:lnTo>
                    <a:lnTo>
                      <a:pt x="5" y="3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6" name="íŝ1îde"/>
              <p:cNvSpPr/>
              <p:nvPr/>
            </p:nvSpPr>
            <p:spPr bwMode="auto">
              <a:xfrm>
                <a:off x="5426351" y="4470339"/>
                <a:ext cx="36861" cy="49148"/>
              </a:xfrm>
              <a:custGeom>
                <a:avLst/>
                <a:gdLst>
                  <a:gd name="T0" fmla="*/ 7 w 11"/>
                  <a:gd name="T1" fmla="*/ 0 h 16"/>
                  <a:gd name="T2" fmla="*/ 11 w 11"/>
                  <a:gd name="T3" fmla="*/ 2 h 16"/>
                  <a:gd name="T4" fmla="*/ 11 w 11"/>
                  <a:gd name="T5" fmla="*/ 2 h 16"/>
                  <a:gd name="T6" fmla="*/ 5 w 11"/>
                  <a:gd name="T7" fmla="*/ 7 h 16"/>
                  <a:gd name="T8" fmla="*/ 5 w 11"/>
                  <a:gd name="T9" fmla="*/ 7 h 16"/>
                  <a:gd name="T10" fmla="*/ 0 w 11"/>
                  <a:gd name="T11" fmla="*/ 16 h 16"/>
                  <a:gd name="T12" fmla="*/ 0 w 11"/>
                  <a:gd name="T13" fmla="*/ 16 h 16"/>
                  <a:gd name="T14" fmla="*/ 0 w 11"/>
                  <a:gd name="T15" fmla="*/ 15 h 16"/>
                  <a:gd name="T16" fmla="*/ 0 w 11"/>
                  <a:gd name="T17" fmla="*/ 15 h 16"/>
                  <a:gd name="T18" fmla="*/ 1 w 11"/>
                  <a:gd name="T19" fmla="*/ 12 h 16"/>
                  <a:gd name="T20" fmla="*/ 2 w 11"/>
                  <a:gd name="T21" fmla="*/ 9 h 16"/>
                  <a:gd name="T22" fmla="*/ 1 w 11"/>
                  <a:gd name="T23" fmla="*/ 7 h 16"/>
                  <a:gd name="T24" fmla="*/ 0 w 11"/>
                  <a:gd name="T25" fmla="*/ 7 h 16"/>
                  <a:gd name="T26" fmla="*/ 0 w 11"/>
                  <a:gd name="T27" fmla="*/ 7 h 16"/>
                  <a:gd name="T28" fmla="*/ 4 w 11"/>
                  <a:gd name="T29" fmla="*/ 5 h 16"/>
                  <a:gd name="T30" fmla="*/ 5 w 11"/>
                  <a:gd name="T31" fmla="*/ 3 h 16"/>
                  <a:gd name="T32" fmla="*/ 7 w 11"/>
                  <a:gd name="T3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" h="16">
                    <a:moveTo>
                      <a:pt x="7" y="0"/>
                    </a:moveTo>
                    <a:lnTo>
                      <a:pt x="11" y="2"/>
                    </a:lnTo>
                    <a:lnTo>
                      <a:pt x="11" y="2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5"/>
                    </a:lnTo>
                    <a:lnTo>
                      <a:pt x="0" y="15"/>
                    </a:lnTo>
                    <a:lnTo>
                      <a:pt x="1" y="12"/>
                    </a:lnTo>
                    <a:lnTo>
                      <a:pt x="2" y="9"/>
                    </a:lnTo>
                    <a:lnTo>
                      <a:pt x="1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4" y="5"/>
                    </a:lnTo>
                    <a:lnTo>
                      <a:pt x="5" y="3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7" name="isľidé"/>
              <p:cNvSpPr/>
              <p:nvPr/>
            </p:nvSpPr>
            <p:spPr bwMode="auto">
              <a:xfrm>
                <a:off x="4695273" y="4089440"/>
                <a:ext cx="24574" cy="18429"/>
              </a:xfrm>
              <a:custGeom>
                <a:avLst/>
                <a:gdLst>
                  <a:gd name="T0" fmla="*/ 9 w 9"/>
                  <a:gd name="T1" fmla="*/ 0 h 5"/>
                  <a:gd name="T2" fmla="*/ 9 w 9"/>
                  <a:gd name="T3" fmla="*/ 0 h 5"/>
                  <a:gd name="T4" fmla="*/ 5 w 9"/>
                  <a:gd name="T5" fmla="*/ 5 h 5"/>
                  <a:gd name="T6" fmla="*/ 3 w 9"/>
                  <a:gd name="T7" fmla="*/ 5 h 5"/>
                  <a:gd name="T8" fmla="*/ 0 w 9"/>
                  <a:gd name="T9" fmla="*/ 5 h 5"/>
                  <a:gd name="T10" fmla="*/ 0 w 9"/>
                  <a:gd name="T11" fmla="*/ 5 h 5"/>
                  <a:gd name="T12" fmla="*/ 3 w 9"/>
                  <a:gd name="T13" fmla="*/ 0 h 5"/>
                  <a:gd name="T14" fmla="*/ 5 w 9"/>
                  <a:gd name="T15" fmla="*/ 0 h 5"/>
                  <a:gd name="T16" fmla="*/ 9 w 9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5">
                    <a:moveTo>
                      <a:pt x="9" y="0"/>
                    </a:moveTo>
                    <a:lnTo>
                      <a:pt x="9" y="0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8" name="íS1ïḑé"/>
              <p:cNvSpPr/>
              <p:nvPr/>
            </p:nvSpPr>
            <p:spPr bwMode="auto">
              <a:xfrm>
                <a:off x="4695273" y="4089440"/>
                <a:ext cx="24574" cy="18429"/>
              </a:xfrm>
              <a:custGeom>
                <a:avLst/>
                <a:gdLst>
                  <a:gd name="T0" fmla="*/ 9 w 9"/>
                  <a:gd name="T1" fmla="*/ 0 h 5"/>
                  <a:gd name="T2" fmla="*/ 9 w 9"/>
                  <a:gd name="T3" fmla="*/ 0 h 5"/>
                  <a:gd name="T4" fmla="*/ 5 w 9"/>
                  <a:gd name="T5" fmla="*/ 5 h 5"/>
                  <a:gd name="T6" fmla="*/ 3 w 9"/>
                  <a:gd name="T7" fmla="*/ 5 h 5"/>
                  <a:gd name="T8" fmla="*/ 0 w 9"/>
                  <a:gd name="T9" fmla="*/ 5 h 5"/>
                  <a:gd name="T10" fmla="*/ 0 w 9"/>
                  <a:gd name="T11" fmla="*/ 5 h 5"/>
                  <a:gd name="T12" fmla="*/ 3 w 9"/>
                  <a:gd name="T13" fmla="*/ 0 h 5"/>
                  <a:gd name="T14" fmla="*/ 5 w 9"/>
                  <a:gd name="T15" fmla="*/ 0 h 5"/>
                  <a:gd name="T16" fmla="*/ 9 w 9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5">
                    <a:moveTo>
                      <a:pt x="9" y="0"/>
                    </a:moveTo>
                    <a:lnTo>
                      <a:pt x="9" y="0"/>
                    </a:lnTo>
                    <a:lnTo>
                      <a:pt x="5" y="5"/>
                    </a:lnTo>
                    <a:lnTo>
                      <a:pt x="3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9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19" name="isļiḓè"/>
              <p:cNvSpPr/>
              <p:nvPr/>
            </p:nvSpPr>
            <p:spPr bwMode="auto">
              <a:xfrm>
                <a:off x="5395634" y="4501058"/>
                <a:ext cx="30720" cy="55290"/>
              </a:xfrm>
              <a:custGeom>
                <a:avLst/>
                <a:gdLst>
                  <a:gd name="T0" fmla="*/ 2 w 10"/>
                  <a:gd name="T1" fmla="*/ 0 h 17"/>
                  <a:gd name="T2" fmla="*/ 2 w 10"/>
                  <a:gd name="T3" fmla="*/ 0 h 17"/>
                  <a:gd name="T4" fmla="*/ 5 w 10"/>
                  <a:gd name="T5" fmla="*/ 4 h 17"/>
                  <a:gd name="T6" fmla="*/ 10 w 10"/>
                  <a:gd name="T7" fmla="*/ 5 h 17"/>
                  <a:gd name="T8" fmla="*/ 10 w 10"/>
                  <a:gd name="T9" fmla="*/ 5 h 17"/>
                  <a:gd name="T10" fmla="*/ 7 w 10"/>
                  <a:gd name="T11" fmla="*/ 7 h 17"/>
                  <a:gd name="T12" fmla="*/ 5 w 10"/>
                  <a:gd name="T13" fmla="*/ 10 h 17"/>
                  <a:gd name="T14" fmla="*/ 7 w 10"/>
                  <a:gd name="T15" fmla="*/ 13 h 17"/>
                  <a:gd name="T16" fmla="*/ 8 w 10"/>
                  <a:gd name="T17" fmla="*/ 14 h 17"/>
                  <a:gd name="T18" fmla="*/ 8 w 10"/>
                  <a:gd name="T19" fmla="*/ 14 h 17"/>
                  <a:gd name="T20" fmla="*/ 7 w 10"/>
                  <a:gd name="T21" fmla="*/ 15 h 17"/>
                  <a:gd name="T22" fmla="*/ 5 w 10"/>
                  <a:gd name="T23" fmla="*/ 17 h 17"/>
                  <a:gd name="T24" fmla="*/ 4 w 10"/>
                  <a:gd name="T25" fmla="*/ 15 h 17"/>
                  <a:gd name="T26" fmla="*/ 1 w 10"/>
                  <a:gd name="T27" fmla="*/ 15 h 17"/>
                  <a:gd name="T28" fmla="*/ 0 w 10"/>
                  <a:gd name="T29" fmla="*/ 15 h 17"/>
                  <a:gd name="T30" fmla="*/ 0 w 10"/>
                  <a:gd name="T31" fmla="*/ 17 h 17"/>
                  <a:gd name="T32" fmla="*/ 0 w 10"/>
                  <a:gd name="T33" fmla="*/ 17 h 17"/>
                  <a:gd name="T34" fmla="*/ 1 w 10"/>
                  <a:gd name="T35" fmla="*/ 8 h 17"/>
                  <a:gd name="T36" fmla="*/ 1 w 10"/>
                  <a:gd name="T37" fmla="*/ 4 h 17"/>
                  <a:gd name="T38" fmla="*/ 2 w 10"/>
                  <a:gd name="T3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" h="17">
                    <a:moveTo>
                      <a:pt x="2" y="0"/>
                    </a:moveTo>
                    <a:lnTo>
                      <a:pt x="2" y="0"/>
                    </a:lnTo>
                    <a:lnTo>
                      <a:pt x="5" y="4"/>
                    </a:lnTo>
                    <a:lnTo>
                      <a:pt x="10" y="5"/>
                    </a:lnTo>
                    <a:lnTo>
                      <a:pt x="10" y="5"/>
                    </a:lnTo>
                    <a:lnTo>
                      <a:pt x="7" y="7"/>
                    </a:lnTo>
                    <a:lnTo>
                      <a:pt x="5" y="10"/>
                    </a:lnTo>
                    <a:lnTo>
                      <a:pt x="7" y="13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7" y="15"/>
                    </a:lnTo>
                    <a:lnTo>
                      <a:pt x="5" y="17"/>
                    </a:lnTo>
                    <a:lnTo>
                      <a:pt x="4" y="15"/>
                    </a:lnTo>
                    <a:lnTo>
                      <a:pt x="1" y="15"/>
                    </a:lnTo>
                    <a:lnTo>
                      <a:pt x="0" y="15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1" y="8"/>
                    </a:lnTo>
                    <a:lnTo>
                      <a:pt x="1" y="4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0" name="ïšḻïḍe"/>
              <p:cNvSpPr/>
              <p:nvPr/>
            </p:nvSpPr>
            <p:spPr bwMode="auto">
              <a:xfrm>
                <a:off x="5395634" y="4501058"/>
                <a:ext cx="30720" cy="55290"/>
              </a:xfrm>
              <a:custGeom>
                <a:avLst/>
                <a:gdLst>
                  <a:gd name="T0" fmla="*/ 2 w 10"/>
                  <a:gd name="T1" fmla="*/ 0 h 17"/>
                  <a:gd name="T2" fmla="*/ 2 w 10"/>
                  <a:gd name="T3" fmla="*/ 0 h 17"/>
                  <a:gd name="T4" fmla="*/ 5 w 10"/>
                  <a:gd name="T5" fmla="*/ 4 h 17"/>
                  <a:gd name="T6" fmla="*/ 10 w 10"/>
                  <a:gd name="T7" fmla="*/ 5 h 17"/>
                  <a:gd name="T8" fmla="*/ 10 w 10"/>
                  <a:gd name="T9" fmla="*/ 5 h 17"/>
                  <a:gd name="T10" fmla="*/ 7 w 10"/>
                  <a:gd name="T11" fmla="*/ 7 h 17"/>
                  <a:gd name="T12" fmla="*/ 5 w 10"/>
                  <a:gd name="T13" fmla="*/ 10 h 17"/>
                  <a:gd name="T14" fmla="*/ 7 w 10"/>
                  <a:gd name="T15" fmla="*/ 13 h 17"/>
                  <a:gd name="T16" fmla="*/ 8 w 10"/>
                  <a:gd name="T17" fmla="*/ 14 h 17"/>
                  <a:gd name="T18" fmla="*/ 8 w 10"/>
                  <a:gd name="T19" fmla="*/ 14 h 17"/>
                  <a:gd name="T20" fmla="*/ 7 w 10"/>
                  <a:gd name="T21" fmla="*/ 15 h 17"/>
                  <a:gd name="T22" fmla="*/ 5 w 10"/>
                  <a:gd name="T23" fmla="*/ 17 h 17"/>
                  <a:gd name="T24" fmla="*/ 4 w 10"/>
                  <a:gd name="T25" fmla="*/ 15 h 17"/>
                  <a:gd name="T26" fmla="*/ 1 w 10"/>
                  <a:gd name="T27" fmla="*/ 15 h 17"/>
                  <a:gd name="T28" fmla="*/ 0 w 10"/>
                  <a:gd name="T29" fmla="*/ 15 h 17"/>
                  <a:gd name="T30" fmla="*/ 0 w 10"/>
                  <a:gd name="T31" fmla="*/ 17 h 17"/>
                  <a:gd name="T32" fmla="*/ 0 w 10"/>
                  <a:gd name="T33" fmla="*/ 17 h 17"/>
                  <a:gd name="T34" fmla="*/ 1 w 10"/>
                  <a:gd name="T35" fmla="*/ 8 h 17"/>
                  <a:gd name="T36" fmla="*/ 1 w 10"/>
                  <a:gd name="T37" fmla="*/ 4 h 17"/>
                  <a:gd name="T38" fmla="*/ 2 w 10"/>
                  <a:gd name="T3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" h="17">
                    <a:moveTo>
                      <a:pt x="2" y="0"/>
                    </a:moveTo>
                    <a:lnTo>
                      <a:pt x="2" y="0"/>
                    </a:lnTo>
                    <a:lnTo>
                      <a:pt x="5" y="4"/>
                    </a:lnTo>
                    <a:lnTo>
                      <a:pt x="10" y="5"/>
                    </a:lnTo>
                    <a:lnTo>
                      <a:pt x="10" y="5"/>
                    </a:lnTo>
                    <a:lnTo>
                      <a:pt x="7" y="7"/>
                    </a:lnTo>
                    <a:lnTo>
                      <a:pt x="5" y="10"/>
                    </a:lnTo>
                    <a:lnTo>
                      <a:pt x="7" y="13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7" y="15"/>
                    </a:lnTo>
                    <a:lnTo>
                      <a:pt x="5" y="17"/>
                    </a:lnTo>
                    <a:lnTo>
                      <a:pt x="4" y="15"/>
                    </a:lnTo>
                    <a:lnTo>
                      <a:pt x="1" y="15"/>
                    </a:lnTo>
                    <a:lnTo>
                      <a:pt x="0" y="15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1" y="8"/>
                    </a:lnTo>
                    <a:lnTo>
                      <a:pt x="1" y="4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1" name="iśḻiḍe"/>
              <p:cNvSpPr/>
              <p:nvPr/>
            </p:nvSpPr>
            <p:spPr bwMode="auto">
              <a:xfrm>
                <a:off x="5469358" y="4568635"/>
                <a:ext cx="24574" cy="24574"/>
              </a:xfrm>
              <a:custGeom>
                <a:avLst/>
                <a:gdLst>
                  <a:gd name="T0" fmla="*/ 6 w 7"/>
                  <a:gd name="T1" fmla="*/ 0 h 9"/>
                  <a:gd name="T2" fmla="*/ 6 w 7"/>
                  <a:gd name="T3" fmla="*/ 0 h 9"/>
                  <a:gd name="T4" fmla="*/ 7 w 7"/>
                  <a:gd name="T5" fmla="*/ 3 h 9"/>
                  <a:gd name="T6" fmla="*/ 6 w 7"/>
                  <a:gd name="T7" fmla="*/ 7 h 9"/>
                  <a:gd name="T8" fmla="*/ 3 w 7"/>
                  <a:gd name="T9" fmla="*/ 9 h 9"/>
                  <a:gd name="T10" fmla="*/ 1 w 7"/>
                  <a:gd name="T11" fmla="*/ 9 h 9"/>
                  <a:gd name="T12" fmla="*/ 0 w 7"/>
                  <a:gd name="T13" fmla="*/ 9 h 9"/>
                  <a:gd name="T14" fmla="*/ 0 w 7"/>
                  <a:gd name="T15" fmla="*/ 9 h 9"/>
                  <a:gd name="T16" fmla="*/ 3 w 7"/>
                  <a:gd name="T17" fmla="*/ 4 h 9"/>
                  <a:gd name="T18" fmla="*/ 6 w 7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9">
                    <a:moveTo>
                      <a:pt x="6" y="0"/>
                    </a:moveTo>
                    <a:lnTo>
                      <a:pt x="6" y="0"/>
                    </a:lnTo>
                    <a:lnTo>
                      <a:pt x="7" y="3"/>
                    </a:lnTo>
                    <a:lnTo>
                      <a:pt x="6" y="7"/>
                    </a:lnTo>
                    <a:lnTo>
                      <a:pt x="3" y="9"/>
                    </a:lnTo>
                    <a:lnTo>
                      <a:pt x="1" y="9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3" y="4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2" name="ïṧḻíďe"/>
              <p:cNvSpPr/>
              <p:nvPr/>
            </p:nvSpPr>
            <p:spPr bwMode="auto">
              <a:xfrm>
                <a:off x="5469358" y="4568635"/>
                <a:ext cx="24574" cy="24574"/>
              </a:xfrm>
              <a:custGeom>
                <a:avLst/>
                <a:gdLst>
                  <a:gd name="T0" fmla="*/ 6 w 7"/>
                  <a:gd name="T1" fmla="*/ 0 h 9"/>
                  <a:gd name="T2" fmla="*/ 6 w 7"/>
                  <a:gd name="T3" fmla="*/ 0 h 9"/>
                  <a:gd name="T4" fmla="*/ 7 w 7"/>
                  <a:gd name="T5" fmla="*/ 3 h 9"/>
                  <a:gd name="T6" fmla="*/ 6 w 7"/>
                  <a:gd name="T7" fmla="*/ 7 h 9"/>
                  <a:gd name="T8" fmla="*/ 3 w 7"/>
                  <a:gd name="T9" fmla="*/ 9 h 9"/>
                  <a:gd name="T10" fmla="*/ 1 w 7"/>
                  <a:gd name="T11" fmla="*/ 9 h 9"/>
                  <a:gd name="T12" fmla="*/ 0 w 7"/>
                  <a:gd name="T13" fmla="*/ 9 h 9"/>
                  <a:gd name="T14" fmla="*/ 0 w 7"/>
                  <a:gd name="T15" fmla="*/ 9 h 9"/>
                  <a:gd name="T16" fmla="*/ 3 w 7"/>
                  <a:gd name="T17" fmla="*/ 4 h 9"/>
                  <a:gd name="T18" fmla="*/ 6 w 7"/>
                  <a:gd name="T1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9">
                    <a:moveTo>
                      <a:pt x="6" y="0"/>
                    </a:moveTo>
                    <a:lnTo>
                      <a:pt x="6" y="0"/>
                    </a:lnTo>
                    <a:lnTo>
                      <a:pt x="7" y="3"/>
                    </a:lnTo>
                    <a:lnTo>
                      <a:pt x="6" y="7"/>
                    </a:lnTo>
                    <a:lnTo>
                      <a:pt x="3" y="9"/>
                    </a:lnTo>
                    <a:lnTo>
                      <a:pt x="1" y="9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3" y="4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3" name="iṧliďe"/>
              <p:cNvSpPr/>
              <p:nvPr/>
            </p:nvSpPr>
            <p:spPr bwMode="auto">
              <a:xfrm>
                <a:off x="5371061" y="4556348"/>
                <a:ext cx="12287" cy="43003"/>
              </a:xfrm>
              <a:custGeom>
                <a:avLst/>
                <a:gdLst>
                  <a:gd name="T0" fmla="*/ 4 w 4"/>
                  <a:gd name="T1" fmla="*/ 0 h 14"/>
                  <a:gd name="T2" fmla="*/ 4 w 4"/>
                  <a:gd name="T3" fmla="*/ 0 h 14"/>
                  <a:gd name="T4" fmla="*/ 4 w 4"/>
                  <a:gd name="T5" fmla="*/ 4 h 14"/>
                  <a:gd name="T6" fmla="*/ 4 w 4"/>
                  <a:gd name="T7" fmla="*/ 7 h 14"/>
                  <a:gd name="T8" fmla="*/ 3 w 4"/>
                  <a:gd name="T9" fmla="*/ 11 h 14"/>
                  <a:gd name="T10" fmla="*/ 0 w 4"/>
                  <a:gd name="T11" fmla="*/ 14 h 14"/>
                  <a:gd name="T12" fmla="*/ 0 w 4"/>
                  <a:gd name="T13" fmla="*/ 14 h 14"/>
                  <a:gd name="T14" fmla="*/ 0 w 4"/>
                  <a:gd name="T15" fmla="*/ 11 h 14"/>
                  <a:gd name="T16" fmla="*/ 0 w 4"/>
                  <a:gd name="T17" fmla="*/ 7 h 14"/>
                  <a:gd name="T18" fmla="*/ 4 w 4"/>
                  <a:gd name="T1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14">
                    <a:moveTo>
                      <a:pt x="4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4" y="7"/>
                    </a:lnTo>
                    <a:lnTo>
                      <a:pt x="3" y="11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4" name="iṥḻïdè"/>
              <p:cNvSpPr/>
              <p:nvPr/>
            </p:nvSpPr>
            <p:spPr bwMode="auto">
              <a:xfrm>
                <a:off x="5371061" y="4556348"/>
                <a:ext cx="12287" cy="43003"/>
              </a:xfrm>
              <a:custGeom>
                <a:avLst/>
                <a:gdLst>
                  <a:gd name="T0" fmla="*/ 4 w 4"/>
                  <a:gd name="T1" fmla="*/ 0 h 14"/>
                  <a:gd name="T2" fmla="*/ 4 w 4"/>
                  <a:gd name="T3" fmla="*/ 0 h 14"/>
                  <a:gd name="T4" fmla="*/ 4 w 4"/>
                  <a:gd name="T5" fmla="*/ 4 h 14"/>
                  <a:gd name="T6" fmla="*/ 4 w 4"/>
                  <a:gd name="T7" fmla="*/ 7 h 14"/>
                  <a:gd name="T8" fmla="*/ 3 w 4"/>
                  <a:gd name="T9" fmla="*/ 11 h 14"/>
                  <a:gd name="T10" fmla="*/ 0 w 4"/>
                  <a:gd name="T11" fmla="*/ 14 h 14"/>
                  <a:gd name="T12" fmla="*/ 0 w 4"/>
                  <a:gd name="T13" fmla="*/ 14 h 14"/>
                  <a:gd name="T14" fmla="*/ 0 w 4"/>
                  <a:gd name="T15" fmla="*/ 11 h 14"/>
                  <a:gd name="T16" fmla="*/ 0 w 4"/>
                  <a:gd name="T17" fmla="*/ 7 h 14"/>
                  <a:gd name="T18" fmla="*/ 4 w 4"/>
                  <a:gd name="T1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14">
                    <a:moveTo>
                      <a:pt x="4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4" y="7"/>
                    </a:lnTo>
                    <a:lnTo>
                      <a:pt x="3" y="11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5" name="íSḻïḑe"/>
              <p:cNvSpPr/>
              <p:nvPr/>
            </p:nvSpPr>
            <p:spPr bwMode="auto">
              <a:xfrm>
                <a:off x="5346487" y="4556348"/>
                <a:ext cx="18433" cy="30716"/>
              </a:xfrm>
              <a:custGeom>
                <a:avLst/>
                <a:gdLst>
                  <a:gd name="T0" fmla="*/ 4 w 6"/>
                  <a:gd name="T1" fmla="*/ 0 h 10"/>
                  <a:gd name="T2" fmla="*/ 4 w 6"/>
                  <a:gd name="T3" fmla="*/ 0 h 10"/>
                  <a:gd name="T4" fmla="*/ 6 w 6"/>
                  <a:gd name="T5" fmla="*/ 3 h 10"/>
                  <a:gd name="T6" fmla="*/ 6 w 6"/>
                  <a:gd name="T7" fmla="*/ 6 h 10"/>
                  <a:gd name="T8" fmla="*/ 3 w 6"/>
                  <a:gd name="T9" fmla="*/ 8 h 10"/>
                  <a:gd name="T10" fmla="*/ 0 w 6"/>
                  <a:gd name="T11" fmla="*/ 10 h 10"/>
                  <a:gd name="T12" fmla="*/ 0 w 6"/>
                  <a:gd name="T13" fmla="*/ 10 h 10"/>
                  <a:gd name="T14" fmla="*/ 0 w 6"/>
                  <a:gd name="T15" fmla="*/ 7 h 10"/>
                  <a:gd name="T16" fmla="*/ 1 w 6"/>
                  <a:gd name="T17" fmla="*/ 6 h 10"/>
                  <a:gd name="T18" fmla="*/ 4 w 6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10">
                    <a:moveTo>
                      <a:pt x="4" y="0"/>
                    </a:moveTo>
                    <a:lnTo>
                      <a:pt x="4" y="0"/>
                    </a:lnTo>
                    <a:lnTo>
                      <a:pt x="6" y="3"/>
                    </a:lnTo>
                    <a:lnTo>
                      <a:pt x="6" y="6"/>
                    </a:lnTo>
                    <a:lnTo>
                      <a:pt x="3" y="8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1" y="6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6" name="íṡḷídê"/>
              <p:cNvSpPr/>
              <p:nvPr/>
            </p:nvSpPr>
            <p:spPr bwMode="auto">
              <a:xfrm>
                <a:off x="5346487" y="4556348"/>
                <a:ext cx="18433" cy="30716"/>
              </a:xfrm>
              <a:custGeom>
                <a:avLst/>
                <a:gdLst>
                  <a:gd name="T0" fmla="*/ 4 w 6"/>
                  <a:gd name="T1" fmla="*/ 0 h 10"/>
                  <a:gd name="T2" fmla="*/ 4 w 6"/>
                  <a:gd name="T3" fmla="*/ 0 h 10"/>
                  <a:gd name="T4" fmla="*/ 6 w 6"/>
                  <a:gd name="T5" fmla="*/ 3 h 10"/>
                  <a:gd name="T6" fmla="*/ 6 w 6"/>
                  <a:gd name="T7" fmla="*/ 6 h 10"/>
                  <a:gd name="T8" fmla="*/ 3 w 6"/>
                  <a:gd name="T9" fmla="*/ 8 h 10"/>
                  <a:gd name="T10" fmla="*/ 0 w 6"/>
                  <a:gd name="T11" fmla="*/ 10 h 10"/>
                  <a:gd name="T12" fmla="*/ 0 w 6"/>
                  <a:gd name="T13" fmla="*/ 10 h 10"/>
                  <a:gd name="T14" fmla="*/ 0 w 6"/>
                  <a:gd name="T15" fmla="*/ 7 h 10"/>
                  <a:gd name="T16" fmla="*/ 1 w 6"/>
                  <a:gd name="T17" fmla="*/ 6 h 10"/>
                  <a:gd name="T18" fmla="*/ 4 w 6"/>
                  <a:gd name="T1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10">
                    <a:moveTo>
                      <a:pt x="4" y="0"/>
                    </a:moveTo>
                    <a:lnTo>
                      <a:pt x="4" y="0"/>
                    </a:lnTo>
                    <a:lnTo>
                      <a:pt x="6" y="3"/>
                    </a:lnTo>
                    <a:lnTo>
                      <a:pt x="6" y="6"/>
                    </a:lnTo>
                    <a:lnTo>
                      <a:pt x="3" y="8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1" y="6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7" name="îśļïďê"/>
              <p:cNvSpPr/>
              <p:nvPr/>
            </p:nvSpPr>
            <p:spPr bwMode="auto">
              <a:xfrm>
                <a:off x="5407922" y="4666930"/>
                <a:ext cx="30720" cy="49148"/>
              </a:xfrm>
              <a:custGeom>
                <a:avLst/>
                <a:gdLst>
                  <a:gd name="T0" fmla="*/ 8 w 8"/>
                  <a:gd name="T1" fmla="*/ 0 h 16"/>
                  <a:gd name="T2" fmla="*/ 8 w 8"/>
                  <a:gd name="T3" fmla="*/ 0 h 16"/>
                  <a:gd name="T4" fmla="*/ 8 w 8"/>
                  <a:gd name="T5" fmla="*/ 0 h 16"/>
                  <a:gd name="T6" fmla="*/ 8 w 8"/>
                  <a:gd name="T7" fmla="*/ 1 h 16"/>
                  <a:gd name="T8" fmla="*/ 6 w 8"/>
                  <a:gd name="T9" fmla="*/ 7 h 16"/>
                  <a:gd name="T10" fmla="*/ 3 w 8"/>
                  <a:gd name="T11" fmla="*/ 13 h 16"/>
                  <a:gd name="T12" fmla="*/ 0 w 8"/>
                  <a:gd name="T13" fmla="*/ 16 h 16"/>
                  <a:gd name="T14" fmla="*/ 0 w 8"/>
                  <a:gd name="T15" fmla="*/ 16 h 16"/>
                  <a:gd name="T16" fmla="*/ 0 w 8"/>
                  <a:gd name="T17" fmla="*/ 13 h 16"/>
                  <a:gd name="T18" fmla="*/ 3 w 8"/>
                  <a:gd name="T19" fmla="*/ 9 h 16"/>
                  <a:gd name="T20" fmla="*/ 8 w 8"/>
                  <a:gd name="T2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16">
                    <a:moveTo>
                      <a:pt x="8" y="0"/>
                    </a:moveTo>
                    <a:lnTo>
                      <a:pt x="8" y="0"/>
                    </a:lnTo>
                    <a:lnTo>
                      <a:pt x="8" y="0"/>
                    </a:lnTo>
                    <a:lnTo>
                      <a:pt x="8" y="1"/>
                    </a:lnTo>
                    <a:lnTo>
                      <a:pt x="6" y="7"/>
                    </a:lnTo>
                    <a:lnTo>
                      <a:pt x="3" y="13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3"/>
                    </a:lnTo>
                    <a:lnTo>
                      <a:pt x="3" y="9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8" name="ïṧ1îḋe"/>
              <p:cNvSpPr/>
              <p:nvPr/>
            </p:nvSpPr>
            <p:spPr bwMode="auto">
              <a:xfrm>
                <a:off x="5407922" y="4666930"/>
                <a:ext cx="30720" cy="49148"/>
              </a:xfrm>
              <a:custGeom>
                <a:avLst/>
                <a:gdLst>
                  <a:gd name="T0" fmla="*/ 8 w 8"/>
                  <a:gd name="T1" fmla="*/ 0 h 16"/>
                  <a:gd name="T2" fmla="*/ 8 w 8"/>
                  <a:gd name="T3" fmla="*/ 0 h 16"/>
                  <a:gd name="T4" fmla="*/ 8 w 8"/>
                  <a:gd name="T5" fmla="*/ 0 h 16"/>
                  <a:gd name="T6" fmla="*/ 8 w 8"/>
                  <a:gd name="T7" fmla="*/ 1 h 16"/>
                  <a:gd name="T8" fmla="*/ 6 w 8"/>
                  <a:gd name="T9" fmla="*/ 7 h 16"/>
                  <a:gd name="T10" fmla="*/ 3 w 8"/>
                  <a:gd name="T11" fmla="*/ 13 h 16"/>
                  <a:gd name="T12" fmla="*/ 0 w 8"/>
                  <a:gd name="T13" fmla="*/ 16 h 16"/>
                  <a:gd name="T14" fmla="*/ 0 w 8"/>
                  <a:gd name="T15" fmla="*/ 16 h 16"/>
                  <a:gd name="T16" fmla="*/ 0 w 8"/>
                  <a:gd name="T17" fmla="*/ 13 h 16"/>
                  <a:gd name="T18" fmla="*/ 3 w 8"/>
                  <a:gd name="T19" fmla="*/ 9 h 16"/>
                  <a:gd name="T20" fmla="*/ 8 w 8"/>
                  <a:gd name="T21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16">
                    <a:moveTo>
                      <a:pt x="8" y="0"/>
                    </a:moveTo>
                    <a:lnTo>
                      <a:pt x="8" y="0"/>
                    </a:lnTo>
                    <a:lnTo>
                      <a:pt x="8" y="0"/>
                    </a:lnTo>
                    <a:lnTo>
                      <a:pt x="8" y="1"/>
                    </a:lnTo>
                    <a:lnTo>
                      <a:pt x="6" y="7"/>
                    </a:lnTo>
                    <a:lnTo>
                      <a:pt x="3" y="13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0" y="13"/>
                    </a:lnTo>
                    <a:lnTo>
                      <a:pt x="3" y="9"/>
                    </a:lnTo>
                    <a:lnTo>
                      <a:pt x="8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29" name="iş1îḓê"/>
              <p:cNvSpPr/>
              <p:nvPr/>
            </p:nvSpPr>
            <p:spPr bwMode="auto">
              <a:xfrm>
                <a:off x="3657016" y="3530381"/>
                <a:ext cx="24574" cy="18429"/>
              </a:xfrm>
              <a:custGeom>
                <a:avLst/>
                <a:gdLst>
                  <a:gd name="T0" fmla="*/ 5 w 7"/>
                  <a:gd name="T1" fmla="*/ 3 h 6"/>
                  <a:gd name="T2" fmla="*/ 5 w 7"/>
                  <a:gd name="T3" fmla="*/ 3 h 6"/>
                  <a:gd name="T4" fmla="*/ 7 w 7"/>
                  <a:gd name="T5" fmla="*/ 6 h 6"/>
                  <a:gd name="T6" fmla="*/ 7 w 7"/>
                  <a:gd name="T7" fmla="*/ 6 h 6"/>
                  <a:gd name="T8" fmla="*/ 7 w 7"/>
                  <a:gd name="T9" fmla="*/ 6 h 6"/>
                  <a:gd name="T10" fmla="*/ 0 w 7"/>
                  <a:gd name="T11" fmla="*/ 0 h 6"/>
                  <a:gd name="T12" fmla="*/ 0 w 7"/>
                  <a:gd name="T13" fmla="*/ 0 h 6"/>
                  <a:gd name="T14" fmla="*/ 5 w 7"/>
                  <a:gd name="T15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6">
                    <a:moveTo>
                      <a:pt x="5" y="3"/>
                    </a:moveTo>
                    <a:lnTo>
                      <a:pt x="5" y="3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0" name="i$lîḑè"/>
              <p:cNvSpPr/>
              <p:nvPr/>
            </p:nvSpPr>
            <p:spPr bwMode="auto">
              <a:xfrm>
                <a:off x="3657016" y="3530381"/>
                <a:ext cx="24574" cy="18429"/>
              </a:xfrm>
              <a:custGeom>
                <a:avLst/>
                <a:gdLst>
                  <a:gd name="T0" fmla="*/ 5 w 7"/>
                  <a:gd name="T1" fmla="*/ 3 h 6"/>
                  <a:gd name="T2" fmla="*/ 5 w 7"/>
                  <a:gd name="T3" fmla="*/ 3 h 6"/>
                  <a:gd name="T4" fmla="*/ 7 w 7"/>
                  <a:gd name="T5" fmla="*/ 6 h 6"/>
                  <a:gd name="T6" fmla="*/ 7 w 7"/>
                  <a:gd name="T7" fmla="*/ 6 h 6"/>
                  <a:gd name="T8" fmla="*/ 7 w 7"/>
                  <a:gd name="T9" fmla="*/ 6 h 6"/>
                  <a:gd name="T10" fmla="*/ 0 w 7"/>
                  <a:gd name="T11" fmla="*/ 0 h 6"/>
                  <a:gd name="T12" fmla="*/ 0 w 7"/>
                  <a:gd name="T13" fmla="*/ 0 h 6"/>
                  <a:gd name="T14" fmla="*/ 5 w 7"/>
                  <a:gd name="T15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6">
                    <a:moveTo>
                      <a:pt x="5" y="3"/>
                    </a:moveTo>
                    <a:lnTo>
                      <a:pt x="5" y="3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1" name="islîdé"/>
              <p:cNvSpPr/>
              <p:nvPr/>
            </p:nvSpPr>
            <p:spPr bwMode="auto">
              <a:xfrm>
                <a:off x="5266619" y="4623929"/>
                <a:ext cx="24574" cy="55290"/>
              </a:xfrm>
              <a:custGeom>
                <a:avLst/>
                <a:gdLst>
                  <a:gd name="T0" fmla="*/ 7 w 8"/>
                  <a:gd name="T1" fmla="*/ 0 h 19"/>
                  <a:gd name="T2" fmla="*/ 7 w 8"/>
                  <a:gd name="T3" fmla="*/ 0 h 19"/>
                  <a:gd name="T4" fmla="*/ 8 w 8"/>
                  <a:gd name="T5" fmla="*/ 2 h 19"/>
                  <a:gd name="T6" fmla="*/ 8 w 8"/>
                  <a:gd name="T7" fmla="*/ 3 h 19"/>
                  <a:gd name="T8" fmla="*/ 7 w 8"/>
                  <a:gd name="T9" fmla="*/ 10 h 19"/>
                  <a:gd name="T10" fmla="*/ 7 w 8"/>
                  <a:gd name="T11" fmla="*/ 10 h 19"/>
                  <a:gd name="T12" fmla="*/ 3 w 8"/>
                  <a:gd name="T13" fmla="*/ 17 h 19"/>
                  <a:gd name="T14" fmla="*/ 1 w 8"/>
                  <a:gd name="T15" fmla="*/ 19 h 19"/>
                  <a:gd name="T16" fmla="*/ 0 w 8"/>
                  <a:gd name="T17" fmla="*/ 19 h 19"/>
                  <a:gd name="T18" fmla="*/ 0 w 8"/>
                  <a:gd name="T19" fmla="*/ 19 h 19"/>
                  <a:gd name="T20" fmla="*/ 0 w 8"/>
                  <a:gd name="T21" fmla="*/ 16 h 19"/>
                  <a:gd name="T22" fmla="*/ 3 w 8"/>
                  <a:gd name="T23" fmla="*/ 10 h 19"/>
                  <a:gd name="T24" fmla="*/ 5 w 8"/>
                  <a:gd name="T25" fmla="*/ 5 h 19"/>
                  <a:gd name="T26" fmla="*/ 7 w 8"/>
                  <a:gd name="T2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" h="19">
                    <a:moveTo>
                      <a:pt x="7" y="0"/>
                    </a:moveTo>
                    <a:lnTo>
                      <a:pt x="7" y="0"/>
                    </a:lnTo>
                    <a:lnTo>
                      <a:pt x="8" y="2"/>
                    </a:lnTo>
                    <a:lnTo>
                      <a:pt x="8" y="3"/>
                    </a:lnTo>
                    <a:lnTo>
                      <a:pt x="7" y="10"/>
                    </a:lnTo>
                    <a:lnTo>
                      <a:pt x="7" y="10"/>
                    </a:lnTo>
                    <a:lnTo>
                      <a:pt x="3" y="17"/>
                    </a:lnTo>
                    <a:lnTo>
                      <a:pt x="1" y="19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6"/>
                    </a:lnTo>
                    <a:lnTo>
                      <a:pt x="3" y="10"/>
                    </a:lnTo>
                    <a:lnTo>
                      <a:pt x="5" y="5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2" name="iṣḷíḍé"/>
              <p:cNvSpPr/>
              <p:nvPr/>
            </p:nvSpPr>
            <p:spPr bwMode="auto">
              <a:xfrm>
                <a:off x="5266619" y="4623929"/>
                <a:ext cx="24574" cy="55290"/>
              </a:xfrm>
              <a:custGeom>
                <a:avLst/>
                <a:gdLst>
                  <a:gd name="T0" fmla="*/ 7 w 8"/>
                  <a:gd name="T1" fmla="*/ 0 h 19"/>
                  <a:gd name="T2" fmla="*/ 7 w 8"/>
                  <a:gd name="T3" fmla="*/ 0 h 19"/>
                  <a:gd name="T4" fmla="*/ 8 w 8"/>
                  <a:gd name="T5" fmla="*/ 2 h 19"/>
                  <a:gd name="T6" fmla="*/ 8 w 8"/>
                  <a:gd name="T7" fmla="*/ 3 h 19"/>
                  <a:gd name="T8" fmla="*/ 7 w 8"/>
                  <a:gd name="T9" fmla="*/ 10 h 19"/>
                  <a:gd name="T10" fmla="*/ 7 w 8"/>
                  <a:gd name="T11" fmla="*/ 10 h 19"/>
                  <a:gd name="T12" fmla="*/ 3 w 8"/>
                  <a:gd name="T13" fmla="*/ 17 h 19"/>
                  <a:gd name="T14" fmla="*/ 1 w 8"/>
                  <a:gd name="T15" fmla="*/ 19 h 19"/>
                  <a:gd name="T16" fmla="*/ 0 w 8"/>
                  <a:gd name="T17" fmla="*/ 19 h 19"/>
                  <a:gd name="T18" fmla="*/ 0 w 8"/>
                  <a:gd name="T19" fmla="*/ 19 h 19"/>
                  <a:gd name="T20" fmla="*/ 0 w 8"/>
                  <a:gd name="T21" fmla="*/ 16 h 19"/>
                  <a:gd name="T22" fmla="*/ 3 w 8"/>
                  <a:gd name="T23" fmla="*/ 10 h 19"/>
                  <a:gd name="T24" fmla="*/ 5 w 8"/>
                  <a:gd name="T25" fmla="*/ 5 h 19"/>
                  <a:gd name="T26" fmla="*/ 7 w 8"/>
                  <a:gd name="T2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" h="19">
                    <a:moveTo>
                      <a:pt x="7" y="0"/>
                    </a:moveTo>
                    <a:lnTo>
                      <a:pt x="7" y="0"/>
                    </a:lnTo>
                    <a:lnTo>
                      <a:pt x="8" y="2"/>
                    </a:lnTo>
                    <a:lnTo>
                      <a:pt x="8" y="3"/>
                    </a:lnTo>
                    <a:lnTo>
                      <a:pt x="7" y="10"/>
                    </a:lnTo>
                    <a:lnTo>
                      <a:pt x="7" y="10"/>
                    </a:lnTo>
                    <a:lnTo>
                      <a:pt x="3" y="17"/>
                    </a:lnTo>
                    <a:lnTo>
                      <a:pt x="1" y="19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6"/>
                    </a:lnTo>
                    <a:lnTo>
                      <a:pt x="3" y="10"/>
                    </a:lnTo>
                    <a:lnTo>
                      <a:pt x="5" y="5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3" name="ísļide"/>
              <p:cNvSpPr/>
              <p:nvPr/>
            </p:nvSpPr>
            <p:spPr bwMode="auto">
              <a:xfrm>
                <a:off x="5555367" y="4881957"/>
                <a:ext cx="30720" cy="24574"/>
              </a:xfrm>
              <a:custGeom>
                <a:avLst/>
                <a:gdLst>
                  <a:gd name="T0" fmla="*/ 10 w 10"/>
                  <a:gd name="T1" fmla="*/ 3 h 9"/>
                  <a:gd name="T2" fmla="*/ 6 w 10"/>
                  <a:gd name="T3" fmla="*/ 9 h 9"/>
                  <a:gd name="T4" fmla="*/ 6 w 10"/>
                  <a:gd name="T5" fmla="*/ 9 h 9"/>
                  <a:gd name="T6" fmla="*/ 4 w 10"/>
                  <a:gd name="T7" fmla="*/ 9 h 9"/>
                  <a:gd name="T8" fmla="*/ 1 w 10"/>
                  <a:gd name="T9" fmla="*/ 6 h 9"/>
                  <a:gd name="T10" fmla="*/ 0 w 10"/>
                  <a:gd name="T11" fmla="*/ 5 h 9"/>
                  <a:gd name="T12" fmla="*/ 1 w 10"/>
                  <a:gd name="T13" fmla="*/ 0 h 9"/>
                  <a:gd name="T14" fmla="*/ 1 w 10"/>
                  <a:gd name="T15" fmla="*/ 0 h 9"/>
                  <a:gd name="T16" fmla="*/ 4 w 10"/>
                  <a:gd name="T17" fmla="*/ 2 h 9"/>
                  <a:gd name="T18" fmla="*/ 6 w 10"/>
                  <a:gd name="T19" fmla="*/ 2 h 9"/>
                  <a:gd name="T20" fmla="*/ 7 w 10"/>
                  <a:gd name="T21" fmla="*/ 2 h 9"/>
                  <a:gd name="T22" fmla="*/ 10 w 10"/>
                  <a:gd name="T23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9">
                    <a:moveTo>
                      <a:pt x="10" y="3"/>
                    </a:moveTo>
                    <a:lnTo>
                      <a:pt x="6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1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4" name="iṧḻïḓé"/>
              <p:cNvSpPr/>
              <p:nvPr/>
            </p:nvSpPr>
            <p:spPr bwMode="auto">
              <a:xfrm>
                <a:off x="5555367" y="4881957"/>
                <a:ext cx="30720" cy="24574"/>
              </a:xfrm>
              <a:custGeom>
                <a:avLst/>
                <a:gdLst>
                  <a:gd name="T0" fmla="*/ 10 w 10"/>
                  <a:gd name="T1" fmla="*/ 3 h 9"/>
                  <a:gd name="T2" fmla="*/ 6 w 10"/>
                  <a:gd name="T3" fmla="*/ 9 h 9"/>
                  <a:gd name="T4" fmla="*/ 6 w 10"/>
                  <a:gd name="T5" fmla="*/ 9 h 9"/>
                  <a:gd name="T6" fmla="*/ 4 w 10"/>
                  <a:gd name="T7" fmla="*/ 9 h 9"/>
                  <a:gd name="T8" fmla="*/ 1 w 10"/>
                  <a:gd name="T9" fmla="*/ 6 h 9"/>
                  <a:gd name="T10" fmla="*/ 0 w 10"/>
                  <a:gd name="T11" fmla="*/ 5 h 9"/>
                  <a:gd name="T12" fmla="*/ 1 w 10"/>
                  <a:gd name="T13" fmla="*/ 0 h 9"/>
                  <a:gd name="T14" fmla="*/ 1 w 10"/>
                  <a:gd name="T15" fmla="*/ 0 h 9"/>
                  <a:gd name="T16" fmla="*/ 4 w 10"/>
                  <a:gd name="T17" fmla="*/ 2 h 9"/>
                  <a:gd name="T18" fmla="*/ 6 w 10"/>
                  <a:gd name="T19" fmla="*/ 2 h 9"/>
                  <a:gd name="T20" fmla="*/ 7 w 10"/>
                  <a:gd name="T21" fmla="*/ 2 h 9"/>
                  <a:gd name="T22" fmla="*/ 10 w 10"/>
                  <a:gd name="T23" fmla="*/ 3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9">
                    <a:moveTo>
                      <a:pt x="10" y="3"/>
                    </a:moveTo>
                    <a:lnTo>
                      <a:pt x="6" y="9"/>
                    </a:lnTo>
                    <a:lnTo>
                      <a:pt x="6" y="9"/>
                    </a:lnTo>
                    <a:lnTo>
                      <a:pt x="4" y="9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1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5" name="iṥļiḍê"/>
              <p:cNvSpPr/>
              <p:nvPr/>
            </p:nvSpPr>
            <p:spPr bwMode="auto">
              <a:xfrm>
                <a:off x="3736884" y="3597958"/>
                <a:ext cx="12287" cy="12287"/>
              </a:xfrm>
              <a:custGeom>
                <a:avLst/>
                <a:gdLst>
                  <a:gd name="T0" fmla="*/ 0 w 4"/>
                  <a:gd name="T1" fmla="*/ 0 h 5"/>
                  <a:gd name="T2" fmla="*/ 0 w 4"/>
                  <a:gd name="T3" fmla="*/ 0 h 5"/>
                  <a:gd name="T4" fmla="*/ 3 w 4"/>
                  <a:gd name="T5" fmla="*/ 3 h 5"/>
                  <a:gd name="T6" fmla="*/ 4 w 4"/>
                  <a:gd name="T7" fmla="*/ 5 h 5"/>
                  <a:gd name="T8" fmla="*/ 4 w 4"/>
                  <a:gd name="T9" fmla="*/ 5 h 5"/>
                  <a:gd name="T10" fmla="*/ 1 w 4"/>
                  <a:gd name="T11" fmla="*/ 2 h 5"/>
                  <a:gd name="T12" fmla="*/ 0 w 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lnTo>
                      <a:pt x="0" y="0"/>
                    </a:lnTo>
                    <a:lnTo>
                      <a:pt x="3" y="3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1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6" name="îşļíḓê"/>
              <p:cNvSpPr/>
              <p:nvPr/>
            </p:nvSpPr>
            <p:spPr bwMode="auto">
              <a:xfrm>
                <a:off x="3736884" y="3597958"/>
                <a:ext cx="12287" cy="12287"/>
              </a:xfrm>
              <a:custGeom>
                <a:avLst/>
                <a:gdLst>
                  <a:gd name="T0" fmla="*/ 0 w 4"/>
                  <a:gd name="T1" fmla="*/ 0 h 5"/>
                  <a:gd name="T2" fmla="*/ 0 w 4"/>
                  <a:gd name="T3" fmla="*/ 0 h 5"/>
                  <a:gd name="T4" fmla="*/ 3 w 4"/>
                  <a:gd name="T5" fmla="*/ 3 h 5"/>
                  <a:gd name="T6" fmla="*/ 4 w 4"/>
                  <a:gd name="T7" fmla="*/ 5 h 5"/>
                  <a:gd name="T8" fmla="*/ 4 w 4"/>
                  <a:gd name="T9" fmla="*/ 5 h 5"/>
                  <a:gd name="T10" fmla="*/ 1 w 4"/>
                  <a:gd name="T11" fmla="*/ 2 h 5"/>
                  <a:gd name="T12" fmla="*/ 0 w 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lnTo>
                      <a:pt x="0" y="0"/>
                    </a:lnTo>
                    <a:lnTo>
                      <a:pt x="3" y="3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1" y="2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7" name="îSḷíḍé"/>
              <p:cNvSpPr/>
              <p:nvPr/>
            </p:nvSpPr>
            <p:spPr bwMode="auto">
              <a:xfrm>
                <a:off x="3730738" y="3597958"/>
                <a:ext cx="12287" cy="18429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0 h 4"/>
                  <a:gd name="T4" fmla="*/ 2 w 2"/>
                  <a:gd name="T5" fmla="*/ 3 h 4"/>
                  <a:gd name="T6" fmla="*/ 2 w 2"/>
                  <a:gd name="T7" fmla="*/ 4 h 4"/>
                  <a:gd name="T8" fmla="*/ 2 w 2"/>
                  <a:gd name="T9" fmla="*/ 4 h 4"/>
                  <a:gd name="T10" fmla="*/ 0 w 2"/>
                  <a:gd name="T11" fmla="*/ 1 h 4"/>
                  <a:gd name="T12" fmla="*/ 0 w 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8" name="íŝļîḋé"/>
              <p:cNvSpPr/>
              <p:nvPr/>
            </p:nvSpPr>
            <p:spPr bwMode="auto">
              <a:xfrm>
                <a:off x="3730738" y="3597958"/>
                <a:ext cx="12287" cy="18429"/>
              </a:xfrm>
              <a:custGeom>
                <a:avLst/>
                <a:gdLst>
                  <a:gd name="T0" fmla="*/ 0 w 2"/>
                  <a:gd name="T1" fmla="*/ 0 h 4"/>
                  <a:gd name="T2" fmla="*/ 0 w 2"/>
                  <a:gd name="T3" fmla="*/ 0 h 4"/>
                  <a:gd name="T4" fmla="*/ 2 w 2"/>
                  <a:gd name="T5" fmla="*/ 3 h 4"/>
                  <a:gd name="T6" fmla="*/ 2 w 2"/>
                  <a:gd name="T7" fmla="*/ 4 h 4"/>
                  <a:gd name="T8" fmla="*/ 2 w 2"/>
                  <a:gd name="T9" fmla="*/ 4 h 4"/>
                  <a:gd name="T10" fmla="*/ 0 w 2"/>
                  <a:gd name="T11" fmla="*/ 1 h 4"/>
                  <a:gd name="T12" fmla="*/ 0 w 2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39" name="iš1iḍê"/>
              <p:cNvSpPr/>
              <p:nvPr/>
            </p:nvSpPr>
            <p:spPr bwMode="auto">
              <a:xfrm>
                <a:off x="5223617" y="4789802"/>
                <a:ext cx="30720" cy="18429"/>
              </a:xfrm>
              <a:custGeom>
                <a:avLst/>
                <a:gdLst>
                  <a:gd name="T0" fmla="*/ 4 w 10"/>
                  <a:gd name="T1" fmla="*/ 0 h 6"/>
                  <a:gd name="T2" fmla="*/ 4 w 10"/>
                  <a:gd name="T3" fmla="*/ 0 h 6"/>
                  <a:gd name="T4" fmla="*/ 4 w 10"/>
                  <a:gd name="T5" fmla="*/ 1 h 6"/>
                  <a:gd name="T6" fmla="*/ 6 w 10"/>
                  <a:gd name="T7" fmla="*/ 1 h 6"/>
                  <a:gd name="T8" fmla="*/ 7 w 10"/>
                  <a:gd name="T9" fmla="*/ 1 h 6"/>
                  <a:gd name="T10" fmla="*/ 10 w 10"/>
                  <a:gd name="T11" fmla="*/ 3 h 6"/>
                  <a:gd name="T12" fmla="*/ 10 w 10"/>
                  <a:gd name="T13" fmla="*/ 3 h 6"/>
                  <a:gd name="T14" fmla="*/ 4 w 10"/>
                  <a:gd name="T15" fmla="*/ 6 h 6"/>
                  <a:gd name="T16" fmla="*/ 3 w 10"/>
                  <a:gd name="T17" fmla="*/ 6 h 6"/>
                  <a:gd name="T18" fmla="*/ 0 w 10"/>
                  <a:gd name="T19" fmla="*/ 4 h 6"/>
                  <a:gd name="T20" fmla="*/ 0 w 10"/>
                  <a:gd name="T21" fmla="*/ 4 h 6"/>
                  <a:gd name="T22" fmla="*/ 4 w 10"/>
                  <a:gd name="T2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6">
                    <a:moveTo>
                      <a:pt x="4" y="0"/>
                    </a:moveTo>
                    <a:lnTo>
                      <a:pt x="4" y="0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4" y="6"/>
                    </a:lnTo>
                    <a:lnTo>
                      <a:pt x="3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0" name="í$ľîḑè"/>
              <p:cNvSpPr/>
              <p:nvPr/>
            </p:nvSpPr>
            <p:spPr bwMode="auto">
              <a:xfrm>
                <a:off x="5223617" y="4789802"/>
                <a:ext cx="30720" cy="18429"/>
              </a:xfrm>
              <a:custGeom>
                <a:avLst/>
                <a:gdLst>
                  <a:gd name="T0" fmla="*/ 4 w 10"/>
                  <a:gd name="T1" fmla="*/ 0 h 6"/>
                  <a:gd name="T2" fmla="*/ 4 w 10"/>
                  <a:gd name="T3" fmla="*/ 0 h 6"/>
                  <a:gd name="T4" fmla="*/ 4 w 10"/>
                  <a:gd name="T5" fmla="*/ 1 h 6"/>
                  <a:gd name="T6" fmla="*/ 6 w 10"/>
                  <a:gd name="T7" fmla="*/ 1 h 6"/>
                  <a:gd name="T8" fmla="*/ 7 w 10"/>
                  <a:gd name="T9" fmla="*/ 1 h 6"/>
                  <a:gd name="T10" fmla="*/ 10 w 10"/>
                  <a:gd name="T11" fmla="*/ 3 h 6"/>
                  <a:gd name="T12" fmla="*/ 10 w 10"/>
                  <a:gd name="T13" fmla="*/ 3 h 6"/>
                  <a:gd name="T14" fmla="*/ 4 w 10"/>
                  <a:gd name="T15" fmla="*/ 6 h 6"/>
                  <a:gd name="T16" fmla="*/ 3 w 10"/>
                  <a:gd name="T17" fmla="*/ 6 h 6"/>
                  <a:gd name="T18" fmla="*/ 0 w 10"/>
                  <a:gd name="T19" fmla="*/ 4 h 6"/>
                  <a:gd name="T20" fmla="*/ 0 w 10"/>
                  <a:gd name="T21" fmla="*/ 4 h 6"/>
                  <a:gd name="T22" fmla="*/ 4 w 10"/>
                  <a:gd name="T2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6">
                    <a:moveTo>
                      <a:pt x="4" y="0"/>
                    </a:moveTo>
                    <a:lnTo>
                      <a:pt x="4" y="0"/>
                    </a:lnTo>
                    <a:lnTo>
                      <a:pt x="4" y="1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4" y="6"/>
                    </a:lnTo>
                    <a:lnTo>
                      <a:pt x="3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1" name="i$lïďè"/>
              <p:cNvSpPr/>
              <p:nvPr/>
            </p:nvSpPr>
            <p:spPr bwMode="auto">
              <a:xfrm>
                <a:off x="5149894" y="4808234"/>
                <a:ext cx="18433" cy="24574"/>
              </a:xfrm>
              <a:custGeom>
                <a:avLst/>
                <a:gdLst>
                  <a:gd name="T0" fmla="*/ 4 w 5"/>
                  <a:gd name="T1" fmla="*/ 9 h 9"/>
                  <a:gd name="T2" fmla="*/ 4 w 5"/>
                  <a:gd name="T3" fmla="*/ 9 h 9"/>
                  <a:gd name="T4" fmla="*/ 3 w 5"/>
                  <a:gd name="T5" fmla="*/ 7 h 9"/>
                  <a:gd name="T6" fmla="*/ 3 w 5"/>
                  <a:gd name="T7" fmla="*/ 6 h 9"/>
                  <a:gd name="T8" fmla="*/ 4 w 5"/>
                  <a:gd name="T9" fmla="*/ 5 h 9"/>
                  <a:gd name="T10" fmla="*/ 4 w 5"/>
                  <a:gd name="T11" fmla="*/ 5 h 9"/>
                  <a:gd name="T12" fmla="*/ 1 w 5"/>
                  <a:gd name="T13" fmla="*/ 3 h 9"/>
                  <a:gd name="T14" fmla="*/ 0 w 5"/>
                  <a:gd name="T15" fmla="*/ 3 h 9"/>
                  <a:gd name="T16" fmla="*/ 0 w 5"/>
                  <a:gd name="T17" fmla="*/ 3 h 9"/>
                  <a:gd name="T18" fmla="*/ 0 w 5"/>
                  <a:gd name="T19" fmla="*/ 2 h 9"/>
                  <a:gd name="T20" fmla="*/ 1 w 5"/>
                  <a:gd name="T21" fmla="*/ 0 h 9"/>
                  <a:gd name="T22" fmla="*/ 4 w 5"/>
                  <a:gd name="T23" fmla="*/ 2 h 9"/>
                  <a:gd name="T24" fmla="*/ 5 w 5"/>
                  <a:gd name="T25" fmla="*/ 5 h 9"/>
                  <a:gd name="T26" fmla="*/ 5 w 5"/>
                  <a:gd name="T27" fmla="*/ 6 h 9"/>
                  <a:gd name="T28" fmla="*/ 4 w 5"/>
                  <a:gd name="T2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" h="9">
                    <a:moveTo>
                      <a:pt x="4" y="9"/>
                    </a:moveTo>
                    <a:lnTo>
                      <a:pt x="4" y="9"/>
                    </a:lnTo>
                    <a:lnTo>
                      <a:pt x="3" y="7"/>
                    </a:lnTo>
                    <a:lnTo>
                      <a:pt x="3" y="6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4" y="2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4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2" name="ï$ľîḑe"/>
              <p:cNvSpPr/>
              <p:nvPr/>
            </p:nvSpPr>
            <p:spPr bwMode="auto">
              <a:xfrm>
                <a:off x="5149894" y="4808234"/>
                <a:ext cx="18433" cy="24574"/>
              </a:xfrm>
              <a:custGeom>
                <a:avLst/>
                <a:gdLst>
                  <a:gd name="T0" fmla="*/ 4 w 5"/>
                  <a:gd name="T1" fmla="*/ 9 h 9"/>
                  <a:gd name="T2" fmla="*/ 4 w 5"/>
                  <a:gd name="T3" fmla="*/ 9 h 9"/>
                  <a:gd name="T4" fmla="*/ 3 w 5"/>
                  <a:gd name="T5" fmla="*/ 7 h 9"/>
                  <a:gd name="T6" fmla="*/ 3 w 5"/>
                  <a:gd name="T7" fmla="*/ 6 h 9"/>
                  <a:gd name="T8" fmla="*/ 4 w 5"/>
                  <a:gd name="T9" fmla="*/ 5 h 9"/>
                  <a:gd name="T10" fmla="*/ 4 w 5"/>
                  <a:gd name="T11" fmla="*/ 5 h 9"/>
                  <a:gd name="T12" fmla="*/ 1 w 5"/>
                  <a:gd name="T13" fmla="*/ 3 h 9"/>
                  <a:gd name="T14" fmla="*/ 0 w 5"/>
                  <a:gd name="T15" fmla="*/ 3 h 9"/>
                  <a:gd name="T16" fmla="*/ 0 w 5"/>
                  <a:gd name="T17" fmla="*/ 3 h 9"/>
                  <a:gd name="T18" fmla="*/ 0 w 5"/>
                  <a:gd name="T19" fmla="*/ 2 h 9"/>
                  <a:gd name="T20" fmla="*/ 1 w 5"/>
                  <a:gd name="T21" fmla="*/ 0 h 9"/>
                  <a:gd name="T22" fmla="*/ 4 w 5"/>
                  <a:gd name="T23" fmla="*/ 2 h 9"/>
                  <a:gd name="T24" fmla="*/ 5 w 5"/>
                  <a:gd name="T25" fmla="*/ 5 h 9"/>
                  <a:gd name="T26" fmla="*/ 5 w 5"/>
                  <a:gd name="T27" fmla="*/ 6 h 9"/>
                  <a:gd name="T28" fmla="*/ 4 w 5"/>
                  <a:gd name="T2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" h="9">
                    <a:moveTo>
                      <a:pt x="4" y="9"/>
                    </a:moveTo>
                    <a:lnTo>
                      <a:pt x="4" y="9"/>
                    </a:lnTo>
                    <a:lnTo>
                      <a:pt x="3" y="7"/>
                    </a:lnTo>
                    <a:lnTo>
                      <a:pt x="3" y="6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4" y="2"/>
                    </a:lnTo>
                    <a:lnTo>
                      <a:pt x="5" y="5"/>
                    </a:lnTo>
                    <a:lnTo>
                      <a:pt x="5" y="6"/>
                    </a:lnTo>
                    <a:lnTo>
                      <a:pt x="4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3" name="íṧľíḑê"/>
              <p:cNvSpPr/>
              <p:nvPr/>
            </p:nvSpPr>
            <p:spPr bwMode="auto">
              <a:xfrm>
                <a:off x="5303481" y="4980253"/>
                <a:ext cx="55294" cy="61435"/>
              </a:xfrm>
              <a:custGeom>
                <a:avLst/>
                <a:gdLst>
                  <a:gd name="T0" fmla="*/ 17 w 17"/>
                  <a:gd name="T1" fmla="*/ 0 h 20"/>
                  <a:gd name="T2" fmla="*/ 17 w 17"/>
                  <a:gd name="T3" fmla="*/ 0 h 20"/>
                  <a:gd name="T4" fmla="*/ 12 w 17"/>
                  <a:gd name="T5" fmla="*/ 6 h 20"/>
                  <a:gd name="T6" fmla="*/ 8 w 17"/>
                  <a:gd name="T7" fmla="*/ 10 h 20"/>
                  <a:gd name="T8" fmla="*/ 5 w 17"/>
                  <a:gd name="T9" fmla="*/ 15 h 20"/>
                  <a:gd name="T10" fmla="*/ 1 w 17"/>
                  <a:gd name="T11" fmla="*/ 20 h 20"/>
                  <a:gd name="T12" fmla="*/ 1 w 17"/>
                  <a:gd name="T13" fmla="*/ 20 h 20"/>
                  <a:gd name="T14" fmla="*/ 0 w 17"/>
                  <a:gd name="T15" fmla="*/ 17 h 20"/>
                  <a:gd name="T16" fmla="*/ 1 w 17"/>
                  <a:gd name="T17" fmla="*/ 15 h 20"/>
                  <a:gd name="T18" fmla="*/ 5 w 17"/>
                  <a:gd name="T19" fmla="*/ 9 h 20"/>
                  <a:gd name="T20" fmla="*/ 11 w 17"/>
                  <a:gd name="T21" fmla="*/ 3 h 20"/>
                  <a:gd name="T22" fmla="*/ 17 w 17"/>
                  <a:gd name="T2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" h="20">
                    <a:moveTo>
                      <a:pt x="17" y="0"/>
                    </a:moveTo>
                    <a:lnTo>
                      <a:pt x="17" y="0"/>
                    </a:lnTo>
                    <a:lnTo>
                      <a:pt x="12" y="6"/>
                    </a:lnTo>
                    <a:lnTo>
                      <a:pt x="8" y="10"/>
                    </a:lnTo>
                    <a:lnTo>
                      <a:pt x="5" y="15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0" y="17"/>
                    </a:lnTo>
                    <a:lnTo>
                      <a:pt x="1" y="15"/>
                    </a:lnTo>
                    <a:lnTo>
                      <a:pt x="5" y="9"/>
                    </a:lnTo>
                    <a:lnTo>
                      <a:pt x="11" y="3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4" name="iṣlïďé"/>
              <p:cNvSpPr/>
              <p:nvPr/>
            </p:nvSpPr>
            <p:spPr bwMode="auto">
              <a:xfrm>
                <a:off x="5303481" y="4980253"/>
                <a:ext cx="55294" cy="61435"/>
              </a:xfrm>
              <a:custGeom>
                <a:avLst/>
                <a:gdLst>
                  <a:gd name="T0" fmla="*/ 17 w 17"/>
                  <a:gd name="T1" fmla="*/ 0 h 20"/>
                  <a:gd name="T2" fmla="*/ 17 w 17"/>
                  <a:gd name="T3" fmla="*/ 0 h 20"/>
                  <a:gd name="T4" fmla="*/ 12 w 17"/>
                  <a:gd name="T5" fmla="*/ 6 h 20"/>
                  <a:gd name="T6" fmla="*/ 8 w 17"/>
                  <a:gd name="T7" fmla="*/ 10 h 20"/>
                  <a:gd name="T8" fmla="*/ 5 w 17"/>
                  <a:gd name="T9" fmla="*/ 15 h 20"/>
                  <a:gd name="T10" fmla="*/ 1 w 17"/>
                  <a:gd name="T11" fmla="*/ 20 h 20"/>
                  <a:gd name="T12" fmla="*/ 1 w 17"/>
                  <a:gd name="T13" fmla="*/ 20 h 20"/>
                  <a:gd name="T14" fmla="*/ 0 w 17"/>
                  <a:gd name="T15" fmla="*/ 17 h 20"/>
                  <a:gd name="T16" fmla="*/ 1 w 17"/>
                  <a:gd name="T17" fmla="*/ 15 h 20"/>
                  <a:gd name="T18" fmla="*/ 5 w 17"/>
                  <a:gd name="T19" fmla="*/ 9 h 20"/>
                  <a:gd name="T20" fmla="*/ 11 w 17"/>
                  <a:gd name="T21" fmla="*/ 3 h 20"/>
                  <a:gd name="T22" fmla="*/ 17 w 17"/>
                  <a:gd name="T2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" h="20">
                    <a:moveTo>
                      <a:pt x="17" y="0"/>
                    </a:moveTo>
                    <a:lnTo>
                      <a:pt x="17" y="0"/>
                    </a:lnTo>
                    <a:lnTo>
                      <a:pt x="12" y="6"/>
                    </a:lnTo>
                    <a:lnTo>
                      <a:pt x="8" y="10"/>
                    </a:lnTo>
                    <a:lnTo>
                      <a:pt x="5" y="15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0" y="17"/>
                    </a:lnTo>
                    <a:lnTo>
                      <a:pt x="1" y="15"/>
                    </a:lnTo>
                    <a:lnTo>
                      <a:pt x="5" y="9"/>
                    </a:lnTo>
                    <a:lnTo>
                      <a:pt x="11" y="3"/>
                    </a:lnTo>
                    <a:lnTo>
                      <a:pt x="1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5" name="îṩļïḓé"/>
              <p:cNvSpPr/>
              <p:nvPr/>
            </p:nvSpPr>
            <p:spPr bwMode="auto">
              <a:xfrm>
                <a:off x="5113033" y="4851237"/>
                <a:ext cx="24574" cy="36861"/>
              </a:xfrm>
              <a:custGeom>
                <a:avLst/>
                <a:gdLst>
                  <a:gd name="T0" fmla="*/ 7 w 8"/>
                  <a:gd name="T1" fmla="*/ 0 h 12"/>
                  <a:gd name="T2" fmla="*/ 7 w 8"/>
                  <a:gd name="T3" fmla="*/ 0 h 12"/>
                  <a:gd name="T4" fmla="*/ 8 w 8"/>
                  <a:gd name="T5" fmla="*/ 2 h 12"/>
                  <a:gd name="T6" fmla="*/ 8 w 8"/>
                  <a:gd name="T7" fmla="*/ 5 h 12"/>
                  <a:gd name="T8" fmla="*/ 7 w 8"/>
                  <a:gd name="T9" fmla="*/ 12 h 12"/>
                  <a:gd name="T10" fmla="*/ 7 w 8"/>
                  <a:gd name="T11" fmla="*/ 12 h 12"/>
                  <a:gd name="T12" fmla="*/ 6 w 8"/>
                  <a:gd name="T13" fmla="*/ 9 h 12"/>
                  <a:gd name="T14" fmla="*/ 4 w 8"/>
                  <a:gd name="T15" fmla="*/ 8 h 12"/>
                  <a:gd name="T16" fmla="*/ 3 w 8"/>
                  <a:gd name="T17" fmla="*/ 11 h 12"/>
                  <a:gd name="T18" fmla="*/ 3 w 8"/>
                  <a:gd name="T19" fmla="*/ 11 h 12"/>
                  <a:gd name="T20" fmla="*/ 1 w 8"/>
                  <a:gd name="T21" fmla="*/ 9 h 12"/>
                  <a:gd name="T22" fmla="*/ 1 w 8"/>
                  <a:gd name="T23" fmla="*/ 7 h 12"/>
                  <a:gd name="T24" fmla="*/ 1 w 8"/>
                  <a:gd name="T25" fmla="*/ 5 h 12"/>
                  <a:gd name="T26" fmla="*/ 0 w 8"/>
                  <a:gd name="T27" fmla="*/ 7 h 12"/>
                  <a:gd name="T28" fmla="*/ 0 w 8"/>
                  <a:gd name="T29" fmla="*/ 7 h 12"/>
                  <a:gd name="T30" fmla="*/ 0 w 8"/>
                  <a:gd name="T31" fmla="*/ 4 h 12"/>
                  <a:gd name="T32" fmla="*/ 1 w 8"/>
                  <a:gd name="T33" fmla="*/ 2 h 12"/>
                  <a:gd name="T34" fmla="*/ 3 w 8"/>
                  <a:gd name="T35" fmla="*/ 2 h 12"/>
                  <a:gd name="T36" fmla="*/ 6 w 8"/>
                  <a:gd name="T37" fmla="*/ 2 h 12"/>
                  <a:gd name="T38" fmla="*/ 7 w 8"/>
                  <a:gd name="T39" fmla="*/ 2 h 12"/>
                  <a:gd name="T40" fmla="*/ 7 w 8"/>
                  <a:gd name="T4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" h="12">
                    <a:moveTo>
                      <a:pt x="7" y="0"/>
                    </a:moveTo>
                    <a:lnTo>
                      <a:pt x="7" y="0"/>
                    </a:lnTo>
                    <a:lnTo>
                      <a:pt x="8" y="2"/>
                    </a:lnTo>
                    <a:lnTo>
                      <a:pt x="8" y="5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6" y="9"/>
                    </a:lnTo>
                    <a:lnTo>
                      <a:pt x="4" y="8"/>
                    </a:lnTo>
                    <a:lnTo>
                      <a:pt x="3" y="11"/>
                    </a:lnTo>
                    <a:lnTo>
                      <a:pt x="3" y="11"/>
                    </a:lnTo>
                    <a:lnTo>
                      <a:pt x="1" y="9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6" name="íşľíḍe"/>
              <p:cNvSpPr/>
              <p:nvPr/>
            </p:nvSpPr>
            <p:spPr bwMode="auto">
              <a:xfrm>
                <a:off x="5113033" y="4851237"/>
                <a:ext cx="24574" cy="36861"/>
              </a:xfrm>
              <a:custGeom>
                <a:avLst/>
                <a:gdLst>
                  <a:gd name="T0" fmla="*/ 7 w 8"/>
                  <a:gd name="T1" fmla="*/ 0 h 12"/>
                  <a:gd name="T2" fmla="*/ 7 w 8"/>
                  <a:gd name="T3" fmla="*/ 0 h 12"/>
                  <a:gd name="T4" fmla="*/ 8 w 8"/>
                  <a:gd name="T5" fmla="*/ 2 h 12"/>
                  <a:gd name="T6" fmla="*/ 8 w 8"/>
                  <a:gd name="T7" fmla="*/ 5 h 12"/>
                  <a:gd name="T8" fmla="*/ 7 w 8"/>
                  <a:gd name="T9" fmla="*/ 12 h 12"/>
                  <a:gd name="T10" fmla="*/ 7 w 8"/>
                  <a:gd name="T11" fmla="*/ 12 h 12"/>
                  <a:gd name="T12" fmla="*/ 6 w 8"/>
                  <a:gd name="T13" fmla="*/ 9 h 12"/>
                  <a:gd name="T14" fmla="*/ 4 w 8"/>
                  <a:gd name="T15" fmla="*/ 8 h 12"/>
                  <a:gd name="T16" fmla="*/ 3 w 8"/>
                  <a:gd name="T17" fmla="*/ 11 h 12"/>
                  <a:gd name="T18" fmla="*/ 3 w 8"/>
                  <a:gd name="T19" fmla="*/ 11 h 12"/>
                  <a:gd name="T20" fmla="*/ 1 w 8"/>
                  <a:gd name="T21" fmla="*/ 9 h 12"/>
                  <a:gd name="T22" fmla="*/ 1 w 8"/>
                  <a:gd name="T23" fmla="*/ 7 h 12"/>
                  <a:gd name="T24" fmla="*/ 1 w 8"/>
                  <a:gd name="T25" fmla="*/ 5 h 12"/>
                  <a:gd name="T26" fmla="*/ 0 w 8"/>
                  <a:gd name="T27" fmla="*/ 7 h 12"/>
                  <a:gd name="T28" fmla="*/ 0 w 8"/>
                  <a:gd name="T29" fmla="*/ 7 h 12"/>
                  <a:gd name="T30" fmla="*/ 0 w 8"/>
                  <a:gd name="T31" fmla="*/ 4 h 12"/>
                  <a:gd name="T32" fmla="*/ 1 w 8"/>
                  <a:gd name="T33" fmla="*/ 2 h 12"/>
                  <a:gd name="T34" fmla="*/ 3 w 8"/>
                  <a:gd name="T35" fmla="*/ 2 h 12"/>
                  <a:gd name="T36" fmla="*/ 6 w 8"/>
                  <a:gd name="T37" fmla="*/ 2 h 12"/>
                  <a:gd name="T38" fmla="*/ 7 w 8"/>
                  <a:gd name="T39" fmla="*/ 2 h 12"/>
                  <a:gd name="T40" fmla="*/ 7 w 8"/>
                  <a:gd name="T4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" h="12">
                    <a:moveTo>
                      <a:pt x="7" y="0"/>
                    </a:moveTo>
                    <a:lnTo>
                      <a:pt x="7" y="0"/>
                    </a:lnTo>
                    <a:lnTo>
                      <a:pt x="8" y="2"/>
                    </a:lnTo>
                    <a:lnTo>
                      <a:pt x="8" y="5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6" y="9"/>
                    </a:lnTo>
                    <a:lnTo>
                      <a:pt x="4" y="8"/>
                    </a:lnTo>
                    <a:lnTo>
                      <a:pt x="3" y="11"/>
                    </a:lnTo>
                    <a:lnTo>
                      <a:pt x="3" y="11"/>
                    </a:lnTo>
                    <a:lnTo>
                      <a:pt x="1" y="9"/>
                    </a:lnTo>
                    <a:lnTo>
                      <a:pt x="1" y="7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7" name="íṡḷiḑe"/>
              <p:cNvSpPr/>
              <p:nvPr/>
            </p:nvSpPr>
            <p:spPr bwMode="auto">
              <a:xfrm>
                <a:off x="5131462" y="4888098"/>
                <a:ext cx="49148" cy="55290"/>
              </a:xfrm>
              <a:custGeom>
                <a:avLst/>
                <a:gdLst>
                  <a:gd name="T0" fmla="*/ 17 w 17"/>
                  <a:gd name="T1" fmla="*/ 0 h 17"/>
                  <a:gd name="T2" fmla="*/ 17 w 17"/>
                  <a:gd name="T3" fmla="*/ 0 h 17"/>
                  <a:gd name="T4" fmla="*/ 17 w 17"/>
                  <a:gd name="T5" fmla="*/ 3 h 17"/>
                  <a:gd name="T6" fmla="*/ 15 w 17"/>
                  <a:gd name="T7" fmla="*/ 5 h 17"/>
                  <a:gd name="T8" fmla="*/ 11 w 17"/>
                  <a:gd name="T9" fmla="*/ 10 h 17"/>
                  <a:gd name="T10" fmla="*/ 11 w 17"/>
                  <a:gd name="T11" fmla="*/ 10 h 17"/>
                  <a:gd name="T12" fmla="*/ 0 w 17"/>
                  <a:gd name="T13" fmla="*/ 17 h 17"/>
                  <a:gd name="T14" fmla="*/ 0 w 17"/>
                  <a:gd name="T15" fmla="*/ 17 h 17"/>
                  <a:gd name="T16" fmla="*/ 1 w 17"/>
                  <a:gd name="T17" fmla="*/ 15 h 17"/>
                  <a:gd name="T18" fmla="*/ 4 w 17"/>
                  <a:gd name="T19" fmla="*/ 12 h 17"/>
                  <a:gd name="T20" fmla="*/ 8 w 17"/>
                  <a:gd name="T21" fmla="*/ 9 h 17"/>
                  <a:gd name="T22" fmla="*/ 8 w 17"/>
                  <a:gd name="T23" fmla="*/ 9 h 17"/>
                  <a:gd name="T24" fmla="*/ 12 w 17"/>
                  <a:gd name="T25" fmla="*/ 5 h 17"/>
                  <a:gd name="T26" fmla="*/ 15 w 17"/>
                  <a:gd name="T27" fmla="*/ 3 h 17"/>
                  <a:gd name="T28" fmla="*/ 17 w 17"/>
                  <a:gd name="T2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17">
                    <a:moveTo>
                      <a:pt x="17" y="0"/>
                    </a:moveTo>
                    <a:lnTo>
                      <a:pt x="17" y="0"/>
                    </a:lnTo>
                    <a:lnTo>
                      <a:pt x="17" y="3"/>
                    </a:lnTo>
                    <a:lnTo>
                      <a:pt x="15" y="5"/>
                    </a:lnTo>
                    <a:lnTo>
                      <a:pt x="11" y="10"/>
                    </a:lnTo>
                    <a:lnTo>
                      <a:pt x="11" y="10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1" y="15"/>
                    </a:lnTo>
                    <a:lnTo>
                      <a:pt x="4" y="12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12" y="5"/>
                    </a:lnTo>
                    <a:lnTo>
                      <a:pt x="15" y="3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8" name="iṡľiḑé"/>
              <p:cNvSpPr/>
              <p:nvPr/>
            </p:nvSpPr>
            <p:spPr bwMode="auto">
              <a:xfrm>
                <a:off x="5131462" y="4888098"/>
                <a:ext cx="49148" cy="55290"/>
              </a:xfrm>
              <a:custGeom>
                <a:avLst/>
                <a:gdLst>
                  <a:gd name="T0" fmla="*/ 17 w 17"/>
                  <a:gd name="T1" fmla="*/ 0 h 17"/>
                  <a:gd name="T2" fmla="*/ 17 w 17"/>
                  <a:gd name="T3" fmla="*/ 0 h 17"/>
                  <a:gd name="T4" fmla="*/ 17 w 17"/>
                  <a:gd name="T5" fmla="*/ 3 h 17"/>
                  <a:gd name="T6" fmla="*/ 15 w 17"/>
                  <a:gd name="T7" fmla="*/ 5 h 17"/>
                  <a:gd name="T8" fmla="*/ 11 w 17"/>
                  <a:gd name="T9" fmla="*/ 10 h 17"/>
                  <a:gd name="T10" fmla="*/ 11 w 17"/>
                  <a:gd name="T11" fmla="*/ 10 h 17"/>
                  <a:gd name="T12" fmla="*/ 0 w 17"/>
                  <a:gd name="T13" fmla="*/ 17 h 17"/>
                  <a:gd name="T14" fmla="*/ 0 w 17"/>
                  <a:gd name="T15" fmla="*/ 17 h 17"/>
                  <a:gd name="T16" fmla="*/ 1 w 17"/>
                  <a:gd name="T17" fmla="*/ 15 h 17"/>
                  <a:gd name="T18" fmla="*/ 4 w 17"/>
                  <a:gd name="T19" fmla="*/ 12 h 17"/>
                  <a:gd name="T20" fmla="*/ 8 w 17"/>
                  <a:gd name="T21" fmla="*/ 9 h 17"/>
                  <a:gd name="T22" fmla="*/ 8 w 17"/>
                  <a:gd name="T23" fmla="*/ 9 h 17"/>
                  <a:gd name="T24" fmla="*/ 12 w 17"/>
                  <a:gd name="T25" fmla="*/ 5 h 17"/>
                  <a:gd name="T26" fmla="*/ 15 w 17"/>
                  <a:gd name="T27" fmla="*/ 3 h 17"/>
                  <a:gd name="T28" fmla="*/ 17 w 17"/>
                  <a:gd name="T29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17">
                    <a:moveTo>
                      <a:pt x="17" y="0"/>
                    </a:moveTo>
                    <a:lnTo>
                      <a:pt x="17" y="0"/>
                    </a:lnTo>
                    <a:lnTo>
                      <a:pt x="17" y="3"/>
                    </a:lnTo>
                    <a:lnTo>
                      <a:pt x="15" y="5"/>
                    </a:lnTo>
                    <a:lnTo>
                      <a:pt x="11" y="10"/>
                    </a:lnTo>
                    <a:lnTo>
                      <a:pt x="11" y="10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1" y="15"/>
                    </a:lnTo>
                    <a:lnTo>
                      <a:pt x="4" y="12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12" y="5"/>
                    </a:lnTo>
                    <a:lnTo>
                      <a:pt x="15" y="3"/>
                    </a:lnTo>
                    <a:lnTo>
                      <a:pt x="1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49" name="ísļíḑê"/>
              <p:cNvSpPr/>
              <p:nvPr/>
            </p:nvSpPr>
            <p:spPr bwMode="auto">
              <a:xfrm>
                <a:off x="3687735" y="3591817"/>
                <a:ext cx="12287" cy="6142"/>
              </a:xfrm>
              <a:custGeom>
                <a:avLst/>
                <a:gdLst>
                  <a:gd name="T0" fmla="*/ 3 w 5"/>
                  <a:gd name="T1" fmla="*/ 1 h 3"/>
                  <a:gd name="T2" fmla="*/ 3 w 5"/>
                  <a:gd name="T3" fmla="*/ 1 h 3"/>
                  <a:gd name="T4" fmla="*/ 5 w 5"/>
                  <a:gd name="T5" fmla="*/ 3 h 3"/>
                  <a:gd name="T6" fmla="*/ 3 w 5"/>
                  <a:gd name="T7" fmla="*/ 1 h 3"/>
                  <a:gd name="T8" fmla="*/ 2 w 5"/>
                  <a:gd name="T9" fmla="*/ 1 h 3"/>
                  <a:gd name="T10" fmla="*/ 0 w 5"/>
                  <a:gd name="T11" fmla="*/ 1 h 3"/>
                  <a:gd name="T12" fmla="*/ 0 w 5"/>
                  <a:gd name="T13" fmla="*/ 1 h 3"/>
                  <a:gd name="T14" fmla="*/ 0 w 5"/>
                  <a:gd name="T15" fmla="*/ 0 h 3"/>
                  <a:gd name="T16" fmla="*/ 0 w 5"/>
                  <a:gd name="T17" fmla="*/ 0 h 3"/>
                  <a:gd name="T18" fmla="*/ 3 w 5"/>
                  <a:gd name="T1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3">
                    <a:moveTo>
                      <a:pt x="3" y="1"/>
                    </a:moveTo>
                    <a:lnTo>
                      <a:pt x="3" y="1"/>
                    </a:lnTo>
                    <a:lnTo>
                      <a:pt x="5" y="3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0" name="isľîḋè"/>
              <p:cNvSpPr/>
              <p:nvPr/>
            </p:nvSpPr>
            <p:spPr bwMode="auto">
              <a:xfrm>
                <a:off x="3687735" y="3591817"/>
                <a:ext cx="12287" cy="6142"/>
              </a:xfrm>
              <a:custGeom>
                <a:avLst/>
                <a:gdLst>
                  <a:gd name="T0" fmla="*/ 3 w 5"/>
                  <a:gd name="T1" fmla="*/ 1 h 3"/>
                  <a:gd name="T2" fmla="*/ 3 w 5"/>
                  <a:gd name="T3" fmla="*/ 1 h 3"/>
                  <a:gd name="T4" fmla="*/ 5 w 5"/>
                  <a:gd name="T5" fmla="*/ 3 h 3"/>
                  <a:gd name="T6" fmla="*/ 3 w 5"/>
                  <a:gd name="T7" fmla="*/ 1 h 3"/>
                  <a:gd name="T8" fmla="*/ 2 w 5"/>
                  <a:gd name="T9" fmla="*/ 1 h 3"/>
                  <a:gd name="T10" fmla="*/ 0 w 5"/>
                  <a:gd name="T11" fmla="*/ 1 h 3"/>
                  <a:gd name="T12" fmla="*/ 0 w 5"/>
                  <a:gd name="T13" fmla="*/ 1 h 3"/>
                  <a:gd name="T14" fmla="*/ 0 w 5"/>
                  <a:gd name="T15" fmla="*/ 0 h 3"/>
                  <a:gd name="T16" fmla="*/ 0 w 5"/>
                  <a:gd name="T17" fmla="*/ 0 h 3"/>
                  <a:gd name="T18" fmla="*/ 3 w 5"/>
                  <a:gd name="T1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3">
                    <a:moveTo>
                      <a:pt x="3" y="1"/>
                    </a:moveTo>
                    <a:lnTo>
                      <a:pt x="3" y="1"/>
                    </a:lnTo>
                    <a:lnTo>
                      <a:pt x="5" y="3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1" name="ïsľïḋé"/>
              <p:cNvSpPr/>
              <p:nvPr/>
            </p:nvSpPr>
            <p:spPr bwMode="auto">
              <a:xfrm>
                <a:off x="5125320" y="5152271"/>
                <a:ext cx="79868" cy="104438"/>
              </a:xfrm>
              <a:custGeom>
                <a:avLst/>
                <a:gdLst>
                  <a:gd name="T0" fmla="*/ 20 w 26"/>
                  <a:gd name="T1" fmla="*/ 0 h 34"/>
                  <a:gd name="T2" fmla="*/ 20 w 26"/>
                  <a:gd name="T3" fmla="*/ 0 h 34"/>
                  <a:gd name="T4" fmla="*/ 22 w 26"/>
                  <a:gd name="T5" fmla="*/ 0 h 34"/>
                  <a:gd name="T6" fmla="*/ 23 w 26"/>
                  <a:gd name="T7" fmla="*/ 0 h 34"/>
                  <a:gd name="T8" fmla="*/ 26 w 26"/>
                  <a:gd name="T9" fmla="*/ 1 h 34"/>
                  <a:gd name="T10" fmla="*/ 26 w 26"/>
                  <a:gd name="T11" fmla="*/ 1 h 34"/>
                  <a:gd name="T12" fmla="*/ 23 w 26"/>
                  <a:gd name="T13" fmla="*/ 6 h 34"/>
                  <a:gd name="T14" fmla="*/ 22 w 26"/>
                  <a:gd name="T15" fmla="*/ 10 h 34"/>
                  <a:gd name="T16" fmla="*/ 22 w 26"/>
                  <a:gd name="T17" fmla="*/ 13 h 34"/>
                  <a:gd name="T18" fmla="*/ 22 w 26"/>
                  <a:gd name="T19" fmla="*/ 13 h 34"/>
                  <a:gd name="T20" fmla="*/ 23 w 26"/>
                  <a:gd name="T21" fmla="*/ 13 h 34"/>
                  <a:gd name="T22" fmla="*/ 23 w 26"/>
                  <a:gd name="T23" fmla="*/ 13 h 34"/>
                  <a:gd name="T24" fmla="*/ 19 w 26"/>
                  <a:gd name="T25" fmla="*/ 19 h 34"/>
                  <a:gd name="T26" fmla="*/ 14 w 26"/>
                  <a:gd name="T27" fmla="*/ 24 h 34"/>
                  <a:gd name="T28" fmla="*/ 14 w 26"/>
                  <a:gd name="T29" fmla="*/ 24 h 34"/>
                  <a:gd name="T30" fmla="*/ 9 w 26"/>
                  <a:gd name="T31" fmla="*/ 29 h 34"/>
                  <a:gd name="T32" fmla="*/ 3 w 26"/>
                  <a:gd name="T33" fmla="*/ 34 h 34"/>
                  <a:gd name="T34" fmla="*/ 3 w 26"/>
                  <a:gd name="T35" fmla="*/ 34 h 34"/>
                  <a:gd name="T36" fmla="*/ 3 w 26"/>
                  <a:gd name="T37" fmla="*/ 31 h 34"/>
                  <a:gd name="T38" fmla="*/ 0 w 26"/>
                  <a:gd name="T39" fmla="*/ 29 h 34"/>
                  <a:gd name="T40" fmla="*/ 0 w 26"/>
                  <a:gd name="T41" fmla="*/ 29 h 34"/>
                  <a:gd name="T42" fmla="*/ 6 w 26"/>
                  <a:gd name="T43" fmla="*/ 26 h 34"/>
                  <a:gd name="T44" fmla="*/ 9 w 26"/>
                  <a:gd name="T45" fmla="*/ 23 h 34"/>
                  <a:gd name="T46" fmla="*/ 12 w 26"/>
                  <a:gd name="T47" fmla="*/ 20 h 34"/>
                  <a:gd name="T48" fmla="*/ 13 w 26"/>
                  <a:gd name="T49" fmla="*/ 16 h 34"/>
                  <a:gd name="T50" fmla="*/ 13 w 26"/>
                  <a:gd name="T51" fmla="*/ 16 h 34"/>
                  <a:gd name="T52" fmla="*/ 16 w 26"/>
                  <a:gd name="T53" fmla="*/ 9 h 34"/>
                  <a:gd name="T54" fmla="*/ 20 w 26"/>
                  <a:gd name="T5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6" h="34">
                    <a:moveTo>
                      <a:pt x="20" y="0"/>
                    </a:moveTo>
                    <a:lnTo>
                      <a:pt x="20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3" y="6"/>
                    </a:lnTo>
                    <a:lnTo>
                      <a:pt x="22" y="10"/>
                    </a:lnTo>
                    <a:lnTo>
                      <a:pt x="22" y="13"/>
                    </a:lnTo>
                    <a:lnTo>
                      <a:pt x="22" y="13"/>
                    </a:lnTo>
                    <a:lnTo>
                      <a:pt x="23" y="13"/>
                    </a:lnTo>
                    <a:lnTo>
                      <a:pt x="23" y="13"/>
                    </a:lnTo>
                    <a:lnTo>
                      <a:pt x="19" y="19"/>
                    </a:lnTo>
                    <a:lnTo>
                      <a:pt x="14" y="24"/>
                    </a:lnTo>
                    <a:lnTo>
                      <a:pt x="14" y="24"/>
                    </a:lnTo>
                    <a:lnTo>
                      <a:pt x="9" y="29"/>
                    </a:lnTo>
                    <a:lnTo>
                      <a:pt x="3" y="34"/>
                    </a:lnTo>
                    <a:lnTo>
                      <a:pt x="3" y="34"/>
                    </a:lnTo>
                    <a:lnTo>
                      <a:pt x="3" y="31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6" y="26"/>
                    </a:lnTo>
                    <a:lnTo>
                      <a:pt x="9" y="23"/>
                    </a:lnTo>
                    <a:lnTo>
                      <a:pt x="12" y="20"/>
                    </a:lnTo>
                    <a:lnTo>
                      <a:pt x="13" y="16"/>
                    </a:lnTo>
                    <a:lnTo>
                      <a:pt x="13" y="16"/>
                    </a:lnTo>
                    <a:lnTo>
                      <a:pt x="16" y="9"/>
                    </a:lnTo>
                    <a:lnTo>
                      <a:pt x="2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2" name="îsľíďe"/>
              <p:cNvSpPr/>
              <p:nvPr/>
            </p:nvSpPr>
            <p:spPr bwMode="auto">
              <a:xfrm>
                <a:off x="5125320" y="5152271"/>
                <a:ext cx="79868" cy="104438"/>
              </a:xfrm>
              <a:custGeom>
                <a:avLst/>
                <a:gdLst>
                  <a:gd name="T0" fmla="*/ 20 w 26"/>
                  <a:gd name="T1" fmla="*/ 0 h 34"/>
                  <a:gd name="T2" fmla="*/ 20 w 26"/>
                  <a:gd name="T3" fmla="*/ 0 h 34"/>
                  <a:gd name="T4" fmla="*/ 22 w 26"/>
                  <a:gd name="T5" fmla="*/ 0 h 34"/>
                  <a:gd name="T6" fmla="*/ 23 w 26"/>
                  <a:gd name="T7" fmla="*/ 0 h 34"/>
                  <a:gd name="T8" fmla="*/ 26 w 26"/>
                  <a:gd name="T9" fmla="*/ 1 h 34"/>
                  <a:gd name="T10" fmla="*/ 26 w 26"/>
                  <a:gd name="T11" fmla="*/ 1 h 34"/>
                  <a:gd name="T12" fmla="*/ 23 w 26"/>
                  <a:gd name="T13" fmla="*/ 6 h 34"/>
                  <a:gd name="T14" fmla="*/ 22 w 26"/>
                  <a:gd name="T15" fmla="*/ 10 h 34"/>
                  <a:gd name="T16" fmla="*/ 22 w 26"/>
                  <a:gd name="T17" fmla="*/ 13 h 34"/>
                  <a:gd name="T18" fmla="*/ 22 w 26"/>
                  <a:gd name="T19" fmla="*/ 13 h 34"/>
                  <a:gd name="T20" fmla="*/ 23 w 26"/>
                  <a:gd name="T21" fmla="*/ 13 h 34"/>
                  <a:gd name="T22" fmla="*/ 23 w 26"/>
                  <a:gd name="T23" fmla="*/ 13 h 34"/>
                  <a:gd name="T24" fmla="*/ 19 w 26"/>
                  <a:gd name="T25" fmla="*/ 19 h 34"/>
                  <a:gd name="T26" fmla="*/ 14 w 26"/>
                  <a:gd name="T27" fmla="*/ 24 h 34"/>
                  <a:gd name="T28" fmla="*/ 14 w 26"/>
                  <a:gd name="T29" fmla="*/ 24 h 34"/>
                  <a:gd name="T30" fmla="*/ 9 w 26"/>
                  <a:gd name="T31" fmla="*/ 29 h 34"/>
                  <a:gd name="T32" fmla="*/ 3 w 26"/>
                  <a:gd name="T33" fmla="*/ 34 h 34"/>
                  <a:gd name="T34" fmla="*/ 3 w 26"/>
                  <a:gd name="T35" fmla="*/ 34 h 34"/>
                  <a:gd name="T36" fmla="*/ 3 w 26"/>
                  <a:gd name="T37" fmla="*/ 31 h 34"/>
                  <a:gd name="T38" fmla="*/ 0 w 26"/>
                  <a:gd name="T39" fmla="*/ 29 h 34"/>
                  <a:gd name="T40" fmla="*/ 0 w 26"/>
                  <a:gd name="T41" fmla="*/ 29 h 34"/>
                  <a:gd name="T42" fmla="*/ 6 w 26"/>
                  <a:gd name="T43" fmla="*/ 26 h 34"/>
                  <a:gd name="T44" fmla="*/ 9 w 26"/>
                  <a:gd name="T45" fmla="*/ 23 h 34"/>
                  <a:gd name="T46" fmla="*/ 12 w 26"/>
                  <a:gd name="T47" fmla="*/ 20 h 34"/>
                  <a:gd name="T48" fmla="*/ 13 w 26"/>
                  <a:gd name="T49" fmla="*/ 16 h 34"/>
                  <a:gd name="T50" fmla="*/ 13 w 26"/>
                  <a:gd name="T51" fmla="*/ 16 h 34"/>
                  <a:gd name="T52" fmla="*/ 16 w 26"/>
                  <a:gd name="T53" fmla="*/ 9 h 34"/>
                  <a:gd name="T54" fmla="*/ 20 w 26"/>
                  <a:gd name="T5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6" h="34">
                    <a:moveTo>
                      <a:pt x="20" y="0"/>
                    </a:moveTo>
                    <a:lnTo>
                      <a:pt x="20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3" y="6"/>
                    </a:lnTo>
                    <a:lnTo>
                      <a:pt x="22" y="10"/>
                    </a:lnTo>
                    <a:lnTo>
                      <a:pt x="22" y="13"/>
                    </a:lnTo>
                    <a:lnTo>
                      <a:pt x="22" y="13"/>
                    </a:lnTo>
                    <a:lnTo>
                      <a:pt x="23" y="13"/>
                    </a:lnTo>
                    <a:lnTo>
                      <a:pt x="23" y="13"/>
                    </a:lnTo>
                    <a:lnTo>
                      <a:pt x="19" y="19"/>
                    </a:lnTo>
                    <a:lnTo>
                      <a:pt x="14" y="24"/>
                    </a:lnTo>
                    <a:lnTo>
                      <a:pt x="14" y="24"/>
                    </a:lnTo>
                    <a:lnTo>
                      <a:pt x="9" y="29"/>
                    </a:lnTo>
                    <a:lnTo>
                      <a:pt x="3" y="34"/>
                    </a:lnTo>
                    <a:lnTo>
                      <a:pt x="3" y="34"/>
                    </a:lnTo>
                    <a:lnTo>
                      <a:pt x="3" y="31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6" y="26"/>
                    </a:lnTo>
                    <a:lnTo>
                      <a:pt x="9" y="23"/>
                    </a:lnTo>
                    <a:lnTo>
                      <a:pt x="12" y="20"/>
                    </a:lnTo>
                    <a:lnTo>
                      <a:pt x="13" y="16"/>
                    </a:lnTo>
                    <a:lnTo>
                      <a:pt x="13" y="16"/>
                    </a:lnTo>
                    <a:lnTo>
                      <a:pt x="16" y="9"/>
                    </a:lnTo>
                    <a:lnTo>
                      <a:pt x="2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3" name="iş1iḓè"/>
              <p:cNvSpPr/>
              <p:nvPr/>
            </p:nvSpPr>
            <p:spPr bwMode="auto">
              <a:xfrm>
                <a:off x="4197646" y="4408902"/>
                <a:ext cx="18433" cy="18429"/>
              </a:xfrm>
              <a:custGeom>
                <a:avLst/>
                <a:gdLst>
                  <a:gd name="T0" fmla="*/ 3 w 5"/>
                  <a:gd name="T1" fmla="*/ 0 h 4"/>
                  <a:gd name="T2" fmla="*/ 3 w 5"/>
                  <a:gd name="T3" fmla="*/ 0 h 4"/>
                  <a:gd name="T4" fmla="*/ 4 w 5"/>
                  <a:gd name="T5" fmla="*/ 0 h 4"/>
                  <a:gd name="T6" fmla="*/ 5 w 5"/>
                  <a:gd name="T7" fmla="*/ 3 h 4"/>
                  <a:gd name="T8" fmla="*/ 5 w 5"/>
                  <a:gd name="T9" fmla="*/ 3 h 4"/>
                  <a:gd name="T10" fmla="*/ 5 w 5"/>
                  <a:gd name="T11" fmla="*/ 4 h 4"/>
                  <a:gd name="T12" fmla="*/ 4 w 5"/>
                  <a:gd name="T13" fmla="*/ 4 h 4"/>
                  <a:gd name="T14" fmla="*/ 1 w 5"/>
                  <a:gd name="T15" fmla="*/ 3 h 4"/>
                  <a:gd name="T16" fmla="*/ 1 w 5"/>
                  <a:gd name="T17" fmla="*/ 3 h 4"/>
                  <a:gd name="T18" fmla="*/ 0 w 5"/>
                  <a:gd name="T19" fmla="*/ 1 h 4"/>
                  <a:gd name="T20" fmla="*/ 1 w 5"/>
                  <a:gd name="T21" fmla="*/ 1 h 4"/>
                  <a:gd name="T22" fmla="*/ 3 w 5"/>
                  <a:gd name="T23" fmla="*/ 1 h 4"/>
                  <a:gd name="T24" fmla="*/ 3 w 5"/>
                  <a:gd name="T2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" h="4">
                    <a:moveTo>
                      <a:pt x="3" y="0"/>
                    </a:moveTo>
                    <a:lnTo>
                      <a:pt x="3" y="0"/>
                    </a:lnTo>
                    <a:lnTo>
                      <a:pt x="4" y="0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4" name="iṣḷïḍé"/>
              <p:cNvSpPr/>
              <p:nvPr/>
            </p:nvSpPr>
            <p:spPr bwMode="auto">
              <a:xfrm>
                <a:off x="4197646" y="4408902"/>
                <a:ext cx="18433" cy="18429"/>
              </a:xfrm>
              <a:custGeom>
                <a:avLst/>
                <a:gdLst>
                  <a:gd name="T0" fmla="*/ 3 w 5"/>
                  <a:gd name="T1" fmla="*/ 0 h 4"/>
                  <a:gd name="T2" fmla="*/ 3 w 5"/>
                  <a:gd name="T3" fmla="*/ 0 h 4"/>
                  <a:gd name="T4" fmla="*/ 4 w 5"/>
                  <a:gd name="T5" fmla="*/ 0 h 4"/>
                  <a:gd name="T6" fmla="*/ 5 w 5"/>
                  <a:gd name="T7" fmla="*/ 3 h 4"/>
                  <a:gd name="T8" fmla="*/ 5 w 5"/>
                  <a:gd name="T9" fmla="*/ 3 h 4"/>
                  <a:gd name="T10" fmla="*/ 5 w 5"/>
                  <a:gd name="T11" fmla="*/ 4 h 4"/>
                  <a:gd name="T12" fmla="*/ 4 w 5"/>
                  <a:gd name="T13" fmla="*/ 4 h 4"/>
                  <a:gd name="T14" fmla="*/ 1 w 5"/>
                  <a:gd name="T15" fmla="*/ 3 h 4"/>
                  <a:gd name="T16" fmla="*/ 1 w 5"/>
                  <a:gd name="T17" fmla="*/ 3 h 4"/>
                  <a:gd name="T18" fmla="*/ 0 w 5"/>
                  <a:gd name="T19" fmla="*/ 1 h 4"/>
                  <a:gd name="T20" fmla="*/ 1 w 5"/>
                  <a:gd name="T21" fmla="*/ 1 h 4"/>
                  <a:gd name="T22" fmla="*/ 3 w 5"/>
                  <a:gd name="T23" fmla="*/ 1 h 4"/>
                  <a:gd name="T24" fmla="*/ 3 w 5"/>
                  <a:gd name="T2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" h="4">
                    <a:moveTo>
                      <a:pt x="3" y="0"/>
                    </a:moveTo>
                    <a:lnTo>
                      <a:pt x="3" y="0"/>
                    </a:lnTo>
                    <a:lnTo>
                      <a:pt x="4" y="0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3" y="1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5" name="ïSľîdè"/>
              <p:cNvSpPr/>
              <p:nvPr/>
            </p:nvSpPr>
            <p:spPr bwMode="auto">
              <a:xfrm>
                <a:off x="4117782" y="4396616"/>
                <a:ext cx="12287" cy="12287"/>
              </a:xfrm>
              <a:custGeom>
                <a:avLst/>
                <a:gdLst>
                  <a:gd name="T0" fmla="*/ 4 w 4"/>
                  <a:gd name="T1" fmla="*/ 0 h 6"/>
                  <a:gd name="T2" fmla="*/ 4 w 4"/>
                  <a:gd name="T3" fmla="*/ 0 h 6"/>
                  <a:gd name="T4" fmla="*/ 4 w 4"/>
                  <a:gd name="T5" fmla="*/ 4 h 6"/>
                  <a:gd name="T6" fmla="*/ 4 w 4"/>
                  <a:gd name="T7" fmla="*/ 6 h 6"/>
                  <a:gd name="T8" fmla="*/ 3 w 4"/>
                  <a:gd name="T9" fmla="*/ 6 h 6"/>
                  <a:gd name="T10" fmla="*/ 3 w 4"/>
                  <a:gd name="T11" fmla="*/ 6 h 6"/>
                  <a:gd name="T12" fmla="*/ 0 w 4"/>
                  <a:gd name="T13" fmla="*/ 1 h 6"/>
                  <a:gd name="T14" fmla="*/ 0 w 4"/>
                  <a:gd name="T15" fmla="*/ 1 h 6"/>
                  <a:gd name="T16" fmla="*/ 3 w 4"/>
                  <a:gd name="T17" fmla="*/ 0 h 6"/>
                  <a:gd name="T18" fmla="*/ 4 w 4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4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3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6" name="ïŝlíḋè"/>
              <p:cNvSpPr/>
              <p:nvPr/>
            </p:nvSpPr>
            <p:spPr bwMode="auto">
              <a:xfrm>
                <a:off x="4117782" y="4396616"/>
                <a:ext cx="12287" cy="12287"/>
              </a:xfrm>
              <a:custGeom>
                <a:avLst/>
                <a:gdLst>
                  <a:gd name="T0" fmla="*/ 4 w 4"/>
                  <a:gd name="T1" fmla="*/ 0 h 6"/>
                  <a:gd name="T2" fmla="*/ 4 w 4"/>
                  <a:gd name="T3" fmla="*/ 0 h 6"/>
                  <a:gd name="T4" fmla="*/ 4 w 4"/>
                  <a:gd name="T5" fmla="*/ 4 h 6"/>
                  <a:gd name="T6" fmla="*/ 4 w 4"/>
                  <a:gd name="T7" fmla="*/ 6 h 6"/>
                  <a:gd name="T8" fmla="*/ 3 w 4"/>
                  <a:gd name="T9" fmla="*/ 6 h 6"/>
                  <a:gd name="T10" fmla="*/ 3 w 4"/>
                  <a:gd name="T11" fmla="*/ 6 h 6"/>
                  <a:gd name="T12" fmla="*/ 0 w 4"/>
                  <a:gd name="T13" fmla="*/ 1 h 6"/>
                  <a:gd name="T14" fmla="*/ 0 w 4"/>
                  <a:gd name="T15" fmla="*/ 1 h 6"/>
                  <a:gd name="T16" fmla="*/ 3 w 4"/>
                  <a:gd name="T17" fmla="*/ 0 h 6"/>
                  <a:gd name="T18" fmla="*/ 4 w 4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lnTo>
                      <a:pt x="4" y="0"/>
                    </a:lnTo>
                    <a:lnTo>
                      <a:pt x="4" y="4"/>
                    </a:lnTo>
                    <a:lnTo>
                      <a:pt x="4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3" y="0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7" name="îṩ1ïḑè"/>
              <p:cNvSpPr/>
              <p:nvPr/>
            </p:nvSpPr>
            <p:spPr bwMode="auto">
              <a:xfrm>
                <a:off x="4123924" y="4476484"/>
                <a:ext cx="18433" cy="24574"/>
              </a:xfrm>
              <a:custGeom>
                <a:avLst/>
                <a:gdLst>
                  <a:gd name="T0" fmla="*/ 8 w 8"/>
                  <a:gd name="T1" fmla="*/ 0 h 7"/>
                  <a:gd name="T2" fmla="*/ 8 w 8"/>
                  <a:gd name="T3" fmla="*/ 0 h 7"/>
                  <a:gd name="T4" fmla="*/ 8 w 8"/>
                  <a:gd name="T5" fmla="*/ 2 h 7"/>
                  <a:gd name="T6" fmla="*/ 6 w 8"/>
                  <a:gd name="T7" fmla="*/ 3 h 7"/>
                  <a:gd name="T8" fmla="*/ 0 w 8"/>
                  <a:gd name="T9" fmla="*/ 7 h 7"/>
                  <a:gd name="T10" fmla="*/ 0 w 8"/>
                  <a:gd name="T11" fmla="*/ 7 h 7"/>
                  <a:gd name="T12" fmla="*/ 0 w 8"/>
                  <a:gd name="T13" fmla="*/ 4 h 7"/>
                  <a:gd name="T14" fmla="*/ 2 w 8"/>
                  <a:gd name="T15" fmla="*/ 3 h 7"/>
                  <a:gd name="T16" fmla="*/ 8 w 8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7">
                    <a:moveTo>
                      <a:pt x="8" y="0"/>
                    </a:moveTo>
                    <a:lnTo>
                      <a:pt x="8" y="0"/>
                    </a:lnTo>
                    <a:lnTo>
                      <a:pt x="8" y="2"/>
                    </a:lnTo>
                    <a:lnTo>
                      <a:pt x="6" y="3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3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8" name="islíḋé"/>
              <p:cNvSpPr/>
              <p:nvPr/>
            </p:nvSpPr>
            <p:spPr bwMode="auto">
              <a:xfrm>
                <a:off x="4123924" y="4476484"/>
                <a:ext cx="18433" cy="24574"/>
              </a:xfrm>
              <a:custGeom>
                <a:avLst/>
                <a:gdLst>
                  <a:gd name="T0" fmla="*/ 8 w 8"/>
                  <a:gd name="T1" fmla="*/ 0 h 7"/>
                  <a:gd name="T2" fmla="*/ 8 w 8"/>
                  <a:gd name="T3" fmla="*/ 0 h 7"/>
                  <a:gd name="T4" fmla="*/ 8 w 8"/>
                  <a:gd name="T5" fmla="*/ 2 h 7"/>
                  <a:gd name="T6" fmla="*/ 6 w 8"/>
                  <a:gd name="T7" fmla="*/ 3 h 7"/>
                  <a:gd name="T8" fmla="*/ 0 w 8"/>
                  <a:gd name="T9" fmla="*/ 7 h 7"/>
                  <a:gd name="T10" fmla="*/ 0 w 8"/>
                  <a:gd name="T11" fmla="*/ 7 h 7"/>
                  <a:gd name="T12" fmla="*/ 0 w 8"/>
                  <a:gd name="T13" fmla="*/ 4 h 7"/>
                  <a:gd name="T14" fmla="*/ 2 w 8"/>
                  <a:gd name="T15" fmla="*/ 3 h 7"/>
                  <a:gd name="T16" fmla="*/ 8 w 8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7">
                    <a:moveTo>
                      <a:pt x="8" y="0"/>
                    </a:moveTo>
                    <a:lnTo>
                      <a:pt x="8" y="0"/>
                    </a:lnTo>
                    <a:lnTo>
                      <a:pt x="8" y="2"/>
                    </a:lnTo>
                    <a:lnTo>
                      <a:pt x="6" y="3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2" y="3"/>
                    </a:lnTo>
                    <a:lnTo>
                      <a:pt x="8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59" name="ïşľïḑé"/>
              <p:cNvSpPr/>
              <p:nvPr/>
            </p:nvSpPr>
            <p:spPr bwMode="auto">
              <a:xfrm>
                <a:off x="3614013" y="3579529"/>
                <a:ext cx="6145" cy="12287"/>
              </a:xfrm>
              <a:custGeom>
                <a:avLst/>
                <a:gdLst>
                  <a:gd name="T0" fmla="*/ 3 w 3"/>
                  <a:gd name="T1" fmla="*/ 4 h 4"/>
                  <a:gd name="T2" fmla="*/ 3 w 3"/>
                  <a:gd name="T3" fmla="*/ 4 h 4"/>
                  <a:gd name="T4" fmla="*/ 0 w 3"/>
                  <a:gd name="T5" fmla="*/ 1 h 4"/>
                  <a:gd name="T6" fmla="*/ 0 w 3"/>
                  <a:gd name="T7" fmla="*/ 1 h 4"/>
                  <a:gd name="T8" fmla="*/ 0 w 3"/>
                  <a:gd name="T9" fmla="*/ 0 h 4"/>
                  <a:gd name="T10" fmla="*/ 0 w 3"/>
                  <a:gd name="T11" fmla="*/ 0 h 4"/>
                  <a:gd name="T12" fmla="*/ 3 w 3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lnTo>
                      <a:pt x="3" y="4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0" name="îšḷïḓe"/>
              <p:cNvSpPr/>
              <p:nvPr/>
            </p:nvSpPr>
            <p:spPr bwMode="auto">
              <a:xfrm>
                <a:off x="3614013" y="3579529"/>
                <a:ext cx="6145" cy="12287"/>
              </a:xfrm>
              <a:custGeom>
                <a:avLst/>
                <a:gdLst>
                  <a:gd name="T0" fmla="*/ 3 w 3"/>
                  <a:gd name="T1" fmla="*/ 4 h 4"/>
                  <a:gd name="T2" fmla="*/ 3 w 3"/>
                  <a:gd name="T3" fmla="*/ 4 h 4"/>
                  <a:gd name="T4" fmla="*/ 0 w 3"/>
                  <a:gd name="T5" fmla="*/ 1 h 4"/>
                  <a:gd name="T6" fmla="*/ 0 w 3"/>
                  <a:gd name="T7" fmla="*/ 1 h 4"/>
                  <a:gd name="T8" fmla="*/ 0 w 3"/>
                  <a:gd name="T9" fmla="*/ 0 h 4"/>
                  <a:gd name="T10" fmla="*/ 0 w 3"/>
                  <a:gd name="T11" fmla="*/ 0 h 4"/>
                  <a:gd name="T12" fmla="*/ 3 w 3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lnTo>
                      <a:pt x="3" y="4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1" name="iş1iḑè"/>
              <p:cNvSpPr/>
              <p:nvPr/>
            </p:nvSpPr>
            <p:spPr bwMode="auto">
              <a:xfrm>
                <a:off x="4062490" y="4439622"/>
                <a:ext cx="0" cy="30716"/>
              </a:xfrm>
              <a:custGeom>
                <a:avLst/>
                <a:gdLst>
                  <a:gd name="T0" fmla="*/ 1 w 1"/>
                  <a:gd name="T1" fmla="*/ 0 h 10"/>
                  <a:gd name="T2" fmla="*/ 1 w 1"/>
                  <a:gd name="T3" fmla="*/ 0 h 10"/>
                  <a:gd name="T4" fmla="*/ 1 w 1"/>
                  <a:gd name="T5" fmla="*/ 5 h 10"/>
                  <a:gd name="T6" fmla="*/ 1 w 1"/>
                  <a:gd name="T7" fmla="*/ 8 h 10"/>
                  <a:gd name="T8" fmla="*/ 0 w 1"/>
                  <a:gd name="T9" fmla="*/ 10 h 10"/>
                  <a:gd name="T10" fmla="*/ 0 w 1"/>
                  <a:gd name="T11" fmla="*/ 10 h 10"/>
                  <a:gd name="T12" fmla="*/ 0 w 1"/>
                  <a:gd name="T13" fmla="*/ 4 h 10"/>
                  <a:gd name="T14" fmla="*/ 0 w 1"/>
                  <a:gd name="T15" fmla="*/ 3 h 10"/>
                  <a:gd name="T16" fmla="*/ 1 w 1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10">
                    <a:moveTo>
                      <a:pt x="1" y="0"/>
                    </a:moveTo>
                    <a:lnTo>
                      <a:pt x="1" y="0"/>
                    </a:lnTo>
                    <a:lnTo>
                      <a:pt x="1" y="5"/>
                    </a:lnTo>
                    <a:lnTo>
                      <a:pt x="1" y="8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2" name="iṧḷîḑè"/>
              <p:cNvSpPr/>
              <p:nvPr/>
            </p:nvSpPr>
            <p:spPr bwMode="auto">
              <a:xfrm>
                <a:off x="4062490" y="4439622"/>
                <a:ext cx="0" cy="30716"/>
              </a:xfrm>
              <a:custGeom>
                <a:avLst/>
                <a:gdLst>
                  <a:gd name="T0" fmla="*/ 1 w 1"/>
                  <a:gd name="T1" fmla="*/ 0 h 10"/>
                  <a:gd name="T2" fmla="*/ 1 w 1"/>
                  <a:gd name="T3" fmla="*/ 0 h 10"/>
                  <a:gd name="T4" fmla="*/ 1 w 1"/>
                  <a:gd name="T5" fmla="*/ 5 h 10"/>
                  <a:gd name="T6" fmla="*/ 1 w 1"/>
                  <a:gd name="T7" fmla="*/ 8 h 10"/>
                  <a:gd name="T8" fmla="*/ 0 w 1"/>
                  <a:gd name="T9" fmla="*/ 10 h 10"/>
                  <a:gd name="T10" fmla="*/ 0 w 1"/>
                  <a:gd name="T11" fmla="*/ 10 h 10"/>
                  <a:gd name="T12" fmla="*/ 0 w 1"/>
                  <a:gd name="T13" fmla="*/ 4 h 10"/>
                  <a:gd name="T14" fmla="*/ 0 w 1"/>
                  <a:gd name="T15" fmla="*/ 3 h 10"/>
                  <a:gd name="T16" fmla="*/ 1 w 1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10">
                    <a:moveTo>
                      <a:pt x="1" y="0"/>
                    </a:moveTo>
                    <a:lnTo>
                      <a:pt x="1" y="0"/>
                    </a:lnTo>
                    <a:lnTo>
                      <a:pt x="1" y="5"/>
                    </a:lnTo>
                    <a:lnTo>
                      <a:pt x="1" y="8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3" name="íṡ1íḓe"/>
              <p:cNvSpPr/>
              <p:nvPr/>
            </p:nvSpPr>
            <p:spPr bwMode="auto">
              <a:xfrm>
                <a:off x="4031773" y="4488771"/>
                <a:ext cx="18433" cy="24574"/>
              </a:xfrm>
              <a:custGeom>
                <a:avLst/>
                <a:gdLst>
                  <a:gd name="T0" fmla="*/ 4 w 4"/>
                  <a:gd name="T1" fmla="*/ 0 h 8"/>
                  <a:gd name="T2" fmla="*/ 4 w 4"/>
                  <a:gd name="T3" fmla="*/ 0 h 8"/>
                  <a:gd name="T4" fmla="*/ 4 w 4"/>
                  <a:gd name="T5" fmla="*/ 3 h 8"/>
                  <a:gd name="T6" fmla="*/ 3 w 4"/>
                  <a:gd name="T7" fmla="*/ 3 h 8"/>
                  <a:gd name="T8" fmla="*/ 3 w 4"/>
                  <a:gd name="T9" fmla="*/ 5 h 8"/>
                  <a:gd name="T10" fmla="*/ 3 w 4"/>
                  <a:gd name="T11" fmla="*/ 8 h 8"/>
                  <a:gd name="T12" fmla="*/ 3 w 4"/>
                  <a:gd name="T13" fmla="*/ 8 h 8"/>
                  <a:gd name="T14" fmla="*/ 1 w 4"/>
                  <a:gd name="T15" fmla="*/ 8 h 8"/>
                  <a:gd name="T16" fmla="*/ 1 w 4"/>
                  <a:gd name="T17" fmla="*/ 6 h 8"/>
                  <a:gd name="T18" fmla="*/ 1 w 4"/>
                  <a:gd name="T19" fmla="*/ 6 h 8"/>
                  <a:gd name="T20" fmla="*/ 0 w 4"/>
                  <a:gd name="T21" fmla="*/ 5 h 8"/>
                  <a:gd name="T22" fmla="*/ 0 w 4"/>
                  <a:gd name="T23" fmla="*/ 5 h 8"/>
                  <a:gd name="T24" fmla="*/ 0 w 4"/>
                  <a:gd name="T25" fmla="*/ 5 h 8"/>
                  <a:gd name="T26" fmla="*/ 0 w 4"/>
                  <a:gd name="T27" fmla="*/ 3 h 8"/>
                  <a:gd name="T28" fmla="*/ 0 w 4"/>
                  <a:gd name="T29" fmla="*/ 0 h 8"/>
                  <a:gd name="T30" fmla="*/ 1 w 4"/>
                  <a:gd name="T31" fmla="*/ 0 h 8"/>
                  <a:gd name="T32" fmla="*/ 4 w 4"/>
                  <a:gd name="T3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lnTo>
                      <a:pt x="4" y="0"/>
                    </a:lnTo>
                    <a:lnTo>
                      <a:pt x="4" y="3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4" name="íṣḷïḓe"/>
              <p:cNvSpPr/>
              <p:nvPr/>
            </p:nvSpPr>
            <p:spPr bwMode="auto">
              <a:xfrm>
                <a:off x="4031773" y="4488771"/>
                <a:ext cx="18433" cy="24574"/>
              </a:xfrm>
              <a:custGeom>
                <a:avLst/>
                <a:gdLst>
                  <a:gd name="T0" fmla="*/ 4 w 4"/>
                  <a:gd name="T1" fmla="*/ 0 h 8"/>
                  <a:gd name="T2" fmla="*/ 4 w 4"/>
                  <a:gd name="T3" fmla="*/ 0 h 8"/>
                  <a:gd name="T4" fmla="*/ 4 w 4"/>
                  <a:gd name="T5" fmla="*/ 3 h 8"/>
                  <a:gd name="T6" fmla="*/ 3 w 4"/>
                  <a:gd name="T7" fmla="*/ 3 h 8"/>
                  <a:gd name="T8" fmla="*/ 3 w 4"/>
                  <a:gd name="T9" fmla="*/ 5 h 8"/>
                  <a:gd name="T10" fmla="*/ 3 w 4"/>
                  <a:gd name="T11" fmla="*/ 8 h 8"/>
                  <a:gd name="T12" fmla="*/ 3 w 4"/>
                  <a:gd name="T13" fmla="*/ 8 h 8"/>
                  <a:gd name="T14" fmla="*/ 1 w 4"/>
                  <a:gd name="T15" fmla="*/ 8 h 8"/>
                  <a:gd name="T16" fmla="*/ 1 w 4"/>
                  <a:gd name="T17" fmla="*/ 6 h 8"/>
                  <a:gd name="T18" fmla="*/ 1 w 4"/>
                  <a:gd name="T19" fmla="*/ 6 h 8"/>
                  <a:gd name="T20" fmla="*/ 0 w 4"/>
                  <a:gd name="T21" fmla="*/ 5 h 8"/>
                  <a:gd name="T22" fmla="*/ 0 w 4"/>
                  <a:gd name="T23" fmla="*/ 5 h 8"/>
                  <a:gd name="T24" fmla="*/ 0 w 4"/>
                  <a:gd name="T25" fmla="*/ 5 h 8"/>
                  <a:gd name="T26" fmla="*/ 0 w 4"/>
                  <a:gd name="T27" fmla="*/ 3 h 8"/>
                  <a:gd name="T28" fmla="*/ 0 w 4"/>
                  <a:gd name="T29" fmla="*/ 0 h 8"/>
                  <a:gd name="T30" fmla="*/ 1 w 4"/>
                  <a:gd name="T31" fmla="*/ 0 h 8"/>
                  <a:gd name="T32" fmla="*/ 4 w 4"/>
                  <a:gd name="T3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" h="8">
                    <a:moveTo>
                      <a:pt x="4" y="0"/>
                    </a:moveTo>
                    <a:lnTo>
                      <a:pt x="4" y="0"/>
                    </a:lnTo>
                    <a:lnTo>
                      <a:pt x="4" y="3"/>
                    </a:lnTo>
                    <a:lnTo>
                      <a:pt x="3" y="3"/>
                    </a:lnTo>
                    <a:lnTo>
                      <a:pt x="3" y="5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1" y="8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5" name="ïš1îḓè"/>
              <p:cNvSpPr/>
              <p:nvPr/>
            </p:nvSpPr>
            <p:spPr bwMode="auto">
              <a:xfrm>
                <a:off x="3601726" y="3591817"/>
                <a:ext cx="6145" cy="12287"/>
              </a:xfrm>
              <a:custGeom>
                <a:avLst/>
                <a:gdLst>
                  <a:gd name="T0" fmla="*/ 0 w 3"/>
                  <a:gd name="T1" fmla="*/ 0 h 4"/>
                  <a:gd name="T2" fmla="*/ 0 w 3"/>
                  <a:gd name="T3" fmla="*/ 0 h 4"/>
                  <a:gd name="T4" fmla="*/ 3 w 3"/>
                  <a:gd name="T5" fmla="*/ 4 h 4"/>
                  <a:gd name="T6" fmla="*/ 3 w 3"/>
                  <a:gd name="T7" fmla="*/ 4 h 4"/>
                  <a:gd name="T8" fmla="*/ 1 w 3"/>
                  <a:gd name="T9" fmla="*/ 3 h 4"/>
                  <a:gd name="T10" fmla="*/ 1 w 3"/>
                  <a:gd name="T11" fmla="*/ 4 h 4"/>
                  <a:gd name="T12" fmla="*/ 1 w 3"/>
                  <a:gd name="T13" fmla="*/ 3 h 4"/>
                  <a:gd name="T14" fmla="*/ 1 w 3"/>
                  <a:gd name="T15" fmla="*/ 3 h 4"/>
                  <a:gd name="T16" fmla="*/ 0 w 3"/>
                  <a:gd name="T17" fmla="*/ 0 h 4"/>
                  <a:gd name="T18" fmla="*/ 0 w 3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0" y="0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6" name="îšļïḑé"/>
              <p:cNvSpPr/>
              <p:nvPr/>
            </p:nvSpPr>
            <p:spPr bwMode="auto">
              <a:xfrm>
                <a:off x="3601726" y="3591817"/>
                <a:ext cx="6145" cy="12287"/>
              </a:xfrm>
              <a:custGeom>
                <a:avLst/>
                <a:gdLst>
                  <a:gd name="T0" fmla="*/ 0 w 3"/>
                  <a:gd name="T1" fmla="*/ 0 h 4"/>
                  <a:gd name="T2" fmla="*/ 0 w 3"/>
                  <a:gd name="T3" fmla="*/ 0 h 4"/>
                  <a:gd name="T4" fmla="*/ 3 w 3"/>
                  <a:gd name="T5" fmla="*/ 4 h 4"/>
                  <a:gd name="T6" fmla="*/ 3 w 3"/>
                  <a:gd name="T7" fmla="*/ 4 h 4"/>
                  <a:gd name="T8" fmla="*/ 1 w 3"/>
                  <a:gd name="T9" fmla="*/ 3 h 4"/>
                  <a:gd name="T10" fmla="*/ 1 w 3"/>
                  <a:gd name="T11" fmla="*/ 4 h 4"/>
                  <a:gd name="T12" fmla="*/ 1 w 3"/>
                  <a:gd name="T13" fmla="*/ 3 h 4"/>
                  <a:gd name="T14" fmla="*/ 1 w 3"/>
                  <a:gd name="T15" fmla="*/ 3 h 4"/>
                  <a:gd name="T16" fmla="*/ 0 w 3"/>
                  <a:gd name="T17" fmla="*/ 0 h 4"/>
                  <a:gd name="T18" fmla="*/ 0 w 3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lnTo>
                      <a:pt x="0" y="0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7" name="íSļïḋè"/>
              <p:cNvSpPr/>
              <p:nvPr/>
            </p:nvSpPr>
            <p:spPr bwMode="auto">
              <a:xfrm>
                <a:off x="3540291" y="3432083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8" name="ï$ľiḑe"/>
              <p:cNvSpPr/>
              <p:nvPr/>
            </p:nvSpPr>
            <p:spPr bwMode="auto">
              <a:xfrm>
                <a:off x="3540291" y="3432083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69" name="íś1îḍe"/>
              <p:cNvSpPr/>
              <p:nvPr/>
            </p:nvSpPr>
            <p:spPr bwMode="auto">
              <a:xfrm>
                <a:off x="3915043" y="4562493"/>
                <a:ext cx="30720" cy="18429"/>
              </a:xfrm>
              <a:custGeom>
                <a:avLst/>
                <a:gdLst>
                  <a:gd name="T0" fmla="*/ 10 w 10"/>
                  <a:gd name="T1" fmla="*/ 0 h 6"/>
                  <a:gd name="T2" fmla="*/ 10 w 10"/>
                  <a:gd name="T3" fmla="*/ 0 h 6"/>
                  <a:gd name="T4" fmla="*/ 10 w 10"/>
                  <a:gd name="T5" fmla="*/ 2 h 6"/>
                  <a:gd name="T6" fmla="*/ 10 w 10"/>
                  <a:gd name="T7" fmla="*/ 3 h 6"/>
                  <a:gd name="T8" fmla="*/ 10 w 10"/>
                  <a:gd name="T9" fmla="*/ 3 h 6"/>
                  <a:gd name="T10" fmla="*/ 9 w 10"/>
                  <a:gd name="T11" fmla="*/ 5 h 6"/>
                  <a:gd name="T12" fmla="*/ 9 w 10"/>
                  <a:gd name="T13" fmla="*/ 5 h 6"/>
                  <a:gd name="T14" fmla="*/ 7 w 10"/>
                  <a:gd name="T15" fmla="*/ 5 h 6"/>
                  <a:gd name="T16" fmla="*/ 7 w 10"/>
                  <a:gd name="T17" fmla="*/ 5 h 6"/>
                  <a:gd name="T18" fmla="*/ 7 w 10"/>
                  <a:gd name="T19" fmla="*/ 5 h 6"/>
                  <a:gd name="T20" fmla="*/ 7 w 10"/>
                  <a:gd name="T21" fmla="*/ 5 h 6"/>
                  <a:gd name="T22" fmla="*/ 7 w 10"/>
                  <a:gd name="T23" fmla="*/ 5 h 6"/>
                  <a:gd name="T24" fmla="*/ 7 w 10"/>
                  <a:gd name="T25" fmla="*/ 5 h 6"/>
                  <a:gd name="T26" fmla="*/ 7 w 10"/>
                  <a:gd name="T27" fmla="*/ 5 h 6"/>
                  <a:gd name="T28" fmla="*/ 7 w 10"/>
                  <a:gd name="T29" fmla="*/ 5 h 6"/>
                  <a:gd name="T30" fmla="*/ 7 w 10"/>
                  <a:gd name="T31" fmla="*/ 5 h 6"/>
                  <a:gd name="T32" fmla="*/ 7 w 10"/>
                  <a:gd name="T33" fmla="*/ 5 h 6"/>
                  <a:gd name="T34" fmla="*/ 7 w 10"/>
                  <a:gd name="T35" fmla="*/ 5 h 6"/>
                  <a:gd name="T36" fmla="*/ 3 w 10"/>
                  <a:gd name="T37" fmla="*/ 6 h 6"/>
                  <a:gd name="T38" fmla="*/ 0 w 10"/>
                  <a:gd name="T39" fmla="*/ 5 h 6"/>
                  <a:gd name="T40" fmla="*/ 0 w 10"/>
                  <a:gd name="T41" fmla="*/ 5 h 6"/>
                  <a:gd name="T42" fmla="*/ 3 w 10"/>
                  <a:gd name="T43" fmla="*/ 5 h 6"/>
                  <a:gd name="T44" fmla="*/ 6 w 10"/>
                  <a:gd name="T45" fmla="*/ 3 h 6"/>
                  <a:gd name="T46" fmla="*/ 6 w 10"/>
                  <a:gd name="T47" fmla="*/ 3 h 6"/>
                  <a:gd name="T48" fmla="*/ 7 w 10"/>
                  <a:gd name="T49" fmla="*/ 3 h 6"/>
                  <a:gd name="T50" fmla="*/ 7 w 10"/>
                  <a:gd name="T51" fmla="*/ 3 h 6"/>
                  <a:gd name="T52" fmla="*/ 7 w 10"/>
                  <a:gd name="T53" fmla="*/ 3 h 6"/>
                  <a:gd name="T54" fmla="*/ 7 w 10"/>
                  <a:gd name="T55" fmla="*/ 3 h 6"/>
                  <a:gd name="T56" fmla="*/ 7 w 10"/>
                  <a:gd name="T57" fmla="*/ 3 h 6"/>
                  <a:gd name="T58" fmla="*/ 6 w 10"/>
                  <a:gd name="T59" fmla="*/ 3 h 6"/>
                  <a:gd name="T60" fmla="*/ 6 w 10"/>
                  <a:gd name="T61" fmla="*/ 3 h 6"/>
                  <a:gd name="T62" fmla="*/ 6 w 10"/>
                  <a:gd name="T63" fmla="*/ 3 h 6"/>
                  <a:gd name="T64" fmla="*/ 7 w 10"/>
                  <a:gd name="T65" fmla="*/ 3 h 6"/>
                  <a:gd name="T66" fmla="*/ 7 w 10"/>
                  <a:gd name="T67" fmla="*/ 3 h 6"/>
                  <a:gd name="T68" fmla="*/ 9 w 10"/>
                  <a:gd name="T69" fmla="*/ 2 h 6"/>
                  <a:gd name="T70" fmla="*/ 9 w 10"/>
                  <a:gd name="T71" fmla="*/ 2 h 6"/>
                  <a:gd name="T72" fmla="*/ 10 w 10"/>
                  <a:gd name="T7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" h="6">
                    <a:moveTo>
                      <a:pt x="10" y="0"/>
                    </a:moveTo>
                    <a:lnTo>
                      <a:pt x="10" y="0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3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3" y="5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9" y="2"/>
                    </a:lnTo>
                    <a:lnTo>
                      <a:pt x="9" y="2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0" name="íṩlïḋé"/>
              <p:cNvSpPr/>
              <p:nvPr/>
            </p:nvSpPr>
            <p:spPr bwMode="auto">
              <a:xfrm>
                <a:off x="3915043" y="4562493"/>
                <a:ext cx="30720" cy="18429"/>
              </a:xfrm>
              <a:custGeom>
                <a:avLst/>
                <a:gdLst>
                  <a:gd name="T0" fmla="*/ 10 w 10"/>
                  <a:gd name="T1" fmla="*/ 0 h 6"/>
                  <a:gd name="T2" fmla="*/ 10 w 10"/>
                  <a:gd name="T3" fmla="*/ 0 h 6"/>
                  <a:gd name="T4" fmla="*/ 10 w 10"/>
                  <a:gd name="T5" fmla="*/ 2 h 6"/>
                  <a:gd name="T6" fmla="*/ 10 w 10"/>
                  <a:gd name="T7" fmla="*/ 3 h 6"/>
                  <a:gd name="T8" fmla="*/ 10 w 10"/>
                  <a:gd name="T9" fmla="*/ 3 h 6"/>
                  <a:gd name="T10" fmla="*/ 9 w 10"/>
                  <a:gd name="T11" fmla="*/ 5 h 6"/>
                  <a:gd name="T12" fmla="*/ 9 w 10"/>
                  <a:gd name="T13" fmla="*/ 5 h 6"/>
                  <a:gd name="T14" fmla="*/ 7 w 10"/>
                  <a:gd name="T15" fmla="*/ 5 h 6"/>
                  <a:gd name="T16" fmla="*/ 7 w 10"/>
                  <a:gd name="T17" fmla="*/ 5 h 6"/>
                  <a:gd name="T18" fmla="*/ 7 w 10"/>
                  <a:gd name="T19" fmla="*/ 5 h 6"/>
                  <a:gd name="T20" fmla="*/ 7 w 10"/>
                  <a:gd name="T21" fmla="*/ 5 h 6"/>
                  <a:gd name="T22" fmla="*/ 7 w 10"/>
                  <a:gd name="T23" fmla="*/ 5 h 6"/>
                  <a:gd name="T24" fmla="*/ 7 w 10"/>
                  <a:gd name="T25" fmla="*/ 5 h 6"/>
                  <a:gd name="T26" fmla="*/ 7 w 10"/>
                  <a:gd name="T27" fmla="*/ 5 h 6"/>
                  <a:gd name="T28" fmla="*/ 7 w 10"/>
                  <a:gd name="T29" fmla="*/ 5 h 6"/>
                  <a:gd name="T30" fmla="*/ 7 w 10"/>
                  <a:gd name="T31" fmla="*/ 5 h 6"/>
                  <a:gd name="T32" fmla="*/ 7 w 10"/>
                  <a:gd name="T33" fmla="*/ 5 h 6"/>
                  <a:gd name="T34" fmla="*/ 7 w 10"/>
                  <a:gd name="T35" fmla="*/ 5 h 6"/>
                  <a:gd name="T36" fmla="*/ 3 w 10"/>
                  <a:gd name="T37" fmla="*/ 6 h 6"/>
                  <a:gd name="T38" fmla="*/ 0 w 10"/>
                  <a:gd name="T39" fmla="*/ 5 h 6"/>
                  <a:gd name="T40" fmla="*/ 0 w 10"/>
                  <a:gd name="T41" fmla="*/ 5 h 6"/>
                  <a:gd name="T42" fmla="*/ 3 w 10"/>
                  <a:gd name="T43" fmla="*/ 5 h 6"/>
                  <a:gd name="T44" fmla="*/ 6 w 10"/>
                  <a:gd name="T45" fmla="*/ 3 h 6"/>
                  <a:gd name="T46" fmla="*/ 6 w 10"/>
                  <a:gd name="T47" fmla="*/ 3 h 6"/>
                  <a:gd name="T48" fmla="*/ 7 w 10"/>
                  <a:gd name="T49" fmla="*/ 3 h 6"/>
                  <a:gd name="T50" fmla="*/ 7 w 10"/>
                  <a:gd name="T51" fmla="*/ 3 h 6"/>
                  <a:gd name="T52" fmla="*/ 7 w 10"/>
                  <a:gd name="T53" fmla="*/ 3 h 6"/>
                  <a:gd name="T54" fmla="*/ 7 w 10"/>
                  <a:gd name="T55" fmla="*/ 3 h 6"/>
                  <a:gd name="T56" fmla="*/ 7 w 10"/>
                  <a:gd name="T57" fmla="*/ 3 h 6"/>
                  <a:gd name="T58" fmla="*/ 6 w 10"/>
                  <a:gd name="T59" fmla="*/ 3 h 6"/>
                  <a:gd name="T60" fmla="*/ 6 w 10"/>
                  <a:gd name="T61" fmla="*/ 3 h 6"/>
                  <a:gd name="T62" fmla="*/ 6 w 10"/>
                  <a:gd name="T63" fmla="*/ 3 h 6"/>
                  <a:gd name="T64" fmla="*/ 7 w 10"/>
                  <a:gd name="T65" fmla="*/ 3 h 6"/>
                  <a:gd name="T66" fmla="*/ 7 w 10"/>
                  <a:gd name="T67" fmla="*/ 3 h 6"/>
                  <a:gd name="T68" fmla="*/ 9 w 10"/>
                  <a:gd name="T69" fmla="*/ 2 h 6"/>
                  <a:gd name="T70" fmla="*/ 9 w 10"/>
                  <a:gd name="T71" fmla="*/ 2 h 6"/>
                  <a:gd name="T72" fmla="*/ 10 w 10"/>
                  <a:gd name="T7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0" h="6">
                    <a:moveTo>
                      <a:pt x="10" y="0"/>
                    </a:moveTo>
                    <a:lnTo>
                      <a:pt x="10" y="0"/>
                    </a:lnTo>
                    <a:lnTo>
                      <a:pt x="10" y="2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3" y="6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3" y="5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9" y="2"/>
                    </a:lnTo>
                    <a:lnTo>
                      <a:pt x="9" y="2"/>
                    </a:lnTo>
                    <a:lnTo>
                      <a:pt x="1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1" name="iṡḻîďé"/>
              <p:cNvSpPr/>
              <p:nvPr/>
            </p:nvSpPr>
            <p:spPr bwMode="auto">
              <a:xfrm>
                <a:off x="3546432" y="3419797"/>
                <a:ext cx="12287" cy="12287"/>
              </a:xfrm>
              <a:custGeom>
                <a:avLst/>
                <a:gdLst>
                  <a:gd name="T0" fmla="*/ 4 w 4"/>
                  <a:gd name="T1" fmla="*/ 0 h 4"/>
                  <a:gd name="T2" fmla="*/ 4 w 4"/>
                  <a:gd name="T3" fmla="*/ 0 h 4"/>
                  <a:gd name="T4" fmla="*/ 3 w 4"/>
                  <a:gd name="T5" fmla="*/ 2 h 4"/>
                  <a:gd name="T6" fmla="*/ 3 w 4"/>
                  <a:gd name="T7" fmla="*/ 2 h 4"/>
                  <a:gd name="T8" fmla="*/ 2 w 4"/>
                  <a:gd name="T9" fmla="*/ 3 h 4"/>
                  <a:gd name="T10" fmla="*/ 2 w 4"/>
                  <a:gd name="T11" fmla="*/ 3 h 4"/>
                  <a:gd name="T12" fmla="*/ 2 w 4"/>
                  <a:gd name="T13" fmla="*/ 4 h 4"/>
                  <a:gd name="T14" fmla="*/ 2 w 4"/>
                  <a:gd name="T15" fmla="*/ 4 h 4"/>
                  <a:gd name="T16" fmla="*/ 0 w 4"/>
                  <a:gd name="T17" fmla="*/ 4 h 4"/>
                  <a:gd name="T18" fmla="*/ 0 w 4"/>
                  <a:gd name="T19" fmla="*/ 4 h 4"/>
                  <a:gd name="T20" fmla="*/ 0 w 4"/>
                  <a:gd name="T21" fmla="*/ 3 h 4"/>
                  <a:gd name="T22" fmla="*/ 0 w 4"/>
                  <a:gd name="T23" fmla="*/ 3 h 4"/>
                  <a:gd name="T24" fmla="*/ 0 w 4"/>
                  <a:gd name="T25" fmla="*/ 3 h 4"/>
                  <a:gd name="T26" fmla="*/ 0 w 4"/>
                  <a:gd name="T27" fmla="*/ 3 h 4"/>
                  <a:gd name="T28" fmla="*/ 0 w 4"/>
                  <a:gd name="T29" fmla="*/ 3 h 4"/>
                  <a:gd name="T30" fmla="*/ 0 w 4"/>
                  <a:gd name="T31" fmla="*/ 3 h 4"/>
                  <a:gd name="T32" fmla="*/ 4 w 4"/>
                  <a:gd name="T3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lnTo>
                      <a:pt x="4" y="0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2" name="îṩḷîďé"/>
              <p:cNvSpPr/>
              <p:nvPr/>
            </p:nvSpPr>
            <p:spPr bwMode="auto">
              <a:xfrm>
                <a:off x="3546432" y="3419797"/>
                <a:ext cx="12287" cy="12287"/>
              </a:xfrm>
              <a:custGeom>
                <a:avLst/>
                <a:gdLst>
                  <a:gd name="T0" fmla="*/ 4 w 4"/>
                  <a:gd name="T1" fmla="*/ 0 h 4"/>
                  <a:gd name="T2" fmla="*/ 4 w 4"/>
                  <a:gd name="T3" fmla="*/ 0 h 4"/>
                  <a:gd name="T4" fmla="*/ 3 w 4"/>
                  <a:gd name="T5" fmla="*/ 2 h 4"/>
                  <a:gd name="T6" fmla="*/ 3 w 4"/>
                  <a:gd name="T7" fmla="*/ 2 h 4"/>
                  <a:gd name="T8" fmla="*/ 2 w 4"/>
                  <a:gd name="T9" fmla="*/ 3 h 4"/>
                  <a:gd name="T10" fmla="*/ 2 w 4"/>
                  <a:gd name="T11" fmla="*/ 3 h 4"/>
                  <a:gd name="T12" fmla="*/ 2 w 4"/>
                  <a:gd name="T13" fmla="*/ 4 h 4"/>
                  <a:gd name="T14" fmla="*/ 2 w 4"/>
                  <a:gd name="T15" fmla="*/ 4 h 4"/>
                  <a:gd name="T16" fmla="*/ 0 w 4"/>
                  <a:gd name="T17" fmla="*/ 4 h 4"/>
                  <a:gd name="T18" fmla="*/ 0 w 4"/>
                  <a:gd name="T19" fmla="*/ 4 h 4"/>
                  <a:gd name="T20" fmla="*/ 0 w 4"/>
                  <a:gd name="T21" fmla="*/ 3 h 4"/>
                  <a:gd name="T22" fmla="*/ 0 w 4"/>
                  <a:gd name="T23" fmla="*/ 3 h 4"/>
                  <a:gd name="T24" fmla="*/ 0 w 4"/>
                  <a:gd name="T25" fmla="*/ 3 h 4"/>
                  <a:gd name="T26" fmla="*/ 0 w 4"/>
                  <a:gd name="T27" fmla="*/ 3 h 4"/>
                  <a:gd name="T28" fmla="*/ 0 w 4"/>
                  <a:gd name="T29" fmla="*/ 3 h 4"/>
                  <a:gd name="T30" fmla="*/ 0 w 4"/>
                  <a:gd name="T31" fmla="*/ 3 h 4"/>
                  <a:gd name="T32" fmla="*/ 4 w 4"/>
                  <a:gd name="T3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" h="4">
                    <a:moveTo>
                      <a:pt x="4" y="0"/>
                    </a:moveTo>
                    <a:lnTo>
                      <a:pt x="4" y="0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3" name="îṥlíďé"/>
              <p:cNvSpPr/>
              <p:nvPr/>
            </p:nvSpPr>
            <p:spPr bwMode="auto">
              <a:xfrm>
                <a:off x="3528004" y="3432083"/>
                <a:ext cx="6145" cy="614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2 w 2"/>
                  <a:gd name="T5" fmla="*/ 0 h 2"/>
                  <a:gd name="T6" fmla="*/ 0 w 2"/>
                  <a:gd name="T7" fmla="*/ 2 h 2"/>
                  <a:gd name="T8" fmla="*/ 0 w 2"/>
                  <a:gd name="T9" fmla="*/ 2 h 2"/>
                  <a:gd name="T10" fmla="*/ 2 w 2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4" name="îšľïdé"/>
              <p:cNvSpPr/>
              <p:nvPr/>
            </p:nvSpPr>
            <p:spPr bwMode="auto">
              <a:xfrm>
                <a:off x="3528004" y="3432083"/>
                <a:ext cx="6145" cy="6142"/>
              </a:xfrm>
              <a:custGeom>
                <a:avLst/>
                <a:gdLst>
                  <a:gd name="T0" fmla="*/ 2 w 2"/>
                  <a:gd name="T1" fmla="*/ 0 h 2"/>
                  <a:gd name="T2" fmla="*/ 2 w 2"/>
                  <a:gd name="T3" fmla="*/ 0 h 2"/>
                  <a:gd name="T4" fmla="*/ 2 w 2"/>
                  <a:gd name="T5" fmla="*/ 0 h 2"/>
                  <a:gd name="T6" fmla="*/ 0 w 2"/>
                  <a:gd name="T7" fmla="*/ 2 h 2"/>
                  <a:gd name="T8" fmla="*/ 0 w 2"/>
                  <a:gd name="T9" fmla="*/ 2 h 2"/>
                  <a:gd name="T10" fmla="*/ 2 w 2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5" name="isļíḑe"/>
              <p:cNvSpPr/>
              <p:nvPr/>
            </p:nvSpPr>
            <p:spPr bwMode="auto">
              <a:xfrm>
                <a:off x="3571007" y="3616390"/>
                <a:ext cx="6145" cy="18429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0 w 1"/>
                  <a:gd name="T5" fmla="*/ 3 h 7"/>
                  <a:gd name="T6" fmla="*/ 0 w 1"/>
                  <a:gd name="T7" fmla="*/ 3 h 7"/>
                  <a:gd name="T8" fmla="*/ 1 w 1"/>
                  <a:gd name="T9" fmla="*/ 7 h 7"/>
                  <a:gd name="T10" fmla="*/ 1 w 1"/>
                  <a:gd name="T11" fmla="*/ 7 h 7"/>
                  <a:gd name="T12" fmla="*/ 1 w 1"/>
                  <a:gd name="T13" fmla="*/ 0 h 7"/>
                  <a:gd name="T14" fmla="*/ 1 w 1"/>
                  <a:gd name="T15" fmla="*/ 0 h 7"/>
                  <a:gd name="T16" fmla="*/ 0 w 1"/>
                  <a:gd name="T17" fmla="*/ 0 h 7"/>
                  <a:gd name="T18" fmla="*/ 0 w 1"/>
                  <a:gd name="T19" fmla="*/ 1 h 7"/>
                  <a:gd name="T20" fmla="*/ 0 w 1"/>
                  <a:gd name="T21" fmla="*/ 1 h 7"/>
                  <a:gd name="T22" fmla="*/ 0 w 1"/>
                  <a:gd name="T2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" h="7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6" name="íṡḻïḓê"/>
              <p:cNvSpPr/>
              <p:nvPr/>
            </p:nvSpPr>
            <p:spPr bwMode="auto">
              <a:xfrm>
                <a:off x="3571007" y="3616390"/>
                <a:ext cx="6145" cy="18429"/>
              </a:xfrm>
              <a:custGeom>
                <a:avLst/>
                <a:gdLst>
                  <a:gd name="T0" fmla="*/ 0 w 1"/>
                  <a:gd name="T1" fmla="*/ 0 h 7"/>
                  <a:gd name="T2" fmla="*/ 0 w 1"/>
                  <a:gd name="T3" fmla="*/ 0 h 7"/>
                  <a:gd name="T4" fmla="*/ 0 w 1"/>
                  <a:gd name="T5" fmla="*/ 3 h 7"/>
                  <a:gd name="T6" fmla="*/ 0 w 1"/>
                  <a:gd name="T7" fmla="*/ 3 h 7"/>
                  <a:gd name="T8" fmla="*/ 1 w 1"/>
                  <a:gd name="T9" fmla="*/ 7 h 7"/>
                  <a:gd name="T10" fmla="*/ 1 w 1"/>
                  <a:gd name="T11" fmla="*/ 7 h 7"/>
                  <a:gd name="T12" fmla="*/ 1 w 1"/>
                  <a:gd name="T13" fmla="*/ 0 h 7"/>
                  <a:gd name="T14" fmla="*/ 1 w 1"/>
                  <a:gd name="T15" fmla="*/ 0 h 7"/>
                  <a:gd name="T16" fmla="*/ 0 w 1"/>
                  <a:gd name="T17" fmla="*/ 0 h 7"/>
                  <a:gd name="T18" fmla="*/ 0 w 1"/>
                  <a:gd name="T19" fmla="*/ 1 h 7"/>
                  <a:gd name="T20" fmla="*/ 0 w 1"/>
                  <a:gd name="T21" fmla="*/ 1 h 7"/>
                  <a:gd name="T22" fmla="*/ 0 w 1"/>
                  <a:gd name="T2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" h="7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7" name="íślïḍe"/>
              <p:cNvSpPr/>
              <p:nvPr/>
            </p:nvSpPr>
            <p:spPr bwMode="auto">
              <a:xfrm>
                <a:off x="3528004" y="3444372"/>
                <a:ext cx="6145" cy="0"/>
              </a:xfrm>
              <a:custGeom>
                <a:avLst/>
                <a:gdLst>
                  <a:gd name="T0" fmla="*/ 0 w 2"/>
                  <a:gd name="T1" fmla="*/ 0 w 2"/>
                  <a:gd name="T2" fmla="*/ 1 w 2"/>
                  <a:gd name="T3" fmla="*/ 1 w 2"/>
                  <a:gd name="T4" fmla="*/ 2 w 2"/>
                  <a:gd name="T5" fmla="*/ 2 w 2"/>
                  <a:gd name="T6" fmla="*/ 2 w 2"/>
                  <a:gd name="T7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8" name="íşľídê"/>
              <p:cNvSpPr/>
              <p:nvPr/>
            </p:nvSpPr>
            <p:spPr bwMode="auto">
              <a:xfrm>
                <a:off x="3528004" y="3444372"/>
                <a:ext cx="6145" cy="0"/>
              </a:xfrm>
              <a:custGeom>
                <a:avLst/>
                <a:gdLst>
                  <a:gd name="T0" fmla="*/ 0 w 2"/>
                  <a:gd name="T1" fmla="*/ 0 w 2"/>
                  <a:gd name="T2" fmla="*/ 1 w 2"/>
                  <a:gd name="T3" fmla="*/ 1 w 2"/>
                  <a:gd name="T4" fmla="*/ 2 w 2"/>
                  <a:gd name="T5" fmla="*/ 2 w 2"/>
                  <a:gd name="T6" fmla="*/ 2 w 2"/>
                  <a:gd name="T7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  <a:cxn ang="0">
                    <a:pos x="T7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79" name="ïSľîḋè"/>
              <p:cNvSpPr/>
              <p:nvPr/>
            </p:nvSpPr>
            <p:spPr bwMode="auto">
              <a:xfrm>
                <a:off x="3546432" y="3493520"/>
                <a:ext cx="12287" cy="12287"/>
              </a:xfrm>
              <a:custGeom>
                <a:avLst/>
                <a:gdLst>
                  <a:gd name="T0" fmla="*/ 0 w 4"/>
                  <a:gd name="T1" fmla="*/ 0 h 6"/>
                  <a:gd name="T2" fmla="*/ 0 w 4"/>
                  <a:gd name="T3" fmla="*/ 0 h 6"/>
                  <a:gd name="T4" fmla="*/ 0 w 4"/>
                  <a:gd name="T5" fmla="*/ 1 h 6"/>
                  <a:gd name="T6" fmla="*/ 2 w 4"/>
                  <a:gd name="T7" fmla="*/ 1 h 6"/>
                  <a:gd name="T8" fmla="*/ 3 w 4"/>
                  <a:gd name="T9" fmla="*/ 3 h 6"/>
                  <a:gd name="T10" fmla="*/ 4 w 4"/>
                  <a:gd name="T11" fmla="*/ 6 h 6"/>
                  <a:gd name="T12" fmla="*/ 4 w 4"/>
                  <a:gd name="T13" fmla="*/ 6 h 6"/>
                  <a:gd name="T14" fmla="*/ 4 w 4"/>
                  <a:gd name="T15" fmla="*/ 6 h 6"/>
                  <a:gd name="T16" fmla="*/ 4 w 4"/>
                  <a:gd name="T17" fmla="*/ 6 h 6"/>
                  <a:gd name="T18" fmla="*/ 3 w 4"/>
                  <a:gd name="T19" fmla="*/ 4 h 6"/>
                  <a:gd name="T20" fmla="*/ 3 w 4"/>
                  <a:gd name="T21" fmla="*/ 4 h 6"/>
                  <a:gd name="T22" fmla="*/ 3 w 4"/>
                  <a:gd name="T23" fmla="*/ 3 h 6"/>
                  <a:gd name="T24" fmla="*/ 3 w 4"/>
                  <a:gd name="T25" fmla="*/ 3 h 6"/>
                  <a:gd name="T26" fmla="*/ 3 w 4"/>
                  <a:gd name="T27" fmla="*/ 1 h 6"/>
                  <a:gd name="T28" fmla="*/ 3 w 4"/>
                  <a:gd name="T29" fmla="*/ 1 h 6"/>
                  <a:gd name="T30" fmla="*/ 2 w 4"/>
                  <a:gd name="T31" fmla="*/ 0 h 6"/>
                  <a:gd name="T32" fmla="*/ 2 w 4"/>
                  <a:gd name="T33" fmla="*/ 0 h 6"/>
                  <a:gd name="T34" fmla="*/ 0 w 4"/>
                  <a:gd name="T3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" h="6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3" y="3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0" name="íslíḍê"/>
              <p:cNvSpPr/>
              <p:nvPr/>
            </p:nvSpPr>
            <p:spPr bwMode="auto">
              <a:xfrm>
                <a:off x="3546432" y="3493520"/>
                <a:ext cx="12287" cy="12287"/>
              </a:xfrm>
              <a:custGeom>
                <a:avLst/>
                <a:gdLst>
                  <a:gd name="T0" fmla="*/ 0 w 4"/>
                  <a:gd name="T1" fmla="*/ 0 h 6"/>
                  <a:gd name="T2" fmla="*/ 0 w 4"/>
                  <a:gd name="T3" fmla="*/ 0 h 6"/>
                  <a:gd name="T4" fmla="*/ 0 w 4"/>
                  <a:gd name="T5" fmla="*/ 1 h 6"/>
                  <a:gd name="T6" fmla="*/ 2 w 4"/>
                  <a:gd name="T7" fmla="*/ 1 h 6"/>
                  <a:gd name="T8" fmla="*/ 3 w 4"/>
                  <a:gd name="T9" fmla="*/ 3 h 6"/>
                  <a:gd name="T10" fmla="*/ 4 w 4"/>
                  <a:gd name="T11" fmla="*/ 6 h 6"/>
                  <a:gd name="T12" fmla="*/ 4 w 4"/>
                  <a:gd name="T13" fmla="*/ 6 h 6"/>
                  <a:gd name="T14" fmla="*/ 4 w 4"/>
                  <a:gd name="T15" fmla="*/ 6 h 6"/>
                  <a:gd name="T16" fmla="*/ 4 w 4"/>
                  <a:gd name="T17" fmla="*/ 6 h 6"/>
                  <a:gd name="T18" fmla="*/ 3 w 4"/>
                  <a:gd name="T19" fmla="*/ 4 h 6"/>
                  <a:gd name="T20" fmla="*/ 3 w 4"/>
                  <a:gd name="T21" fmla="*/ 4 h 6"/>
                  <a:gd name="T22" fmla="*/ 3 w 4"/>
                  <a:gd name="T23" fmla="*/ 3 h 6"/>
                  <a:gd name="T24" fmla="*/ 3 w 4"/>
                  <a:gd name="T25" fmla="*/ 3 h 6"/>
                  <a:gd name="T26" fmla="*/ 3 w 4"/>
                  <a:gd name="T27" fmla="*/ 1 h 6"/>
                  <a:gd name="T28" fmla="*/ 3 w 4"/>
                  <a:gd name="T29" fmla="*/ 1 h 6"/>
                  <a:gd name="T30" fmla="*/ 2 w 4"/>
                  <a:gd name="T31" fmla="*/ 0 h 6"/>
                  <a:gd name="T32" fmla="*/ 2 w 4"/>
                  <a:gd name="T33" fmla="*/ 0 h 6"/>
                  <a:gd name="T34" fmla="*/ 0 w 4"/>
                  <a:gd name="T3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" h="6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3" y="3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1" name="iśḻîdé"/>
              <p:cNvSpPr/>
              <p:nvPr/>
            </p:nvSpPr>
            <p:spPr bwMode="auto">
              <a:xfrm>
                <a:off x="3546432" y="345051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2" name="ïṣḷíďé"/>
              <p:cNvSpPr/>
              <p:nvPr/>
            </p:nvSpPr>
            <p:spPr bwMode="auto">
              <a:xfrm>
                <a:off x="3546432" y="345051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3" name="išľíḑe"/>
              <p:cNvSpPr/>
              <p:nvPr/>
            </p:nvSpPr>
            <p:spPr bwMode="auto">
              <a:xfrm>
                <a:off x="3546432" y="3493520"/>
                <a:ext cx="6145" cy="24574"/>
              </a:xfrm>
              <a:custGeom>
                <a:avLst/>
                <a:gdLst>
                  <a:gd name="T0" fmla="*/ 0 w 1"/>
                  <a:gd name="T1" fmla="*/ 0 h 8"/>
                  <a:gd name="T2" fmla="*/ 0 w 1"/>
                  <a:gd name="T3" fmla="*/ 0 h 8"/>
                  <a:gd name="T4" fmla="*/ 1 w 1"/>
                  <a:gd name="T5" fmla="*/ 8 h 8"/>
                  <a:gd name="T6" fmla="*/ 1 w 1"/>
                  <a:gd name="T7" fmla="*/ 8 h 8"/>
                  <a:gd name="T8" fmla="*/ 1 w 1"/>
                  <a:gd name="T9" fmla="*/ 6 h 8"/>
                  <a:gd name="T10" fmla="*/ 1 w 1"/>
                  <a:gd name="T11" fmla="*/ 6 h 8"/>
                  <a:gd name="T12" fmla="*/ 0 w 1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8">
                    <a:moveTo>
                      <a:pt x="0" y="0"/>
                    </a:moveTo>
                    <a:lnTo>
                      <a:pt x="0" y="0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4" name="iṧ1îḑè"/>
              <p:cNvSpPr/>
              <p:nvPr/>
            </p:nvSpPr>
            <p:spPr bwMode="auto">
              <a:xfrm>
                <a:off x="3546432" y="3493520"/>
                <a:ext cx="6145" cy="24574"/>
              </a:xfrm>
              <a:custGeom>
                <a:avLst/>
                <a:gdLst>
                  <a:gd name="T0" fmla="*/ 0 w 1"/>
                  <a:gd name="T1" fmla="*/ 0 h 8"/>
                  <a:gd name="T2" fmla="*/ 0 w 1"/>
                  <a:gd name="T3" fmla="*/ 0 h 8"/>
                  <a:gd name="T4" fmla="*/ 1 w 1"/>
                  <a:gd name="T5" fmla="*/ 8 h 8"/>
                  <a:gd name="T6" fmla="*/ 1 w 1"/>
                  <a:gd name="T7" fmla="*/ 8 h 8"/>
                  <a:gd name="T8" fmla="*/ 1 w 1"/>
                  <a:gd name="T9" fmla="*/ 6 h 8"/>
                  <a:gd name="T10" fmla="*/ 1 w 1"/>
                  <a:gd name="T11" fmla="*/ 6 h 8"/>
                  <a:gd name="T12" fmla="*/ 0 w 1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8">
                    <a:moveTo>
                      <a:pt x="0" y="0"/>
                    </a:moveTo>
                    <a:lnTo>
                      <a:pt x="0" y="0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5" name="îṧ1íḓé"/>
              <p:cNvSpPr/>
              <p:nvPr/>
            </p:nvSpPr>
            <p:spPr bwMode="auto">
              <a:xfrm>
                <a:off x="3546432" y="3462800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6" name="îşḻîḑe"/>
              <p:cNvSpPr/>
              <p:nvPr/>
            </p:nvSpPr>
            <p:spPr bwMode="auto">
              <a:xfrm>
                <a:off x="3546432" y="3462800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7" name="iṧḻïḑè"/>
              <p:cNvSpPr/>
              <p:nvPr/>
            </p:nvSpPr>
            <p:spPr bwMode="auto">
              <a:xfrm>
                <a:off x="3546432" y="345665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8" name="iṩ1ïḍè"/>
              <p:cNvSpPr/>
              <p:nvPr/>
            </p:nvSpPr>
            <p:spPr bwMode="auto">
              <a:xfrm>
                <a:off x="3546432" y="345665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89" name="ïşļiḍé"/>
              <p:cNvSpPr/>
              <p:nvPr/>
            </p:nvSpPr>
            <p:spPr bwMode="auto">
              <a:xfrm>
                <a:off x="3546432" y="3450513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90" name="îṩḷíďè"/>
              <p:cNvSpPr/>
              <p:nvPr/>
            </p:nvSpPr>
            <p:spPr bwMode="auto">
              <a:xfrm>
                <a:off x="3546432" y="3450513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91" name="íṡḻiḓê"/>
              <p:cNvSpPr/>
              <p:nvPr/>
            </p:nvSpPr>
            <p:spPr bwMode="auto">
              <a:xfrm>
                <a:off x="3521858" y="3518093"/>
                <a:ext cx="6145" cy="12287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2 h 4"/>
                  <a:gd name="T6" fmla="*/ 0 w 2"/>
                  <a:gd name="T7" fmla="*/ 2 h 4"/>
                  <a:gd name="T8" fmla="*/ 0 w 2"/>
                  <a:gd name="T9" fmla="*/ 4 h 4"/>
                  <a:gd name="T10" fmla="*/ 0 w 2"/>
                  <a:gd name="T11" fmla="*/ 2 h 4"/>
                  <a:gd name="T12" fmla="*/ 0 w 2"/>
                  <a:gd name="T13" fmla="*/ 2 h 4"/>
                  <a:gd name="T14" fmla="*/ 0 w 2"/>
                  <a:gd name="T15" fmla="*/ 2 h 4"/>
                  <a:gd name="T16" fmla="*/ 0 w 2"/>
                  <a:gd name="T17" fmla="*/ 2 h 4"/>
                  <a:gd name="T18" fmla="*/ 2 w 2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92" name="îŝlíḋê"/>
              <p:cNvSpPr/>
              <p:nvPr/>
            </p:nvSpPr>
            <p:spPr bwMode="auto">
              <a:xfrm>
                <a:off x="3521858" y="3518093"/>
                <a:ext cx="6145" cy="12287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2 h 4"/>
                  <a:gd name="T6" fmla="*/ 0 w 2"/>
                  <a:gd name="T7" fmla="*/ 2 h 4"/>
                  <a:gd name="T8" fmla="*/ 0 w 2"/>
                  <a:gd name="T9" fmla="*/ 4 h 4"/>
                  <a:gd name="T10" fmla="*/ 0 w 2"/>
                  <a:gd name="T11" fmla="*/ 2 h 4"/>
                  <a:gd name="T12" fmla="*/ 0 w 2"/>
                  <a:gd name="T13" fmla="*/ 2 h 4"/>
                  <a:gd name="T14" fmla="*/ 0 w 2"/>
                  <a:gd name="T15" fmla="*/ 2 h 4"/>
                  <a:gd name="T16" fmla="*/ 0 w 2"/>
                  <a:gd name="T17" fmla="*/ 2 h 4"/>
                  <a:gd name="T18" fmla="*/ 2 w 2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93" name="íślîḑe"/>
              <p:cNvSpPr/>
              <p:nvPr/>
            </p:nvSpPr>
            <p:spPr bwMode="auto">
              <a:xfrm>
                <a:off x="3540291" y="3462800"/>
                <a:ext cx="0" cy="12287"/>
              </a:xfrm>
              <a:custGeom>
                <a:avLst/>
                <a:gdLst>
                  <a:gd name="T0" fmla="*/ 3 h 4"/>
                  <a:gd name="T1" fmla="*/ 3 h 4"/>
                  <a:gd name="T2" fmla="*/ 4 h 4"/>
                  <a:gd name="T3" fmla="*/ 3 h 4"/>
                  <a:gd name="T4" fmla="*/ 3 h 4"/>
                  <a:gd name="T5" fmla="*/ 0 h 4"/>
                  <a:gd name="T6" fmla="*/ 3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</a:cxnLst>
                <a:rect l="0" t="0" r="r" b="b"/>
                <a:pathLst>
                  <a:path h="4">
                    <a:moveTo>
                      <a:pt x="0" y="3"/>
                    </a:moveTo>
                    <a:lnTo>
                      <a:pt x="0" y="3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94" name="íšľîḑê"/>
              <p:cNvSpPr/>
              <p:nvPr/>
            </p:nvSpPr>
            <p:spPr bwMode="auto">
              <a:xfrm>
                <a:off x="3540291" y="3462800"/>
                <a:ext cx="0" cy="12287"/>
              </a:xfrm>
              <a:custGeom>
                <a:avLst/>
                <a:gdLst>
                  <a:gd name="T0" fmla="*/ 3 h 4"/>
                  <a:gd name="T1" fmla="*/ 3 h 4"/>
                  <a:gd name="T2" fmla="*/ 4 h 4"/>
                  <a:gd name="T3" fmla="*/ 3 h 4"/>
                  <a:gd name="T4" fmla="*/ 3 h 4"/>
                  <a:gd name="T5" fmla="*/ 0 h 4"/>
                  <a:gd name="T6" fmla="*/ 3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</a:cxnLst>
                <a:rect l="0" t="0" r="r" b="b"/>
                <a:pathLst>
                  <a:path h="4">
                    <a:moveTo>
                      <a:pt x="0" y="3"/>
                    </a:moveTo>
                    <a:lnTo>
                      <a:pt x="0" y="3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95" name="iṣļíḓe"/>
              <p:cNvSpPr/>
              <p:nvPr/>
            </p:nvSpPr>
            <p:spPr bwMode="auto">
              <a:xfrm>
                <a:off x="3515717" y="3518093"/>
                <a:ext cx="6145" cy="12287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2 h 4"/>
                  <a:gd name="T4" fmla="*/ 0 w 1"/>
                  <a:gd name="T5" fmla="*/ 4 h 4"/>
                  <a:gd name="T6" fmla="*/ 0 w 1"/>
                  <a:gd name="T7" fmla="*/ 2 h 4"/>
                  <a:gd name="T8" fmla="*/ 0 w 1"/>
                  <a:gd name="T9" fmla="*/ 2 h 4"/>
                  <a:gd name="T10" fmla="*/ 1 w 1"/>
                  <a:gd name="T11" fmla="*/ 0 h 4"/>
                  <a:gd name="T12" fmla="*/ 1 w 1"/>
                  <a:gd name="T13" fmla="*/ 0 h 4"/>
                  <a:gd name="T14" fmla="*/ 1 w 1"/>
                  <a:gd name="T1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lnTo>
                      <a:pt x="1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96" name="íṣḷîḍe"/>
              <p:cNvSpPr/>
              <p:nvPr/>
            </p:nvSpPr>
            <p:spPr bwMode="auto">
              <a:xfrm>
                <a:off x="3515717" y="3518093"/>
                <a:ext cx="6145" cy="12287"/>
              </a:xfrm>
              <a:custGeom>
                <a:avLst/>
                <a:gdLst>
                  <a:gd name="T0" fmla="*/ 1 w 1"/>
                  <a:gd name="T1" fmla="*/ 2 h 4"/>
                  <a:gd name="T2" fmla="*/ 1 w 1"/>
                  <a:gd name="T3" fmla="*/ 2 h 4"/>
                  <a:gd name="T4" fmla="*/ 0 w 1"/>
                  <a:gd name="T5" fmla="*/ 4 h 4"/>
                  <a:gd name="T6" fmla="*/ 0 w 1"/>
                  <a:gd name="T7" fmla="*/ 2 h 4"/>
                  <a:gd name="T8" fmla="*/ 0 w 1"/>
                  <a:gd name="T9" fmla="*/ 2 h 4"/>
                  <a:gd name="T10" fmla="*/ 1 w 1"/>
                  <a:gd name="T11" fmla="*/ 0 h 4"/>
                  <a:gd name="T12" fmla="*/ 1 w 1"/>
                  <a:gd name="T13" fmla="*/ 0 h 4"/>
                  <a:gd name="T14" fmla="*/ 1 w 1"/>
                  <a:gd name="T1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4">
                    <a:moveTo>
                      <a:pt x="1" y="2"/>
                    </a:moveTo>
                    <a:lnTo>
                      <a:pt x="1" y="2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97" name="íşḷidé"/>
              <p:cNvSpPr/>
              <p:nvPr/>
            </p:nvSpPr>
            <p:spPr bwMode="auto">
              <a:xfrm>
                <a:off x="3546432" y="344437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98" name="iṩḷîḓe"/>
              <p:cNvSpPr/>
              <p:nvPr/>
            </p:nvSpPr>
            <p:spPr bwMode="auto">
              <a:xfrm>
                <a:off x="3546432" y="344437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199" name="íSḷîḋe"/>
              <p:cNvSpPr/>
              <p:nvPr/>
            </p:nvSpPr>
            <p:spPr bwMode="auto">
              <a:xfrm>
                <a:off x="3546432" y="34443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00" name="ïṧḷide"/>
              <p:cNvSpPr/>
              <p:nvPr/>
            </p:nvSpPr>
            <p:spPr bwMode="auto">
              <a:xfrm>
                <a:off x="3546432" y="34443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01" name="íśḻidé"/>
              <p:cNvSpPr/>
              <p:nvPr/>
            </p:nvSpPr>
            <p:spPr bwMode="auto">
              <a:xfrm>
                <a:off x="3546432" y="344437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02" name="išḻiḋé"/>
              <p:cNvSpPr/>
              <p:nvPr/>
            </p:nvSpPr>
            <p:spPr bwMode="auto">
              <a:xfrm>
                <a:off x="3546432" y="344437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03" name="ísḷîḍe"/>
              <p:cNvSpPr/>
              <p:nvPr/>
            </p:nvSpPr>
            <p:spPr bwMode="auto">
              <a:xfrm>
                <a:off x="3546432" y="34443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04" name="iṩḻîdê"/>
              <p:cNvSpPr/>
              <p:nvPr/>
            </p:nvSpPr>
            <p:spPr bwMode="auto">
              <a:xfrm>
                <a:off x="3546432" y="344437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05" name="íŝľîḑé"/>
              <p:cNvSpPr/>
              <p:nvPr/>
            </p:nvSpPr>
            <p:spPr bwMode="auto">
              <a:xfrm>
                <a:off x="3546432" y="3444372"/>
                <a:ext cx="0" cy="0"/>
              </a:xfrm>
              <a:custGeom>
                <a:avLst/>
                <a:gdLst>
                  <a:gd name="T0" fmla="*/ 2 w 2"/>
                  <a:gd name="T1" fmla="*/ 2 w 2"/>
                  <a:gd name="T2" fmla="*/ 2 w 2"/>
                  <a:gd name="T3" fmla="*/ 0 w 2"/>
                  <a:gd name="T4" fmla="*/ 0 w 2"/>
                  <a:gd name="T5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06" name="íṡḻîďé"/>
              <p:cNvSpPr/>
              <p:nvPr/>
            </p:nvSpPr>
            <p:spPr bwMode="auto">
              <a:xfrm>
                <a:off x="3546432" y="3444372"/>
                <a:ext cx="0" cy="0"/>
              </a:xfrm>
              <a:custGeom>
                <a:avLst/>
                <a:gdLst>
                  <a:gd name="T0" fmla="*/ 2 w 2"/>
                  <a:gd name="T1" fmla="*/ 2 w 2"/>
                  <a:gd name="T2" fmla="*/ 2 w 2"/>
                  <a:gd name="T3" fmla="*/ 0 w 2"/>
                  <a:gd name="T4" fmla="*/ 0 w 2"/>
                  <a:gd name="T5" fmla="*/ 2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2">
                    <a:moveTo>
                      <a:pt x="2" y="0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07" name="îSľiḑê"/>
              <p:cNvSpPr/>
              <p:nvPr/>
            </p:nvSpPr>
            <p:spPr bwMode="auto">
              <a:xfrm>
                <a:off x="3546432" y="344437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08" name="isḷiḋe"/>
              <p:cNvSpPr/>
              <p:nvPr/>
            </p:nvSpPr>
            <p:spPr bwMode="auto">
              <a:xfrm>
                <a:off x="3546432" y="344437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09" name="í$lîdé"/>
              <p:cNvSpPr/>
              <p:nvPr/>
            </p:nvSpPr>
            <p:spPr bwMode="auto">
              <a:xfrm>
                <a:off x="3546432" y="3444372"/>
                <a:ext cx="0" cy="6142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1 h 1"/>
                  <a:gd name="T4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0" name="íŝliḓè"/>
              <p:cNvSpPr/>
              <p:nvPr/>
            </p:nvSpPr>
            <p:spPr bwMode="auto">
              <a:xfrm>
                <a:off x="3540291" y="3456659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1" name="iṡliḓê"/>
              <p:cNvSpPr/>
              <p:nvPr/>
            </p:nvSpPr>
            <p:spPr bwMode="auto">
              <a:xfrm>
                <a:off x="3540291" y="3456659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2" name="îṧ1iďè"/>
              <p:cNvSpPr/>
              <p:nvPr/>
            </p:nvSpPr>
            <p:spPr bwMode="auto">
              <a:xfrm>
                <a:off x="3546432" y="3432083"/>
                <a:ext cx="6145" cy="1228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3" name="ïşḻïḍe"/>
              <p:cNvSpPr/>
              <p:nvPr/>
            </p:nvSpPr>
            <p:spPr bwMode="auto">
              <a:xfrm>
                <a:off x="3546432" y="3432083"/>
                <a:ext cx="6145" cy="1228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4" name="ï$ľíḍè"/>
              <p:cNvSpPr/>
              <p:nvPr/>
            </p:nvSpPr>
            <p:spPr bwMode="auto">
              <a:xfrm>
                <a:off x="3534145" y="3450513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5" name="íŝlíḋe"/>
              <p:cNvSpPr/>
              <p:nvPr/>
            </p:nvSpPr>
            <p:spPr bwMode="auto">
              <a:xfrm>
                <a:off x="3534145" y="3450513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6" name="îṣlïďe"/>
              <p:cNvSpPr/>
              <p:nvPr/>
            </p:nvSpPr>
            <p:spPr bwMode="auto">
              <a:xfrm>
                <a:off x="1605079" y="3579529"/>
                <a:ext cx="24574" cy="43003"/>
              </a:xfrm>
              <a:custGeom>
                <a:avLst/>
                <a:gdLst>
                  <a:gd name="T0" fmla="*/ 7 w 7"/>
                  <a:gd name="T1" fmla="*/ 12 h 14"/>
                  <a:gd name="T2" fmla="*/ 7 w 7"/>
                  <a:gd name="T3" fmla="*/ 12 h 14"/>
                  <a:gd name="T4" fmla="*/ 3 w 7"/>
                  <a:gd name="T5" fmla="*/ 14 h 14"/>
                  <a:gd name="T6" fmla="*/ 3 w 7"/>
                  <a:gd name="T7" fmla="*/ 14 h 14"/>
                  <a:gd name="T8" fmla="*/ 0 w 7"/>
                  <a:gd name="T9" fmla="*/ 10 h 14"/>
                  <a:gd name="T10" fmla="*/ 0 w 7"/>
                  <a:gd name="T11" fmla="*/ 7 h 14"/>
                  <a:gd name="T12" fmla="*/ 1 w 7"/>
                  <a:gd name="T13" fmla="*/ 0 h 14"/>
                  <a:gd name="T14" fmla="*/ 1 w 7"/>
                  <a:gd name="T15" fmla="*/ 0 h 14"/>
                  <a:gd name="T16" fmla="*/ 4 w 7"/>
                  <a:gd name="T17" fmla="*/ 5 h 14"/>
                  <a:gd name="T18" fmla="*/ 5 w 7"/>
                  <a:gd name="T19" fmla="*/ 8 h 14"/>
                  <a:gd name="T20" fmla="*/ 7 w 7"/>
                  <a:gd name="T21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14">
                    <a:moveTo>
                      <a:pt x="7" y="12"/>
                    </a:moveTo>
                    <a:lnTo>
                      <a:pt x="7" y="12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4" y="5"/>
                    </a:lnTo>
                    <a:lnTo>
                      <a:pt x="5" y="8"/>
                    </a:lnTo>
                    <a:lnTo>
                      <a:pt x="7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7" name="îSlïḍè"/>
              <p:cNvSpPr/>
              <p:nvPr/>
            </p:nvSpPr>
            <p:spPr bwMode="auto">
              <a:xfrm>
                <a:off x="1605079" y="3579529"/>
                <a:ext cx="24574" cy="43003"/>
              </a:xfrm>
              <a:custGeom>
                <a:avLst/>
                <a:gdLst>
                  <a:gd name="T0" fmla="*/ 7 w 7"/>
                  <a:gd name="T1" fmla="*/ 12 h 14"/>
                  <a:gd name="T2" fmla="*/ 7 w 7"/>
                  <a:gd name="T3" fmla="*/ 12 h 14"/>
                  <a:gd name="T4" fmla="*/ 3 w 7"/>
                  <a:gd name="T5" fmla="*/ 14 h 14"/>
                  <a:gd name="T6" fmla="*/ 3 w 7"/>
                  <a:gd name="T7" fmla="*/ 14 h 14"/>
                  <a:gd name="T8" fmla="*/ 0 w 7"/>
                  <a:gd name="T9" fmla="*/ 10 h 14"/>
                  <a:gd name="T10" fmla="*/ 0 w 7"/>
                  <a:gd name="T11" fmla="*/ 7 h 14"/>
                  <a:gd name="T12" fmla="*/ 1 w 7"/>
                  <a:gd name="T13" fmla="*/ 0 h 14"/>
                  <a:gd name="T14" fmla="*/ 1 w 7"/>
                  <a:gd name="T15" fmla="*/ 0 h 14"/>
                  <a:gd name="T16" fmla="*/ 4 w 7"/>
                  <a:gd name="T17" fmla="*/ 5 h 14"/>
                  <a:gd name="T18" fmla="*/ 5 w 7"/>
                  <a:gd name="T19" fmla="*/ 8 h 14"/>
                  <a:gd name="T20" fmla="*/ 7 w 7"/>
                  <a:gd name="T21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14">
                    <a:moveTo>
                      <a:pt x="7" y="12"/>
                    </a:moveTo>
                    <a:lnTo>
                      <a:pt x="7" y="12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4" y="5"/>
                    </a:lnTo>
                    <a:lnTo>
                      <a:pt x="5" y="8"/>
                    </a:lnTo>
                    <a:lnTo>
                      <a:pt x="7" y="1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8" name="ïślïḓe"/>
              <p:cNvSpPr/>
              <p:nvPr/>
            </p:nvSpPr>
            <p:spPr bwMode="auto">
              <a:xfrm>
                <a:off x="1770956" y="3124908"/>
                <a:ext cx="61435" cy="92151"/>
              </a:xfrm>
              <a:custGeom>
                <a:avLst/>
                <a:gdLst>
                  <a:gd name="T0" fmla="*/ 14 w 19"/>
                  <a:gd name="T1" fmla="*/ 32 h 32"/>
                  <a:gd name="T2" fmla="*/ 14 w 19"/>
                  <a:gd name="T3" fmla="*/ 32 h 32"/>
                  <a:gd name="T4" fmla="*/ 11 w 19"/>
                  <a:gd name="T5" fmla="*/ 32 h 32"/>
                  <a:gd name="T6" fmla="*/ 10 w 19"/>
                  <a:gd name="T7" fmla="*/ 30 h 32"/>
                  <a:gd name="T8" fmla="*/ 11 w 19"/>
                  <a:gd name="T9" fmla="*/ 26 h 32"/>
                  <a:gd name="T10" fmla="*/ 13 w 19"/>
                  <a:gd name="T11" fmla="*/ 22 h 32"/>
                  <a:gd name="T12" fmla="*/ 11 w 19"/>
                  <a:gd name="T13" fmla="*/ 19 h 32"/>
                  <a:gd name="T14" fmla="*/ 11 w 19"/>
                  <a:gd name="T15" fmla="*/ 17 h 32"/>
                  <a:gd name="T16" fmla="*/ 11 w 19"/>
                  <a:gd name="T17" fmla="*/ 17 h 32"/>
                  <a:gd name="T18" fmla="*/ 7 w 19"/>
                  <a:gd name="T19" fmla="*/ 17 h 32"/>
                  <a:gd name="T20" fmla="*/ 6 w 19"/>
                  <a:gd name="T21" fmla="*/ 20 h 32"/>
                  <a:gd name="T22" fmla="*/ 7 w 19"/>
                  <a:gd name="T23" fmla="*/ 27 h 32"/>
                  <a:gd name="T24" fmla="*/ 7 w 19"/>
                  <a:gd name="T25" fmla="*/ 27 h 32"/>
                  <a:gd name="T26" fmla="*/ 4 w 19"/>
                  <a:gd name="T27" fmla="*/ 24 h 32"/>
                  <a:gd name="T28" fmla="*/ 3 w 19"/>
                  <a:gd name="T29" fmla="*/ 23 h 32"/>
                  <a:gd name="T30" fmla="*/ 4 w 19"/>
                  <a:gd name="T31" fmla="*/ 19 h 32"/>
                  <a:gd name="T32" fmla="*/ 4 w 19"/>
                  <a:gd name="T33" fmla="*/ 19 h 32"/>
                  <a:gd name="T34" fmla="*/ 6 w 19"/>
                  <a:gd name="T35" fmla="*/ 16 h 32"/>
                  <a:gd name="T36" fmla="*/ 6 w 19"/>
                  <a:gd name="T37" fmla="*/ 14 h 32"/>
                  <a:gd name="T38" fmla="*/ 6 w 19"/>
                  <a:gd name="T39" fmla="*/ 14 h 32"/>
                  <a:gd name="T40" fmla="*/ 4 w 19"/>
                  <a:gd name="T41" fmla="*/ 13 h 32"/>
                  <a:gd name="T42" fmla="*/ 0 w 19"/>
                  <a:gd name="T43" fmla="*/ 12 h 32"/>
                  <a:gd name="T44" fmla="*/ 0 w 19"/>
                  <a:gd name="T45" fmla="*/ 12 h 32"/>
                  <a:gd name="T46" fmla="*/ 3 w 19"/>
                  <a:gd name="T47" fmla="*/ 6 h 32"/>
                  <a:gd name="T48" fmla="*/ 4 w 19"/>
                  <a:gd name="T49" fmla="*/ 0 h 32"/>
                  <a:gd name="T50" fmla="*/ 4 w 19"/>
                  <a:gd name="T51" fmla="*/ 0 h 32"/>
                  <a:gd name="T52" fmla="*/ 7 w 19"/>
                  <a:gd name="T53" fmla="*/ 2 h 32"/>
                  <a:gd name="T54" fmla="*/ 7 w 19"/>
                  <a:gd name="T55" fmla="*/ 3 h 32"/>
                  <a:gd name="T56" fmla="*/ 6 w 19"/>
                  <a:gd name="T57" fmla="*/ 9 h 32"/>
                  <a:gd name="T58" fmla="*/ 6 w 19"/>
                  <a:gd name="T59" fmla="*/ 9 h 32"/>
                  <a:gd name="T60" fmla="*/ 9 w 19"/>
                  <a:gd name="T61" fmla="*/ 9 h 32"/>
                  <a:gd name="T62" fmla="*/ 10 w 19"/>
                  <a:gd name="T63" fmla="*/ 9 h 32"/>
                  <a:gd name="T64" fmla="*/ 11 w 19"/>
                  <a:gd name="T65" fmla="*/ 10 h 32"/>
                  <a:gd name="T66" fmla="*/ 14 w 19"/>
                  <a:gd name="T67" fmla="*/ 12 h 32"/>
                  <a:gd name="T68" fmla="*/ 19 w 19"/>
                  <a:gd name="T69" fmla="*/ 10 h 32"/>
                  <a:gd name="T70" fmla="*/ 19 w 19"/>
                  <a:gd name="T71" fmla="*/ 10 h 32"/>
                  <a:gd name="T72" fmla="*/ 16 w 19"/>
                  <a:gd name="T73" fmla="*/ 14 h 32"/>
                  <a:gd name="T74" fmla="*/ 14 w 19"/>
                  <a:gd name="T75" fmla="*/ 20 h 32"/>
                  <a:gd name="T76" fmla="*/ 14 w 19"/>
                  <a:gd name="T7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" h="32">
                    <a:moveTo>
                      <a:pt x="14" y="32"/>
                    </a:moveTo>
                    <a:lnTo>
                      <a:pt x="14" y="32"/>
                    </a:lnTo>
                    <a:lnTo>
                      <a:pt x="11" y="32"/>
                    </a:lnTo>
                    <a:lnTo>
                      <a:pt x="10" y="30"/>
                    </a:lnTo>
                    <a:lnTo>
                      <a:pt x="11" y="26"/>
                    </a:lnTo>
                    <a:lnTo>
                      <a:pt x="13" y="22"/>
                    </a:lnTo>
                    <a:lnTo>
                      <a:pt x="11" y="19"/>
                    </a:lnTo>
                    <a:lnTo>
                      <a:pt x="11" y="17"/>
                    </a:lnTo>
                    <a:lnTo>
                      <a:pt x="11" y="17"/>
                    </a:lnTo>
                    <a:lnTo>
                      <a:pt x="7" y="17"/>
                    </a:lnTo>
                    <a:lnTo>
                      <a:pt x="6" y="20"/>
                    </a:lnTo>
                    <a:lnTo>
                      <a:pt x="7" y="27"/>
                    </a:lnTo>
                    <a:lnTo>
                      <a:pt x="7" y="27"/>
                    </a:lnTo>
                    <a:lnTo>
                      <a:pt x="4" y="24"/>
                    </a:lnTo>
                    <a:lnTo>
                      <a:pt x="3" y="23"/>
                    </a:lnTo>
                    <a:lnTo>
                      <a:pt x="4" y="19"/>
                    </a:lnTo>
                    <a:lnTo>
                      <a:pt x="4" y="19"/>
                    </a:lnTo>
                    <a:lnTo>
                      <a:pt x="6" y="16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4" y="13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3" y="6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9" y="9"/>
                    </a:lnTo>
                    <a:lnTo>
                      <a:pt x="10" y="9"/>
                    </a:lnTo>
                    <a:lnTo>
                      <a:pt x="11" y="10"/>
                    </a:lnTo>
                    <a:lnTo>
                      <a:pt x="14" y="12"/>
                    </a:lnTo>
                    <a:lnTo>
                      <a:pt x="19" y="10"/>
                    </a:lnTo>
                    <a:lnTo>
                      <a:pt x="19" y="10"/>
                    </a:lnTo>
                    <a:lnTo>
                      <a:pt x="16" y="14"/>
                    </a:lnTo>
                    <a:lnTo>
                      <a:pt x="14" y="20"/>
                    </a:lnTo>
                    <a:lnTo>
                      <a:pt x="14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19" name="îśľidé"/>
              <p:cNvSpPr/>
              <p:nvPr/>
            </p:nvSpPr>
            <p:spPr bwMode="auto">
              <a:xfrm>
                <a:off x="1770956" y="3124908"/>
                <a:ext cx="61435" cy="92151"/>
              </a:xfrm>
              <a:custGeom>
                <a:avLst/>
                <a:gdLst>
                  <a:gd name="T0" fmla="*/ 14 w 19"/>
                  <a:gd name="T1" fmla="*/ 32 h 32"/>
                  <a:gd name="T2" fmla="*/ 14 w 19"/>
                  <a:gd name="T3" fmla="*/ 32 h 32"/>
                  <a:gd name="T4" fmla="*/ 11 w 19"/>
                  <a:gd name="T5" fmla="*/ 32 h 32"/>
                  <a:gd name="T6" fmla="*/ 10 w 19"/>
                  <a:gd name="T7" fmla="*/ 30 h 32"/>
                  <a:gd name="T8" fmla="*/ 11 w 19"/>
                  <a:gd name="T9" fmla="*/ 26 h 32"/>
                  <a:gd name="T10" fmla="*/ 13 w 19"/>
                  <a:gd name="T11" fmla="*/ 22 h 32"/>
                  <a:gd name="T12" fmla="*/ 11 w 19"/>
                  <a:gd name="T13" fmla="*/ 19 h 32"/>
                  <a:gd name="T14" fmla="*/ 11 w 19"/>
                  <a:gd name="T15" fmla="*/ 17 h 32"/>
                  <a:gd name="T16" fmla="*/ 11 w 19"/>
                  <a:gd name="T17" fmla="*/ 17 h 32"/>
                  <a:gd name="T18" fmla="*/ 7 w 19"/>
                  <a:gd name="T19" fmla="*/ 17 h 32"/>
                  <a:gd name="T20" fmla="*/ 6 w 19"/>
                  <a:gd name="T21" fmla="*/ 20 h 32"/>
                  <a:gd name="T22" fmla="*/ 7 w 19"/>
                  <a:gd name="T23" fmla="*/ 27 h 32"/>
                  <a:gd name="T24" fmla="*/ 7 w 19"/>
                  <a:gd name="T25" fmla="*/ 27 h 32"/>
                  <a:gd name="T26" fmla="*/ 4 w 19"/>
                  <a:gd name="T27" fmla="*/ 24 h 32"/>
                  <a:gd name="T28" fmla="*/ 3 w 19"/>
                  <a:gd name="T29" fmla="*/ 23 h 32"/>
                  <a:gd name="T30" fmla="*/ 4 w 19"/>
                  <a:gd name="T31" fmla="*/ 19 h 32"/>
                  <a:gd name="T32" fmla="*/ 4 w 19"/>
                  <a:gd name="T33" fmla="*/ 19 h 32"/>
                  <a:gd name="T34" fmla="*/ 6 w 19"/>
                  <a:gd name="T35" fmla="*/ 16 h 32"/>
                  <a:gd name="T36" fmla="*/ 6 w 19"/>
                  <a:gd name="T37" fmla="*/ 14 h 32"/>
                  <a:gd name="T38" fmla="*/ 6 w 19"/>
                  <a:gd name="T39" fmla="*/ 14 h 32"/>
                  <a:gd name="T40" fmla="*/ 4 w 19"/>
                  <a:gd name="T41" fmla="*/ 13 h 32"/>
                  <a:gd name="T42" fmla="*/ 0 w 19"/>
                  <a:gd name="T43" fmla="*/ 12 h 32"/>
                  <a:gd name="T44" fmla="*/ 0 w 19"/>
                  <a:gd name="T45" fmla="*/ 12 h 32"/>
                  <a:gd name="T46" fmla="*/ 3 w 19"/>
                  <a:gd name="T47" fmla="*/ 6 h 32"/>
                  <a:gd name="T48" fmla="*/ 4 w 19"/>
                  <a:gd name="T49" fmla="*/ 0 h 32"/>
                  <a:gd name="T50" fmla="*/ 4 w 19"/>
                  <a:gd name="T51" fmla="*/ 0 h 32"/>
                  <a:gd name="T52" fmla="*/ 7 w 19"/>
                  <a:gd name="T53" fmla="*/ 2 h 32"/>
                  <a:gd name="T54" fmla="*/ 7 w 19"/>
                  <a:gd name="T55" fmla="*/ 3 h 32"/>
                  <a:gd name="T56" fmla="*/ 6 w 19"/>
                  <a:gd name="T57" fmla="*/ 9 h 32"/>
                  <a:gd name="T58" fmla="*/ 6 w 19"/>
                  <a:gd name="T59" fmla="*/ 9 h 32"/>
                  <a:gd name="T60" fmla="*/ 9 w 19"/>
                  <a:gd name="T61" fmla="*/ 9 h 32"/>
                  <a:gd name="T62" fmla="*/ 10 w 19"/>
                  <a:gd name="T63" fmla="*/ 9 h 32"/>
                  <a:gd name="T64" fmla="*/ 11 w 19"/>
                  <a:gd name="T65" fmla="*/ 10 h 32"/>
                  <a:gd name="T66" fmla="*/ 14 w 19"/>
                  <a:gd name="T67" fmla="*/ 12 h 32"/>
                  <a:gd name="T68" fmla="*/ 19 w 19"/>
                  <a:gd name="T69" fmla="*/ 10 h 32"/>
                  <a:gd name="T70" fmla="*/ 19 w 19"/>
                  <a:gd name="T71" fmla="*/ 10 h 32"/>
                  <a:gd name="T72" fmla="*/ 16 w 19"/>
                  <a:gd name="T73" fmla="*/ 14 h 32"/>
                  <a:gd name="T74" fmla="*/ 14 w 19"/>
                  <a:gd name="T75" fmla="*/ 20 h 32"/>
                  <a:gd name="T76" fmla="*/ 14 w 19"/>
                  <a:gd name="T7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" h="32">
                    <a:moveTo>
                      <a:pt x="14" y="32"/>
                    </a:moveTo>
                    <a:lnTo>
                      <a:pt x="14" y="32"/>
                    </a:lnTo>
                    <a:lnTo>
                      <a:pt x="11" y="32"/>
                    </a:lnTo>
                    <a:lnTo>
                      <a:pt x="10" y="30"/>
                    </a:lnTo>
                    <a:lnTo>
                      <a:pt x="11" y="26"/>
                    </a:lnTo>
                    <a:lnTo>
                      <a:pt x="13" y="22"/>
                    </a:lnTo>
                    <a:lnTo>
                      <a:pt x="11" y="19"/>
                    </a:lnTo>
                    <a:lnTo>
                      <a:pt x="11" y="17"/>
                    </a:lnTo>
                    <a:lnTo>
                      <a:pt x="11" y="17"/>
                    </a:lnTo>
                    <a:lnTo>
                      <a:pt x="7" y="17"/>
                    </a:lnTo>
                    <a:lnTo>
                      <a:pt x="6" y="20"/>
                    </a:lnTo>
                    <a:lnTo>
                      <a:pt x="7" y="27"/>
                    </a:lnTo>
                    <a:lnTo>
                      <a:pt x="7" y="27"/>
                    </a:lnTo>
                    <a:lnTo>
                      <a:pt x="4" y="24"/>
                    </a:lnTo>
                    <a:lnTo>
                      <a:pt x="3" y="23"/>
                    </a:lnTo>
                    <a:lnTo>
                      <a:pt x="4" y="19"/>
                    </a:lnTo>
                    <a:lnTo>
                      <a:pt x="4" y="19"/>
                    </a:lnTo>
                    <a:lnTo>
                      <a:pt x="6" y="16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4" y="13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3" y="6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7" y="2"/>
                    </a:lnTo>
                    <a:lnTo>
                      <a:pt x="7" y="3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9" y="9"/>
                    </a:lnTo>
                    <a:lnTo>
                      <a:pt x="10" y="9"/>
                    </a:lnTo>
                    <a:lnTo>
                      <a:pt x="11" y="10"/>
                    </a:lnTo>
                    <a:lnTo>
                      <a:pt x="14" y="12"/>
                    </a:lnTo>
                    <a:lnTo>
                      <a:pt x="19" y="10"/>
                    </a:lnTo>
                    <a:lnTo>
                      <a:pt x="19" y="10"/>
                    </a:lnTo>
                    <a:lnTo>
                      <a:pt x="16" y="14"/>
                    </a:lnTo>
                    <a:lnTo>
                      <a:pt x="14" y="20"/>
                    </a:lnTo>
                    <a:lnTo>
                      <a:pt x="14" y="3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0" name="ïš1ïḓe"/>
              <p:cNvSpPr/>
              <p:nvPr/>
            </p:nvSpPr>
            <p:spPr bwMode="auto">
              <a:xfrm>
                <a:off x="3546432" y="3450513"/>
                <a:ext cx="0" cy="614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2 h 2"/>
                  <a:gd name="T4" fmla="*/ 2 h 2"/>
                  <a:gd name="T5" fmla="*/ 2 h 2"/>
                  <a:gd name="T6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1" name="íśļïḑè"/>
              <p:cNvSpPr/>
              <p:nvPr/>
            </p:nvSpPr>
            <p:spPr bwMode="auto">
              <a:xfrm>
                <a:off x="3546432" y="3450513"/>
                <a:ext cx="0" cy="6142"/>
              </a:xfrm>
              <a:custGeom>
                <a:avLst/>
                <a:gdLst>
                  <a:gd name="T0" fmla="*/ 0 h 2"/>
                  <a:gd name="T1" fmla="*/ 0 h 2"/>
                  <a:gd name="T2" fmla="*/ 2 h 2"/>
                  <a:gd name="T3" fmla="*/ 2 h 2"/>
                  <a:gd name="T4" fmla="*/ 2 h 2"/>
                  <a:gd name="T5" fmla="*/ 2 h 2"/>
                  <a:gd name="T6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2" name="iš1îḋè"/>
              <p:cNvSpPr/>
              <p:nvPr/>
            </p:nvSpPr>
            <p:spPr bwMode="auto">
              <a:xfrm>
                <a:off x="3546432" y="3456659"/>
                <a:ext cx="0" cy="0"/>
              </a:xfrm>
              <a:custGeom>
                <a:avLst/>
                <a:gdLst>
                  <a:gd name="T0" fmla="*/ 0 w 2"/>
                  <a:gd name="T1" fmla="*/ 0 w 2"/>
                  <a:gd name="T2" fmla="*/ 2 w 2"/>
                  <a:gd name="T3" fmla="*/ 2 w 2"/>
                  <a:gd name="T4" fmla="*/ 2 w 2"/>
                  <a:gd name="T5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3" name="îSḷiḍe"/>
              <p:cNvSpPr/>
              <p:nvPr/>
            </p:nvSpPr>
            <p:spPr bwMode="auto">
              <a:xfrm>
                <a:off x="3546432" y="3456659"/>
                <a:ext cx="0" cy="0"/>
              </a:xfrm>
              <a:custGeom>
                <a:avLst/>
                <a:gdLst>
                  <a:gd name="T0" fmla="*/ 0 w 2"/>
                  <a:gd name="T1" fmla="*/ 0 w 2"/>
                  <a:gd name="T2" fmla="*/ 2 w 2"/>
                  <a:gd name="T3" fmla="*/ 2 w 2"/>
                  <a:gd name="T4" fmla="*/ 2 w 2"/>
                  <a:gd name="T5" fmla="*/ 0 w 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</a:cxnLst>
                <a:rect l="0" t="0" r="r" b="b"/>
                <a:pathLst>
                  <a:path w="2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4" name="iṥḻiḑê"/>
              <p:cNvSpPr/>
              <p:nvPr/>
            </p:nvSpPr>
            <p:spPr bwMode="auto">
              <a:xfrm>
                <a:off x="3546432" y="345665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5" name="ïṡļïďe"/>
              <p:cNvSpPr/>
              <p:nvPr/>
            </p:nvSpPr>
            <p:spPr bwMode="auto">
              <a:xfrm>
                <a:off x="3546432" y="345665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6" name="iṧliḍe"/>
              <p:cNvSpPr/>
              <p:nvPr/>
            </p:nvSpPr>
            <p:spPr bwMode="auto">
              <a:xfrm>
                <a:off x="3546432" y="3456659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7" name="ïSḷïḓê"/>
              <p:cNvSpPr/>
              <p:nvPr/>
            </p:nvSpPr>
            <p:spPr bwMode="auto">
              <a:xfrm>
                <a:off x="2674052" y="2860736"/>
                <a:ext cx="18433" cy="18429"/>
              </a:xfrm>
              <a:custGeom>
                <a:avLst/>
                <a:gdLst>
                  <a:gd name="T0" fmla="*/ 3 w 6"/>
                  <a:gd name="T1" fmla="*/ 6 h 6"/>
                  <a:gd name="T2" fmla="*/ 3 w 6"/>
                  <a:gd name="T3" fmla="*/ 6 h 6"/>
                  <a:gd name="T4" fmla="*/ 0 w 6"/>
                  <a:gd name="T5" fmla="*/ 3 h 6"/>
                  <a:gd name="T6" fmla="*/ 0 w 6"/>
                  <a:gd name="T7" fmla="*/ 3 h 6"/>
                  <a:gd name="T8" fmla="*/ 2 w 6"/>
                  <a:gd name="T9" fmla="*/ 0 h 6"/>
                  <a:gd name="T10" fmla="*/ 2 w 6"/>
                  <a:gd name="T11" fmla="*/ 0 h 6"/>
                  <a:gd name="T12" fmla="*/ 3 w 6"/>
                  <a:gd name="T13" fmla="*/ 0 h 6"/>
                  <a:gd name="T14" fmla="*/ 3 w 6"/>
                  <a:gd name="T15" fmla="*/ 0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3 w 6"/>
                  <a:gd name="T2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6">
                    <a:moveTo>
                      <a:pt x="3" y="6"/>
                    </a:moveTo>
                    <a:lnTo>
                      <a:pt x="3" y="6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3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8" name="is1iḍe"/>
              <p:cNvSpPr/>
              <p:nvPr/>
            </p:nvSpPr>
            <p:spPr bwMode="auto">
              <a:xfrm>
                <a:off x="2674052" y="2860736"/>
                <a:ext cx="18433" cy="18429"/>
              </a:xfrm>
              <a:custGeom>
                <a:avLst/>
                <a:gdLst>
                  <a:gd name="T0" fmla="*/ 3 w 6"/>
                  <a:gd name="T1" fmla="*/ 6 h 6"/>
                  <a:gd name="T2" fmla="*/ 3 w 6"/>
                  <a:gd name="T3" fmla="*/ 6 h 6"/>
                  <a:gd name="T4" fmla="*/ 0 w 6"/>
                  <a:gd name="T5" fmla="*/ 3 h 6"/>
                  <a:gd name="T6" fmla="*/ 0 w 6"/>
                  <a:gd name="T7" fmla="*/ 3 h 6"/>
                  <a:gd name="T8" fmla="*/ 2 w 6"/>
                  <a:gd name="T9" fmla="*/ 0 h 6"/>
                  <a:gd name="T10" fmla="*/ 2 w 6"/>
                  <a:gd name="T11" fmla="*/ 0 h 6"/>
                  <a:gd name="T12" fmla="*/ 3 w 6"/>
                  <a:gd name="T13" fmla="*/ 0 h 6"/>
                  <a:gd name="T14" fmla="*/ 3 w 6"/>
                  <a:gd name="T15" fmla="*/ 0 h 6"/>
                  <a:gd name="T16" fmla="*/ 6 w 6"/>
                  <a:gd name="T17" fmla="*/ 1 h 6"/>
                  <a:gd name="T18" fmla="*/ 6 w 6"/>
                  <a:gd name="T19" fmla="*/ 3 h 6"/>
                  <a:gd name="T20" fmla="*/ 6 w 6"/>
                  <a:gd name="T21" fmla="*/ 3 h 6"/>
                  <a:gd name="T22" fmla="*/ 3 w 6"/>
                  <a:gd name="T2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6">
                    <a:moveTo>
                      <a:pt x="3" y="6"/>
                    </a:moveTo>
                    <a:lnTo>
                      <a:pt x="3" y="6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3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29" name="îşļïḑè"/>
              <p:cNvSpPr/>
              <p:nvPr/>
            </p:nvSpPr>
            <p:spPr bwMode="auto">
              <a:xfrm>
                <a:off x="2717059" y="2866880"/>
                <a:ext cx="18433" cy="24574"/>
              </a:xfrm>
              <a:custGeom>
                <a:avLst/>
                <a:gdLst>
                  <a:gd name="T0" fmla="*/ 2 w 7"/>
                  <a:gd name="T1" fmla="*/ 8 h 8"/>
                  <a:gd name="T2" fmla="*/ 2 w 7"/>
                  <a:gd name="T3" fmla="*/ 8 h 8"/>
                  <a:gd name="T4" fmla="*/ 0 w 7"/>
                  <a:gd name="T5" fmla="*/ 3 h 8"/>
                  <a:gd name="T6" fmla="*/ 0 w 7"/>
                  <a:gd name="T7" fmla="*/ 0 h 8"/>
                  <a:gd name="T8" fmla="*/ 0 w 7"/>
                  <a:gd name="T9" fmla="*/ 0 h 8"/>
                  <a:gd name="T10" fmla="*/ 1 w 7"/>
                  <a:gd name="T11" fmla="*/ 2 h 8"/>
                  <a:gd name="T12" fmla="*/ 4 w 7"/>
                  <a:gd name="T13" fmla="*/ 2 h 8"/>
                  <a:gd name="T14" fmla="*/ 5 w 7"/>
                  <a:gd name="T15" fmla="*/ 3 h 8"/>
                  <a:gd name="T16" fmla="*/ 7 w 7"/>
                  <a:gd name="T17" fmla="*/ 5 h 8"/>
                  <a:gd name="T18" fmla="*/ 7 w 7"/>
                  <a:gd name="T19" fmla="*/ 5 h 8"/>
                  <a:gd name="T20" fmla="*/ 7 w 7"/>
                  <a:gd name="T21" fmla="*/ 6 h 8"/>
                  <a:gd name="T22" fmla="*/ 4 w 7"/>
                  <a:gd name="T23" fmla="*/ 6 h 8"/>
                  <a:gd name="T24" fmla="*/ 2 w 7"/>
                  <a:gd name="T25" fmla="*/ 6 h 8"/>
                  <a:gd name="T26" fmla="*/ 2 w 7"/>
                  <a:gd name="T2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8">
                    <a:moveTo>
                      <a:pt x="2" y="8"/>
                    </a:moveTo>
                    <a:lnTo>
                      <a:pt x="2" y="8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4" y="2"/>
                    </a:lnTo>
                    <a:lnTo>
                      <a:pt x="5" y="3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2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0" name="íśḷîde"/>
              <p:cNvSpPr/>
              <p:nvPr/>
            </p:nvSpPr>
            <p:spPr bwMode="auto">
              <a:xfrm>
                <a:off x="2717059" y="2866880"/>
                <a:ext cx="18433" cy="24574"/>
              </a:xfrm>
              <a:custGeom>
                <a:avLst/>
                <a:gdLst>
                  <a:gd name="T0" fmla="*/ 2 w 7"/>
                  <a:gd name="T1" fmla="*/ 8 h 8"/>
                  <a:gd name="T2" fmla="*/ 2 w 7"/>
                  <a:gd name="T3" fmla="*/ 8 h 8"/>
                  <a:gd name="T4" fmla="*/ 0 w 7"/>
                  <a:gd name="T5" fmla="*/ 3 h 8"/>
                  <a:gd name="T6" fmla="*/ 0 w 7"/>
                  <a:gd name="T7" fmla="*/ 0 h 8"/>
                  <a:gd name="T8" fmla="*/ 0 w 7"/>
                  <a:gd name="T9" fmla="*/ 0 h 8"/>
                  <a:gd name="T10" fmla="*/ 1 w 7"/>
                  <a:gd name="T11" fmla="*/ 2 h 8"/>
                  <a:gd name="T12" fmla="*/ 4 w 7"/>
                  <a:gd name="T13" fmla="*/ 2 h 8"/>
                  <a:gd name="T14" fmla="*/ 5 w 7"/>
                  <a:gd name="T15" fmla="*/ 3 h 8"/>
                  <a:gd name="T16" fmla="*/ 7 w 7"/>
                  <a:gd name="T17" fmla="*/ 5 h 8"/>
                  <a:gd name="T18" fmla="*/ 7 w 7"/>
                  <a:gd name="T19" fmla="*/ 5 h 8"/>
                  <a:gd name="T20" fmla="*/ 7 w 7"/>
                  <a:gd name="T21" fmla="*/ 6 h 8"/>
                  <a:gd name="T22" fmla="*/ 4 w 7"/>
                  <a:gd name="T23" fmla="*/ 6 h 8"/>
                  <a:gd name="T24" fmla="*/ 2 w 7"/>
                  <a:gd name="T25" fmla="*/ 6 h 8"/>
                  <a:gd name="T26" fmla="*/ 2 w 7"/>
                  <a:gd name="T2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8">
                    <a:moveTo>
                      <a:pt x="2" y="8"/>
                    </a:moveTo>
                    <a:lnTo>
                      <a:pt x="2" y="8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4" y="2"/>
                    </a:lnTo>
                    <a:lnTo>
                      <a:pt x="5" y="3"/>
                    </a:lnTo>
                    <a:lnTo>
                      <a:pt x="7" y="5"/>
                    </a:lnTo>
                    <a:lnTo>
                      <a:pt x="7" y="5"/>
                    </a:lnTo>
                    <a:lnTo>
                      <a:pt x="7" y="6"/>
                    </a:lnTo>
                    <a:lnTo>
                      <a:pt x="4" y="6"/>
                    </a:lnTo>
                    <a:lnTo>
                      <a:pt x="2" y="6"/>
                    </a:lnTo>
                    <a:lnTo>
                      <a:pt x="2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1" name="ïśḻiḍè"/>
              <p:cNvSpPr/>
              <p:nvPr/>
            </p:nvSpPr>
            <p:spPr bwMode="auto">
              <a:xfrm>
                <a:off x="3546432" y="345051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2" name="iṣļîdè"/>
              <p:cNvSpPr/>
              <p:nvPr/>
            </p:nvSpPr>
            <p:spPr bwMode="auto">
              <a:xfrm>
                <a:off x="3546432" y="345051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3" name="íṩḷïḋé"/>
              <p:cNvSpPr/>
              <p:nvPr/>
            </p:nvSpPr>
            <p:spPr bwMode="auto">
              <a:xfrm>
                <a:off x="3546432" y="3450513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4" name="ïṧḻídê"/>
              <p:cNvSpPr/>
              <p:nvPr/>
            </p:nvSpPr>
            <p:spPr bwMode="auto">
              <a:xfrm>
                <a:off x="3546432" y="3450513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5" name="í$lïďe"/>
              <p:cNvSpPr/>
              <p:nvPr/>
            </p:nvSpPr>
            <p:spPr bwMode="auto">
              <a:xfrm>
                <a:off x="3546432" y="345051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6" name="í$ḻîďè"/>
              <p:cNvSpPr/>
              <p:nvPr/>
            </p:nvSpPr>
            <p:spPr bwMode="auto">
              <a:xfrm>
                <a:off x="3546432" y="345051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7" name="işļîďê"/>
              <p:cNvSpPr/>
              <p:nvPr/>
            </p:nvSpPr>
            <p:spPr bwMode="auto">
              <a:xfrm>
                <a:off x="3540291" y="344437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8" name="îşḷiḑe"/>
              <p:cNvSpPr/>
              <p:nvPr/>
            </p:nvSpPr>
            <p:spPr bwMode="auto">
              <a:xfrm>
                <a:off x="3540291" y="344437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39" name="îṡ1iḓe"/>
              <p:cNvSpPr/>
              <p:nvPr/>
            </p:nvSpPr>
            <p:spPr bwMode="auto">
              <a:xfrm>
                <a:off x="3509571" y="3352217"/>
                <a:ext cx="12287" cy="30716"/>
              </a:xfrm>
              <a:custGeom>
                <a:avLst/>
                <a:gdLst>
                  <a:gd name="T0" fmla="*/ 1 w 4"/>
                  <a:gd name="T1" fmla="*/ 6 h 10"/>
                  <a:gd name="T2" fmla="*/ 1 w 4"/>
                  <a:gd name="T3" fmla="*/ 6 h 10"/>
                  <a:gd name="T4" fmla="*/ 0 w 4"/>
                  <a:gd name="T5" fmla="*/ 0 h 10"/>
                  <a:gd name="T6" fmla="*/ 0 w 4"/>
                  <a:gd name="T7" fmla="*/ 0 h 10"/>
                  <a:gd name="T8" fmla="*/ 4 w 4"/>
                  <a:gd name="T9" fmla="*/ 10 h 10"/>
                  <a:gd name="T10" fmla="*/ 4 w 4"/>
                  <a:gd name="T11" fmla="*/ 10 h 10"/>
                  <a:gd name="T12" fmla="*/ 1 w 4"/>
                  <a:gd name="T13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0">
                    <a:moveTo>
                      <a:pt x="1" y="6"/>
                    </a:moveTo>
                    <a:lnTo>
                      <a:pt x="1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1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40" name="iṩ1ïḑè"/>
              <p:cNvSpPr/>
              <p:nvPr/>
            </p:nvSpPr>
            <p:spPr bwMode="auto">
              <a:xfrm>
                <a:off x="3509571" y="3352217"/>
                <a:ext cx="12287" cy="30716"/>
              </a:xfrm>
              <a:custGeom>
                <a:avLst/>
                <a:gdLst>
                  <a:gd name="T0" fmla="*/ 1 w 4"/>
                  <a:gd name="T1" fmla="*/ 6 h 10"/>
                  <a:gd name="T2" fmla="*/ 1 w 4"/>
                  <a:gd name="T3" fmla="*/ 6 h 10"/>
                  <a:gd name="T4" fmla="*/ 0 w 4"/>
                  <a:gd name="T5" fmla="*/ 0 h 10"/>
                  <a:gd name="T6" fmla="*/ 0 w 4"/>
                  <a:gd name="T7" fmla="*/ 0 h 10"/>
                  <a:gd name="T8" fmla="*/ 4 w 4"/>
                  <a:gd name="T9" fmla="*/ 10 h 10"/>
                  <a:gd name="T10" fmla="*/ 4 w 4"/>
                  <a:gd name="T11" fmla="*/ 10 h 10"/>
                  <a:gd name="T12" fmla="*/ 1 w 4"/>
                  <a:gd name="T13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0">
                    <a:moveTo>
                      <a:pt x="1" y="6"/>
                    </a:moveTo>
                    <a:lnTo>
                      <a:pt x="1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1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41" name="ísḷíḋê"/>
              <p:cNvSpPr/>
              <p:nvPr/>
            </p:nvSpPr>
            <p:spPr bwMode="auto">
              <a:xfrm>
                <a:off x="3761458" y="2897597"/>
                <a:ext cx="24574" cy="24574"/>
              </a:xfrm>
              <a:custGeom>
                <a:avLst/>
                <a:gdLst>
                  <a:gd name="T0" fmla="*/ 0 w 7"/>
                  <a:gd name="T1" fmla="*/ 8 h 8"/>
                  <a:gd name="T2" fmla="*/ 0 w 7"/>
                  <a:gd name="T3" fmla="*/ 8 h 8"/>
                  <a:gd name="T4" fmla="*/ 2 w 7"/>
                  <a:gd name="T5" fmla="*/ 3 h 8"/>
                  <a:gd name="T6" fmla="*/ 5 w 7"/>
                  <a:gd name="T7" fmla="*/ 0 h 8"/>
                  <a:gd name="T8" fmla="*/ 5 w 7"/>
                  <a:gd name="T9" fmla="*/ 0 h 8"/>
                  <a:gd name="T10" fmla="*/ 7 w 7"/>
                  <a:gd name="T11" fmla="*/ 2 h 8"/>
                  <a:gd name="T12" fmla="*/ 5 w 7"/>
                  <a:gd name="T13" fmla="*/ 5 h 8"/>
                  <a:gd name="T14" fmla="*/ 5 w 7"/>
                  <a:gd name="T15" fmla="*/ 5 h 8"/>
                  <a:gd name="T16" fmla="*/ 4 w 7"/>
                  <a:gd name="T17" fmla="*/ 3 h 8"/>
                  <a:gd name="T18" fmla="*/ 4 w 7"/>
                  <a:gd name="T19" fmla="*/ 3 h 8"/>
                  <a:gd name="T20" fmla="*/ 0 w 7"/>
                  <a:gd name="T21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8">
                    <a:moveTo>
                      <a:pt x="0" y="8"/>
                    </a:moveTo>
                    <a:lnTo>
                      <a:pt x="0" y="8"/>
                    </a:lnTo>
                    <a:lnTo>
                      <a:pt x="2" y="3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7" y="2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42" name="íṧľíďe"/>
              <p:cNvSpPr/>
              <p:nvPr/>
            </p:nvSpPr>
            <p:spPr bwMode="auto">
              <a:xfrm>
                <a:off x="3761458" y="2897597"/>
                <a:ext cx="24574" cy="24574"/>
              </a:xfrm>
              <a:custGeom>
                <a:avLst/>
                <a:gdLst>
                  <a:gd name="T0" fmla="*/ 0 w 7"/>
                  <a:gd name="T1" fmla="*/ 8 h 8"/>
                  <a:gd name="T2" fmla="*/ 0 w 7"/>
                  <a:gd name="T3" fmla="*/ 8 h 8"/>
                  <a:gd name="T4" fmla="*/ 2 w 7"/>
                  <a:gd name="T5" fmla="*/ 3 h 8"/>
                  <a:gd name="T6" fmla="*/ 5 w 7"/>
                  <a:gd name="T7" fmla="*/ 0 h 8"/>
                  <a:gd name="T8" fmla="*/ 5 w 7"/>
                  <a:gd name="T9" fmla="*/ 0 h 8"/>
                  <a:gd name="T10" fmla="*/ 7 w 7"/>
                  <a:gd name="T11" fmla="*/ 2 h 8"/>
                  <a:gd name="T12" fmla="*/ 5 w 7"/>
                  <a:gd name="T13" fmla="*/ 5 h 8"/>
                  <a:gd name="T14" fmla="*/ 5 w 7"/>
                  <a:gd name="T15" fmla="*/ 5 h 8"/>
                  <a:gd name="T16" fmla="*/ 4 w 7"/>
                  <a:gd name="T17" fmla="*/ 3 h 8"/>
                  <a:gd name="T18" fmla="*/ 4 w 7"/>
                  <a:gd name="T19" fmla="*/ 3 h 8"/>
                  <a:gd name="T20" fmla="*/ 0 w 7"/>
                  <a:gd name="T21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8">
                    <a:moveTo>
                      <a:pt x="0" y="8"/>
                    </a:moveTo>
                    <a:lnTo>
                      <a:pt x="0" y="8"/>
                    </a:lnTo>
                    <a:lnTo>
                      <a:pt x="2" y="3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7" y="2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0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43" name="ïṡḻiďe"/>
              <p:cNvSpPr/>
              <p:nvPr/>
            </p:nvSpPr>
            <p:spPr bwMode="auto">
              <a:xfrm>
                <a:off x="5622943" y="4396616"/>
                <a:ext cx="18433" cy="30716"/>
              </a:xfrm>
              <a:custGeom>
                <a:avLst/>
                <a:gdLst>
                  <a:gd name="T0" fmla="*/ 5 w 6"/>
                  <a:gd name="T1" fmla="*/ 0 h 9"/>
                  <a:gd name="T2" fmla="*/ 5 w 6"/>
                  <a:gd name="T3" fmla="*/ 0 h 9"/>
                  <a:gd name="T4" fmla="*/ 6 w 6"/>
                  <a:gd name="T5" fmla="*/ 2 h 9"/>
                  <a:gd name="T6" fmla="*/ 6 w 6"/>
                  <a:gd name="T7" fmla="*/ 5 h 9"/>
                  <a:gd name="T8" fmla="*/ 2 w 6"/>
                  <a:gd name="T9" fmla="*/ 9 h 9"/>
                  <a:gd name="T10" fmla="*/ 2 w 6"/>
                  <a:gd name="T11" fmla="*/ 9 h 9"/>
                  <a:gd name="T12" fmla="*/ 0 w 6"/>
                  <a:gd name="T13" fmla="*/ 6 h 9"/>
                  <a:gd name="T14" fmla="*/ 2 w 6"/>
                  <a:gd name="T15" fmla="*/ 3 h 9"/>
                  <a:gd name="T16" fmla="*/ 5 w 6"/>
                  <a:gd name="T1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9">
                    <a:moveTo>
                      <a:pt x="5" y="0"/>
                    </a:moveTo>
                    <a:lnTo>
                      <a:pt x="5" y="0"/>
                    </a:lnTo>
                    <a:lnTo>
                      <a:pt x="6" y="2"/>
                    </a:lnTo>
                    <a:lnTo>
                      <a:pt x="6" y="5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0" y="6"/>
                    </a:lnTo>
                    <a:lnTo>
                      <a:pt x="2" y="3"/>
                    </a:lnTo>
                    <a:lnTo>
                      <a:pt x="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44" name="iśḷiḍé"/>
              <p:cNvSpPr/>
              <p:nvPr/>
            </p:nvSpPr>
            <p:spPr bwMode="auto">
              <a:xfrm>
                <a:off x="1691088" y="3290780"/>
                <a:ext cx="18433" cy="18429"/>
              </a:xfrm>
              <a:custGeom>
                <a:avLst/>
                <a:gdLst>
                  <a:gd name="T0" fmla="*/ 1 w 7"/>
                  <a:gd name="T1" fmla="*/ 6 h 6"/>
                  <a:gd name="T2" fmla="*/ 1 w 7"/>
                  <a:gd name="T3" fmla="*/ 6 h 6"/>
                  <a:gd name="T4" fmla="*/ 0 w 7"/>
                  <a:gd name="T5" fmla="*/ 4 h 6"/>
                  <a:gd name="T6" fmla="*/ 1 w 7"/>
                  <a:gd name="T7" fmla="*/ 4 h 6"/>
                  <a:gd name="T8" fmla="*/ 3 w 7"/>
                  <a:gd name="T9" fmla="*/ 1 h 6"/>
                  <a:gd name="T10" fmla="*/ 3 w 7"/>
                  <a:gd name="T11" fmla="*/ 0 h 6"/>
                  <a:gd name="T12" fmla="*/ 3 w 7"/>
                  <a:gd name="T13" fmla="*/ 0 h 6"/>
                  <a:gd name="T14" fmla="*/ 7 w 7"/>
                  <a:gd name="T15" fmla="*/ 0 h 6"/>
                  <a:gd name="T16" fmla="*/ 7 w 7"/>
                  <a:gd name="T17" fmla="*/ 0 h 6"/>
                  <a:gd name="T18" fmla="*/ 6 w 7"/>
                  <a:gd name="T19" fmla="*/ 3 h 6"/>
                  <a:gd name="T20" fmla="*/ 6 w 7"/>
                  <a:gd name="T21" fmla="*/ 6 h 6"/>
                  <a:gd name="T22" fmla="*/ 6 w 7"/>
                  <a:gd name="T23" fmla="*/ 6 h 6"/>
                  <a:gd name="T24" fmla="*/ 3 w 7"/>
                  <a:gd name="T25" fmla="*/ 4 h 6"/>
                  <a:gd name="T26" fmla="*/ 3 w 7"/>
                  <a:gd name="T27" fmla="*/ 4 h 6"/>
                  <a:gd name="T28" fmla="*/ 1 w 7"/>
                  <a:gd name="T2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" h="6">
                    <a:moveTo>
                      <a:pt x="1" y="6"/>
                    </a:moveTo>
                    <a:lnTo>
                      <a:pt x="1" y="6"/>
                    </a:lnTo>
                    <a:lnTo>
                      <a:pt x="0" y="4"/>
                    </a:lnTo>
                    <a:lnTo>
                      <a:pt x="1" y="4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6" y="3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1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45" name="iśľïḋé"/>
              <p:cNvSpPr/>
              <p:nvPr/>
            </p:nvSpPr>
            <p:spPr bwMode="auto">
              <a:xfrm>
                <a:off x="3546432" y="3456659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46" name="íSľíḋê"/>
              <p:cNvSpPr/>
              <p:nvPr/>
            </p:nvSpPr>
            <p:spPr bwMode="auto">
              <a:xfrm>
                <a:off x="3638587" y="3640964"/>
                <a:ext cx="0" cy="12287"/>
              </a:xfrm>
              <a:custGeom>
                <a:avLst/>
                <a:gdLst>
                  <a:gd name="T0" fmla="*/ 2 w 2"/>
                  <a:gd name="T1" fmla="*/ 1 h 4"/>
                  <a:gd name="T2" fmla="*/ 2 w 2"/>
                  <a:gd name="T3" fmla="*/ 1 h 4"/>
                  <a:gd name="T4" fmla="*/ 2 w 2"/>
                  <a:gd name="T5" fmla="*/ 4 h 4"/>
                  <a:gd name="T6" fmla="*/ 2 w 2"/>
                  <a:gd name="T7" fmla="*/ 4 h 4"/>
                  <a:gd name="T8" fmla="*/ 0 w 2"/>
                  <a:gd name="T9" fmla="*/ 2 h 4"/>
                  <a:gd name="T10" fmla="*/ 0 w 2"/>
                  <a:gd name="T11" fmla="*/ 2 h 4"/>
                  <a:gd name="T12" fmla="*/ 0 w 2"/>
                  <a:gd name="T13" fmla="*/ 1 h 4"/>
                  <a:gd name="T14" fmla="*/ 0 w 2"/>
                  <a:gd name="T15" fmla="*/ 1 h 4"/>
                  <a:gd name="T16" fmla="*/ 0 w 2"/>
                  <a:gd name="T17" fmla="*/ 0 h 4"/>
                  <a:gd name="T18" fmla="*/ 0 w 2"/>
                  <a:gd name="T19" fmla="*/ 0 h 4"/>
                  <a:gd name="T20" fmla="*/ 2 w 2"/>
                  <a:gd name="T2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lnTo>
                      <a:pt x="2" y="1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47" name="i$ḷïďé"/>
              <p:cNvSpPr/>
              <p:nvPr/>
            </p:nvSpPr>
            <p:spPr bwMode="auto">
              <a:xfrm>
                <a:off x="3939618" y="3026611"/>
                <a:ext cx="18433" cy="18429"/>
              </a:xfrm>
              <a:custGeom>
                <a:avLst/>
                <a:gdLst>
                  <a:gd name="T0" fmla="*/ 0 w 7"/>
                  <a:gd name="T1" fmla="*/ 4 h 7"/>
                  <a:gd name="T2" fmla="*/ 0 w 7"/>
                  <a:gd name="T3" fmla="*/ 4 h 7"/>
                  <a:gd name="T4" fmla="*/ 2 w 7"/>
                  <a:gd name="T5" fmla="*/ 3 h 7"/>
                  <a:gd name="T6" fmla="*/ 5 w 7"/>
                  <a:gd name="T7" fmla="*/ 0 h 7"/>
                  <a:gd name="T8" fmla="*/ 5 w 7"/>
                  <a:gd name="T9" fmla="*/ 0 h 7"/>
                  <a:gd name="T10" fmla="*/ 5 w 7"/>
                  <a:gd name="T11" fmla="*/ 0 h 7"/>
                  <a:gd name="T12" fmla="*/ 5 w 7"/>
                  <a:gd name="T13" fmla="*/ 1 h 7"/>
                  <a:gd name="T14" fmla="*/ 5 w 7"/>
                  <a:gd name="T15" fmla="*/ 3 h 7"/>
                  <a:gd name="T16" fmla="*/ 7 w 7"/>
                  <a:gd name="T17" fmla="*/ 3 h 7"/>
                  <a:gd name="T18" fmla="*/ 7 w 7"/>
                  <a:gd name="T19" fmla="*/ 3 h 7"/>
                  <a:gd name="T20" fmla="*/ 5 w 7"/>
                  <a:gd name="T21" fmla="*/ 4 h 7"/>
                  <a:gd name="T22" fmla="*/ 4 w 7"/>
                  <a:gd name="T23" fmla="*/ 3 h 7"/>
                  <a:gd name="T24" fmla="*/ 4 w 7"/>
                  <a:gd name="T25" fmla="*/ 3 h 7"/>
                  <a:gd name="T26" fmla="*/ 2 w 7"/>
                  <a:gd name="T27" fmla="*/ 5 h 7"/>
                  <a:gd name="T28" fmla="*/ 2 w 7"/>
                  <a:gd name="T29" fmla="*/ 5 h 7"/>
                  <a:gd name="T30" fmla="*/ 1 w 7"/>
                  <a:gd name="T31" fmla="*/ 7 h 7"/>
                  <a:gd name="T32" fmla="*/ 0 w 7"/>
                  <a:gd name="T33" fmla="*/ 7 h 7"/>
                  <a:gd name="T34" fmla="*/ 0 w 7"/>
                  <a:gd name="T35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" h="7">
                    <a:moveTo>
                      <a:pt x="0" y="4"/>
                    </a:moveTo>
                    <a:lnTo>
                      <a:pt x="0" y="4"/>
                    </a:lnTo>
                    <a:lnTo>
                      <a:pt x="2" y="3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5" y="4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1" y="7"/>
                    </a:lnTo>
                    <a:lnTo>
                      <a:pt x="0" y="7"/>
                    </a:lnTo>
                    <a:lnTo>
                      <a:pt x="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48" name="î$ľïḋè"/>
              <p:cNvSpPr/>
              <p:nvPr/>
            </p:nvSpPr>
            <p:spPr bwMode="auto">
              <a:xfrm>
                <a:off x="4099351" y="2971318"/>
                <a:ext cx="24574" cy="6142"/>
              </a:xfrm>
              <a:custGeom>
                <a:avLst/>
                <a:gdLst>
                  <a:gd name="T0" fmla="*/ 3 w 7"/>
                  <a:gd name="T1" fmla="*/ 2 h 3"/>
                  <a:gd name="T2" fmla="*/ 3 w 7"/>
                  <a:gd name="T3" fmla="*/ 2 h 3"/>
                  <a:gd name="T4" fmla="*/ 6 w 7"/>
                  <a:gd name="T5" fmla="*/ 0 h 3"/>
                  <a:gd name="T6" fmla="*/ 7 w 7"/>
                  <a:gd name="T7" fmla="*/ 2 h 3"/>
                  <a:gd name="T8" fmla="*/ 7 w 7"/>
                  <a:gd name="T9" fmla="*/ 2 h 3"/>
                  <a:gd name="T10" fmla="*/ 3 w 7"/>
                  <a:gd name="T11" fmla="*/ 3 h 3"/>
                  <a:gd name="T12" fmla="*/ 0 w 7"/>
                  <a:gd name="T13" fmla="*/ 3 h 3"/>
                  <a:gd name="T14" fmla="*/ 0 w 7"/>
                  <a:gd name="T15" fmla="*/ 3 h 3"/>
                  <a:gd name="T16" fmla="*/ 3 w 7"/>
                  <a:gd name="T17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3">
                    <a:moveTo>
                      <a:pt x="3" y="2"/>
                    </a:moveTo>
                    <a:lnTo>
                      <a:pt x="3" y="2"/>
                    </a:lnTo>
                    <a:lnTo>
                      <a:pt x="6" y="0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49" name="í$ļiďè"/>
              <p:cNvSpPr/>
              <p:nvPr/>
            </p:nvSpPr>
            <p:spPr bwMode="auto">
              <a:xfrm>
                <a:off x="4289801" y="2965177"/>
                <a:ext cx="18433" cy="18429"/>
              </a:xfrm>
              <a:custGeom>
                <a:avLst/>
                <a:gdLst>
                  <a:gd name="T0" fmla="*/ 0 w 7"/>
                  <a:gd name="T1" fmla="*/ 0 h 5"/>
                  <a:gd name="T2" fmla="*/ 0 w 7"/>
                  <a:gd name="T3" fmla="*/ 0 h 5"/>
                  <a:gd name="T4" fmla="*/ 3 w 7"/>
                  <a:gd name="T5" fmla="*/ 0 h 5"/>
                  <a:gd name="T6" fmla="*/ 5 w 7"/>
                  <a:gd name="T7" fmla="*/ 0 h 5"/>
                  <a:gd name="T8" fmla="*/ 7 w 7"/>
                  <a:gd name="T9" fmla="*/ 3 h 5"/>
                  <a:gd name="T10" fmla="*/ 4 w 7"/>
                  <a:gd name="T11" fmla="*/ 5 h 5"/>
                  <a:gd name="T12" fmla="*/ 4 w 7"/>
                  <a:gd name="T13" fmla="*/ 5 h 5"/>
                  <a:gd name="T14" fmla="*/ 3 w 7"/>
                  <a:gd name="T15" fmla="*/ 3 h 5"/>
                  <a:gd name="T16" fmla="*/ 0 w 7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5">
                    <a:moveTo>
                      <a:pt x="0" y="0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7" y="3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3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0" name="î$ḷiḋe"/>
              <p:cNvSpPr/>
              <p:nvPr/>
            </p:nvSpPr>
            <p:spPr bwMode="auto">
              <a:xfrm>
                <a:off x="3945763" y="3339930"/>
                <a:ext cx="12287" cy="18429"/>
              </a:xfrm>
              <a:custGeom>
                <a:avLst/>
                <a:gdLst>
                  <a:gd name="T0" fmla="*/ 0 w 4"/>
                  <a:gd name="T1" fmla="*/ 0 h 5"/>
                  <a:gd name="T2" fmla="*/ 0 w 4"/>
                  <a:gd name="T3" fmla="*/ 0 h 5"/>
                  <a:gd name="T4" fmla="*/ 0 w 4"/>
                  <a:gd name="T5" fmla="*/ 0 h 5"/>
                  <a:gd name="T6" fmla="*/ 1 w 4"/>
                  <a:gd name="T7" fmla="*/ 0 h 5"/>
                  <a:gd name="T8" fmla="*/ 3 w 4"/>
                  <a:gd name="T9" fmla="*/ 1 h 5"/>
                  <a:gd name="T10" fmla="*/ 3 w 4"/>
                  <a:gd name="T11" fmla="*/ 1 h 5"/>
                  <a:gd name="T12" fmla="*/ 4 w 4"/>
                  <a:gd name="T13" fmla="*/ 2 h 5"/>
                  <a:gd name="T14" fmla="*/ 4 w 4"/>
                  <a:gd name="T15" fmla="*/ 2 h 5"/>
                  <a:gd name="T16" fmla="*/ 4 w 4"/>
                  <a:gd name="T17" fmla="*/ 4 h 5"/>
                  <a:gd name="T18" fmla="*/ 4 w 4"/>
                  <a:gd name="T19" fmla="*/ 4 h 5"/>
                  <a:gd name="T20" fmla="*/ 4 w 4"/>
                  <a:gd name="T21" fmla="*/ 4 h 5"/>
                  <a:gd name="T22" fmla="*/ 4 w 4"/>
                  <a:gd name="T23" fmla="*/ 4 h 5"/>
                  <a:gd name="T24" fmla="*/ 1 w 4"/>
                  <a:gd name="T25" fmla="*/ 5 h 5"/>
                  <a:gd name="T26" fmla="*/ 1 w 4"/>
                  <a:gd name="T27" fmla="*/ 5 h 5"/>
                  <a:gd name="T28" fmla="*/ 1 w 4"/>
                  <a:gd name="T29" fmla="*/ 5 h 5"/>
                  <a:gd name="T30" fmla="*/ 1 w 4"/>
                  <a:gd name="T31" fmla="*/ 5 h 5"/>
                  <a:gd name="T32" fmla="*/ 1 w 4"/>
                  <a:gd name="T33" fmla="*/ 4 h 5"/>
                  <a:gd name="T34" fmla="*/ 1 w 4"/>
                  <a:gd name="T35" fmla="*/ 4 h 5"/>
                  <a:gd name="T36" fmla="*/ 1 w 4"/>
                  <a:gd name="T37" fmla="*/ 4 h 5"/>
                  <a:gd name="T38" fmla="*/ 1 w 4"/>
                  <a:gd name="T39" fmla="*/ 2 h 5"/>
                  <a:gd name="T40" fmla="*/ 1 w 4"/>
                  <a:gd name="T41" fmla="*/ 2 h 5"/>
                  <a:gd name="T42" fmla="*/ 0 w 4"/>
                  <a:gd name="T43" fmla="*/ 1 h 5"/>
                  <a:gd name="T44" fmla="*/ 0 w 4"/>
                  <a:gd name="T4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1" name="íṣľïďê"/>
              <p:cNvSpPr/>
              <p:nvPr/>
            </p:nvSpPr>
            <p:spPr bwMode="auto">
              <a:xfrm>
                <a:off x="3927331" y="3364504"/>
                <a:ext cx="18433" cy="6142"/>
              </a:xfrm>
              <a:custGeom>
                <a:avLst/>
                <a:gdLst>
                  <a:gd name="T0" fmla="*/ 0 w 7"/>
                  <a:gd name="T1" fmla="*/ 0 h 3"/>
                  <a:gd name="T2" fmla="*/ 0 w 7"/>
                  <a:gd name="T3" fmla="*/ 0 h 3"/>
                  <a:gd name="T4" fmla="*/ 3 w 7"/>
                  <a:gd name="T5" fmla="*/ 0 h 3"/>
                  <a:gd name="T6" fmla="*/ 5 w 7"/>
                  <a:gd name="T7" fmla="*/ 0 h 3"/>
                  <a:gd name="T8" fmla="*/ 5 w 7"/>
                  <a:gd name="T9" fmla="*/ 0 h 3"/>
                  <a:gd name="T10" fmla="*/ 7 w 7"/>
                  <a:gd name="T11" fmla="*/ 1 h 3"/>
                  <a:gd name="T12" fmla="*/ 6 w 7"/>
                  <a:gd name="T13" fmla="*/ 1 h 3"/>
                  <a:gd name="T14" fmla="*/ 3 w 7"/>
                  <a:gd name="T15" fmla="*/ 3 h 3"/>
                  <a:gd name="T16" fmla="*/ 3 w 7"/>
                  <a:gd name="T17" fmla="*/ 3 h 3"/>
                  <a:gd name="T18" fmla="*/ 3 w 7"/>
                  <a:gd name="T19" fmla="*/ 1 h 3"/>
                  <a:gd name="T20" fmla="*/ 3 w 7"/>
                  <a:gd name="T21" fmla="*/ 1 h 3"/>
                  <a:gd name="T22" fmla="*/ 0 w 7"/>
                  <a:gd name="T2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3">
                    <a:moveTo>
                      <a:pt x="0" y="0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6" y="1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2" name="ïṥ1iďé"/>
              <p:cNvSpPr/>
              <p:nvPr/>
            </p:nvSpPr>
            <p:spPr bwMode="auto">
              <a:xfrm>
                <a:off x="5475499" y="3948141"/>
                <a:ext cx="18433" cy="36861"/>
              </a:xfrm>
              <a:custGeom>
                <a:avLst/>
                <a:gdLst>
                  <a:gd name="T0" fmla="*/ 5 w 6"/>
                  <a:gd name="T1" fmla="*/ 0 h 13"/>
                  <a:gd name="T2" fmla="*/ 5 w 6"/>
                  <a:gd name="T3" fmla="*/ 0 h 13"/>
                  <a:gd name="T4" fmla="*/ 5 w 6"/>
                  <a:gd name="T5" fmla="*/ 2 h 13"/>
                  <a:gd name="T6" fmla="*/ 6 w 6"/>
                  <a:gd name="T7" fmla="*/ 3 h 13"/>
                  <a:gd name="T8" fmla="*/ 6 w 6"/>
                  <a:gd name="T9" fmla="*/ 8 h 13"/>
                  <a:gd name="T10" fmla="*/ 6 w 6"/>
                  <a:gd name="T11" fmla="*/ 8 h 13"/>
                  <a:gd name="T12" fmla="*/ 5 w 6"/>
                  <a:gd name="T13" fmla="*/ 12 h 13"/>
                  <a:gd name="T14" fmla="*/ 2 w 6"/>
                  <a:gd name="T15" fmla="*/ 13 h 13"/>
                  <a:gd name="T16" fmla="*/ 2 w 6"/>
                  <a:gd name="T17" fmla="*/ 13 h 13"/>
                  <a:gd name="T18" fmla="*/ 0 w 6"/>
                  <a:gd name="T19" fmla="*/ 12 h 13"/>
                  <a:gd name="T20" fmla="*/ 0 w 6"/>
                  <a:gd name="T21" fmla="*/ 10 h 13"/>
                  <a:gd name="T22" fmla="*/ 0 w 6"/>
                  <a:gd name="T23" fmla="*/ 8 h 13"/>
                  <a:gd name="T24" fmla="*/ 0 w 6"/>
                  <a:gd name="T25" fmla="*/ 8 h 13"/>
                  <a:gd name="T26" fmla="*/ 5 w 6"/>
                  <a:gd name="T2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13">
                    <a:moveTo>
                      <a:pt x="5" y="0"/>
                    </a:moveTo>
                    <a:lnTo>
                      <a:pt x="5" y="0"/>
                    </a:lnTo>
                    <a:lnTo>
                      <a:pt x="5" y="2"/>
                    </a:lnTo>
                    <a:lnTo>
                      <a:pt x="6" y="3"/>
                    </a:lnTo>
                    <a:lnTo>
                      <a:pt x="6" y="8"/>
                    </a:lnTo>
                    <a:lnTo>
                      <a:pt x="6" y="8"/>
                    </a:lnTo>
                    <a:lnTo>
                      <a:pt x="5" y="12"/>
                    </a:lnTo>
                    <a:lnTo>
                      <a:pt x="2" y="13"/>
                    </a:lnTo>
                    <a:lnTo>
                      <a:pt x="2" y="13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3" name="í$ľïḍe"/>
              <p:cNvSpPr/>
              <p:nvPr/>
            </p:nvSpPr>
            <p:spPr bwMode="auto">
              <a:xfrm>
                <a:off x="4590832" y="3843699"/>
                <a:ext cx="18433" cy="18429"/>
              </a:xfrm>
              <a:custGeom>
                <a:avLst/>
                <a:gdLst>
                  <a:gd name="T0" fmla="*/ 3 w 6"/>
                  <a:gd name="T1" fmla="*/ 0 h 5"/>
                  <a:gd name="T2" fmla="*/ 3 w 6"/>
                  <a:gd name="T3" fmla="*/ 0 h 5"/>
                  <a:gd name="T4" fmla="*/ 6 w 6"/>
                  <a:gd name="T5" fmla="*/ 1 h 5"/>
                  <a:gd name="T6" fmla="*/ 4 w 6"/>
                  <a:gd name="T7" fmla="*/ 3 h 5"/>
                  <a:gd name="T8" fmla="*/ 2 w 6"/>
                  <a:gd name="T9" fmla="*/ 5 h 5"/>
                  <a:gd name="T10" fmla="*/ 2 w 6"/>
                  <a:gd name="T11" fmla="*/ 5 h 5"/>
                  <a:gd name="T12" fmla="*/ 0 w 6"/>
                  <a:gd name="T13" fmla="*/ 4 h 5"/>
                  <a:gd name="T14" fmla="*/ 0 w 6"/>
                  <a:gd name="T15" fmla="*/ 3 h 5"/>
                  <a:gd name="T16" fmla="*/ 0 w 6"/>
                  <a:gd name="T17" fmla="*/ 1 h 5"/>
                  <a:gd name="T18" fmla="*/ 3 w 6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5">
                    <a:moveTo>
                      <a:pt x="3" y="0"/>
                    </a:moveTo>
                    <a:lnTo>
                      <a:pt x="3" y="0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4" name="iś1iḍe"/>
              <p:cNvSpPr/>
              <p:nvPr/>
            </p:nvSpPr>
            <p:spPr bwMode="auto">
              <a:xfrm>
                <a:off x="3822893" y="4015719"/>
                <a:ext cx="688076" cy="645068"/>
              </a:xfrm>
              <a:custGeom>
                <a:avLst/>
                <a:gdLst>
                  <a:gd name="T0" fmla="*/ 207 w 225"/>
                  <a:gd name="T1" fmla="*/ 35 h 210"/>
                  <a:gd name="T2" fmla="*/ 200 w 225"/>
                  <a:gd name="T3" fmla="*/ 57 h 210"/>
                  <a:gd name="T4" fmla="*/ 177 w 225"/>
                  <a:gd name="T5" fmla="*/ 87 h 210"/>
                  <a:gd name="T6" fmla="*/ 161 w 225"/>
                  <a:gd name="T7" fmla="*/ 100 h 210"/>
                  <a:gd name="T8" fmla="*/ 150 w 225"/>
                  <a:gd name="T9" fmla="*/ 100 h 210"/>
                  <a:gd name="T10" fmla="*/ 148 w 225"/>
                  <a:gd name="T11" fmla="*/ 90 h 210"/>
                  <a:gd name="T12" fmla="*/ 156 w 225"/>
                  <a:gd name="T13" fmla="*/ 87 h 210"/>
                  <a:gd name="T14" fmla="*/ 150 w 225"/>
                  <a:gd name="T15" fmla="*/ 86 h 210"/>
                  <a:gd name="T16" fmla="*/ 146 w 225"/>
                  <a:gd name="T17" fmla="*/ 100 h 210"/>
                  <a:gd name="T18" fmla="*/ 150 w 225"/>
                  <a:gd name="T19" fmla="*/ 115 h 210"/>
                  <a:gd name="T20" fmla="*/ 143 w 225"/>
                  <a:gd name="T21" fmla="*/ 127 h 210"/>
                  <a:gd name="T22" fmla="*/ 131 w 225"/>
                  <a:gd name="T23" fmla="*/ 136 h 210"/>
                  <a:gd name="T24" fmla="*/ 130 w 225"/>
                  <a:gd name="T25" fmla="*/ 142 h 210"/>
                  <a:gd name="T26" fmla="*/ 107 w 225"/>
                  <a:gd name="T27" fmla="*/ 153 h 210"/>
                  <a:gd name="T28" fmla="*/ 91 w 225"/>
                  <a:gd name="T29" fmla="*/ 166 h 210"/>
                  <a:gd name="T30" fmla="*/ 64 w 225"/>
                  <a:gd name="T31" fmla="*/ 179 h 210"/>
                  <a:gd name="T32" fmla="*/ 60 w 225"/>
                  <a:gd name="T33" fmla="*/ 190 h 210"/>
                  <a:gd name="T34" fmla="*/ 53 w 225"/>
                  <a:gd name="T35" fmla="*/ 196 h 210"/>
                  <a:gd name="T36" fmla="*/ 34 w 225"/>
                  <a:gd name="T37" fmla="*/ 207 h 210"/>
                  <a:gd name="T38" fmla="*/ 20 w 225"/>
                  <a:gd name="T39" fmla="*/ 199 h 210"/>
                  <a:gd name="T40" fmla="*/ 7 w 225"/>
                  <a:gd name="T41" fmla="*/ 207 h 210"/>
                  <a:gd name="T42" fmla="*/ 4 w 225"/>
                  <a:gd name="T43" fmla="*/ 197 h 210"/>
                  <a:gd name="T44" fmla="*/ 11 w 225"/>
                  <a:gd name="T45" fmla="*/ 193 h 210"/>
                  <a:gd name="T46" fmla="*/ 10 w 225"/>
                  <a:gd name="T47" fmla="*/ 183 h 210"/>
                  <a:gd name="T48" fmla="*/ 31 w 225"/>
                  <a:gd name="T49" fmla="*/ 174 h 210"/>
                  <a:gd name="T50" fmla="*/ 34 w 225"/>
                  <a:gd name="T51" fmla="*/ 173 h 210"/>
                  <a:gd name="T52" fmla="*/ 33 w 225"/>
                  <a:gd name="T53" fmla="*/ 169 h 210"/>
                  <a:gd name="T54" fmla="*/ 33 w 225"/>
                  <a:gd name="T55" fmla="*/ 169 h 210"/>
                  <a:gd name="T56" fmla="*/ 31 w 225"/>
                  <a:gd name="T57" fmla="*/ 164 h 210"/>
                  <a:gd name="T58" fmla="*/ 31 w 225"/>
                  <a:gd name="T59" fmla="*/ 164 h 210"/>
                  <a:gd name="T60" fmla="*/ 43 w 225"/>
                  <a:gd name="T61" fmla="*/ 154 h 210"/>
                  <a:gd name="T62" fmla="*/ 47 w 225"/>
                  <a:gd name="T63" fmla="*/ 160 h 210"/>
                  <a:gd name="T64" fmla="*/ 53 w 225"/>
                  <a:gd name="T65" fmla="*/ 149 h 210"/>
                  <a:gd name="T66" fmla="*/ 56 w 225"/>
                  <a:gd name="T67" fmla="*/ 154 h 210"/>
                  <a:gd name="T68" fmla="*/ 66 w 225"/>
                  <a:gd name="T69" fmla="*/ 146 h 210"/>
                  <a:gd name="T70" fmla="*/ 90 w 225"/>
                  <a:gd name="T71" fmla="*/ 134 h 210"/>
                  <a:gd name="T72" fmla="*/ 96 w 225"/>
                  <a:gd name="T73" fmla="*/ 126 h 210"/>
                  <a:gd name="T74" fmla="*/ 106 w 225"/>
                  <a:gd name="T75" fmla="*/ 117 h 210"/>
                  <a:gd name="T76" fmla="*/ 108 w 225"/>
                  <a:gd name="T77" fmla="*/ 113 h 210"/>
                  <a:gd name="T78" fmla="*/ 113 w 225"/>
                  <a:gd name="T79" fmla="*/ 116 h 210"/>
                  <a:gd name="T80" fmla="*/ 117 w 225"/>
                  <a:gd name="T81" fmla="*/ 106 h 210"/>
                  <a:gd name="T82" fmla="*/ 120 w 225"/>
                  <a:gd name="T83" fmla="*/ 107 h 210"/>
                  <a:gd name="T84" fmla="*/ 130 w 225"/>
                  <a:gd name="T85" fmla="*/ 109 h 210"/>
                  <a:gd name="T86" fmla="*/ 131 w 225"/>
                  <a:gd name="T87" fmla="*/ 97 h 210"/>
                  <a:gd name="T88" fmla="*/ 136 w 225"/>
                  <a:gd name="T89" fmla="*/ 109 h 210"/>
                  <a:gd name="T90" fmla="*/ 140 w 225"/>
                  <a:gd name="T91" fmla="*/ 102 h 210"/>
                  <a:gd name="T92" fmla="*/ 140 w 225"/>
                  <a:gd name="T93" fmla="*/ 90 h 210"/>
                  <a:gd name="T94" fmla="*/ 140 w 225"/>
                  <a:gd name="T95" fmla="*/ 80 h 210"/>
                  <a:gd name="T96" fmla="*/ 160 w 225"/>
                  <a:gd name="T97" fmla="*/ 65 h 210"/>
                  <a:gd name="T98" fmla="*/ 163 w 225"/>
                  <a:gd name="T99" fmla="*/ 70 h 210"/>
                  <a:gd name="T100" fmla="*/ 160 w 225"/>
                  <a:gd name="T101" fmla="*/ 77 h 210"/>
                  <a:gd name="T102" fmla="*/ 174 w 225"/>
                  <a:gd name="T103" fmla="*/ 76 h 210"/>
                  <a:gd name="T104" fmla="*/ 174 w 225"/>
                  <a:gd name="T105" fmla="*/ 63 h 210"/>
                  <a:gd name="T106" fmla="*/ 177 w 225"/>
                  <a:gd name="T107" fmla="*/ 60 h 210"/>
                  <a:gd name="T108" fmla="*/ 178 w 225"/>
                  <a:gd name="T109" fmla="*/ 57 h 210"/>
                  <a:gd name="T110" fmla="*/ 178 w 225"/>
                  <a:gd name="T111" fmla="*/ 50 h 210"/>
                  <a:gd name="T112" fmla="*/ 191 w 225"/>
                  <a:gd name="T113" fmla="*/ 42 h 210"/>
                  <a:gd name="T114" fmla="*/ 217 w 225"/>
                  <a:gd name="T115" fmla="*/ 10 h 210"/>
                  <a:gd name="T116" fmla="*/ 225 w 225"/>
                  <a:gd name="T117" fmla="*/ 7 h 210"/>
                  <a:gd name="T118" fmla="*/ 213 w 225"/>
                  <a:gd name="T119" fmla="*/ 3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25" h="210">
                    <a:moveTo>
                      <a:pt x="210" y="42"/>
                    </a:moveTo>
                    <a:lnTo>
                      <a:pt x="210" y="42"/>
                    </a:lnTo>
                    <a:lnTo>
                      <a:pt x="207" y="39"/>
                    </a:lnTo>
                    <a:lnTo>
                      <a:pt x="208" y="37"/>
                    </a:lnTo>
                    <a:lnTo>
                      <a:pt x="208" y="36"/>
                    </a:lnTo>
                    <a:lnTo>
                      <a:pt x="208" y="35"/>
                    </a:lnTo>
                    <a:lnTo>
                      <a:pt x="208" y="35"/>
                    </a:lnTo>
                    <a:lnTo>
                      <a:pt x="207" y="35"/>
                    </a:lnTo>
                    <a:lnTo>
                      <a:pt x="207" y="35"/>
                    </a:lnTo>
                    <a:lnTo>
                      <a:pt x="207" y="36"/>
                    </a:lnTo>
                    <a:lnTo>
                      <a:pt x="204" y="37"/>
                    </a:lnTo>
                    <a:lnTo>
                      <a:pt x="204" y="37"/>
                    </a:lnTo>
                    <a:lnTo>
                      <a:pt x="207" y="43"/>
                    </a:lnTo>
                    <a:lnTo>
                      <a:pt x="205" y="49"/>
                    </a:lnTo>
                    <a:lnTo>
                      <a:pt x="204" y="53"/>
                    </a:lnTo>
                    <a:lnTo>
                      <a:pt x="200" y="57"/>
                    </a:lnTo>
                    <a:lnTo>
                      <a:pt x="200" y="57"/>
                    </a:lnTo>
                    <a:lnTo>
                      <a:pt x="193" y="65"/>
                    </a:lnTo>
                    <a:lnTo>
                      <a:pt x="193" y="65"/>
                    </a:lnTo>
                    <a:lnTo>
                      <a:pt x="184" y="72"/>
                    </a:lnTo>
                    <a:lnTo>
                      <a:pt x="184" y="72"/>
                    </a:lnTo>
                    <a:lnTo>
                      <a:pt x="180" y="79"/>
                    </a:lnTo>
                    <a:lnTo>
                      <a:pt x="177" y="87"/>
                    </a:lnTo>
                    <a:lnTo>
                      <a:pt x="177" y="87"/>
                    </a:lnTo>
                    <a:lnTo>
                      <a:pt x="174" y="93"/>
                    </a:lnTo>
                    <a:lnTo>
                      <a:pt x="170" y="97"/>
                    </a:lnTo>
                    <a:lnTo>
                      <a:pt x="170" y="97"/>
                    </a:lnTo>
                    <a:lnTo>
                      <a:pt x="167" y="97"/>
                    </a:lnTo>
                    <a:lnTo>
                      <a:pt x="164" y="96"/>
                    </a:lnTo>
                    <a:lnTo>
                      <a:pt x="164" y="96"/>
                    </a:lnTo>
                    <a:lnTo>
                      <a:pt x="164" y="99"/>
                    </a:lnTo>
                    <a:lnTo>
                      <a:pt x="161" y="100"/>
                    </a:lnTo>
                    <a:lnTo>
                      <a:pt x="161" y="100"/>
                    </a:lnTo>
                    <a:lnTo>
                      <a:pt x="158" y="102"/>
                    </a:lnTo>
                    <a:lnTo>
                      <a:pt x="157" y="103"/>
                    </a:lnTo>
                    <a:lnTo>
                      <a:pt x="157" y="103"/>
                    </a:lnTo>
                    <a:lnTo>
                      <a:pt x="154" y="100"/>
                    </a:lnTo>
                    <a:lnTo>
                      <a:pt x="151" y="103"/>
                    </a:lnTo>
                    <a:lnTo>
                      <a:pt x="151" y="103"/>
                    </a:lnTo>
                    <a:lnTo>
                      <a:pt x="150" y="100"/>
                    </a:lnTo>
                    <a:lnTo>
                      <a:pt x="147" y="97"/>
                    </a:lnTo>
                    <a:lnTo>
                      <a:pt x="147" y="97"/>
                    </a:lnTo>
                    <a:lnTo>
                      <a:pt x="147" y="96"/>
                    </a:lnTo>
                    <a:lnTo>
                      <a:pt x="148" y="97"/>
                    </a:lnTo>
                    <a:lnTo>
                      <a:pt x="151" y="99"/>
                    </a:lnTo>
                    <a:lnTo>
                      <a:pt x="151" y="99"/>
                    </a:lnTo>
                    <a:lnTo>
                      <a:pt x="151" y="95"/>
                    </a:lnTo>
                    <a:lnTo>
                      <a:pt x="148" y="90"/>
                    </a:lnTo>
                    <a:lnTo>
                      <a:pt x="148" y="90"/>
                    </a:lnTo>
                    <a:lnTo>
                      <a:pt x="153" y="92"/>
                    </a:lnTo>
                    <a:lnTo>
                      <a:pt x="156" y="93"/>
                    </a:lnTo>
                    <a:lnTo>
                      <a:pt x="156" y="93"/>
                    </a:lnTo>
                    <a:lnTo>
                      <a:pt x="156" y="92"/>
                    </a:lnTo>
                    <a:lnTo>
                      <a:pt x="156" y="90"/>
                    </a:lnTo>
                    <a:lnTo>
                      <a:pt x="156" y="87"/>
                    </a:lnTo>
                    <a:lnTo>
                      <a:pt x="156" y="87"/>
                    </a:lnTo>
                    <a:lnTo>
                      <a:pt x="153" y="86"/>
                    </a:lnTo>
                    <a:lnTo>
                      <a:pt x="150" y="87"/>
                    </a:lnTo>
                    <a:lnTo>
                      <a:pt x="147" y="89"/>
                    </a:lnTo>
                    <a:lnTo>
                      <a:pt x="143" y="89"/>
                    </a:lnTo>
                    <a:lnTo>
                      <a:pt x="143" y="89"/>
                    </a:lnTo>
                    <a:lnTo>
                      <a:pt x="144" y="86"/>
                    </a:lnTo>
                    <a:lnTo>
                      <a:pt x="147" y="86"/>
                    </a:lnTo>
                    <a:lnTo>
                      <a:pt x="150" y="86"/>
                    </a:lnTo>
                    <a:lnTo>
                      <a:pt x="151" y="85"/>
                    </a:lnTo>
                    <a:lnTo>
                      <a:pt x="151" y="85"/>
                    </a:lnTo>
                    <a:lnTo>
                      <a:pt x="147" y="85"/>
                    </a:lnTo>
                    <a:lnTo>
                      <a:pt x="143" y="86"/>
                    </a:lnTo>
                    <a:lnTo>
                      <a:pt x="143" y="86"/>
                    </a:lnTo>
                    <a:lnTo>
                      <a:pt x="143" y="89"/>
                    </a:lnTo>
                    <a:lnTo>
                      <a:pt x="143" y="93"/>
                    </a:lnTo>
                    <a:lnTo>
                      <a:pt x="146" y="100"/>
                    </a:lnTo>
                    <a:lnTo>
                      <a:pt x="146" y="100"/>
                    </a:lnTo>
                    <a:lnTo>
                      <a:pt x="147" y="107"/>
                    </a:lnTo>
                    <a:lnTo>
                      <a:pt x="147" y="107"/>
                    </a:lnTo>
                    <a:lnTo>
                      <a:pt x="147" y="110"/>
                    </a:lnTo>
                    <a:lnTo>
                      <a:pt x="146" y="113"/>
                    </a:lnTo>
                    <a:lnTo>
                      <a:pt x="146" y="113"/>
                    </a:lnTo>
                    <a:lnTo>
                      <a:pt x="147" y="115"/>
                    </a:lnTo>
                    <a:lnTo>
                      <a:pt x="150" y="115"/>
                    </a:lnTo>
                    <a:lnTo>
                      <a:pt x="153" y="113"/>
                    </a:lnTo>
                    <a:lnTo>
                      <a:pt x="153" y="113"/>
                    </a:lnTo>
                    <a:lnTo>
                      <a:pt x="153" y="116"/>
                    </a:lnTo>
                    <a:lnTo>
                      <a:pt x="151" y="119"/>
                    </a:lnTo>
                    <a:lnTo>
                      <a:pt x="147" y="122"/>
                    </a:lnTo>
                    <a:lnTo>
                      <a:pt x="147" y="122"/>
                    </a:lnTo>
                    <a:lnTo>
                      <a:pt x="143" y="124"/>
                    </a:lnTo>
                    <a:lnTo>
                      <a:pt x="143" y="127"/>
                    </a:lnTo>
                    <a:lnTo>
                      <a:pt x="141" y="130"/>
                    </a:lnTo>
                    <a:lnTo>
                      <a:pt x="141" y="130"/>
                    </a:lnTo>
                    <a:lnTo>
                      <a:pt x="138" y="130"/>
                    </a:lnTo>
                    <a:lnTo>
                      <a:pt x="137" y="130"/>
                    </a:lnTo>
                    <a:lnTo>
                      <a:pt x="136" y="129"/>
                    </a:lnTo>
                    <a:lnTo>
                      <a:pt x="136" y="129"/>
                    </a:lnTo>
                    <a:lnTo>
                      <a:pt x="134" y="134"/>
                    </a:lnTo>
                    <a:lnTo>
                      <a:pt x="131" y="136"/>
                    </a:lnTo>
                    <a:lnTo>
                      <a:pt x="131" y="136"/>
                    </a:lnTo>
                    <a:lnTo>
                      <a:pt x="130" y="136"/>
                    </a:lnTo>
                    <a:lnTo>
                      <a:pt x="130" y="136"/>
                    </a:lnTo>
                    <a:lnTo>
                      <a:pt x="130" y="137"/>
                    </a:lnTo>
                    <a:lnTo>
                      <a:pt x="130" y="139"/>
                    </a:lnTo>
                    <a:lnTo>
                      <a:pt x="130" y="140"/>
                    </a:lnTo>
                    <a:lnTo>
                      <a:pt x="130" y="142"/>
                    </a:lnTo>
                    <a:lnTo>
                      <a:pt x="130" y="142"/>
                    </a:lnTo>
                    <a:lnTo>
                      <a:pt x="126" y="140"/>
                    </a:lnTo>
                    <a:lnTo>
                      <a:pt x="123" y="142"/>
                    </a:lnTo>
                    <a:lnTo>
                      <a:pt x="117" y="146"/>
                    </a:lnTo>
                    <a:lnTo>
                      <a:pt x="117" y="146"/>
                    </a:lnTo>
                    <a:lnTo>
                      <a:pt x="113" y="152"/>
                    </a:lnTo>
                    <a:lnTo>
                      <a:pt x="110" y="153"/>
                    </a:lnTo>
                    <a:lnTo>
                      <a:pt x="107" y="153"/>
                    </a:lnTo>
                    <a:lnTo>
                      <a:pt x="107" y="153"/>
                    </a:lnTo>
                    <a:lnTo>
                      <a:pt x="106" y="156"/>
                    </a:lnTo>
                    <a:lnTo>
                      <a:pt x="104" y="159"/>
                    </a:lnTo>
                    <a:lnTo>
                      <a:pt x="100" y="163"/>
                    </a:lnTo>
                    <a:lnTo>
                      <a:pt x="100" y="163"/>
                    </a:lnTo>
                    <a:lnTo>
                      <a:pt x="96" y="164"/>
                    </a:lnTo>
                    <a:lnTo>
                      <a:pt x="96" y="164"/>
                    </a:lnTo>
                    <a:lnTo>
                      <a:pt x="91" y="166"/>
                    </a:lnTo>
                    <a:lnTo>
                      <a:pt x="91" y="166"/>
                    </a:lnTo>
                    <a:lnTo>
                      <a:pt x="90" y="170"/>
                    </a:lnTo>
                    <a:lnTo>
                      <a:pt x="88" y="174"/>
                    </a:lnTo>
                    <a:lnTo>
                      <a:pt x="86" y="177"/>
                    </a:lnTo>
                    <a:lnTo>
                      <a:pt x="81" y="179"/>
                    </a:lnTo>
                    <a:lnTo>
                      <a:pt x="81" y="179"/>
                    </a:lnTo>
                    <a:lnTo>
                      <a:pt x="77" y="180"/>
                    </a:lnTo>
                    <a:lnTo>
                      <a:pt x="73" y="180"/>
                    </a:lnTo>
                    <a:lnTo>
                      <a:pt x="64" y="179"/>
                    </a:lnTo>
                    <a:lnTo>
                      <a:pt x="64" y="179"/>
                    </a:lnTo>
                    <a:lnTo>
                      <a:pt x="60" y="182"/>
                    </a:lnTo>
                    <a:lnTo>
                      <a:pt x="59" y="184"/>
                    </a:lnTo>
                    <a:lnTo>
                      <a:pt x="57" y="187"/>
                    </a:lnTo>
                    <a:lnTo>
                      <a:pt x="53" y="189"/>
                    </a:lnTo>
                    <a:lnTo>
                      <a:pt x="53" y="189"/>
                    </a:lnTo>
                    <a:lnTo>
                      <a:pt x="59" y="190"/>
                    </a:lnTo>
                    <a:lnTo>
                      <a:pt x="60" y="190"/>
                    </a:lnTo>
                    <a:lnTo>
                      <a:pt x="61" y="189"/>
                    </a:lnTo>
                    <a:lnTo>
                      <a:pt x="61" y="189"/>
                    </a:lnTo>
                    <a:lnTo>
                      <a:pt x="61" y="193"/>
                    </a:lnTo>
                    <a:lnTo>
                      <a:pt x="60" y="194"/>
                    </a:lnTo>
                    <a:lnTo>
                      <a:pt x="51" y="199"/>
                    </a:lnTo>
                    <a:lnTo>
                      <a:pt x="51" y="199"/>
                    </a:lnTo>
                    <a:lnTo>
                      <a:pt x="51" y="197"/>
                    </a:lnTo>
                    <a:lnTo>
                      <a:pt x="53" y="196"/>
                    </a:lnTo>
                    <a:lnTo>
                      <a:pt x="53" y="196"/>
                    </a:lnTo>
                    <a:lnTo>
                      <a:pt x="49" y="197"/>
                    </a:lnTo>
                    <a:lnTo>
                      <a:pt x="44" y="200"/>
                    </a:lnTo>
                    <a:lnTo>
                      <a:pt x="44" y="200"/>
                    </a:lnTo>
                    <a:lnTo>
                      <a:pt x="40" y="203"/>
                    </a:lnTo>
                    <a:lnTo>
                      <a:pt x="40" y="203"/>
                    </a:lnTo>
                    <a:lnTo>
                      <a:pt x="34" y="207"/>
                    </a:lnTo>
                    <a:lnTo>
                      <a:pt x="34" y="207"/>
                    </a:lnTo>
                    <a:lnTo>
                      <a:pt x="30" y="210"/>
                    </a:lnTo>
                    <a:lnTo>
                      <a:pt x="24" y="210"/>
                    </a:lnTo>
                    <a:lnTo>
                      <a:pt x="24" y="210"/>
                    </a:lnTo>
                    <a:lnTo>
                      <a:pt x="19" y="209"/>
                    </a:lnTo>
                    <a:lnTo>
                      <a:pt x="11" y="204"/>
                    </a:lnTo>
                    <a:lnTo>
                      <a:pt x="11" y="204"/>
                    </a:lnTo>
                    <a:lnTo>
                      <a:pt x="17" y="203"/>
                    </a:lnTo>
                    <a:lnTo>
                      <a:pt x="20" y="199"/>
                    </a:lnTo>
                    <a:lnTo>
                      <a:pt x="20" y="199"/>
                    </a:lnTo>
                    <a:lnTo>
                      <a:pt x="17" y="200"/>
                    </a:lnTo>
                    <a:lnTo>
                      <a:pt x="13" y="202"/>
                    </a:lnTo>
                    <a:lnTo>
                      <a:pt x="13" y="202"/>
                    </a:lnTo>
                    <a:lnTo>
                      <a:pt x="9" y="203"/>
                    </a:lnTo>
                    <a:lnTo>
                      <a:pt x="7" y="204"/>
                    </a:lnTo>
                    <a:lnTo>
                      <a:pt x="7" y="207"/>
                    </a:lnTo>
                    <a:lnTo>
                      <a:pt x="7" y="207"/>
                    </a:lnTo>
                    <a:lnTo>
                      <a:pt x="6" y="209"/>
                    </a:lnTo>
                    <a:lnTo>
                      <a:pt x="4" y="207"/>
                    </a:lnTo>
                    <a:lnTo>
                      <a:pt x="1" y="204"/>
                    </a:lnTo>
                    <a:lnTo>
                      <a:pt x="1" y="204"/>
                    </a:lnTo>
                    <a:lnTo>
                      <a:pt x="1" y="200"/>
                    </a:lnTo>
                    <a:lnTo>
                      <a:pt x="1" y="197"/>
                    </a:lnTo>
                    <a:lnTo>
                      <a:pt x="4" y="197"/>
                    </a:lnTo>
                    <a:lnTo>
                      <a:pt x="4" y="197"/>
                    </a:lnTo>
                    <a:lnTo>
                      <a:pt x="3" y="196"/>
                    </a:lnTo>
                    <a:lnTo>
                      <a:pt x="1" y="196"/>
                    </a:lnTo>
                    <a:lnTo>
                      <a:pt x="0" y="196"/>
                    </a:lnTo>
                    <a:lnTo>
                      <a:pt x="0" y="193"/>
                    </a:lnTo>
                    <a:lnTo>
                      <a:pt x="0" y="193"/>
                    </a:lnTo>
                    <a:lnTo>
                      <a:pt x="4" y="193"/>
                    </a:lnTo>
                    <a:lnTo>
                      <a:pt x="9" y="193"/>
                    </a:lnTo>
                    <a:lnTo>
                      <a:pt x="11" y="193"/>
                    </a:lnTo>
                    <a:lnTo>
                      <a:pt x="16" y="192"/>
                    </a:lnTo>
                    <a:lnTo>
                      <a:pt x="16" y="192"/>
                    </a:lnTo>
                    <a:lnTo>
                      <a:pt x="14" y="190"/>
                    </a:lnTo>
                    <a:lnTo>
                      <a:pt x="10" y="190"/>
                    </a:lnTo>
                    <a:lnTo>
                      <a:pt x="3" y="192"/>
                    </a:lnTo>
                    <a:lnTo>
                      <a:pt x="3" y="192"/>
                    </a:lnTo>
                    <a:lnTo>
                      <a:pt x="10" y="183"/>
                    </a:lnTo>
                    <a:lnTo>
                      <a:pt x="10" y="183"/>
                    </a:lnTo>
                    <a:lnTo>
                      <a:pt x="14" y="180"/>
                    </a:lnTo>
                    <a:lnTo>
                      <a:pt x="14" y="180"/>
                    </a:lnTo>
                    <a:lnTo>
                      <a:pt x="19" y="179"/>
                    </a:lnTo>
                    <a:lnTo>
                      <a:pt x="19" y="179"/>
                    </a:lnTo>
                    <a:lnTo>
                      <a:pt x="27" y="174"/>
                    </a:lnTo>
                    <a:lnTo>
                      <a:pt x="27" y="174"/>
                    </a:lnTo>
                    <a:lnTo>
                      <a:pt x="31" y="174"/>
                    </a:lnTo>
                    <a:lnTo>
                      <a:pt x="31" y="174"/>
                    </a:lnTo>
                    <a:lnTo>
                      <a:pt x="33" y="173"/>
                    </a:lnTo>
                    <a:lnTo>
                      <a:pt x="34" y="173"/>
                    </a:lnTo>
                    <a:lnTo>
                      <a:pt x="34" y="173"/>
                    </a:lnTo>
                    <a:lnTo>
                      <a:pt x="34" y="173"/>
                    </a:lnTo>
                    <a:lnTo>
                      <a:pt x="34" y="173"/>
                    </a:lnTo>
                    <a:lnTo>
                      <a:pt x="34" y="173"/>
                    </a:lnTo>
                    <a:lnTo>
                      <a:pt x="34" y="173"/>
                    </a:lnTo>
                    <a:lnTo>
                      <a:pt x="34" y="173"/>
                    </a:lnTo>
                    <a:lnTo>
                      <a:pt x="34" y="173"/>
                    </a:lnTo>
                    <a:lnTo>
                      <a:pt x="34" y="173"/>
                    </a:lnTo>
                    <a:lnTo>
                      <a:pt x="34" y="173"/>
                    </a:lnTo>
                    <a:lnTo>
                      <a:pt x="37" y="173"/>
                    </a:lnTo>
                    <a:lnTo>
                      <a:pt x="37" y="173"/>
                    </a:lnTo>
                    <a:lnTo>
                      <a:pt x="34" y="170"/>
                    </a:lnTo>
                    <a:lnTo>
                      <a:pt x="34" y="170"/>
                    </a:lnTo>
                    <a:lnTo>
                      <a:pt x="33" y="169"/>
                    </a:lnTo>
                    <a:lnTo>
                      <a:pt x="33" y="169"/>
                    </a:lnTo>
                    <a:lnTo>
                      <a:pt x="33" y="169"/>
                    </a:lnTo>
                    <a:lnTo>
                      <a:pt x="33" y="169"/>
                    </a:lnTo>
                    <a:lnTo>
                      <a:pt x="33" y="169"/>
                    </a:lnTo>
                    <a:lnTo>
                      <a:pt x="33" y="169"/>
                    </a:lnTo>
                    <a:lnTo>
                      <a:pt x="33" y="169"/>
                    </a:lnTo>
                    <a:lnTo>
                      <a:pt x="33" y="169"/>
                    </a:lnTo>
                    <a:lnTo>
                      <a:pt x="33" y="169"/>
                    </a:lnTo>
                    <a:lnTo>
                      <a:pt x="33" y="169"/>
                    </a:lnTo>
                    <a:lnTo>
                      <a:pt x="33" y="169"/>
                    </a:lnTo>
                    <a:lnTo>
                      <a:pt x="33" y="169"/>
                    </a:lnTo>
                    <a:lnTo>
                      <a:pt x="30" y="167"/>
                    </a:lnTo>
                    <a:lnTo>
                      <a:pt x="27" y="164"/>
                    </a:lnTo>
                    <a:lnTo>
                      <a:pt x="27" y="164"/>
                    </a:lnTo>
                    <a:lnTo>
                      <a:pt x="31" y="164"/>
                    </a:lnTo>
                    <a:lnTo>
                      <a:pt x="31" y="164"/>
                    </a:lnTo>
                    <a:lnTo>
                      <a:pt x="31" y="164"/>
                    </a:lnTo>
                    <a:lnTo>
                      <a:pt x="31" y="164"/>
                    </a:lnTo>
                    <a:lnTo>
                      <a:pt x="31" y="164"/>
                    </a:lnTo>
                    <a:lnTo>
                      <a:pt x="31" y="164"/>
                    </a:lnTo>
                    <a:lnTo>
                      <a:pt x="31" y="164"/>
                    </a:lnTo>
                    <a:lnTo>
                      <a:pt x="31" y="164"/>
                    </a:lnTo>
                    <a:lnTo>
                      <a:pt x="31" y="164"/>
                    </a:lnTo>
                    <a:lnTo>
                      <a:pt x="31" y="164"/>
                    </a:lnTo>
                    <a:lnTo>
                      <a:pt x="31" y="164"/>
                    </a:lnTo>
                    <a:lnTo>
                      <a:pt x="33" y="164"/>
                    </a:lnTo>
                    <a:lnTo>
                      <a:pt x="33" y="164"/>
                    </a:lnTo>
                    <a:lnTo>
                      <a:pt x="34" y="163"/>
                    </a:lnTo>
                    <a:lnTo>
                      <a:pt x="34" y="163"/>
                    </a:lnTo>
                    <a:lnTo>
                      <a:pt x="39" y="159"/>
                    </a:lnTo>
                    <a:lnTo>
                      <a:pt x="39" y="159"/>
                    </a:lnTo>
                    <a:lnTo>
                      <a:pt x="43" y="154"/>
                    </a:lnTo>
                    <a:lnTo>
                      <a:pt x="44" y="154"/>
                    </a:lnTo>
                    <a:lnTo>
                      <a:pt x="47" y="153"/>
                    </a:lnTo>
                    <a:lnTo>
                      <a:pt x="49" y="156"/>
                    </a:lnTo>
                    <a:lnTo>
                      <a:pt x="49" y="156"/>
                    </a:lnTo>
                    <a:lnTo>
                      <a:pt x="49" y="159"/>
                    </a:lnTo>
                    <a:lnTo>
                      <a:pt x="49" y="159"/>
                    </a:lnTo>
                    <a:lnTo>
                      <a:pt x="47" y="160"/>
                    </a:lnTo>
                    <a:lnTo>
                      <a:pt x="47" y="160"/>
                    </a:lnTo>
                    <a:lnTo>
                      <a:pt x="49" y="162"/>
                    </a:lnTo>
                    <a:lnTo>
                      <a:pt x="50" y="160"/>
                    </a:lnTo>
                    <a:lnTo>
                      <a:pt x="50" y="160"/>
                    </a:lnTo>
                    <a:lnTo>
                      <a:pt x="50" y="157"/>
                    </a:lnTo>
                    <a:lnTo>
                      <a:pt x="47" y="153"/>
                    </a:lnTo>
                    <a:lnTo>
                      <a:pt x="47" y="153"/>
                    </a:lnTo>
                    <a:lnTo>
                      <a:pt x="51" y="150"/>
                    </a:lnTo>
                    <a:lnTo>
                      <a:pt x="53" y="149"/>
                    </a:lnTo>
                    <a:lnTo>
                      <a:pt x="54" y="149"/>
                    </a:lnTo>
                    <a:lnTo>
                      <a:pt x="54" y="149"/>
                    </a:lnTo>
                    <a:lnTo>
                      <a:pt x="54" y="150"/>
                    </a:lnTo>
                    <a:lnTo>
                      <a:pt x="54" y="152"/>
                    </a:lnTo>
                    <a:lnTo>
                      <a:pt x="51" y="153"/>
                    </a:lnTo>
                    <a:lnTo>
                      <a:pt x="51" y="153"/>
                    </a:lnTo>
                    <a:lnTo>
                      <a:pt x="53" y="154"/>
                    </a:lnTo>
                    <a:lnTo>
                      <a:pt x="56" y="154"/>
                    </a:lnTo>
                    <a:lnTo>
                      <a:pt x="57" y="152"/>
                    </a:lnTo>
                    <a:lnTo>
                      <a:pt x="61" y="143"/>
                    </a:lnTo>
                    <a:lnTo>
                      <a:pt x="61" y="143"/>
                    </a:lnTo>
                    <a:lnTo>
                      <a:pt x="63" y="142"/>
                    </a:lnTo>
                    <a:lnTo>
                      <a:pt x="64" y="144"/>
                    </a:lnTo>
                    <a:lnTo>
                      <a:pt x="66" y="146"/>
                    </a:lnTo>
                    <a:lnTo>
                      <a:pt x="66" y="146"/>
                    </a:lnTo>
                    <a:lnTo>
                      <a:pt x="66" y="146"/>
                    </a:lnTo>
                    <a:lnTo>
                      <a:pt x="70" y="142"/>
                    </a:lnTo>
                    <a:lnTo>
                      <a:pt x="77" y="137"/>
                    </a:lnTo>
                    <a:lnTo>
                      <a:pt x="77" y="137"/>
                    </a:lnTo>
                    <a:lnTo>
                      <a:pt x="84" y="134"/>
                    </a:lnTo>
                    <a:lnTo>
                      <a:pt x="84" y="134"/>
                    </a:lnTo>
                    <a:lnTo>
                      <a:pt x="87" y="134"/>
                    </a:lnTo>
                    <a:lnTo>
                      <a:pt x="90" y="134"/>
                    </a:lnTo>
                    <a:lnTo>
                      <a:pt x="90" y="134"/>
                    </a:lnTo>
                    <a:lnTo>
                      <a:pt x="91" y="130"/>
                    </a:lnTo>
                    <a:lnTo>
                      <a:pt x="88" y="127"/>
                    </a:lnTo>
                    <a:lnTo>
                      <a:pt x="88" y="127"/>
                    </a:lnTo>
                    <a:lnTo>
                      <a:pt x="90" y="126"/>
                    </a:lnTo>
                    <a:lnTo>
                      <a:pt x="91" y="126"/>
                    </a:lnTo>
                    <a:lnTo>
                      <a:pt x="96" y="129"/>
                    </a:lnTo>
                    <a:lnTo>
                      <a:pt x="96" y="129"/>
                    </a:lnTo>
                    <a:lnTo>
                      <a:pt x="96" y="126"/>
                    </a:lnTo>
                    <a:lnTo>
                      <a:pt x="96" y="123"/>
                    </a:lnTo>
                    <a:lnTo>
                      <a:pt x="98" y="122"/>
                    </a:lnTo>
                    <a:lnTo>
                      <a:pt x="107" y="122"/>
                    </a:lnTo>
                    <a:lnTo>
                      <a:pt x="107" y="122"/>
                    </a:lnTo>
                    <a:lnTo>
                      <a:pt x="107" y="120"/>
                    </a:lnTo>
                    <a:lnTo>
                      <a:pt x="106" y="120"/>
                    </a:lnTo>
                    <a:lnTo>
                      <a:pt x="104" y="119"/>
                    </a:lnTo>
                    <a:lnTo>
                      <a:pt x="106" y="117"/>
                    </a:lnTo>
                    <a:lnTo>
                      <a:pt x="106" y="117"/>
                    </a:lnTo>
                    <a:lnTo>
                      <a:pt x="106" y="117"/>
                    </a:lnTo>
                    <a:lnTo>
                      <a:pt x="107" y="117"/>
                    </a:lnTo>
                    <a:lnTo>
                      <a:pt x="107" y="120"/>
                    </a:lnTo>
                    <a:lnTo>
                      <a:pt x="107" y="120"/>
                    </a:lnTo>
                    <a:lnTo>
                      <a:pt x="108" y="117"/>
                    </a:lnTo>
                    <a:lnTo>
                      <a:pt x="108" y="116"/>
                    </a:lnTo>
                    <a:lnTo>
                      <a:pt x="108" y="113"/>
                    </a:lnTo>
                    <a:lnTo>
                      <a:pt x="111" y="112"/>
                    </a:lnTo>
                    <a:lnTo>
                      <a:pt x="111" y="112"/>
                    </a:lnTo>
                    <a:lnTo>
                      <a:pt x="114" y="117"/>
                    </a:lnTo>
                    <a:lnTo>
                      <a:pt x="118" y="124"/>
                    </a:lnTo>
                    <a:lnTo>
                      <a:pt x="118" y="124"/>
                    </a:lnTo>
                    <a:lnTo>
                      <a:pt x="118" y="123"/>
                    </a:lnTo>
                    <a:lnTo>
                      <a:pt x="117" y="120"/>
                    </a:lnTo>
                    <a:lnTo>
                      <a:pt x="113" y="116"/>
                    </a:lnTo>
                    <a:lnTo>
                      <a:pt x="113" y="116"/>
                    </a:lnTo>
                    <a:lnTo>
                      <a:pt x="116" y="115"/>
                    </a:lnTo>
                    <a:lnTo>
                      <a:pt x="117" y="115"/>
                    </a:lnTo>
                    <a:lnTo>
                      <a:pt x="120" y="116"/>
                    </a:lnTo>
                    <a:lnTo>
                      <a:pt x="121" y="116"/>
                    </a:lnTo>
                    <a:lnTo>
                      <a:pt x="121" y="116"/>
                    </a:lnTo>
                    <a:lnTo>
                      <a:pt x="118" y="112"/>
                    </a:lnTo>
                    <a:lnTo>
                      <a:pt x="117" y="106"/>
                    </a:lnTo>
                    <a:lnTo>
                      <a:pt x="117" y="106"/>
                    </a:lnTo>
                    <a:lnTo>
                      <a:pt x="117" y="105"/>
                    </a:lnTo>
                    <a:lnTo>
                      <a:pt x="118" y="105"/>
                    </a:lnTo>
                    <a:lnTo>
                      <a:pt x="120" y="105"/>
                    </a:lnTo>
                    <a:lnTo>
                      <a:pt x="123" y="106"/>
                    </a:lnTo>
                    <a:lnTo>
                      <a:pt x="123" y="106"/>
                    </a:lnTo>
                    <a:lnTo>
                      <a:pt x="121" y="107"/>
                    </a:lnTo>
                    <a:lnTo>
                      <a:pt x="120" y="107"/>
                    </a:lnTo>
                    <a:lnTo>
                      <a:pt x="117" y="107"/>
                    </a:lnTo>
                    <a:lnTo>
                      <a:pt x="117" y="107"/>
                    </a:lnTo>
                    <a:lnTo>
                      <a:pt x="120" y="110"/>
                    </a:lnTo>
                    <a:lnTo>
                      <a:pt x="121" y="113"/>
                    </a:lnTo>
                    <a:lnTo>
                      <a:pt x="121" y="113"/>
                    </a:lnTo>
                    <a:lnTo>
                      <a:pt x="123" y="110"/>
                    </a:lnTo>
                    <a:lnTo>
                      <a:pt x="124" y="109"/>
                    </a:lnTo>
                    <a:lnTo>
                      <a:pt x="130" y="109"/>
                    </a:lnTo>
                    <a:lnTo>
                      <a:pt x="130" y="109"/>
                    </a:lnTo>
                    <a:lnTo>
                      <a:pt x="127" y="103"/>
                    </a:lnTo>
                    <a:lnTo>
                      <a:pt x="124" y="100"/>
                    </a:lnTo>
                    <a:lnTo>
                      <a:pt x="121" y="97"/>
                    </a:lnTo>
                    <a:lnTo>
                      <a:pt x="121" y="97"/>
                    </a:lnTo>
                    <a:lnTo>
                      <a:pt x="127" y="97"/>
                    </a:lnTo>
                    <a:lnTo>
                      <a:pt x="131" y="97"/>
                    </a:lnTo>
                    <a:lnTo>
                      <a:pt x="131" y="97"/>
                    </a:lnTo>
                    <a:lnTo>
                      <a:pt x="133" y="99"/>
                    </a:lnTo>
                    <a:lnTo>
                      <a:pt x="133" y="102"/>
                    </a:lnTo>
                    <a:lnTo>
                      <a:pt x="130" y="103"/>
                    </a:lnTo>
                    <a:lnTo>
                      <a:pt x="130" y="103"/>
                    </a:lnTo>
                    <a:lnTo>
                      <a:pt x="130" y="105"/>
                    </a:lnTo>
                    <a:lnTo>
                      <a:pt x="131" y="106"/>
                    </a:lnTo>
                    <a:lnTo>
                      <a:pt x="136" y="109"/>
                    </a:lnTo>
                    <a:lnTo>
                      <a:pt x="136" y="109"/>
                    </a:lnTo>
                    <a:lnTo>
                      <a:pt x="136" y="107"/>
                    </a:lnTo>
                    <a:lnTo>
                      <a:pt x="136" y="106"/>
                    </a:lnTo>
                    <a:lnTo>
                      <a:pt x="134" y="106"/>
                    </a:lnTo>
                    <a:lnTo>
                      <a:pt x="134" y="105"/>
                    </a:lnTo>
                    <a:lnTo>
                      <a:pt x="134" y="105"/>
                    </a:lnTo>
                    <a:lnTo>
                      <a:pt x="137" y="103"/>
                    </a:lnTo>
                    <a:lnTo>
                      <a:pt x="140" y="102"/>
                    </a:lnTo>
                    <a:lnTo>
                      <a:pt x="140" y="102"/>
                    </a:lnTo>
                    <a:lnTo>
                      <a:pt x="141" y="103"/>
                    </a:lnTo>
                    <a:lnTo>
                      <a:pt x="144" y="106"/>
                    </a:lnTo>
                    <a:lnTo>
                      <a:pt x="144" y="106"/>
                    </a:lnTo>
                    <a:lnTo>
                      <a:pt x="143" y="100"/>
                    </a:lnTo>
                    <a:lnTo>
                      <a:pt x="141" y="96"/>
                    </a:lnTo>
                    <a:lnTo>
                      <a:pt x="141" y="96"/>
                    </a:lnTo>
                    <a:lnTo>
                      <a:pt x="140" y="92"/>
                    </a:lnTo>
                    <a:lnTo>
                      <a:pt x="140" y="90"/>
                    </a:lnTo>
                    <a:lnTo>
                      <a:pt x="141" y="89"/>
                    </a:lnTo>
                    <a:lnTo>
                      <a:pt x="141" y="89"/>
                    </a:lnTo>
                    <a:lnTo>
                      <a:pt x="138" y="89"/>
                    </a:lnTo>
                    <a:lnTo>
                      <a:pt x="137" y="89"/>
                    </a:lnTo>
                    <a:lnTo>
                      <a:pt x="137" y="89"/>
                    </a:lnTo>
                    <a:lnTo>
                      <a:pt x="137" y="83"/>
                    </a:lnTo>
                    <a:lnTo>
                      <a:pt x="140" y="80"/>
                    </a:lnTo>
                    <a:lnTo>
                      <a:pt x="140" y="80"/>
                    </a:lnTo>
                    <a:lnTo>
                      <a:pt x="143" y="77"/>
                    </a:lnTo>
                    <a:lnTo>
                      <a:pt x="147" y="75"/>
                    </a:lnTo>
                    <a:lnTo>
                      <a:pt x="147" y="75"/>
                    </a:lnTo>
                    <a:lnTo>
                      <a:pt x="154" y="70"/>
                    </a:lnTo>
                    <a:lnTo>
                      <a:pt x="156" y="67"/>
                    </a:lnTo>
                    <a:lnTo>
                      <a:pt x="156" y="63"/>
                    </a:lnTo>
                    <a:lnTo>
                      <a:pt x="156" y="63"/>
                    </a:lnTo>
                    <a:lnTo>
                      <a:pt x="160" y="65"/>
                    </a:lnTo>
                    <a:lnTo>
                      <a:pt x="160" y="62"/>
                    </a:lnTo>
                    <a:lnTo>
                      <a:pt x="160" y="62"/>
                    </a:lnTo>
                    <a:lnTo>
                      <a:pt x="164" y="65"/>
                    </a:lnTo>
                    <a:lnTo>
                      <a:pt x="166" y="69"/>
                    </a:lnTo>
                    <a:lnTo>
                      <a:pt x="167" y="76"/>
                    </a:lnTo>
                    <a:lnTo>
                      <a:pt x="167" y="76"/>
                    </a:lnTo>
                    <a:lnTo>
                      <a:pt x="164" y="73"/>
                    </a:lnTo>
                    <a:lnTo>
                      <a:pt x="163" y="70"/>
                    </a:lnTo>
                    <a:lnTo>
                      <a:pt x="163" y="70"/>
                    </a:lnTo>
                    <a:lnTo>
                      <a:pt x="156" y="73"/>
                    </a:lnTo>
                    <a:lnTo>
                      <a:pt x="151" y="76"/>
                    </a:lnTo>
                    <a:lnTo>
                      <a:pt x="151" y="79"/>
                    </a:lnTo>
                    <a:lnTo>
                      <a:pt x="151" y="82"/>
                    </a:lnTo>
                    <a:lnTo>
                      <a:pt x="151" y="82"/>
                    </a:lnTo>
                    <a:lnTo>
                      <a:pt x="156" y="79"/>
                    </a:lnTo>
                    <a:lnTo>
                      <a:pt x="160" y="77"/>
                    </a:lnTo>
                    <a:lnTo>
                      <a:pt x="160" y="77"/>
                    </a:lnTo>
                    <a:lnTo>
                      <a:pt x="166" y="76"/>
                    </a:lnTo>
                    <a:lnTo>
                      <a:pt x="170" y="73"/>
                    </a:lnTo>
                    <a:lnTo>
                      <a:pt x="170" y="73"/>
                    </a:lnTo>
                    <a:lnTo>
                      <a:pt x="173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4" y="76"/>
                    </a:lnTo>
                    <a:lnTo>
                      <a:pt x="171" y="73"/>
                    </a:lnTo>
                    <a:lnTo>
                      <a:pt x="168" y="72"/>
                    </a:lnTo>
                    <a:lnTo>
                      <a:pt x="168" y="69"/>
                    </a:lnTo>
                    <a:lnTo>
                      <a:pt x="168" y="69"/>
                    </a:lnTo>
                    <a:lnTo>
                      <a:pt x="170" y="70"/>
                    </a:lnTo>
                    <a:lnTo>
                      <a:pt x="170" y="69"/>
                    </a:lnTo>
                    <a:lnTo>
                      <a:pt x="173" y="66"/>
                    </a:lnTo>
                    <a:lnTo>
                      <a:pt x="174" y="63"/>
                    </a:lnTo>
                    <a:lnTo>
                      <a:pt x="176" y="63"/>
                    </a:lnTo>
                    <a:lnTo>
                      <a:pt x="178" y="63"/>
                    </a:lnTo>
                    <a:lnTo>
                      <a:pt x="178" y="63"/>
                    </a:lnTo>
                    <a:lnTo>
                      <a:pt x="177" y="62"/>
                    </a:lnTo>
                    <a:lnTo>
                      <a:pt x="176" y="62"/>
                    </a:lnTo>
                    <a:lnTo>
                      <a:pt x="176" y="62"/>
                    </a:lnTo>
                    <a:lnTo>
                      <a:pt x="176" y="60"/>
                    </a:lnTo>
                    <a:lnTo>
                      <a:pt x="177" y="60"/>
                    </a:lnTo>
                    <a:lnTo>
                      <a:pt x="180" y="60"/>
                    </a:lnTo>
                    <a:lnTo>
                      <a:pt x="181" y="59"/>
                    </a:lnTo>
                    <a:lnTo>
                      <a:pt x="181" y="59"/>
                    </a:lnTo>
                    <a:lnTo>
                      <a:pt x="177" y="59"/>
                    </a:lnTo>
                    <a:lnTo>
                      <a:pt x="177" y="59"/>
                    </a:lnTo>
                    <a:lnTo>
                      <a:pt x="177" y="57"/>
                    </a:lnTo>
                    <a:lnTo>
                      <a:pt x="177" y="57"/>
                    </a:lnTo>
                    <a:lnTo>
                      <a:pt x="178" y="57"/>
                    </a:lnTo>
                    <a:lnTo>
                      <a:pt x="180" y="56"/>
                    </a:lnTo>
                    <a:lnTo>
                      <a:pt x="180" y="56"/>
                    </a:lnTo>
                    <a:lnTo>
                      <a:pt x="178" y="56"/>
                    </a:lnTo>
                    <a:lnTo>
                      <a:pt x="177" y="56"/>
                    </a:lnTo>
                    <a:lnTo>
                      <a:pt x="177" y="56"/>
                    </a:lnTo>
                    <a:lnTo>
                      <a:pt x="177" y="55"/>
                    </a:lnTo>
                    <a:lnTo>
                      <a:pt x="177" y="53"/>
                    </a:lnTo>
                    <a:lnTo>
                      <a:pt x="178" y="50"/>
                    </a:lnTo>
                    <a:lnTo>
                      <a:pt x="177" y="49"/>
                    </a:lnTo>
                    <a:lnTo>
                      <a:pt x="177" y="49"/>
                    </a:lnTo>
                    <a:lnTo>
                      <a:pt x="183" y="50"/>
                    </a:lnTo>
                    <a:lnTo>
                      <a:pt x="184" y="49"/>
                    </a:lnTo>
                    <a:lnTo>
                      <a:pt x="183" y="46"/>
                    </a:lnTo>
                    <a:lnTo>
                      <a:pt x="183" y="46"/>
                    </a:lnTo>
                    <a:lnTo>
                      <a:pt x="191" y="42"/>
                    </a:lnTo>
                    <a:lnTo>
                      <a:pt x="191" y="42"/>
                    </a:lnTo>
                    <a:lnTo>
                      <a:pt x="198" y="35"/>
                    </a:lnTo>
                    <a:lnTo>
                      <a:pt x="198" y="35"/>
                    </a:lnTo>
                    <a:lnTo>
                      <a:pt x="204" y="27"/>
                    </a:lnTo>
                    <a:lnTo>
                      <a:pt x="210" y="20"/>
                    </a:lnTo>
                    <a:lnTo>
                      <a:pt x="214" y="23"/>
                    </a:lnTo>
                    <a:lnTo>
                      <a:pt x="214" y="23"/>
                    </a:lnTo>
                    <a:lnTo>
                      <a:pt x="214" y="16"/>
                    </a:lnTo>
                    <a:lnTo>
                      <a:pt x="217" y="10"/>
                    </a:lnTo>
                    <a:lnTo>
                      <a:pt x="217" y="10"/>
                    </a:lnTo>
                    <a:lnTo>
                      <a:pt x="221" y="6"/>
                    </a:lnTo>
                    <a:lnTo>
                      <a:pt x="221" y="6"/>
                    </a:lnTo>
                    <a:lnTo>
                      <a:pt x="224" y="0"/>
                    </a:lnTo>
                    <a:lnTo>
                      <a:pt x="224" y="0"/>
                    </a:lnTo>
                    <a:lnTo>
                      <a:pt x="225" y="5"/>
                    </a:lnTo>
                    <a:lnTo>
                      <a:pt x="225" y="7"/>
                    </a:lnTo>
                    <a:lnTo>
                      <a:pt x="225" y="7"/>
                    </a:lnTo>
                    <a:lnTo>
                      <a:pt x="225" y="10"/>
                    </a:lnTo>
                    <a:lnTo>
                      <a:pt x="223" y="13"/>
                    </a:lnTo>
                    <a:lnTo>
                      <a:pt x="223" y="13"/>
                    </a:lnTo>
                    <a:lnTo>
                      <a:pt x="218" y="19"/>
                    </a:lnTo>
                    <a:lnTo>
                      <a:pt x="218" y="19"/>
                    </a:lnTo>
                    <a:lnTo>
                      <a:pt x="214" y="26"/>
                    </a:lnTo>
                    <a:lnTo>
                      <a:pt x="214" y="26"/>
                    </a:lnTo>
                    <a:lnTo>
                      <a:pt x="213" y="30"/>
                    </a:lnTo>
                    <a:lnTo>
                      <a:pt x="213" y="35"/>
                    </a:lnTo>
                    <a:lnTo>
                      <a:pt x="213" y="39"/>
                    </a:lnTo>
                    <a:lnTo>
                      <a:pt x="210" y="4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5" name="ïś1iḓe"/>
              <p:cNvSpPr/>
              <p:nvPr/>
            </p:nvSpPr>
            <p:spPr bwMode="auto">
              <a:xfrm>
                <a:off x="4517109" y="3941995"/>
                <a:ext cx="36861" cy="79863"/>
              </a:xfrm>
              <a:custGeom>
                <a:avLst/>
                <a:gdLst>
                  <a:gd name="T0" fmla="*/ 8 w 11"/>
                  <a:gd name="T1" fmla="*/ 0 h 26"/>
                  <a:gd name="T2" fmla="*/ 8 w 11"/>
                  <a:gd name="T3" fmla="*/ 0 h 26"/>
                  <a:gd name="T4" fmla="*/ 11 w 11"/>
                  <a:gd name="T5" fmla="*/ 4 h 26"/>
                  <a:gd name="T6" fmla="*/ 11 w 11"/>
                  <a:gd name="T7" fmla="*/ 7 h 26"/>
                  <a:gd name="T8" fmla="*/ 10 w 11"/>
                  <a:gd name="T9" fmla="*/ 10 h 26"/>
                  <a:gd name="T10" fmla="*/ 8 w 11"/>
                  <a:gd name="T11" fmla="*/ 14 h 26"/>
                  <a:gd name="T12" fmla="*/ 8 w 11"/>
                  <a:gd name="T13" fmla="*/ 14 h 26"/>
                  <a:gd name="T14" fmla="*/ 6 w 11"/>
                  <a:gd name="T15" fmla="*/ 17 h 26"/>
                  <a:gd name="T16" fmla="*/ 6 w 11"/>
                  <a:gd name="T17" fmla="*/ 17 h 26"/>
                  <a:gd name="T18" fmla="*/ 4 w 11"/>
                  <a:gd name="T19" fmla="*/ 20 h 26"/>
                  <a:gd name="T20" fmla="*/ 4 w 11"/>
                  <a:gd name="T21" fmla="*/ 20 h 26"/>
                  <a:gd name="T22" fmla="*/ 1 w 11"/>
                  <a:gd name="T23" fmla="*/ 23 h 26"/>
                  <a:gd name="T24" fmla="*/ 1 w 11"/>
                  <a:gd name="T25" fmla="*/ 26 h 26"/>
                  <a:gd name="T26" fmla="*/ 1 w 11"/>
                  <a:gd name="T27" fmla="*/ 26 h 26"/>
                  <a:gd name="T28" fmla="*/ 0 w 11"/>
                  <a:gd name="T29" fmla="*/ 23 h 26"/>
                  <a:gd name="T30" fmla="*/ 0 w 11"/>
                  <a:gd name="T31" fmla="*/ 19 h 26"/>
                  <a:gd name="T32" fmla="*/ 1 w 11"/>
                  <a:gd name="T33" fmla="*/ 11 h 26"/>
                  <a:gd name="T34" fmla="*/ 1 w 11"/>
                  <a:gd name="T35" fmla="*/ 11 h 26"/>
                  <a:gd name="T36" fmla="*/ 8 w 11"/>
                  <a:gd name="T37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" h="26">
                    <a:moveTo>
                      <a:pt x="8" y="0"/>
                    </a:moveTo>
                    <a:lnTo>
                      <a:pt x="8" y="0"/>
                    </a:lnTo>
                    <a:lnTo>
                      <a:pt x="11" y="4"/>
                    </a:lnTo>
                    <a:lnTo>
                      <a:pt x="11" y="7"/>
                    </a:lnTo>
                    <a:lnTo>
                      <a:pt x="10" y="10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6" y="17"/>
                    </a:lnTo>
                    <a:lnTo>
                      <a:pt x="6" y="17"/>
                    </a:lnTo>
                    <a:lnTo>
                      <a:pt x="4" y="20"/>
                    </a:lnTo>
                    <a:lnTo>
                      <a:pt x="4" y="20"/>
                    </a:lnTo>
                    <a:lnTo>
                      <a:pt x="1" y="23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0" y="23"/>
                    </a:lnTo>
                    <a:lnTo>
                      <a:pt x="0" y="19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8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6" name="iSḻîḍe"/>
              <p:cNvSpPr/>
              <p:nvPr/>
            </p:nvSpPr>
            <p:spPr bwMode="auto">
              <a:xfrm>
                <a:off x="3804460" y="3628677"/>
                <a:ext cx="12287" cy="18429"/>
              </a:xfrm>
              <a:custGeom>
                <a:avLst/>
                <a:gdLst>
                  <a:gd name="T0" fmla="*/ 2 w 5"/>
                  <a:gd name="T1" fmla="*/ 0 h 5"/>
                  <a:gd name="T2" fmla="*/ 2 w 5"/>
                  <a:gd name="T3" fmla="*/ 0 h 5"/>
                  <a:gd name="T4" fmla="*/ 5 w 5"/>
                  <a:gd name="T5" fmla="*/ 3 h 5"/>
                  <a:gd name="T6" fmla="*/ 5 w 5"/>
                  <a:gd name="T7" fmla="*/ 3 h 5"/>
                  <a:gd name="T8" fmla="*/ 3 w 5"/>
                  <a:gd name="T9" fmla="*/ 4 h 5"/>
                  <a:gd name="T10" fmla="*/ 3 w 5"/>
                  <a:gd name="T11" fmla="*/ 5 h 5"/>
                  <a:gd name="T12" fmla="*/ 3 w 5"/>
                  <a:gd name="T13" fmla="*/ 5 h 5"/>
                  <a:gd name="T14" fmla="*/ 0 w 5"/>
                  <a:gd name="T15" fmla="*/ 1 h 5"/>
                  <a:gd name="T16" fmla="*/ 0 w 5"/>
                  <a:gd name="T17" fmla="*/ 0 h 5"/>
                  <a:gd name="T18" fmla="*/ 2 w 5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5">
                    <a:moveTo>
                      <a:pt x="2" y="0"/>
                    </a:moveTo>
                    <a:lnTo>
                      <a:pt x="2" y="0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3" y="4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7" name="íṧlîdé"/>
              <p:cNvSpPr/>
              <p:nvPr/>
            </p:nvSpPr>
            <p:spPr bwMode="auto">
              <a:xfrm>
                <a:off x="4302089" y="4335181"/>
                <a:ext cx="18433" cy="18429"/>
              </a:xfrm>
              <a:custGeom>
                <a:avLst/>
                <a:gdLst>
                  <a:gd name="T0" fmla="*/ 3 w 6"/>
                  <a:gd name="T1" fmla="*/ 0 h 5"/>
                  <a:gd name="T2" fmla="*/ 3 w 6"/>
                  <a:gd name="T3" fmla="*/ 0 h 5"/>
                  <a:gd name="T4" fmla="*/ 6 w 6"/>
                  <a:gd name="T5" fmla="*/ 2 h 5"/>
                  <a:gd name="T6" fmla="*/ 3 w 6"/>
                  <a:gd name="T7" fmla="*/ 5 h 5"/>
                  <a:gd name="T8" fmla="*/ 0 w 6"/>
                  <a:gd name="T9" fmla="*/ 2 h 5"/>
                  <a:gd name="T10" fmla="*/ 0 w 6"/>
                  <a:gd name="T11" fmla="*/ 2 h 5"/>
                  <a:gd name="T12" fmla="*/ 3 w 6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5">
                    <a:moveTo>
                      <a:pt x="3" y="0"/>
                    </a:moveTo>
                    <a:lnTo>
                      <a:pt x="3" y="0"/>
                    </a:lnTo>
                    <a:lnTo>
                      <a:pt x="6" y="2"/>
                    </a:lnTo>
                    <a:lnTo>
                      <a:pt x="3" y="5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8" name="iṡlïḑé"/>
              <p:cNvSpPr/>
              <p:nvPr/>
            </p:nvSpPr>
            <p:spPr bwMode="auto">
              <a:xfrm>
                <a:off x="3644729" y="3579529"/>
                <a:ext cx="6145" cy="6142"/>
              </a:xfrm>
              <a:custGeom>
                <a:avLst/>
                <a:gdLst>
                  <a:gd name="T0" fmla="*/ 1 w 3"/>
                  <a:gd name="T1" fmla="*/ 0 h 2"/>
                  <a:gd name="T2" fmla="*/ 1 w 3"/>
                  <a:gd name="T3" fmla="*/ 0 h 2"/>
                  <a:gd name="T4" fmla="*/ 3 w 3"/>
                  <a:gd name="T5" fmla="*/ 2 h 2"/>
                  <a:gd name="T6" fmla="*/ 1 w 3"/>
                  <a:gd name="T7" fmla="*/ 2 h 2"/>
                  <a:gd name="T8" fmla="*/ 0 w 3"/>
                  <a:gd name="T9" fmla="*/ 1 h 2"/>
                  <a:gd name="T10" fmla="*/ 0 w 3"/>
                  <a:gd name="T11" fmla="*/ 1 h 2"/>
                  <a:gd name="T12" fmla="*/ 0 w 3"/>
                  <a:gd name="T13" fmla="*/ 0 h 2"/>
                  <a:gd name="T14" fmla="*/ 0 w 3"/>
                  <a:gd name="T15" fmla="*/ 0 h 2"/>
                  <a:gd name="T16" fmla="*/ 0 w 3"/>
                  <a:gd name="T17" fmla="*/ 0 h 2"/>
                  <a:gd name="T18" fmla="*/ 0 w 3"/>
                  <a:gd name="T19" fmla="*/ 0 h 2"/>
                  <a:gd name="T20" fmla="*/ 1 w 3"/>
                  <a:gd name="T2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lnTo>
                      <a:pt x="1" y="0"/>
                    </a:lnTo>
                    <a:lnTo>
                      <a:pt x="3" y="2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59" name="ïṣḷídê"/>
              <p:cNvSpPr/>
              <p:nvPr/>
            </p:nvSpPr>
            <p:spPr bwMode="auto">
              <a:xfrm>
                <a:off x="4222220" y="4286033"/>
                <a:ext cx="24574" cy="24574"/>
              </a:xfrm>
              <a:custGeom>
                <a:avLst/>
                <a:gdLst>
                  <a:gd name="T0" fmla="*/ 7 w 7"/>
                  <a:gd name="T1" fmla="*/ 9 h 9"/>
                  <a:gd name="T2" fmla="*/ 7 w 7"/>
                  <a:gd name="T3" fmla="*/ 9 h 9"/>
                  <a:gd name="T4" fmla="*/ 6 w 7"/>
                  <a:gd name="T5" fmla="*/ 8 h 9"/>
                  <a:gd name="T6" fmla="*/ 3 w 7"/>
                  <a:gd name="T7" fmla="*/ 6 h 9"/>
                  <a:gd name="T8" fmla="*/ 0 w 7"/>
                  <a:gd name="T9" fmla="*/ 0 h 9"/>
                  <a:gd name="T10" fmla="*/ 0 w 7"/>
                  <a:gd name="T11" fmla="*/ 0 h 9"/>
                  <a:gd name="T12" fmla="*/ 3 w 7"/>
                  <a:gd name="T13" fmla="*/ 0 h 9"/>
                  <a:gd name="T14" fmla="*/ 5 w 7"/>
                  <a:gd name="T15" fmla="*/ 3 h 9"/>
                  <a:gd name="T16" fmla="*/ 7 w 7"/>
                  <a:gd name="T1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9">
                    <a:moveTo>
                      <a:pt x="7" y="9"/>
                    </a:moveTo>
                    <a:lnTo>
                      <a:pt x="7" y="9"/>
                    </a:lnTo>
                    <a:lnTo>
                      <a:pt x="6" y="8"/>
                    </a:lnTo>
                    <a:lnTo>
                      <a:pt x="3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5" y="3"/>
                    </a:lnTo>
                    <a:lnTo>
                      <a:pt x="7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0" name="ïślíďé"/>
              <p:cNvSpPr/>
              <p:nvPr/>
            </p:nvSpPr>
            <p:spPr bwMode="auto">
              <a:xfrm>
                <a:off x="4216080" y="4304466"/>
                <a:ext cx="18433" cy="12287"/>
              </a:xfrm>
              <a:custGeom>
                <a:avLst/>
                <a:gdLst>
                  <a:gd name="T0" fmla="*/ 6 w 6"/>
                  <a:gd name="T1" fmla="*/ 3 h 6"/>
                  <a:gd name="T2" fmla="*/ 6 w 6"/>
                  <a:gd name="T3" fmla="*/ 3 h 6"/>
                  <a:gd name="T4" fmla="*/ 6 w 6"/>
                  <a:gd name="T5" fmla="*/ 4 h 6"/>
                  <a:gd name="T6" fmla="*/ 6 w 6"/>
                  <a:gd name="T7" fmla="*/ 6 h 6"/>
                  <a:gd name="T8" fmla="*/ 6 w 6"/>
                  <a:gd name="T9" fmla="*/ 6 h 6"/>
                  <a:gd name="T10" fmla="*/ 3 w 6"/>
                  <a:gd name="T11" fmla="*/ 3 h 6"/>
                  <a:gd name="T12" fmla="*/ 0 w 6"/>
                  <a:gd name="T13" fmla="*/ 0 h 6"/>
                  <a:gd name="T14" fmla="*/ 0 w 6"/>
                  <a:gd name="T15" fmla="*/ 0 h 6"/>
                  <a:gd name="T16" fmla="*/ 1 w 6"/>
                  <a:gd name="T17" fmla="*/ 0 h 6"/>
                  <a:gd name="T18" fmla="*/ 3 w 6"/>
                  <a:gd name="T19" fmla="*/ 0 h 6"/>
                  <a:gd name="T20" fmla="*/ 6 w 6"/>
                  <a:gd name="T21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lnTo>
                      <a:pt x="6" y="3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1" name="îŝḷiḓê"/>
              <p:cNvSpPr/>
              <p:nvPr/>
            </p:nvSpPr>
            <p:spPr bwMode="auto">
              <a:xfrm>
                <a:off x="3700022" y="3647106"/>
                <a:ext cx="6145" cy="12287"/>
              </a:xfrm>
              <a:custGeom>
                <a:avLst/>
                <a:gdLst>
                  <a:gd name="T0" fmla="*/ 2 w 3"/>
                  <a:gd name="T1" fmla="*/ 2 h 5"/>
                  <a:gd name="T2" fmla="*/ 2 w 3"/>
                  <a:gd name="T3" fmla="*/ 2 h 5"/>
                  <a:gd name="T4" fmla="*/ 3 w 3"/>
                  <a:gd name="T5" fmla="*/ 5 h 5"/>
                  <a:gd name="T6" fmla="*/ 0 w 3"/>
                  <a:gd name="T7" fmla="*/ 0 h 5"/>
                  <a:gd name="T8" fmla="*/ 0 w 3"/>
                  <a:gd name="T9" fmla="*/ 0 h 5"/>
                  <a:gd name="T10" fmla="*/ 0 w 3"/>
                  <a:gd name="T11" fmla="*/ 0 h 5"/>
                  <a:gd name="T12" fmla="*/ 0 w 3"/>
                  <a:gd name="T13" fmla="*/ 0 h 5"/>
                  <a:gd name="T14" fmla="*/ 2 w 3"/>
                  <a:gd name="T15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5">
                    <a:moveTo>
                      <a:pt x="2" y="2"/>
                    </a:moveTo>
                    <a:lnTo>
                      <a:pt x="2" y="2"/>
                    </a:lnTo>
                    <a:lnTo>
                      <a:pt x="3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2" name="îṧḷiḓé"/>
              <p:cNvSpPr/>
              <p:nvPr/>
            </p:nvSpPr>
            <p:spPr bwMode="auto">
              <a:xfrm>
                <a:off x="3650874" y="3610246"/>
                <a:ext cx="6145" cy="12287"/>
              </a:xfrm>
              <a:custGeom>
                <a:avLst/>
                <a:gdLst>
                  <a:gd name="T0" fmla="*/ 3 w 3"/>
                  <a:gd name="T1" fmla="*/ 2 h 4"/>
                  <a:gd name="T2" fmla="*/ 3 w 3"/>
                  <a:gd name="T3" fmla="*/ 2 h 4"/>
                  <a:gd name="T4" fmla="*/ 2 w 3"/>
                  <a:gd name="T5" fmla="*/ 2 h 4"/>
                  <a:gd name="T6" fmla="*/ 2 w 3"/>
                  <a:gd name="T7" fmla="*/ 2 h 4"/>
                  <a:gd name="T8" fmla="*/ 2 w 3"/>
                  <a:gd name="T9" fmla="*/ 4 h 4"/>
                  <a:gd name="T10" fmla="*/ 2 w 3"/>
                  <a:gd name="T11" fmla="*/ 4 h 4"/>
                  <a:gd name="T12" fmla="*/ 0 w 3"/>
                  <a:gd name="T13" fmla="*/ 0 h 4"/>
                  <a:gd name="T14" fmla="*/ 0 w 3"/>
                  <a:gd name="T15" fmla="*/ 0 h 4"/>
                  <a:gd name="T16" fmla="*/ 0 w 3"/>
                  <a:gd name="T17" fmla="*/ 0 h 4"/>
                  <a:gd name="T18" fmla="*/ 0 w 3"/>
                  <a:gd name="T19" fmla="*/ 0 h 4"/>
                  <a:gd name="T20" fmla="*/ 3 w 3"/>
                  <a:gd name="T2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4">
                    <a:moveTo>
                      <a:pt x="3" y="2"/>
                    </a:moveTo>
                    <a:lnTo>
                      <a:pt x="3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3" name="ïṣlíďe"/>
              <p:cNvSpPr/>
              <p:nvPr/>
            </p:nvSpPr>
            <p:spPr bwMode="auto">
              <a:xfrm>
                <a:off x="4240653" y="4501058"/>
                <a:ext cx="18433" cy="18429"/>
              </a:xfrm>
              <a:custGeom>
                <a:avLst/>
                <a:gdLst>
                  <a:gd name="T0" fmla="*/ 6 w 6"/>
                  <a:gd name="T1" fmla="*/ 0 h 6"/>
                  <a:gd name="T2" fmla="*/ 6 w 6"/>
                  <a:gd name="T3" fmla="*/ 0 h 6"/>
                  <a:gd name="T4" fmla="*/ 6 w 6"/>
                  <a:gd name="T5" fmla="*/ 3 h 6"/>
                  <a:gd name="T6" fmla="*/ 4 w 6"/>
                  <a:gd name="T7" fmla="*/ 5 h 6"/>
                  <a:gd name="T8" fmla="*/ 0 w 6"/>
                  <a:gd name="T9" fmla="*/ 6 h 6"/>
                  <a:gd name="T10" fmla="*/ 0 w 6"/>
                  <a:gd name="T11" fmla="*/ 6 h 6"/>
                  <a:gd name="T12" fmla="*/ 0 w 6"/>
                  <a:gd name="T13" fmla="*/ 3 h 6"/>
                  <a:gd name="T14" fmla="*/ 1 w 6"/>
                  <a:gd name="T15" fmla="*/ 2 h 6"/>
                  <a:gd name="T16" fmla="*/ 1 w 6"/>
                  <a:gd name="T17" fmla="*/ 2 h 6"/>
                  <a:gd name="T18" fmla="*/ 3 w 6"/>
                  <a:gd name="T19" fmla="*/ 2 h 6"/>
                  <a:gd name="T20" fmla="*/ 6 w 6"/>
                  <a:gd name="T2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lnTo>
                      <a:pt x="6" y="0"/>
                    </a:lnTo>
                    <a:lnTo>
                      <a:pt x="6" y="3"/>
                    </a:lnTo>
                    <a:lnTo>
                      <a:pt x="4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3" y="2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4" name="ïsļîḋe"/>
              <p:cNvSpPr/>
              <p:nvPr/>
            </p:nvSpPr>
            <p:spPr bwMode="auto">
              <a:xfrm>
                <a:off x="3626300" y="3585671"/>
                <a:ext cx="12287" cy="12287"/>
              </a:xfrm>
              <a:custGeom>
                <a:avLst/>
                <a:gdLst>
                  <a:gd name="T0" fmla="*/ 2 w 3"/>
                  <a:gd name="T1" fmla="*/ 0 h 6"/>
                  <a:gd name="T2" fmla="*/ 2 w 3"/>
                  <a:gd name="T3" fmla="*/ 0 h 6"/>
                  <a:gd name="T4" fmla="*/ 3 w 3"/>
                  <a:gd name="T5" fmla="*/ 3 h 6"/>
                  <a:gd name="T6" fmla="*/ 3 w 3"/>
                  <a:gd name="T7" fmla="*/ 4 h 6"/>
                  <a:gd name="T8" fmla="*/ 3 w 3"/>
                  <a:gd name="T9" fmla="*/ 6 h 6"/>
                  <a:gd name="T10" fmla="*/ 3 w 3"/>
                  <a:gd name="T11" fmla="*/ 6 h 6"/>
                  <a:gd name="T12" fmla="*/ 0 w 3"/>
                  <a:gd name="T13" fmla="*/ 0 h 6"/>
                  <a:gd name="T14" fmla="*/ 0 w 3"/>
                  <a:gd name="T15" fmla="*/ 0 h 6"/>
                  <a:gd name="T16" fmla="*/ 0 w 3"/>
                  <a:gd name="T17" fmla="*/ 0 h 6"/>
                  <a:gd name="T18" fmla="*/ 2 w 3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6">
                    <a:moveTo>
                      <a:pt x="2" y="0"/>
                    </a:moveTo>
                    <a:lnTo>
                      <a:pt x="2" y="0"/>
                    </a:lnTo>
                    <a:lnTo>
                      <a:pt x="3" y="3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5" name="iŝḻiḓe"/>
              <p:cNvSpPr/>
              <p:nvPr/>
            </p:nvSpPr>
            <p:spPr bwMode="auto">
              <a:xfrm>
                <a:off x="3958051" y="4623929"/>
                <a:ext cx="49148" cy="49148"/>
              </a:xfrm>
              <a:custGeom>
                <a:avLst/>
                <a:gdLst>
                  <a:gd name="T0" fmla="*/ 17 w 17"/>
                  <a:gd name="T1" fmla="*/ 0 h 17"/>
                  <a:gd name="T2" fmla="*/ 17 w 17"/>
                  <a:gd name="T3" fmla="*/ 0 h 17"/>
                  <a:gd name="T4" fmla="*/ 13 w 17"/>
                  <a:gd name="T5" fmla="*/ 6 h 17"/>
                  <a:gd name="T6" fmla="*/ 10 w 17"/>
                  <a:gd name="T7" fmla="*/ 10 h 17"/>
                  <a:gd name="T8" fmla="*/ 10 w 17"/>
                  <a:gd name="T9" fmla="*/ 10 h 17"/>
                  <a:gd name="T10" fmla="*/ 6 w 17"/>
                  <a:gd name="T11" fmla="*/ 13 h 17"/>
                  <a:gd name="T12" fmla="*/ 6 w 17"/>
                  <a:gd name="T13" fmla="*/ 13 h 17"/>
                  <a:gd name="T14" fmla="*/ 5 w 17"/>
                  <a:gd name="T15" fmla="*/ 15 h 17"/>
                  <a:gd name="T16" fmla="*/ 5 w 17"/>
                  <a:gd name="T17" fmla="*/ 15 h 17"/>
                  <a:gd name="T18" fmla="*/ 5 w 17"/>
                  <a:gd name="T19" fmla="*/ 15 h 17"/>
                  <a:gd name="T20" fmla="*/ 3 w 17"/>
                  <a:gd name="T21" fmla="*/ 16 h 17"/>
                  <a:gd name="T22" fmla="*/ 3 w 17"/>
                  <a:gd name="T23" fmla="*/ 16 h 17"/>
                  <a:gd name="T24" fmla="*/ 3 w 17"/>
                  <a:gd name="T25" fmla="*/ 16 h 17"/>
                  <a:gd name="T26" fmla="*/ 3 w 17"/>
                  <a:gd name="T27" fmla="*/ 16 h 17"/>
                  <a:gd name="T28" fmla="*/ 3 w 17"/>
                  <a:gd name="T29" fmla="*/ 16 h 17"/>
                  <a:gd name="T30" fmla="*/ 3 w 17"/>
                  <a:gd name="T31" fmla="*/ 16 h 17"/>
                  <a:gd name="T32" fmla="*/ 3 w 17"/>
                  <a:gd name="T33" fmla="*/ 16 h 17"/>
                  <a:gd name="T34" fmla="*/ 3 w 17"/>
                  <a:gd name="T35" fmla="*/ 16 h 17"/>
                  <a:gd name="T36" fmla="*/ 3 w 17"/>
                  <a:gd name="T37" fmla="*/ 16 h 17"/>
                  <a:gd name="T38" fmla="*/ 3 w 17"/>
                  <a:gd name="T39" fmla="*/ 16 h 17"/>
                  <a:gd name="T40" fmla="*/ 0 w 17"/>
                  <a:gd name="T41" fmla="*/ 17 h 17"/>
                  <a:gd name="T42" fmla="*/ 0 w 17"/>
                  <a:gd name="T43" fmla="*/ 17 h 17"/>
                  <a:gd name="T44" fmla="*/ 0 w 17"/>
                  <a:gd name="T45" fmla="*/ 16 h 17"/>
                  <a:gd name="T46" fmla="*/ 2 w 17"/>
                  <a:gd name="T47" fmla="*/ 15 h 17"/>
                  <a:gd name="T48" fmla="*/ 2 w 17"/>
                  <a:gd name="T49" fmla="*/ 13 h 17"/>
                  <a:gd name="T50" fmla="*/ 2 w 17"/>
                  <a:gd name="T51" fmla="*/ 10 h 17"/>
                  <a:gd name="T52" fmla="*/ 2 w 17"/>
                  <a:gd name="T53" fmla="*/ 10 h 17"/>
                  <a:gd name="T54" fmla="*/ 2 w 17"/>
                  <a:gd name="T55" fmla="*/ 10 h 17"/>
                  <a:gd name="T56" fmla="*/ 2 w 17"/>
                  <a:gd name="T57" fmla="*/ 10 h 17"/>
                  <a:gd name="T58" fmla="*/ 2 w 17"/>
                  <a:gd name="T59" fmla="*/ 10 h 17"/>
                  <a:gd name="T60" fmla="*/ 2 w 17"/>
                  <a:gd name="T61" fmla="*/ 10 h 17"/>
                  <a:gd name="T62" fmla="*/ 2 w 17"/>
                  <a:gd name="T63" fmla="*/ 10 h 17"/>
                  <a:gd name="T64" fmla="*/ 3 w 17"/>
                  <a:gd name="T65" fmla="*/ 10 h 17"/>
                  <a:gd name="T66" fmla="*/ 3 w 17"/>
                  <a:gd name="T67" fmla="*/ 10 h 17"/>
                  <a:gd name="T68" fmla="*/ 3 w 17"/>
                  <a:gd name="T69" fmla="*/ 10 h 17"/>
                  <a:gd name="T70" fmla="*/ 3 w 17"/>
                  <a:gd name="T71" fmla="*/ 10 h 17"/>
                  <a:gd name="T72" fmla="*/ 6 w 17"/>
                  <a:gd name="T73" fmla="*/ 9 h 17"/>
                  <a:gd name="T74" fmla="*/ 6 w 17"/>
                  <a:gd name="T75" fmla="*/ 9 h 17"/>
                  <a:gd name="T76" fmla="*/ 10 w 17"/>
                  <a:gd name="T77" fmla="*/ 6 h 17"/>
                  <a:gd name="T78" fmla="*/ 10 w 17"/>
                  <a:gd name="T79" fmla="*/ 6 h 17"/>
                  <a:gd name="T80" fmla="*/ 17 w 17"/>
                  <a:gd name="T8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" h="17">
                    <a:moveTo>
                      <a:pt x="17" y="0"/>
                    </a:moveTo>
                    <a:lnTo>
                      <a:pt x="17" y="0"/>
                    </a:lnTo>
                    <a:lnTo>
                      <a:pt x="13" y="6"/>
                    </a:lnTo>
                    <a:lnTo>
                      <a:pt x="10" y="10"/>
                    </a:lnTo>
                    <a:lnTo>
                      <a:pt x="10" y="10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0" y="16"/>
                    </a:lnTo>
                    <a:lnTo>
                      <a:pt x="2" y="15"/>
                    </a:lnTo>
                    <a:lnTo>
                      <a:pt x="2" y="13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6" y="9"/>
                    </a:lnTo>
                    <a:lnTo>
                      <a:pt x="6" y="9"/>
                    </a:lnTo>
                    <a:lnTo>
                      <a:pt x="10" y="6"/>
                    </a:lnTo>
                    <a:lnTo>
                      <a:pt x="10" y="6"/>
                    </a:lnTo>
                    <a:lnTo>
                      <a:pt x="1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6" name="işḷîḓè"/>
              <p:cNvSpPr/>
              <p:nvPr/>
            </p:nvSpPr>
            <p:spPr bwMode="auto">
              <a:xfrm>
                <a:off x="3577152" y="3647106"/>
                <a:ext cx="6145" cy="12287"/>
              </a:xfrm>
              <a:custGeom>
                <a:avLst/>
                <a:gdLst>
                  <a:gd name="T0" fmla="*/ 0 w 3"/>
                  <a:gd name="T1" fmla="*/ 2 h 5"/>
                  <a:gd name="T2" fmla="*/ 0 w 3"/>
                  <a:gd name="T3" fmla="*/ 2 h 5"/>
                  <a:gd name="T4" fmla="*/ 2 w 3"/>
                  <a:gd name="T5" fmla="*/ 5 h 5"/>
                  <a:gd name="T6" fmla="*/ 3 w 3"/>
                  <a:gd name="T7" fmla="*/ 5 h 5"/>
                  <a:gd name="T8" fmla="*/ 3 w 3"/>
                  <a:gd name="T9" fmla="*/ 5 h 5"/>
                  <a:gd name="T10" fmla="*/ 0 w 3"/>
                  <a:gd name="T11" fmla="*/ 0 h 5"/>
                  <a:gd name="T12" fmla="*/ 0 w 3"/>
                  <a:gd name="T13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5">
                    <a:moveTo>
                      <a:pt x="0" y="2"/>
                    </a:moveTo>
                    <a:lnTo>
                      <a:pt x="0" y="2"/>
                    </a:lnTo>
                    <a:lnTo>
                      <a:pt x="2" y="5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7" name="ïsļíḋê"/>
              <p:cNvSpPr/>
              <p:nvPr/>
            </p:nvSpPr>
            <p:spPr bwMode="auto">
              <a:xfrm>
                <a:off x="3792173" y="4617782"/>
                <a:ext cx="30720" cy="24574"/>
              </a:xfrm>
              <a:custGeom>
                <a:avLst/>
                <a:gdLst>
                  <a:gd name="T0" fmla="*/ 10 w 10"/>
                  <a:gd name="T1" fmla="*/ 0 h 8"/>
                  <a:gd name="T2" fmla="*/ 10 w 10"/>
                  <a:gd name="T3" fmla="*/ 0 h 8"/>
                  <a:gd name="T4" fmla="*/ 10 w 10"/>
                  <a:gd name="T5" fmla="*/ 4 h 8"/>
                  <a:gd name="T6" fmla="*/ 7 w 10"/>
                  <a:gd name="T7" fmla="*/ 6 h 8"/>
                  <a:gd name="T8" fmla="*/ 0 w 10"/>
                  <a:gd name="T9" fmla="*/ 8 h 8"/>
                  <a:gd name="T10" fmla="*/ 0 w 10"/>
                  <a:gd name="T11" fmla="*/ 8 h 8"/>
                  <a:gd name="T12" fmla="*/ 2 w 10"/>
                  <a:gd name="T13" fmla="*/ 3 h 8"/>
                  <a:gd name="T14" fmla="*/ 3 w 10"/>
                  <a:gd name="T15" fmla="*/ 1 h 8"/>
                  <a:gd name="T16" fmla="*/ 6 w 10"/>
                  <a:gd name="T17" fmla="*/ 0 h 8"/>
                  <a:gd name="T18" fmla="*/ 10 w 10"/>
                  <a:gd name="T1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lnTo>
                      <a:pt x="10" y="0"/>
                    </a:lnTo>
                    <a:lnTo>
                      <a:pt x="10" y="4"/>
                    </a:lnTo>
                    <a:lnTo>
                      <a:pt x="7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2" y="3"/>
                    </a:lnTo>
                    <a:lnTo>
                      <a:pt x="3" y="1"/>
                    </a:lnTo>
                    <a:lnTo>
                      <a:pt x="6" y="0"/>
                    </a:lnTo>
                    <a:lnTo>
                      <a:pt x="1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8" name="ïṣḻiḑè"/>
              <p:cNvSpPr/>
              <p:nvPr/>
            </p:nvSpPr>
            <p:spPr bwMode="auto">
              <a:xfrm>
                <a:off x="3767599" y="4660790"/>
                <a:ext cx="24574" cy="18429"/>
              </a:xfrm>
              <a:custGeom>
                <a:avLst/>
                <a:gdLst>
                  <a:gd name="T0" fmla="*/ 7 w 7"/>
                  <a:gd name="T1" fmla="*/ 0 h 6"/>
                  <a:gd name="T2" fmla="*/ 7 w 7"/>
                  <a:gd name="T3" fmla="*/ 0 h 6"/>
                  <a:gd name="T4" fmla="*/ 7 w 7"/>
                  <a:gd name="T5" fmla="*/ 3 h 6"/>
                  <a:gd name="T6" fmla="*/ 6 w 7"/>
                  <a:gd name="T7" fmla="*/ 4 h 6"/>
                  <a:gd name="T8" fmla="*/ 1 w 7"/>
                  <a:gd name="T9" fmla="*/ 6 h 6"/>
                  <a:gd name="T10" fmla="*/ 1 w 7"/>
                  <a:gd name="T11" fmla="*/ 6 h 6"/>
                  <a:gd name="T12" fmla="*/ 0 w 7"/>
                  <a:gd name="T13" fmla="*/ 4 h 6"/>
                  <a:gd name="T14" fmla="*/ 0 w 7"/>
                  <a:gd name="T15" fmla="*/ 4 h 6"/>
                  <a:gd name="T16" fmla="*/ 4 w 7"/>
                  <a:gd name="T17" fmla="*/ 3 h 6"/>
                  <a:gd name="T18" fmla="*/ 4 w 7"/>
                  <a:gd name="T19" fmla="*/ 3 h 6"/>
                  <a:gd name="T20" fmla="*/ 4 w 7"/>
                  <a:gd name="T21" fmla="*/ 2 h 6"/>
                  <a:gd name="T22" fmla="*/ 7 w 7"/>
                  <a:gd name="T2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6">
                    <a:moveTo>
                      <a:pt x="7" y="0"/>
                    </a:moveTo>
                    <a:lnTo>
                      <a:pt x="7" y="0"/>
                    </a:lnTo>
                    <a:lnTo>
                      <a:pt x="7" y="3"/>
                    </a:lnTo>
                    <a:lnTo>
                      <a:pt x="6" y="4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2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69" name="îṩliḍê"/>
              <p:cNvSpPr/>
              <p:nvPr/>
            </p:nvSpPr>
            <p:spPr bwMode="auto">
              <a:xfrm>
                <a:off x="3528004" y="3640964"/>
                <a:ext cx="12287" cy="18429"/>
              </a:xfrm>
              <a:custGeom>
                <a:avLst/>
                <a:gdLst>
                  <a:gd name="T0" fmla="*/ 3 w 3"/>
                  <a:gd name="T1" fmla="*/ 0 h 5"/>
                  <a:gd name="T2" fmla="*/ 3 w 3"/>
                  <a:gd name="T3" fmla="*/ 0 h 5"/>
                  <a:gd name="T4" fmla="*/ 3 w 3"/>
                  <a:gd name="T5" fmla="*/ 5 h 5"/>
                  <a:gd name="T6" fmla="*/ 3 w 3"/>
                  <a:gd name="T7" fmla="*/ 5 h 5"/>
                  <a:gd name="T8" fmla="*/ 1 w 3"/>
                  <a:gd name="T9" fmla="*/ 2 h 5"/>
                  <a:gd name="T10" fmla="*/ 0 w 3"/>
                  <a:gd name="T11" fmla="*/ 2 h 5"/>
                  <a:gd name="T12" fmla="*/ 0 w 3"/>
                  <a:gd name="T13" fmla="*/ 2 h 5"/>
                  <a:gd name="T14" fmla="*/ 1 w 3"/>
                  <a:gd name="T15" fmla="*/ 0 h 5"/>
                  <a:gd name="T16" fmla="*/ 3 w 3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5">
                    <a:moveTo>
                      <a:pt x="3" y="0"/>
                    </a:moveTo>
                    <a:lnTo>
                      <a:pt x="3" y="0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70" name="i$ľîḓe"/>
              <p:cNvSpPr/>
              <p:nvPr/>
            </p:nvSpPr>
            <p:spPr bwMode="auto">
              <a:xfrm>
                <a:off x="3528004" y="3640964"/>
                <a:ext cx="0" cy="18429"/>
              </a:xfrm>
              <a:custGeom>
                <a:avLst/>
                <a:gdLst>
                  <a:gd name="T0" fmla="*/ 1 w 1"/>
                  <a:gd name="T1" fmla="*/ 1 h 5"/>
                  <a:gd name="T2" fmla="*/ 1 w 1"/>
                  <a:gd name="T3" fmla="*/ 1 h 5"/>
                  <a:gd name="T4" fmla="*/ 1 w 1"/>
                  <a:gd name="T5" fmla="*/ 5 h 5"/>
                  <a:gd name="T6" fmla="*/ 0 w 1"/>
                  <a:gd name="T7" fmla="*/ 2 h 5"/>
                  <a:gd name="T8" fmla="*/ 0 w 1"/>
                  <a:gd name="T9" fmla="*/ 2 h 5"/>
                  <a:gd name="T10" fmla="*/ 1 w 1"/>
                  <a:gd name="T11" fmla="*/ 0 h 5"/>
                  <a:gd name="T12" fmla="*/ 1 w 1"/>
                  <a:gd name="T13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5">
                    <a:moveTo>
                      <a:pt x="1" y="1"/>
                    </a:moveTo>
                    <a:lnTo>
                      <a:pt x="1" y="1"/>
                    </a:lnTo>
                    <a:lnTo>
                      <a:pt x="1" y="5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1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71" name="ïṣ1îdé"/>
              <p:cNvSpPr/>
              <p:nvPr/>
            </p:nvSpPr>
            <p:spPr bwMode="auto">
              <a:xfrm>
                <a:off x="3497284" y="3579529"/>
                <a:ext cx="6145" cy="18429"/>
              </a:xfrm>
              <a:custGeom>
                <a:avLst/>
                <a:gdLst>
                  <a:gd name="T0" fmla="*/ 2 w 2"/>
                  <a:gd name="T1" fmla="*/ 1 h 5"/>
                  <a:gd name="T2" fmla="*/ 2 w 2"/>
                  <a:gd name="T3" fmla="*/ 1 h 5"/>
                  <a:gd name="T4" fmla="*/ 1 w 2"/>
                  <a:gd name="T5" fmla="*/ 5 h 5"/>
                  <a:gd name="T6" fmla="*/ 1 w 2"/>
                  <a:gd name="T7" fmla="*/ 5 h 5"/>
                  <a:gd name="T8" fmla="*/ 1 w 2"/>
                  <a:gd name="T9" fmla="*/ 5 h 5"/>
                  <a:gd name="T10" fmla="*/ 1 w 2"/>
                  <a:gd name="T11" fmla="*/ 4 h 5"/>
                  <a:gd name="T12" fmla="*/ 0 w 2"/>
                  <a:gd name="T13" fmla="*/ 4 h 5"/>
                  <a:gd name="T14" fmla="*/ 0 w 2"/>
                  <a:gd name="T15" fmla="*/ 4 h 5"/>
                  <a:gd name="T16" fmla="*/ 2 w 2"/>
                  <a:gd name="T17" fmla="*/ 0 h 5"/>
                  <a:gd name="T18" fmla="*/ 2 w 2"/>
                  <a:gd name="T1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5">
                    <a:moveTo>
                      <a:pt x="2" y="1"/>
                    </a:moveTo>
                    <a:lnTo>
                      <a:pt x="2" y="1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2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72" name="ïśḻïḑê"/>
              <p:cNvSpPr/>
              <p:nvPr/>
            </p:nvSpPr>
            <p:spPr bwMode="auto">
              <a:xfrm>
                <a:off x="3497284" y="3573384"/>
                <a:ext cx="0" cy="12287"/>
              </a:xfrm>
              <a:custGeom>
                <a:avLst/>
                <a:gdLst>
                  <a:gd name="T0" fmla="*/ 0 w 1"/>
                  <a:gd name="T1" fmla="*/ 4 h 4"/>
                  <a:gd name="T2" fmla="*/ 0 w 1"/>
                  <a:gd name="T3" fmla="*/ 4 h 4"/>
                  <a:gd name="T4" fmla="*/ 0 w 1"/>
                  <a:gd name="T5" fmla="*/ 3 h 4"/>
                  <a:gd name="T6" fmla="*/ 0 w 1"/>
                  <a:gd name="T7" fmla="*/ 3 h 4"/>
                  <a:gd name="T8" fmla="*/ 0 w 1"/>
                  <a:gd name="T9" fmla="*/ 3 h 4"/>
                  <a:gd name="T10" fmla="*/ 1 w 1"/>
                  <a:gd name="T11" fmla="*/ 0 h 4"/>
                  <a:gd name="T12" fmla="*/ 1 w 1"/>
                  <a:gd name="T13" fmla="*/ 0 h 4"/>
                  <a:gd name="T14" fmla="*/ 0 w 1"/>
                  <a:gd name="T1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4">
                    <a:moveTo>
                      <a:pt x="0" y="4"/>
                    </a:moveTo>
                    <a:lnTo>
                      <a:pt x="0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73" name="îṩḻïḑé"/>
              <p:cNvSpPr/>
              <p:nvPr/>
            </p:nvSpPr>
            <p:spPr bwMode="auto">
              <a:xfrm>
                <a:off x="3528004" y="3481232"/>
                <a:ext cx="0" cy="6142"/>
              </a:xfrm>
              <a:custGeom>
                <a:avLst/>
                <a:gdLst>
                  <a:gd name="T0" fmla="*/ 1 w 1"/>
                  <a:gd name="T1" fmla="*/ 0 h 2"/>
                  <a:gd name="T2" fmla="*/ 1 w 1"/>
                  <a:gd name="T3" fmla="*/ 0 h 2"/>
                  <a:gd name="T4" fmla="*/ 0 w 1"/>
                  <a:gd name="T5" fmla="*/ 2 h 2"/>
                  <a:gd name="T6" fmla="*/ 0 w 1"/>
                  <a:gd name="T7" fmla="*/ 2 h 2"/>
                  <a:gd name="T8" fmla="*/ 1 w 1"/>
                  <a:gd name="T9" fmla="*/ 0 h 2"/>
                  <a:gd name="T10" fmla="*/ 1 w 1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lnTo>
                      <a:pt x="1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74" name="iS1îḋè"/>
              <p:cNvSpPr/>
              <p:nvPr/>
            </p:nvSpPr>
            <p:spPr bwMode="auto">
              <a:xfrm>
                <a:off x="3528004" y="3475087"/>
                <a:ext cx="6145" cy="6142"/>
              </a:xfrm>
              <a:custGeom>
                <a:avLst/>
                <a:gdLst>
                  <a:gd name="T0" fmla="*/ 2 w 2"/>
                  <a:gd name="T1" fmla="*/ 0 h 3"/>
                  <a:gd name="T2" fmla="*/ 2 w 2"/>
                  <a:gd name="T3" fmla="*/ 0 h 3"/>
                  <a:gd name="T4" fmla="*/ 0 w 2"/>
                  <a:gd name="T5" fmla="*/ 3 h 3"/>
                  <a:gd name="T6" fmla="*/ 0 w 2"/>
                  <a:gd name="T7" fmla="*/ 3 h 3"/>
                  <a:gd name="T8" fmla="*/ 2 w 2"/>
                  <a:gd name="T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lnTo>
                      <a:pt x="2" y="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75" name="ïšľïḑé"/>
              <p:cNvSpPr/>
              <p:nvPr/>
            </p:nvSpPr>
            <p:spPr bwMode="auto">
              <a:xfrm>
                <a:off x="3497284" y="3530381"/>
                <a:ext cx="6145" cy="6142"/>
              </a:xfrm>
              <a:custGeom>
                <a:avLst/>
                <a:gdLst>
                  <a:gd name="T0" fmla="*/ 0 w 1"/>
                  <a:gd name="T1" fmla="*/ 3 h 3"/>
                  <a:gd name="T2" fmla="*/ 0 w 1"/>
                  <a:gd name="T3" fmla="*/ 3 h 3"/>
                  <a:gd name="T4" fmla="*/ 0 w 1"/>
                  <a:gd name="T5" fmla="*/ 3 h 3"/>
                  <a:gd name="T6" fmla="*/ 0 w 1"/>
                  <a:gd name="T7" fmla="*/ 1 h 3"/>
                  <a:gd name="T8" fmla="*/ 0 w 1"/>
                  <a:gd name="T9" fmla="*/ 1 h 3"/>
                  <a:gd name="T10" fmla="*/ 1 w 1"/>
                  <a:gd name="T11" fmla="*/ 0 h 3"/>
                  <a:gd name="T12" fmla="*/ 0 w 1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lnTo>
                      <a:pt x="0" y="3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76" name="ïslíḍé"/>
              <p:cNvSpPr/>
              <p:nvPr/>
            </p:nvSpPr>
            <p:spPr bwMode="auto">
              <a:xfrm>
                <a:off x="3484997" y="3554956"/>
                <a:ext cx="6145" cy="12287"/>
              </a:xfrm>
              <a:custGeom>
                <a:avLst/>
                <a:gdLst>
                  <a:gd name="T0" fmla="*/ 3 w 3"/>
                  <a:gd name="T1" fmla="*/ 1 h 4"/>
                  <a:gd name="T2" fmla="*/ 3 w 3"/>
                  <a:gd name="T3" fmla="*/ 1 h 4"/>
                  <a:gd name="T4" fmla="*/ 0 w 3"/>
                  <a:gd name="T5" fmla="*/ 4 h 4"/>
                  <a:gd name="T6" fmla="*/ 0 w 3"/>
                  <a:gd name="T7" fmla="*/ 4 h 4"/>
                  <a:gd name="T8" fmla="*/ 0 w 3"/>
                  <a:gd name="T9" fmla="*/ 4 h 4"/>
                  <a:gd name="T10" fmla="*/ 3 w 3"/>
                  <a:gd name="T11" fmla="*/ 0 h 4"/>
                  <a:gd name="T12" fmla="*/ 3 w 3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4">
                    <a:moveTo>
                      <a:pt x="3" y="1"/>
                    </a:moveTo>
                    <a:lnTo>
                      <a:pt x="3" y="1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3" y="0"/>
                    </a:lnTo>
                    <a:lnTo>
                      <a:pt x="3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77" name="ïṡľiḍe"/>
              <p:cNvSpPr/>
              <p:nvPr/>
            </p:nvSpPr>
            <p:spPr bwMode="auto">
              <a:xfrm>
                <a:off x="3478856" y="3542669"/>
                <a:ext cx="12287" cy="24574"/>
              </a:xfrm>
              <a:custGeom>
                <a:avLst/>
                <a:gdLst>
                  <a:gd name="T0" fmla="*/ 4 w 4"/>
                  <a:gd name="T1" fmla="*/ 0 h 9"/>
                  <a:gd name="T2" fmla="*/ 4 w 4"/>
                  <a:gd name="T3" fmla="*/ 0 h 9"/>
                  <a:gd name="T4" fmla="*/ 4 w 4"/>
                  <a:gd name="T5" fmla="*/ 2 h 9"/>
                  <a:gd name="T6" fmla="*/ 4 w 4"/>
                  <a:gd name="T7" fmla="*/ 2 h 9"/>
                  <a:gd name="T8" fmla="*/ 3 w 4"/>
                  <a:gd name="T9" fmla="*/ 4 h 9"/>
                  <a:gd name="T10" fmla="*/ 3 w 4"/>
                  <a:gd name="T11" fmla="*/ 4 h 9"/>
                  <a:gd name="T12" fmla="*/ 1 w 4"/>
                  <a:gd name="T13" fmla="*/ 7 h 9"/>
                  <a:gd name="T14" fmla="*/ 1 w 4"/>
                  <a:gd name="T15" fmla="*/ 7 h 9"/>
                  <a:gd name="T16" fmla="*/ 0 w 4"/>
                  <a:gd name="T17" fmla="*/ 9 h 9"/>
                  <a:gd name="T18" fmla="*/ 0 w 4"/>
                  <a:gd name="T19" fmla="*/ 9 h 9"/>
                  <a:gd name="T20" fmla="*/ 0 w 4"/>
                  <a:gd name="T21" fmla="*/ 9 h 9"/>
                  <a:gd name="T22" fmla="*/ 1 w 4"/>
                  <a:gd name="T23" fmla="*/ 6 h 9"/>
                  <a:gd name="T24" fmla="*/ 1 w 4"/>
                  <a:gd name="T25" fmla="*/ 6 h 9"/>
                  <a:gd name="T26" fmla="*/ 4 w 4"/>
                  <a:gd name="T2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4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78" name="îṧḷîḑê"/>
              <p:cNvSpPr/>
              <p:nvPr/>
            </p:nvSpPr>
            <p:spPr bwMode="auto">
              <a:xfrm>
                <a:off x="3540291" y="3444372"/>
                <a:ext cx="6145" cy="18429"/>
              </a:xfrm>
              <a:custGeom>
                <a:avLst/>
                <a:gdLst>
                  <a:gd name="T0" fmla="*/ 1 w 3"/>
                  <a:gd name="T1" fmla="*/ 1 h 4"/>
                  <a:gd name="T2" fmla="*/ 1 w 3"/>
                  <a:gd name="T3" fmla="*/ 1 h 4"/>
                  <a:gd name="T4" fmla="*/ 0 w 3"/>
                  <a:gd name="T5" fmla="*/ 4 h 4"/>
                  <a:gd name="T6" fmla="*/ 1 w 3"/>
                  <a:gd name="T7" fmla="*/ 1 h 4"/>
                  <a:gd name="T8" fmla="*/ 1 w 3"/>
                  <a:gd name="T9" fmla="*/ 1 h 4"/>
                  <a:gd name="T10" fmla="*/ 3 w 3"/>
                  <a:gd name="T11" fmla="*/ 0 h 4"/>
                  <a:gd name="T12" fmla="*/ 3 w 3"/>
                  <a:gd name="T13" fmla="*/ 0 h 4"/>
                  <a:gd name="T14" fmla="*/ 1 w 3"/>
                  <a:gd name="T1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4">
                    <a:moveTo>
                      <a:pt x="1" y="1"/>
                    </a:moveTo>
                    <a:lnTo>
                      <a:pt x="1" y="1"/>
                    </a:lnTo>
                    <a:lnTo>
                      <a:pt x="0" y="4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1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79" name="ï$ļïḑê"/>
              <p:cNvSpPr/>
              <p:nvPr/>
            </p:nvSpPr>
            <p:spPr bwMode="auto">
              <a:xfrm>
                <a:off x="3478856" y="3536523"/>
                <a:ext cx="12287" cy="24574"/>
              </a:xfrm>
              <a:custGeom>
                <a:avLst/>
                <a:gdLst>
                  <a:gd name="T0" fmla="*/ 4 w 4"/>
                  <a:gd name="T1" fmla="*/ 0 h 7"/>
                  <a:gd name="T2" fmla="*/ 4 w 4"/>
                  <a:gd name="T3" fmla="*/ 0 h 7"/>
                  <a:gd name="T4" fmla="*/ 0 w 4"/>
                  <a:gd name="T5" fmla="*/ 7 h 7"/>
                  <a:gd name="T6" fmla="*/ 0 w 4"/>
                  <a:gd name="T7" fmla="*/ 7 h 7"/>
                  <a:gd name="T8" fmla="*/ 4 w 4"/>
                  <a:gd name="T9" fmla="*/ 1 h 7"/>
                  <a:gd name="T10" fmla="*/ 4 w 4"/>
                  <a:gd name="T11" fmla="*/ 1 h 7"/>
                  <a:gd name="T12" fmla="*/ 4 w 4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7">
                    <a:moveTo>
                      <a:pt x="4" y="0"/>
                    </a:moveTo>
                    <a:lnTo>
                      <a:pt x="4" y="0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0" name="ïślîḑè"/>
              <p:cNvSpPr/>
              <p:nvPr/>
            </p:nvSpPr>
            <p:spPr bwMode="auto">
              <a:xfrm>
                <a:off x="3509571" y="3493520"/>
                <a:ext cx="6145" cy="12287"/>
              </a:xfrm>
              <a:custGeom>
                <a:avLst/>
                <a:gdLst>
                  <a:gd name="T0" fmla="*/ 3 w 3"/>
                  <a:gd name="T1" fmla="*/ 0 h 4"/>
                  <a:gd name="T2" fmla="*/ 3 w 3"/>
                  <a:gd name="T3" fmla="*/ 0 h 4"/>
                  <a:gd name="T4" fmla="*/ 1 w 3"/>
                  <a:gd name="T5" fmla="*/ 3 h 4"/>
                  <a:gd name="T6" fmla="*/ 1 w 3"/>
                  <a:gd name="T7" fmla="*/ 3 h 4"/>
                  <a:gd name="T8" fmla="*/ 0 w 3"/>
                  <a:gd name="T9" fmla="*/ 4 h 4"/>
                  <a:gd name="T10" fmla="*/ 0 w 3"/>
                  <a:gd name="T11" fmla="*/ 3 h 4"/>
                  <a:gd name="T12" fmla="*/ 1 w 3"/>
                  <a:gd name="T13" fmla="*/ 3 h 4"/>
                  <a:gd name="T14" fmla="*/ 0 w 3"/>
                  <a:gd name="T15" fmla="*/ 3 h 4"/>
                  <a:gd name="T16" fmla="*/ 0 w 3"/>
                  <a:gd name="T17" fmla="*/ 3 h 4"/>
                  <a:gd name="T18" fmla="*/ 1 w 3"/>
                  <a:gd name="T19" fmla="*/ 0 h 4"/>
                  <a:gd name="T20" fmla="*/ 1 w 3"/>
                  <a:gd name="T21" fmla="*/ 0 h 4"/>
                  <a:gd name="T22" fmla="*/ 3 w 3"/>
                  <a:gd name="T23" fmla="*/ 0 h 4"/>
                  <a:gd name="T24" fmla="*/ 1 w 3"/>
                  <a:gd name="T25" fmla="*/ 0 h 4"/>
                  <a:gd name="T26" fmla="*/ 1 w 3"/>
                  <a:gd name="T27" fmla="*/ 1 h 4"/>
                  <a:gd name="T28" fmla="*/ 3 w 3"/>
                  <a:gd name="T2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" h="4">
                    <a:moveTo>
                      <a:pt x="3" y="0"/>
                    </a:moveTo>
                    <a:lnTo>
                      <a:pt x="3" y="0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4"/>
                    </a:lnTo>
                    <a:lnTo>
                      <a:pt x="0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1" name="íṧḷídè"/>
              <p:cNvSpPr/>
              <p:nvPr/>
            </p:nvSpPr>
            <p:spPr bwMode="auto">
              <a:xfrm>
                <a:off x="3540291" y="3456659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2" name="í$ḻíďè"/>
              <p:cNvSpPr/>
              <p:nvPr/>
            </p:nvSpPr>
            <p:spPr bwMode="auto">
              <a:xfrm>
                <a:off x="1580505" y="4562493"/>
                <a:ext cx="264172" cy="319462"/>
              </a:xfrm>
              <a:custGeom>
                <a:avLst/>
                <a:gdLst>
                  <a:gd name="T0" fmla="*/ 0 w 86"/>
                  <a:gd name="T1" fmla="*/ 11 h 102"/>
                  <a:gd name="T2" fmla="*/ 3 w 86"/>
                  <a:gd name="T3" fmla="*/ 1 h 102"/>
                  <a:gd name="T4" fmla="*/ 9 w 86"/>
                  <a:gd name="T5" fmla="*/ 0 h 102"/>
                  <a:gd name="T6" fmla="*/ 12 w 86"/>
                  <a:gd name="T7" fmla="*/ 1 h 102"/>
                  <a:gd name="T8" fmla="*/ 22 w 86"/>
                  <a:gd name="T9" fmla="*/ 17 h 102"/>
                  <a:gd name="T10" fmla="*/ 22 w 86"/>
                  <a:gd name="T11" fmla="*/ 14 h 102"/>
                  <a:gd name="T12" fmla="*/ 20 w 86"/>
                  <a:gd name="T13" fmla="*/ 7 h 102"/>
                  <a:gd name="T14" fmla="*/ 22 w 86"/>
                  <a:gd name="T15" fmla="*/ 7 h 102"/>
                  <a:gd name="T16" fmla="*/ 24 w 86"/>
                  <a:gd name="T17" fmla="*/ 8 h 102"/>
                  <a:gd name="T18" fmla="*/ 29 w 86"/>
                  <a:gd name="T19" fmla="*/ 13 h 102"/>
                  <a:gd name="T20" fmla="*/ 29 w 86"/>
                  <a:gd name="T21" fmla="*/ 14 h 102"/>
                  <a:gd name="T22" fmla="*/ 24 w 86"/>
                  <a:gd name="T23" fmla="*/ 17 h 102"/>
                  <a:gd name="T24" fmla="*/ 36 w 86"/>
                  <a:gd name="T25" fmla="*/ 31 h 102"/>
                  <a:gd name="T26" fmla="*/ 40 w 86"/>
                  <a:gd name="T27" fmla="*/ 37 h 102"/>
                  <a:gd name="T28" fmla="*/ 47 w 86"/>
                  <a:gd name="T29" fmla="*/ 47 h 102"/>
                  <a:gd name="T30" fmla="*/ 47 w 86"/>
                  <a:gd name="T31" fmla="*/ 48 h 102"/>
                  <a:gd name="T32" fmla="*/ 49 w 86"/>
                  <a:gd name="T33" fmla="*/ 53 h 102"/>
                  <a:gd name="T34" fmla="*/ 50 w 86"/>
                  <a:gd name="T35" fmla="*/ 58 h 102"/>
                  <a:gd name="T36" fmla="*/ 50 w 86"/>
                  <a:gd name="T37" fmla="*/ 60 h 102"/>
                  <a:gd name="T38" fmla="*/ 52 w 86"/>
                  <a:gd name="T39" fmla="*/ 58 h 102"/>
                  <a:gd name="T40" fmla="*/ 53 w 86"/>
                  <a:gd name="T41" fmla="*/ 55 h 102"/>
                  <a:gd name="T42" fmla="*/ 54 w 86"/>
                  <a:gd name="T43" fmla="*/ 57 h 102"/>
                  <a:gd name="T44" fmla="*/ 60 w 86"/>
                  <a:gd name="T45" fmla="*/ 68 h 102"/>
                  <a:gd name="T46" fmla="*/ 67 w 86"/>
                  <a:gd name="T47" fmla="*/ 78 h 102"/>
                  <a:gd name="T48" fmla="*/ 69 w 86"/>
                  <a:gd name="T49" fmla="*/ 77 h 102"/>
                  <a:gd name="T50" fmla="*/ 66 w 86"/>
                  <a:gd name="T51" fmla="*/ 73 h 102"/>
                  <a:gd name="T52" fmla="*/ 64 w 86"/>
                  <a:gd name="T53" fmla="*/ 68 h 102"/>
                  <a:gd name="T54" fmla="*/ 66 w 86"/>
                  <a:gd name="T55" fmla="*/ 68 h 102"/>
                  <a:gd name="T56" fmla="*/ 72 w 86"/>
                  <a:gd name="T57" fmla="*/ 77 h 102"/>
                  <a:gd name="T58" fmla="*/ 80 w 86"/>
                  <a:gd name="T59" fmla="*/ 84 h 102"/>
                  <a:gd name="T60" fmla="*/ 73 w 86"/>
                  <a:gd name="T61" fmla="*/ 87 h 102"/>
                  <a:gd name="T62" fmla="*/ 74 w 86"/>
                  <a:gd name="T63" fmla="*/ 90 h 102"/>
                  <a:gd name="T64" fmla="*/ 79 w 86"/>
                  <a:gd name="T65" fmla="*/ 90 h 102"/>
                  <a:gd name="T66" fmla="*/ 82 w 86"/>
                  <a:gd name="T67" fmla="*/ 87 h 102"/>
                  <a:gd name="T68" fmla="*/ 86 w 86"/>
                  <a:gd name="T69" fmla="*/ 95 h 102"/>
                  <a:gd name="T70" fmla="*/ 86 w 86"/>
                  <a:gd name="T71" fmla="*/ 102 h 102"/>
                  <a:gd name="T72" fmla="*/ 80 w 86"/>
                  <a:gd name="T73" fmla="*/ 101 h 102"/>
                  <a:gd name="T74" fmla="*/ 74 w 86"/>
                  <a:gd name="T75" fmla="*/ 97 h 102"/>
                  <a:gd name="T76" fmla="*/ 64 w 86"/>
                  <a:gd name="T77" fmla="*/ 85 h 102"/>
                  <a:gd name="T78" fmla="*/ 56 w 86"/>
                  <a:gd name="T79" fmla="*/ 73 h 102"/>
                  <a:gd name="T80" fmla="*/ 50 w 86"/>
                  <a:gd name="T81" fmla="*/ 68 h 102"/>
                  <a:gd name="T82" fmla="*/ 46 w 86"/>
                  <a:gd name="T83" fmla="*/ 65 h 102"/>
                  <a:gd name="T84" fmla="*/ 30 w 86"/>
                  <a:gd name="T85" fmla="*/ 38 h 102"/>
                  <a:gd name="T86" fmla="*/ 14 w 86"/>
                  <a:gd name="T87" fmla="*/ 11 h 102"/>
                  <a:gd name="T88" fmla="*/ 13 w 86"/>
                  <a:gd name="T89" fmla="*/ 13 h 102"/>
                  <a:gd name="T90" fmla="*/ 16 w 86"/>
                  <a:gd name="T91" fmla="*/ 17 h 102"/>
                  <a:gd name="T92" fmla="*/ 16 w 86"/>
                  <a:gd name="T93" fmla="*/ 18 h 102"/>
                  <a:gd name="T94" fmla="*/ 13 w 86"/>
                  <a:gd name="T95" fmla="*/ 18 h 102"/>
                  <a:gd name="T96" fmla="*/ 10 w 86"/>
                  <a:gd name="T97" fmla="*/ 11 h 102"/>
                  <a:gd name="T98" fmla="*/ 12 w 86"/>
                  <a:gd name="T99" fmla="*/ 8 h 102"/>
                  <a:gd name="T100" fmla="*/ 7 w 86"/>
                  <a:gd name="T101" fmla="*/ 7 h 102"/>
                  <a:gd name="T102" fmla="*/ 3 w 86"/>
                  <a:gd name="T103" fmla="*/ 8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6" h="102">
                    <a:moveTo>
                      <a:pt x="0" y="11"/>
                    </a:moveTo>
                    <a:lnTo>
                      <a:pt x="0" y="11"/>
                    </a:lnTo>
                    <a:lnTo>
                      <a:pt x="2" y="5"/>
                    </a:lnTo>
                    <a:lnTo>
                      <a:pt x="3" y="1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12" y="1"/>
                    </a:lnTo>
                    <a:lnTo>
                      <a:pt x="14" y="5"/>
                    </a:lnTo>
                    <a:lnTo>
                      <a:pt x="22" y="17"/>
                    </a:lnTo>
                    <a:lnTo>
                      <a:pt x="22" y="17"/>
                    </a:lnTo>
                    <a:lnTo>
                      <a:pt x="22" y="14"/>
                    </a:lnTo>
                    <a:lnTo>
                      <a:pt x="22" y="13"/>
                    </a:lnTo>
                    <a:lnTo>
                      <a:pt x="20" y="7"/>
                    </a:lnTo>
                    <a:lnTo>
                      <a:pt x="20" y="7"/>
                    </a:lnTo>
                    <a:lnTo>
                      <a:pt x="22" y="7"/>
                    </a:lnTo>
                    <a:lnTo>
                      <a:pt x="22" y="7"/>
                    </a:lnTo>
                    <a:lnTo>
                      <a:pt x="24" y="8"/>
                    </a:lnTo>
                    <a:lnTo>
                      <a:pt x="26" y="11"/>
                    </a:lnTo>
                    <a:lnTo>
                      <a:pt x="29" y="13"/>
                    </a:lnTo>
                    <a:lnTo>
                      <a:pt x="29" y="13"/>
                    </a:lnTo>
                    <a:lnTo>
                      <a:pt x="29" y="14"/>
                    </a:lnTo>
                    <a:lnTo>
                      <a:pt x="27" y="15"/>
                    </a:lnTo>
                    <a:lnTo>
                      <a:pt x="24" y="17"/>
                    </a:lnTo>
                    <a:lnTo>
                      <a:pt x="24" y="17"/>
                    </a:lnTo>
                    <a:lnTo>
                      <a:pt x="36" y="31"/>
                    </a:lnTo>
                    <a:lnTo>
                      <a:pt x="36" y="31"/>
                    </a:lnTo>
                    <a:lnTo>
                      <a:pt x="40" y="37"/>
                    </a:lnTo>
                    <a:lnTo>
                      <a:pt x="40" y="37"/>
                    </a:lnTo>
                    <a:lnTo>
                      <a:pt x="47" y="47"/>
                    </a:lnTo>
                    <a:lnTo>
                      <a:pt x="47" y="47"/>
                    </a:lnTo>
                    <a:lnTo>
                      <a:pt x="47" y="48"/>
                    </a:lnTo>
                    <a:lnTo>
                      <a:pt x="47" y="50"/>
                    </a:lnTo>
                    <a:lnTo>
                      <a:pt x="49" y="53"/>
                    </a:lnTo>
                    <a:lnTo>
                      <a:pt x="50" y="55"/>
                    </a:lnTo>
                    <a:lnTo>
                      <a:pt x="50" y="58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52" y="60"/>
                    </a:lnTo>
                    <a:lnTo>
                      <a:pt x="52" y="58"/>
                    </a:lnTo>
                    <a:lnTo>
                      <a:pt x="53" y="55"/>
                    </a:lnTo>
                    <a:lnTo>
                      <a:pt x="53" y="55"/>
                    </a:lnTo>
                    <a:lnTo>
                      <a:pt x="54" y="57"/>
                    </a:lnTo>
                    <a:lnTo>
                      <a:pt x="54" y="57"/>
                    </a:lnTo>
                    <a:lnTo>
                      <a:pt x="59" y="63"/>
                    </a:lnTo>
                    <a:lnTo>
                      <a:pt x="60" y="68"/>
                    </a:lnTo>
                    <a:lnTo>
                      <a:pt x="62" y="73"/>
                    </a:lnTo>
                    <a:lnTo>
                      <a:pt x="67" y="78"/>
                    </a:lnTo>
                    <a:lnTo>
                      <a:pt x="67" y="78"/>
                    </a:lnTo>
                    <a:lnTo>
                      <a:pt x="69" y="77"/>
                    </a:lnTo>
                    <a:lnTo>
                      <a:pt x="67" y="75"/>
                    </a:lnTo>
                    <a:lnTo>
                      <a:pt x="66" y="73"/>
                    </a:lnTo>
                    <a:lnTo>
                      <a:pt x="63" y="70"/>
                    </a:lnTo>
                    <a:lnTo>
                      <a:pt x="64" y="68"/>
                    </a:lnTo>
                    <a:lnTo>
                      <a:pt x="66" y="68"/>
                    </a:lnTo>
                    <a:lnTo>
                      <a:pt x="66" y="68"/>
                    </a:lnTo>
                    <a:lnTo>
                      <a:pt x="69" y="74"/>
                    </a:lnTo>
                    <a:lnTo>
                      <a:pt x="72" y="77"/>
                    </a:lnTo>
                    <a:lnTo>
                      <a:pt x="80" y="84"/>
                    </a:lnTo>
                    <a:lnTo>
                      <a:pt x="80" y="84"/>
                    </a:lnTo>
                    <a:lnTo>
                      <a:pt x="76" y="87"/>
                    </a:lnTo>
                    <a:lnTo>
                      <a:pt x="73" y="87"/>
                    </a:lnTo>
                    <a:lnTo>
                      <a:pt x="73" y="87"/>
                    </a:lnTo>
                    <a:lnTo>
                      <a:pt x="74" y="90"/>
                    </a:lnTo>
                    <a:lnTo>
                      <a:pt x="77" y="90"/>
                    </a:lnTo>
                    <a:lnTo>
                      <a:pt x="79" y="90"/>
                    </a:lnTo>
                    <a:lnTo>
                      <a:pt x="82" y="87"/>
                    </a:lnTo>
                    <a:lnTo>
                      <a:pt x="82" y="87"/>
                    </a:lnTo>
                    <a:lnTo>
                      <a:pt x="84" y="91"/>
                    </a:lnTo>
                    <a:lnTo>
                      <a:pt x="86" y="95"/>
                    </a:lnTo>
                    <a:lnTo>
                      <a:pt x="86" y="95"/>
                    </a:lnTo>
                    <a:lnTo>
                      <a:pt x="86" y="102"/>
                    </a:lnTo>
                    <a:lnTo>
                      <a:pt x="86" y="102"/>
                    </a:lnTo>
                    <a:lnTo>
                      <a:pt x="80" y="101"/>
                    </a:lnTo>
                    <a:lnTo>
                      <a:pt x="74" y="97"/>
                    </a:lnTo>
                    <a:lnTo>
                      <a:pt x="74" y="97"/>
                    </a:lnTo>
                    <a:lnTo>
                      <a:pt x="70" y="93"/>
                    </a:lnTo>
                    <a:lnTo>
                      <a:pt x="64" y="85"/>
                    </a:lnTo>
                    <a:lnTo>
                      <a:pt x="64" y="85"/>
                    </a:lnTo>
                    <a:lnTo>
                      <a:pt x="56" y="73"/>
                    </a:lnTo>
                    <a:lnTo>
                      <a:pt x="56" y="73"/>
                    </a:lnTo>
                    <a:lnTo>
                      <a:pt x="50" y="68"/>
                    </a:lnTo>
                    <a:lnTo>
                      <a:pt x="46" y="65"/>
                    </a:lnTo>
                    <a:lnTo>
                      <a:pt x="46" y="65"/>
                    </a:lnTo>
                    <a:lnTo>
                      <a:pt x="39" y="51"/>
                    </a:lnTo>
                    <a:lnTo>
                      <a:pt x="30" y="38"/>
                    </a:lnTo>
                    <a:lnTo>
                      <a:pt x="30" y="38"/>
                    </a:lnTo>
                    <a:lnTo>
                      <a:pt x="14" y="11"/>
                    </a:lnTo>
                    <a:lnTo>
                      <a:pt x="14" y="11"/>
                    </a:lnTo>
                    <a:lnTo>
                      <a:pt x="13" y="13"/>
                    </a:lnTo>
                    <a:lnTo>
                      <a:pt x="14" y="14"/>
                    </a:lnTo>
                    <a:lnTo>
                      <a:pt x="16" y="17"/>
                    </a:lnTo>
                    <a:lnTo>
                      <a:pt x="16" y="18"/>
                    </a:lnTo>
                    <a:lnTo>
                      <a:pt x="16" y="18"/>
                    </a:lnTo>
                    <a:lnTo>
                      <a:pt x="14" y="18"/>
                    </a:lnTo>
                    <a:lnTo>
                      <a:pt x="13" y="18"/>
                    </a:lnTo>
                    <a:lnTo>
                      <a:pt x="10" y="15"/>
                    </a:lnTo>
                    <a:lnTo>
                      <a:pt x="10" y="11"/>
                    </a:lnTo>
                    <a:lnTo>
                      <a:pt x="10" y="10"/>
                    </a:lnTo>
                    <a:lnTo>
                      <a:pt x="12" y="8"/>
                    </a:lnTo>
                    <a:lnTo>
                      <a:pt x="12" y="8"/>
                    </a:lnTo>
                    <a:lnTo>
                      <a:pt x="7" y="7"/>
                    </a:lnTo>
                    <a:lnTo>
                      <a:pt x="6" y="7"/>
                    </a:lnTo>
                    <a:lnTo>
                      <a:pt x="3" y="8"/>
                    </a:lnTo>
                    <a:lnTo>
                      <a:pt x="0" y="1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3" name="išḷïdè"/>
              <p:cNvSpPr/>
              <p:nvPr/>
            </p:nvSpPr>
            <p:spPr bwMode="auto">
              <a:xfrm>
                <a:off x="3534145" y="3462800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4" name="íṡlídè"/>
              <p:cNvSpPr/>
              <p:nvPr/>
            </p:nvSpPr>
            <p:spPr bwMode="auto">
              <a:xfrm>
                <a:off x="3534145" y="346280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5" name="iSļîḍe"/>
              <p:cNvSpPr/>
              <p:nvPr/>
            </p:nvSpPr>
            <p:spPr bwMode="auto">
              <a:xfrm>
                <a:off x="3466570" y="3499660"/>
                <a:ext cx="18433" cy="12287"/>
              </a:xfrm>
              <a:custGeom>
                <a:avLst/>
                <a:gdLst>
                  <a:gd name="T0" fmla="*/ 1 w 5"/>
                  <a:gd name="T1" fmla="*/ 3 h 4"/>
                  <a:gd name="T2" fmla="*/ 1 w 5"/>
                  <a:gd name="T3" fmla="*/ 3 h 4"/>
                  <a:gd name="T4" fmla="*/ 0 w 5"/>
                  <a:gd name="T5" fmla="*/ 4 h 4"/>
                  <a:gd name="T6" fmla="*/ 5 w 5"/>
                  <a:gd name="T7" fmla="*/ 0 h 4"/>
                  <a:gd name="T8" fmla="*/ 5 w 5"/>
                  <a:gd name="T9" fmla="*/ 0 h 4"/>
                  <a:gd name="T10" fmla="*/ 1 w 5"/>
                  <a:gd name="T11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4">
                    <a:moveTo>
                      <a:pt x="1" y="3"/>
                    </a:moveTo>
                    <a:lnTo>
                      <a:pt x="1" y="3"/>
                    </a:lnTo>
                    <a:lnTo>
                      <a:pt x="0" y="4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1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6" name="ísḷiďé"/>
              <p:cNvSpPr/>
              <p:nvPr/>
            </p:nvSpPr>
            <p:spPr bwMode="auto">
              <a:xfrm>
                <a:off x="3534145" y="346280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7" name="îśḷídè"/>
              <p:cNvSpPr/>
              <p:nvPr/>
            </p:nvSpPr>
            <p:spPr bwMode="auto">
              <a:xfrm>
                <a:off x="1795531" y="4728368"/>
                <a:ext cx="30720" cy="30716"/>
              </a:xfrm>
              <a:custGeom>
                <a:avLst/>
                <a:gdLst>
                  <a:gd name="T0" fmla="*/ 10 w 10"/>
                  <a:gd name="T1" fmla="*/ 11 h 11"/>
                  <a:gd name="T2" fmla="*/ 10 w 10"/>
                  <a:gd name="T3" fmla="*/ 11 h 11"/>
                  <a:gd name="T4" fmla="*/ 7 w 10"/>
                  <a:gd name="T5" fmla="*/ 10 h 11"/>
                  <a:gd name="T6" fmla="*/ 6 w 10"/>
                  <a:gd name="T7" fmla="*/ 7 h 11"/>
                  <a:gd name="T8" fmla="*/ 0 w 10"/>
                  <a:gd name="T9" fmla="*/ 1 h 11"/>
                  <a:gd name="T10" fmla="*/ 0 w 10"/>
                  <a:gd name="T11" fmla="*/ 1 h 11"/>
                  <a:gd name="T12" fmla="*/ 4 w 10"/>
                  <a:gd name="T13" fmla="*/ 0 h 11"/>
                  <a:gd name="T14" fmla="*/ 7 w 10"/>
                  <a:gd name="T15" fmla="*/ 2 h 11"/>
                  <a:gd name="T16" fmla="*/ 9 w 10"/>
                  <a:gd name="T17" fmla="*/ 5 h 11"/>
                  <a:gd name="T18" fmla="*/ 10 w 10"/>
                  <a:gd name="T19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11">
                    <a:moveTo>
                      <a:pt x="10" y="11"/>
                    </a:moveTo>
                    <a:lnTo>
                      <a:pt x="10" y="11"/>
                    </a:lnTo>
                    <a:lnTo>
                      <a:pt x="7" y="10"/>
                    </a:lnTo>
                    <a:lnTo>
                      <a:pt x="6" y="7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4" y="0"/>
                    </a:lnTo>
                    <a:lnTo>
                      <a:pt x="7" y="2"/>
                    </a:lnTo>
                    <a:lnTo>
                      <a:pt x="9" y="5"/>
                    </a:lnTo>
                    <a:lnTo>
                      <a:pt x="10" y="1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8" name="iŝlíḓé"/>
              <p:cNvSpPr/>
              <p:nvPr/>
            </p:nvSpPr>
            <p:spPr bwMode="auto">
              <a:xfrm>
                <a:off x="3534145" y="346280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89" name="islïḋè"/>
              <p:cNvSpPr/>
              <p:nvPr/>
            </p:nvSpPr>
            <p:spPr bwMode="auto">
              <a:xfrm>
                <a:off x="3521858" y="3462800"/>
                <a:ext cx="12287" cy="6142"/>
              </a:xfrm>
              <a:custGeom>
                <a:avLst/>
                <a:gdLst>
                  <a:gd name="T0" fmla="*/ 4 w 4"/>
                  <a:gd name="T1" fmla="*/ 0 h 3"/>
                  <a:gd name="T2" fmla="*/ 0 w 4"/>
                  <a:gd name="T3" fmla="*/ 3 h 3"/>
                  <a:gd name="T4" fmla="*/ 0 w 4"/>
                  <a:gd name="T5" fmla="*/ 3 h 3"/>
                  <a:gd name="T6" fmla="*/ 3 w 4"/>
                  <a:gd name="T7" fmla="*/ 1 h 3"/>
                  <a:gd name="T8" fmla="*/ 3 w 4"/>
                  <a:gd name="T9" fmla="*/ 1 h 3"/>
                  <a:gd name="T10" fmla="*/ 4 w 4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3">
                    <a:moveTo>
                      <a:pt x="4" y="0"/>
                    </a:moveTo>
                    <a:lnTo>
                      <a:pt x="0" y="3"/>
                    </a:lnTo>
                    <a:lnTo>
                      <a:pt x="0" y="3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0" name="ïṧḷíḋê"/>
              <p:cNvSpPr/>
              <p:nvPr/>
            </p:nvSpPr>
            <p:spPr bwMode="auto">
              <a:xfrm>
                <a:off x="3521858" y="3456659"/>
                <a:ext cx="18433" cy="12287"/>
              </a:xfrm>
              <a:custGeom>
                <a:avLst/>
                <a:gdLst>
                  <a:gd name="T0" fmla="*/ 2 w 6"/>
                  <a:gd name="T1" fmla="*/ 2 h 4"/>
                  <a:gd name="T2" fmla="*/ 2 w 6"/>
                  <a:gd name="T3" fmla="*/ 2 h 4"/>
                  <a:gd name="T4" fmla="*/ 0 w 6"/>
                  <a:gd name="T5" fmla="*/ 4 h 4"/>
                  <a:gd name="T6" fmla="*/ 2 w 6"/>
                  <a:gd name="T7" fmla="*/ 2 h 4"/>
                  <a:gd name="T8" fmla="*/ 2 w 6"/>
                  <a:gd name="T9" fmla="*/ 2 h 4"/>
                  <a:gd name="T10" fmla="*/ 2 w 6"/>
                  <a:gd name="T11" fmla="*/ 2 h 4"/>
                  <a:gd name="T12" fmla="*/ 2 w 6"/>
                  <a:gd name="T13" fmla="*/ 2 h 4"/>
                  <a:gd name="T14" fmla="*/ 2 w 6"/>
                  <a:gd name="T15" fmla="*/ 2 h 4"/>
                  <a:gd name="T16" fmla="*/ 2 w 6"/>
                  <a:gd name="T17" fmla="*/ 2 h 4"/>
                  <a:gd name="T18" fmla="*/ 2 w 6"/>
                  <a:gd name="T19" fmla="*/ 2 h 4"/>
                  <a:gd name="T20" fmla="*/ 2 w 6"/>
                  <a:gd name="T21" fmla="*/ 2 h 4"/>
                  <a:gd name="T22" fmla="*/ 4 w 6"/>
                  <a:gd name="T23" fmla="*/ 1 h 4"/>
                  <a:gd name="T24" fmla="*/ 4 w 6"/>
                  <a:gd name="T25" fmla="*/ 1 h 4"/>
                  <a:gd name="T26" fmla="*/ 6 w 6"/>
                  <a:gd name="T27" fmla="*/ 0 h 4"/>
                  <a:gd name="T28" fmla="*/ 6 w 6"/>
                  <a:gd name="T29" fmla="*/ 0 h 4"/>
                  <a:gd name="T30" fmla="*/ 6 w 6"/>
                  <a:gd name="T31" fmla="*/ 0 h 4"/>
                  <a:gd name="T32" fmla="*/ 4 w 6"/>
                  <a:gd name="T33" fmla="*/ 1 h 4"/>
                  <a:gd name="T34" fmla="*/ 4 w 6"/>
                  <a:gd name="T35" fmla="*/ 1 h 4"/>
                  <a:gd name="T36" fmla="*/ 4 w 6"/>
                  <a:gd name="T37" fmla="*/ 1 h 4"/>
                  <a:gd name="T38" fmla="*/ 4 w 6"/>
                  <a:gd name="T39" fmla="*/ 1 h 4"/>
                  <a:gd name="T40" fmla="*/ 6 w 6"/>
                  <a:gd name="T41" fmla="*/ 0 h 4"/>
                  <a:gd name="T42" fmla="*/ 6 w 6"/>
                  <a:gd name="T43" fmla="*/ 0 h 4"/>
                  <a:gd name="T44" fmla="*/ 4 w 6"/>
                  <a:gd name="T45" fmla="*/ 1 h 4"/>
                  <a:gd name="T46" fmla="*/ 4 w 6"/>
                  <a:gd name="T47" fmla="*/ 1 h 4"/>
                  <a:gd name="T48" fmla="*/ 3 w 6"/>
                  <a:gd name="T49" fmla="*/ 2 h 4"/>
                  <a:gd name="T50" fmla="*/ 3 w 6"/>
                  <a:gd name="T51" fmla="*/ 2 h 4"/>
                  <a:gd name="T52" fmla="*/ 4 w 6"/>
                  <a:gd name="T53" fmla="*/ 1 h 4"/>
                  <a:gd name="T54" fmla="*/ 4 w 6"/>
                  <a:gd name="T55" fmla="*/ 1 h 4"/>
                  <a:gd name="T56" fmla="*/ 2 w 6"/>
                  <a:gd name="T5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6" h="4">
                    <a:moveTo>
                      <a:pt x="2" y="2"/>
                    </a:moveTo>
                    <a:lnTo>
                      <a:pt x="2" y="2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2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1" name="ïšḷïďê"/>
              <p:cNvSpPr/>
              <p:nvPr/>
            </p:nvSpPr>
            <p:spPr bwMode="auto">
              <a:xfrm>
                <a:off x="1770956" y="4623929"/>
                <a:ext cx="24574" cy="24574"/>
              </a:xfrm>
              <a:custGeom>
                <a:avLst/>
                <a:gdLst>
                  <a:gd name="T0" fmla="*/ 7 w 7"/>
                  <a:gd name="T1" fmla="*/ 7 h 9"/>
                  <a:gd name="T2" fmla="*/ 7 w 7"/>
                  <a:gd name="T3" fmla="*/ 7 h 9"/>
                  <a:gd name="T4" fmla="*/ 4 w 7"/>
                  <a:gd name="T5" fmla="*/ 9 h 9"/>
                  <a:gd name="T6" fmla="*/ 3 w 7"/>
                  <a:gd name="T7" fmla="*/ 7 h 9"/>
                  <a:gd name="T8" fmla="*/ 3 w 7"/>
                  <a:gd name="T9" fmla="*/ 3 h 9"/>
                  <a:gd name="T10" fmla="*/ 0 w 7"/>
                  <a:gd name="T11" fmla="*/ 0 h 9"/>
                  <a:gd name="T12" fmla="*/ 0 w 7"/>
                  <a:gd name="T13" fmla="*/ 0 h 9"/>
                  <a:gd name="T14" fmla="*/ 3 w 7"/>
                  <a:gd name="T15" fmla="*/ 0 h 9"/>
                  <a:gd name="T16" fmla="*/ 4 w 7"/>
                  <a:gd name="T17" fmla="*/ 3 h 9"/>
                  <a:gd name="T18" fmla="*/ 7 w 7"/>
                  <a:gd name="T19" fmla="*/ 7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9">
                    <a:moveTo>
                      <a:pt x="7" y="7"/>
                    </a:moveTo>
                    <a:lnTo>
                      <a:pt x="7" y="7"/>
                    </a:lnTo>
                    <a:lnTo>
                      <a:pt x="4" y="9"/>
                    </a:lnTo>
                    <a:lnTo>
                      <a:pt x="3" y="7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4" y="3"/>
                    </a:lnTo>
                    <a:lnTo>
                      <a:pt x="7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2" name="îšḻiḍê"/>
              <p:cNvSpPr/>
              <p:nvPr/>
            </p:nvSpPr>
            <p:spPr bwMode="auto">
              <a:xfrm>
                <a:off x="1752523" y="4316752"/>
                <a:ext cx="135158" cy="208880"/>
              </a:xfrm>
              <a:custGeom>
                <a:avLst/>
                <a:gdLst>
                  <a:gd name="T0" fmla="*/ 41 w 44"/>
                  <a:gd name="T1" fmla="*/ 67 h 67"/>
                  <a:gd name="T2" fmla="*/ 41 w 44"/>
                  <a:gd name="T3" fmla="*/ 67 h 67"/>
                  <a:gd name="T4" fmla="*/ 35 w 44"/>
                  <a:gd name="T5" fmla="*/ 63 h 67"/>
                  <a:gd name="T6" fmla="*/ 31 w 44"/>
                  <a:gd name="T7" fmla="*/ 57 h 67"/>
                  <a:gd name="T8" fmla="*/ 31 w 44"/>
                  <a:gd name="T9" fmla="*/ 57 h 67"/>
                  <a:gd name="T10" fmla="*/ 26 w 44"/>
                  <a:gd name="T11" fmla="*/ 50 h 67"/>
                  <a:gd name="T12" fmla="*/ 26 w 44"/>
                  <a:gd name="T13" fmla="*/ 50 h 67"/>
                  <a:gd name="T14" fmla="*/ 21 w 44"/>
                  <a:gd name="T15" fmla="*/ 43 h 67"/>
                  <a:gd name="T16" fmla="*/ 21 w 44"/>
                  <a:gd name="T17" fmla="*/ 43 h 67"/>
                  <a:gd name="T18" fmla="*/ 14 w 44"/>
                  <a:gd name="T19" fmla="*/ 27 h 67"/>
                  <a:gd name="T20" fmla="*/ 14 w 44"/>
                  <a:gd name="T21" fmla="*/ 27 h 67"/>
                  <a:gd name="T22" fmla="*/ 11 w 44"/>
                  <a:gd name="T23" fmla="*/ 20 h 67"/>
                  <a:gd name="T24" fmla="*/ 11 w 44"/>
                  <a:gd name="T25" fmla="*/ 20 h 67"/>
                  <a:gd name="T26" fmla="*/ 8 w 44"/>
                  <a:gd name="T27" fmla="*/ 13 h 67"/>
                  <a:gd name="T28" fmla="*/ 8 w 44"/>
                  <a:gd name="T29" fmla="*/ 13 h 67"/>
                  <a:gd name="T30" fmla="*/ 6 w 44"/>
                  <a:gd name="T31" fmla="*/ 13 h 67"/>
                  <a:gd name="T32" fmla="*/ 4 w 44"/>
                  <a:gd name="T33" fmla="*/ 16 h 67"/>
                  <a:gd name="T34" fmla="*/ 4 w 44"/>
                  <a:gd name="T35" fmla="*/ 18 h 67"/>
                  <a:gd name="T36" fmla="*/ 4 w 44"/>
                  <a:gd name="T37" fmla="*/ 21 h 67"/>
                  <a:gd name="T38" fmla="*/ 4 w 44"/>
                  <a:gd name="T39" fmla="*/ 21 h 67"/>
                  <a:gd name="T40" fmla="*/ 1 w 44"/>
                  <a:gd name="T41" fmla="*/ 20 h 67"/>
                  <a:gd name="T42" fmla="*/ 1 w 44"/>
                  <a:gd name="T43" fmla="*/ 17 h 67"/>
                  <a:gd name="T44" fmla="*/ 1 w 44"/>
                  <a:gd name="T45" fmla="*/ 14 h 67"/>
                  <a:gd name="T46" fmla="*/ 0 w 44"/>
                  <a:gd name="T47" fmla="*/ 13 h 67"/>
                  <a:gd name="T48" fmla="*/ 0 w 44"/>
                  <a:gd name="T49" fmla="*/ 13 h 67"/>
                  <a:gd name="T50" fmla="*/ 3 w 44"/>
                  <a:gd name="T51" fmla="*/ 11 h 67"/>
                  <a:gd name="T52" fmla="*/ 6 w 44"/>
                  <a:gd name="T53" fmla="*/ 10 h 67"/>
                  <a:gd name="T54" fmla="*/ 6 w 44"/>
                  <a:gd name="T55" fmla="*/ 10 h 67"/>
                  <a:gd name="T56" fmla="*/ 7 w 44"/>
                  <a:gd name="T57" fmla="*/ 8 h 67"/>
                  <a:gd name="T58" fmla="*/ 6 w 44"/>
                  <a:gd name="T59" fmla="*/ 6 h 67"/>
                  <a:gd name="T60" fmla="*/ 3 w 44"/>
                  <a:gd name="T61" fmla="*/ 0 h 67"/>
                  <a:gd name="T62" fmla="*/ 3 w 44"/>
                  <a:gd name="T63" fmla="*/ 0 h 67"/>
                  <a:gd name="T64" fmla="*/ 10 w 44"/>
                  <a:gd name="T65" fmla="*/ 6 h 67"/>
                  <a:gd name="T66" fmla="*/ 17 w 44"/>
                  <a:gd name="T67" fmla="*/ 11 h 67"/>
                  <a:gd name="T68" fmla="*/ 21 w 44"/>
                  <a:gd name="T69" fmla="*/ 18 h 67"/>
                  <a:gd name="T70" fmla="*/ 26 w 44"/>
                  <a:gd name="T71" fmla="*/ 25 h 67"/>
                  <a:gd name="T72" fmla="*/ 26 w 44"/>
                  <a:gd name="T73" fmla="*/ 25 h 67"/>
                  <a:gd name="T74" fmla="*/ 33 w 44"/>
                  <a:gd name="T75" fmla="*/ 44 h 67"/>
                  <a:gd name="T76" fmla="*/ 33 w 44"/>
                  <a:gd name="T77" fmla="*/ 44 h 67"/>
                  <a:gd name="T78" fmla="*/ 38 w 44"/>
                  <a:gd name="T79" fmla="*/ 53 h 67"/>
                  <a:gd name="T80" fmla="*/ 44 w 44"/>
                  <a:gd name="T81" fmla="*/ 63 h 67"/>
                  <a:gd name="T82" fmla="*/ 44 w 44"/>
                  <a:gd name="T83" fmla="*/ 63 h 67"/>
                  <a:gd name="T84" fmla="*/ 43 w 44"/>
                  <a:gd name="T85" fmla="*/ 65 h 67"/>
                  <a:gd name="T86" fmla="*/ 41 w 44"/>
                  <a:gd name="T87" fmla="*/ 65 h 67"/>
                  <a:gd name="T88" fmla="*/ 41 w 44"/>
                  <a:gd name="T89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44" h="67">
                    <a:moveTo>
                      <a:pt x="41" y="67"/>
                    </a:moveTo>
                    <a:lnTo>
                      <a:pt x="41" y="67"/>
                    </a:lnTo>
                    <a:lnTo>
                      <a:pt x="35" y="63"/>
                    </a:lnTo>
                    <a:lnTo>
                      <a:pt x="31" y="57"/>
                    </a:lnTo>
                    <a:lnTo>
                      <a:pt x="31" y="57"/>
                    </a:lnTo>
                    <a:lnTo>
                      <a:pt x="26" y="50"/>
                    </a:lnTo>
                    <a:lnTo>
                      <a:pt x="26" y="50"/>
                    </a:lnTo>
                    <a:lnTo>
                      <a:pt x="21" y="43"/>
                    </a:lnTo>
                    <a:lnTo>
                      <a:pt x="21" y="43"/>
                    </a:lnTo>
                    <a:lnTo>
                      <a:pt x="14" y="27"/>
                    </a:lnTo>
                    <a:lnTo>
                      <a:pt x="14" y="27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8" y="13"/>
                    </a:lnTo>
                    <a:lnTo>
                      <a:pt x="8" y="13"/>
                    </a:lnTo>
                    <a:lnTo>
                      <a:pt x="6" y="13"/>
                    </a:lnTo>
                    <a:lnTo>
                      <a:pt x="4" y="16"/>
                    </a:lnTo>
                    <a:lnTo>
                      <a:pt x="4" y="18"/>
                    </a:lnTo>
                    <a:lnTo>
                      <a:pt x="4" y="21"/>
                    </a:lnTo>
                    <a:lnTo>
                      <a:pt x="4" y="21"/>
                    </a:lnTo>
                    <a:lnTo>
                      <a:pt x="1" y="20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3" y="11"/>
                    </a:lnTo>
                    <a:lnTo>
                      <a:pt x="6" y="10"/>
                    </a:lnTo>
                    <a:lnTo>
                      <a:pt x="6" y="10"/>
                    </a:lnTo>
                    <a:lnTo>
                      <a:pt x="7" y="8"/>
                    </a:lnTo>
                    <a:lnTo>
                      <a:pt x="6" y="6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10" y="6"/>
                    </a:lnTo>
                    <a:lnTo>
                      <a:pt x="17" y="11"/>
                    </a:lnTo>
                    <a:lnTo>
                      <a:pt x="21" y="18"/>
                    </a:lnTo>
                    <a:lnTo>
                      <a:pt x="26" y="25"/>
                    </a:lnTo>
                    <a:lnTo>
                      <a:pt x="26" y="25"/>
                    </a:lnTo>
                    <a:lnTo>
                      <a:pt x="33" y="44"/>
                    </a:lnTo>
                    <a:lnTo>
                      <a:pt x="33" y="44"/>
                    </a:lnTo>
                    <a:lnTo>
                      <a:pt x="38" y="53"/>
                    </a:lnTo>
                    <a:lnTo>
                      <a:pt x="44" y="63"/>
                    </a:lnTo>
                    <a:lnTo>
                      <a:pt x="44" y="63"/>
                    </a:lnTo>
                    <a:lnTo>
                      <a:pt x="43" y="65"/>
                    </a:lnTo>
                    <a:lnTo>
                      <a:pt x="41" y="65"/>
                    </a:lnTo>
                    <a:lnTo>
                      <a:pt x="41" y="6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3" name="îslïḍè"/>
              <p:cNvSpPr/>
              <p:nvPr/>
            </p:nvSpPr>
            <p:spPr bwMode="auto">
              <a:xfrm>
                <a:off x="1611225" y="4636216"/>
                <a:ext cx="24574" cy="36861"/>
              </a:xfrm>
              <a:custGeom>
                <a:avLst/>
                <a:gdLst>
                  <a:gd name="T0" fmla="*/ 9 w 9"/>
                  <a:gd name="T1" fmla="*/ 12 h 12"/>
                  <a:gd name="T2" fmla="*/ 9 w 9"/>
                  <a:gd name="T3" fmla="*/ 12 h 12"/>
                  <a:gd name="T4" fmla="*/ 7 w 9"/>
                  <a:gd name="T5" fmla="*/ 11 h 12"/>
                  <a:gd name="T6" fmla="*/ 4 w 9"/>
                  <a:gd name="T7" fmla="*/ 10 h 12"/>
                  <a:gd name="T8" fmla="*/ 0 w 9"/>
                  <a:gd name="T9" fmla="*/ 5 h 12"/>
                  <a:gd name="T10" fmla="*/ 0 w 9"/>
                  <a:gd name="T11" fmla="*/ 5 h 12"/>
                  <a:gd name="T12" fmla="*/ 3 w 9"/>
                  <a:gd name="T13" fmla="*/ 2 h 12"/>
                  <a:gd name="T14" fmla="*/ 3 w 9"/>
                  <a:gd name="T15" fmla="*/ 1 h 12"/>
                  <a:gd name="T16" fmla="*/ 4 w 9"/>
                  <a:gd name="T17" fmla="*/ 0 h 12"/>
                  <a:gd name="T18" fmla="*/ 4 w 9"/>
                  <a:gd name="T19" fmla="*/ 0 h 12"/>
                  <a:gd name="T20" fmla="*/ 7 w 9"/>
                  <a:gd name="T21" fmla="*/ 4 h 12"/>
                  <a:gd name="T22" fmla="*/ 7 w 9"/>
                  <a:gd name="T23" fmla="*/ 7 h 12"/>
                  <a:gd name="T24" fmla="*/ 7 w 9"/>
                  <a:gd name="T25" fmla="*/ 10 h 12"/>
                  <a:gd name="T26" fmla="*/ 9 w 9"/>
                  <a:gd name="T2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" h="12">
                    <a:moveTo>
                      <a:pt x="9" y="12"/>
                    </a:moveTo>
                    <a:lnTo>
                      <a:pt x="9" y="12"/>
                    </a:lnTo>
                    <a:lnTo>
                      <a:pt x="7" y="11"/>
                    </a:lnTo>
                    <a:lnTo>
                      <a:pt x="4" y="10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7" y="4"/>
                    </a:lnTo>
                    <a:lnTo>
                      <a:pt x="7" y="7"/>
                    </a:lnTo>
                    <a:lnTo>
                      <a:pt x="7" y="10"/>
                    </a:lnTo>
                    <a:lnTo>
                      <a:pt x="9" y="1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4" name="iŝľiḍè"/>
              <p:cNvSpPr/>
              <p:nvPr/>
            </p:nvSpPr>
            <p:spPr bwMode="auto">
              <a:xfrm>
                <a:off x="3528004" y="3456659"/>
                <a:ext cx="12287" cy="6142"/>
              </a:xfrm>
              <a:custGeom>
                <a:avLst/>
                <a:gdLst>
                  <a:gd name="T0" fmla="*/ 4 w 4"/>
                  <a:gd name="T1" fmla="*/ 0 h 2"/>
                  <a:gd name="T2" fmla="*/ 4 w 4"/>
                  <a:gd name="T3" fmla="*/ 0 h 2"/>
                  <a:gd name="T4" fmla="*/ 4 w 4"/>
                  <a:gd name="T5" fmla="*/ 0 h 2"/>
                  <a:gd name="T6" fmla="*/ 2 w 4"/>
                  <a:gd name="T7" fmla="*/ 1 h 2"/>
                  <a:gd name="T8" fmla="*/ 2 w 4"/>
                  <a:gd name="T9" fmla="*/ 1 h 2"/>
                  <a:gd name="T10" fmla="*/ 1 w 4"/>
                  <a:gd name="T11" fmla="*/ 1 h 2"/>
                  <a:gd name="T12" fmla="*/ 1 w 4"/>
                  <a:gd name="T13" fmla="*/ 1 h 2"/>
                  <a:gd name="T14" fmla="*/ 0 w 4"/>
                  <a:gd name="T15" fmla="*/ 2 h 2"/>
                  <a:gd name="T16" fmla="*/ 0 w 4"/>
                  <a:gd name="T17" fmla="*/ 2 h 2"/>
                  <a:gd name="T18" fmla="*/ 4 w 4"/>
                  <a:gd name="T19" fmla="*/ 0 h 2"/>
                  <a:gd name="T20" fmla="*/ 4 w 4"/>
                  <a:gd name="T21" fmla="*/ 0 h 2"/>
                  <a:gd name="T22" fmla="*/ 4 w 4"/>
                  <a:gd name="T2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lnTo>
                      <a:pt x="4" y="0"/>
                    </a:lnTo>
                    <a:lnTo>
                      <a:pt x="4" y="0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5" name="ïṥḻíḋe"/>
              <p:cNvSpPr/>
              <p:nvPr/>
            </p:nvSpPr>
            <p:spPr bwMode="auto">
              <a:xfrm>
                <a:off x="1574364" y="4476484"/>
                <a:ext cx="49148" cy="79863"/>
              </a:xfrm>
              <a:custGeom>
                <a:avLst/>
                <a:gdLst>
                  <a:gd name="T0" fmla="*/ 16 w 16"/>
                  <a:gd name="T1" fmla="*/ 22 h 26"/>
                  <a:gd name="T2" fmla="*/ 16 w 16"/>
                  <a:gd name="T3" fmla="*/ 22 h 26"/>
                  <a:gd name="T4" fmla="*/ 10 w 16"/>
                  <a:gd name="T5" fmla="*/ 23 h 26"/>
                  <a:gd name="T6" fmla="*/ 9 w 16"/>
                  <a:gd name="T7" fmla="*/ 23 h 26"/>
                  <a:gd name="T8" fmla="*/ 6 w 16"/>
                  <a:gd name="T9" fmla="*/ 26 h 26"/>
                  <a:gd name="T10" fmla="*/ 6 w 16"/>
                  <a:gd name="T11" fmla="*/ 26 h 26"/>
                  <a:gd name="T12" fmla="*/ 3 w 16"/>
                  <a:gd name="T13" fmla="*/ 19 h 26"/>
                  <a:gd name="T14" fmla="*/ 2 w 16"/>
                  <a:gd name="T15" fmla="*/ 13 h 26"/>
                  <a:gd name="T16" fmla="*/ 2 w 16"/>
                  <a:gd name="T17" fmla="*/ 13 h 26"/>
                  <a:gd name="T18" fmla="*/ 0 w 16"/>
                  <a:gd name="T19" fmla="*/ 0 h 26"/>
                  <a:gd name="T20" fmla="*/ 0 w 16"/>
                  <a:gd name="T21" fmla="*/ 0 h 26"/>
                  <a:gd name="T22" fmla="*/ 3 w 16"/>
                  <a:gd name="T23" fmla="*/ 2 h 26"/>
                  <a:gd name="T24" fmla="*/ 5 w 16"/>
                  <a:gd name="T25" fmla="*/ 3 h 26"/>
                  <a:gd name="T26" fmla="*/ 9 w 16"/>
                  <a:gd name="T27" fmla="*/ 9 h 26"/>
                  <a:gd name="T28" fmla="*/ 12 w 16"/>
                  <a:gd name="T29" fmla="*/ 14 h 26"/>
                  <a:gd name="T30" fmla="*/ 16 w 16"/>
                  <a:gd name="T31" fmla="*/ 2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6" h="26">
                    <a:moveTo>
                      <a:pt x="16" y="22"/>
                    </a:moveTo>
                    <a:lnTo>
                      <a:pt x="16" y="22"/>
                    </a:lnTo>
                    <a:lnTo>
                      <a:pt x="10" y="23"/>
                    </a:lnTo>
                    <a:lnTo>
                      <a:pt x="9" y="23"/>
                    </a:lnTo>
                    <a:lnTo>
                      <a:pt x="6" y="26"/>
                    </a:lnTo>
                    <a:lnTo>
                      <a:pt x="6" y="26"/>
                    </a:lnTo>
                    <a:lnTo>
                      <a:pt x="3" y="19"/>
                    </a:lnTo>
                    <a:lnTo>
                      <a:pt x="2" y="13"/>
                    </a:lnTo>
                    <a:lnTo>
                      <a:pt x="2" y="1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2"/>
                    </a:lnTo>
                    <a:lnTo>
                      <a:pt x="5" y="3"/>
                    </a:lnTo>
                    <a:lnTo>
                      <a:pt x="9" y="9"/>
                    </a:lnTo>
                    <a:lnTo>
                      <a:pt x="12" y="14"/>
                    </a:lnTo>
                    <a:lnTo>
                      <a:pt x="16" y="2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6" name="ïs1ïḍe"/>
              <p:cNvSpPr/>
              <p:nvPr/>
            </p:nvSpPr>
            <p:spPr bwMode="auto">
              <a:xfrm>
                <a:off x="1334763" y="4132446"/>
                <a:ext cx="227312" cy="460763"/>
              </a:xfrm>
              <a:custGeom>
                <a:avLst/>
                <a:gdLst>
                  <a:gd name="T0" fmla="*/ 42 w 73"/>
                  <a:gd name="T1" fmla="*/ 99 h 152"/>
                  <a:gd name="T2" fmla="*/ 46 w 73"/>
                  <a:gd name="T3" fmla="*/ 107 h 152"/>
                  <a:gd name="T4" fmla="*/ 39 w 73"/>
                  <a:gd name="T5" fmla="*/ 97 h 152"/>
                  <a:gd name="T6" fmla="*/ 32 w 73"/>
                  <a:gd name="T7" fmla="*/ 86 h 152"/>
                  <a:gd name="T8" fmla="*/ 20 w 73"/>
                  <a:gd name="T9" fmla="*/ 63 h 152"/>
                  <a:gd name="T10" fmla="*/ 10 w 73"/>
                  <a:gd name="T11" fmla="*/ 36 h 152"/>
                  <a:gd name="T12" fmla="*/ 9 w 73"/>
                  <a:gd name="T13" fmla="*/ 28 h 152"/>
                  <a:gd name="T14" fmla="*/ 7 w 73"/>
                  <a:gd name="T15" fmla="*/ 28 h 152"/>
                  <a:gd name="T16" fmla="*/ 7 w 73"/>
                  <a:gd name="T17" fmla="*/ 26 h 152"/>
                  <a:gd name="T18" fmla="*/ 5 w 73"/>
                  <a:gd name="T19" fmla="*/ 19 h 152"/>
                  <a:gd name="T20" fmla="*/ 5 w 73"/>
                  <a:gd name="T21" fmla="*/ 18 h 152"/>
                  <a:gd name="T22" fmla="*/ 5 w 73"/>
                  <a:gd name="T23" fmla="*/ 16 h 152"/>
                  <a:gd name="T24" fmla="*/ 5 w 73"/>
                  <a:gd name="T25" fmla="*/ 9 h 152"/>
                  <a:gd name="T26" fmla="*/ 0 w 73"/>
                  <a:gd name="T27" fmla="*/ 8 h 152"/>
                  <a:gd name="T28" fmla="*/ 2 w 73"/>
                  <a:gd name="T29" fmla="*/ 5 h 152"/>
                  <a:gd name="T30" fmla="*/ 2 w 73"/>
                  <a:gd name="T31" fmla="*/ 0 h 152"/>
                  <a:gd name="T32" fmla="*/ 6 w 73"/>
                  <a:gd name="T33" fmla="*/ 3 h 152"/>
                  <a:gd name="T34" fmla="*/ 7 w 73"/>
                  <a:gd name="T35" fmla="*/ 8 h 152"/>
                  <a:gd name="T36" fmla="*/ 12 w 73"/>
                  <a:gd name="T37" fmla="*/ 5 h 152"/>
                  <a:gd name="T38" fmla="*/ 16 w 73"/>
                  <a:gd name="T39" fmla="*/ 13 h 152"/>
                  <a:gd name="T40" fmla="*/ 16 w 73"/>
                  <a:gd name="T41" fmla="*/ 13 h 152"/>
                  <a:gd name="T42" fmla="*/ 16 w 73"/>
                  <a:gd name="T43" fmla="*/ 15 h 152"/>
                  <a:gd name="T44" fmla="*/ 19 w 73"/>
                  <a:gd name="T45" fmla="*/ 23 h 152"/>
                  <a:gd name="T46" fmla="*/ 20 w 73"/>
                  <a:gd name="T47" fmla="*/ 23 h 152"/>
                  <a:gd name="T48" fmla="*/ 22 w 73"/>
                  <a:gd name="T49" fmla="*/ 28 h 152"/>
                  <a:gd name="T50" fmla="*/ 25 w 73"/>
                  <a:gd name="T51" fmla="*/ 36 h 152"/>
                  <a:gd name="T52" fmla="*/ 35 w 73"/>
                  <a:gd name="T53" fmla="*/ 55 h 152"/>
                  <a:gd name="T54" fmla="*/ 40 w 73"/>
                  <a:gd name="T55" fmla="*/ 65 h 152"/>
                  <a:gd name="T56" fmla="*/ 46 w 73"/>
                  <a:gd name="T57" fmla="*/ 72 h 152"/>
                  <a:gd name="T58" fmla="*/ 47 w 73"/>
                  <a:gd name="T59" fmla="*/ 85 h 152"/>
                  <a:gd name="T60" fmla="*/ 46 w 73"/>
                  <a:gd name="T61" fmla="*/ 89 h 152"/>
                  <a:gd name="T62" fmla="*/ 49 w 73"/>
                  <a:gd name="T63" fmla="*/ 89 h 152"/>
                  <a:gd name="T64" fmla="*/ 53 w 73"/>
                  <a:gd name="T65" fmla="*/ 85 h 152"/>
                  <a:gd name="T66" fmla="*/ 53 w 73"/>
                  <a:gd name="T67" fmla="*/ 89 h 152"/>
                  <a:gd name="T68" fmla="*/ 53 w 73"/>
                  <a:gd name="T69" fmla="*/ 95 h 152"/>
                  <a:gd name="T70" fmla="*/ 56 w 73"/>
                  <a:gd name="T71" fmla="*/ 96 h 152"/>
                  <a:gd name="T72" fmla="*/ 56 w 73"/>
                  <a:gd name="T73" fmla="*/ 99 h 152"/>
                  <a:gd name="T74" fmla="*/ 52 w 73"/>
                  <a:gd name="T75" fmla="*/ 100 h 152"/>
                  <a:gd name="T76" fmla="*/ 62 w 73"/>
                  <a:gd name="T77" fmla="*/ 113 h 152"/>
                  <a:gd name="T78" fmla="*/ 65 w 73"/>
                  <a:gd name="T79" fmla="*/ 117 h 152"/>
                  <a:gd name="T80" fmla="*/ 66 w 73"/>
                  <a:gd name="T81" fmla="*/ 115 h 152"/>
                  <a:gd name="T82" fmla="*/ 63 w 73"/>
                  <a:gd name="T83" fmla="*/ 109 h 152"/>
                  <a:gd name="T84" fmla="*/ 70 w 73"/>
                  <a:gd name="T85" fmla="*/ 117 h 152"/>
                  <a:gd name="T86" fmla="*/ 73 w 73"/>
                  <a:gd name="T87" fmla="*/ 129 h 152"/>
                  <a:gd name="T88" fmla="*/ 70 w 73"/>
                  <a:gd name="T89" fmla="*/ 130 h 152"/>
                  <a:gd name="T90" fmla="*/ 65 w 73"/>
                  <a:gd name="T91" fmla="*/ 132 h 152"/>
                  <a:gd name="T92" fmla="*/ 65 w 73"/>
                  <a:gd name="T93" fmla="*/ 136 h 152"/>
                  <a:gd name="T94" fmla="*/ 62 w 73"/>
                  <a:gd name="T95" fmla="*/ 135 h 152"/>
                  <a:gd name="T96" fmla="*/ 59 w 73"/>
                  <a:gd name="T97" fmla="*/ 130 h 152"/>
                  <a:gd name="T98" fmla="*/ 56 w 73"/>
                  <a:gd name="T99" fmla="*/ 120 h 152"/>
                  <a:gd name="T100" fmla="*/ 50 w 73"/>
                  <a:gd name="T101" fmla="*/ 109 h 152"/>
                  <a:gd name="T102" fmla="*/ 47 w 73"/>
                  <a:gd name="T103" fmla="*/ 107 h 152"/>
                  <a:gd name="T104" fmla="*/ 57 w 73"/>
                  <a:gd name="T105" fmla="*/ 132 h 152"/>
                  <a:gd name="T106" fmla="*/ 63 w 73"/>
                  <a:gd name="T107" fmla="*/ 143 h 152"/>
                  <a:gd name="T108" fmla="*/ 63 w 73"/>
                  <a:gd name="T109" fmla="*/ 152 h 152"/>
                  <a:gd name="T110" fmla="*/ 57 w 73"/>
                  <a:gd name="T111" fmla="*/ 147 h 152"/>
                  <a:gd name="T112" fmla="*/ 53 w 73"/>
                  <a:gd name="T113" fmla="*/ 142 h 152"/>
                  <a:gd name="T114" fmla="*/ 47 w 73"/>
                  <a:gd name="T115" fmla="*/ 129 h 152"/>
                  <a:gd name="T116" fmla="*/ 36 w 73"/>
                  <a:gd name="T117" fmla="*/ 102 h 152"/>
                  <a:gd name="T118" fmla="*/ 42 w 73"/>
                  <a:gd name="T119" fmla="*/ 99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3" h="152">
                    <a:moveTo>
                      <a:pt x="42" y="99"/>
                    </a:moveTo>
                    <a:lnTo>
                      <a:pt x="42" y="99"/>
                    </a:lnTo>
                    <a:lnTo>
                      <a:pt x="46" y="107"/>
                    </a:lnTo>
                    <a:lnTo>
                      <a:pt x="46" y="107"/>
                    </a:lnTo>
                    <a:lnTo>
                      <a:pt x="39" y="97"/>
                    </a:lnTo>
                    <a:lnTo>
                      <a:pt x="39" y="97"/>
                    </a:lnTo>
                    <a:lnTo>
                      <a:pt x="32" y="86"/>
                    </a:lnTo>
                    <a:lnTo>
                      <a:pt x="32" y="86"/>
                    </a:lnTo>
                    <a:lnTo>
                      <a:pt x="20" y="63"/>
                    </a:lnTo>
                    <a:lnTo>
                      <a:pt x="20" y="63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9" y="29"/>
                    </a:lnTo>
                    <a:lnTo>
                      <a:pt x="9" y="28"/>
                    </a:lnTo>
                    <a:lnTo>
                      <a:pt x="7" y="28"/>
                    </a:lnTo>
                    <a:lnTo>
                      <a:pt x="7" y="28"/>
                    </a:lnTo>
                    <a:lnTo>
                      <a:pt x="7" y="26"/>
                    </a:lnTo>
                    <a:lnTo>
                      <a:pt x="7" y="26"/>
                    </a:lnTo>
                    <a:lnTo>
                      <a:pt x="5" y="19"/>
                    </a:lnTo>
                    <a:lnTo>
                      <a:pt x="5" y="19"/>
                    </a:lnTo>
                    <a:lnTo>
                      <a:pt x="5" y="18"/>
                    </a:lnTo>
                    <a:lnTo>
                      <a:pt x="5" y="18"/>
                    </a:lnTo>
                    <a:lnTo>
                      <a:pt x="5" y="16"/>
                    </a:lnTo>
                    <a:lnTo>
                      <a:pt x="5" y="16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3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2" y="5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5" y="0"/>
                    </a:lnTo>
                    <a:lnTo>
                      <a:pt x="6" y="3"/>
                    </a:lnTo>
                    <a:lnTo>
                      <a:pt x="7" y="8"/>
                    </a:lnTo>
                    <a:lnTo>
                      <a:pt x="7" y="8"/>
                    </a:lnTo>
                    <a:lnTo>
                      <a:pt x="10" y="6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6" y="13"/>
                    </a:lnTo>
                    <a:lnTo>
                      <a:pt x="16" y="13"/>
                    </a:lnTo>
                    <a:lnTo>
                      <a:pt x="16" y="13"/>
                    </a:lnTo>
                    <a:lnTo>
                      <a:pt x="16" y="15"/>
                    </a:lnTo>
                    <a:lnTo>
                      <a:pt x="16" y="15"/>
                    </a:lnTo>
                    <a:lnTo>
                      <a:pt x="17" y="15"/>
                    </a:lnTo>
                    <a:lnTo>
                      <a:pt x="19" y="23"/>
                    </a:lnTo>
                    <a:lnTo>
                      <a:pt x="19" y="23"/>
                    </a:lnTo>
                    <a:lnTo>
                      <a:pt x="20" y="23"/>
                    </a:lnTo>
                    <a:lnTo>
                      <a:pt x="20" y="23"/>
                    </a:lnTo>
                    <a:lnTo>
                      <a:pt x="22" y="28"/>
                    </a:lnTo>
                    <a:lnTo>
                      <a:pt x="22" y="28"/>
                    </a:lnTo>
                    <a:lnTo>
                      <a:pt x="25" y="36"/>
                    </a:lnTo>
                    <a:lnTo>
                      <a:pt x="25" y="36"/>
                    </a:lnTo>
                    <a:lnTo>
                      <a:pt x="35" y="55"/>
                    </a:lnTo>
                    <a:lnTo>
                      <a:pt x="35" y="55"/>
                    </a:lnTo>
                    <a:lnTo>
                      <a:pt x="40" y="65"/>
                    </a:lnTo>
                    <a:lnTo>
                      <a:pt x="46" y="72"/>
                    </a:lnTo>
                    <a:lnTo>
                      <a:pt x="46" y="72"/>
                    </a:lnTo>
                    <a:lnTo>
                      <a:pt x="47" y="80"/>
                    </a:lnTo>
                    <a:lnTo>
                      <a:pt x="47" y="85"/>
                    </a:lnTo>
                    <a:lnTo>
                      <a:pt x="46" y="89"/>
                    </a:lnTo>
                    <a:lnTo>
                      <a:pt x="46" y="89"/>
                    </a:lnTo>
                    <a:lnTo>
                      <a:pt x="47" y="90"/>
                    </a:lnTo>
                    <a:lnTo>
                      <a:pt x="49" y="89"/>
                    </a:lnTo>
                    <a:lnTo>
                      <a:pt x="50" y="86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9"/>
                    </a:lnTo>
                    <a:lnTo>
                      <a:pt x="53" y="92"/>
                    </a:lnTo>
                    <a:lnTo>
                      <a:pt x="53" y="95"/>
                    </a:lnTo>
                    <a:lnTo>
                      <a:pt x="56" y="96"/>
                    </a:lnTo>
                    <a:lnTo>
                      <a:pt x="56" y="96"/>
                    </a:lnTo>
                    <a:lnTo>
                      <a:pt x="56" y="99"/>
                    </a:lnTo>
                    <a:lnTo>
                      <a:pt x="56" y="99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9" y="110"/>
                    </a:lnTo>
                    <a:lnTo>
                      <a:pt x="62" y="113"/>
                    </a:lnTo>
                    <a:lnTo>
                      <a:pt x="65" y="117"/>
                    </a:lnTo>
                    <a:lnTo>
                      <a:pt x="65" y="117"/>
                    </a:lnTo>
                    <a:lnTo>
                      <a:pt x="66" y="116"/>
                    </a:lnTo>
                    <a:lnTo>
                      <a:pt x="66" y="115"/>
                    </a:lnTo>
                    <a:lnTo>
                      <a:pt x="63" y="109"/>
                    </a:lnTo>
                    <a:lnTo>
                      <a:pt x="63" y="109"/>
                    </a:lnTo>
                    <a:lnTo>
                      <a:pt x="67" y="112"/>
                    </a:lnTo>
                    <a:lnTo>
                      <a:pt x="70" y="117"/>
                    </a:lnTo>
                    <a:lnTo>
                      <a:pt x="73" y="123"/>
                    </a:lnTo>
                    <a:lnTo>
                      <a:pt x="73" y="129"/>
                    </a:lnTo>
                    <a:lnTo>
                      <a:pt x="73" y="129"/>
                    </a:lnTo>
                    <a:lnTo>
                      <a:pt x="70" y="130"/>
                    </a:lnTo>
                    <a:lnTo>
                      <a:pt x="66" y="130"/>
                    </a:lnTo>
                    <a:lnTo>
                      <a:pt x="65" y="132"/>
                    </a:lnTo>
                    <a:lnTo>
                      <a:pt x="63" y="132"/>
                    </a:lnTo>
                    <a:lnTo>
                      <a:pt x="65" y="136"/>
                    </a:lnTo>
                    <a:lnTo>
                      <a:pt x="65" y="136"/>
                    </a:lnTo>
                    <a:lnTo>
                      <a:pt x="62" y="135"/>
                    </a:lnTo>
                    <a:lnTo>
                      <a:pt x="59" y="130"/>
                    </a:lnTo>
                    <a:lnTo>
                      <a:pt x="59" y="130"/>
                    </a:lnTo>
                    <a:lnTo>
                      <a:pt x="56" y="120"/>
                    </a:lnTo>
                    <a:lnTo>
                      <a:pt x="56" y="120"/>
                    </a:lnTo>
                    <a:lnTo>
                      <a:pt x="53" y="112"/>
                    </a:lnTo>
                    <a:lnTo>
                      <a:pt x="50" y="109"/>
                    </a:lnTo>
                    <a:lnTo>
                      <a:pt x="47" y="107"/>
                    </a:lnTo>
                    <a:lnTo>
                      <a:pt x="47" y="107"/>
                    </a:lnTo>
                    <a:lnTo>
                      <a:pt x="52" y="119"/>
                    </a:lnTo>
                    <a:lnTo>
                      <a:pt x="57" y="132"/>
                    </a:lnTo>
                    <a:lnTo>
                      <a:pt x="57" y="132"/>
                    </a:lnTo>
                    <a:lnTo>
                      <a:pt x="63" y="143"/>
                    </a:lnTo>
                    <a:lnTo>
                      <a:pt x="63" y="147"/>
                    </a:lnTo>
                    <a:lnTo>
                      <a:pt x="63" y="152"/>
                    </a:lnTo>
                    <a:lnTo>
                      <a:pt x="63" y="152"/>
                    </a:lnTo>
                    <a:lnTo>
                      <a:pt x="57" y="147"/>
                    </a:lnTo>
                    <a:lnTo>
                      <a:pt x="53" y="142"/>
                    </a:lnTo>
                    <a:lnTo>
                      <a:pt x="53" y="142"/>
                    </a:lnTo>
                    <a:lnTo>
                      <a:pt x="47" y="129"/>
                    </a:lnTo>
                    <a:lnTo>
                      <a:pt x="47" y="129"/>
                    </a:lnTo>
                    <a:lnTo>
                      <a:pt x="43" y="115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42" y="9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7" name="î$ḷíḓê"/>
              <p:cNvSpPr/>
              <p:nvPr/>
            </p:nvSpPr>
            <p:spPr bwMode="auto">
              <a:xfrm>
                <a:off x="1672658" y="4470339"/>
                <a:ext cx="24574" cy="12287"/>
              </a:xfrm>
              <a:custGeom>
                <a:avLst/>
                <a:gdLst>
                  <a:gd name="T0" fmla="*/ 7 w 7"/>
                  <a:gd name="T1" fmla="*/ 5 h 5"/>
                  <a:gd name="T2" fmla="*/ 7 w 7"/>
                  <a:gd name="T3" fmla="*/ 5 h 5"/>
                  <a:gd name="T4" fmla="*/ 4 w 7"/>
                  <a:gd name="T5" fmla="*/ 5 h 5"/>
                  <a:gd name="T6" fmla="*/ 3 w 7"/>
                  <a:gd name="T7" fmla="*/ 5 h 5"/>
                  <a:gd name="T8" fmla="*/ 0 w 7"/>
                  <a:gd name="T9" fmla="*/ 3 h 5"/>
                  <a:gd name="T10" fmla="*/ 0 w 7"/>
                  <a:gd name="T11" fmla="*/ 0 h 5"/>
                  <a:gd name="T12" fmla="*/ 0 w 7"/>
                  <a:gd name="T13" fmla="*/ 0 h 5"/>
                  <a:gd name="T14" fmla="*/ 3 w 7"/>
                  <a:gd name="T15" fmla="*/ 0 h 5"/>
                  <a:gd name="T16" fmla="*/ 4 w 7"/>
                  <a:gd name="T17" fmla="*/ 0 h 5"/>
                  <a:gd name="T18" fmla="*/ 7 w 7"/>
                  <a:gd name="T19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5">
                    <a:moveTo>
                      <a:pt x="7" y="5"/>
                    </a:moveTo>
                    <a:lnTo>
                      <a:pt x="7" y="5"/>
                    </a:lnTo>
                    <a:lnTo>
                      <a:pt x="4" y="5"/>
                    </a:lnTo>
                    <a:lnTo>
                      <a:pt x="3" y="5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4" y="0"/>
                    </a:lnTo>
                    <a:lnTo>
                      <a:pt x="7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8" name="îşḷîde"/>
              <p:cNvSpPr/>
              <p:nvPr/>
            </p:nvSpPr>
            <p:spPr bwMode="auto">
              <a:xfrm>
                <a:off x="1586650" y="4329039"/>
                <a:ext cx="98296" cy="129012"/>
              </a:xfrm>
              <a:custGeom>
                <a:avLst/>
                <a:gdLst>
                  <a:gd name="T0" fmla="*/ 20 w 31"/>
                  <a:gd name="T1" fmla="*/ 38 h 42"/>
                  <a:gd name="T2" fmla="*/ 20 w 31"/>
                  <a:gd name="T3" fmla="*/ 38 h 42"/>
                  <a:gd name="T4" fmla="*/ 21 w 31"/>
                  <a:gd name="T5" fmla="*/ 40 h 42"/>
                  <a:gd name="T6" fmla="*/ 22 w 31"/>
                  <a:gd name="T7" fmla="*/ 38 h 42"/>
                  <a:gd name="T8" fmla="*/ 22 w 31"/>
                  <a:gd name="T9" fmla="*/ 38 h 42"/>
                  <a:gd name="T10" fmla="*/ 17 w 31"/>
                  <a:gd name="T11" fmla="*/ 27 h 42"/>
                  <a:gd name="T12" fmla="*/ 11 w 31"/>
                  <a:gd name="T13" fmla="*/ 20 h 42"/>
                  <a:gd name="T14" fmla="*/ 11 w 31"/>
                  <a:gd name="T15" fmla="*/ 20 h 42"/>
                  <a:gd name="T16" fmla="*/ 0 w 31"/>
                  <a:gd name="T17" fmla="*/ 3 h 42"/>
                  <a:gd name="T18" fmla="*/ 0 w 31"/>
                  <a:gd name="T19" fmla="*/ 3 h 42"/>
                  <a:gd name="T20" fmla="*/ 1 w 31"/>
                  <a:gd name="T21" fmla="*/ 1 h 42"/>
                  <a:gd name="T22" fmla="*/ 4 w 31"/>
                  <a:gd name="T23" fmla="*/ 0 h 42"/>
                  <a:gd name="T24" fmla="*/ 8 w 31"/>
                  <a:gd name="T25" fmla="*/ 1 h 42"/>
                  <a:gd name="T26" fmla="*/ 8 w 31"/>
                  <a:gd name="T27" fmla="*/ 1 h 42"/>
                  <a:gd name="T28" fmla="*/ 12 w 31"/>
                  <a:gd name="T29" fmla="*/ 5 h 42"/>
                  <a:gd name="T30" fmla="*/ 12 w 31"/>
                  <a:gd name="T31" fmla="*/ 5 h 42"/>
                  <a:gd name="T32" fmla="*/ 17 w 31"/>
                  <a:gd name="T33" fmla="*/ 11 h 42"/>
                  <a:gd name="T34" fmla="*/ 17 w 31"/>
                  <a:gd name="T35" fmla="*/ 11 h 42"/>
                  <a:gd name="T36" fmla="*/ 25 w 31"/>
                  <a:gd name="T37" fmla="*/ 24 h 42"/>
                  <a:gd name="T38" fmla="*/ 31 w 31"/>
                  <a:gd name="T39" fmla="*/ 34 h 42"/>
                  <a:gd name="T40" fmla="*/ 31 w 31"/>
                  <a:gd name="T41" fmla="*/ 34 h 42"/>
                  <a:gd name="T42" fmla="*/ 30 w 31"/>
                  <a:gd name="T43" fmla="*/ 40 h 42"/>
                  <a:gd name="T44" fmla="*/ 28 w 31"/>
                  <a:gd name="T45" fmla="*/ 42 h 42"/>
                  <a:gd name="T46" fmla="*/ 28 w 31"/>
                  <a:gd name="T47" fmla="*/ 42 h 42"/>
                  <a:gd name="T48" fmla="*/ 25 w 31"/>
                  <a:gd name="T49" fmla="*/ 42 h 42"/>
                  <a:gd name="T50" fmla="*/ 24 w 31"/>
                  <a:gd name="T51" fmla="*/ 42 h 42"/>
                  <a:gd name="T52" fmla="*/ 20 w 31"/>
                  <a:gd name="T53" fmla="*/ 38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" h="42">
                    <a:moveTo>
                      <a:pt x="20" y="38"/>
                    </a:moveTo>
                    <a:lnTo>
                      <a:pt x="20" y="38"/>
                    </a:lnTo>
                    <a:lnTo>
                      <a:pt x="21" y="40"/>
                    </a:lnTo>
                    <a:lnTo>
                      <a:pt x="22" y="38"/>
                    </a:lnTo>
                    <a:lnTo>
                      <a:pt x="22" y="38"/>
                    </a:lnTo>
                    <a:lnTo>
                      <a:pt x="17" y="27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0"/>
                    </a:lnTo>
                    <a:lnTo>
                      <a:pt x="8" y="1"/>
                    </a:lnTo>
                    <a:lnTo>
                      <a:pt x="8" y="1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7" y="11"/>
                    </a:lnTo>
                    <a:lnTo>
                      <a:pt x="17" y="11"/>
                    </a:lnTo>
                    <a:lnTo>
                      <a:pt x="25" y="24"/>
                    </a:lnTo>
                    <a:lnTo>
                      <a:pt x="31" y="34"/>
                    </a:lnTo>
                    <a:lnTo>
                      <a:pt x="31" y="34"/>
                    </a:lnTo>
                    <a:lnTo>
                      <a:pt x="30" y="40"/>
                    </a:lnTo>
                    <a:lnTo>
                      <a:pt x="28" y="42"/>
                    </a:lnTo>
                    <a:lnTo>
                      <a:pt x="28" y="42"/>
                    </a:lnTo>
                    <a:lnTo>
                      <a:pt x="25" y="42"/>
                    </a:lnTo>
                    <a:lnTo>
                      <a:pt x="24" y="42"/>
                    </a:lnTo>
                    <a:lnTo>
                      <a:pt x="20" y="3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299" name="iSľíḋé"/>
              <p:cNvSpPr/>
              <p:nvPr/>
            </p:nvSpPr>
            <p:spPr bwMode="auto">
              <a:xfrm>
                <a:off x="1525215" y="4396616"/>
                <a:ext cx="43007" cy="61435"/>
              </a:xfrm>
              <a:custGeom>
                <a:avLst/>
                <a:gdLst>
                  <a:gd name="T0" fmla="*/ 14 w 14"/>
                  <a:gd name="T1" fmla="*/ 20 h 20"/>
                  <a:gd name="T2" fmla="*/ 14 w 14"/>
                  <a:gd name="T3" fmla="*/ 20 h 20"/>
                  <a:gd name="T4" fmla="*/ 11 w 14"/>
                  <a:gd name="T5" fmla="*/ 20 h 20"/>
                  <a:gd name="T6" fmla="*/ 8 w 14"/>
                  <a:gd name="T7" fmla="*/ 19 h 20"/>
                  <a:gd name="T8" fmla="*/ 5 w 14"/>
                  <a:gd name="T9" fmla="*/ 17 h 20"/>
                  <a:gd name="T10" fmla="*/ 3 w 14"/>
                  <a:gd name="T11" fmla="*/ 17 h 20"/>
                  <a:gd name="T12" fmla="*/ 3 w 14"/>
                  <a:gd name="T13" fmla="*/ 17 h 20"/>
                  <a:gd name="T14" fmla="*/ 4 w 14"/>
                  <a:gd name="T15" fmla="*/ 16 h 20"/>
                  <a:gd name="T16" fmla="*/ 4 w 14"/>
                  <a:gd name="T17" fmla="*/ 13 h 20"/>
                  <a:gd name="T18" fmla="*/ 1 w 14"/>
                  <a:gd name="T19" fmla="*/ 9 h 20"/>
                  <a:gd name="T20" fmla="*/ 0 w 14"/>
                  <a:gd name="T21" fmla="*/ 3 h 20"/>
                  <a:gd name="T22" fmla="*/ 0 w 14"/>
                  <a:gd name="T23" fmla="*/ 1 h 20"/>
                  <a:gd name="T24" fmla="*/ 1 w 14"/>
                  <a:gd name="T25" fmla="*/ 0 h 20"/>
                  <a:gd name="T26" fmla="*/ 1 w 14"/>
                  <a:gd name="T27" fmla="*/ 0 h 20"/>
                  <a:gd name="T28" fmla="*/ 1 w 14"/>
                  <a:gd name="T29" fmla="*/ 3 h 20"/>
                  <a:gd name="T30" fmla="*/ 3 w 14"/>
                  <a:gd name="T31" fmla="*/ 6 h 20"/>
                  <a:gd name="T32" fmla="*/ 7 w 14"/>
                  <a:gd name="T33" fmla="*/ 10 h 20"/>
                  <a:gd name="T34" fmla="*/ 11 w 14"/>
                  <a:gd name="T35" fmla="*/ 14 h 20"/>
                  <a:gd name="T36" fmla="*/ 12 w 14"/>
                  <a:gd name="T37" fmla="*/ 17 h 20"/>
                  <a:gd name="T38" fmla="*/ 14 w 14"/>
                  <a:gd name="T39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" h="20">
                    <a:moveTo>
                      <a:pt x="14" y="20"/>
                    </a:moveTo>
                    <a:lnTo>
                      <a:pt x="14" y="20"/>
                    </a:lnTo>
                    <a:lnTo>
                      <a:pt x="11" y="20"/>
                    </a:lnTo>
                    <a:lnTo>
                      <a:pt x="8" y="19"/>
                    </a:lnTo>
                    <a:lnTo>
                      <a:pt x="5" y="17"/>
                    </a:lnTo>
                    <a:lnTo>
                      <a:pt x="3" y="17"/>
                    </a:lnTo>
                    <a:lnTo>
                      <a:pt x="3" y="17"/>
                    </a:lnTo>
                    <a:lnTo>
                      <a:pt x="4" y="16"/>
                    </a:lnTo>
                    <a:lnTo>
                      <a:pt x="4" y="13"/>
                    </a:lnTo>
                    <a:lnTo>
                      <a:pt x="1" y="9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3"/>
                    </a:lnTo>
                    <a:lnTo>
                      <a:pt x="3" y="6"/>
                    </a:lnTo>
                    <a:lnTo>
                      <a:pt x="7" y="10"/>
                    </a:lnTo>
                    <a:lnTo>
                      <a:pt x="11" y="14"/>
                    </a:lnTo>
                    <a:lnTo>
                      <a:pt x="12" y="17"/>
                    </a:lnTo>
                    <a:lnTo>
                      <a:pt x="14" y="2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0" name="îšľíďè"/>
              <p:cNvSpPr/>
              <p:nvPr/>
            </p:nvSpPr>
            <p:spPr bwMode="auto">
              <a:xfrm>
                <a:off x="1666514" y="4144733"/>
                <a:ext cx="104442" cy="196593"/>
              </a:xfrm>
              <a:custGeom>
                <a:avLst/>
                <a:gdLst>
                  <a:gd name="T0" fmla="*/ 1 w 33"/>
                  <a:gd name="T1" fmla="*/ 14 h 64"/>
                  <a:gd name="T2" fmla="*/ 1 w 33"/>
                  <a:gd name="T3" fmla="*/ 10 h 64"/>
                  <a:gd name="T4" fmla="*/ 3 w 33"/>
                  <a:gd name="T5" fmla="*/ 11 h 64"/>
                  <a:gd name="T6" fmla="*/ 4 w 33"/>
                  <a:gd name="T7" fmla="*/ 14 h 64"/>
                  <a:gd name="T8" fmla="*/ 7 w 33"/>
                  <a:gd name="T9" fmla="*/ 14 h 64"/>
                  <a:gd name="T10" fmla="*/ 5 w 33"/>
                  <a:gd name="T11" fmla="*/ 7 h 64"/>
                  <a:gd name="T12" fmla="*/ 3 w 33"/>
                  <a:gd name="T13" fmla="*/ 0 h 64"/>
                  <a:gd name="T14" fmla="*/ 8 w 33"/>
                  <a:gd name="T15" fmla="*/ 4 h 64"/>
                  <a:gd name="T16" fmla="*/ 17 w 33"/>
                  <a:gd name="T17" fmla="*/ 18 h 64"/>
                  <a:gd name="T18" fmla="*/ 23 w 33"/>
                  <a:gd name="T19" fmla="*/ 23 h 64"/>
                  <a:gd name="T20" fmla="*/ 17 w 33"/>
                  <a:gd name="T21" fmla="*/ 25 h 64"/>
                  <a:gd name="T22" fmla="*/ 13 w 33"/>
                  <a:gd name="T23" fmla="*/ 25 h 64"/>
                  <a:gd name="T24" fmla="*/ 13 w 33"/>
                  <a:gd name="T25" fmla="*/ 30 h 64"/>
                  <a:gd name="T26" fmla="*/ 13 w 33"/>
                  <a:gd name="T27" fmla="*/ 33 h 64"/>
                  <a:gd name="T28" fmla="*/ 15 w 33"/>
                  <a:gd name="T29" fmla="*/ 34 h 64"/>
                  <a:gd name="T30" fmla="*/ 17 w 33"/>
                  <a:gd name="T31" fmla="*/ 28 h 64"/>
                  <a:gd name="T32" fmla="*/ 18 w 33"/>
                  <a:gd name="T33" fmla="*/ 27 h 64"/>
                  <a:gd name="T34" fmla="*/ 24 w 33"/>
                  <a:gd name="T35" fmla="*/ 38 h 64"/>
                  <a:gd name="T36" fmla="*/ 30 w 33"/>
                  <a:gd name="T37" fmla="*/ 44 h 64"/>
                  <a:gd name="T38" fmla="*/ 30 w 33"/>
                  <a:gd name="T39" fmla="*/ 48 h 64"/>
                  <a:gd name="T40" fmla="*/ 33 w 33"/>
                  <a:gd name="T41" fmla="*/ 54 h 64"/>
                  <a:gd name="T42" fmla="*/ 28 w 33"/>
                  <a:gd name="T43" fmla="*/ 54 h 64"/>
                  <a:gd name="T44" fmla="*/ 25 w 33"/>
                  <a:gd name="T45" fmla="*/ 51 h 64"/>
                  <a:gd name="T46" fmla="*/ 23 w 33"/>
                  <a:gd name="T47" fmla="*/ 44 h 64"/>
                  <a:gd name="T48" fmla="*/ 21 w 33"/>
                  <a:gd name="T49" fmla="*/ 44 h 64"/>
                  <a:gd name="T50" fmla="*/ 21 w 33"/>
                  <a:gd name="T51" fmla="*/ 50 h 64"/>
                  <a:gd name="T52" fmla="*/ 25 w 33"/>
                  <a:gd name="T53" fmla="*/ 55 h 64"/>
                  <a:gd name="T54" fmla="*/ 28 w 33"/>
                  <a:gd name="T55" fmla="*/ 60 h 64"/>
                  <a:gd name="T56" fmla="*/ 25 w 33"/>
                  <a:gd name="T57" fmla="*/ 64 h 64"/>
                  <a:gd name="T58" fmla="*/ 23 w 33"/>
                  <a:gd name="T59" fmla="*/ 57 h 64"/>
                  <a:gd name="T60" fmla="*/ 18 w 33"/>
                  <a:gd name="T61" fmla="*/ 50 h 64"/>
                  <a:gd name="T62" fmla="*/ 10 w 33"/>
                  <a:gd name="T63" fmla="*/ 35 h 64"/>
                  <a:gd name="T64" fmla="*/ 1 w 33"/>
                  <a:gd name="T65" fmla="*/ 20 h 64"/>
                  <a:gd name="T66" fmla="*/ 0 w 33"/>
                  <a:gd name="T67" fmla="*/ 11 h 64"/>
                  <a:gd name="T68" fmla="*/ 0 w 33"/>
                  <a:gd name="T69" fmla="*/ 3 h 64"/>
                  <a:gd name="T70" fmla="*/ 1 w 33"/>
                  <a:gd name="T71" fmla="*/ 7 h 64"/>
                  <a:gd name="T72" fmla="*/ 1 w 33"/>
                  <a:gd name="T73" fmla="*/ 14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3" h="64">
                    <a:moveTo>
                      <a:pt x="1" y="14"/>
                    </a:moveTo>
                    <a:lnTo>
                      <a:pt x="1" y="14"/>
                    </a:lnTo>
                    <a:lnTo>
                      <a:pt x="1" y="13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3" y="11"/>
                    </a:lnTo>
                    <a:lnTo>
                      <a:pt x="4" y="13"/>
                    </a:lnTo>
                    <a:lnTo>
                      <a:pt x="4" y="14"/>
                    </a:lnTo>
                    <a:lnTo>
                      <a:pt x="7" y="14"/>
                    </a:lnTo>
                    <a:lnTo>
                      <a:pt x="7" y="14"/>
                    </a:lnTo>
                    <a:lnTo>
                      <a:pt x="7" y="11"/>
                    </a:lnTo>
                    <a:lnTo>
                      <a:pt x="5" y="7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5" y="1"/>
                    </a:lnTo>
                    <a:lnTo>
                      <a:pt x="8" y="4"/>
                    </a:lnTo>
                    <a:lnTo>
                      <a:pt x="13" y="11"/>
                    </a:lnTo>
                    <a:lnTo>
                      <a:pt x="17" y="18"/>
                    </a:lnTo>
                    <a:lnTo>
                      <a:pt x="23" y="23"/>
                    </a:lnTo>
                    <a:lnTo>
                      <a:pt x="23" y="23"/>
                    </a:lnTo>
                    <a:lnTo>
                      <a:pt x="20" y="24"/>
                    </a:lnTo>
                    <a:lnTo>
                      <a:pt x="17" y="25"/>
                    </a:lnTo>
                    <a:lnTo>
                      <a:pt x="13" y="25"/>
                    </a:lnTo>
                    <a:lnTo>
                      <a:pt x="13" y="25"/>
                    </a:lnTo>
                    <a:lnTo>
                      <a:pt x="11" y="28"/>
                    </a:lnTo>
                    <a:lnTo>
                      <a:pt x="13" y="30"/>
                    </a:lnTo>
                    <a:lnTo>
                      <a:pt x="13" y="31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5" y="34"/>
                    </a:lnTo>
                    <a:lnTo>
                      <a:pt x="15" y="31"/>
                    </a:lnTo>
                    <a:lnTo>
                      <a:pt x="17" y="28"/>
                    </a:lnTo>
                    <a:lnTo>
                      <a:pt x="17" y="27"/>
                    </a:lnTo>
                    <a:lnTo>
                      <a:pt x="18" y="27"/>
                    </a:lnTo>
                    <a:lnTo>
                      <a:pt x="18" y="27"/>
                    </a:lnTo>
                    <a:lnTo>
                      <a:pt x="24" y="38"/>
                    </a:lnTo>
                    <a:lnTo>
                      <a:pt x="27" y="43"/>
                    </a:lnTo>
                    <a:lnTo>
                      <a:pt x="30" y="44"/>
                    </a:lnTo>
                    <a:lnTo>
                      <a:pt x="30" y="44"/>
                    </a:lnTo>
                    <a:lnTo>
                      <a:pt x="30" y="48"/>
                    </a:lnTo>
                    <a:lnTo>
                      <a:pt x="33" y="54"/>
                    </a:lnTo>
                    <a:lnTo>
                      <a:pt x="33" y="54"/>
                    </a:lnTo>
                    <a:lnTo>
                      <a:pt x="30" y="54"/>
                    </a:lnTo>
                    <a:lnTo>
                      <a:pt x="28" y="54"/>
                    </a:lnTo>
                    <a:lnTo>
                      <a:pt x="27" y="53"/>
                    </a:lnTo>
                    <a:lnTo>
                      <a:pt x="25" y="51"/>
                    </a:lnTo>
                    <a:lnTo>
                      <a:pt x="24" y="47"/>
                    </a:lnTo>
                    <a:lnTo>
                      <a:pt x="23" y="44"/>
                    </a:lnTo>
                    <a:lnTo>
                      <a:pt x="21" y="44"/>
                    </a:lnTo>
                    <a:lnTo>
                      <a:pt x="21" y="44"/>
                    </a:lnTo>
                    <a:lnTo>
                      <a:pt x="21" y="47"/>
                    </a:lnTo>
                    <a:lnTo>
                      <a:pt x="21" y="50"/>
                    </a:lnTo>
                    <a:lnTo>
                      <a:pt x="21" y="50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8" y="60"/>
                    </a:lnTo>
                    <a:lnTo>
                      <a:pt x="28" y="63"/>
                    </a:lnTo>
                    <a:lnTo>
                      <a:pt x="25" y="64"/>
                    </a:lnTo>
                    <a:lnTo>
                      <a:pt x="25" y="64"/>
                    </a:lnTo>
                    <a:lnTo>
                      <a:pt x="23" y="57"/>
                    </a:lnTo>
                    <a:lnTo>
                      <a:pt x="18" y="50"/>
                    </a:lnTo>
                    <a:lnTo>
                      <a:pt x="18" y="50"/>
                    </a:lnTo>
                    <a:lnTo>
                      <a:pt x="10" y="35"/>
                    </a:lnTo>
                    <a:lnTo>
                      <a:pt x="10" y="35"/>
                    </a:lnTo>
                    <a:lnTo>
                      <a:pt x="5" y="28"/>
                    </a:lnTo>
                    <a:lnTo>
                      <a:pt x="1" y="20"/>
                    </a:lnTo>
                    <a:lnTo>
                      <a:pt x="1" y="20"/>
                    </a:lnTo>
                    <a:lnTo>
                      <a:pt x="0" y="11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4"/>
                    </a:lnTo>
                    <a:lnTo>
                      <a:pt x="1" y="7"/>
                    </a:lnTo>
                    <a:lnTo>
                      <a:pt x="0" y="10"/>
                    </a:lnTo>
                    <a:lnTo>
                      <a:pt x="1" y="1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1" name="ï$ļîḋe"/>
              <p:cNvSpPr/>
              <p:nvPr/>
            </p:nvSpPr>
            <p:spPr bwMode="auto">
              <a:xfrm>
                <a:off x="1537502" y="4365900"/>
                <a:ext cx="24574" cy="30716"/>
              </a:xfrm>
              <a:custGeom>
                <a:avLst/>
                <a:gdLst>
                  <a:gd name="T0" fmla="*/ 7 w 8"/>
                  <a:gd name="T1" fmla="*/ 4 h 8"/>
                  <a:gd name="T2" fmla="*/ 7 w 8"/>
                  <a:gd name="T3" fmla="*/ 4 h 8"/>
                  <a:gd name="T4" fmla="*/ 8 w 8"/>
                  <a:gd name="T5" fmla="*/ 5 h 8"/>
                  <a:gd name="T6" fmla="*/ 7 w 8"/>
                  <a:gd name="T7" fmla="*/ 5 h 8"/>
                  <a:gd name="T8" fmla="*/ 6 w 8"/>
                  <a:gd name="T9" fmla="*/ 5 h 8"/>
                  <a:gd name="T10" fmla="*/ 3 w 8"/>
                  <a:gd name="T11" fmla="*/ 5 h 8"/>
                  <a:gd name="T12" fmla="*/ 3 w 8"/>
                  <a:gd name="T13" fmla="*/ 5 h 8"/>
                  <a:gd name="T14" fmla="*/ 3 w 8"/>
                  <a:gd name="T15" fmla="*/ 8 h 8"/>
                  <a:gd name="T16" fmla="*/ 3 w 8"/>
                  <a:gd name="T17" fmla="*/ 8 h 8"/>
                  <a:gd name="T18" fmla="*/ 0 w 8"/>
                  <a:gd name="T19" fmla="*/ 7 h 8"/>
                  <a:gd name="T20" fmla="*/ 0 w 8"/>
                  <a:gd name="T21" fmla="*/ 5 h 8"/>
                  <a:gd name="T22" fmla="*/ 1 w 8"/>
                  <a:gd name="T23" fmla="*/ 1 h 8"/>
                  <a:gd name="T24" fmla="*/ 1 w 8"/>
                  <a:gd name="T25" fmla="*/ 1 h 8"/>
                  <a:gd name="T26" fmla="*/ 3 w 8"/>
                  <a:gd name="T27" fmla="*/ 0 h 8"/>
                  <a:gd name="T28" fmla="*/ 4 w 8"/>
                  <a:gd name="T29" fmla="*/ 1 h 8"/>
                  <a:gd name="T30" fmla="*/ 6 w 8"/>
                  <a:gd name="T31" fmla="*/ 2 h 8"/>
                  <a:gd name="T32" fmla="*/ 7 w 8"/>
                  <a:gd name="T3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" h="8">
                    <a:moveTo>
                      <a:pt x="7" y="4"/>
                    </a:moveTo>
                    <a:lnTo>
                      <a:pt x="7" y="4"/>
                    </a:lnTo>
                    <a:lnTo>
                      <a:pt x="8" y="5"/>
                    </a:lnTo>
                    <a:lnTo>
                      <a:pt x="7" y="5"/>
                    </a:lnTo>
                    <a:lnTo>
                      <a:pt x="6" y="5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4" y="1"/>
                    </a:lnTo>
                    <a:lnTo>
                      <a:pt x="6" y="2"/>
                    </a:lnTo>
                    <a:lnTo>
                      <a:pt x="7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2" name="îšļiḋe"/>
              <p:cNvSpPr/>
              <p:nvPr/>
            </p:nvSpPr>
            <p:spPr bwMode="auto">
              <a:xfrm>
                <a:off x="1494494" y="4261459"/>
                <a:ext cx="36861" cy="104438"/>
              </a:xfrm>
              <a:custGeom>
                <a:avLst/>
                <a:gdLst>
                  <a:gd name="T0" fmla="*/ 13 w 13"/>
                  <a:gd name="T1" fmla="*/ 35 h 35"/>
                  <a:gd name="T2" fmla="*/ 13 w 13"/>
                  <a:gd name="T3" fmla="*/ 35 h 35"/>
                  <a:gd name="T4" fmla="*/ 7 w 13"/>
                  <a:gd name="T5" fmla="*/ 25 h 35"/>
                  <a:gd name="T6" fmla="*/ 1 w 13"/>
                  <a:gd name="T7" fmla="*/ 12 h 35"/>
                  <a:gd name="T8" fmla="*/ 1 w 13"/>
                  <a:gd name="T9" fmla="*/ 12 h 35"/>
                  <a:gd name="T10" fmla="*/ 0 w 13"/>
                  <a:gd name="T11" fmla="*/ 6 h 35"/>
                  <a:gd name="T12" fmla="*/ 0 w 13"/>
                  <a:gd name="T13" fmla="*/ 2 h 35"/>
                  <a:gd name="T14" fmla="*/ 0 w 13"/>
                  <a:gd name="T15" fmla="*/ 2 h 35"/>
                  <a:gd name="T16" fmla="*/ 1 w 13"/>
                  <a:gd name="T17" fmla="*/ 0 h 35"/>
                  <a:gd name="T18" fmla="*/ 4 w 13"/>
                  <a:gd name="T19" fmla="*/ 0 h 35"/>
                  <a:gd name="T20" fmla="*/ 4 w 13"/>
                  <a:gd name="T21" fmla="*/ 0 h 35"/>
                  <a:gd name="T22" fmla="*/ 4 w 13"/>
                  <a:gd name="T23" fmla="*/ 3 h 35"/>
                  <a:gd name="T24" fmla="*/ 4 w 13"/>
                  <a:gd name="T25" fmla="*/ 7 h 35"/>
                  <a:gd name="T26" fmla="*/ 8 w 13"/>
                  <a:gd name="T27" fmla="*/ 16 h 35"/>
                  <a:gd name="T28" fmla="*/ 8 w 13"/>
                  <a:gd name="T29" fmla="*/ 16 h 35"/>
                  <a:gd name="T30" fmla="*/ 11 w 13"/>
                  <a:gd name="T31" fmla="*/ 25 h 35"/>
                  <a:gd name="T32" fmla="*/ 13 w 13"/>
                  <a:gd name="T33" fmla="*/ 29 h 35"/>
                  <a:gd name="T34" fmla="*/ 13 w 13"/>
                  <a:gd name="T35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" h="35">
                    <a:moveTo>
                      <a:pt x="13" y="35"/>
                    </a:moveTo>
                    <a:lnTo>
                      <a:pt x="13" y="35"/>
                    </a:lnTo>
                    <a:lnTo>
                      <a:pt x="7" y="25"/>
                    </a:lnTo>
                    <a:lnTo>
                      <a:pt x="1" y="12"/>
                    </a:lnTo>
                    <a:lnTo>
                      <a:pt x="1" y="12"/>
                    </a:lnTo>
                    <a:lnTo>
                      <a:pt x="0" y="6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3"/>
                    </a:lnTo>
                    <a:lnTo>
                      <a:pt x="4" y="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11" y="25"/>
                    </a:lnTo>
                    <a:lnTo>
                      <a:pt x="13" y="29"/>
                    </a:lnTo>
                    <a:lnTo>
                      <a:pt x="13" y="3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3" name="îṣ1îḋè"/>
              <p:cNvSpPr/>
              <p:nvPr/>
            </p:nvSpPr>
            <p:spPr bwMode="auto">
              <a:xfrm>
                <a:off x="1832391" y="4089440"/>
                <a:ext cx="24574" cy="49148"/>
              </a:xfrm>
              <a:custGeom>
                <a:avLst/>
                <a:gdLst>
                  <a:gd name="T0" fmla="*/ 8 w 8"/>
                  <a:gd name="T1" fmla="*/ 12 h 15"/>
                  <a:gd name="T2" fmla="*/ 8 w 8"/>
                  <a:gd name="T3" fmla="*/ 12 h 15"/>
                  <a:gd name="T4" fmla="*/ 8 w 8"/>
                  <a:gd name="T5" fmla="*/ 14 h 15"/>
                  <a:gd name="T6" fmla="*/ 7 w 8"/>
                  <a:gd name="T7" fmla="*/ 14 h 15"/>
                  <a:gd name="T8" fmla="*/ 5 w 8"/>
                  <a:gd name="T9" fmla="*/ 14 h 15"/>
                  <a:gd name="T10" fmla="*/ 5 w 8"/>
                  <a:gd name="T11" fmla="*/ 15 h 15"/>
                  <a:gd name="T12" fmla="*/ 5 w 8"/>
                  <a:gd name="T13" fmla="*/ 15 h 15"/>
                  <a:gd name="T14" fmla="*/ 2 w 8"/>
                  <a:gd name="T15" fmla="*/ 15 h 15"/>
                  <a:gd name="T16" fmla="*/ 1 w 8"/>
                  <a:gd name="T17" fmla="*/ 14 h 15"/>
                  <a:gd name="T18" fmla="*/ 0 w 8"/>
                  <a:gd name="T19" fmla="*/ 10 h 15"/>
                  <a:gd name="T20" fmla="*/ 0 w 8"/>
                  <a:gd name="T21" fmla="*/ 0 h 15"/>
                  <a:gd name="T22" fmla="*/ 0 w 8"/>
                  <a:gd name="T23" fmla="*/ 0 h 15"/>
                  <a:gd name="T24" fmla="*/ 1 w 8"/>
                  <a:gd name="T25" fmla="*/ 0 h 15"/>
                  <a:gd name="T26" fmla="*/ 2 w 8"/>
                  <a:gd name="T27" fmla="*/ 1 h 15"/>
                  <a:gd name="T28" fmla="*/ 4 w 8"/>
                  <a:gd name="T29" fmla="*/ 5 h 15"/>
                  <a:gd name="T30" fmla="*/ 5 w 8"/>
                  <a:gd name="T31" fmla="*/ 10 h 15"/>
                  <a:gd name="T32" fmla="*/ 7 w 8"/>
                  <a:gd name="T33" fmla="*/ 12 h 15"/>
                  <a:gd name="T34" fmla="*/ 8 w 8"/>
                  <a:gd name="T35" fmla="*/ 1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" h="15">
                    <a:moveTo>
                      <a:pt x="8" y="12"/>
                    </a:moveTo>
                    <a:lnTo>
                      <a:pt x="8" y="12"/>
                    </a:lnTo>
                    <a:lnTo>
                      <a:pt x="8" y="14"/>
                    </a:lnTo>
                    <a:lnTo>
                      <a:pt x="7" y="14"/>
                    </a:lnTo>
                    <a:lnTo>
                      <a:pt x="5" y="14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2" y="15"/>
                    </a:lnTo>
                    <a:lnTo>
                      <a:pt x="1" y="14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1"/>
                    </a:lnTo>
                    <a:lnTo>
                      <a:pt x="4" y="5"/>
                    </a:lnTo>
                    <a:lnTo>
                      <a:pt x="5" y="10"/>
                    </a:lnTo>
                    <a:lnTo>
                      <a:pt x="7" y="12"/>
                    </a:lnTo>
                    <a:lnTo>
                      <a:pt x="8" y="1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4" name="îṡľïḍe"/>
              <p:cNvSpPr/>
              <p:nvPr/>
            </p:nvSpPr>
            <p:spPr bwMode="auto">
              <a:xfrm>
                <a:off x="1832391" y="4064866"/>
                <a:ext cx="18433" cy="24574"/>
              </a:xfrm>
              <a:custGeom>
                <a:avLst/>
                <a:gdLst>
                  <a:gd name="T0" fmla="*/ 2 w 7"/>
                  <a:gd name="T1" fmla="*/ 9 h 9"/>
                  <a:gd name="T2" fmla="*/ 2 w 7"/>
                  <a:gd name="T3" fmla="*/ 9 h 9"/>
                  <a:gd name="T4" fmla="*/ 0 w 7"/>
                  <a:gd name="T5" fmla="*/ 1 h 9"/>
                  <a:gd name="T6" fmla="*/ 0 w 7"/>
                  <a:gd name="T7" fmla="*/ 1 h 9"/>
                  <a:gd name="T8" fmla="*/ 2 w 7"/>
                  <a:gd name="T9" fmla="*/ 1 h 9"/>
                  <a:gd name="T10" fmla="*/ 2 w 7"/>
                  <a:gd name="T11" fmla="*/ 0 h 9"/>
                  <a:gd name="T12" fmla="*/ 2 w 7"/>
                  <a:gd name="T13" fmla="*/ 0 h 9"/>
                  <a:gd name="T14" fmla="*/ 4 w 7"/>
                  <a:gd name="T15" fmla="*/ 1 h 9"/>
                  <a:gd name="T16" fmla="*/ 5 w 7"/>
                  <a:gd name="T17" fmla="*/ 1 h 9"/>
                  <a:gd name="T18" fmla="*/ 5 w 7"/>
                  <a:gd name="T19" fmla="*/ 3 h 9"/>
                  <a:gd name="T20" fmla="*/ 7 w 7"/>
                  <a:gd name="T21" fmla="*/ 3 h 9"/>
                  <a:gd name="T22" fmla="*/ 7 w 7"/>
                  <a:gd name="T23" fmla="*/ 3 h 9"/>
                  <a:gd name="T24" fmla="*/ 7 w 7"/>
                  <a:gd name="T25" fmla="*/ 6 h 9"/>
                  <a:gd name="T26" fmla="*/ 7 w 7"/>
                  <a:gd name="T27" fmla="*/ 6 h 9"/>
                  <a:gd name="T28" fmla="*/ 2 w 7"/>
                  <a:gd name="T2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" h="9">
                    <a:moveTo>
                      <a:pt x="2" y="9"/>
                    </a:moveTo>
                    <a:lnTo>
                      <a:pt x="2" y="9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4" y="1"/>
                    </a:lnTo>
                    <a:lnTo>
                      <a:pt x="5" y="1"/>
                    </a:lnTo>
                    <a:lnTo>
                      <a:pt x="5" y="3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2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5" name="ïṩḻíḋé"/>
              <p:cNvSpPr/>
              <p:nvPr/>
            </p:nvSpPr>
            <p:spPr bwMode="auto">
              <a:xfrm>
                <a:off x="1727948" y="3800697"/>
                <a:ext cx="141303" cy="288743"/>
              </a:xfrm>
              <a:custGeom>
                <a:avLst/>
                <a:gdLst>
                  <a:gd name="T0" fmla="*/ 35 w 47"/>
                  <a:gd name="T1" fmla="*/ 53 h 93"/>
                  <a:gd name="T2" fmla="*/ 35 w 47"/>
                  <a:gd name="T3" fmla="*/ 53 h 93"/>
                  <a:gd name="T4" fmla="*/ 33 w 47"/>
                  <a:gd name="T5" fmla="*/ 46 h 93"/>
                  <a:gd name="T6" fmla="*/ 33 w 47"/>
                  <a:gd name="T7" fmla="*/ 39 h 93"/>
                  <a:gd name="T8" fmla="*/ 32 w 47"/>
                  <a:gd name="T9" fmla="*/ 33 h 93"/>
                  <a:gd name="T10" fmla="*/ 29 w 47"/>
                  <a:gd name="T11" fmla="*/ 28 h 93"/>
                  <a:gd name="T12" fmla="*/ 36 w 47"/>
                  <a:gd name="T13" fmla="*/ 23 h 93"/>
                  <a:gd name="T14" fmla="*/ 35 w 47"/>
                  <a:gd name="T15" fmla="*/ 26 h 93"/>
                  <a:gd name="T16" fmla="*/ 33 w 47"/>
                  <a:gd name="T17" fmla="*/ 29 h 93"/>
                  <a:gd name="T18" fmla="*/ 37 w 47"/>
                  <a:gd name="T19" fmla="*/ 30 h 93"/>
                  <a:gd name="T20" fmla="*/ 42 w 47"/>
                  <a:gd name="T21" fmla="*/ 39 h 93"/>
                  <a:gd name="T22" fmla="*/ 46 w 47"/>
                  <a:gd name="T23" fmla="*/ 50 h 93"/>
                  <a:gd name="T24" fmla="*/ 46 w 47"/>
                  <a:gd name="T25" fmla="*/ 53 h 93"/>
                  <a:gd name="T26" fmla="*/ 42 w 47"/>
                  <a:gd name="T27" fmla="*/ 57 h 93"/>
                  <a:gd name="T28" fmla="*/ 42 w 47"/>
                  <a:gd name="T29" fmla="*/ 55 h 93"/>
                  <a:gd name="T30" fmla="*/ 37 w 47"/>
                  <a:gd name="T31" fmla="*/ 59 h 93"/>
                  <a:gd name="T32" fmla="*/ 42 w 47"/>
                  <a:gd name="T33" fmla="*/ 62 h 93"/>
                  <a:gd name="T34" fmla="*/ 37 w 47"/>
                  <a:gd name="T35" fmla="*/ 65 h 93"/>
                  <a:gd name="T36" fmla="*/ 33 w 47"/>
                  <a:gd name="T37" fmla="*/ 63 h 93"/>
                  <a:gd name="T38" fmla="*/ 32 w 47"/>
                  <a:gd name="T39" fmla="*/ 59 h 93"/>
                  <a:gd name="T40" fmla="*/ 32 w 47"/>
                  <a:gd name="T41" fmla="*/ 66 h 93"/>
                  <a:gd name="T42" fmla="*/ 35 w 47"/>
                  <a:gd name="T43" fmla="*/ 72 h 93"/>
                  <a:gd name="T44" fmla="*/ 42 w 47"/>
                  <a:gd name="T45" fmla="*/ 70 h 93"/>
                  <a:gd name="T46" fmla="*/ 36 w 47"/>
                  <a:gd name="T47" fmla="*/ 73 h 93"/>
                  <a:gd name="T48" fmla="*/ 33 w 47"/>
                  <a:gd name="T49" fmla="*/ 76 h 93"/>
                  <a:gd name="T50" fmla="*/ 33 w 47"/>
                  <a:gd name="T51" fmla="*/ 76 h 93"/>
                  <a:gd name="T52" fmla="*/ 35 w 47"/>
                  <a:gd name="T53" fmla="*/ 80 h 93"/>
                  <a:gd name="T54" fmla="*/ 35 w 47"/>
                  <a:gd name="T55" fmla="*/ 80 h 93"/>
                  <a:gd name="T56" fmla="*/ 35 w 47"/>
                  <a:gd name="T57" fmla="*/ 82 h 93"/>
                  <a:gd name="T58" fmla="*/ 35 w 47"/>
                  <a:gd name="T59" fmla="*/ 92 h 93"/>
                  <a:gd name="T60" fmla="*/ 29 w 47"/>
                  <a:gd name="T61" fmla="*/ 93 h 93"/>
                  <a:gd name="T62" fmla="*/ 26 w 47"/>
                  <a:gd name="T63" fmla="*/ 85 h 93"/>
                  <a:gd name="T64" fmla="*/ 25 w 47"/>
                  <a:gd name="T65" fmla="*/ 79 h 93"/>
                  <a:gd name="T66" fmla="*/ 23 w 47"/>
                  <a:gd name="T67" fmla="*/ 76 h 93"/>
                  <a:gd name="T68" fmla="*/ 17 w 47"/>
                  <a:gd name="T69" fmla="*/ 65 h 93"/>
                  <a:gd name="T70" fmla="*/ 16 w 47"/>
                  <a:gd name="T71" fmla="*/ 60 h 93"/>
                  <a:gd name="T72" fmla="*/ 15 w 47"/>
                  <a:gd name="T73" fmla="*/ 57 h 93"/>
                  <a:gd name="T74" fmla="*/ 10 w 47"/>
                  <a:gd name="T75" fmla="*/ 47 h 93"/>
                  <a:gd name="T76" fmla="*/ 5 w 47"/>
                  <a:gd name="T77" fmla="*/ 26 h 93"/>
                  <a:gd name="T78" fmla="*/ 12 w 47"/>
                  <a:gd name="T79" fmla="*/ 26 h 93"/>
                  <a:gd name="T80" fmla="*/ 7 w 47"/>
                  <a:gd name="T81" fmla="*/ 22 h 93"/>
                  <a:gd name="T82" fmla="*/ 3 w 47"/>
                  <a:gd name="T83" fmla="*/ 18 h 93"/>
                  <a:gd name="T84" fmla="*/ 7 w 47"/>
                  <a:gd name="T85" fmla="*/ 13 h 93"/>
                  <a:gd name="T86" fmla="*/ 6 w 47"/>
                  <a:gd name="T87" fmla="*/ 10 h 93"/>
                  <a:gd name="T88" fmla="*/ 2 w 47"/>
                  <a:gd name="T89" fmla="*/ 10 h 93"/>
                  <a:gd name="T90" fmla="*/ 2 w 47"/>
                  <a:gd name="T91" fmla="*/ 2 h 93"/>
                  <a:gd name="T92" fmla="*/ 9 w 47"/>
                  <a:gd name="T93" fmla="*/ 3 h 93"/>
                  <a:gd name="T94" fmla="*/ 13 w 47"/>
                  <a:gd name="T95" fmla="*/ 9 h 93"/>
                  <a:gd name="T96" fmla="*/ 19 w 47"/>
                  <a:gd name="T97" fmla="*/ 6 h 93"/>
                  <a:gd name="T98" fmla="*/ 20 w 47"/>
                  <a:gd name="T99" fmla="*/ 15 h 93"/>
                  <a:gd name="T100" fmla="*/ 23 w 47"/>
                  <a:gd name="T101" fmla="*/ 19 h 93"/>
                  <a:gd name="T102" fmla="*/ 26 w 47"/>
                  <a:gd name="T103" fmla="*/ 20 h 93"/>
                  <a:gd name="T104" fmla="*/ 27 w 47"/>
                  <a:gd name="T105" fmla="*/ 22 h 93"/>
                  <a:gd name="T106" fmla="*/ 27 w 47"/>
                  <a:gd name="T107" fmla="*/ 29 h 93"/>
                  <a:gd name="T108" fmla="*/ 29 w 47"/>
                  <a:gd name="T109" fmla="*/ 37 h 93"/>
                  <a:gd name="T110" fmla="*/ 33 w 47"/>
                  <a:gd name="T111" fmla="*/ 50 h 93"/>
                  <a:gd name="T112" fmla="*/ 35 w 47"/>
                  <a:gd name="T113" fmla="*/ 52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7" h="93">
                    <a:moveTo>
                      <a:pt x="35" y="55"/>
                    </a:moveTo>
                    <a:lnTo>
                      <a:pt x="35" y="55"/>
                    </a:lnTo>
                    <a:lnTo>
                      <a:pt x="35" y="53"/>
                    </a:lnTo>
                    <a:lnTo>
                      <a:pt x="35" y="53"/>
                    </a:lnTo>
                    <a:lnTo>
                      <a:pt x="35" y="53"/>
                    </a:lnTo>
                    <a:lnTo>
                      <a:pt x="35" y="53"/>
                    </a:lnTo>
                    <a:lnTo>
                      <a:pt x="35" y="50"/>
                    </a:lnTo>
                    <a:lnTo>
                      <a:pt x="35" y="50"/>
                    </a:lnTo>
                    <a:lnTo>
                      <a:pt x="33" y="46"/>
                    </a:lnTo>
                    <a:lnTo>
                      <a:pt x="33" y="46"/>
                    </a:lnTo>
                    <a:lnTo>
                      <a:pt x="32" y="42"/>
                    </a:lnTo>
                    <a:lnTo>
                      <a:pt x="33" y="39"/>
                    </a:lnTo>
                    <a:lnTo>
                      <a:pt x="35" y="37"/>
                    </a:lnTo>
                    <a:lnTo>
                      <a:pt x="35" y="37"/>
                    </a:lnTo>
                    <a:lnTo>
                      <a:pt x="32" y="33"/>
                    </a:lnTo>
                    <a:lnTo>
                      <a:pt x="29" y="30"/>
                    </a:lnTo>
                    <a:lnTo>
                      <a:pt x="29" y="28"/>
                    </a:lnTo>
                    <a:lnTo>
                      <a:pt x="29" y="28"/>
                    </a:lnTo>
                    <a:lnTo>
                      <a:pt x="32" y="23"/>
                    </a:lnTo>
                    <a:lnTo>
                      <a:pt x="33" y="23"/>
                    </a:lnTo>
                    <a:lnTo>
                      <a:pt x="36" y="23"/>
                    </a:lnTo>
                    <a:lnTo>
                      <a:pt x="36" y="23"/>
                    </a:lnTo>
                    <a:lnTo>
                      <a:pt x="36" y="26"/>
                    </a:lnTo>
                    <a:lnTo>
                      <a:pt x="35" y="26"/>
                    </a:lnTo>
                    <a:lnTo>
                      <a:pt x="33" y="28"/>
                    </a:lnTo>
                    <a:lnTo>
                      <a:pt x="33" y="29"/>
                    </a:lnTo>
                    <a:lnTo>
                      <a:pt x="33" y="29"/>
                    </a:lnTo>
                    <a:lnTo>
                      <a:pt x="35" y="32"/>
                    </a:lnTo>
                    <a:lnTo>
                      <a:pt x="36" y="32"/>
                    </a:lnTo>
                    <a:lnTo>
                      <a:pt x="37" y="30"/>
                    </a:lnTo>
                    <a:lnTo>
                      <a:pt x="37" y="29"/>
                    </a:lnTo>
                    <a:lnTo>
                      <a:pt x="37" y="29"/>
                    </a:lnTo>
                    <a:lnTo>
                      <a:pt x="42" y="39"/>
                    </a:lnTo>
                    <a:lnTo>
                      <a:pt x="44" y="47"/>
                    </a:lnTo>
                    <a:lnTo>
                      <a:pt x="46" y="49"/>
                    </a:lnTo>
                    <a:lnTo>
                      <a:pt x="46" y="50"/>
                    </a:lnTo>
                    <a:lnTo>
                      <a:pt x="46" y="50"/>
                    </a:lnTo>
                    <a:lnTo>
                      <a:pt x="46" y="53"/>
                    </a:lnTo>
                    <a:lnTo>
                      <a:pt x="46" y="53"/>
                    </a:lnTo>
                    <a:lnTo>
                      <a:pt x="47" y="59"/>
                    </a:lnTo>
                    <a:lnTo>
                      <a:pt x="47" y="59"/>
                    </a:lnTo>
                    <a:lnTo>
                      <a:pt x="42" y="57"/>
                    </a:lnTo>
                    <a:lnTo>
                      <a:pt x="40" y="56"/>
                    </a:lnTo>
                    <a:lnTo>
                      <a:pt x="42" y="55"/>
                    </a:lnTo>
                    <a:lnTo>
                      <a:pt x="42" y="55"/>
                    </a:lnTo>
                    <a:lnTo>
                      <a:pt x="37" y="56"/>
                    </a:lnTo>
                    <a:lnTo>
                      <a:pt x="36" y="57"/>
                    </a:lnTo>
                    <a:lnTo>
                      <a:pt x="37" y="59"/>
                    </a:lnTo>
                    <a:lnTo>
                      <a:pt x="39" y="60"/>
                    </a:lnTo>
                    <a:lnTo>
                      <a:pt x="42" y="62"/>
                    </a:lnTo>
                    <a:lnTo>
                      <a:pt x="42" y="62"/>
                    </a:lnTo>
                    <a:lnTo>
                      <a:pt x="39" y="65"/>
                    </a:lnTo>
                    <a:lnTo>
                      <a:pt x="37" y="65"/>
                    </a:lnTo>
                    <a:lnTo>
                      <a:pt x="37" y="65"/>
                    </a:lnTo>
                    <a:lnTo>
                      <a:pt x="37" y="65"/>
                    </a:lnTo>
                    <a:lnTo>
                      <a:pt x="35" y="65"/>
                    </a:lnTo>
                    <a:lnTo>
                      <a:pt x="33" y="63"/>
                    </a:lnTo>
                    <a:lnTo>
                      <a:pt x="33" y="60"/>
                    </a:lnTo>
                    <a:lnTo>
                      <a:pt x="32" y="59"/>
                    </a:lnTo>
                    <a:lnTo>
                      <a:pt x="32" y="59"/>
                    </a:lnTo>
                    <a:lnTo>
                      <a:pt x="30" y="60"/>
                    </a:lnTo>
                    <a:lnTo>
                      <a:pt x="30" y="62"/>
                    </a:lnTo>
                    <a:lnTo>
                      <a:pt x="32" y="66"/>
                    </a:lnTo>
                    <a:lnTo>
                      <a:pt x="33" y="69"/>
                    </a:lnTo>
                    <a:lnTo>
                      <a:pt x="35" y="72"/>
                    </a:lnTo>
                    <a:lnTo>
                      <a:pt x="35" y="72"/>
                    </a:lnTo>
                    <a:lnTo>
                      <a:pt x="39" y="69"/>
                    </a:lnTo>
                    <a:lnTo>
                      <a:pt x="40" y="69"/>
                    </a:lnTo>
                    <a:lnTo>
                      <a:pt x="42" y="70"/>
                    </a:lnTo>
                    <a:lnTo>
                      <a:pt x="42" y="70"/>
                    </a:lnTo>
                    <a:lnTo>
                      <a:pt x="36" y="73"/>
                    </a:lnTo>
                    <a:lnTo>
                      <a:pt x="36" y="73"/>
                    </a:lnTo>
                    <a:lnTo>
                      <a:pt x="35" y="75"/>
                    </a:lnTo>
                    <a:lnTo>
                      <a:pt x="35" y="75"/>
                    </a:lnTo>
                    <a:lnTo>
                      <a:pt x="33" y="76"/>
                    </a:lnTo>
                    <a:lnTo>
                      <a:pt x="33" y="76"/>
                    </a:lnTo>
                    <a:lnTo>
                      <a:pt x="33" y="76"/>
                    </a:lnTo>
                    <a:lnTo>
                      <a:pt x="33" y="76"/>
                    </a:lnTo>
                    <a:lnTo>
                      <a:pt x="33" y="76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35" y="80"/>
                    </a:lnTo>
                    <a:lnTo>
                      <a:pt x="35" y="82"/>
                    </a:lnTo>
                    <a:lnTo>
                      <a:pt x="35" y="82"/>
                    </a:lnTo>
                    <a:lnTo>
                      <a:pt x="35" y="86"/>
                    </a:lnTo>
                    <a:lnTo>
                      <a:pt x="35" y="92"/>
                    </a:lnTo>
                    <a:lnTo>
                      <a:pt x="35" y="92"/>
                    </a:lnTo>
                    <a:lnTo>
                      <a:pt x="32" y="92"/>
                    </a:lnTo>
                    <a:lnTo>
                      <a:pt x="29" y="93"/>
                    </a:lnTo>
                    <a:lnTo>
                      <a:pt x="29" y="93"/>
                    </a:lnTo>
                    <a:lnTo>
                      <a:pt x="27" y="86"/>
                    </a:lnTo>
                    <a:lnTo>
                      <a:pt x="27" y="86"/>
                    </a:lnTo>
                    <a:lnTo>
                      <a:pt x="26" y="85"/>
                    </a:lnTo>
                    <a:lnTo>
                      <a:pt x="26" y="83"/>
                    </a:lnTo>
                    <a:lnTo>
                      <a:pt x="26" y="83"/>
                    </a:lnTo>
                    <a:lnTo>
                      <a:pt x="25" y="79"/>
                    </a:lnTo>
                    <a:lnTo>
                      <a:pt x="25" y="77"/>
                    </a:lnTo>
                    <a:lnTo>
                      <a:pt x="25" y="77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17" y="65"/>
                    </a:lnTo>
                    <a:lnTo>
                      <a:pt x="17" y="65"/>
                    </a:lnTo>
                    <a:lnTo>
                      <a:pt x="16" y="62"/>
                    </a:lnTo>
                    <a:lnTo>
                      <a:pt x="16" y="60"/>
                    </a:lnTo>
                    <a:lnTo>
                      <a:pt x="16" y="60"/>
                    </a:lnTo>
                    <a:lnTo>
                      <a:pt x="16" y="59"/>
                    </a:lnTo>
                    <a:lnTo>
                      <a:pt x="15" y="59"/>
                    </a:lnTo>
                    <a:lnTo>
                      <a:pt x="15" y="57"/>
                    </a:lnTo>
                    <a:lnTo>
                      <a:pt x="15" y="57"/>
                    </a:lnTo>
                    <a:lnTo>
                      <a:pt x="10" y="47"/>
                    </a:lnTo>
                    <a:lnTo>
                      <a:pt x="10" y="47"/>
                    </a:lnTo>
                    <a:lnTo>
                      <a:pt x="7" y="36"/>
                    </a:lnTo>
                    <a:lnTo>
                      <a:pt x="5" y="26"/>
                    </a:lnTo>
                    <a:lnTo>
                      <a:pt x="5" y="26"/>
                    </a:lnTo>
                    <a:lnTo>
                      <a:pt x="9" y="26"/>
                    </a:lnTo>
                    <a:lnTo>
                      <a:pt x="12" y="26"/>
                    </a:lnTo>
                    <a:lnTo>
                      <a:pt x="12" y="26"/>
                    </a:lnTo>
                    <a:lnTo>
                      <a:pt x="10" y="23"/>
                    </a:lnTo>
                    <a:lnTo>
                      <a:pt x="7" y="22"/>
                    </a:lnTo>
                    <a:lnTo>
                      <a:pt x="7" y="22"/>
                    </a:lnTo>
                    <a:lnTo>
                      <a:pt x="5" y="20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9" y="16"/>
                    </a:lnTo>
                    <a:lnTo>
                      <a:pt x="9" y="16"/>
                    </a:lnTo>
                    <a:lnTo>
                      <a:pt x="7" y="13"/>
                    </a:lnTo>
                    <a:lnTo>
                      <a:pt x="6" y="10"/>
                    </a:lnTo>
                    <a:lnTo>
                      <a:pt x="6" y="10"/>
                    </a:lnTo>
                    <a:lnTo>
                      <a:pt x="6" y="10"/>
                    </a:lnTo>
                    <a:lnTo>
                      <a:pt x="5" y="10"/>
                    </a:lnTo>
                    <a:lnTo>
                      <a:pt x="3" y="12"/>
                    </a:lnTo>
                    <a:lnTo>
                      <a:pt x="2" y="1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9" y="3"/>
                    </a:lnTo>
                    <a:lnTo>
                      <a:pt x="12" y="6"/>
                    </a:lnTo>
                    <a:lnTo>
                      <a:pt x="13" y="9"/>
                    </a:lnTo>
                    <a:lnTo>
                      <a:pt x="13" y="9"/>
                    </a:lnTo>
                    <a:lnTo>
                      <a:pt x="15" y="8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19" y="9"/>
                    </a:lnTo>
                    <a:lnTo>
                      <a:pt x="20" y="12"/>
                    </a:lnTo>
                    <a:lnTo>
                      <a:pt x="20" y="15"/>
                    </a:lnTo>
                    <a:lnTo>
                      <a:pt x="20" y="18"/>
                    </a:lnTo>
                    <a:lnTo>
                      <a:pt x="20" y="18"/>
                    </a:lnTo>
                    <a:lnTo>
                      <a:pt x="23" y="19"/>
                    </a:lnTo>
                    <a:lnTo>
                      <a:pt x="26" y="19"/>
                    </a:lnTo>
                    <a:lnTo>
                      <a:pt x="26" y="19"/>
                    </a:lnTo>
                    <a:lnTo>
                      <a:pt x="26" y="20"/>
                    </a:lnTo>
                    <a:lnTo>
                      <a:pt x="26" y="20"/>
                    </a:lnTo>
                    <a:lnTo>
                      <a:pt x="27" y="22"/>
                    </a:lnTo>
                    <a:lnTo>
                      <a:pt x="27" y="22"/>
                    </a:lnTo>
                    <a:lnTo>
                      <a:pt x="27" y="25"/>
                    </a:lnTo>
                    <a:lnTo>
                      <a:pt x="27" y="25"/>
                    </a:lnTo>
                    <a:lnTo>
                      <a:pt x="27" y="29"/>
                    </a:lnTo>
                    <a:lnTo>
                      <a:pt x="27" y="29"/>
                    </a:lnTo>
                    <a:lnTo>
                      <a:pt x="29" y="37"/>
                    </a:lnTo>
                    <a:lnTo>
                      <a:pt x="29" y="37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3" y="50"/>
                    </a:lnTo>
                    <a:lnTo>
                      <a:pt x="33" y="50"/>
                    </a:lnTo>
                    <a:lnTo>
                      <a:pt x="35" y="52"/>
                    </a:lnTo>
                    <a:lnTo>
                      <a:pt x="35" y="52"/>
                    </a:lnTo>
                    <a:lnTo>
                      <a:pt x="35" y="5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6" name="î$ľíḑè"/>
              <p:cNvSpPr/>
              <p:nvPr/>
            </p:nvSpPr>
            <p:spPr bwMode="auto">
              <a:xfrm>
                <a:off x="3534144" y="345051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7" name="işḷíḓè"/>
              <p:cNvSpPr/>
              <p:nvPr/>
            </p:nvSpPr>
            <p:spPr bwMode="auto">
              <a:xfrm>
                <a:off x="3534144" y="3450513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8" name="íšḻiḓé"/>
              <p:cNvSpPr/>
              <p:nvPr/>
            </p:nvSpPr>
            <p:spPr bwMode="auto">
              <a:xfrm>
                <a:off x="3497283" y="3444372"/>
                <a:ext cx="49148" cy="12287"/>
              </a:xfrm>
              <a:custGeom>
                <a:avLst/>
                <a:gdLst>
                  <a:gd name="T0" fmla="*/ 7 w 15"/>
                  <a:gd name="T1" fmla="*/ 3 h 5"/>
                  <a:gd name="T2" fmla="*/ 7 w 15"/>
                  <a:gd name="T3" fmla="*/ 3 h 5"/>
                  <a:gd name="T4" fmla="*/ 0 w 15"/>
                  <a:gd name="T5" fmla="*/ 0 h 5"/>
                  <a:gd name="T6" fmla="*/ 0 w 15"/>
                  <a:gd name="T7" fmla="*/ 0 h 5"/>
                  <a:gd name="T8" fmla="*/ 8 w 15"/>
                  <a:gd name="T9" fmla="*/ 2 h 5"/>
                  <a:gd name="T10" fmla="*/ 8 w 15"/>
                  <a:gd name="T11" fmla="*/ 2 h 5"/>
                  <a:gd name="T12" fmla="*/ 15 w 15"/>
                  <a:gd name="T13" fmla="*/ 5 h 5"/>
                  <a:gd name="T14" fmla="*/ 15 w 15"/>
                  <a:gd name="T15" fmla="*/ 5 h 5"/>
                  <a:gd name="T16" fmla="*/ 15 w 15"/>
                  <a:gd name="T17" fmla="*/ 5 h 5"/>
                  <a:gd name="T18" fmla="*/ 15 w 15"/>
                  <a:gd name="T19" fmla="*/ 5 h 5"/>
                  <a:gd name="T20" fmla="*/ 15 w 15"/>
                  <a:gd name="T21" fmla="*/ 3 h 5"/>
                  <a:gd name="T22" fmla="*/ 15 w 15"/>
                  <a:gd name="T23" fmla="*/ 3 h 5"/>
                  <a:gd name="T24" fmla="*/ 7 w 15"/>
                  <a:gd name="T25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" h="5">
                    <a:moveTo>
                      <a:pt x="7" y="3"/>
                    </a:moveTo>
                    <a:lnTo>
                      <a:pt x="7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" y="2"/>
                    </a:lnTo>
                    <a:lnTo>
                      <a:pt x="8" y="2"/>
                    </a:lnTo>
                    <a:lnTo>
                      <a:pt x="15" y="5"/>
                    </a:lnTo>
                    <a:lnTo>
                      <a:pt x="15" y="5"/>
                    </a:lnTo>
                    <a:lnTo>
                      <a:pt x="15" y="5"/>
                    </a:lnTo>
                    <a:lnTo>
                      <a:pt x="15" y="5"/>
                    </a:lnTo>
                    <a:lnTo>
                      <a:pt x="15" y="3"/>
                    </a:lnTo>
                    <a:lnTo>
                      <a:pt x="15" y="3"/>
                    </a:lnTo>
                    <a:lnTo>
                      <a:pt x="7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09" name="ísļïďé"/>
              <p:cNvSpPr/>
              <p:nvPr/>
            </p:nvSpPr>
            <p:spPr bwMode="auto">
              <a:xfrm>
                <a:off x="1924542" y="3002038"/>
                <a:ext cx="18433" cy="30716"/>
              </a:xfrm>
              <a:custGeom>
                <a:avLst/>
                <a:gdLst>
                  <a:gd name="T0" fmla="*/ 5 w 8"/>
                  <a:gd name="T1" fmla="*/ 8 h 8"/>
                  <a:gd name="T2" fmla="*/ 5 w 8"/>
                  <a:gd name="T3" fmla="*/ 8 h 8"/>
                  <a:gd name="T4" fmla="*/ 2 w 8"/>
                  <a:gd name="T5" fmla="*/ 7 h 8"/>
                  <a:gd name="T6" fmla="*/ 0 w 8"/>
                  <a:gd name="T7" fmla="*/ 5 h 8"/>
                  <a:gd name="T8" fmla="*/ 2 w 8"/>
                  <a:gd name="T9" fmla="*/ 0 h 8"/>
                  <a:gd name="T10" fmla="*/ 2 w 8"/>
                  <a:gd name="T11" fmla="*/ 0 h 8"/>
                  <a:gd name="T12" fmla="*/ 5 w 8"/>
                  <a:gd name="T13" fmla="*/ 0 h 8"/>
                  <a:gd name="T14" fmla="*/ 8 w 8"/>
                  <a:gd name="T15" fmla="*/ 0 h 8"/>
                  <a:gd name="T16" fmla="*/ 8 w 8"/>
                  <a:gd name="T17" fmla="*/ 0 h 8"/>
                  <a:gd name="T18" fmla="*/ 6 w 8"/>
                  <a:gd name="T19" fmla="*/ 5 h 8"/>
                  <a:gd name="T20" fmla="*/ 5 w 8"/>
                  <a:gd name="T21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8">
                    <a:moveTo>
                      <a:pt x="5" y="8"/>
                    </a:moveTo>
                    <a:lnTo>
                      <a:pt x="5" y="8"/>
                    </a:lnTo>
                    <a:lnTo>
                      <a:pt x="2" y="7"/>
                    </a:lnTo>
                    <a:lnTo>
                      <a:pt x="0" y="5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5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6" y="5"/>
                    </a:lnTo>
                    <a:lnTo>
                      <a:pt x="5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0" name="ïsḷíďê"/>
              <p:cNvSpPr/>
              <p:nvPr/>
            </p:nvSpPr>
            <p:spPr bwMode="auto">
              <a:xfrm>
                <a:off x="3380559" y="3370649"/>
                <a:ext cx="104442" cy="55290"/>
              </a:xfrm>
              <a:custGeom>
                <a:avLst/>
                <a:gdLst>
                  <a:gd name="T0" fmla="*/ 30 w 33"/>
                  <a:gd name="T1" fmla="*/ 15 h 17"/>
                  <a:gd name="T2" fmla="*/ 30 w 33"/>
                  <a:gd name="T3" fmla="*/ 15 h 17"/>
                  <a:gd name="T4" fmla="*/ 22 w 33"/>
                  <a:gd name="T5" fmla="*/ 11 h 17"/>
                  <a:gd name="T6" fmla="*/ 22 w 33"/>
                  <a:gd name="T7" fmla="*/ 11 h 17"/>
                  <a:gd name="T8" fmla="*/ 9 w 33"/>
                  <a:gd name="T9" fmla="*/ 5 h 17"/>
                  <a:gd name="T10" fmla="*/ 0 w 33"/>
                  <a:gd name="T11" fmla="*/ 0 h 17"/>
                  <a:gd name="T12" fmla="*/ 0 w 33"/>
                  <a:gd name="T13" fmla="*/ 0 h 17"/>
                  <a:gd name="T14" fmla="*/ 2 w 33"/>
                  <a:gd name="T15" fmla="*/ 1 h 17"/>
                  <a:gd name="T16" fmla="*/ 5 w 33"/>
                  <a:gd name="T17" fmla="*/ 1 h 17"/>
                  <a:gd name="T18" fmla="*/ 5 w 33"/>
                  <a:gd name="T19" fmla="*/ 1 h 17"/>
                  <a:gd name="T20" fmla="*/ 28 w 33"/>
                  <a:gd name="T21" fmla="*/ 12 h 17"/>
                  <a:gd name="T22" fmla="*/ 28 w 33"/>
                  <a:gd name="T23" fmla="*/ 12 h 17"/>
                  <a:gd name="T24" fmla="*/ 29 w 33"/>
                  <a:gd name="T25" fmla="*/ 14 h 17"/>
                  <a:gd name="T26" fmla="*/ 29 w 33"/>
                  <a:gd name="T27" fmla="*/ 14 h 17"/>
                  <a:gd name="T28" fmla="*/ 33 w 33"/>
                  <a:gd name="T29" fmla="*/ 17 h 17"/>
                  <a:gd name="T30" fmla="*/ 33 w 33"/>
                  <a:gd name="T31" fmla="*/ 17 h 17"/>
                  <a:gd name="T32" fmla="*/ 30 w 33"/>
                  <a:gd name="T33" fmla="*/ 1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3" h="17">
                    <a:moveTo>
                      <a:pt x="30" y="15"/>
                    </a:moveTo>
                    <a:lnTo>
                      <a:pt x="30" y="15"/>
                    </a:lnTo>
                    <a:lnTo>
                      <a:pt x="22" y="11"/>
                    </a:lnTo>
                    <a:lnTo>
                      <a:pt x="22" y="11"/>
                    </a:lnTo>
                    <a:lnTo>
                      <a:pt x="9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1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28" y="12"/>
                    </a:lnTo>
                    <a:lnTo>
                      <a:pt x="28" y="12"/>
                    </a:lnTo>
                    <a:lnTo>
                      <a:pt x="29" y="14"/>
                    </a:lnTo>
                    <a:lnTo>
                      <a:pt x="29" y="14"/>
                    </a:lnTo>
                    <a:lnTo>
                      <a:pt x="33" y="17"/>
                    </a:lnTo>
                    <a:lnTo>
                      <a:pt x="33" y="17"/>
                    </a:lnTo>
                    <a:lnTo>
                      <a:pt x="30" y="1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1" name="íśļiḍe"/>
              <p:cNvSpPr/>
              <p:nvPr/>
            </p:nvSpPr>
            <p:spPr bwMode="auto">
              <a:xfrm>
                <a:off x="2600330" y="2989751"/>
                <a:ext cx="12287" cy="18429"/>
              </a:xfrm>
              <a:custGeom>
                <a:avLst/>
                <a:gdLst>
                  <a:gd name="T0" fmla="*/ 2 w 4"/>
                  <a:gd name="T1" fmla="*/ 6 h 6"/>
                  <a:gd name="T2" fmla="*/ 2 w 4"/>
                  <a:gd name="T3" fmla="*/ 6 h 6"/>
                  <a:gd name="T4" fmla="*/ 0 w 4"/>
                  <a:gd name="T5" fmla="*/ 3 h 6"/>
                  <a:gd name="T6" fmla="*/ 0 w 4"/>
                  <a:gd name="T7" fmla="*/ 2 h 6"/>
                  <a:gd name="T8" fmla="*/ 3 w 4"/>
                  <a:gd name="T9" fmla="*/ 0 h 6"/>
                  <a:gd name="T10" fmla="*/ 3 w 4"/>
                  <a:gd name="T11" fmla="*/ 0 h 6"/>
                  <a:gd name="T12" fmla="*/ 4 w 4"/>
                  <a:gd name="T13" fmla="*/ 3 h 6"/>
                  <a:gd name="T14" fmla="*/ 4 w 4"/>
                  <a:gd name="T15" fmla="*/ 5 h 6"/>
                  <a:gd name="T16" fmla="*/ 4 w 4"/>
                  <a:gd name="T17" fmla="*/ 5 h 6"/>
                  <a:gd name="T18" fmla="*/ 2 w 4"/>
                  <a:gd name="T19" fmla="*/ 5 h 6"/>
                  <a:gd name="T20" fmla="*/ 2 w 4"/>
                  <a:gd name="T21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6">
                    <a:moveTo>
                      <a:pt x="2" y="6"/>
                    </a:moveTo>
                    <a:lnTo>
                      <a:pt x="2" y="6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4" y="3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2" y="5"/>
                    </a:lnTo>
                    <a:lnTo>
                      <a:pt x="2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2" name="ïṡ1îḍè"/>
              <p:cNvSpPr/>
              <p:nvPr/>
            </p:nvSpPr>
            <p:spPr bwMode="auto">
              <a:xfrm>
                <a:off x="3423562" y="3389078"/>
                <a:ext cx="24574" cy="12287"/>
              </a:xfrm>
              <a:custGeom>
                <a:avLst/>
                <a:gdLst>
                  <a:gd name="T0" fmla="*/ 0 w 9"/>
                  <a:gd name="T1" fmla="*/ 0 h 5"/>
                  <a:gd name="T2" fmla="*/ 0 w 9"/>
                  <a:gd name="T3" fmla="*/ 0 h 5"/>
                  <a:gd name="T4" fmla="*/ 2 w 9"/>
                  <a:gd name="T5" fmla="*/ 0 h 5"/>
                  <a:gd name="T6" fmla="*/ 2 w 9"/>
                  <a:gd name="T7" fmla="*/ 0 h 5"/>
                  <a:gd name="T8" fmla="*/ 9 w 9"/>
                  <a:gd name="T9" fmla="*/ 5 h 5"/>
                  <a:gd name="T10" fmla="*/ 9 w 9"/>
                  <a:gd name="T11" fmla="*/ 5 h 5"/>
                  <a:gd name="T12" fmla="*/ 0 w 9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5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3" name="îsļiḋé"/>
              <p:cNvSpPr/>
              <p:nvPr/>
            </p:nvSpPr>
            <p:spPr bwMode="auto">
              <a:xfrm>
                <a:off x="1998263" y="2633427"/>
                <a:ext cx="18433" cy="24574"/>
              </a:xfrm>
              <a:custGeom>
                <a:avLst/>
                <a:gdLst>
                  <a:gd name="T0" fmla="*/ 1 w 7"/>
                  <a:gd name="T1" fmla="*/ 7 h 7"/>
                  <a:gd name="T2" fmla="*/ 1 w 7"/>
                  <a:gd name="T3" fmla="*/ 7 h 7"/>
                  <a:gd name="T4" fmla="*/ 0 w 7"/>
                  <a:gd name="T5" fmla="*/ 7 h 7"/>
                  <a:gd name="T6" fmla="*/ 0 w 7"/>
                  <a:gd name="T7" fmla="*/ 5 h 7"/>
                  <a:gd name="T8" fmla="*/ 1 w 7"/>
                  <a:gd name="T9" fmla="*/ 1 h 7"/>
                  <a:gd name="T10" fmla="*/ 4 w 7"/>
                  <a:gd name="T11" fmla="*/ 0 h 7"/>
                  <a:gd name="T12" fmla="*/ 5 w 7"/>
                  <a:gd name="T13" fmla="*/ 0 h 7"/>
                  <a:gd name="T14" fmla="*/ 7 w 7"/>
                  <a:gd name="T15" fmla="*/ 1 h 7"/>
                  <a:gd name="T16" fmla="*/ 7 w 7"/>
                  <a:gd name="T17" fmla="*/ 1 h 7"/>
                  <a:gd name="T18" fmla="*/ 7 w 7"/>
                  <a:gd name="T19" fmla="*/ 3 h 7"/>
                  <a:gd name="T20" fmla="*/ 5 w 7"/>
                  <a:gd name="T21" fmla="*/ 4 h 7"/>
                  <a:gd name="T22" fmla="*/ 1 w 7"/>
                  <a:gd name="T2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7">
                    <a:moveTo>
                      <a:pt x="1" y="7"/>
                    </a:moveTo>
                    <a:lnTo>
                      <a:pt x="1" y="7"/>
                    </a:lnTo>
                    <a:lnTo>
                      <a:pt x="0" y="7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7" y="3"/>
                    </a:lnTo>
                    <a:lnTo>
                      <a:pt x="5" y="4"/>
                    </a:lnTo>
                    <a:lnTo>
                      <a:pt x="1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4" name="íṣḷide"/>
              <p:cNvSpPr/>
              <p:nvPr/>
            </p:nvSpPr>
            <p:spPr bwMode="auto">
              <a:xfrm>
                <a:off x="2157995" y="2541271"/>
                <a:ext cx="18433" cy="18429"/>
              </a:xfrm>
              <a:custGeom>
                <a:avLst/>
                <a:gdLst>
                  <a:gd name="T0" fmla="*/ 0 w 7"/>
                  <a:gd name="T1" fmla="*/ 3 h 7"/>
                  <a:gd name="T2" fmla="*/ 1 w 7"/>
                  <a:gd name="T3" fmla="*/ 0 h 7"/>
                  <a:gd name="T4" fmla="*/ 1 w 7"/>
                  <a:gd name="T5" fmla="*/ 0 h 7"/>
                  <a:gd name="T6" fmla="*/ 6 w 7"/>
                  <a:gd name="T7" fmla="*/ 3 h 7"/>
                  <a:gd name="T8" fmla="*/ 7 w 7"/>
                  <a:gd name="T9" fmla="*/ 5 h 7"/>
                  <a:gd name="T10" fmla="*/ 6 w 7"/>
                  <a:gd name="T11" fmla="*/ 7 h 7"/>
                  <a:gd name="T12" fmla="*/ 6 w 7"/>
                  <a:gd name="T13" fmla="*/ 7 h 7"/>
                  <a:gd name="T14" fmla="*/ 4 w 7"/>
                  <a:gd name="T15" fmla="*/ 6 h 7"/>
                  <a:gd name="T16" fmla="*/ 1 w 7"/>
                  <a:gd name="T17" fmla="*/ 6 h 7"/>
                  <a:gd name="T18" fmla="*/ 0 w 7"/>
                  <a:gd name="T19" fmla="*/ 5 h 7"/>
                  <a:gd name="T20" fmla="*/ 0 w 7"/>
                  <a:gd name="T21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7">
                    <a:moveTo>
                      <a:pt x="0" y="3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6" y="3"/>
                    </a:lnTo>
                    <a:lnTo>
                      <a:pt x="7" y="5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4" y="6"/>
                    </a:lnTo>
                    <a:lnTo>
                      <a:pt x="1" y="6"/>
                    </a:lnTo>
                    <a:lnTo>
                      <a:pt x="0" y="5"/>
                    </a:lnTo>
                    <a:lnTo>
                      <a:pt x="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5" name="iṧľïḍè"/>
              <p:cNvSpPr/>
              <p:nvPr/>
            </p:nvSpPr>
            <p:spPr bwMode="auto">
              <a:xfrm>
                <a:off x="3607868" y="3585671"/>
                <a:ext cx="12287" cy="36861"/>
              </a:xfrm>
              <a:custGeom>
                <a:avLst/>
                <a:gdLst>
                  <a:gd name="T0" fmla="*/ 0 w 6"/>
                  <a:gd name="T1" fmla="*/ 3 h 13"/>
                  <a:gd name="T2" fmla="*/ 0 w 6"/>
                  <a:gd name="T3" fmla="*/ 3 h 13"/>
                  <a:gd name="T4" fmla="*/ 2 w 6"/>
                  <a:gd name="T5" fmla="*/ 4 h 13"/>
                  <a:gd name="T6" fmla="*/ 2 w 6"/>
                  <a:gd name="T7" fmla="*/ 4 h 13"/>
                  <a:gd name="T8" fmla="*/ 2 w 6"/>
                  <a:gd name="T9" fmla="*/ 4 h 13"/>
                  <a:gd name="T10" fmla="*/ 2 w 6"/>
                  <a:gd name="T11" fmla="*/ 0 h 13"/>
                  <a:gd name="T12" fmla="*/ 2 w 6"/>
                  <a:gd name="T13" fmla="*/ 0 h 13"/>
                  <a:gd name="T14" fmla="*/ 3 w 6"/>
                  <a:gd name="T15" fmla="*/ 3 h 13"/>
                  <a:gd name="T16" fmla="*/ 3 w 6"/>
                  <a:gd name="T17" fmla="*/ 1 h 13"/>
                  <a:gd name="T18" fmla="*/ 3 w 6"/>
                  <a:gd name="T19" fmla="*/ 3 h 13"/>
                  <a:gd name="T20" fmla="*/ 3 w 6"/>
                  <a:gd name="T21" fmla="*/ 3 h 13"/>
                  <a:gd name="T22" fmla="*/ 4 w 6"/>
                  <a:gd name="T23" fmla="*/ 6 h 13"/>
                  <a:gd name="T24" fmla="*/ 3 w 6"/>
                  <a:gd name="T25" fmla="*/ 6 h 13"/>
                  <a:gd name="T26" fmla="*/ 3 w 6"/>
                  <a:gd name="T27" fmla="*/ 6 h 13"/>
                  <a:gd name="T28" fmla="*/ 3 w 6"/>
                  <a:gd name="T29" fmla="*/ 7 h 13"/>
                  <a:gd name="T30" fmla="*/ 4 w 6"/>
                  <a:gd name="T31" fmla="*/ 10 h 13"/>
                  <a:gd name="T32" fmla="*/ 4 w 6"/>
                  <a:gd name="T33" fmla="*/ 10 h 13"/>
                  <a:gd name="T34" fmla="*/ 4 w 6"/>
                  <a:gd name="T35" fmla="*/ 11 h 13"/>
                  <a:gd name="T36" fmla="*/ 4 w 6"/>
                  <a:gd name="T37" fmla="*/ 11 h 13"/>
                  <a:gd name="T38" fmla="*/ 4 w 6"/>
                  <a:gd name="T39" fmla="*/ 11 h 13"/>
                  <a:gd name="T40" fmla="*/ 6 w 6"/>
                  <a:gd name="T41" fmla="*/ 13 h 13"/>
                  <a:gd name="T42" fmla="*/ 4 w 6"/>
                  <a:gd name="T43" fmla="*/ 13 h 13"/>
                  <a:gd name="T44" fmla="*/ 2 w 6"/>
                  <a:gd name="T45" fmla="*/ 9 h 13"/>
                  <a:gd name="T46" fmla="*/ 2 w 6"/>
                  <a:gd name="T47" fmla="*/ 9 h 13"/>
                  <a:gd name="T48" fmla="*/ 3 w 6"/>
                  <a:gd name="T49" fmla="*/ 7 h 13"/>
                  <a:gd name="T50" fmla="*/ 0 w 6"/>
                  <a:gd name="T51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" h="13">
                    <a:moveTo>
                      <a:pt x="0" y="3"/>
                    </a:moveTo>
                    <a:lnTo>
                      <a:pt x="0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4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7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3" y="7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6" name="îŝ1ïdé"/>
              <p:cNvSpPr/>
              <p:nvPr/>
            </p:nvSpPr>
            <p:spPr bwMode="auto">
              <a:xfrm>
                <a:off x="3607868" y="3585671"/>
                <a:ext cx="12287" cy="36861"/>
              </a:xfrm>
              <a:custGeom>
                <a:avLst/>
                <a:gdLst>
                  <a:gd name="T0" fmla="*/ 0 w 6"/>
                  <a:gd name="T1" fmla="*/ 3 h 13"/>
                  <a:gd name="T2" fmla="*/ 0 w 6"/>
                  <a:gd name="T3" fmla="*/ 3 h 13"/>
                  <a:gd name="T4" fmla="*/ 2 w 6"/>
                  <a:gd name="T5" fmla="*/ 4 h 13"/>
                  <a:gd name="T6" fmla="*/ 2 w 6"/>
                  <a:gd name="T7" fmla="*/ 4 h 13"/>
                  <a:gd name="T8" fmla="*/ 2 w 6"/>
                  <a:gd name="T9" fmla="*/ 4 h 13"/>
                  <a:gd name="T10" fmla="*/ 2 w 6"/>
                  <a:gd name="T11" fmla="*/ 0 h 13"/>
                  <a:gd name="T12" fmla="*/ 2 w 6"/>
                  <a:gd name="T13" fmla="*/ 0 h 13"/>
                  <a:gd name="T14" fmla="*/ 3 w 6"/>
                  <a:gd name="T15" fmla="*/ 3 h 13"/>
                  <a:gd name="T16" fmla="*/ 3 w 6"/>
                  <a:gd name="T17" fmla="*/ 1 h 13"/>
                  <a:gd name="T18" fmla="*/ 3 w 6"/>
                  <a:gd name="T19" fmla="*/ 3 h 13"/>
                  <a:gd name="T20" fmla="*/ 3 w 6"/>
                  <a:gd name="T21" fmla="*/ 3 h 13"/>
                  <a:gd name="T22" fmla="*/ 4 w 6"/>
                  <a:gd name="T23" fmla="*/ 6 h 13"/>
                  <a:gd name="T24" fmla="*/ 3 w 6"/>
                  <a:gd name="T25" fmla="*/ 6 h 13"/>
                  <a:gd name="T26" fmla="*/ 3 w 6"/>
                  <a:gd name="T27" fmla="*/ 6 h 13"/>
                  <a:gd name="T28" fmla="*/ 3 w 6"/>
                  <a:gd name="T29" fmla="*/ 7 h 13"/>
                  <a:gd name="T30" fmla="*/ 4 w 6"/>
                  <a:gd name="T31" fmla="*/ 10 h 13"/>
                  <a:gd name="T32" fmla="*/ 4 w 6"/>
                  <a:gd name="T33" fmla="*/ 10 h 13"/>
                  <a:gd name="T34" fmla="*/ 4 w 6"/>
                  <a:gd name="T35" fmla="*/ 11 h 13"/>
                  <a:gd name="T36" fmla="*/ 4 w 6"/>
                  <a:gd name="T37" fmla="*/ 11 h 13"/>
                  <a:gd name="T38" fmla="*/ 4 w 6"/>
                  <a:gd name="T39" fmla="*/ 11 h 13"/>
                  <a:gd name="T40" fmla="*/ 6 w 6"/>
                  <a:gd name="T41" fmla="*/ 13 h 13"/>
                  <a:gd name="T42" fmla="*/ 4 w 6"/>
                  <a:gd name="T43" fmla="*/ 13 h 13"/>
                  <a:gd name="T44" fmla="*/ 2 w 6"/>
                  <a:gd name="T45" fmla="*/ 9 h 13"/>
                  <a:gd name="T46" fmla="*/ 2 w 6"/>
                  <a:gd name="T47" fmla="*/ 9 h 13"/>
                  <a:gd name="T48" fmla="*/ 3 w 6"/>
                  <a:gd name="T49" fmla="*/ 7 h 13"/>
                  <a:gd name="T50" fmla="*/ 0 w 6"/>
                  <a:gd name="T51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" h="13">
                    <a:moveTo>
                      <a:pt x="0" y="3"/>
                    </a:moveTo>
                    <a:lnTo>
                      <a:pt x="0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4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7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3" y="7"/>
                    </a:lnTo>
                    <a:lnTo>
                      <a:pt x="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7" name="îṩľïḋè"/>
              <p:cNvSpPr/>
              <p:nvPr/>
            </p:nvSpPr>
            <p:spPr bwMode="auto">
              <a:xfrm>
                <a:off x="3847466" y="5293571"/>
                <a:ext cx="1339288" cy="675788"/>
              </a:xfrm>
              <a:custGeom>
                <a:avLst/>
                <a:gdLst>
                  <a:gd name="T0" fmla="*/ 179 w 436"/>
                  <a:gd name="T1" fmla="*/ 154 h 219"/>
                  <a:gd name="T2" fmla="*/ 165 w 436"/>
                  <a:gd name="T3" fmla="*/ 161 h 219"/>
                  <a:gd name="T4" fmla="*/ 155 w 436"/>
                  <a:gd name="T5" fmla="*/ 168 h 219"/>
                  <a:gd name="T6" fmla="*/ 137 w 436"/>
                  <a:gd name="T7" fmla="*/ 172 h 219"/>
                  <a:gd name="T8" fmla="*/ 108 w 436"/>
                  <a:gd name="T9" fmla="*/ 185 h 219"/>
                  <a:gd name="T10" fmla="*/ 88 w 436"/>
                  <a:gd name="T11" fmla="*/ 194 h 219"/>
                  <a:gd name="T12" fmla="*/ 57 w 436"/>
                  <a:gd name="T13" fmla="*/ 199 h 219"/>
                  <a:gd name="T14" fmla="*/ 0 w 436"/>
                  <a:gd name="T15" fmla="*/ 219 h 219"/>
                  <a:gd name="T16" fmla="*/ 35 w 436"/>
                  <a:gd name="T17" fmla="*/ 211 h 219"/>
                  <a:gd name="T18" fmla="*/ 45 w 436"/>
                  <a:gd name="T19" fmla="*/ 212 h 219"/>
                  <a:gd name="T20" fmla="*/ 115 w 436"/>
                  <a:gd name="T21" fmla="*/ 194 h 219"/>
                  <a:gd name="T22" fmla="*/ 147 w 436"/>
                  <a:gd name="T23" fmla="*/ 184 h 219"/>
                  <a:gd name="T24" fmla="*/ 174 w 436"/>
                  <a:gd name="T25" fmla="*/ 174 h 219"/>
                  <a:gd name="T26" fmla="*/ 303 w 436"/>
                  <a:gd name="T27" fmla="*/ 111 h 219"/>
                  <a:gd name="T28" fmla="*/ 332 w 436"/>
                  <a:gd name="T29" fmla="*/ 90 h 219"/>
                  <a:gd name="T30" fmla="*/ 353 w 436"/>
                  <a:gd name="T31" fmla="*/ 80 h 219"/>
                  <a:gd name="T32" fmla="*/ 373 w 436"/>
                  <a:gd name="T33" fmla="*/ 67 h 219"/>
                  <a:gd name="T34" fmla="*/ 366 w 436"/>
                  <a:gd name="T35" fmla="*/ 67 h 219"/>
                  <a:gd name="T36" fmla="*/ 392 w 436"/>
                  <a:gd name="T37" fmla="*/ 47 h 219"/>
                  <a:gd name="T38" fmla="*/ 413 w 436"/>
                  <a:gd name="T39" fmla="*/ 31 h 219"/>
                  <a:gd name="T40" fmla="*/ 413 w 436"/>
                  <a:gd name="T41" fmla="*/ 22 h 219"/>
                  <a:gd name="T42" fmla="*/ 428 w 436"/>
                  <a:gd name="T43" fmla="*/ 8 h 219"/>
                  <a:gd name="T44" fmla="*/ 435 w 436"/>
                  <a:gd name="T45" fmla="*/ 0 h 219"/>
                  <a:gd name="T46" fmla="*/ 415 w 436"/>
                  <a:gd name="T47" fmla="*/ 18 h 219"/>
                  <a:gd name="T48" fmla="*/ 413 w 436"/>
                  <a:gd name="T49" fmla="*/ 14 h 219"/>
                  <a:gd name="T50" fmla="*/ 402 w 436"/>
                  <a:gd name="T51" fmla="*/ 21 h 219"/>
                  <a:gd name="T52" fmla="*/ 396 w 436"/>
                  <a:gd name="T53" fmla="*/ 18 h 219"/>
                  <a:gd name="T54" fmla="*/ 390 w 436"/>
                  <a:gd name="T55" fmla="*/ 20 h 219"/>
                  <a:gd name="T56" fmla="*/ 376 w 436"/>
                  <a:gd name="T57" fmla="*/ 31 h 219"/>
                  <a:gd name="T58" fmla="*/ 379 w 436"/>
                  <a:gd name="T59" fmla="*/ 37 h 219"/>
                  <a:gd name="T60" fmla="*/ 360 w 436"/>
                  <a:gd name="T61" fmla="*/ 44 h 219"/>
                  <a:gd name="T62" fmla="*/ 359 w 436"/>
                  <a:gd name="T63" fmla="*/ 41 h 219"/>
                  <a:gd name="T64" fmla="*/ 331 w 436"/>
                  <a:gd name="T65" fmla="*/ 58 h 219"/>
                  <a:gd name="T66" fmla="*/ 313 w 436"/>
                  <a:gd name="T67" fmla="*/ 61 h 219"/>
                  <a:gd name="T68" fmla="*/ 311 w 436"/>
                  <a:gd name="T69" fmla="*/ 71 h 219"/>
                  <a:gd name="T70" fmla="*/ 305 w 436"/>
                  <a:gd name="T71" fmla="*/ 78 h 219"/>
                  <a:gd name="T72" fmla="*/ 299 w 436"/>
                  <a:gd name="T73" fmla="*/ 77 h 219"/>
                  <a:gd name="T74" fmla="*/ 295 w 436"/>
                  <a:gd name="T75" fmla="*/ 75 h 219"/>
                  <a:gd name="T76" fmla="*/ 279 w 436"/>
                  <a:gd name="T77" fmla="*/ 92 h 219"/>
                  <a:gd name="T78" fmla="*/ 259 w 436"/>
                  <a:gd name="T79" fmla="*/ 92 h 219"/>
                  <a:gd name="T80" fmla="*/ 248 w 436"/>
                  <a:gd name="T81" fmla="*/ 92 h 219"/>
                  <a:gd name="T82" fmla="*/ 202 w 436"/>
                  <a:gd name="T83" fmla="*/ 114 h 219"/>
                  <a:gd name="T84" fmla="*/ 176 w 436"/>
                  <a:gd name="T85" fmla="*/ 134 h 219"/>
                  <a:gd name="T86" fmla="*/ 175 w 436"/>
                  <a:gd name="T87" fmla="*/ 144 h 219"/>
                  <a:gd name="T88" fmla="*/ 174 w 436"/>
                  <a:gd name="T89" fmla="*/ 137 h 219"/>
                  <a:gd name="T90" fmla="*/ 182 w 436"/>
                  <a:gd name="T91" fmla="*/ 148 h 219"/>
                  <a:gd name="T92" fmla="*/ 366 w 436"/>
                  <a:gd name="T93" fmla="*/ 50 h 219"/>
                  <a:gd name="T94" fmla="*/ 351 w 436"/>
                  <a:gd name="T95" fmla="*/ 54 h 219"/>
                  <a:gd name="T96" fmla="*/ 332 w 436"/>
                  <a:gd name="T97" fmla="*/ 62 h 219"/>
                  <a:gd name="T98" fmla="*/ 342 w 436"/>
                  <a:gd name="T99" fmla="*/ 58 h 219"/>
                  <a:gd name="T100" fmla="*/ 351 w 436"/>
                  <a:gd name="T101" fmla="*/ 50 h 219"/>
                  <a:gd name="T102" fmla="*/ 254 w 436"/>
                  <a:gd name="T103" fmla="*/ 108 h 219"/>
                  <a:gd name="T104" fmla="*/ 255 w 436"/>
                  <a:gd name="T105" fmla="*/ 101 h 219"/>
                  <a:gd name="T106" fmla="*/ 246 w 436"/>
                  <a:gd name="T107" fmla="*/ 114 h 219"/>
                  <a:gd name="T108" fmla="*/ 238 w 436"/>
                  <a:gd name="T109" fmla="*/ 102 h 219"/>
                  <a:gd name="T110" fmla="*/ 232 w 436"/>
                  <a:gd name="T111" fmla="*/ 105 h 219"/>
                  <a:gd name="T112" fmla="*/ 226 w 436"/>
                  <a:gd name="T113" fmla="*/ 124 h 219"/>
                  <a:gd name="T114" fmla="*/ 232 w 436"/>
                  <a:gd name="T115" fmla="*/ 118 h 219"/>
                  <a:gd name="T116" fmla="*/ 211 w 436"/>
                  <a:gd name="T117" fmla="*/ 137 h 219"/>
                  <a:gd name="T118" fmla="*/ 212 w 436"/>
                  <a:gd name="T119" fmla="*/ 120 h 219"/>
                  <a:gd name="T120" fmla="*/ 189 w 436"/>
                  <a:gd name="T121" fmla="*/ 132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36" h="219">
                    <a:moveTo>
                      <a:pt x="192" y="147"/>
                    </a:moveTo>
                    <a:lnTo>
                      <a:pt x="192" y="147"/>
                    </a:lnTo>
                    <a:lnTo>
                      <a:pt x="191" y="148"/>
                    </a:lnTo>
                    <a:lnTo>
                      <a:pt x="189" y="150"/>
                    </a:lnTo>
                    <a:lnTo>
                      <a:pt x="188" y="152"/>
                    </a:lnTo>
                    <a:lnTo>
                      <a:pt x="186" y="152"/>
                    </a:lnTo>
                    <a:lnTo>
                      <a:pt x="186" y="152"/>
                    </a:lnTo>
                    <a:lnTo>
                      <a:pt x="179" y="154"/>
                    </a:lnTo>
                    <a:lnTo>
                      <a:pt x="172" y="157"/>
                    </a:lnTo>
                    <a:lnTo>
                      <a:pt x="172" y="157"/>
                    </a:lnTo>
                    <a:lnTo>
                      <a:pt x="167" y="160"/>
                    </a:lnTo>
                    <a:lnTo>
                      <a:pt x="167" y="160"/>
                    </a:lnTo>
                    <a:lnTo>
                      <a:pt x="165" y="161"/>
                    </a:lnTo>
                    <a:lnTo>
                      <a:pt x="165" y="161"/>
                    </a:lnTo>
                    <a:lnTo>
                      <a:pt x="165" y="161"/>
                    </a:lnTo>
                    <a:lnTo>
                      <a:pt x="165" y="161"/>
                    </a:lnTo>
                    <a:lnTo>
                      <a:pt x="165" y="161"/>
                    </a:lnTo>
                    <a:lnTo>
                      <a:pt x="165" y="161"/>
                    </a:lnTo>
                    <a:lnTo>
                      <a:pt x="155" y="165"/>
                    </a:lnTo>
                    <a:lnTo>
                      <a:pt x="155" y="165"/>
                    </a:lnTo>
                    <a:lnTo>
                      <a:pt x="155" y="165"/>
                    </a:lnTo>
                    <a:lnTo>
                      <a:pt x="155" y="165"/>
                    </a:lnTo>
                    <a:lnTo>
                      <a:pt x="155" y="165"/>
                    </a:lnTo>
                    <a:lnTo>
                      <a:pt x="155" y="168"/>
                    </a:lnTo>
                    <a:lnTo>
                      <a:pt x="155" y="168"/>
                    </a:lnTo>
                    <a:lnTo>
                      <a:pt x="152" y="167"/>
                    </a:lnTo>
                    <a:lnTo>
                      <a:pt x="152" y="164"/>
                    </a:lnTo>
                    <a:lnTo>
                      <a:pt x="152" y="164"/>
                    </a:lnTo>
                    <a:lnTo>
                      <a:pt x="145" y="168"/>
                    </a:lnTo>
                    <a:lnTo>
                      <a:pt x="138" y="172"/>
                    </a:lnTo>
                    <a:lnTo>
                      <a:pt x="137" y="172"/>
                    </a:lnTo>
                    <a:lnTo>
                      <a:pt x="137" y="172"/>
                    </a:lnTo>
                    <a:lnTo>
                      <a:pt x="135" y="174"/>
                    </a:lnTo>
                    <a:lnTo>
                      <a:pt x="134" y="174"/>
                    </a:lnTo>
                    <a:lnTo>
                      <a:pt x="134" y="174"/>
                    </a:lnTo>
                    <a:lnTo>
                      <a:pt x="125" y="178"/>
                    </a:lnTo>
                    <a:lnTo>
                      <a:pt x="125" y="178"/>
                    </a:lnTo>
                    <a:lnTo>
                      <a:pt x="108" y="187"/>
                    </a:lnTo>
                    <a:lnTo>
                      <a:pt x="108" y="187"/>
                    </a:lnTo>
                    <a:lnTo>
                      <a:pt x="108" y="185"/>
                    </a:lnTo>
                    <a:lnTo>
                      <a:pt x="107" y="185"/>
                    </a:lnTo>
                    <a:lnTo>
                      <a:pt x="98" y="187"/>
                    </a:lnTo>
                    <a:lnTo>
                      <a:pt x="98" y="187"/>
                    </a:lnTo>
                    <a:lnTo>
                      <a:pt x="91" y="189"/>
                    </a:lnTo>
                    <a:lnTo>
                      <a:pt x="89" y="192"/>
                    </a:lnTo>
                    <a:lnTo>
                      <a:pt x="91" y="194"/>
                    </a:lnTo>
                    <a:lnTo>
                      <a:pt x="91" y="194"/>
                    </a:lnTo>
                    <a:lnTo>
                      <a:pt x="88" y="194"/>
                    </a:lnTo>
                    <a:lnTo>
                      <a:pt x="88" y="194"/>
                    </a:lnTo>
                    <a:lnTo>
                      <a:pt x="85" y="194"/>
                    </a:lnTo>
                    <a:lnTo>
                      <a:pt x="85" y="194"/>
                    </a:lnTo>
                    <a:lnTo>
                      <a:pt x="79" y="195"/>
                    </a:lnTo>
                    <a:lnTo>
                      <a:pt x="79" y="195"/>
                    </a:lnTo>
                    <a:lnTo>
                      <a:pt x="68" y="197"/>
                    </a:lnTo>
                    <a:lnTo>
                      <a:pt x="68" y="197"/>
                    </a:lnTo>
                    <a:lnTo>
                      <a:pt x="57" y="199"/>
                    </a:lnTo>
                    <a:lnTo>
                      <a:pt x="57" y="199"/>
                    </a:lnTo>
                    <a:lnTo>
                      <a:pt x="44" y="202"/>
                    </a:lnTo>
                    <a:lnTo>
                      <a:pt x="44" y="202"/>
                    </a:lnTo>
                    <a:lnTo>
                      <a:pt x="20" y="209"/>
                    </a:lnTo>
                    <a:lnTo>
                      <a:pt x="20" y="209"/>
                    </a:lnTo>
                    <a:lnTo>
                      <a:pt x="10" y="214"/>
                    </a:lnTo>
                    <a:lnTo>
                      <a:pt x="10" y="214"/>
                    </a:lnTo>
                    <a:lnTo>
                      <a:pt x="0" y="219"/>
                    </a:lnTo>
                    <a:lnTo>
                      <a:pt x="0" y="219"/>
                    </a:lnTo>
                    <a:lnTo>
                      <a:pt x="8" y="218"/>
                    </a:lnTo>
                    <a:lnTo>
                      <a:pt x="8" y="218"/>
                    </a:lnTo>
                    <a:lnTo>
                      <a:pt x="18" y="217"/>
                    </a:lnTo>
                    <a:lnTo>
                      <a:pt x="18" y="217"/>
                    </a:lnTo>
                    <a:lnTo>
                      <a:pt x="28" y="215"/>
                    </a:lnTo>
                    <a:lnTo>
                      <a:pt x="32" y="212"/>
                    </a:lnTo>
                    <a:lnTo>
                      <a:pt x="35" y="211"/>
                    </a:lnTo>
                    <a:lnTo>
                      <a:pt x="35" y="211"/>
                    </a:lnTo>
                    <a:lnTo>
                      <a:pt x="35" y="212"/>
                    </a:lnTo>
                    <a:lnTo>
                      <a:pt x="35" y="214"/>
                    </a:lnTo>
                    <a:lnTo>
                      <a:pt x="38" y="212"/>
                    </a:lnTo>
                    <a:lnTo>
                      <a:pt x="42" y="209"/>
                    </a:lnTo>
                    <a:lnTo>
                      <a:pt x="45" y="207"/>
                    </a:lnTo>
                    <a:lnTo>
                      <a:pt x="45" y="212"/>
                    </a:lnTo>
                    <a:lnTo>
                      <a:pt x="45" y="212"/>
                    </a:lnTo>
                    <a:lnTo>
                      <a:pt x="78" y="204"/>
                    </a:lnTo>
                    <a:lnTo>
                      <a:pt x="78" y="204"/>
                    </a:lnTo>
                    <a:lnTo>
                      <a:pt x="87" y="202"/>
                    </a:lnTo>
                    <a:lnTo>
                      <a:pt x="89" y="201"/>
                    </a:lnTo>
                    <a:lnTo>
                      <a:pt x="95" y="199"/>
                    </a:lnTo>
                    <a:lnTo>
                      <a:pt x="95" y="199"/>
                    </a:lnTo>
                    <a:lnTo>
                      <a:pt x="115" y="194"/>
                    </a:lnTo>
                    <a:lnTo>
                      <a:pt x="115" y="194"/>
                    </a:lnTo>
                    <a:lnTo>
                      <a:pt x="135" y="188"/>
                    </a:lnTo>
                    <a:lnTo>
                      <a:pt x="141" y="187"/>
                    </a:lnTo>
                    <a:lnTo>
                      <a:pt x="141" y="187"/>
                    </a:lnTo>
                    <a:lnTo>
                      <a:pt x="141" y="187"/>
                    </a:lnTo>
                    <a:lnTo>
                      <a:pt x="141" y="185"/>
                    </a:lnTo>
                    <a:lnTo>
                      <a:pt x="142" y="185"/>
                    </a:lnTo>
                    <a:lnTo>
                      <a:pt x="147" y="184"/>
                    </a:lnTo>
                    <a:lnTo>
                      <a:pt x="147" y="184"/>
                    </a:lnTo>
                    <a:lnTo>
                      <a:pt x="154" y="181"/>
                    </a:lnTo>
                    <a:lnTo>
                      <a:pt x="158" y="179"/>
                    </a:lnTo>
                    <a:lnTo>
                      <a:pt x="159" y="179"/>
                    </a:lnTo>
                    <a:lnTo>
                      <a:pt x="159" y="179"/>
                    </a:lnTo>
                    <a:lnTo>
                      <a:pt x="159" y="179"/>
                    </a:lnTo>
                    <a:lnTo>
                      <a:pt x="171" y="175"/>
                    </a:lnTo>
                    <a:lnTo>
                      <a:pt x="171" y="175"/>
                    </a:lnTo>
                    <a:lnTo>
                      <a:pt x="174" y="174"/>
                    </a:lnTo>
                    <a:lnTo>
                      <a:pt x="174" y="174"/>
                    </a:lnTo>
                    <a:lnTo>
                      <a:pt x="204" y="162"/>
                    </a:lnTo>
                    <a:lnTo>
                      <a:pt x="232" y="150"/>
                    </a:lnTo>
                    <a:lnTo>
                      <a:pt x="286" y="124"/>
                    </a:lnTo>
                    <a:lnTo>
                      <a:pt x="286" y="124"/>
                    </a:lnTo>
                    <a:lnTo>
                      <a:pt x="289" y="121"/>
                    </a:lnTo>
                    <a:lnTo>
                      <a:pt x="293" y="117"/>
                    </a:lnTo>
                    <a:lnTo>
                      <a:pt x="303" y="111"/>
                    </a:lnTo>
                    <a:lnTo>
                      <a:pt x="303" y="111"/>
                    </a:lnTo>
                    <a:lnTo>
                      <a:pt x="309" y="107"/>
                    </a:lnTo>
                    <a:lnTo>
                      <a:pt x="315" y="102"/>
                    </a:lnTo>
                    <a:lnTo>
                      <a:pt x="318" y="98"/>
                    </a:lnTo>
                    <a:lnTo>
                      <a:pt x="319" y="92"/>
                    </a:lnTo>
                    <a:lnTo>
                      <a:pt x="319" y="92"/>
                    </a:lnTo>
                    <a:lnTo>
                      <a:pt x="326" y="91"/>
                    </a:lnTo>
                    <a:lnTo>
                      <a:pt x="332" y="90"/>
                    </a:lnTo>
                    <a:lnTo>
                      <a:pt x="336" y="85"/>
                    </a:lnTo>
                    <a:lnTo>
                      <a:pt x="342" y="81"/>
                    </a:lnTo>
                    <a:lnTo>
                      <a:pt x="342" y="81"/>
                    </a:lnTo>
                    <a:lnTo>
                      <a:pt x="343" y="82"/>
                    </a:lnTo>
                    <a:lnTo>
                      <a:pt x="345" y="84"/>
                    </a:lnTo>
                    <a:lnTo>
                      <a:pt x="348" y="82"/>
                    </a:lnTo>
                    <a:lnTo>
                      <a:pt x="352" y="80"/>
                    </a:lnTo>
                    <a:lnTo>
                      <a:pt x="353" y="80"/>
                    </a:lnTo>
                    <a:lnTo>
                      <a:pt x="355" y="81"/>
                    </a:lnTo>
                    <a:lnTo>
                      <a:pt x="355" y="81"/>
                    </a:lnTo>
                    <a:lnTo>
                      <a:pt x="360" y="77"/>
                    </a:lnTo>
                    <a:lnTo>
                      <a:pt x="366" y="74"/>
                    </a:lnTo>
                    <a:lnTo>
                      <a:pt x="372" y="71"/>
                    </a:lnTo>
                    <a:lnTo>
                      <a:pt x="373" y="68"/>
                    </a:lnTo>
                    <a:lnTo>
                      <a:pt x="373" y="67"/>
                    </a:lnTo>
                    <a:lnTo>
                      <a:pt x="373" y="67"/>
                    </a:lnTo>
                    <a:lnTo>
                      <a:pt x="366" y="71"/>
                    </a:lnTo>
                    <a:lnTo>
                      <a:pt x="360" y="75"/>
                    </a:lnTo>
                    <a:lnTo>
                      <a:pt x="356" y="77"/>
                    </a:lnTo>
                    <a:lnTo>
                      <a:pt x="353" y="77"/>
                    </a:lnTo>
                    <a:lnTo>
                      <a:pt x="351" y="77"/>
                    </a:lnTo>
                    <a:lnTo>
                      <a:pt x="351" y="77"/>
                    </a:lnTo>
                    <a:lnTo>
                      <a:pt x="359" y="71"/>
                    </a:lnTo>
                    <a:lnTo>
                      <a:pt x="366" y="67"/>
                    </a:lnTo>
                    <a:lnTo>
                      <a:pt x="372" y="62"/>
                    </a:lnTo>
                    <a:lnTo>
                      <a:pt x="376" y="61"/>
                    </a:lnTo>
                    <a:lnTo>
                      <a:pt x="380" y="61"/>
                    </a:lnTo>
                    <a:lnTo>
                      <a:pt x="380" y="61"/>
                    </a:lnTo>
                    <a:lnTo>
                      <a:pt x="386" y="55"/>
                    </a:lnTo>
                    <a:lnTo>
                      <a:pt x="386" y="55"/>
                    </a:lnTo>
                    <a:lnTo>
                      <a:pt x="392" y="47"/>
                    </a:lnTo>
                    <a:lnTo>
                      <a:pt x="392" y="47"/>
                    </a:lnTo>
                    <a:lnTo>
                      <a:pt x="399" y="41"/>
                    </a:lnTo>
                    <a:lnTo>
                      <a:pt x="402" y="40"/>
                    </a:lnTo>
                    <a:lnTo>
                      <a:pt x="406" y="40"/>
                    </a:lnTo>
                    <a:lnTo>
                      <a:pt x="406" y="40"/>
                    </a:lnTo>
                    <a:lnTo>
                      <a:pt x="405" y="37"/>
                    </a:lnTo>
                    <a:lnTo>
                      <a:pt x="406" y="35"/>
                    </a:lnTo>
                    <a:lnTo>
                      <a:pt x="409" y="32"/>
                    </a:lnTo>
                    <a:lnTo>
                      <a:pt x="413" y="31"/>
                    </a:lnTo>
                    <a:lnTo>
                      <a:pt x="416" y="28"/>
                    </a:lnTo>
                    <a:lnTo>
                      <a:pt x="416" y="27"/>
                    </a:lnTo>
                    <a:lnTo>
                      <a:pt x="416" y="27"/>
                    </a:lnTo>
                    <a:lnTo>
                      <a:pt x="415" y="25"/>
                    </a:lnTo>
                    <a:lnTo>
                      <a:pt x="413" y="24"/>
                    </a:lnTo>
                    <a:lnTo>
                      <a:pt x="413" y="24"/>
                    </a:lnTo>
                    <a:lnTo>
                      <a:pt x="413" y="22"/>
                    </a:lnTo>
                    <a:lnTo>
                      <a:pt x="413" y="22"/>
                    </a:lnTo>
                    <a:lnTo>
                      <a:pt x="418" y="18"/>
                    </a:lnTo>
                    <a:lnTo>
                      <a:pt x="423" y="15"/>
                    </a:lnTo>
                    <a:lnTo>
                      <a:pt x="428" y="11"/>
                    </a:lnTo>
                    <a:lnTo>
                      <a:pt x="430" y="10"/>
                    </a:lnTo>
                    <a:lnTo>
                      <a:pt x="432" y="7"/>
                    </a:lnTo>
                    <a:lnTo>
                      <a:pt x="432" y="7"/>
                    </a:lnTo>
                    <a:lnTo>
                      <a:pt x="429" y="8"/>
                    </a:lnTo>
                    <a:lnTo>
                      <a:pt x="428" y="8"/>
                    </a:lnTo>
                    <a:lnTo>
                      <a:pt x="426" y="7"/>
                    </a:lnTo>
                    <a:lnTo>
                      <a:pt x="426" y="7"/>
                    </a:lnTo>
                    <a:lnTo>
                      <a:pt x="429" y="5"/>
                    </a:lnTo>
                    <a:lnTo>
                      <a:pt x="430" y="4"/>
                    </a:lnTo>
                    <a:lnTo>
                      <a:pt x="433" y="3"/>
                    </a:lnTo>
                    <a:lnTo>
                      <a:pt x="436" y="1"/>
                    </a:lnTo>
                    <a:lnTo>
                      <a:pt x="436" y="1"/>
                    </a:lnTo>
                    <a:lnTo>
                      <a:pt x="435" y="0"/>
                    </a:lnTo>
                    <a:lnTo>
                      <a:pt x="433" y="0"/>
                    </a:lnTo>
                    <a:lnTo>
                      <a:pt x="430" y="1"/>
                    </a:lnTo>
                    <a:lnTo>
                      <a:pt x="428" y="4"/>
                    </a:lnTo>
                    <a:lnTo>
                      <a:pt x="423" y="5"/>
                    </a:lnTo>
                    <a:lnTo>
                      <a:pt x="423" y="5"/>
                    </a:lnTo>
                    <a:lnTo>
                      <a:pt x="423" y="8"/>
                    </a:lnTo>
                    <a:lnTo>
                      <a:pt x="422" y="11"/>
                    </a:lnTo>
                    <a:lnTo>
                      <a:pt x="415" y="18"/>
                    </a:lnTo>
                    <a:lnTo>
                      <a:pt x="408" y="24"/>
                    </a:lnTo>
                    <a:lnTo>
                      <a:pt x="405" y="25"/>
                    </a:lnTo>
                    <a:lnTo>
                      <a:pt x="403" y="25"/>
                    </a:lnTo>
                    <a:lnTo>
                      <a:pt x="403" y="25"/>
                    </a:lnTo>
                    <a:lnTo>
                      <a:pt x="406" y="18"/>
                    </a:lnTo>
                    <a:lnTo>
                      <a:pt x="409" y="15"/>
                    </a:lnTo>
                    <a:lnTo>
                      <a:pt x="413" y="14"/>
                    </a:lnTo>
                    <a:lnTo>
                      <a:pt x="413" y="14"/>
                    </a:lnTo>
                    <a:lnTo>
                      <a:pt x="412" y="13"/>
                    </a:lnTo>
                    <a:lnTo>
                      <a:pt x="410" y="13"/>
                    </a:lnTo>
                    <a:lnTo>
                      <a:pt x="408" y="13"/>
                    </a:lnTo>
                    <a:lnTo>
                      <a:pt x="406" y="13"/>
                    </a:lnTo>
                    <a:lnTo>
                      <a:pt x="406" y="13"/>
                    </a:lnTo>
                    <a:lnTo>
                      <a:pt x="405" y="15"/>
                    </a:lnTo>
                    <a:lnTo>
                      <a:pt x="403" y="18"/>
                    </a:lnTo>
                    <a:lnTo>
                      <a:pt x="402" y="21"/>
                    </a:lnTo>
                    <a:lnTo>
                      <a:pt x="399" y="24"/>
                    </a:lnTo>
                    <a:lnTo>
                      <a:pt x="399" y="24"/>
                    </a:lnTo>
                    <a:lnTo>
                      <a:pt x="399" y="21"/>
                    </a:lnTo>
                    <a:lnTo>
                      <a:pt x="399" y="18"/>
                    </a:lnTo>
                    <a:lnTo>
                      <a:pt x="399" y="13"/>
                    </a:lnTo>
                    <a:lnTo>
                      <a:pt x="399" y="13"/>
                    </a:lnTo>
                    <a:lnTo>
                      <a:pt x="396" y="15"/>
                    </a:lnTo>
                    <a:lnTo>
                      <a:pt x="396" y="18"/>
                    </a:lnTo>
                    <a:lnTo>
                      <a:pt x="396" y="21"/>
                    </a:lnTo>
                    <a:lnTo>
                      <a:pt x="393" y="24"/>
                    </a:lnTo>
                    <a:lnTo>
                      <a:pt x="393" y="24"/>
                    </a:lnTo>
                    <a:lnTo>
                      <a:pt x="393" y="22"/>
                    </a:lnTo>
                    <a:lnTo>
                      <a:pt x="393" y="21"/>
                    </a:lnTo>
                    <a:lnTo>
                      <a:pt x="392" y="18"/>
                    </a:lnTo>
                    <a:lnTo>
                      <a:pt x="390" y="20"/>
                    </a:lnTo>
                    <a:lnTo>
                      <a:pt x="390" y="20"/>
                    </a:lnTo>
                    <a:lnTo>
                      <a:pt x="389" y="21"/>
                    </a:lnTo>
                    <a:lnTo>
                      <a:pt x="388" y="22"/>
                    </a:lnTo>
                    <a:lnTo>
                      <a:pt x="385" y="24"/>
                    </a:lnTo>
                    <a:lnTo>
                      <a:pt x="378" y="25"/>
                    </a:lnTo>
                    <a:lnTo>
                      <a:pt x="378" y="25"/>
                    </a:lnTo>
                    <a:lnTo>
                      <a:pt x="379" y="28"/>
                    </a:lnTo>
                    <a:lnTo>
                      <a:pt x="379" y="30"/>
                    </a:lnTo>
                    <a:lnTo>
                      <a:pt x="376" y="31"/>
                    </a:lnTo>
                    <a:lnTo>
                      <a:pt x="372" y="34"/>
                    </a:lnTo>
                    <a:lnTo>
                      <a:pt x="370" y="35"/>
                    </a:lnTo>
                    <a:lnTo>
                      <a:pt x="369" y="38"/>
                    </a:lnTo>
                    <a:lnTo>
                      <a:pt x="369" y="38"/>
                    </a:lnTo>
                    <a:lnTo>
                      <a:pt x="373" y="35"/>
                    </a:lnTo>
                    <a:lnTo>
                      <a:pt x="376" y="34"/>
                    </a:lnTo>
                    <a:lnTo>
                      <a:pt x="379" y="35"/>
                    </a:lnTo>
                    <a:lnTo>
                      <a:pt x="379" y="37"/>
                    </a:lnTo>
                    <a:lnTo>
                      <a:pt x="378" y="40"/>
                    </a:lnTo>
                    <a:lnTo>
                      <a:pt x="378" y="40"/>
                    </a:lnTo>
                    <a:lnTo>
                      <a:pt x="373" y="40"/>
                    </a:lnTo>
                    <a:lnTo>
                      <a:pt x="370" y="41"/>
                    </a:lnTo>
                    <a:lnTo>
                      <a:pt x="368" y="42"/>
                    </a:lnTo>
                    <a:lnTo>
                      <a:pt x="362" y="44"/>
                    </a:lnTo>
                    <a:lnTo>
                      <a:pt x="362" y="44"/>
                    </a:lnTo>
                    <a:lnTo>
                      <a:pt x="360" y="44"/>
                    </a:lnTo>
                    <a:lnTo>
                      <a:pt x="359" y="42"/>
                    </a:lnTo>
                    <a:lnTo>
                      <a:pt x="359" y="42"/>
                    </a:lnTo>
                    <a:lnTo>
                      <a:pt x="362" y="40"/>
                    </a:lnTo>
                    <a:lnTo>
                      <a:pt x="362" y="37"/>
                    </a:lnTo>
                    <a:lnTo>
                      <a:pt x="362" y="37"/>
                    </a:lnTo>
                    <a:lnTo>
                      <a:pt x="360" y="37"/>
                    </a:lnTo>
                    <a:lnTo>
                      <a:pt x="359" y="41"/>
                    </a:lnTo>
                    <a:lnTo>
                      <a:pt x="359" y="41"/>
                    </a:lnTo>
                    <a:lnTo>
                      <a:pt x="343" y="50"/>
                    </a:lnTo>
                    <a:lnTo>
                      <a:pt x="343" y="50"/>
                    </a:lnTo>
                    <a:lnTo>
                      <a:pt x="331" y="55"/>
                    </a:lnTo>
                    <a:lnTo>
                      <a:pt x="331" y="55"/>
                    </a:lnTo>
                    <a:lnTo>
                      <a:pt x="333" y="55"/>
                    </a:lnTo>
                    <a:lnTo>
                      <a:pt x="336" y="55"/>
                    </a:lnTo>
                    <a:lnTo>
                      <a:pt x="336" y="55"/>
                    </a:lnTo>
                    <a:lnTo>
                      <a:pt x="331" y="58"/>
                    </a:lnTo>
                    <a:lnTo>
                      <a:pt x="328" y="60"/>
                    </a:lnTo>
                    <a:lnTo>
                      <a:pt x="326" y="60"/>
                    </a:lnTo>
                    <a:lnTo>
                      <a:pt x="328" y="62"/>
                    </a:lnTo>
                    <a:lnTo>
                      <a:pt x="328" y="62"/>
                    </a:lnTo>
                    <a:lnTo>
                      <a:pt x="323" y="65"/>
                    </a:lnTo>
                    <a:lnTo>
                      <a:pt x="321" y="64"/>
                    </a:lnTo>
                    <a:lnTo>
                      <a:pt x="316" y="62"/>
                    </a:lnTo>
                    <a:lnTo>
                      <a:pt x="313" y="61"/>
                    </a:lnTo>
                    <a:lnTo>
                      <a:pt x="313" y="61"/>
                    </a:lnTo>
                    <a:lnTo>
                      <a:pt x="313" y="62"/>
                    </a:lnTo>
                    <a:lnTo>
                      <a:pt x="313" y="64"/>
                    </a:lnTo>
                    <a:lnTo>
                      <a:pt x="312" y="67"/>
                    </a:lnTo>
                    <a:lnTo>
                      <a:pt x="309" y="68"/>
                    </a:lnTo>
                    <a:lnTo>
                      <a:pt x="309" y="70"/>
                    </a:lnTo>
                    <a:lnTo>
                      <a:pt x="311" y="71"/>
                    </a:lnTo>
                    <a:lnTo>
                      <a:pt x="311" y="71"/>
                    </a:lnTo>
                    <a:lnTo>
                      <a:pt x="316" y="67"/>
                    </a:lnTo>
                    <a:lnTo>
                      <a:pt x="318" y="67"/>
                    </a:lnTo>
                    <a:lnTo>
                      <a:pt x="319" y="67"/>
                    </a:lnTo>
                    <a:lnTo>
                      <a:pt x="319" y="68"/>
                    </a:lnTo>
                    <a:lnTo>
                      <a:pt x="319" y="68"/>
                    </a:lnTo>
                    <a:lnTo>
                      <a:pt x="308" y="75"/>
                    </a:lnTo>
                    <a:lnTo>
                      <a:pt x="308" y="75"/>
                    </a:lnTo>
                    <a:lnTo>
                      <a:pt x="305" y="78"/>
                    </a:lnTo>
                    <a:lnTo>
                      <a:pt x="305" y="78"/>
                    </a:lnTo>
                    <a:lnTo>
                      <a:pt x="299" y="82"/>
                    </a:lnTo>
                    <a:lnTo>
                      <a:pt x="299" y="82"/>
                    </a:lnTo>
                    <a:lnTo>
                      <a:pt x="298" y="81"/>
                    </a:lnTo>
                    <a:lnTo>
                      <a:pt x="296" y="81"/>
                    </a:lnTo>
                    <a:lnTo>
                      <a:pt x="295" y="78"/>
                    </a:lnTo>
                    <a:lnTo>
                      <a:pt x="295" y="78"/>
                    </a:lnTo>
                    <a:lnTo>
                      <a:pt x="299" y="77"/>
                    </a:lnTo>
                    <a:lnTo>
                      <a:pt x="303" y="75"/>
                    </a:lnTo>
                    <a:lnTo>
                      <a:pt x="303" y="75"/>
                    </a:lnTo>
                    <a:lnTo>
                      <a:pt x="305" y="71"/>
                    </a:lnTo>
                    <a:lnTo>
                      <a:pt x="306" y="68"/>
                    </a:lnTo>
                    <a:lnTo>
                      <a:pt x="306" y="68"/>
                    </a:lnTo>
                    <a:lnTo>
                      <a:pt x="299" y="71"/>
                    </a:lnTo>
                    <a:lnTo>
                      <a:pt x="299" y="71"/>
                    </a:lnTo>
                    <a:lnTo>
                      <a:pt x="295" y="75"/>
                    </a:lnTo>
                    <a:lnTo>
                      <a:pt x="295" y="75"/>
                    </a:lnTo>
                    <a:lnTo>
                      <a:pt x="292" y="80"/>
                    </a:lnTo>
                    <a:lnTo>
                      <a:pt x="289" y="85"/>
                    </a:lnTo>
                    <a:lnTo>
                      <a:pt x="289" y="85"/>
                    </a:lnTo>
                    <a:lnTo>
                      <a:pt x="285" y="85"/>
                    </a:lnTo>
                    <a:lnTo>
                      <a:pt x="281" y="87"/>
                    </a:lnTo>
                    <a:lnTo>
                      <a:pt x="279" y="90"/>
                    </a:lnTo>
                    <a:lnTo>
                      <a:pt x="279" y="92"/>
                    </a:lnTo>
                    <a:lnTo>
                      <a:pt x="279" y="92"/>
                    </a:lnTo>
                    <a:lnTo>
                      <a:pt x="276" y="92"/>
                    </a:lnTo>
                    <a:lnTo>
                      <a:pt x="275" y="90"/>
                    </a:lnTo>
                    <a:lnTo>
                      <a:pt x="275" y="84"/>
                    </a:lnTo>
                    <a:lnTo>
                      <a:pt x="275" y="84"/>
                    </a:lnTo>
                    <a:lnTo>
                      <a:pt x="269" y="88"/>
                    </a:lnTo>
                    <a:lnTo>
                      <a:pt x="265" y="91"/>
                    </a:lnTo>
                    <a:lnTo>
                      <a:pt x="259" y="92"/>
                    </a:lnTo>
                    <a:lnTo>
                      <a:pt x="254" y="92"/>
                    </a:lnTo>
                    <a:lnTo>
                      <a:pt x="254" y="92"/>
                    </a:lnTo>
                    <a:lnTo>
                      <a:pt x="255" y="91"/>
                    </a:lnTo>
                    <a:lnTo>
                      <a:pt x="255" y="90"/>
                    </a:lnTo>
                    <a:lnTo>
                      <a:pt x="255" y="87"/>
                    </a:lnTo>
                    <a:lnTo>
                      <a:pt x="255" y="87"/>
                    </a:lnTo>
                    <a:lnTo>
                      <a:pt x="252" y="90"/>
                    </a:lnTo>
                    <a:lnTo>
                      <a:pt x="248" y="92"/>
                    </a:lnTo>
                    <a:lnTo>
                      <a:pt x="241" y="92"/>
                    </a:lnTo>
                    <a:lnTo>
                      <a:pt x="241" y="92"/>
                    </a:lnTo>
                    <a:lnTo>
                      <a:pt x="235" y="98"/>
                    </a:lnTo>
                    <a:lnTo>
                      <a:pt x="225" y="105"/>
                    </a:lnTo>
                    <a:lnTo>
                      <a:pt x="225" y="105"/>
                    </a:lnTo>
                    <a:lnTo>
                      <a:pt x="214" y="111"/>
                    </a:lnTo>
                    <a:lnTo>
                      <a:pt x="208" y="112"/>
                    </a:lnTo>
                    <a:lnTo>
                      <a:pt x="202" y="114"/>
                    </a:lnTo>
                    <a:lnTo>
                      <a:pt x="202" y="114"/>
                    </a:lnTo>
                    <a:lnTo>
                      <a:pt x="199" y="118"/>
                    </a:lnTo>
                    <a:lnTo>
                      <a:pt x="194" y="122"/>
                    </a:lnTo>
                    <a:lnTo>
                      <a:pt x="194" y="122"/>
                    </a:lnTo>
                    <a:lnTo>
                      <a:pt x="175" y="131"/>
                    </a:lnTo>
                    <a:lnTo>
                      <a:pt x="175" y="131"/>
                    </a:lnTo>
                    <a:lnTo>
                      <a:pt x="175" y="134"/>
                    </a:lnTo>
                    <a:lnTo>
                      <a:pt x="176" y="134"/>
                    </a:lnTo>
                    <a:lnTo>
                      <a:pt x="181" y="132"/>
                    </a:lnTo>
                    <a:lnTo>
                      <a:pt x="185" y="131"/>
                    </a:lnTo>
                    <a:lnTo>
                      <a:pt x="186" y="131"/>
                    </a:lnTo>
                    <a:lnTo>
                      <a:pt x="188" y="132"/>
                    </a:lnTo>
                    <a:lnTo>
                      <a:pt x="188" y="132"/>
                    </a:lnTo>
                    <a:lnTo>
                      <a:pt x="185" y="137"/>
                    </a:lnTo>
                    <a:lnTo>
                      <a:pt x="181" y="141"/>
                    </a:lnTo>
                    <a:lnTo>
                      <a:pt x="175" y="144"/>
                    </a:lnTo>
                    <a:lnTo>
                      <a:pt x="172" y="144"/>
                    </a:lnTo>
                    <a:lnTo>
                      <a:pt x="169" y="142"/>
                    </a:lnTo>
                    <a:lnTo>
                      <a:pt x="169" y="142"/>
                    </a:lnTo>
                    <a:lnTo>
                      <a:pt x="169" y="141"/>
                    </a:lnTo>
                    <a:lnTo>
                      <a:pt x="169" y="141"/>
                    </a:lnTo>
                    <a:lnTo>
                      <a:pt x="172" y="140"/>
                    </a:lnTo>
                    <a:lnTo>
                      <a:pt x="174" y="138"/>
                    </a:lnTo>
                    <a:lnTo>
                      <a:pt x="174" y="137"/>
                    </a:lnTo>
                    <a:lnTo>
                      <a:pt x="172" y="135"/>
                    </a:lnTo>
                    <a:lnTo>
                      <a:pt x="172" y="135"/>
                    </a:lnTo>
                    <a:lnTo>
                      <a:pt x="168" y="140"/>
                    </a:lnTo>
                    <a:lnTo>
                      <a:pt x="167" y="142"/>
                    </a:lnTo>
                    <a:lnTo>
                      <a:pt x="168" y="145"/>
                    </a:lnTo>
                    <a:lnTo>
                      <a:pt x="171" y="147"/>
                    </a:lnTo>
                    <a:lnTo>
                      <a:pt x="171" y="147"/>
                    </a:lnTo>
                    <a:lnTo>
                      <a:pt x="182" y="148"/>
                    </a:lnTo>
                    <a:lnTo>
                      <a:pt x="192" y="147"/>
                    </a:lnTo>
                    <a:close/>
                    <a:moveTo>
                      <a:pt x="369" y="44"/>
                    </a:moveTo>
                    <a:lnTo>
                      <a:pt x="369" y="44"/>
                    </a:lnTo>
                    <a:lnTo>
                      <a:pt x="372" y="47"/>
                    </a:lnTo>
                    <a:lnTo>
                      <a:pt x="372" y="47"/>
                    </a:lnTo>
                    <a:lnTo>
                      <a:pt x="369" y="50"/>
                    </a:lnTo>
                    <a:lnTo>
                      <a:pt x="368" y="50"/>
                    </a:lnTo>
                    <a:lnTo>
                      <a:pt x="366" y="50"/>
                    </a:lnTo>
                    <a:lnTo>
                      <a:pt x="363" y="50"/>
                    </a:lnTo>
                    <a:lnTo>
                      <a:pt x="363" y="50"/>
                    </a:lnTo>
                    <a:lnTo>
                      <a:pt x="363" y="48"/>
                    </a:lnTo>
                    <a:lnTo>
                      <a:pt x="365" y="47"/>
                    </a:lnTo>
                    <a:lnTo>
                      <a:pt x="369" y="44"/>
                    </a:lnTo>
                    <a:close/>
                    <a:moveTo>
                      <a:pt x="353" y="48"/>
                    </a:moveTo>
                    <a:lnTo>
                      <a:pt x="353" y="48"/>
                    </a:lnTo>
                    <a:lnTo>
                      <a:pt x="351" y="54"/>
                    </a:lnTo>
                    <a:lnTo>
                      <a:pt x="348" y="61"/>
                    </a:lnTo>
                    <a:lnTo>
                      <a:pt x="348" y="61"/>
                    </a:lnTo>
                    <a:lnTo>
                      <a:pt x="343" y="65"/>
                    </a:lnTo>
                    <a:lnTo>
                      <a:pt x="343" y="65"/>
                    </a:lnTo>
                    <a:lnTo>
                      <a:pt x="339" y="67"/>
                    </a:lnTo>
                    <a:lnTo>
                      <a:pt x="336" y="67"/>
                    </a:lnTo>
                    <a:lnTo>
                      <a:pt x="336" y="67"/>
                    </a:lnTo>
                    <a:lnTo>
                      <a:pt x="332" y="62"/>
                    </a:lnTo>
                    <a:lnTo>
                      <a:pt x="332" y="62"/>
                    </a:lnTo>
                    <a:lnTo>
                      <a:pt x="335" y="61"/>
                    </a:lnTo>
                    <a:lnTo>
                      <a:pt x="338" y="60"/>
                    </a:lnTo>
                    <a:lnTo>
                      <a:pt x="339" y="60"/>
                    </a:lnTo>
                    <a:lnTo>
                      <a:pt x="341" y="57"/>
                    </a:lnTo>
                    <a:lnTo>
                      <a:pt x="341" y="57"/>
                    </a:lnTo>
                    <a:lnTo>
                      <a:pt x="343" y="57"/>
                    </a:lnTo>
                    <a:lnTo>
                      <a:pt x="342" y="58"/>
                    </a:lnTo>
                    <a:lnTo>
                      <a:pt x="342" y="60"/>
                    </a:lnTo>
                    <a:lnTo>
                      <a:pt x="341" y="62"/>
                    </a:lnTo>
                    <a:lnTo>
                      <a:pt x="341" y="62"/>
                    </a:lnTo>
                    <a:lnTo>
                      <a:pt x="343" y="61"/>
                    </a:lnTo>
                    <a:lnTo>
                      <a:pt x="345" y="60"/>
                    </a:lnTo>
                    <a:lnTo>
                      <a:pt x="346" y="57"/>
                    </a:lnTo>
                    <a:lnTo>
                      <a:pt x="348" y="51"/>
                    </a:lnTo>
                    <a:lnTo>
                      <a:pt x="351" y="50"/>
                    </a:lnTo>
                    <a:lnTo>
                      <a:pt x="353" y="48"/>
                    </a:lnTo>
                    <a:close/>
                    <a:moveTo>
                      <a:pt x="275" y="100"/>
                    </a:moveTo>
                    <a:lnTo>
                      <a:pt x="275" y="100"/>
                    </a:lnTo>
                    <a:lnTo>
                      <a:pt x="271" y="104"/>
                    </a:lnTo>
                    <a:lnTo>
                      <a:pt x="265" y="108"/>
                    </a:lnTo>
                    <a:lnTo>
                      <a:pt x="258" y="110"/>
                    </a:lnTo>
                    <a:lnTo>
                      <a:pt x="255" y="110"/>
                    </a:lnTo>
                    <a:lnTo>
                      <a:pt x="254" y="108"/>
                    </a:lnTo>
                    <a:lnTo>
                      <a:pt x="254" y="108"/>
                    </a:lnTo>
                    <a:lnTo>
                      <a:pt x="265" y="102"/>
                    </a:lnTo>
                    <a:lnTo>
                      <a:pt x="271" y="100"/>
                    </a:lnTo>
                    <a:lnTo>
                      <a:pt x="275" y="100"/>
                    </a:lnTo>
                    <a:close/>
                    <a:moveTo>
                      <a:pt x="259" y="95"/>
                    </a:moveTo>
                    <a:lnTo>
                      <a:pt x="259" y="95"/>
                    </a:lnTo>
                    <a:lnTo>
                      <a:pt x="258" y="98"/>
                    </a:lnTo>
                    <a:lnTo>
                      <a:pt x="255" y="101"/>
                    </a:lnTo>
                    <a:lnTo>
                      <a:pt x="245" y="105"/>
                    </a:lnTo>
                    <a:lnTo>
                      <a:pt x="245" y="105"/>
                    </a:lnTo>
                    <a:lnTo>
                      <a:pt x="246" y="101"/>
                    </a:lnTo>
                    <a:lnTo>
                      <a:pt x="249" y="98"/>
                    </a:lnTo>
                    <a:lnTo>
                      <a:pt x="259" y="95"/>
                    </a:lnTo>
                    <a:close/>
                    <a:moveTo>
                      <a:pt x="249" y="110"/>
                    </a:moveTo>
                    <a:lnTo>
                      <a:pt x="249" y="110"/>
                    </a:lnTo>
                    <a:lnTo>
                      <a:pt x="246" y="114"/>
                    </a:lnTo>
                    <a:lnTo>
                      <a:pt x="241" y="118"/>
                    </a:lnTo>
                    <a:lnTo>
                      <a:pt x="241" y="118"/>
                    </a:lnTo>
                    <a:lnTo>
                      <a:pt x="239" y="117"/>
                    </a:lnTo>
                    <a:lnTo>
                      <a:pt x="241" y="115"/>
                    </a:lnTo>
                    <a:lnTo>
                      <a:pt x="242" y="112"/>
                    </a:lnTo>
                    <a:lnTo>
                      <a:pt x="246" y="111"/>
                    </a:lnTo>
                    <a:lnTo>
                      <a:pt x="249" y="110"/>
                    </a:lnTo>
                    <a:close/>
                    <a:moveTo>
                      <a:pt x="238" y="102"/>
                    </a:moveTo>
                    <a:lnTo>
                      <a:pt x="238" y="102"/>
                    </a:lnTo>
                    <a:lnTo>
                      <a:pt x="238" y="105"/>
                    </a:lnTo>
                    <a:lnTo>
                      <a:pt x="238" y="107"/>
                    </a:lnTo>
                    <a:lnTo>
                      <a:pt x="235" y="108"/>
                    </a:lnTo>
                    <a:lnTo>
                      <a:pt x="232" y="110"/>
                    </a:lnTo>
                    <a:lnTo>
                      <a:pt x="232" y="110"/>
                    </a:lnTo>
                    <a:lnTo>
                      <a:pt x="232" y="108"/>
                    </a:lnTo>
                    <a:lnTo>
                      <a:pt x="232" y="105"/>
                    </a:lnTo>
                    <a:lnTo>
                      <a:pt x="234" y="104"/>
                    </a:lnTo>
                    <a:lnTo>
                      <a:pt x="238" y="102"/>
                    </a:lnTo>
                    <a:close/>
                    <a:moveTo>
                      <a:pt x="238" y="117"/>
                    </a:moveTo>
                    <a:lnTo>
                      <a:pt x="238" y="117"/>
                    </a:lnTo>
                    <a:lnTo>
                      <a:pt x="236" y="120"/>
                    </a:lnTo>
                    <a:lnTo>
                      <a:pt x="235" y="122"/>
                    </a:lnTo>
                    <a:lnTo>
                      <a:pt x="231" y="124"/>
                    </a:lnTo>
                    <a:lnTo>
                      <a:pt x="226" y="124"/>
                    </a:lnTo>
                    <a:lnTo>
                      <a:pt x="226" y="124"/>
                    </a:lnTo>
                    <a:lnTo>
                      <a:pt x="219" y="124"/>
                    </a:lnTo>
                    <a:lnTo>
                      <a:pt x="216" y="121"/>
                    </a:lnTo>
                    <a:lnTo>
                      <a:pt x="216" y="120"/>
                    </a:lnTo>
                    <a:lnTo>
                      <a:pt x="216" y="120"/>
                    </a:lnTo>
                    <a:lnTo>
                      <a:pt x="222" y="121"/>
                    </a:lnTo>
                    <a:lnTo>
                      <a:pt x="226" y="120"/>
                    </a:lnTo>
                    <a:lnTo>
                      <a:pt x="232" y="118"/>
                    </a:lnTo>
                    <a:lnTo>
                      <a:pt x="238" y="117"/>
                    </a:lnTo>
                    <a:close/>
                    <a:moveTo>
                      <a:pt x="225" y="130"/>
                    </a:moveTo>
                    <a:lnTo>
                      <a:pt x="225" y="130"/>
                    </a:lnTo>
                    <a:lnTo>
                      <a:pt x="225" y="130"/>
                    </a:lnTo>
                    <a:lnTo>
                      <a:pt x="225" y="131"/>
                    </a:lnTo>
                    <a:lnTo>
                      <a:pt x="222" y="132"/>
                    </a:lnTo>
                    <a:lnTo>
                      <a:pt x="211" y="137"/>
                    </a:lnTo>
                    <a:lnTo>
                      <a:pt x="211" y="137"/>
                    </a:lnTo>
                    <a:lnTo>
                      <a:pt x="211" y="135"/>
                    </a:lnTo>
                    <a:lnTo>
                      <a:pt x="212" y="132"/>
                    </a:lnTo>
                    <a:lnTo>
                      <a:pt x="215" y="131"/>
                    </a:lnTo>
                    <a:lnTo>
                      <a:pt x="221" y="130"/>
                    </a:lnTo>
                    <a:lnTo>
                      <a:pt x="225" y="130"/>
                    </a:lnTo>
                    <a:close/>
                    <a:moveTo>
                      <a:pt x="211" y="117"/>
                    </a:moveTo>
                    <a:lnTo>
                      <a:pt x="211" y="117"/>
                    </a:lnTo>
                    <a:lnTo>
                      <a:pt x="212" y="120"/>
                    </a:lnTo>
                    <a:lnTo>
                      <a:pt x="211" y="122"/>
                    </a:lnTo>
                    <a:lnTo>
                      <a:pt x="212" y="125"/>
                    </a:lnTo>
                    <a:lnTo>
                      <a:pt x="214" y="125"/>
                    </a:lnTo>
                    <a:lnTo>
                      <a:pt x="214" y="125"/>
                    </a:lnTo>
                    <a:lnTo>
                      <a:pt x="204" y="128"/>
                    </a:lnTo>
                    <a:lnTo>
                      <a:pt x="204" y="128"/>
                    </a:lnTo>
                    <a:lnTo>
                      <a:pt x="189" y="132"/>
                    </a:lnTo>
                    <a:lnTo>
                      <a:pt x="189" y="132"/>
                    </a:lnTo>
                    <a:lnTo>
                      <a:pt x="192" y="128"/>
                    </a:lnTo>
                    <a:lnTo>
                      <a:pt x="196" y="124"/>
                    </a:lnTo>
                    <a:lnTo>
                      <a:pt x="196" y="124"/>
                    </a:lnTo>
                    <a:lnTo>
                      <a:pt x="202" y="120"/>
                    </a:lnTo>
                    <a:lnTo>
                      <a:pt x="211" y="1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8" name="îšḷiḋé"/>
              <p:cNvSpPr/>
              <p:nvPr/>
            </p:nvSpPr>
            <p:spPr bwMode="auto">
              <a:xfrm>
                <a:off x="3847466" y="5293570"/>
                <a:ext cx="1339288" cy="675788"/>
              </a:xfrm>
              <a:custGeom>
                <a:avLst/>
                <a:gdLst>
                  <a:gd name="T0" fmla="*/ 186 w 436"/>
                  <a:gd name="T1" fmla="*/ 152 h 219"/>
                  <a:gd name="T2" fmla="*/ 167 w 436"/>
                  <a:gd name="T3" fmla="*/ 160 h 219"/>
                  <a:gd name="T4" fmla="*/ 165 w 436"/>
                  <a:gd name="T5" fmla="*/ 161 h 219"/>
                  <a:gd name="T6" fmla="*/ 155 w 436"/>
                  <a:gd name="T7" fmla="*/ 168 h 219"/>
                  <a:gd name="T8" fmla="*/ 138 w 436"/>
                  <a:gd name="T9" fmla="*/ 172 h 219"/>
                  <a:gd name="T10" fmla="*/ 125 w 436"/>
                  <a:gd name="T11" fmla="*/ 178 h 219"/>
                  <a:gd name="T12" fmla="*/ 98 w 436"/>
                  <a:gd name="T13" fmla="*/ 187 h 219"/>
                  <a:gd name="T14" fmla="*/ 88 w 436"/>
                  <a:gd name="T15" fmla="*/ 194 h 219"/>
                  <a:gd name="T16" fmla="*/ 68 w 436"/>
                  <a:gd name="T17" fmla="*/ 197 h 219"/>
                  <a:gd name="T18" fmla="*/ 20 w 436"/>
                  <a:gd name="T19" fmla="*/ 209 h 219"/>
                  <a:gd name="T20" fmla="*/ 8 w 436"/>
                  <a:gd name="T21" fmla="*/ 218 h 219"/>
                  <a:gd name="T22" fmla="*/ 35 w 436"/>
                  <a:gd name="T23" fmla="*/ 211 h 219"/>
                  <a:gd name="T24" fmla="*/ 45 w 436"/>
                  <a:gd name="T25" fmla="*/ 207 h 219"/>
                  <a:gd name="T26" fmla="*/ 89 w 436"/>
                  <a:gd name="T27" fmla="*/ 201 h 219"/>
                  <a:gd name="T28" fmla="*/ 141 w 436"/>
                  <a:gd name="T29" fmla="*/ 187 h 219"/>
                  <a:gd name="T30" fmla="*/ 147 w 436"/>
                  <a:gd name="T31" fmla="*/ 184 h 219"/>
                  <a:gd name="T32" fmla="*/ 171 w 436"/>
                  <a:gd name="T33" fmla="*/ 175 h 219"/>
                  <a:gd name="T34" fmla="*/ 286 w 436"/>
                  <a:gd name="T35" fmla="*/ 124 h 219"/>
                  <a:gd name="T36" fmla="*/ 309 w 436"/>
                  <a:gd name="T37" fmla="*/ 107 h 219"/>
                  <a:gd name="T38" fmla="*/ 332 w 436"/>
                  <a:gd name="T39" fmla="*/ 90 h 219"/>
                  <a:gd name="T40" fmla="*/ 348 w 436"/>
                  <a:gd name="T41" fmla="*/ 82 h 219"/>
                  <a:gd name="T42" fmla="*/ 366 w 436"/>
                  <a:gd name="T43" fmla="*/ 74 h 219"/>
                  <a:gd name="T44" fmla="*/ 360 w 436"/>
                  <a:gd name="T45" fmla="*/ 75 h 219"/>
                  <a:gd name="T46" fmla="*/ 366 w 436"/>
                  <a:gd name="T47" fmla="*/ 67 h 219"/>
                  <a:gd name="T48" fmla="*/ 386 w 436"/>
                  <a:gd name="T49" fmla="*/ 55 h 219"/>
                  <a:gd name="T50" fmla="*/ 406 w 436"/>
                  <a:gd name="T51" fmla="*/ 40 h 219"/>
                  <a:gd name="T52" fmla="*/ 416 w 436"/>
                  <a:gd name="T53" fmla="*/ 27 h 219"/>
                  <a:gd name="T54" fmla="*/ 413 w 436"/>
                  <a:gd name="T55" fmla="*/ 22 h 219"/>
                  <a:gd name="T56" fmla="*/ 432 w 436"/>
                  <a:gd name="T57" fmla="*/ 7 h 219"/>
                  <a:gd name="T58" fmla="*/ 430 w 436"/>
                  <a:gd name="T59" fmla="*/ 4 h 219"/>
                  <a:gd name="T60" fmla="*/ 430 w 436"/>
                  <a:gd name="T61" fmla="*/ 1 h 219"/>
                  <a:gd name="T62" fmla="*/ 415 w 436"/>
                  <a:gd name="T63" fmla="*/ 18 h 219"/>
                  <a:gd name="T64" fmla="*/ 409 w 436"/>
                  <a:gd name="T65" fmla="*/ 15 h 219"/>
                  <a:gd name="T66" fmla="*/ 406 w 436"/>
                  <a:gd name="T67" fmla="*/ 13 h 219"/>
                  <a:gd name="T68" fmla="*/ 399 w 436"/>
                  <a:gd name="T69" fmla="*/ 24 h 219"/>
                  <a:gd name="T70" fmla="*/ 396 w 436"/>
                  <a:gd name="T71" fmla="*/ 18 h 219"/>
                  <a:gd name="T72" fmla="*/ 392 w 436"/>
                  <a:gd name="T73" fmla="*/ 18 h 219"/>
                  <a:gd name="T74" fmla="*/ 378 w 436"/>
                  <a:gd name="T75" fmla="*/ 25 h 219"/>
                  <a:gd name="T76" fmla="*/ 370 w 436"/>
                  <a:gd name="T77" fmla="*/ 35 h 219"/>
                  <a:gd name="T78" fmla="*/ 379 w 436"/>
                  <a:gd name="T79" fmla="*/ 37 h 219"/>
                  <a:gd name="T80" fmla="*/ 362 w 436"/>
                  <a:gd name="T81" fmla="*/ 44 h 219"/>
                  <a:gd name="T82" fmla="*/ 362 w 436"/>
                  <a:gd name="T83" fmla="*/ 37 h 219"/>
                  <a:gd name="T84" fmla="*/ 343 w 436"/>
                  <a:gd name="T85" fmla="*/ 50 h 219"/>
                  <a:gd name="T86" fmla="*/ 331 w 436"/>
                  <a:gd name="T87" fmla="*/ 58 h 219"/>
                  <a:gd name="T88" fmla="*/ 321 w 436"/>
                  <a:gd name="T89" fmla="*/ 64 h 219"/>
                  <a:gd name="T90" fmla="*/ 312 w 436"/>
                  <a:gd name="T91" fmla="*/ 67 h 219"/>
                  <a:gd name="T92" fmla="*/ 318 w 436"/>
                  <a:gd name="T93" fmla="*/ 67 h 219"/>
                  <a:gd name="T94" fmla="*/ 305 w 436"/>
                  <a:gd name="T95" fmla="*/ 78 h 219"/>
                  <a:gd name="T96" fmla="*/ 295 w 436"/>
                  <a:gd name="T97" fmla="*/ 78 h 219"/>
                  <a:gd name="T98" fmla="*/ 306 w 436"/>
                  <a:gd name="T99" fmla="*/ 68 h 219"/>
                  <a:gd name="T100" fmla="*/ 292 w 436"/>
                  <a:gd name="T101" fmla="*/ 80 h 219"/>
                  <a:gd name="T102" fmla="*/ 279 w 436"/>
                  <a:gd name="T103" fmla="*/ 92 h 219"/>
                  <a:gd name="T104" fmla="*/ 269 w 436"/>
                  <a:gd name="T105" fmla="*/ 88 h 219"/>
                  <a:gd name="T106" fmla="*/ 255 w 436"/>
                  <a:gd name="T107" fmla="*/ 90 h 219"/>
                  <a:gd name="T108" fmla="*/ 241 w 436"/>
                  <a:gd name="T109" fmla="*/ 92 h 219"/>
                  <a:gd name="T110" fmla="*/ 202 w 436"/>
                  <a:gd name="T111" fmla="*/ 114 h 219"/>
                  <a:gd name="T112" fmla="*/ 175 w 436"/>
                  <a:gd name="T113" fmla="*/ 131 h 219"/>
                  <a:gd name="T114" fmla="*/ 188 w 436"/>
                  <a:gd name="T115" fmla="*/ 132 h 219"/>
                  <a:gd name="T116" fmla="*/ 169 w 436"/>
                  <a:gd name="T117" fmla="*/ 142 h 219"/>
                  <a:gd name="T118" fmla="*/ 174 w 436"/>
                  <a:gd name="T119" fmla="*/ 137 h 219"/>
                  <a:gd name="T120" fmla="*/ 171 w 436"/>
                  <a:gd name="T121" fmla="*/ 147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436" h="219">
                    <a:moveTo>
                      <a:pt x="192" y="147"/>
                    </a:moveTo>
                    <a:lnTo>
                      <a:pt x="192" y="147"/>
                    </a:lnTo>
                    <a:lnTo>
                      <a:pt x="191" y="148"/>
                    </a:lnTo>
                    <a:lnTo>
                      <a:pt x="189" y="150"/>
                    </a:lnTo>
                    <a:lnTo>
                      <a:pt x="188" y="152"/>
                    </a:lnTo>
                    <a:lnTo>
                      <a:pt x="186" y="152"/>
                    </a:lnTo>
                    <a:lnTo>
                      <a:pt x="186" y="152"/>
                    </a:lnTo>
                    <a:lnTo>
                      <a:pt x="179" y="154"/>
                    </a:lnTo>
                    <a:lnTo>
                      <a:pt x="172" y="157"/>
                    </a:lnTo>
                    <a:lnTo>
                      <a:pt x="172" y="157"/>
                    </a:lnTo>
                    <a:lnTo>
                      <a:pt x="167" y="160"/>
                    </a:lnTo>
                    <a:lnTo>
                      <a:pt x="167" y="160"/>
                    </a:lnTo>
                    <a:lnTo>
                      <a:pt x="165" y="161"/>
                    </a:lnTo>
                    <a:lnTo>
                      <a:pt x="165" y="161"/>
                    </a:lnTo>
                    <a:lnTo>
                      <a:pt x="165" y="161"/>
                    </a:lnTo>
                    <a:lnTo>
                      <a:pt x="165" y="161"/>
                    </a:lnTo>
                    <a:lnTo>
                      <a:pt x="165" y="161"/>
                    </a:lnTo>
                    <a:lnTo>
                      <a:pt x="165" y="161"/>
                    </a:lnTo>
                    <a:lnTo>
                      <a:pt x="155" y="165"/>
                    </a:lnTo>
                    <a:lnTo>
                      <a:pt x="155" y="165"/>
                    </a:lnTo>
                    <a:lnTo>
                      <a:pt x="155" y="165"/>
                    </a:lnTo>
                    <a:lnTo>
                      <a:pt x="155" y="165"/>
                    </a:lnTo>
                    <a:lnTo>
                      <a:pt x="155" y="165"/>
                    </a:lnTo>
                    <a:lnTo>
                      <a:pt x="155" y="168"/>
                    </a:lnTo>
                    <a:lnTo>
                      <a:pt x="155" y="168"/>
                    </a:lnTo>
                    <a:lnTo>
                      <a:pt x="152" y="167"/>
                    </a:lnTo>
                    <a:lnTo>
                      <a:pt x="152" y="164"/>
                    </a:lnTo>
                    <a:lnTo>
                      <a:pt x="152" y="164"/>
                    </a:lnTo>
                    <a:lnTo>
                      <a:pt x="145" y="168"/>
                    </a:lnTo>
                    <a:lnTo>
                      <a:pt x="138" y="172"/>
                    </a:lnTo>
                    <a:lnTo>
                      <a:pt x="137" y="172"/>
                    </a:lnTo>
                    <a:lnTo>
                      <a:pt x="137" y="172"/>
                    </a:lnTo>
                    <a:lnTo>
                      <a:pt x="135" y="174"/>
                    </a:lnTo>
                    <a:lnTo>
                      <a:pt x="134" y="174"/>
                    </a:lnTo>
                    <a:lnTo>
                      <a:pt x="134" y="174"/>
                    </a:lnTo>
                    <a:lnTo>
                      <a:pt x="125" y="178"/>
                    </a:lnTo>
                    <a:lnTo>
                      <a:pt x="125" y="178"/>
                    </a:lnTo>
                    <a:lnTo>
                      <a:pt x="108" y="187"/>
                    </a:lnTo>
                    <a:lnTo>
                      <a:pt x="108" y="187"/>
                    </a:lnTo>
                    <a:lnTo>
                      <a:pt x="108" y="185"/>
                    </a:lnTo>
                    <a:lnTo>
                      <a:pt x="107" y="185"/>
                    </a:lnTo>
                    <a:lnTo>
                      <a:pt x="98" y="187"/>
                    </a:lnTo>
                    <a:lnTo>
                      <a:pt x="98" y="187"/>
                    </a:lnTo>
                    <a:lnTo>
                      <a:pt x="91" y="189"/>
                    </a:lnTo>
                    <a:lnTo>
                      <a:pt x="89" y="192"/>
                    </a:lnTo>
                    <a:lnTo>
                      <a:pt x="91" y="194"/>
                    </a:lnTo>
                    <a:lnTo>
                      <a:pt x="91" y="194"/>
                    </a:lnTo>
                    <a:lnTo>
                      <a:pt x="88" y="194"/>
                    </a:lnTo>
                    <a:lnTo>
                      <a:pt x="88" y="194"/>
                    </a:lnTo>
                    <a:lnTo>
                      <a:pt x="85" y="194"/>
                    </a:lnTo>
                    <a:lnTo>
                      <a:pt x="85" y="194"/>
                    </a:lnTo>
                    <a:lnTo>
                      <a:pt x="79" y="195"/>
                    </a:lnTo>
                    <a:lnTo>
                      <a:pt x="79" y="195"/>
                    </a:lnTo>
                    <a:lnTo>
                      <a:pt x="68" y="197"/>
                    </a:lnTo>
                    <a:lnTo>
                      <a:pt x="68" y="197"/>
                    </a:lnTo>
                    <a:lnTo>
                      <a:pt x="57" y="199"/>
                    </a:lnTo>
                    <a:lnTo>
                      <a:pt x="57" y="199"/>
                    </a:lnTo>
                    <a:lnTo>
                      <a:pt x="44" y="202"/>
                    </a:lnTo>
                    <a:lnTo>
                      <a:pt x="44" y="202"/>
                    </a:lnTo>
                    <a:lnTo>
                      <a:pt x="20" y="209"/>
                    </a:lnTo>
                    <a:lnTo>
                      <a:pt x="20" y="209"/>
                    </a:lnTo>
                    <a:lnTo>
                      <a:pt x="10" y="214"/>
                    </a:lnTo>
                    <a:lnTo>
                      <a:pt x="10" y="214"/>
                    </a:lnTo>
                    <a:lnTo>
                      <a:pt x="0" y="219"/>
                    </a:lnTo>
                    <a:lnTo>
                      <a:pt x="0" y="219"/>
                    </a:lnTo>
                    <a:lnTo>
                      <a:pt x="8" y="218"/>
                    </a:lnTo>
                    <a:lnTo>
                      <a:pt x="8" y="218"/>
                    </a:lnTo>
                    <a:lnTo>
                      <a:pt x="18" y="217"/>
                    </a:lnTo>
                    <a:lnTo>
                      <a:pt x="18" y="217"/>
                    </a:lnTo>
                    <a:lnTo>
                      <a:pt x="28" y="215"/>
                    </a:lnTo>
                    <a:lnTo>
                      <a:pt x="32" y="212"/>
                    </a:lnTo>
                    <a:lnTo>
                      <a:pt x="35" y="211"/>
                    </a:lnTo>
                    <a:lnTo>
                      <a:pt x="35" y="211"/>
                    </a:lnTo>
                    <a:lnTo>
                      <a:pt x="35" y="212"/>
                    </a:lnTo>
                    <a:lnTo>
                      <a:pt x="35" y="214"/>
                    </a:lnTo>
                    <a:lnTo>
                      <a:pt x="38" y="212"/>
                    </a:lnTo>
                    <a:lnTo>
                      <a:pt x="42" y="209"/>
                    </a:lnTo>
                    <a:lnTo>
                      <a:pt x="45" y="207"/>
                    </a:lnTo>
                    <a:lnTo>
                      <a:pt x="45" y="212"/>
                    </a:lnTo>
                    <a:lnTo>
                      <a:pt x="45" y="212"/>
                    </a:lnTo>
                    <a:lnTo>
                      <a:pt x="78" y="204"/>
                    </a:lnTo>
                    <a:lnTo>
                      <a:pt x="78" y="204"/>
                    </a:lnTo>
                    <a:lnTo>
                      <a:pt x="87" y="202"/>
                    </a:lnTo>
                    <a:lnTo>
                      <a:pt x="89" y="201"/>
                    </a:lnTo>
                    <a:lnTo>
                      <a:pt x="95" y="199"/>
                    </a:lnTo>
                    <a:lnTo>
                      <a:pt x="95" y="199"/>
                    </a:lnTo>
                    <a:lnTo>
                      <a:pt x="115" y="194"/>
                    </a:lnTo>
                    <a:lnTo>
                      <a:pt x="115" y="194"/>
                    </a:lnTo>
                    <a:lnTo>
                      <a:pt x="135" y="188"/>
                    </a:lnTo>
                    <a:lnTo>
                      <a:pt x="141" y="187"/>
                    </a:lnTo>
                    <a:lnTo>
                      <a:pt x="141" y="187"/>
                    </a:lnTo>
                    <a:lnTo>
                      <a:pt x="141" y="187"/>
                    </a:lnTo>
                    <a:lnTo>
                      <a:pt x="141" y="185"/>
                    </a:lnTo>
                    <a:lnTo>
                      <a:pt x="142" y="185"/>
                    </a:lnTo>
                    <a:lnTo>
                      <a:pt x="147" y="184"/>
                    </a:lnTo>
                    <a:lnTo>
                      <a:pt x="147" y="184"/>
                    </a:lnTo>
                    <a:lnTo>
                      <a:pt x="154" y="181"/>
                    </a:lnTo>
                    <a:lnTo>
                      <a:pt x="158" y="179"/>
                    </a:lnTo>
                    <a:lnTo>
                      <a:pt x="159" y="179"/>
                    </a:lnTo>
                    <a:lnTo>
                      <a:pt x="159" y="179"/>
                    </a:lnTo>
                    <a:lnTo>
                      <a:pt x="159" y="179"/>
                    </a:lnTo>
                    <a:lnTo>
                      <a:pt x="171" y="175"/>
                    </a:lnTo>
                    <a:lnTo>
                      <a:pt x="171" y="175"/>
                    </a:lnTo>
                    <a:lnTo>
                      <a:pt x="174" y="174"/>
                    </a:lnTo>
                    <a:lnTo>
                      <a:pt x="174" y="174"/>
                    </a:lnTo>
                    <a:lnTo>
                      <a:pt x="204" y="162"/>
                    </a:lnTo>
                    <a:lnTo>
                      <a:pt x="232" y="150"/>
                    </a:lnTo>
                    <a:lnTo>
                      <a:pt x="286" y="124"/>
                    </a:lnTo>
                    <a:lnTo>
                      <a:pt x="286" y="124"/>
                    </a:lnTo>
                    <a:lnTo>
                      <a:pt x="289" y="121"/>
                    </a:lnTo>
                    <a:lnTo>
                      <a:pt x="293" y="117"/>
                    </a:lnTo>
                    <a:lnTo>
                      <a:pt x="303" y="111"/>
                    </a:lnTo>
                    <a:lnTo>
                      <a:pt x="303" y="111"/>
                    </a:lnTo>
                    <a:lnTo>
                      <a:pt x="309" y="107"/>
                    </a:lnTo>
                    <a:lnTo>
                      <a:pt x="315" y="102"/>
                    </a:lnTo>
                    <a:lnTo>
                      <a:pt x="318" y="98"/>
                    </a:lnTo>
                    <a:lnTo>
                      <a:pt x="319" y="92"/>
                    </a:lnTo>
                    <a:lnTo>
                      <a:pt x="319" y="92"/>
                    </a:lnTo>
                    <a:lnTo>
                      <a:pt x="326" y="91"/>
                    </a:lnTo>
                    <a:lnTo>
                      <a:pt x="332" y="90"/>
                    </a:lnTo>
                    <a:lnTo>
                      <a:pt x="336" y="85"/>
                    </a:lnTo>
                    <a:lnTo>
                      <a:pt x="342" y="81"/>
                    </a:lnTo>
                    <a:lnTo>
                      <a:pt x="342" y="81"/>
                    </a:lnTo>
                    <a:lnTo>
                      <a:pt x="343" y="82"/>
                    </a:lnTo>
                    <a:lnTo>
                      <a:pt x="345" y="84"/>
                    </a:lnTo>
                    <a:lnTo>
                      <a:pt x="348" y="82"/>
                    </a:lnTo>
                    <a:lnTo>
                      <a:pt x="352" y="80"/>
                    </a:lnTo>
                    <a:lnTo>
                      <a:pt x="353" y="80"/>
                    </a:lnTo>
                    <a:lnTo>
                      <a:pt x="355" y="81"/>
                    </a:lnTo>
                    <a:lnTo>
                      <a:pt x="355" y="81"/>
                    </a:lnTo>
                    <a:lnTo>
                      <a:pt x="360" y="77"/>
                    </a:lnTo>
                    <a:lnTo>
                      <a:pt x="366" y="74"/>
                    </a:lnTo>
                    <a:lnTo>
                      <a:pt x="372" y="71"/>
                    </a:lnTo>
                    <a:lnTo>
                      <a:pt x="373" y="68"/>
                    </a:lnTo>
                    <a:lnTo>
                      <a:pt x="373" y="67"/>
                    </a:lnTo>
                    <a:lnTo>
                      <a:pt x="373" y="67"/>
                    </a:lnTo>
                    <a:lnTo>
                      <a:pt x="366" y="71"/>
                    </a:lnTo>
                    <a:lnTo>
                      <a:pt x="360" y="75"/>
                    </a:lnTo>
                    <a:lnTo>
                      <a:pt x="356" y="77"/>
                    </a:lnTo>
                    <a:lnTo>
                      <a:pt x="353" y="77"/>
                    </a:lnTo>
                    <a:lnTo>
                      <a:pt x="351" y="77"/>
                    </a:lnTo>
                    <a:lnTo>
                      <a:pt x="351" y="77"/>
                    </a:lnTo>
                    <a:lnTo>
                      <a:pt x="359" y="71"/>
                    </a:lnTo>
                    <a:lnTo>
                      <a:pt x="366" y="67"/>
                    </a:lnTo>
                    <a:lnTo>
                      <a:pt x="372" y="62"/>
                    </a:lnTo>
                    <a:lnTo>
                      <a:pt x="376" y="61"/>
                    </a:lnTo>
                    <a:lnTo>
                      <a:pt x="380" y="61"/>
                    </a:lnTo>
                    <a:lnTo>
                      <a:pt x="380" y="61"/>
                    </a:lnTo>
                    <a:lnTo>
                      <a:pt x="386" y="55"/>
                    </a:lnTo>
                    <a:lnTo>
                      <a:pt x="386" y="55"/>
                    </a:lnTo>
                    <a:lnTo>
                      <a:pt x="392" y="47"/>
                    </a:lnTo>
                    <a:lnTo>
                      <a:pt x="392" y="47"/>
                    </a:lnTo>
                    <a:lnTo>
                      <a:pt x="399" y="41"/>
                    </a:lnTo>
                    <a:lnTo>
                      <a:pt x="402" y="40"/>
                    </a:lnTo>
                    <a:lnTo>
                      <a:pt x="406" y="40"/>
                    </a:lnTo>
                    <a:lnTo>
                      <a:pt x="406" y="40"/>
                    </a:lnTo>
                    <a:lnTo>
                      <a:pt x="405" y="37"/>
                    </a:lnTo>
                    <a:lnTo>
                      <a:pt x="406" y="35"/>
                    </a:lnTo>
                    <a:lnTo>
                      <a:pt x="409" y="32"/>
                    </a:lnTo>
                    <a:lnTo>
                      <a:pt x="413" y="31"/>
                    </a:lnTo>
                    <a:lnTo>
                      <a:pt x="416" y="28"/>
                    </a:lnTo>
                    <a:lnTo>
                      <a:pt x="416" y="27"/>
                    </a:lnTo>
                    <a:lnTo>
                      <a:pt x="416" y="27"/>
                    </a:lnTo>
                    <a:lnTo>
                      <a:pt x="415" y="25"/>
                    </a:lnTo>
                    <a:lnTo>
                      <a:pt x="413" y="24"/>
                    </a:lnTo>
                    <a:lnTo>
                      <a:pt x="413" y="24"/>
                    </a:lnTo>
                    <a:lnTo>
                      <a:pt x="413" y="22"/>
                    </a:lnTo>
                    <a:lnTo>
                      <a:pt x="413" y="22"/>
                    </a:lnTo>
                    <a:lnTo>
                      <a:pt x="418" y="18"/>
                    </a:lnTo>
                    <a:lnTo>
                      <a:pt x="423" y="15"/>
                    </a:lnTo>
                    <a:lnTo>
                      <a:pt x="428" y="11"/>
                    </a:lnTo>
                    <a:lnTo>
                      <a:pt x="430" y="10"/>
                    </a:lnTo>
                    <a:lnTo>
                      <a:pt x="432" y="7"/>
                    </a:lnTo>
                    <a:lnTo>
                      <a:pt x="432" y="7"/>
                    </a:lnTo>
                    <a:lnTo>
                      <a:pt x="429" y="8"/>
                    </a:lnTo>
                    <a:lnTo>
                      <a:pt x="428" y="8"/>
                    </a:lnTo>
                    <a:lnTo>
                      <a:pt x="426" y="7"/>
                    </a:lnTo>
                    <a:lnTo>
                      <a:pt x="426" y="7"/>
                    </a:lnTo>
                    <a:lnTo>
                      <a:pt x="429" y="5"/>
                    </a:lnTo>
                    <a:lnTo>
                      <a:pt x="430" y="4"/>
                    </a:lnTo>
                    <a:lnTo>
                      <a:pt x="433" y="3"/>
                    </a:lnTo>
                    <a:lnTo>
                      <a:pt x="436" y="1"/>
                    </a:lnTo>
                    <a:lnTo>
                      <a:pt x="436" y="1"/>
                    </a:lnTo>
                    <a:lnTo>
                      <a:pt x="435" y="0"/>
                    </a:lnTo>
                    <a:lnTo>
                      <a:pt x="433" y="0"/>
                    </a:lnTo>
                    <a:lnTo>
                      <a:pt x="430" y="1"/>
                    </a:lnTo>
                    <a:lnTo>
                      <a:pt x="428" y="4"/>
                    </a:lnTo>
                    <a:lnTo>
                      <a:pt x="423" y="5"/>
                    </a:lnTo>
                    <a:lnTo>
                      <a:pt x="423" y="5"/>
                    </a:lnTo>
                    <a:lnTo>
                      <a:pt x="423" y="8"/>
                    </a:lnTo>
                    <a:lnTo>
                      <a:pt x="422" y="11"/>
                    </a:lnTo>
                    <a:lnTo>
                      <a:pt x="415" y="18"/>
                    </a:lnTo>
                    <a:lnTo>
                      <a:pt x="408" y="24"/>
                    </a:lnTo>
                    <a:lnTo>
                      <a:pt x="405" y="25"/>
                    </a:lnTo>
                    <a:lnTo>
                      <a:pt x="403" y="25"/>
                    </a:lnTo>
                    <a:lnTo>
                      <a:pt x="403" y="25"/>
                    </a:lnTo>
                    <a:lnTo>
                      <a:pt x="406" y="18"/>
                    </a:lnTo>
                    <a:lnTo>
                      <a:pt x="409" y="15"/>
                    </a:lnTo>
                    <a:lnTo>
                      <a:pt x="413" y="14"/>
                    </a:lnTo>
                    <a:lnTo>
                      <a:pt x="413" y="14"/>
                    </a:lnTo>
                    <a:lnTo>
                      <a:pt x="412" y="13"/>
                    </a:lnTo>
                    <a:lnTo>
                      <a:pt x="410" y="13"/>
                    </a:lnTo>
                    <a:lnTo>
                      <a:pt x="408" y="13"/>
                    </a:lnTo>
                    <a:lnTo>
                      <a:pt x="406" y="13"/>
                    </a:lnTo>
                    <a:lnTo>
                      <a:pt x="406" y="13"/>
                    </a:lnTo>
                    <a:lnTo>
                      <a:pt x="405" y="15"/>
                    </a:lnTo>
                    <a:lnTo>
                      <a:pt x="403" y="18"/>
                    </a:lnTo>
                    <a:lnTo>
                      <a:pt x="402" y="21"/>
                    </a:lnTo>
                    <a:lnTo>
                      <a:pt x="399" y="24"/>
                    </a:lnTo>
                    <a:lnTo>
                      <a:pt x="399" y="24"/>
                    </a:lnTo>
                    <a:lnTo>
                      <a:pt x="399" y="21"/>
                    </a:lnTo>
                    <a:lnTo>
                      <a:pt x="399" y="18"/>
                    </a:lnTo>
                    <a:lnTo>
                      <a:pt x="399" y="13"/>
                    </a:lnTo>
                    <a:lnTo>
                      <a:pt x="399" y="13"/>
                    </a:lnTo>
                    <a:lnTo>
                      <a:pt x="396" y="15"/>
                    </a:lnTo>
                    <a:lnTo>
                      <a:pt x="396" y="18"/>
                    </a:lnTo>
                    <a:lnTo>
                      <a:pt x="396" y="21"/>
                    </a:lnTo>
                    <a:lnTo>
                      <a:pt x="393" y="24"/>
                    </a:lnTo>
                    <a:lnTo>
                      <a:pt x="393" y="24"/>
                    </a:lnTo>
                    <a:lnTo>
                      <a:pt x="393" y="22"/>
                    </a:lnTo>
                    <a:lnTo>
                      <a:pt x="393" y="21"/>
                    </a:lnTo>
                    <a:lnTo>
                      <a:pt x="392" y="18"/>
                    </a:lnTo>
                    <a:lnTo>
                      <a:pt x="390" y="20"/>
                    </a:lnTo>
                    <a:lnTo>
                      <a:pt x="390" y="20"/>
                    </a:lnTo>
                    <a:lnTo>
                      <a:pt x="389" y="21"/>
                    </a:lnTo>
                    <a:lnTo>
                      <a:pt x="388" y="22"/>
                    </a:lnTo>
                    <a:lnTo>
                      <a:pt x="385" y="24"/>
                    </a:lnTo>
                    <a:lnTo>
                      <a:pt x="378" y="25"/>
                    </a:lnTo>
                    <a:lnTo>
                      <a:pt x="378" y="25"/>
                    </a:lnTo>
                    <a:lnTo>
                      <a:pt x="379" y="28"/>
                    </a:lnTo>
                    <a:lnTo>
                      <a:pt x="379" y="30"/>
                    </a:lnTo>
                    <a:lnTo>
                      <a:pt x="376" y="31"/>
                    </a:lnTo>
                    <a:lnTo>
                      <a:pt x="372" y="34"/>
                    </a:lnTo>
                    <a:lnTo>
                      <a:pt x="370" y="35"/>
                    </a:lnTo>
                    <a:lnTo>
                      <a:pt x="369" y="38"/>
                    </a:lnTo>
                    <a:lnTo>
                      <a:pt x="369" y="38"/>
                    </a:lnTo>
                    <a:lnTo>
                      <a:pt x="373" y="35"/>
                    </a:lnTo>
                    <a:lnTo>
                      <a:pt x="376" y="34"/>
                    </a:lnTo>
                    <a:lnTo>
                      <a:pt x="379" y="35"/>
                    </a:lnTo>
                    <a:lnTo>
                      <a:pt x="379" y="37"/>
                    </a:lnTo>
                    <a:lnTo>
                      <a:pt x="378" y="40"/>
                    </a:lnTo>
                    <a:lnTo>
                      <a:pt x="378" y="40"/>
                    </a:lnTo>
                    <a:lnTo>
                      <a:pt x="373" y="40"/>
                    </a:lnTo>
                    <a:lnTo>
                      <a:pt x="370" y="41"/>
                    </a:lnTo>
                    <a:lnTo>
                      <a:pt x="368" y="42"/>
                    </a:lnTo>
                    <a:lnTo>
                      <a:pt x="362" y="44"/>
                    </a:lnTo>
                    <a:lnTo>
                      <a:pt x="362" y="44"/>
                    </a:lnTo>
                    <a:lnTo>
                      <a:pt x="360" y="44"/>
                    </a:lnTo>
                    <a:lnTo>
                      <a:pt x="359" y="42"/>
                    </a:lnTo>
                    <a:lnTo>
                      <a:pt x="359" y="42"/>
                    </a:lnTo>
                    <a:lnTo>
                      <a:pt x="362" y="40"/>
                    </a:lnTo>
                    <a:lnTo>
                      <a:pt x="362" y="37"/>
                    </a:lnTo>
                    <a:lnTo>
                      <a:pt x="362" y="37"/>
                    </a:lnTo>
                    <a:lnTo>
                      <a:pt x="360" y="37"/>
                    </a:lnTo>
                    <a:lnTo>
                      <a:pt x="359" y="41"/>
                    </a:lnTo>
                    <a:lnTo>
                      <a:pt x="359" y="41"/>
                    </a:lnTo>
                    <a:lnTo>
                      <a:pt x="343" y="50"/>
                    </a:lnTo>
                    <a:lnTo>
                      <a:pt x="343" y="50"/>
                    </a:lnTo>
                    <a:lnTo>
                      <a:pt x="331" y="55"/>
                    </a:lnTo>
                    <a:lnTo>
                      <a:pt x="331" y="55"/>
                    </a:lnTo>
                    <a:lnTo>
                      <a:pt x="333" y="55"/>
                    </a:lnTo>
                    <a:lnTo>
                      <a:pt x="336" y="55"/>
                    </a:lnTo>
                    <a:lnTo>
                      <a:pt x="336" y="55"/>
                    </a:lnTo>
                    <a:lnTo>
                      <a:pt x="331" y="58"/>
                    </a:lnTo>
                    <a:lnTo>
                      <a:pt x="328" y="60"/>
                    </a:lnTo>
                    <a:lnTo>
                      <a:pt x="326" y="60"/>
                    </a:lnTo>
                    <a:lnTo>
                      <a:pt x="328" y="62"/>
                    </a:lnTo>
                    <a:lnTo>
                      <a:pt x="328" y="62"/>
                    </a:lnTo>
                    <a:lnTo>
                      <a:pt x="323" y="65"/>
                    </a:lnTo>
                    <a:lnTo>
                      <a:pt x="321" y="64"/>
                    </a:lnTo>
                    <a:lnTo>
                      <a:pt x="316" y="62"/>
                    </a:lnTo>
                    <a:lnTo>
                      <a:pt x="313" y="61"/>
                    </a:lnTo>
                    <a:lnTo>
                      <a:pt x="313" y="61"/>
                    </a:lnTo>
                    <a:lnTo>
                      <a:pt x="313" y="62"/>
                    </a:lnTo>
                    <a:lnTo>
                      <a:pt x="313" y="64"/>
                    </a:lnTo>
                    <a:lnTo>
                      <a:pt x="312" y="67"/>
                    </a:lnTo>
                    <a:lnTo>
                      <a:pt x="309" y="68"/>
                    </a:lnTo>
                    <a:lnTo>
                      <a:pt x="309" y="70"/>
                    </a:lnTo>
                    <a:lnTo>
                      <a:pt x="311" y="71"/>
                    </a:lnTo>
                    <a:lnTo>
                      <a:pt x="311" y="71"/>
                    </a:lnTo>
                    <a:lnTo>
                      <a:pt x="316" y="67"/>
                    </a:lnTo>
                    <a:lnTo>
                      <a:pt x="318" y="67"/>
                    </a:lnTo>
                    <a:lnTo>
                      <a:pt x="319" y="67"/>
                    </a:lnTo>
                    <a:lnTo>
                      <a:pt x="319" y="68"/>
                    </a:lnTo>
                    <a:lnTo>
                      <a:pt x="319" y="68"/>
                    </a:lnTo>
                    <a:lnTo>
                      <a:pt x="308" y="75"/>
                    </a:lnTo>
                    <a:lnTo>
                      <a:pt x="308" y="75"/>
                    </a:lnTo>
                    <a:lnTo>
                      <a:pt x="305" y="78"/>
                    </a:lnTo>
                    <a:lnTo>
                      <a:pt x="305" y="78"/>
                    </a:lnTo>
                    <a:lnTo>
                      <a:pt x="299" y="82"/>
                    </a:lnTo>
                    <a:lnTo>
                      <a:pt x="299" y="82"/>
                    </a:lnTo>
                    <a:lnTo>
                      <a:pt x="298" y="81"/>
                    </a:lnTo>
                    <a:lnTo>
                      <a:pt x="296" y="81"/>
                    </a:lnTo>
                    <a:lnTo>
                      <a:pt x="295" y="78"/>
                    </a:lnTo>
                    <a:lnTo>
                      <a:pt x="295" y="78"/>
                    </a:lnTo>
                    <a:lnTo>
                      <a:pt x="299" y="77"/>
                    </a:lnTo>
                    <a:lnTo>
                      <a:pt x="303" y="75"/>
                    </a:lnTo>
                    <a:lnTo>
                      <a:pt x="303" y="75"/>
                    </a:lnTo>
                    <a:lnTo>
                      <a:pt x="305" y="71"/>
                    </a:lnTo>
                    <a:lnTo>
                      <a:pt x="306" y="68"/>
                    </a:lnTo>
                    <a:lnTo>
                      <a:pt x="306" y="68"/>
                    </a:lnTo>
                    <a:lnTo>
                      <a:pt x="299" y="71"/>
                    </a:lnTo>
                    <a:lnTo>
                      <a:pt x="299" y="71"/>
                    </a:lnTo>
                    <a:lnTo>
                      <a:pt x="295" y="75"/>
                    </a:lnTo>
                    <a:lnTo>
                      <a:pt x="295" y="75"/>
                    </a:lnTo>
                    <a:lnTo>
                      <a:pt x="292" y="80"/>
                    </a:lnTo>
                    <a:lnTo>
                      <a:pt x="289" y="85"/>
                    </a:lnTo>
                    <a:lnTo>
                      <a:pt x="289" y="85"/>
                    </a:lnTo>
                    <a:lnTo>
                      <a:pt x="285" y="85"/>
                    </a:lnTo>
                    <a:lnTo>
                      <a:pt x="281" y="87"/>
                    </a:lnTo>
                    <a:lnTo>
                      <a:pt x="279" y="90"/>
                    </a:lnTo>
                    <a:lnTo>
                      <a:pt x="279" y="92"/>
                    </a:lnTo>
                    <a:lnTo>
                      <a:pt x="279" y="92"/>
                    </a:lnTo>
                    <a:lnTo>
                      <a:pt x="276" y="92"/>
                    </a:lnTo>
                    <a:lnTo>
                      <a:pt x="275" y="90"/>
                    </a:lnTo>
                    <a:lnTo>
                      <a:pt x="275" y="84"/>
                    </a:lnTo>
                    <a:lnTo>
                      <a:pt x="275" y="84"/>
                    </a:lnTo>
                    <a:lnTo>
                      <a:pt x="269" y="88"/>
                    </a:lnTo>
                    <a:lnTo>
                      <a:pt x="265" y="91"/>
                    </a:lnTo>
                    <a:lnTo>
                      <a:pt x="259" y="92"/>
                    </a:lnTo>
                    <a:lnTo>
                      <a:pt x="254" y="92"/>
                    </a:lnTo>
                    <a:lnTo>
                      <a:pt x="254" y="92"/>
                    </a:lnTo>
                    <a:lnTo>
                      <a:pt x="255" y="91"/>
                    </a:lnTo>
                    <a:lnTo>
                      <a:pt x="255" y="90"/>
                    </a:lnTo>
                    <a:lnTo>
                      <a:pt x="255" y="87"/>
                    </a:lnTo>
                    <a:lnTo>
                      <a:pt x="255" y="87"/>
                    </a:lnTo>
                    <a:lnTo>
                      <a:pt x="252" y="90"/>
                    </a:lnTo>
                    <a:lnTo>
                      <a:pt x="248" y="92"/>
                    </a:lnTo>
                    <a:lnTo>
                      <a:pt x="241" y="92"/>
                    </a:lnTo>
                    <a:lnTo>
                      <a:pt x="241" y="92"/>
                    </a:lnTo>
                    <a:lnTo>
                      <a:pt x="235" y="98"/>
                    </a:lnTo>
                    <a:lnTo>
                      <a:pt x="225" y="105"/>
                    </a:lnTo>
                    <a:lnTo>
                      <a:pt x="225" y="105"/>
                    </a:lnTo>
                    <a:lnTo>
                      <a:pt x="214" y="111"/>
                    </a:lnTo>
                    <a:lnTo>
                      <a:pt x="208" y="112"/>
                    </a:lnTo>
                    <a:lnTo>
                      <a:pt x="202" y="114"/>
                    </a:lnTo>
                    <a:lnTo>
                      <a:pt x="202" y="114"/>
                    </a:lnTo>
                    <a:lnTo>
                      <a:pt x="199" y="118"/>
                    </a:lnTo>
                    <a:lnTo>
                      <a:pt x="194" y="122"/>
                    </a:lnTo>
                    <a:lnTo>
                      <a:pt x="194" y="122"/>
                    </a:lnTo>
                    <a:lnTo>
                      <a:pt x="175" y="131"/>
                    </a:lnTo>
                    <a:lnTo>
                      <a:pt x="175" y="131"/>
                    </a:lnTo>
                    <a:lnTo>
                      <a:pt x="175" y="134"/>
                    </a:lnTo>
                    <a:lnTo>
                      <a:pt x="176" y="134"/>
                    </a:lnTo>
                    <a:lnTo>
                      <a:pt x="181" y="132"/>
                    </a:lnTo>
                    <a:lnTo>
                      <a:pt x="185" y="131"/>
                    </a:lnTo>
                    <a:lnTo>
                      <a:pt x="186" y="131"/>
                    </a:lnTo>
                    <a:lnTo>
                      <a:pt x="188" y="132"/>
                    </a:lnTo>
                    <a:lnTo>
                      <a:pt x="188" y="132"/>
                    </a:lnTo>
                    <a:lnTo>
                      <a:pt x="185" y="137"/>
                    </a:lnTo>
                    <a:lnTo>
                      <a:pt x="181" y="141"/>
                    </a:lnTo>
                    <a:lnTo>
                      <a:pt x="175" y="144"/>
                    </a:lnTo>
                    <a:lnTo>
                      <a:pt x="172" y="144"/>
                    </a:lnTo>
                    <a:lnTo>
                      <a:pt x="169" y="142"/>
                    </a:lnTo>
                    <a:lnTo>
                      <a:pt x="169" y="142"/>
                    </a:lnTo>
                    <a:lnTo>
                      <a:pt x="169" y="141"/>
                    </a:lnTo>
                    <a:lnTo>
                      <a:pt x="169" y="141"/>
                    </a:lnTo>
                    <a:lnTo>
                      <a:pt x="172" y="140"/>
                    </a:lnTo>
                    <a:lnTo>
                      <a:pt x="174" y="138"/>
                    </a:lnTo>
                    <a:lnTo>
                      <a:pt x="174" y="137"/>
                    </a:lnTo>
                    <a:lnTo>
                      <a:pt x="172" y="135"/>
                    </a:lnTo>
                    <a:lnTo>
                      <a:pt x="172" y="135"/>
                    </a:lnTo>
                    <a:lnTo>
                      <a:pt x="168" y="140"/>
                    </a:lnTo>
                    <a:lnTo>
                      <a:pt x="167" y="142"/>
                    </a:lnTo>
                    <a:lnTo>
                      <a:pt x="168" y="145"/>
                    </a:lnTo>
                    <a:lnTo>
                      <a:pt x="171" y="147"/>
                    </a:lnTo>
                    <a:lnTo>
                      <a:pt x="171" y="147"/>
                    </a:lnTo>
                    <a:lnTo>
                      <a:pt x="182" y="148"/>
                    </a:lnTo>
                    <a:lnTo>
                      <a:pt x="192" y="14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19" name="ïṧḻídè"/>
              <p:cNvSpPr/>
              <p:nvPr/>
            </p:nvSpPr>
            <p:spPr bwMode="auto">
              <a:xfrm>
                <a:off x="4031773" y="2909883"/>
                <a:ext cx="18433" cy="12287"/>
              </a:xfrm>
              <a:custGeom>
                <a:avLst/>
                <a:gdLst>
                  <a:gd name="T0" fmla="*/ 0 w 6"/>
                  <a:gd name="T1" fmla="*/ 1 h 4"/>
                  <a:gd name="T2" fmla="*/ 0 w 6"/>
                  <a:gd name="T3" fmla="*/ 1 h 4"/>
                  <a:gd name="T4" fmla="*/ 4 w 6"/>
                  <a:gd name="T5" fmla="*/ 0 h 4"/>
                  <a:gd name="T6" fmla="*/ 6 w 6"/>
                  <a:gd name="T7" fmla="*/ 1 h 4"/>
                  <a:gd name="T8" fmla="*/ 4 w 6"/>
                  <a:gd name="T9" fmla="*/ 4 h 4"/>
                  <a:gd name="T10" fmla="*/ 4 w 6"/>
                  <a:gd name="T11" fmla="*/ 4 h 4"/>
                  <a:gd name="T12" fmla="*/ 3 w 6"/>
                  <a:gd name="T13" fmla="*/ 3 h 4"/>
                  <a:gd name="T14" fmla="*/ 0 w 6"/>
                  <a:gd name="T1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4">
                    <a:moveTo>
                      <a:pt x="0" y="1"/>
                    </a:moveTo>
                    <a:lnTo>
                      <a:pt x="0" y="1"/>
                    </a:lnTo>
                    <a:lnTo>
                      <a:pt x="4" y="0"/>
                    </a:lnTo>
                    <a:lnTo>
                      <a:pt x="6" y="1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3" y="3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0" name="ï$lîďé"/>
              <p:cNvSpPr/>
              <p:nvPr/>
            </p:nvSpPr>
            <p:spPr bwMode="auto">
              <a:xfrm>
                <a:off x="4031773" y="2909883"/>
                <a:ext cx="18433" cy="12287"/>
              </a:xfrm>
              <a:custGeom>
                <a:avLst/>
                <a:gdLst>
                  <a:gd name="T0" fmla="*/ 0 w 6"/>
                  <a:gd name="T1" fmla="*/ 1 h 4"/>
                  <a:gd name="T2" fmla="*/ 0 w 6"/>
                  <a:gd name="T3" fmla="*/ 1 h 4"/>
                  <a:gd name="T4" fmla="*/ 4 w 6"/>
                  <a:gd name="T5" fmla="*/ 0 h 4"/>
                  <a:gd name="T6" fmla="*/ 6 w 6"/>
                  <a:gd name="T7" fmla="*/ 1 h 4"/>
                  <a:gd name="T8" fmla="*/ 4 w 6"/>
                  <a:gd name="T9" fmla="*/ 4 h 4"/>
                  <a:gd name="T10" fmla="*/ 4 w 6"/>
                  <a:gd name="T11" fmla="*/ 4 h 4"/>
                  <a:gd name="T12" fmla="*/ 3 w 6"/>
                  <a:gd name="T13" fmla="*/ 3 h 4"/>
                  <a:gd name="T14" fmla="*/ 0 w 6"/>
                  <a:gd name="T1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4">
                    <a:moveTo>
                      <a:pt x="0" y="1"/>
                    </a:moveTo>
                    <a:lnTo>
                      <a:pt x="0" y="1"/>
                    </a:lnTo>
                    <a:lnTo>
                      <a:pt x="4" y="0"/>
                    </a:lnTo>
                    <a:lnTo>
                      <a:pt x="6" y="1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3" y="3"/>
                    </a:lnTo>
                    <a:lnTo>
                      <a:pt x="0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1" name="îSḻîďé"/>
              <p:cNvSpPr/>
              <p:nvPr/>
            </p:nvSpPr>
            <p:spPr bwMode="auto">
              <a:xfrm>
                <a:off x="4326661" y="2879163"/>
                <a:ext cx="24574" cy="24574"/>
              </a:xfrm>
              <a:custGeom>
                <a:avLst/>
                <a:gdLst>
                  <a:gd name="T0" fmla="*/ 0 w 7"/>
                  <a:gd name="T1" fmla="*/ 2 h 9"/>
                  <a:gd name="T2" fmla="*/ 0 w 7"/>
                  <a:gd name="T3" fmla="*/ 2 h 9"/>
                  <a:gd name="T4" fmla="*/ 4 w 7"/>
                  <a:gd name="T5" fmla="*/ 0 h 9"/>
                  <a:gd name="T6" fmla="*/ 5 w 7"/>
                  <a:gd name="T7" fmla="*/ 0 h 9"/>
                  <a:gd name="T8" fmla="*/ 7 w 7"/>
                  <a:gd name="T9" fmla="*/ 2 h 9"/>
                  <a:gd name="T10" fmla="*/ 7 w 7"/>
                  <a:gd name="T11" fmla="*/ 2 h 9"/>
                  <a:gd name="T12" fmla="*/ 5 w 7"/>
                  <a:gd name="T13" fmla="*/ 3 h 9"/>
                  <a:gd name="T14" fmla="*/ 4 w 7"/>
                  <a:gd name="T15" fmla="*/ 5 h 9"/>
                  <a:gd name="T16" fmla="*/ 4 w 7"/>
                  <a:gd name="T17" fmla="*/ 7 h 9"/>
                  <a:gd name="T18" fmla="*/ 2 w 7"/>
                  <a:gd name="T19" fmla="*/ 9 h 9"/>
                  <a:gd name="T20" fmla="*/ 2 w 7"/>
                  <a:gd name="T21" fmla="*/ 9 h 9"/>
                  <a:gd name="T22" fmla="*/ 2 w 7"/>
                  <a:gd name="T23" fmla="*/ 5 h 9"/>
                  <a:gd name="T24" fmla="*/ 2 w 7"/>
                  <a:gd name="T25" fmla="*/ 2 h 9"/>
                  <a:gd name="T26" fmla="*/ 0 w 7"/>
                  <a:gd name="T27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9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5" y="3"/>
                    </a:lnTo>
                    <a:lnTo>
                      <a:pt x="4" y="5"/>
                    </a:lnTo>
                    <a:lnTo>
                      <a:pt x="4" y="7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5"/>
                    </a:lnTo>
                    <a:lnTo>
                      <a:pt x="2" y="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2" name="íŝ1iḑê"/>
              <p:cNvSpPr/>
              <p:nvPr/>
            </p:nvSpPr>
            <p:spPr bwMode="auto">
              <a:xfrm>
                <a:off x="4326661" y="2879163"/>
                <a:ext cx="24574" cy="24574"/>
              </a:xfrm>
              <a:custGeom>
                <a:avLst/>
                <a:gdLst>
                  <a:gd name="T0" fmla="*/ 0 w 7"/>
                  <a:gd name="T1" fmla="*/ 2 h 9"/>
                  <a:gd name="T2" fmla="*/ 0 w 7"/>
                  <a:gd name="T3" fmla="*/ 2 h 9"/>
                  <a:gd name="T4" fmla="*/ 4 w 7"/>
                  <a:gd name="T5" fmla="*/ 0 h 9"/>
                  <a:gd name="T6" fmla="*/ 5 w 7"/>
                  <a:gd name="T7" fmla="*/ 0 h 9"/>
                  <a:gd name="T8" fmla="*/ 7 w 7"/>
                  <a:gd name="T9" fmla="*/ 2 h 9"/>
                  <a:gd name="T10" fmla="*/ 7 w 7"/>
                  <a:gd name="T11" fmla="*/ 2 h 9"/>
                  <a:gd name="T12" fmla="*/ 5 w 7"/>
                  <a:gd name="T13" fmla="*/ 3 h 9"/>
                  <a:gd name="T14" fmla="*/ 4 w 7"/>
                  <a:gd name="T15" fmla="*/ 5 h 9"/>
                  <a:gd name="T16" fmla="*/ 4 w 7"/>
                  <a:gd name="T17" fmla="*/ 7 h 9"/>
                  <a:gd name="T18" fmla="*/ 2 w 7"/>
                  <a:gd name="T19" fmla="*/ 9 h 9"/>
                  <a:gd name="T20" fmla="*/ 2 w 7"/>
                  <a:gd name="T21" fmla="*/ 9 h 9"/>
                  <a:gd name="T22" fmla="*/ 2 w 7"/>
                  <a:gd name="T23" fmla="*/ 5 h 9"/>
                  <a:gd name="T24" fmla="*/ 2 w 7"/>
                  <a:gd name="T25" fmla="*/ 2 h 9"/>
                  <a:gd name="T26" fmla="*/ 0 w 7"/>
                  <a:gd name="T27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" h="9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5" y="3"/>
                    </a:lnTo>
                    <a:lnTo>
                      <a:pt x="4" y="5"/>
                    </a:lnTo>
                    <a:lnTo>
                      <a:pt x="4" y="7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5"/>
                    </a:lnTo>
                    <a:lnTo>
                      <a:pt x="2" y="2"/>
                    </a:lnTo>
                    <a:lnTo>
                      <a:pt x="0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3" name="iṥľíḑe"/>
              <p:cNvSpPr/>
              <p:nvPr/>
            </p:nvSpPr>
            <p:spPr bwMode="auto">
              <a:xfrm>
                <a:off x="4639983" y="2811586"/>
                <a:ext cx="18433" cy="24574"/>
              </a:xfrm>
              <a:custGeom>
                <a:avLst/>
                <a:gdLst>
                  <a:gd name="T0" fmla="*/ 1 w 7"/>
                  <a:gd name="T1" fmla="*/ 8 h 8"/>
                  <a:gd name="T2" fmla="*/ 1 w 7"/>
                  <a:gd name="T3" fmla="*/ 8 h 8"/>
                  <a:gd name="T4" fmla="*/ 0 w 7"/>
                  <a:gd name="T5" fmla="*/ 6 h 8"/>
                  <a:gd name="T6" fmla="*/ 1 w 7"/>
                  <a:gd name="T7" fmla="*/ 4 h 8"/>
                  <a:gd name="T8" fmla="*/ 3 w 7"/>
                  <a:gd name="T9" fmla="*/ 3 h 8"/>
                  <a:gd name="T10" fmla="*/ 1 w 7"/>
                  <a:gd name="T11" fmla="*/ 0 h 8"/>
                  <a:gd name="T12" fmla="*/ 1 w 7"/>
                  <a:gd name="T13" fmla="*/ 0 h 8"/>
                  <a:gd name="T14" fmla="*/ 4 w 7"/>
                  <a:gd name="T15" fmla="*/ 0 h 8"/>
                  <a:gd name="T16" fmla="*/ 4 w 7"/>
                  <a:gd name="T17" fmla="*/ 3 h 8"/>
                  <a:gd name="T18" fmla="*/ 4 w 7"/>
                  <a:gd name="T19" fmla="*/ 4 h 8"/>
                  <a:gd name="T20" fmla="*/ 1 w 7"/>
                  <a:gd name="T21" fmla="*/ 6 h 8"/>
                  <a:gd name="T22" fmla="*/ 1 w 7"/>
                  <a:gd name="T23" fmla="*/ 6 h 8"/>
                  <a:gd name="T24" fmla="*/ 4 w 7"/>
                  <a:gd name="T25" fmla="*/ 7 h 8"/>
                  <a:gd name="T26" fmla="*/ 7 w 7"/>
                  <a:gd name="T27" fmla="*/ 6 h 8"/>
                  <a:gd name="T28" fmla="*/ 7 w 7"/>
                  <a:gd name="T29" fmla="*/ 6 h 8"/>
                  <a:gd name="T30" fmla="*/ 7 w 7"/>
                  <a:gd name="T31" fmla="*/ 8 h 8"/>
                  <a:gd name="T32" fmla="*/ 4 w 7"/>
                  <a:gd name="T33" fmla="*/ 8 h 8"/>
                  <a:gd name="T34" fmla="*/ 1 w 7"/>
                  <a:gd name="T3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" h="8">
                    <a:moveTo>
                      <a:pt x="1" y="8"/>
                    </a:moveTo>
                    <a:lnTo>
                      <a:pt x="1" y="8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3" y="3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4" y="0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4" y="7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7" y="8"/>
                    </a:lnTo>
                    <a:lnTo>
                      <a:pt x="4" y="8"/>
                    </a:lnTo>
                    <a:lnTo>
                      <a:pt x="1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4" name="íšļîďé"/>
              <p:cNvSpPr/>
              <p:nvPr/>
            </p:nvSpPr>
            <p:spPr bwMode="auto">
              <a:xfrm>
                <a:off x="4639983" y="2811586"/>
                <a:ext cx="18433" cy="24574"/>
              </a:xfrm>
              <a:custGeom>
                <a:avLst/>
                <a:gdLst>
                  <a:gd name="T0" fmla="*/ 1 w 7"/>
                  <a:gd name="T1" fmla="*/ 8 h 8"/>
                  <a:gd name="T2" fmla="*/ 1 w 7"/>
                  <a:gd name="T3" fmla="*/ 8 h 8"/>
                  <a:gd name="T4" fmla="*/ 0 w 7"/>
                  <a:gd name="T5" fmla="*/ 6 h 8"/>
                  <a:gd name="T6" fmla="*/ 1 w 7"/>
                  <a:gd name="T7" fmla="*/ 4 h 8"/>
                  <a:gd name="T8" fmla="*/ 3 w 7"/>
                  <a:gd name="T9" fmla="*/ 3 h 8"/>
                  <a:gd name="T10" fmla="*/ 1 w 7"/>
                  <a:gd name="T11" fmla="*/ 0 h 8"/>
                  <a:gd name="T12" fmla="*/ 1 w 7"/>
                  <a:gd name="T13" fmla="*/ 0 h 8"/>
                  <a:gd name="T14" fmla="*/ 4 w 7"/>
                  <a:gd name="T15" fmla="*/ 0 h 8"/>
                  <a:gd name="T16" fmla="*/ 4 w 7"/>
                  <a:gd name="T17" fmla="*/ 3 h 8"/>
                  <a:gd name="T18" fmla="*/ 4 w 7"/>
                  <a:gd name="T19" fmla="*/ 4 h 8"/>
                  <a:gd name="T20" fmla="*/ 1 w 7"/>
                  <a:gd name="T21" fmla="*/ 6 h 8"/>
                  <a:gd name="T22" fmla="*/ 1 w 7"/>
                  <a:gd name="T23" fmla="*/ 6 h 8"/>
                  <a:gd name="T24" fmla="*/ 4 w 7"/>
                  <a:gd name="T25" fmla="*/ 7 h 8"/>
                  <a:gd name="T26" fmla="*/ 7 w 7"/>
                  <a:gd name="T27" fmla="*/ 6 h 8"/>
                  <a:gd name="T28" fmla="*/ 7 w 7"/>
                  <a:gd name="T29" fmla="*/ 6 h 8"/>
                  <a:gd name="T30" fmla="*/ 7 w 7"/>
                  <a:gd name="T31" fmla="*/ 8 h 8"/>
                  <a:gd name="T32" fmla="*/ 4 w 7"/>
                  <a:gd name="T33" fmla="*/ 8 h 8"/>
                  <a:gd name="T34" fmla="*/ 1 w 7"/>
                  <a:gd name="T3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" h="8">
                    <a:moveTo>
                      <a:pt x="1" y="8"/>
                    </a:moveTo>
                    <a:lnTo>
                      <a:pt x="1" y="8"/>
                    </a:lnTo>
                    <a:lnTo>
                      <a:pt x="0" y="6"/>
                    </a:lnTo>
                    <a:lnTo>
                      <a:pt x="1" y="4"/>
                    </a:lnTo>
                    <a:lnTo>
                      <a:pt x="3" y="3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4" y="0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4" y="7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7" y="8"/>
                    </a:lnTo>
                    <a:lnTo>
                      <a:pt x="4" y="8"/>
                    </a:lnTo>
                    <a:lnTo>
                      <a:pt x="1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5" name="îṡļïdê"/>
              <p:cNvSpPr/>
              <p:nvPr/>
            </p:nvSpPr>
            <p:spPr bwMode="auto">
              <a:xfrm>
                <a:off x="5057742" y="3063469"/>
                <a:ext cx="30720" cy="36861"/>
              </a:xfrm>
              <a:custGeom>
                <a:avLst/>
                <a:gdLst>
                  <a:gd name="T0" fmla="*/ 0 w 10"/>
                  <a:gd name="T1" fmla="*/ 0 h 11"/>
                  <a:gd name="T2" fmla="*/ 0 w 10"/>
                  <a:gd name="T3" fmla="*/ 0 h 11"/>
                  <a:gd name="T4" fmla="*/ 3 w 10"/>
                  <a:gd name="T5" fmla="*/ 0 h 11"/>
                  <a:gd name="T6" fmla="*/ 6 w 10"/>
                  <a:gd name="T7" fmla="*/ 0 h 11"/>
                  <a:gd name="T8" fmla="*/ 9 w 10"/>
                  <a:gd name="T9" fmla="*/ 2 h 11"/>
                  <a:gd name="T10" fmla="*/ 9 w 10"/>
                  <a:gd name="T11" fmla="*/ 2 h 11"/>
                  <a:gd name="T12" fmla="*/ 10 w 10"/>
                  <a:gd name="T13" fmla="*/ 7 h 11"/>
                  <a:gd name="T14" fmla="*/ 10 w 10"/>
                  <a:gd name="T15" fmla="*/ 7 h 11"/>
                  <a:gd name="T16" fmla="*/ 10 w 10"/>
                  <a:gd name="T17" fmla="*/ 8 h 11"/>
                  <a:gd name="T18" fmla="*/ 10 w 10"/>
                  <a:gd name="T19" fmla="*/ 8 h 11"/>
                  <a:gd name="T20" fmla="*/ 10 w 10"/>
                  <a:gd name="T21" fmla="*/ 11 h 11"/>
                  <a:gd name="T22" fmla="*/ 10 w 10"/>
                  <a:gd name="T23" fmla="*/ 11 h 11"/>
                  <a:gd name="T24" fmla="*/ 9 w 10"/>
                  <a:gd name="T25" fmla="*/ 10 h 11"/>
                  <a:gd name="T26" fmla="*/ 9 w 10"/>
                  <a:gd name="T27" fmla="*/ 10 h 11"/>
                  <a:gd name="T28" fmla="*/ 7 w 10"/>
                  <a:gd name="T29" fmla="*/ 7 h 11"/>
                  <a:gd name="T30" fmla="*/ 7 w 10"/>
                  <a:gd name="T31" fmla="*/ 7 h 11"/>
                  <a:gd name="T32" fmla="*/ 6 w 10"/>
                  <a:gd name="T33" fmla="*/ 4 h 11"/>
                  <a:gd name="T34" fmla="*/ 6 w 10"/>
                  <a:gd name="T35" fmla="*/ 4 h 11"/>
                  <a:gd name="T36" fmla="*/ 3 w 10"/>
                  <a:gd name="T37" fmla="*/ 1 h 11"/>
                  <a:gd name="T38" fmla="*/ 0 w 10"/>
                  <a:gd name="T3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" h="11">
                    <a:moveTo>
                      <a:pt x="0" y="0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9" y="2"/>
                    </a:lnTo>
                    <a:lnTo>
                      <a:pt x="9" y="2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10" y="8"/>
                    </a:lnTo>
                    <a:lnTo>
                      <a:pt x="10" y="8"/>
                    </a:lnTo>
                    <a:lnTo>
                      <a:pt x="10" y="11"/>
                    </a:lnTo>
                    <a:lnTo>
                      <a:pt x="10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7" y="7"/>
                    </a:lnTo>
                    <a:lnTo>
                      <a:pt x="7" y="7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3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6" name="íSļïdè"/>
              <p:cNvSpPr/>
              <p:nvPr/>
            </p:nvSpPr>
            <p:spPr bwMode="auto">
              <a:xfrm>
                <a:off x="5057742" y="3063469"/>
                <a:ext cx="30720" cy="36861"/>
              </a:xfrm>
              <a:custGeom>
                <a:avLst/>
                <a:gdLst>
                  <a:gd name="T0" fmla="*/ 0 w 10"/>
                  <a:gd name="T1" fmla="*/ 0 h 11"/>
                  <a:gd name="T2" fmla="*/ 0 w 10"/>
                  <a:gd name="T3" fmla="*/ 0 h 11"/>
                  <a:gd name="T4" fmla="*/ 3 w 10"/>
                  <a:gd name="T5" fmla="*/ 0 h 11"/>
                  <a:gd name="T6" fmla="*/ 6 w 10"/>
                  <a:gd name="T7" fmla="*/ 0 h 11"/>
                  <a:gd name="T8" fmla="*/ 9 w 10"/>
                  <a:gd name="T9" fmla="*/ 2 h 11"/>
                  <a:gd name="T10" fmla="*/ 9 w 10"/>
                  <a:gd name="T11" fmla="*/ 2 h 11"/>
                  <a:gd name="T12" fmla="*/ 10 w 10"/>
                  <a:gd name="T13" fmla="*/ 7 h 11"/>
                  <a:gd name="T14" fmla="*/ 10 w 10"/>
                  <a:gd name="T15" fmla="*/ 7 h 11"/>
                  <a:gd name="T16" fmla="*/ 10 w 10"/>
                  <a:gd name="T17" fmla="*/ 8 h 11"/>
                  <a:gd name="T18" fmla="*/ 10 w 10"/>
                  <a:gd name="T19" fmla="*/ 8 h 11"/>
                  <a:gd name="T20" fmla="*/ 10 w 10"/>
                  <a:gd name="T21" fmla="*/ 11 h 11"/>
                  <a:gd name="T22" fmla="*/ 10 w 10"/>
                  <a:gd name="T23" fmla="*/ 11 h 11"/>
                  <a:gd name="T24" fmla="*/ 9 w 10"/>
                  <a:gd name="T25" fmla="*/ 10 h 11"/>
                  <a:gd name="T26" fmla="*/ 9 w 10"/>
                  <a:gd name="T27" fmla="*/ 10 h 11"/>
                  <a:gd name="T28" fmla="*/ 7 w 10"/>
                  <a:gd name="T29" fmla="*/ 7 h 11"/>
                  <a:gd name="T30" fmla="*/ 7 w 10"/>
                  <a:gd name="T31" fmla="*/ 7 h 11"/>
                  <a:gd name="T32" fmla="*/ 6 w 10"/>
                  <a:gd name="T33" fmla="*/ 4 h 11"/>
                  <a:gd name="T34" fmla="*/ 6 w 10"/>
                  <a:gd name="T35" fmla="*/ 4 h 11"/>
                  <a:gd name="T36" fmla="*/ 3 w 10"/>
                  <a:gd name="T37" fmla="*/ 1 h 11"/>
                  <a:gd name="T38" fmla="*/ 0 w 10"/>
                  <a:gd name="T39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" h="11">
                    <a:moveTo>
                      <a:pt x="0" y="0"/>
                    </a:moveTo>
                    <a:lnTo>
                      <a:pt x="0" y="0"/>
                    </a:lnTo>
                    <a:lnTo>
                      <a:pt x="3" y="0"/>
                    </a:lnTo>
                    <a:lnTo>
                      <a:pt x="6" y="0"/>
                    </a:lnTo>
                    <a:lnTo>
                      <a:pt x="9" y="2"/>
                    </a:lnTo>
                    <a:lnTo>
                      <a:pt x="9" y="2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10" y="8"/>
                    </a:lnTo>
                    <a:lnTo>
                      <a:pt x="10" y="8"/>
                    </a:lnTo>
                    <a:lnTo>
                      <a:pt x="10" y="11"/>
                    </a:lnTo>
                    <a:lnTo>
                      <a:pt x="10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7" y="7"/>
                    </a:lnTo>
                    <a:lnTo>
                      <a:pt x="7" y="7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3" y="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7" name="íšḻiďè"/>
              <p:cNvSpPr/>
              <p:nvPr/>
            </p:nvSpPr>
            <p:spPr bwMode="auto">
              <a:xfrm>
                <a:off x="5199042" y="3045039"/>
                <a:ext cx="12287" cy="49148"/>
              </a:xfrm>
              <a:custGeom>
                <a:avLst/>
                <a:gdLst>
                  <a:gd name="T0" fmla="*/ 0 w 5"/>
                  <a:gd name="T1" fmla="*/ 1 h 14"/>
                  <a:gd name="T2" fmla="*/ 0 w 5"/>
                  <a:gd name="T3" fmla="*/ 1 h 14"/>
                  <a:gd name="T4" fmla="*/ 0 w 5"/>
                  <a:gd name="T5" fmla="*/ 0 h 14"/>
                  <a:gd name="T6" fmla="*/ 2 w 5"/>
                  <a:gd name="T7" fmla="*/ 0 h 14"/>
                  <a:gd name="T8" fmla="*/ 5 w 5"/>
                  <a:gd name="T9" fmla="*/ 0 h 14"/>
                  <a:gd name="T10" fmla="*/ 5 w 5"/>
                  <a:gd name="T11" fmla="*/ 0 h 14"/>
                  <a:gd name="T12" fmla="*/ 5 w 5"/>
                  <a:gd name="T13" fmla="*/ 4 h 14"/>
                  <a:gd name="T14" fmla="*/ 5 w 5"/>
                  <a:gd name="T15" fmla="*/ 4 h 14"/>
                  <a:gd name="T16" fmla="*/ 5 w 5"/>
                  <a:gd name="T17" fmla="*/ 7 h 14"/>
                  <a:gd name="T18" fmla="*/ 5 w 5"/>
                  <a:gd name="T19" fmla="*/ 7 h 14"/>
                  <a:gd name="T20" fmla="*/ 3 w 5"/>
                  <a:gd name="T21" fmla="*/ 14 h 14"/>
                  <a:gd name="T22" fmla="*/ 3 w 5"/>
                  <a:gd name="T23" fmla="*/ 14 h 14"/>
                  <a:gd name="T24" fmla="*/ 2 w 5"/>
                  <a:gd name="T25" fmla="*/ 13 h 14"/>
                  <a:gd name="T26" fmla="*/ 0 w 5"/>
                  <a:gd name="T27" fmla="*/ 11 h 14"/>
                  <a:gd name="T28" fmla="*/ 2 w 5"/>
                  <a:gd name="T29" fmla="*/ 8 h 14"/>
                  <a:gd name="T30" fmla="*/ 2 w 5"/>
                  <a:gd name="T31" fmla="*/ 8 h 14"/>
                  <a:gd name="T32" fmla="*/ 2 w 5"/>
                  <a:gd name="T33" fmla="*/ 4 h 14"/>
                  <a:gd name="T34" fmla="*/ 2 w 5"/>
                  <a:gd name="T35" fmla="*/ 4 h 14"/>
                  <a:gd name="T36" fmla="*/ 2 w 5"/>
                  <a:gd name="T37" fmla="*/ 1 h 14"/>
                  <a:gd name="T38" fmla="*/ 0 w 5"/>
                  <a:gd name="T39" fmla="*/ 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" h="14">
                    <a:moveTo>
                      <a:pt x="0" y="1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2" y="13"/>
                    </a:lnTo>
                    <a:lnTo>
                      <a:pt x="0" y="11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1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8" name="îšliḋé"/>
              <p:cNvSpPr/>
              <p:nvPr/>
            </p:nvSpPr>
            <p:spPr bwMode="auto">
              <a:xfrm>
                <a:off x="5199042" y="3045039"/>
                <a:ext cx="12287" cy="49148"/>
              </a:xfrm>
              <a:custGeom>
                <a:avLst/>
                <a:gdLst>
                  <a:gd name="T0" fmla="*/ 0 w 5"/>
                  <a:gd name="T1" fmla="*/ 1 h 14"/>
                  <a:gd name="T2" fmla="*/ 0 w 5"/>
                  <a:gd name="T3" fmla="*/ 1 h 14"/>
                  <a:gd name="T4" fmla="*/ 0 w 5"/>
                  <a:gd name="T5" fmla="*/ 0 h 14"/>
                  <a:gd name="T6" fmla="*/ 2 w 5"/>
                  <a:gd name="T7" fmla="*/ 0 h 14"/>
                  <a:gd name="T8" fmla="*/ 5 w 5"/>
                  <a:gd name="T9" fmla="*/ 0 h 14"/>
                  <a:gd name="T10" fmla="*/ 5 w 5"/>
                  <a:gd name="T11" fmla="*/ 0 h 14"/>
                  <a:gd name="T12" fmla="*/ 5 w 5"/>
                  <a:gd name="T13" fmla="*/ 4 h 14"/>
                  <a:gd name="T14" fmla="*/ 5 w 5"/>
                  <a:gd name="T15" fmla="*/ 4 h 14"/>
                  <a:gd name="T16" fmla="*/ 5 w 5"/>
                  <a:gd name="T17" fmla="*/ 7 h 14"/>
                  <a:gd name="T18" fmla="*/ 5 w 5"/>
                  <a:gd name="T19" fmla="*/ 7 h 14"/>
                  <a:gd name="T20" fmla="*/ 3 w 5"/>
                  <a:gd name="T21" fmla="*/ 14 h 14"/>
                  <a:gd name="T22" fmla="*/ 3 w 5"/>
                  <a:gd name="T23" fmla="*/ 14 h 14"/>
                  <a:gd name="T24" fmla="*/ 2 w 5"/>
                  <a:gd name="T25" fmla="*/ 13 h 14"/>
                  <a:gd name="T26" fmla="*/ 0 w 5"/>
                  <a:gd name="T27" fmla="*/ 11 h 14"/>
                  <a:gd name="T28" fmla="*/ 2 w 5"/>
                  <a:gd name="T29" fmla="*/ 8 h 14"/>
                  <a:gd name="T30" fmla="*/ 2 w 5"/>
                  <a:gd name="T31" fmla="*/ 8 h 14"/>
                  <a:gd name="T32" fmla="*/ 2 w 5"/>
                  <a:gd name="T33" fmla="*/ 4 h 14"/>
                  <a:gd name="T34" fmla="*/ 2 w 5"/>
                  <a:gd name="T35" fmla="*/ 4 h 14"/>
                  <a:gd name="T36" fmla="*/ 2 w 5"/>
                  <a:gd name="T37" fmla="*/ 1 h 14"/>
                  <a:gd name="T38" fmla="*/ 0 w 5"/>
                  <a:gd name="T39" fmla="*/ 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" h="14">
                    <a:moveTo>
                      <a:pt x="0" y="1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2" y="13"/>
                    </a:lnTo>
                    <a:lnTo>
                      <a:pt x="0" y="11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1"/>
                    </a:lnTo>
                    <a:lnTo>
                      <a:pt x="0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29" name="ïṥļiḋe"/>
              <p:cNvSpPr/>
              <p:nvPr/>
            </p:nvSpPr>
            <p:spPr bwMode="auto">
              <a:xfrm>
                <a:off x="6003845" y="2817728"/>
                <a:ext cx="92155" cy="313318"/>
              </a:xfrm>
              <a:custGeom>
                <a:avLst/>
                <a:gdLst>
                  <a:gd name="T0" fmla="*/ 16 w 30"/>
                  <a:gd name="T1" fmla="*/ 46 h 103"/>
                  <a:gd name="T2" fmla="*/ 13 w 30"/>
                  <a:gd name="T3" fmla="*/ 44 h 103"/>
                  <a:gd name="T4" fmla="*/ 10 w 30"/>
                  <a:gd name="T5" fmla="*/ 44 h 103"/>
                  <a:gd name="T6" fmla="*/ 10 w 30"/>
                  <a:gd name="T7" fmla="*/ 36 h 103"/>
                  <a:gd name="T8" fmla="*/ 10 w 30"/>
                  <a:gd name="T9" fmla="*/ 27 h 103"/>
                  <a:gd name="T10" fmla="*/ 10 w 30"/>
                  <a:gd name="T11" fmla="*/ 19 h 103"/>
                  <a:gd name="T12" fmla="*/ 10 w 30"/>
                  <a:gd name="T13" fmla="*/ 16 h 103"/>
                  <a:gd name="T14" fmla="*/ 10 w 30"/>
                  <a:gd name="T15" fmla="*/ 15 h 103"/>
                  <a:gd name="T16" fmla="*/ 10 w 30"/>
                  <a:gd name="T17" fmla="*/ 15 h 103"/>
                  <a:gd name="T18" fmla="*/ 7 w 30"/>
                  <a:gd name="T19" fmla="*/ 9 h 103"/>
                  <a:gd name="T20" fmla="*/ 6 w 30"/>
                  <a:gd name="T21" fmla="*/ 12 h 103"/>
                  <a:gd name="T22" fmla="*/ 7 w 30"/>
                  <a:gd name="T23" fmla="*/ 16 h 103"/>
                  <a:gd name="T24" fmla="*/ 7 w 30"/>
                  <a:gd name="T25" fmla="*/ 23 h 103"/>
                  <a:gd name="T26" fmla="*/ 4 w 30"/>
                  <a:gd name="T27" fmla="*/ 19 h 103"/>
                  <a:gd name="T28" fmla="*/ 4 w 30"/>
                  <a:gd name="T29" fmla="*/ 17 h 103"/>
                  <a:gd name="T30" fmla="*/ 4 w 30"/>
                  <a:gd name="T31" fmla="*/ 16 h 103"/>
                  <a:gd name="T32" fmla="*/ 3 w 30"/>
                  <a:gd name="T33" fmla="*/ 10 h 103"/>
                  <a:gd name="T34" fmla="*/ 0 w 30"/>
                  <a:gd name="T35" fmla="*/ 5 h 103"/>
                  <a:gd name="T36" fmla="*/ 8 w 30"/>
                  <a:gd name="T37" fmla="*/ 0 h 103"/>
                  <a:gd name="T38" fmla="*/ 13 w 30"/>
                  <a:gd name="T39" fmla="*/ 12 h 103"/>
                  <a:gd name="T40" fmla="*/ 13 w 30"/>
                  <a:gd name="T41" fmla="*/ 15 h 103"/>
                  <a:gd name="T42" fmla="*/ 14 w 30"/>
                  <a:gd name="T43" fmla="*/ 16 h 103"/>
                  <a:gd name="T44" fmla="*/ 14 w 30"/>
                  <a:gd name="T45" fmla="*/ 19 h 103"/>
                  <a:gd name="T46" fmla="*/ 16 w 30"/>
                  <a:gd name="T47" fmla="*/ 26 h 103"/>
                  <a:gd name="T48" fmla="*/ 18 w 30"/>
                  <a:gd name="T49" fmla="*/ 39 h 103"/>
                  <a:gd name="T50" fmla="*/ 16 w 30"/>
                  <a:gd name="T51" fmla="*/ 39 h 103"/>
                  <a:gd name="T52" fmla="*/ 17 w 30"/>
                  <a:gd name="T53" fmla="*/ 47 h 103"/>
                  <a:gd name="T54" fmla="*/ 16 w 30"/>
                  <a:gd name="T55" fmla="*/ 50 h 103"/>
                  <a:gd name="T56" fmla="*/ 18 w 30"/>
                  <a:gd name="T57" fmla="*/ 50 h 103"/>
                  <a:gd name="T58" fmla="*/ 21 w 30"/>
                  <a:gd name="T59" fmla="*/ 53 h 103"/>
                  <a:gd name="T60" fmla="*/ 18 w 30"/>
                  <a:gd name="T61" fmla="*/ 62 h 103"/>
                  <a:gd name="T62" fmla="*/ 20 w 30"/>
                  <a:gd name="T63" fmla="*/ 63 h 103"/>
                  <a:gd name="T64" fmla="*/ 23 w 30"/>
                  <a:gd name="T65" fmla="*/ 62 h 103"/>
                  <a:gd name="T66" fmla="*/ 25 w 30"/>
                  <a:gd name="T67" fmla="*/ 63 h 103"/>
                  <a:gd name="T68" fmla="*/ 27 w 30"/>
                  <a:gd name="T69" fmla="*/ 77 h 103"/>
                  <a:gd name="T70" fmla="*/ 25 w 30"/>
                  <a:gd name="T71" fmla="*/ 84 h 103"/>
                  <a:gd name="T72" fmla="*/ 24 w 30"/>
                  <a:gd name="T73" fmla="*/ 84 h 103"/>
                  <a:gd name="T74" fmla="*/ 23 w 30"/>
                  <a:gd name="T75" fmla="*/ 89 h 103"/>
                  <a:gd name="T76" fmla="*/ 24 w 30"/>
                  <a:gd name="T77" fmla="*/ 89 h 103"/>
                  <a:gd name="T78" fmla="*/ 27 w 30"/>
                  <a:gd name="T79" fmla="*/ 89 h 103"/>
                  <a:gd name="T80" fmla="*/ 30 w 30"/>
                  <a:gd name="T81" fmla="*/ 93 h 103"/>
                  <a:gd name="T82" fmla="*/ 28 w 30"/>
                  <a:gd name="T83" fmla="*/ 92 h 103"/>
                  <a:gd name="T84" fmla="*/ 25 w 30"/>
                  <a:gd name="T85" fmla="*/ 94 h 103"/>
                  <a:gd name="T86" fmla="*/ 25 w 30"/>
                  <a:gd name="T87" fmla="*/ 103 h 103"/>
                  <a:gd name="T88" fmla="*/ 21 w 30"/>
                  <a:gd name="T89" fmla="*/ 99 h 103"/>
                  <a:gd name="T90" fmla="*/ 16 w 30"/>
                  <a:gd name="T91" fmla="*/ 79 h 103"/>
                  <a:gd name="T92" fmla="*/ 14 w 30"/>
                  <a:gd name="T93" fmla="*/ 64 h 103"/>
                  <a:gd name="T94" fmla="*/ 10 w 30"/>
                  <a:gd name="T95" fmla="*/ 53 h 103"/>
                  <a:gd name="T96" fmla="*/ 13 w 30"/>
                  <a:gd name="T97" fmla="*/ 49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0" h="103">
                    <a:moveTo>
                      <a:pt x="16" y="46"/>
                    </a:moveTo>
                    <a:lnTo>
                      <a:pt x="16" y="46"/>
                    </a:lnTo>
                    <a:lnTo>
                      <a:pt x="14" y="44"/>
                    </a:lnTo>
                    <a:lnTo>
                      <a:pt x="13" y="44"/>
                    </a:lnTo>
                    <a:lnTo>
                      <a:pt x="10" y="44"/>
                    </a:lnTo>
                    <a:lnTo>
                      <a:pt x="10" y="44"/>
                    </a:lnTo>
                    <a:lnTo>
                      <a:pt x="10" y="40"/>
                    </a:lnTo>
                    <a:lnTo>
                      <a:pt x="10" y="36"/>
                    </a:lnTo>
                    <a:lnTo>
                      <a:pt x="10" y="27"/>
                    </a:lnTo>
                    <a:lnTo>
                      <a:pt x="10" y="27"/>
                    </a:lnTo>
                    <a:lnTo>
                      <a:pt x="10" y="19"/>
                    </a:lnTo>
                    <a:lnTo>
                      <a:pt x="10" y="19"/>
                    </a:lnTo>
                    <a:lnTo>
                      <a:pt x="10" y="16"/>
                    </a:lnTo>
                    <a:lnTo>
                      <a:pt x="10" y="16"/>
                    </a:lnTo>
                    <a:lnTo>
                      <a:pt x="10" y="15"/>
                    </a:lnTo>
                    <a:lnTo>
                      <a:pt x="10" y="15"/>
                    </a:lnTo>
                    <a:lnTo>
                      <a:pt x="10" y="15"/>
                    </a:lnTo>
                    <a:lnTo>
                      <a:pt x="10" y="15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6" y="10"/>
                    </a:lnTo>
                    <a:lnTo>
                      <a:pt x="6" y="12"/>
                    </a:lnTo>
                    <a:lnTo>
                      <a:pt x="7" y="16"/>
                    </a:lnTo>
                    <a:lnTo>
                      <a:pt x="7" y="16"/>
                    </a:lnTo>
                    <a:lnTo>
                      <a:pt x="7" y="20"/>
                    </a:lnTo>
                    <a:lnTo>
                      <a:pt x="7" y="23"/>
                    </a:lnTo>
                    <a:lnTo>
                      <a:pt x="7" y="23"/>
                    </a:lnTo>
                    <a:lnTo>
                      <a:pt x="4" y="19"/>
                    </a:lnTo>
                    <a:lnTo>
                      <a:pt x="4" y="19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3" y="10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4" y="3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3" y="15"/>
                    </a:lnTo>
                    <a:lnTo>
                      <a:pt x="13" y="15"/>
                    </a:lnTo>
                    <a:lnTo>
                      <a:pt x="14" y="16"/>
                    </a:lnTo>
                    <a:lnTo>
                      <a:pt x="14" y="16"/>
                    </a:lnTo>
                    <a:lnTo>
                      <a:pt x="14" y="19"/>
                    </a:lnTo>
                    <a:lnTo>
                      <a:pt x="14" y="19"/>
                    </a:lnTo>
                    <a:lnTo>
                      <a:pt x="16" y="26"/>
                    </a:lnTo>
                    <a:lnTo>
                      <a:pt x="18" y="39"/>
                    </a:lnTo>
                    <a:lnTo>
                      <a:pt x="18" y="39"/>
                    </a:lnTo>
                    <a:lnTo>
                      <a:pt x="17" y="37"/>
                    </a:lnTo>
                    <a:lnTo>
                      <a:pt x="16" y="39"/>
                    </a:lnTo>
                    <a:lnTo>
                      <a:pt x="16" y="43"/>
                    </a:lnTo>
                    <a:lnTo>
                      <a:pt x="17" y="47"/>
                    </a:lnTo>
                    <a:lnTo>
                      <a:pt x="17" y="49"/>
                    </a:lnTo>
                    <a:lnTo>
                      <a:pt x="16" y="50"/>
                    </a:lnTo>
                    <a:lnTo>
                      <a:pt x="16" y="50"/>
                    </a:lnTo>
                    <a:lnTo>
                      <a:pt x="18" y="50"/>
                    </a:lnTo>
                    <a:lnTo>
                      <a:pt x="20" y="50"/>
                    </a:lnTo>
                    <a:lnTo>
                      <a:pt x="21" y="53"/>
                    </a:lnTo>
                    <a:lnTo>
                      <a:pt x="21" y="57"/>
                    </a:lnTo>
                    <a:lnTo>
                      <a:pt x="18" y="62"/>
                    </a:lnTo>
                    <a:lnTo>
                      <a:pt x="18" y="62"/>
                    </a:lnTo>
                    <a:lnTo>
                      <a:pt x="20" y="63"/>
                    </a:lnTo>
                    <a:lnTo>
                      <a:pt x="21" y="63"/>
                    </a:lnTo>
                    <a:lnTo>
                      <a:pt x="23" y="62"/>
                    </a:lnTo>
                    <a:lnTo>
                      <a:pt x="25" y="63"/>
                    </a:lnTo>
                    <a:lnTo>
                      <a:pt x="25" y="63"/>
                    </a:lnTo>
                    <a:lnTo>
                      <a:pt x="25" y="70"/>
                    </a:lnTo>
                    <a:lnTo>
                      <a:pt x="27" y="77"/>
                    </a:lnTo>
                    <a:lnTo>
                      <a:pt x="27" y="83"/>
                    </a:lnTo>
                    <a:lnTo>
                      <a:pt x="25" y="84"/>
                    </a:lnTo>
                    <a:lnTo>
                      <a:pt x="24" y="84"/>
                    </a:lnTo>
                    <a:lnTo>
                      <a:pt x="24" y="84"/>
                    </a:lnTo>
                    <a:lnTo>
                      <a:pt x="24" y="87"/>
                    </a:lnTo>
                    <a:lnTo>
                      <a:pt x="23" y="89"/>
                    </a:lnTo>
                    <a:lnTo>
                      <a:pt x="23" y="89"/>
                    </a:lnTo>
                    <a:lnTo>
                      <a:pt x="24" y="89"/>
                    </a:lnTo>
                    <a:lnTo>
                      <a:pt x="25" y="90"/>
                    </a:lnTo>
                    <a:lnTo>
                      <a:pt x="27" y="89"/>
                    </a:lnTo>
                    <a:lnTo>
                      <a:pt x="28" y="89"/>
                    </a:lnTo>
                    <a:lnTo>
                      <a:pt x="30" y="93"/>
                    </a:lnTo>
                    <a:lnTo>
                      <a:pt x="30" y="93"/>
                    </a:lnTo>
                    <a:lnTo>
                      <a:pt x="28" y="92"/>
                    </a:lnTo>
                    <a:lnTo>
                      <a:pt x="27" y="92"/>
                    </a:lnTo>
                    <a:lnTo>
                      <a:pt x="25" y="94"/>
                    </a:lnTo>
                    <a:lnTo>
                      <a:pt x="25" y="99"/>
                    </a:lnTo>
                    <a:lnTo>
                      <a:pt x="25" y="103"/>
                    </a:lnTo>
                    <a:lnTo>
                      <a:pt x="25" y="103"/>
                    </a:lnTo>
                    <a:lnTo>
                      <a:pt x="21" y="99"/>
                    </a:lnTo>
                    <a:lnTo>
                      <a:pt x="20" y="93"/>
                    </a:lnTo>
                    <a:lnTo>
                      <a:pt x="16" y="79"/>
                    </a:lnTo>
                    <a:lnTo>
                      <a:pt x="16" y="79"/>
                    </a:lnTo>
                    <a:lnTo>
                      <a:pt x="14" y="64"/>
                    </a:lnTo>
                    <a:lnTo>
                      <a:pt x="13" y="59"/>
                    </a:lnTo>
                    <a:lnTo>
                      <a:pt x="10" y="53"/>
                    </a:lnTo>
                    <a:lnTo>
                      <a:pt x="10" y="53"/>
                    </a:lnTo>
                    <a:lnTo>
                      <a:pt x="13" y="49"/>
                    </a:lnTo>
                    <a:lnTo>
                      <a:pt x="16" y="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0" name="iS1íḋé"/>
              <p:cNvSpPr/>
              <p:nvPr/>
            </p:nvSpPr>
            <p:spPr bwMode="auto">
              <a:xfrm>
                <a:off x="6003845" y="2817728"/>
                <a:ext cx="92155" cy="313318"/>
              </a:xfrm>
              <a:custGeom>
                <a:avLst/>
                <a:gdLst>
                  <a:gd name="T0" fmla="*/ 16 w 30"/>
                  <a:gd name="T1" fmla="*/ 46 h 103"/>
                  <a:gd name="T2" fmla="*/ 13 w 30"/>
                  <a:gd name="T3" fmla="*/ 44 h 103"/>
                  <a:gd name="T4" fmla="*/ 10 w 30"/>
                  <a:gd name="T5" fmla="*/ 44 h 103"/>
                  <a:gd name="T6" fmla="*/ 10 w 30"/>
                  <a:gd name="T7" fmla="*/ 36 h 103"/>
                  <a:gd name="T8" fmla="*/ 10 w 30"/>
                  <a:gd name="T9" fmla="*/ 27 h 103"/>
                  <a:gd name="T10" fmla="*/ 10 w 30"/>
                  <a:gd name="T11" fmla="*/ 19 h 103"/>
                  <a:gd name="T12" fmla="*/ 10 w 30"/>
                  <a:gd name="T13" fmla="*/ 16 h 103"/>
                  <a:gd name="T14" fmla="*/ 10 w 30"/>
                  <a:gd name="T15" fmla="*/ 15 h 103"/>
                  <a:gd name="T16" fmla="*/ 10 w 30"/>
                  <a:gd name="T17" fmla="*/ 15 h 103"/>
                  <a:gd name="T18" fmla="*/ 7 w 30"/>
                  <a:gd name="T19" fmla="*/ 9 h 103"/>
                  <a:gd name="T20" fmla="*/ 6 w 30"/>
                  <a:gd name="T21" fmla="*/ 12 h 103"/>
                  <a:gd name="T22" fmla="*/ 7 w 30"/>
                  <a:gd name="T23" fmla="*/ 16 h 103"/>
                  <a:gd name="T24" fmla="*/ 7 w 30"/>
                  <a:gd name="T25" fmla="*/ 23 h 103"/>
                  <a:gd name="T26" fmla="*/ 4 w 30"/>
                  <a:gd name="T27" fmla="*/ 19 h 103"/>
                  <a:gd name="T28" fmla="*/ 4 w 30"/>
                  <a:gd name="T29" fmla="*/ 17 h 103"/>
                  <a:gd name="T30" fmla="*/ 4 w 30"/>
                  <a:gd name="T31" fmla="*/ 16 h 103"/>
                  <a:gd name="T32" fmla="*/ 3 w 30"/>
                  <a:gd name="T33" fmla="*/ 10 h 103"/>
                  <a:gd name="T34" fmla="*/ 0 w 30"/>
                  <a:gd name="T35" fmla="*/ 5 h 103"/>
                  <a:gd name="T36" fmla="*/ 8 w 30"/>
                  <a:gd name="T37" fmla="*/ 0 h 103"/>
                  <a:gd name="T38" fmla="*/ 13 w 30"/>
                  <a:gd name="T39" fmla="*/ 12 h 103"/>
                  <a:gd name="T40" fmla="*/ 13 w 30"/>
                  <a:gd name="T41" fmla="*/ 15 h 103"/>
                  <a:gd name="T42" fmla="*/ 14 w 30"/>
                  <a:gd name="T43" fmla="*/ 16 h 103"/>
                  <a:gd name="T44" fmla="*/ 14 w 30"/>
                  <a:gd name="T45" fmla="*/ 19 h 103"/>
                  <a:gd name="T46" fmla="*/ 16 w 30"/>
                  <a:gd name="T47" fmla="*/ 26 h 103"/>
                  <a:gd name="T48" fmla="*/ 18 w 30"/>
                  <a:gd name="T49" fmla="*/ 39 h 103"/>
                  <a:gd name="T50" fmla="*/ 16 w 30"/>
                  <a:gd name="T51" fmla="*/ 39 h 103"/>
                  <a:gd name="T52" fmla="*/ 17 w 30"/>
                  <a:gd name="T53" fmla="*/ 47 h 103"/>
                  <a:gd name="T54" fmla="*/ 16 w 30"/>
                  <a:gd name="T55" fmla="*/ 50 h 103"/>
                  <a:gd name="T56" fmla="*/ 18 w 30"/>
                  <a:gd name="T57" fmla="*/ 50 h 103"/>
                  <a:gd name="T58" fmla="*/ 21 w 30"/>
                  <a:gd name="T59" fmla="*/ 53 h 103"/>
                  <a:gd name="T60" fmla="*/ 18 w 30"/>
                  <a:gd name="T61" fmla="*/ 62 h 103"/>
                  <a:gd name="T62" fmla="*/ 20 w 30"/>
                  <a:gd name="T63" fmla="*/ 63 h 103"/>
                  <a:gd name="T64" fmla="*/ 23 w 30"/>
                  <a:gd name="T65" fmla="*/ 62 h 103"/>
                  <a:gd name="T66" fmla="*/ 25 w 30"/>
                  <a:gd name="T67" fmla="*/ 63 h 103"/>
                  <a:gd name="T68" fmla="*/ 27 w 30"/>
                  <a:gd name="T69" fmla="*/ 77 h 103"/>
                  <a:gd name="T70" fmla="*/ 25 w 30"/>
                  <a:gd name="T71" fmla="*/ 84 h 103"/>
                  <a:gd name="T72" fmla="*/ 24 w 30"/>
                  <a:gd name="T73" fmla="*/ 84 h 103"/>
                  <a:gd name="T74" fmla="*/ 23 w 30"/>
                  <a:gd name="T75" fmla="*/ 89 h 103"/>
                  <a:gd name="T76" fmla="*/ 24 w 30"/>
                  <a:gd name="T77" fmla="*/ 89 h 103"/>
                  <a:gd name="T78" fmla="*/ 27 w 30"/>
                  <a:gd name="T79" fmla="*/ 89 h 103"/>
                  <a:gd name="T80" fmla="*/ 30 w 30"/>
                  <a:gd name="T81" fmla="*/ 93 h 103"/>
                  <a:gd name="T82" fmla="*/ 28 w 30"/>
                  <a:gd name="T83" fmla="*/ 92 h 103"/>
                  <a:gd name="T84" fmla="*/ 25 w 30"/>
                  <a:gd name="T85" fmla="*/ 94 h 103"/>
                  <a:gd name="T86" fmla="*/ 25 w 30"/>
                  <a:gd name="T87" fmla="*/ 103 h 103"/>
                  <a:gd name="T88" fmla="*/ 21 w 30"/>
                  <a:gd name="T89" fmla="*/ 99 h 103"/>
                  <a:gd name="T90" fmla="*/ 16 w 30"/>
                  <a:gd name="T91" fmla="*/ 79 h 103"/>
                  <a:gd name="T92" fmla="*/ 14 w 30"/>
                  <a:gd name="T93" fmla="*/ 64 h 103"/>
                  <a:gd name="T94" fmla="*/ 10 w 30"/>
                  <a:gd name="T95" fmla="*/ 53 h 103"/>
                  <a:gd name="T96" fmla="*/ 13 w 30"/>
                  <a:gd name="T97" fmla="*/ 49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0" h="103">
                    <a:moveTo>
                      <a:pt x="16" y="46"/>
                    </a:moveTo>
                    <a:lnTo>
                      <a:pt x="16" y="46"/>
                    </a:lnTo>
                    <a:lnTo>
                      <a:pt x="14" y="44"/>
                    </a:lnTo>
                    <a:lnTo>
                      <a:pt x="13" y="44"/>
                    </a:lnTo>
                    <a:lnTo>
                      <a:pt x="10" y="44"/>
                    </a:lnTo>
                    <a:lnTo>
                      <a:pt x="10" y="44"/>
                    </a:lnTo>
                    <a:lnTo>
                      <a:pt x="10" y="40"/>
                    </a:lnTo>
                    <a:lnTo>
                      <a:pt x="10" y="36"/>
                    </a:lnTo>
                    <a:lnTo>
                      <a:pt x="10" y="27"/>
                    </a:lnTo>
                    <a:lnTo>
                      <a:pt x="10" y="27"/>
                    </a:lnTo>
                    <a:lnTo>
                      <a:pt x="10" y="19"/>
                    </a:lnTo>
                    <a:lnTo>
                      <a:pt x="10" y="19"/>
                    </a:lnTo>
                    <a:lnTo>
                      <a:pt x="10" y="16"/>
                    </a:lnTo>
                    <a:lnTo>
                      <a:pt x="10" y="16"/>
                    </a:lnTo>
                    <a:lnTo>
                      <a:pt x="10" y="15"/>
                    </a:lnTo>
                    <a:lnTo>
                      <a:pt x="10" y="15"/>
                    </a:lnTo>
                    <a:lnTo>
                      <a:pt x="10" y="15"/>
                    </a:lnTo>
                    <a:lnTo>
                      <a:pt x="10" y="15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6" y="10"/>
                    </a:lnTo>
                    <a:lnTo>
                      <a:pt x="6" y="12"/>
                    </a:lnTo>
                    <a:lnTo>
                      <a:pt x="7" y="16"/>
                    </a:lnTo>
                    <a:lnTo>
                      <a:pt x="7" y="16"/>
                    </a:lnTo>
                    <a:lnTo>
                      <a:pt x="7" y="20"/>
                    </a:lnTo>
                    <a:lnTo>
                      <a:pt x="7" y="23"/>
                    </a:lnTo>
                    <a:lnTo>
                      <a:pt x="7" y="23"/>
                    </a:lnTo>
                    <a:lnTo>
                      <a:pt x="4" y="19"/>
                    </a:lnTo>
                    <a:lnTo>
                      <a:pt x="4" y="19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3" y="10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4" y="3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13" y="12"/>
                    </a:lnTo>
                    <a:lnTo>
                      <a:pt x="13" y="12"/>
                    </a:lnTo>
                    <a:lnTo>
                      <a:pt x="13" y="15"/>
                    </a:lnTo>
                    <a:lnTo>
                      <a:pt x="13" y="15"/>
                    </a:lnTo>
                    <a:lnTo>
                      <a:pt x="14" y="16"/>
                    </a:lnTo>
                    <a:lnTo>
                      <a:pt x="14" y="16"/>
                    </a:lnTo>
                    <a:lnTo>
                      <a:pt x="14" y="19"/>
                    </a:lnTo>
                    <a:lnTo>
                      <a:pt x="14" y="19"/>
                    </a:lnTo>
                    <a:lnTo>
                      <a:pt x="16" y="26"/>
                    </a:lnTo>
                    <a:lnTo>
                      <a:pt x="18" y="39"/>
                    </a:lnTo>
                    <a:lnTo>
                      <a:pt x="18" y="39"/>
                    </a:lnTo>
                    <a:lnTo>
                      <a:pt x="17" y="37"/>
                    </a:lnTo>
                    <a:lnTo>
                      <a:pt x="16" y="39"/>
                    </a:lnTo>
                    <a:lnTo>
                      <a:pt x="16" y="43"/>
                    </a:lnTo>
                    <a:lnTo>
                      <a:pt x="17" y="47"/>
                    </a:lnTo>
                    <a:lnTo>
                      <a:pt x="17" y="49"/>
                    </a:lnTo>
                    <a:lnTo>
                      <a:pt x="16" y="50"/>
                    </a:lnTo>
                    <a:lnTo>
                      <a:pt x="16" y="50"/>
                    </a:lnTo>
                    <a:lnTo>
                      <a:pt x="18" y="50"/>
                    </a:lnTo>
                    <a:lnTo>
                      <a:pt x="20" y="50"/>
                    </a:lnTo>
                    <a:lnTo>
                      <a:pt x="21" y="53"/>
                    </a:lnTo>
                    <a:lnTo>
                      <a:pt x="21" y="57"/>
                    </a:lnTo>
                    <a:lnTo>
                      <a:pt x="18" y="62"/>
                    </a:lnTo>
                    <a:lnTo>
                      <a:pt x="18" y="62"/>
                    </a:lnTo>
                    <a:lnTo>
                      <a:pt x="20" y="63"/>
                    </a:lnTo>
                    <a:lnTo>
                      <a:pt x="21" y="63"/>
                    </a:lnTo>
                    <a:lnTo>
                      <a:pt x="23" y="62"/>
                    </a:lnTo>
                    <a:lnTo>
                      <a:pt x="25" y="63"/>
                    </a:lnTo>
                    <a:lnTo>
                      <a:pt x="25" y="63"/>
                    </a:lnTo>
                    <a:lnTo>
                      <a:pt x="25" y="70"/>
                    </a:lnTo>
                    <a:lnTo>
                      <a:pt x="27" y="77"/>
                    </a:lnTo>
                    <a:lnTo>
                      <a:pt x="27" y="83"/>
                    </a:lnTo>
                    <a:lnTo>
                      <a:pt x="25" y="84"/>
                    </a:lnTo>
                    <a:lnTo>
                      <a:pt x="24" y="84"/>
                    </a:lnTo>
                    <a:lnTo>
                      <a:pt x="24" y="84"/>
                    </a:lnTo>
                    <a:lnTo>
                      <a:pt x="24" y="87"/>
                    </a:lnTo>
                    <a:lnTo>
                      <a:pt x="23" y="89"/>
                    </a:lnTo>
                    <a:lnTo>
                      <a:pt x="23" y="89"/>
                    </a:lnTo>
                    <a:lnTo>
                      <a:pt x="24" y="89"/>
                    </a:lnTo>
                    <a:lnTo>
                      <a:pt x="25" y="90"/>
                    </a:lnTo>
                    <a:lnTo>
                      <a:pt x="27" y="89"/>
                    </a:lnTo>
                    <a:lnTo>
                      <a:pt x="28" y="89"/>
                    </a:lnTo>
                    <a:lnTo>
                      <a:pt x="30" y="93"/>
                    </a:lnTo>
                    <a:lnTo>
                      <a:pt x="30" y="93"/>
                    </a:lnTo>
                    <a:lnTo>
                      <a:pt x="28" y="92"/>
                    </a:lnTo>
                    <a:lnTo>
                      <a:pt x="27" y="92"/>
                    </a:lnTo>
                    <a:lnTo>
                      <a:pt x="25" y="94"/>
                    </a:lnTo>
                    <a:lnTo>
                      <a:pt x="25" y="99"/>
                    </a:lnTo>
                    <a:lnTo>
                      <a:pt x="25" y="103"/>
                    </a:lnTo>
                    <a:lnTo>
                      <a:pt x="25" y="103"/>
                    </a:lnTo>
                    <a:lnTo>
                      <a:pt x="21" y="99"/>
                    </a:lnTo>
                    <a:lnTo>
                      <a:pt x="20" y="93"/>
                    </a:lnTo>
                    <a:lnTo>
                      <a:pt x="16" y="79"/>
                    </a:lnTo>
                    <a:lnTo>
                      <a:pt x="16" y="79"/>
                    </a:lnTo>
                    <a:lnTo>
                      <a:pt x="14" y="64"/>
                    </a:lnTo>
                    <a:lnTo>
                      <a:pt x="13" y="59"/>
                    </a:lnTo>
                    <a:lnTo>
                      <a:pt x="10" y="53"/>
                    </a:lnTo>
                    <a:lnTo>
                      <a:pt x="10" y="53"/>
                    </a:lnTo>
                    <a:lnTo>
                      <a:pt x="13" y="49"/>
                    </a:lnTo>
                    <a:lnTo>
                      <a:pt x="16" y="4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1" name="iṥḷiḓé"/>
              <p:cNvSpPr/>
              <p:nvPr/>
            </p:nvSpPr>
            <p:spPr bwMode="auto">
              <a:xfrm>
                <a:off x="5487789" y="2977460"/>
                <a:ext cx="12287" cy="55290"/>
              </a:xfrm>
              <a:custGeom>
                <a:avLst/>
                <a:gdLst>
                  <a:gd name="T0" fmla="*/ 1 w 4"/>
                  <a:gd name="T1" fmla="*/ 0 h 19"/>
                  <a:gd name="T2" fmla="*/ 1 w 4"/>
                  <a:gd name="T3" fmla="*/ 0 h 19"/>
                  <a:gd name="T4" fmla="*/ 1 w 4"/>
                  <a:gd name="T5" fmla="*/ 0 h 19"/>
                  <a:gd name="T6" fmla="*/ 2 w 4"/>
                  <a:gd name="T7" fmla="*/ 1 h 19"/>
                  <a:gd name="T8" fmla="*/ 2 w 4"/>
                  <a:gd name="T9" fmla="*/ 1 h 19"/>
                  <a:gd name="T10" fmla="*/ 2 w 4"/>
                  <a:gd name="T11" fmla="*/ 4 h 19"/>
                  <a:gd name="T12" fmla="*/ 2 w 4"/>
                  <a:gd name="T13" fmla="*/ 4 h 19"/>
                  <a:gd name="T14" fmla="*/ 2 w 4"/>
                  <a:gd name="T15" fmla="*/ 7 h 19"/>
                  <a:gd name="T16" fmla="*/ 2 w 4"/>
                  <a:gd name="T17" fmla="*/ 7 h 19"/>
                  <a:gd name="T18" fmla="*/ 2 w 4"/>
                  <a:gd name="T19" fmla="*/ 13 h 19"/>
                  <a:gd name="T20" fmla="*/ 4 w 4"/>
                  <a:gd name="T21" fmla="*/ 19 h 19"/>
                  <a:gd name="T22" fmla="*/ 4 w 4"/>
                  <a:gd name="T23" fmla="*/ 19 h 19"/>
                  <a:gd name="T24" fmla="*/ 1 w 4"/>
                  <a:gd name="T25" fmla="*/ 17 h 19"/>
                  <a:gd name="T26" fmla="*/ 1 w 4"/>
                  <a:gd name="T27" fmla="*/ 14 h 19"/>
                  <a:gd name="T28" fmla="*/ 0 w 4"/>
                  <a:gd name="T29" fmla="*/ 10 h 19"/>
                  <a:gd name="T30" fmla="*/ 0 w 4"/>
                  <a:gd name="T31" fmla="*/ 10 h 19"/>
                  <a:gd name="T32" fmla="*/ 1 w 4"/>
                  <a:gd name="T33" fmla="*/ 6 h 19"/>
                  <a:gd name="T34" fmla="*/ 1 w 4"/>
                  <a:gd name="T35" fmla="*/ 6 h 19"/>
                  <a:gd name="T36" fmla="*/ 1 w 4"/>
                  <a:gd name="T37" fmla="*/ 3 h 19"/>
                  <a:gd name="T38" fmla="*/ 1 w 4"/>
                  <a:gd name="T39" fmla="*/ 3 h 19"/>
                  <a:gd name="T40" fmla="*/ 1 w 4"/>
                  <a:gd name="T4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" h="19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13"/>
                    </a:lnTo>
                    <a:lnTo>
                      <a:pt x="4" y="19"/>
                    </a:lnTo>
                    <a:lnTo>
                      <a:pt x="4" y="19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2" name="íśľidê"/>
              <p:cNvSpPr/>
              <p:nvPr/>
            </p:nvSpPr>
            <p:spPr bwMode="auto">
              <a:xfrm>
                <a:off x="5487789" y="2977460"/>
                <a:ext cx="12287" cy="55290"/>
              </a:xfrm>
              <a:custGeom>
                <a:avLst/>
                <a:gdLst>
                  <a:gd name="T0" fmla="*/ 1 w 4"/>
                  <a:gd name="T1" fmla="*/ 0 h 19"/>
                  <a:gd name="T2" fmla="*/ 1 w 4"/>
                  <a:gd name="T3" fmla="*/ 0 h 19"/>
                  <a:gd name="T4" fmla="*/ 1 w 4"/>
                  <a:gd name="T5" fmla="*/ 0 h 19"/>
                  <a:gd name="T6" fmla="*/ 2 w 4"/>
                  <a:gd name="T7" fmla="*/ 1 h 19"/>
                  <a:gd name="T8" fmla="*/ 2 w 4"/>
                  <a:gd name="T9" fmla="*/ 1 h 19"/>
                  <a:gd name="T10" fmla="*/ 2 w 4"/>
                  <a:gd name="T11" fmla="*/ 4 h 19"/>
                  <a:gd name="T12" fmla="*/ 2 w 4"/>
                  <a:gd name="T13" fmla="*/ 4 h 19"/>
                  <a:gd name="T14" fmla="*/ 2 w 4"/>
                  <a:gd name="T15" fmla="*/ 7 h 19"/>
                  <a:gd name="T16" fmla="*/ 2 w 4"/>
                  <a:gd name="T17" fmla="*/ 7 h 19"/>
                  <a:gd name="T18" fmla="*/ 2 w 4"/>
                  <a:gd name="T19" fmla="*/ 13 h 19"/>
                  <a:gd name="T20" fmla="*/ 4 w 4"/>
                  <a:gd name="T21" fmla="*/ 19 h 19"/>
                  <a:gd name="T22" fmla="*/ 4 w 4"/>
                  <a:gd name="T23" fmla="*/ 19 h 19"/>
                  <a:gd name="T24" fmla="*/ 1 w 4"/>
                  <a:gd name="T25" fmla="*/ 17 h 19"/>
                  <a:gd name="T26" fmla="*/ 1 w 4"/>
                  <a:gd name="T27" fmla="*/ 14 h 19"/>
                  <a:gd name="T28" fmla="*/ 0 w 4"/>
                  <a:gd name="T29" fmla="*/ 10 h 19"/>
                  <a:gd name="T30" fmla="*/ 0 w 4"/>
                  <a:gd name="T31" fmla="*/ 10 h 19"/>
                  <a:gd name="T32" fmla="*/ 1 w 4"/>
                  <a:gd name="T33" fmla="*/ 6 h 19"/>
                  <a:gd name="T34" fmla="*/ 1 w 4"/>
                  <a:gd name="T35" fmla="*/ 6 h 19"/>
                  <a:gd name="T36" fmla="*/ 1 w 4"/>
                  <a:gd name="T37" fmla="*/ 3 h 19"/>
                  <a:gd name="T38" fmla="*/ 1 w 4"/>
                  <a:gd name="T39" fmla="*/ 3 h 19"/>
                  <a:gd name="T40" fmla="*/ 1 w 4"/>
                  <a:gd name="T41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" h="19">
                    <a:moveTo>
                      <a:pt x="1" y="0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13"/>
                    </a:lnTo>
                    <a:lnTo>
                      <a:pt x="4" y="19"/>
                    </a:lnTo>
                    <a:lnTo>
                      <a:pt x="4" y="19"/>
                    </a:lnTo>
                    <a:lnTo>
                      <a:pt x="1" y="17"/>
                    </a:lnTo>
                    <a:lnTo>
                      <a:pt x="1" y="14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3" name="íś1idê"/>
              <p:cNvSpPr/>
              <p:nvPr/>
            </p:nvSpPr>
            <p:spPr bwMode="auto">
              <a:xfrm>
                <a:off x="5162181" y="3124904"/>
                <a:ext cx="18433" cy="30716"/>
              </a:xfrm>
              <a:custGeom>
                <a:avLst/>
                <a:gdLst>
                  <a:gd name="T0" fmla="*/ 3 w 4"/>
                  <a:gd name="T1" fmla="*/ 0 h 12"/>
                  <a:gd name="T2" fmla="*/ 3 w 4"/>
                  <a:gd name="T3" fmla="*/ 0 h 12"/>
                  <a:gd name="T4" fmla="*/ 4 w 4"/>
                  <a:gd name="T5" fmla="*/ 2 h 12"/>
                  <a:gd name="T6" fmla="*/ 4 w 4"/>
                  <a:gd name="T7" fmla="*/ 4 h 12"/>
                  <a:gd name="T8" fmla="*/ 4 w 4"/>
                  <a:gd name="T9" fmla="*/ 9 h 12"/>
                  <a:gd name="T10" fmla="*/ 4 w 4"/>
                  <a:gd name="T11" fmla="*/ 12 h 12"/>
                  <a:gd name="T12" fmla="*/ 4 w 4"/>
                  <a:gd name="T13" fmla="*/ 12 h 12"/>
                  <a:gd name="T14" fmla="*/ 3 w 4"/>
                  <a:gd name="T15" fmla="*/ 12 h 12"/>
                  <a:gd name="T16" fmla="*/ 3 w 4"/>
                  <a:gd name="T17" fmla="*/ 12 h 12"/>
                  <a:gd name="T18" fmla="*/ 1 w 4"/>
                  <a:gd name="T19" fmla="*/ 9 h 12"/>
                  <a:gd name="T20" fmla="*/ 1 w 4"/>
                  <a:gd name="T21" fmla="*/ 6 h 12"/>
                  <a:gd name="T22" fmla="*/ 1 w 4"/>
                  <a:gd name="T23" fmla="*/ 6 h 12"/>
                  <a:gd name="T24" fmla="*/ 0 w 4"/>
                  <a:gd name="T25" fmla="*/ 6 h 12"/>
                  <a:gd name="T26" fmla="*/ 0 w 4"/>
                  <a:gd name="T27" fmla="*/ 6 h 12"/>
                  <a:gd name="T28" fmla="*/ 1 w 4"/>
                  <a:gd name="T29" fmla="*/ 3 h 12"/>
                  <a:gd name="T30" fmla="*/ 3 w 4"/>
                  <a:gd name="T3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" h="12">
                    <a:moveTo>
                      <a:pt x="3" y="0"/>
                    </a:moveTo>
                    <a:lnTo>
                      <a:pt x="3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9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1" y="9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4" name="íṩlïďè"/>
              <p:cNvSpPr/>
              <p:nvPr/>
            </p:nvSpPr>
            <p:spPr bwMode="auto">
              <a:xfrm>
                <a:off x="5162181" y="3124904"/>
                <a:ext cx="18433" cy="30716"/>
              </a:xfrm>
              <a:custGeom>
                <a:avLst/>
                <a:gdLst>
                  <a:gd name="T0" fmla="*/ 3 w 4"/>
                  <a:gd name="T1" fmla="*/ 0 h 12"/>
                  <a:gd name="T2" fmla="*/ 3 w 4"/>
                  <a:gd name="T3" fmla="*/ 0 h 12"/>
                  <a:gd name="T4" fmla="*/ 4 w 4"/>
                  <a:gd name="T5" fmla="*/ 2 h 12"/>
                  <a:gd name="T6" fmla="*/ 4 w 4"/>
                  <a:gd name="T7" fmla="*/ 4 h 12"/>
                  <a:gd name="T8" fmla="*/ 4 w 4"/>
                  <a:gd name="T9" fmla="*/ 9 h 12"/>
                  <a:gd name="T10" fmla="*/ 4 w 4"/>
                  <a:gd name="T11" fmla="*/ 12 h 12"/>
                  <a:gd name="T12" fmla="*/ 4 w 4"/>
                  <a:gd name="T13" fmla="*/ 12 h 12"/>
                  <a:gd name="T14" fmla="*/ 3 w 4"/>
                  <a:gd name="T15" fmla="*/ 12 h 12"/>
                  <a:gd name="T16" fmla="*/ 3 w 4"/>
                  <a:gd name="T17" fmla="*/ 12 h 12"/>
                  <a:gd name="T18" fmla="*/ 1 w 4"/>
                  <a:gd name="T19" fmla="*/ 9 h 12"/>
                  <a:gd name="T20" fmla="*/ 1 w 4"/>
                  <a:gd name="T21" fmla="*/ 6 h 12"/>
                  <a:gd name="T22" fmla="*/ 1 w 4"/>
                  <a:gd name="T23" fmla="*/ 6 h 12"/>
                  <a:gd name="T24" fmla="*/ 0 w 4"/>
                  <a:gd name="T25" fmla="*/ 6 h 12"/>
                  <a:gd name="T26" fmla="*/ 0 w 4"/>
                  <a:gd name="T27" fmla="*/ 6 h 12"/>
                  <a:gd name="T28" fmla="*/ 1 w 4"/>
                  <a:gd name="T29" fmla="*/ 3 h 12"/>
                  <a:gd name="T30" fmla="*/ 3 w 4"/>
                  <a:gd name="T3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" h="12">
                    <a:moveTo>
                      <a:pt x="3" y="0"/>
                    </a:moveTo>
                    <a:lnTo>
                      <a:pt x="3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9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1" y="9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" y="3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5" name="í$ḷîḓe"/>
              <p:cNvSpPr/>
              <p:nvPr/>
            </p:nvSpPr>
            <p:spPr bwMode="auto">
              <a:xfrm>
                <a:off x="5002450" y="3462800"/>
                <a:ext cx="6145" cy="43003"/>
              </a:xfrm>
              <a:custGeom>
                <a:avLst/>
                <a:gdLst>
                  <a:gd name="T0" fmla="*/ 0 w 2"/>
                  <a:gd name="T1" fmla="*/ 0 h 13"/>
                  <a:gd name="T2" fmla="*/ 0 w 2"/>
                  <a:gd name="T3" fmla="*/ 0 h 13"/>
                  <a:gd name="T4" fmla="*/ 2 w 2"/>
                  <a:gd name="T5" fmla="*/ 6 h 13"/>
                  <a:gd name="T6" fmla="*/ 0 w 2"/>
                  <a:gd name="T7" fmla="*/ 13 h 13"/>
                  <a:gd name="T8" fmla="*/ 0 w 2"/>
                  <a:gd name="T9" fmla="*/ 13 h 13"/>
                  <a:gd name="T10" fmla="*/ 0 w 2"/>
                  <a:gd name="T11" fmla="*/ 8 h 13"/>
                  <a:gd name="T12" fmla="*/ 0 w 2"/>
                  <a:gd name="T13" fmla="*/ 3 h 13"/>
                  <a:gd name="T14" fmla="*/ 0 w 2"/>
                  <a:gd name="T1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6" name="išḷíďè"/>
              <p:cNvSpPr/>
              <p:nvPr/>
            </p:nvSpPr>
            <p:spPr bwMode="auto">
              <a:xfrm>
                <a:off x="5002450" y="3462800"/>
                <a:ext cx="6145" cy="43003"/>
              </a:xfrm>
              <a:custGeom>
                <a:avLst/>
                <a:gdLst>
                  <a:gd name="T0" fmla="*/ 0 w 2"/>
                  <a:gd name="T1" fmla="*/ 0 h 13"/>
                  <a:gd name="T2" fmla="*/ 0 w 2"/>
                  <a:gd name="T3" fmla="*/ 0 h 13"/>
                  <a:gd name="T4" fmla="*/ 2 w 2"/>
                  <a:gd name="T5" fmla="*/ 6 h 13"/>
                  <a:gd name="T6" fmla="*/ 0 w 2"/>
                  <a:gd name="T7" fmla="*/ 13 h 13"/>
                  <a:gd name="T8" fmla="*/ 0 w 2"/>
                  <a:gd name="T9" fmla="*/ 13 h 13"/>
                  <a:gd name="T10" fmla="*/ 0 w 2"/>
                  <a:gd name="T11" fmla="*/ 8 h 13"/>
                  <a:gd name="T12" fmla="*/ 0 w 2"/>
                  <a:gd name="T13" fmla="*/ 3 h 13"/>
                  <a:gd name="T14" fmla="*/ 0 w 2"/>
                  <a:gd name="T15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13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7" name="îṡ1îḓê"/>
              <p:cNvSpPr/>
              <p:nvPr/>
            </p:nvSpPr>
            <p:spPr bwMode="auto">
              <a:xfrm>
                <a:off x="5665949" y="3702396"/>
                <a:ext cx="0" cy="49148"/>
              </a:xfrm>
              <a:custGeom>
                <a:avLst/>
                <a:gdLst>
                  <a:gd name="T0" fmla="*/ 0 w 1"/>
                  <a:gd name="T1" fmla="*/ 0 h 15"/>
                  <a:gd name="T2" fmla="*/ 0 w 1"/>
                  <a:gd name="T3" fmla="*/ 0 h 15"/>
                  <a:gd name="T4" fmla="*/ 1 w 1"/>
                  <a:gd name="T5" fmla="*/ 2 h 15"/>
                  <a:gd name="T6" fmla="*/ 1 w 1"/>
                  <a:gd name="T7" fmla="*/ 7 h 15"/>
                  <a:gd name="T8" fmla="*/ 1 w 1"/>
                  <a:gd name="T9" fmla="*/ 15 h 15"/>
                  <a:gd name="T10" fmla="*/ 1 w 1"/>
                  <a:gd name="T11" fmla="*/ 15 h 15"/>
                  <a:gd name="T12" fmla="*/ 0 w 1"/>
                  <a:gd name="T13" fmla="*/ 11 h 15"/>
                  <a:gd name="T14" fmla="*/ 0 w 1"/>
                  <a:gd name="T15" fmla="*/ 7 h 15"/>
                  <a:gd name="T16" fmla="*/ 0 w 1"/>
                  <a:gd name="T1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15">
                    <a:moveTo>
                      <a:pt x="0" y="0"/>
                    </a:moveTo>
                    <a:lnTo>
                      <a:pt x="0" y="0"/>
                    </a:lnTo>
                    <a:lnTo>
                      <a:pt x="1" y="2"/>
                    </a:lnTo>
                    <a:lnTo>
                      <a:pt x="1" y="7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8" name="íṧļïḓê"/>
              <p:cNvSpPr/>
              <p:nvPr/>
            </p:nvSpPr>
            <p:spPr bwMode="auto">
              <a:xfrm>
                <a:off x="5665949" y="3702396"/>
                <a:ext cx="0" cy="49148"/>
              </a:xfrm>
              <a:custGeom>
                <a:avLst/>
                <a:gdLst>
                  <a:gd name="T0" fmla="*/ 0 w 1"/>
                  <a:gd name="T1" fmla="*/ 0 h 15"/>
                  <a:gd name="T2" fmla="*/ 0 w 1"/>
                  <a:gd name="T3" fmla="*/ 0 h 15"/>
                  <a:gd name="T4" fmla="*/ 1 w 1"/>
                  <a:gd name="T5" fmla="*/ 2 h 15"/>
                  <a:gd name="T6" fmla="*/ 1 w 1"/>
                  <a:gd name="T7" fmla="*/ 7 h 15"/>
                  <a:gd name="T8" fmla="*/ 1 w 1"/>
                  <a:gd name="T9" fmla="*/ 15 h 15"/>
                  <a:gd name="T10" fmla="*/ 1 w 1"/>
                  <a:gd name="T11" fmla="*/ 15 h 15"/>
                  <a:gd name="T12" fmla="*/ 0 w 1"/>
                  <a:gd name="T13" fmla="*/ 11 h 15"/>
                  <a:gd name="T14" fmla="*/ 0 w 1"/>
                  <a:gd name="T15" fmla="*/ 7 h 15"/>
                  <a:gd name="T16" fmla="*/ 0 w 1"/>
                  <a:gd name="T1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15">
                    <a:moveTo>
                      <a:pt x="0" y="0"/>
                    </a:moveTo>
                    <a:lnTo>
                      <a:pt x="0" y="0"/>
                    </a:lnTo>
                    <a:lnTo>
                      <a:pt x="1" y="2"/>
                    </a:lnTo>
                    <a:lnTo>
                      <a:pt x="1" y="7"/>
                    </a:lnTo>
                    <a:lnTo>
                      <a:pt x="1" y="15"/>
                    </a:lnTo>
                    <a:lnTo>
                      <a:pt x="1" y="15"/>
                    </a:lnTo>
                    <a:lnTo>
                      <a:pt x="0" y="11"/>
                    </a:lnTo>
                    <a:lnTo>
                      <a:pt x="0" y="7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39" name="iş1iḋé"/>
              <p:cNvSpPr/>
              <p:nvPr/>
            </p:nvSpPr>
            <p:spPr bwMode="auto">
              <a:xfrm>
                <a:off x="5764247" y="3874415"/>
                <a:ext cx="18433" cy="49148"/>
              </a:xfrm>
              <a:custGeom>
                <a:avLst/>
                <a:gdLst>
                  <a:gd name="T0" fmla="*/ 2 w 6"/>
                  <a:gd name="T1" fmla="*/ 0 h 15"/>
                  <a:gd name="T2" fmla="*/ 2 w 6"/>
                  <a:gd name="T3" fmla="*/ 0 h 15"/>
                  <a:gd name="T4" fmla="*/ 3 w 6"/>
                  <a:gd name="T5" fmla="*/ 4 h 15"/>
                  <a:gd name="T6" fmla="*/ 3 w 6"/>
                  <a:gd name="T7" fmla="*/ 8 h 15"/>
                  <a:gd name="T8" fmla="*/ 3 w 6"/>
                  <a:gd name="T9" fmla="*/ 11 h 15"/>
                  <a:gd name="T10" fmla="*/ 5 w 6"/>
                  <a:gd name="T11" fmla="*/ 12 h 15"/>
                  <a:gd name="T12" fmla="*/ 6 w 6"/>
                  <a:gd name="T13" fmla="*/ 14 h 15"/>
                  <a:gd name="T14" fmla="*/ 6 w 6"/>
                  <a:gd name="T15" fmla="*/ 14 h 15"/>
                  <a:gd name="T16" fmla="*/ 5 w 6"/>
                  <a:gd name="T17" fmla="*/ 15 h 15"/>
                  <a:gd name="T18" fmla="*/ 3 w 6"/>
                  <a:gd name="T19" fmla="*/ 14 h 15"/>
                  <a:gd name="T20" fmla="*/ 0 w 6"/>
                  <a:gd name="T21" fmla="*/ 10 h 15"/>
                  <a:gd name="T22" fmla="*/ 0 w 6"/>
                  <a:gd name="T23" fmla="*/ 4 h 15"/>
                  <a:gd name="T24" fmla="*/ 0 w 6"/>
                  <a:gd name="T25" fmla="*/ 1 h 15"/>
                  <a:gd name="T26" fmla="*/ 2 w 6"/>
                  <a:gd name="T2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15">
                    <a:moveTo>
                      <a:pt x="2" y="0"/>
                    </a:moveTo>
                    <a:lnTo>
                      <a:pt x="2" y="0"/>
                    </a:lnTo>
                    <a:lnTo>
                      <a:pt x="3" y="4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5" y="12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5" y="15"/>
                    </a:lnTo>
                    <a:lnTo>
                      <a:pt x="3" y="14"/>
                    </a:lnTo>
                    <a:lnTo>
                      <a:pt x="0" y="10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0" name="íSļíďé"/>
              <p:cNvSpPr/>
              <p:nvPr/>
            </p:nvSpPr>
            <p:spPr bwMode="auto">
              <a:xfrm>
                <a:off x="5764247" y="3874415"/>
                <a:ext cx="18433" cy="49148"/>
              </a:xfrm>
              <a:custGeom>
                <a:avLst/>
                <a:gdLst>
                  <a:gd name="T0" fmla="*/ 2 w 6"/>
                  <a:gd name="T1" fmla="*/ 0 h 15"/>
                  <a:gd name="T2" fmla="*/ 2 w 6"/>
                  <a:gd name="T3" fmla="*/ 0 h 15"/>
                  <a:gd name="T4" fmla="*/ 3 w 6"/>
                  <a:gd name="T5" fmla="*/ 4 h 15"/>
                  <a:gd name="T6" fmla="*/ 3 w 6"/>
                  <a:gd name="T7" fmla="*/ 8 h 15"/>
                  <a:gd name="T8" fmla="*/ 3 w 6"/>
                  <a:gd name="T9" fmla="*/ 11 h 15"/>
                  <a:gd name="T10" fmla="*/ 5 w 6"/>
                  <a:gd name="T11" fmla="*/ 12 h 15"/>
                  <a:gd name="T12" fmla="*/ 6 w 6"/>
                  <a:gd name="T13" fmla="*/ 14 h 15"/>
                  <a:gd name="T14" fmla="*/ 6 w 6"/>
                  <a:gd name="T15" fmla="*/ 14 h 15"/>
                  <a:gd name="T16" fmla="*/ 5 w 6"/>
                  <a:gd name="T17" fmla="*/ 15 h 15"/>
                  <a:gd name="T18" fmla="*/ 3 w 6"/>
                  <a:gd name="T19" fmla="*/ 14 h 15"/>
                  <a:gd name="T20" fmla="*/ 0 w 6"/>
                  <a:gd name="T21" fmla="*/ 10 h 15"/>
                  <a:gd name="T22" fmla="*/ 0 w 6"/>
                  <a:gd name="T23" fmla="*/ 4 h 15"/>
                  <a:gd name="T24" fmla="*/ 0 w 6"/>
                  <a:gd name="T25" fmla="*/ 1 h 15"/>
                  <a:gd name="T26" fmla="*/ 2 w 6"/>
                  <a:gd name="T2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15">
                    <a:moveTo>
                      <a:pt x="2" y="0"/>
                    </a:moveTo>
                    <a:lnTo>
                      <a:pt x="2" y="0"/>
                    </a:lnTo>
                    <a:lnTo>
                      <a:pt x="3" y="4"/>
                    </a:lnTo>
                    <a:lnTo>
                      <a:pt x="3" y="8"/>
                    </a:lnTo>
                    <a:lnTo>
                      <a:pt x="3" y="11"/>
                    </a:lnTo>
                    <a:lnTo>
                      <a:pt x="5" y="12"/>
                    </a:lnTo>
                    <a:lnTo>
                      <a:pt x="6" y="14"/>
                    </a:lnTo>
                    <a:lnTo>
                      <a:pt x="6" y="14"/>
                    </a:lnTo>
                    <a:lnTo>
                      <a:pt x="5" y="15"/>
                    </a:lnTo>
                    <a:lnTo>
                      <a:pt x="3" y="14"/>
                    </a:lnTo>
                    <a:lnTo>
                      <a:pt x="0" y="10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1" name="ïṧļiďe"/>
              <p:cNvSpPr/>
              <p:nvPr/>
            </p:nvSpPr>
            <p:spPr bwMode="auto">
              <a:xfrm>
                <a:off x="6009988" y="4009572"/>
                <a:ext cx="43007" cy="110582"/>
              </a:xfrm>
              <a:custGeom>
                <a:avLst/>
                <a:gdLst>
                  <a:gd name="T0" fmla="*/ 0 w 13"/>
                  <a:gd name="T1" fmla="*/ 16 h 34"/>
                  <a:gd name="T2" fmla="*/ 0 w 13"/>
                  <a:gd name="T3" fmla="*/ 16 h 34"/>
                  <a:gd name="T4" fmla="*/ 3 w 13"/>
                  <a:gd name="T5" fmla="*/ 16 h 34"/>
                  <a:gd name="T6" fmla="*/ 5 w 13"/>
                  <a:gd name="T7" fmla="*/ 16 h 34"/>
                  <a:gd name="T8" fmla="*/ 9 w 13"/>
                  <a:gd name="T9" fmla="*/ 13 h 34"/>
                  <a:gd name="T10" fmla="*/ 12 w 13"/>
                  <a:gd name="T11" fmla="*/ 7 h 34"/>
                  <a:gd name="T12" fmla="*/ 10 w 13"/>
                  <a:gd name="T13" fmla="*/ 0 h 34"/>
                  <a:gd name="T14" fmla="*/ 10 w 13"/>
                  <a:gd name="T15" fmla="*/ 0 h 34"/>
                  <a:gd name="T16" fmla="*/ 12 w 13"/>
                  <a:gd name="T17" fmla="*/ 3 h 34"/>
                  <a:gd name="T18" fmla="*/ 13 w 13"/>
                  <a:gd name="T19" fmla="*/ 6 h 34"/>
                  <a:gd name="T20" fmla="*/ 13 w 13"/>
                  <a:gd name="T21" fmla="*/ 16 h 34"/>
                  <a:gd name="T22" fmla="*/ 12 w 13"/>
                  <a:gd name="T23" fmla="*/ 26 h 34"/>
                  <a:gd name="T24" fmla="*/ 13 w 13"/>
                  <a:gd name="T25" fmla="*/ 34 h 34"/>
                  <a:gd name="T26" fmla="*/ 13 w 13"/>
                  <a:gd name="T27" fmla="*/ 34 h 34"/>
                  <a:gd name="T28" fmla="*/ 12 w 13"/>
                  <a:gd name="T29" fmla="*/ 30 h 34"/>
                  <a:gd name="T30" fmla="*/ 9 w 13"/>
                  <a:gd name="T31" fmla="*/ 26 h 34"/>
                  <a:gd name="T32" fmla="*/ 9 w 13"/>
                  <a:gd name="T33" fmla="*/ 24 h 34"/>
                  <a:gd name="T34" fmla="*/ 9 w 13"/>
                  <a:gd name="T35" fmla="*/ 21 h 34"/>
                  <a:gd name="T36" fmla="*/ 9 w 13"/>
                  <a:gd name="T37" fmla="*/ 21 h 34"/>
                  <a:gd name="T38" fmla="*/ 9 w 13"/>
                  <a:gd name="T39" fmla="*/ 18 h 34"/>
                  <a:gd name="T40" fmla="*/ 6 w 13"/>
                  <a:gd name="T41" fmla="*/ 18 h 34"/>
                  <a:gd name="T42" fmla="*/ 3 w 13"/>
                  <a:gd name="T43" fmla="*/ 20 h 34"/>
                  <a:gd name="T44" fmla="*/ 3 w 13"/>
                  <a:gd name="T45" fmla="*/ 21 h 34"/>
                  <a:gd name="T46" fmla="*/ 3 w 13"/>
                  <a:gd name="T47" fmla="*/ 21 h 34"/>
                  <a:gd name="T48" fmla="*/ 2 w 13"/>
                  <a:gd name="T49" fmla="*/ 20 h 34"/>
                  <a:gd name="T50" fmla="*/ 2 w 13"/>
                  <a:gd name="T51" fmla="*/ 18 h 34"/>
                  <a:gd name="T52" fmla="*/ 2 w 13"/>
                  <a:gd name="T53" fmla="*/ 16 h 34"/>
                  <a:gd name="T54" fmla="*/ 0 w 13"/>
                  <a:gd name="T55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" h="34">
                    <a:moveTo>
                      <a:pt x="0" y="16"/>
                    </a:moveTo>
                    <a:lnTo>
                      <a:pt x="0" y="16"/>
                    </a:lnTo>
                    <a:lnTo>
                      <a:pt x="3" y="16"/>
                    </a:lnTo>
                    <a:lnTo>
                      <a:pt x="5" y="16"/>
                    </a:lnTo>
                    <a:lnTo>
                      <a:pt x="9" y="13"/>
                    </a:lnTo>
                    <a:lnTo>
                      <a:pt x="12" y="7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12" y="3"/>
                    </a:lnTo>
                    <a:lnTo>
                      <a:pt x="13" y="6"/>
                    </a:lnTo>
                    <a:lnTo>
                      <a:pt x="13" y="16"/>
                    </a:lnTo>
                    <a:lnTo>
                      <a:pt x="12" y="26"/>
                    </a:lnTo>
                    <a:lnTo>
                      <a:pt x="13" y="34"/>
                    </a:lnTo>
                    <a:lnTo>
                      <a:pt x="13" y="34"/>
                    </a:lnTo>
                    <a:lnTo>
                      <a:pt x="12" y="30"/>
                    </a:lnTo>
                    <a:lnTo>
                      <a:pt x="9" y="26"/>
                    </a:lnTo>
                    <a:lnTo>
                      <a:pt x="9" y="24"/>
                    </a:lnTo>
                    <a:lnTo>
                      <a:pt x="9" y="21"/>
                    </a:lnTo>
                    <a:lnTo>
                      <a:pt x="9" y="21"/>
                    </a:lnTo>
                    <a:lnTo>
                      <a:pt x="9" y="18"/>
                    </a:lnTo>
                    <a:lnTo>
                      <a:pt x="6" y="18"/>
                    </a:lnTo>
                    <a:lnTo>
                      <a:pt x="3" y="20"/>
                    </a:lnTo>
                    <a:lnTo>
                      <a:pt x="3" y="21"/>
                    </a:lnTo>
                    <a:lnTo>
                      <a:pt x="3" y="21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2" y="16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2" name="iSľîḍé"/>
              <p:cNvSpPr/>
              <p:nvPr/>
            </p:nvSpPr>
            <p:spPr bwMode="auto">
              <a:xfrm>
                <a:off x="6009987" y="4009572"/>
                <a:ext cx="43007" cy="110582"/>
              </a:xfrm>
              <a:custGeom>
                <a:avLst/>
                <a:gdLst>
                  <a:gd name="T0" fmla="*/ 0 w 13"/>
                  <a:gd name="T1" fmla="*/ 16 h 34"/>
                  <a:gd name="T2" fmla="*/ 0 w 13"/>
                  <a:gd name="T3" fmla="*/ 16 h 34"/>
                  <a:gd name="T4" fmla="*/ 3 w 13"/>
                  <a:gd name="T5" fmla="*/ 16 h 34"/>
                  <a:gd name="T6" fmla="*/ 5 w 13"/>
                  <a:gd name="T7" fmla="*/ 16 h 34"/>
                  <a:gd name="T8" fmla="*/ 9 w 13"/>
                  <a:gd name="T9" fmla="*/ 13 h 34"/>
                  <a:gd name="T10" fmla="*/ 12 w 13"/>
                  <a:gd name="T11" fmla="*/ 7 h 34"/>
                  <a:gd name="T12" fmla="*/ 10 w 13"/>
                  <a:gd name="T13" fmla="*/ 0 h 34"/>
                  <a:gd name="T14" fmla="*/ 10 w 13"/>
                  <a:gd name="T15" fmla="*/ 0 h 34"/>
                  <a:gd name="T16" fmla="*/ 12 w 13"/>
                  <a:gd name="T17" fmla="*/ 3 h 34"/>
                  <a:gd name="T18" fmla="*/ 13 w 13"/>
                  <a:gd name="T19" fmla="*/ 6 h 34"/>
                  <a:gd name="T20" fmla="*/ 13 w 13"/>
                  <a:gd name="T21" fmla="*/ 16 h 34"/>
                  <a:gd name="T22" fmla="*/ 12 w 13"/>
                  <a:gd name="T23" fmla="*/ 26 h 34"/>
                  <a:gd name="T24" fmla="*/ 13 w 13"/>
                  <a:gd name="T25" fmla="*/ 34 h 34"/>
                  <a:gd name="T26" fmla="*/ 13 w 13"/>
                  <a:gd name="T27" fmla="*/ 34 h 34"/>
                  <a:gd name="T28" fmla="*/ 12 w 13"/>
                  <a:gd name="T29" fmla="*/ 30 h 34"/>
                  <a:gd name="T30" fmla="*/ 9 w 13"/>
                  <a:gd name="T31" fmla="*/ 26 h 34"/>
                  <a:gd name="T32" fmla="*/ 9 w 13"/>
                  <a:gd name="T33" fmla="*/ 24 h 34"/>
                  <a:gd name="T34" fmla="*/ 9 w 13"/>
                  <a:gd name="T35" fmla="*/ 21 h 34"/>
                  <a:gd name="T36" fmla="*/ 9 w 13"/>
                  <a:gd name="T37" fmla="*/ 21 h 34"/>
                  <a:gd name="T38" fmla="*/ 9 w 13"/>
                  <a:gd name="T39" fmla="*/ 18 h 34"/>
                  <a:gd name="T40" fmla="*/ 6 w 13"/>
                  <a:gd name="T41" fmla="*/ 18 h 34"/>
                  <a:gd name="T42" fmla="*/ 3 w 13"/>
                  <a:gd name="T43" fmla="*/ 20 h 34"/>
                  <a:gd name="T44" fmla="*/ 3 w 13"/>
                  <a:gd name="T45" fmla="*/ 21 h 34"/>
                  <a:gd name="T46" fmla="*/ 3 w 13"/>
                  <a:gd name="T47" fmla="*/ 21 h 34"/>
                  <a:gd name="T48" fmla="*/ 2 w 13"/>
                  <a:gd name="T49" fmla="*/ 20 h 34"/>
                  <a:gd name="T50" fmla="*/ 2 w 13"/>
                  <a:gd name="T51" fmla="*/ 18 h 34"/>
                  <a:gd name="T52" fmla="*/ 2 w 13"/>
                  <a:gd name="T53" fmla="*/ 16 h 34"/>
                  <a:gd name="T54" fmla="*/ 0 w 13"/>
                  <a:gd name="T55" fmla="*/ 16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" h="34">
                    <a:moveTo>
                      <a:pt x="0" y="16"/>
                    </a:moveTo>
                    <a:lnTo>
                      <a:pt x="0" y="16"/>
                    </a:lnTo>
                    <a:lnTo>
                      <a:pt x="3" y="16"/>
                    </a:lnTo>
                    <a:lnTo>
                      <a:pt x="5" y="16"/>
                    </a:lnTo>
                    <a:lnTo>
                      <a:pt x="9" y="13"/>
                    </a:lnTo>
                    <a:lnTo>
                      <a:pt x="12" y="7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12" y="3"/>
                    </a:lnTo>
                    <a:lnTo>
                      <a:pt x="13" y="6"/>
                    </a:lnTo>
                    <a:lnTo>
                      <a:pt x="13" y="16"/>
                    </a:lnTo>
                    <a:lnTo>
                      <a:pt x="12" y="26"/>
                    </a:lnTo>
                    <a:lnTo>
                      <a:pt x="13" y="34"/>
                    </a:lnTo>
                    <a:lnTo>
                      <a:pt x="13" y="34"/>
                    </a:lnTo>
                    <a:lnTo>
                      <a:pt x="12" y="30"/>
                    </a:lnTo>
                    <a:lnTo>
                      <a:pt x="9" y="26"/>
                    </a:lnTo>
                    <a:lnTo>
                      <a:pt x="9" y="24"/>
                    </a:lnTo>
                    <a:lnTo>
                      <a:pt x="9" y="21"/>
                    </a:lnTo>
                    <a:lnTo>
                      <a:pt x="9" y="21"/>
                    </a:lnTo>
                    <a:lnTo>
                      <a:pt x="9" y="18"/>
                    </a:lnTo>
                    <a:lnTo>
                      <a:pt x="6" y="18"/>
                    </a:lnTo>
                    <a:lnTo>
                      <a:pt x="3" y="20"/>
                    </a:lnTo>
                    <a:lnTo>
                      <a:pt x="3" y="21"/>
                    </a:lnTo>
                    <a:lnTo>
                      <a:pt x="3" y="21"/>
                    </a:lnTo>
                    <a:lnTo>
                      <a:pt x="2" y="20"/>
                    </a:lnTo>
                    <a:lnTo>
                      <a:pt x="2" y="18"/>
                    </a:lnTo>
                    <a:lnTo>
                      <a:pt x="2" y="16"/>
                    </a:lnTo>
                    <a:lnTo>
                      <a:pt x="0" y="1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3" name="ïṣḷíḓe"/>
              <p:cNvSpPr/>
              <p:nvPr/>
            </p:nvSpPr>
            <p:spPr bwMode="auto">
              <a:xfrm>
                <a:off x="3736883" y="3524235"/>
                <a:ext cx="24574" cy="24574"/>
              </a:xfrm>
              <a:custGeom>
                <a:avLst/>
                <a:gdLst>
                  <a:gd name="T0" fmla="*/ 3 w 9"/>
                  <a:gd name="T1" fmla="*/ 0 h 9"/>
                  <a:gd name="T2" fmla="*/ 3 w 9"/>
                  <a:gd name="T3" fmla="*/ 0 h 9"/>
                  <a:gd name="T4" fmla="*/ 4 w 9"/>
                  <a:gd name="T5" fmla="*/ 1 h 9"/>
                  <a:gd name="T6" fmla="*/ 4 w 9"/>
                  <a:gd name="T7" fmla="*/ 3 h 9"/>
                  <a:gd name="T8" fmla="*/ 4 w 9"/>
                  <a:gd name="T9" fmla="*/ 3 h 9"/>
                  <a:gd name="T10" fmla="*/ 4 w 9"/>
                  <a:gd name="T11" fmla="*/ 4 h 9"/>
                  <a:gd name="T12" fmla="*/ 9 w 9"/>
                  <a:gd name="T13" fmla="*/ 9 h 9"/>
                  <a:gd name="T14" fmla="*/ 9 w 9"/>
                  <a:gd name="T15" fmla="*/ 9 h 9"/>
                  <a:gd name="T16" fmla="*/ 6 w 9"/>
                  <a:gd name="T17" fmla="*/ 7 h 9"/>
                  <a:gd name="T18" fmla="*/ 1 w 9"/>
                  <a:gd name="T19" fmla="*/ 6 h 9"/>
                  <a:gd name="T20" fmla="*/ 1 w 9"/>
                  <a:gd name="T21" fmla="*/ 6 h 9"/>
                  <a:gd name="T22" fmla="*/ 3 w 9"/>
                  <a:gd name="T23" fmla="*/ 6 h 9"/>
                  <a:gd name="T24" fmla="*/ 3 w 9"/>
                  <a:gd name="T25" fmla="*/ 6 h 9"/>
                  <a:gd name="T26" fmla="*/ 1 w 9"/>
                  <a:gd name="T27" fmla="*/ 4 h 9"/>
                  <a:gd name="T28" fmla="*/ 1 w 9"/>
                  <a:gd name="T29" fmla="*/ 4 h 9"/>
                  <a:gd name="T30" fmla="*/ 1 w 9"/>
                  <a:gd name="T31" fmla="*/ 3 h 9"/>
                  <a:gd name="T32" fmla="*/ 3 w 9"/>
                  <a:gd name="T33" fmla="*/ 3 h 9"/>
                  <a:gd name="T34" fmla="*/ 3 w 9"/>
                  <a:gd name="T35" fmla="*/ 3 h 9"/>
                  <a:gd name="T36" fmla="*/ 1 w 9"/>
                  <a:gd name="T37" fmla="*/ 1 h 9"/>
                  <a:gd name="T38" fmla="*/ 0 w 9"/>
                  <a:gd name="T39" fmla="*/ 0 h 9"/>
                  <a:gd name="T40" fmla="*/ 3 w 9"/>
                  <a:gd name="T4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" h="9">
                    <a:moveTo>
                      <a:pt x="3" y="0"/>
                    </a:moveTo>
                    <a:lnTo>
                      <a:pt x="3" y="0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6" y="7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4" name="ïṩľïḑê"/>
              <p:cNvSpPr/>
              <p:nvPr/>
            </p:nvSpPr>
            <p:spPr bwMode="auto">
              <a:xfrm>
                <a:off x="3736883" y="3524235"/>
                <a:ext cx="24574" cy="24574"/>
              </a:xfrm>
              <a:custGeom>
                <a:avLst/>
                <a:gdLst>
                  <a:gd name="T0" fmla="*/ 3 w 9"/>
                  <a:gd name="T1" fmla="*/ 0 h 9"/>
                  <a:gd name="T2" fmla="*/ 3 w 9"/>
                  <a:gd name="T3" fmla="*/ 0 h 9"/>
                  <a:gd name="T4" fmla="*/ 4 w 9"/>
                  <a:gd name="T5" fmla="*/ 1 h 9"/>
                  <a:gd name="T6" fmla="*/ 4 w 9"/>
                  <a:gd name="T7" fmla="*/ 3 h 9"/>
                  <a:gd name="T8" fmla="*/ 4 w 9"/>
                  <a:gd name="T9" fmla="*/ 3 h 9"/>
                  <a:gd name="T10" fmla="*/ 4 w 9"/>
                  <a:gd name="T11" fmla="*/ 4 h 9"/>
                  <a:gd name="T12" fmla="*/ 9 w 9"/>
                  <a:gd name="T13" fmla="*/ 9 h 9"/>
                  <a:gd name="T14" fmla="*/ 9 w 9"/>
                  <a:gd name="T15" fmla="*/ 9 h 9"/>
                  <a:gd name="T16" fmla="*/ 6 w 9"/>
                  <a:gd name="T17" fmla="*/ 7 h 9"/>
                  <a:gd name="T18" fmla="*/ 1 w 9"/>
                  <a:gd name="T19" fmla="*/ 6 h 9"/>
                  <a:gd name="T20" fmla="*/ 1 w 9"/>
                  <a:gd name="T21" fmla="*/ 6 h 9"/>
                  <a:gd name="T22" fmla="*/ 3 w 9"/>
                  <a:gd name="T23" fmla="*/ 6 h 9"/>
                  <a:gd name="T24" fmla="*/ 3 w 9"/>
                  <a:gd name="T25" fmla="*/ 6 h 9"/>
                  <a:gd name="T26" fmla="*/ 1 w 9"/>
                  <a:gd name="T27" fmla="*/ 4 h 9"/>
                  <a:gd name="T28" fmla="*/ 1 w 9"/>
                  <a:gd name="T29" fmla="*/ 4 h 9"/>
                  <a:gd name="T30" fmla="*/ 1 w 9"/>
                  <a:gd name="T31" fmla="*/ 3 h 9"/>
                  <a:gd name="T32" fmla="*/ 3 w 9"/>
                  <a:gd name="T33" fmla="*/ 3 h 9"/>
                  <a:gd name="T34" fmla="*/ 3 w 9"/>
                  <a:gd name="T35" fmla="*/ 3 h 9"/>
                  <a:gd name="T36" fmla="*/ 1 w 9"/>
                  <a:gd name="T37" fmla="*/ 1 h 9"/>
                  <a:gd name="T38" fmla="*/ 0 w 9"/>
                  <a:gd name="T39" fmla="*/ 0 h 9"/>
                  <a:gd name="T40" fmla="*/ 3 w 9"/>
                  <a:gd name="T4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" h="9">
                    <a:moveTo>
                      <a:pt x="3" y="0"/>
                    </a:moveTo>
                    <a:lnTo>
                      <a:pt x="3" y="0"/>
                    </a:lnTo>
                    <a:lnTo>
                      <a:pt x="4" y="1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4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6" y="7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5" name="işḷïďê"/>
              <p:cNvSpPr/>
              <p:nvPr/>
            </p:nvSpPr>
            <p:spPr bwMode="auto">
              <a:xfrm>
                <a:off x="5573798" y="4132442"/>
                <a:ext cx="24574" cy="36861"/>
              </a:xfrm>
              <a:custGeom>
                <a:avLst/>
                <a:gdLst>
                  <a:gd name="T0" fmla="*/ 7 w 8"/>
                  <a:gd name="T1" fmla="*/ 6 h 13"/>
                  <a:gd name="T2" fmla="*/ 7 w 8"/>
                  <a:gd name="T3" fmla="*/ 6 h 13"/>
                  <a:gd name="T4" fmla="*/ 4 w 8"/>
                  <a:gd name="T5" fmla="*/ 6 h 13"/>
                  <a:gd name="T6" fmla="*/ 2 w 8"/>
                  <a:gd name="T7" fmla="*/ 8 h 13"/>
                  <a:gd name="T8" fmla="*/ 2 w 8"/>
                  <a:gd name="T9" fmla="*/ 12 h 13"/>
                  <a:gd name="T10" fmla="*/ 2 w 8"/>
                  <a:gd name="T11" fmla="*/ 12 h 13"/>
                  <a:gd name="T12" fmla="*/ 1 w 8"/>
                  <a:gd name="T13" fmla="*/ 13 h 13"/>
                  <a:gd name="T14" fmla="*/ 1 w 8"/>
                  <a:gd name="T15" fmla="*/ 10 h 13"/>
                  <a:gd name="T16" fmla="*/ 1 w 8"/>
                  <a:gd name="T17" fmla="*/ 8 h 13"/>
                  <a:gd name="T18" fmla="*/ 1 w 8"/>
                  <a:gd name="T19" fmla="*/ 8 h 13"/>
                  <a:gd name="T20" fmla="*/ 0 w 8"/>
                  <a:gd name="T21" fmla="*/ 8 h 13"/>
                  <a:gd name="T22" fmla="*/ 0 w 8"/>
                  <a:gd name="T23" fmla="*/ 8 h 13"/>
                  <a:gd name="T24" fmla="*/ 1 w 8"/>
                  <a:gd name="T25" fmla="*/ 2 h 13"/>
                  <a:gd name="T26" fmla="*/ 4 w 8"/>
                  <a:gd name="T27" fmla="*/ 0 h 13"/>
                  <a:gd name="T28" fmla="*/ 7 w 8"/>
                  <a:gd name="T29" fmla="*/ 0 h 13"/>
                  <a:gd name="T30" fmla="*/ 7 w 8"/>
                  <a:gd name="T31" fmla="*/ 0 h 13"/>
                  <a:gd name="T32" fmla="*/ 5 w 8"/>
                  <a:gd name="T33" fmla="*/ 2 h 13"/>
                  <a:gd name="T34" fmla="*/ 4 w 8"/>
                  <a:gd name="T35" fmla="*/ 2 h 13"/>
                  <a:gd name="T36" fmla="*/ 4 w 8"/>
                  <a:gd name="T37" fmla="*/ 2 h 13"/>
                  <a:gd name="T38" fmla="*/ 5 w 8"/>
                  <a:gd name="T39" fmla="*/ 5 h 13"/>
                  <a:gd name="T40" fmla="*/ 8 w 8"/>
                  <a:gd name="T41" fmla="*/ 6 h 13"/>
                  <a:gd name="T42" fmla="*/ 8 w 8"/>
                  <a:gd name="T43" fmla="*/ 6 h 13"/>
                  <a:gd name="T44" fmla="*/ 7 w 8"/>
                  <a:gd name="T45" fmla="*/ 8 h 13"/>
                  <a:gd name="T46" fmla="*/ 7 w 8"/>
                  <a:gd name="T47" fmla="*/ 6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" h="13">
                    <a:moveTo>
                      <a:pt x="7" y="6"/>
                    </a:moveTo>
                    <a:lnTo>
                      <a:pt x="7" y="6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1" y="13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5" y="5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7" y="8"/>
                    </a:lnTo>
                    <a:lnTo>
                      <a:pt x="7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6" name="îṩľîďê"/>
              <p:cNvSpPr/>
              <p:nvPr/>
            </p:nvSpPr>
            <p:spPr bwMode="auto">
              <a:xfrm>
                <a:off x="5573798" y="4132442"/>
                <a:ext cx="24574" cy="36861"/>
              </a:xfrm>
              <a:custGeom>
                <a:avLst/>
                <a:gdLst>
                  <a:gd name="T0" fmla="*/ 7 w 8"/>
                  <a:gd name="T1" fmla="*/ 6 h 13"/>
                  <a:gd name="T2" fmla="*/ 7 w 8"/>
                  <a:gd name="T3" fmla="*/ 6 h 13"/>
                  <a:gd name="T4" fmla="*/ 4 w 8"/>
                  <a:gd name="T5" fmla="*/ 6 h 13"/>
                  <a:gd name="T6" fmla="*/ 2 w 8"/>
                  <a:gd name="T7" fmla="*/ 8 h 13"/>
                  <a:gd name="T8" fmla="*/ 2 w 8"/>
                  <a:gd name="T9" fmla="*/ 12 h 13"/>
                  <a:gd name="T10" fmla="*/ 2 w 8"/>
                  <a:gd name="T11" fmla="*/ 12 h 13"/>
                  <a:gd name="T12" fmla="*/ 1 w 8"/>
                  <a:gd name="T13" fmla="*/ 13 h 13"/>
                  <a:gd name="T14" fmla="*/ 1 w 8"/>
                  <a:gd name="T15" fmla="*/ 10 h 13"/>
                  <a:gd name="T16" fmla="*/ 1 w 8"/>
                  <a:gd name="T17" fmla="*/ 8 h 13"/>
                  <a:gd name="T18" fmla="*/ 1 w 8"/>
                  <a:gd name="T19" fmla="*/ 8 h 13"/>
                  <a:gd name="T20" fmla="*/ 0 w 8"/>
                  <a:gd name="T21" fmla="*/ 8 h 13"/>
                  <a:gd name="T22" fmla="*/ 0 w 8"/>
                  <a:gd name="T23" fmla="*/ 8 h 13"/>
                  <a:gd name="T24" fmla="*/ 1 w 8"/>
                  <a:gd name="T25" fmla="*/ 2 h 13"/>
                  <a:gd name="T26" fmla="*/ 4 w 8"/>
                  <a:gd name="T27" fmla="*/ 0 h 13"/>
                  <a:gd name="T28" fmla="*/ 7 w 8"/>
                  <a:gd name="T29" fmla="*/ 0 h 13"/>
                  <a:gd name="T30" fmla="*/ 7 w 8"/>
                  <a:gd name="T31" fmla="*/ 0 h 13"/>
                  <a:gd name="T32" fmla="*/ 5 w 8"/>
                  <a:gd name="T33" fmla="*/ 2 h 13"/>
                  <a:gd name="T34" fmla="*/ 4 w 8"/>
                  <a:gd name="T35" fmla="*/ 2 h 13"/>
                  <a:gd name="T36" fmla="*/ 4 w 8"/>
                  <a:gd name="T37" fmla="*/ 2 h 13"/>
                  <a:gd name="T38" fmla="*/ 5 w 8"/>
                  <a:gd name="T39" fmla="*/ 5 h 13"/>
                  <a:gd name="T40" fmla="*/ 8 w 8"/>
                  <a:gd name="T41" fmla="*/ 6 h 13"/>
                  <a:gd name="T42" fmla="*/ 8 w 8"/>
                  <a:gd name="T43" fmla="*/ 6 h 13"/>
                  <a:gd name="T44" fmla="*/ 7 w 8"/>
                  <a:gd name="T45" fmla="*/ 8 h 13"/>
                  <a:gd name="T46" fmla="*/ 7 w 8"/>
                  <a:gd name="T47" fmla="*/ 6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8" h="13">
                    <a:moveTo>
                      <a:pt x="7" y="6"/>
                    </a:moveTo>
                    <a:lnTo>
                      <a:pt x="7" y="6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1" y="13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" y="2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2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5" y="5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7" y="8"/>
                    </a:lnTo>
                    <a:lnTo>
                      <a:pt x="7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7" name="íSḷíḓê"/>
              <p:cNvSpPr/>
              <p:nvPr/>
            </p:nvSpPr>
            <p:spPr bwMode="auto">
              <a:xfrm>
                <a:off x="5518504" y="4181590"/>
                <a:ext cx="61435" cy="135159"/>
              </a:xfrm>
              <a:custGeom>
                <a:avLst/>
                <a:gdLst>
                  <a:gd name="T0" fmla="*/ 9 w 21"/>
                  <a:gd name="T1" fmla="*/ 42 h 46"/>
                  <a:gd name="T2" fmla="*/ 9 w 21"/>
                  <a:gd name="T3" fmla="*/ 42 h 46"/>
                  <a:gd name="T4" fmla="*/ 6 w 21"/>
                  <a:gd name="T5" fmla="*/ 46 h 46"/>
                  <a:gd name="T6" fmla="*/ 4 w 21"/>
                  <a:gd name="T7" fmla="*/ 46 h 46"/>
                  <a:gd name="T8" fmla="*/ 1 w 21"/>
                  <a:gd name="T9" fmla="*/ 46 h 46"/>
                  <a:gd name="T10" fmla="*/ 1 w 21"/>
                  <a:gd name="T11" fmla="*/ 46 h 46"/>
                  <a:gd name="T12" fmla="*/ 3 w 21"/>
                  <a:gd name="T13" fmla="*/ 42 h 46"/>
                  <a:gd name="T14" fmla="*/ 4 w 21"/>
                  <a:gd name="T15" fmla="*/ 39 h 46"/>
                  <a:gd name="T16" fmla="*/ 3 w 21"/>
                  <a:gd name="T17" fmla="*/ 34 h 46"/>
                  <a:gd name="T18" fmla="*/ 3 w 21"/>
                  <a:gd name="T19" fmla="*/ 32 h 46"/>
                  <a:gd name="T20" fmla="*/ 3 w 21"/>
                  <a:gd name="T21" fmla="*/ 32 h 46"/>
                  <a:gd name="T22" fmla="*/ 1 w 21"/>
                  <a:gd name="T23" fmla="*/ 33 h 46"/>
                  <a:gd name="T24" fmla="*/ 1 w 21"/>
                  <a:gd name="T25" fmla="*/ 34 h 46"/>
                  <a:gd name="T26" fmla="*/ 1 w 21"/>
                  <a:gd name="T27" fmla="*/ 34 h 46"/>
                  <a:gd name="T28" fmla="*/ 0 w 21"/>
                  <a:gd name="T29" fmla="*/ 30 h 46"/>
                  <a:gd name="T30" fmla="*/ 0 w 21"/>
                  <a:gd name="T31" fmla="*/ 26 h 46"/>
                  <a:gd name="T32" fmla="*/ 1 w 21"/>
                  <a:gd name="T33" fmla="*/ 22 h 46"/>
                  <a:gd name="T34" fmla="*/ 4 w 21"/>
                  <a:gd name="T35" fmla="*/ 17 h 46"/>
                  <a:gd name="T36" fmla="*/ 4 w 21"/>
                  <a:gd name="T37" fmla="*/ 17 h 46"/>
                  <a:gd name="T38" fmla="*/ 10 w 21"/>
                  <a:gd name="T39" fmla="*/ 7 h 46"/>
                  <a:gd name="T40" fmla="*/ 10 w 21"/>
                  <a:gd name="T41" fmla="*/ 7 h 46"/>
                  <a:gd name="T42" fmla="*/ 17 w 21"/>
                  <a:gd name="T43" fmla="*/ 0 h 46"/>
                  <a:gd name="T44" fmla="*/ 17 w 21"/>
                  <a:gd name="T45" fmla="*/ 0 h 46"/>
                  <a:gd name="T46" fmla="*/ 19 w 21"/>
                  <a:gd name="T47" fmla="*/ 2 h 46"/>
                  <a:gd name="T48" fmla="*/ 20 w 21"/>
                  <a:gd name="T49" fmla="*/ 3 h 46"/>
                  <a:gd name="T50" fmla="*/ 21 w 21"/>
                  <a:gd name="T51" fmla="*/ 7 h 46"/>
                  <a:gd name="T52" fmla="*/ 21 w 21"/>
                  <a:gd name="T53" fmla="*/ 7 h 46"/>
                  <a:gd name="T54" fmla="*/ 19 w 21"/>
                  <a:gd name="T55" fmla="*/ 7 h 46"/>
                  <a:gd name="T56" fmla="*/ 16 w 21"/>
                  <a:gd name="T57" fmla="*/ 10 h 46"/>
                  <a:gd name="T58" fmla="*/ 13 w 21"/>
                  <a:gd name="T59" fmla="*/ 14 h 46"/>
                  <a:gd name="T60" fmla="*/ 11 w 21"/>
                  <a:gd name="T61" fmla="*/ 20 h 46"/>
                  <a:gd name="T62" fmla="*/ 9 w 21"/>
                  <a:gd name="T63" fmla="*/ 33 h 46"/>
                  <a:gd name="T64" fmla="*/ 9 w 21"/>
                  <a:gd name="T65" fmla="*/ 42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" h="46">
                    <a:moveTo>
                      <a:pt x="9" y="42"/>
                    </a:moveTo>
                    <a:lnTo>
                      <a:pt x="9" y="42"/>
                    </a:lnTo>
                    <a:lnTo>
                      <a:pt x="6" y="46"/>
                    </a:lnTo>
                    <a:lnTo>
                      <a:pt x="4" y="46"/>
                    </a:lnTo>
                    <a:lnTo>
                      <a:pt x="1" y="46"/>
                    </a:lnTo>
                    <a:lnTo>
                      <a:pt x="1" y="46"/>
                    </a:lnTo>
                    <a:lnTo>
                      <a:pt x="3" y="42"/>
                    </a:lnTo>
                    <a:lnTo>
                      <a:pt x="4" y="39"/>
                    </a:lnTo>
                    <a:lnTo>
                      <a:pt x="3" y="34"/>
                    </a:lnTo>
                    <a:lnTo>
                      <a:pt x="3" y="32"/>
                    </a:lnTo>
                    <a:lnTo>
                      <a:pt x="3" y="32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6"/>
                    </a:lnTo>
                    <a:lnTo>
                      <a:pt x="1" y="22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1" y="7"/>
                    </a:lnTo>
                    <a:lnTo>
                      <a:pt x="21" y="7"/>
                    </a:lnTo>
                    <a:lnTo>
                      <a:pt x="19" y="7"/>
                    </a:lnTo>
                    <a:lnTo>
                      <a:pt x="16" y="10"/>
                    </a:lnTo>
                    <a:lnTo>
                      <a:pt x="13" y="14"/>
                    </a:lnTo>
                    <a:lnTo>
                      <a:pt x="11" y="20"/>
                    </a:lnTo>
                    <a:lnTo>
                      <a:pt x="9" y="33"/>
                    </a:lnTo>
                    <a:lnTo>
                      <a:pt x="9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8" name="îṡļíḋé"/>
              <p:cNvSpPr/>
              <p:nvPr/>
            </p:nvSpPr>
            <p:spPr bwMode="auto">
              <a:xfrm>
                <a:off x="5518504" y="4181590"/>
                <a:ext cx="61435" cy="135159"/>
              </a:xfrm>
              <a:custGeom>
                <a:avLst/>
                <a:gdLst>
                  <a:gd name="T0" fmla="*/ 9 w 21"/>
                  <a:gd name="T1" fmla="*/ 42 h 46"/>
                  <a:gd name="T2" fmla="*/ 9 w 21"/>
                  <a:gd name="T3" fmla="*/ 42 h 46"/>
                  <a:gd name="T4" fmla="*/ 6 w 21"/>
                  <a:gd name="T5" fmla="*/ 46 h 46"/>
                  <a:gd name="T6" fmla="*/ 4 w 21"/>
                  <a:gd name="T7" fmla="*/ 46 h 46"/>
                  <a:gd name="T8" fmla="*/ 1 w 21"/>
                  <a:gd name="T9" fmla="*/ 46 h 46"/>
                  <a:gd name="T10" fmla="*/ 1 w 21"/>
                  <a:gd name="T11" fmla="*/ 46 h 46"/>
                  <a:gd name="T12" fmla="*/ 3 w 21"/>
                  <a:gd name="T13" fmla="*/ 42 h 46"/>
                  <a:gd name="T14" fmla="*/ 4 w 21"/>
                  <a:gd name="T15" fmla="*/ 39 h 46"/>
                  <a:gd name="T16" fmla="*/ 3 w 21"/>
                  <a:gd name="T17" fmla="*/ 34 h 46"/>
                  <a:gd name="T18" fmla="*/ 3 w 21"/>
                  <a:gd name="T19" fmla="*/ 32 h 46"/>
                  <a:gd name="T20" fmla="*/ 3 w 21"/>
                  <a:gd name="T21" fmla="*/ 32 h 46"/>
                  <a:gd name="T22" fmla="*/ 1 w 21"/>
                  <a:gd name="T23" fmla="*/ 33 h 46"/>
                  <a:gd name="T24" fmla="*/ 1 w 21"/>
                  <a:gd name="T25" fmla="*/ 34 h 46"/>
                  <a:gd name="T26" fmla="*/ 1 w 21"/>
                  <a:gd name="T27" fmla="*/ 34 h 46"/>
                  <a:gd name="T28" fmla="*/ 0 w 21"/>
                  <a:gd name="T29" fmla="*/ 30 h 46"/>
                  <a:gd name="T30" fmla="*/ 0 w 21"/>
                  <a:gd name="T31" fmla="*/ 26 h 46"/>
                  <a:gd name="T32" fmla="*/ 1 w 21"/>
                  <a:gd name="T33" fmla="*/ 22 h 46"/>
                  <a:gd name="T34" fmla="*/ 4 w 21"/>
                  <a:gd name="T35" fmla="*/ 17 h 46"/>
                  <a:gd name="T36" fmla="*/ 4 w 21"/>
                  <a:gd name="T37" fmla="*/ 17 h 46"/>
                  <a:gd name="T38" fmla="*/ 10 w 21"/>
                  <a:gd name="T39" fmla="*/ 7 h 46"/>
                  <a:gd name="T40" fmla="*/ 10 w 21"/>
                  <a:gd name="T41" fmla="*/ 7 h 46"/>
                  <a:gd name="T42" fmla="*/ 17 w 21"/>
                  <a:gd name="T43" fmla="*/ 0 h 46"/>
                  <a:gd name="T44" fmla="*/ 17 w 21"/>
                  <a:gd name="T45" fmla="*/ 0 h 46"/>
                  <a:gd name="T46" fmla="*/ 19 w 21"/>
                  <a:gd name="T47" fmla="*/ 2 h 46"/>
                  <a:gd name="T48" fmla="*/ 20 w 21"/>
                  <a:gd name="T49" fmla="*/ 3 h 46"/>
                  <a:gd name="T50" fmla="*/ 21 w 21"/>
                  <a:gd name="T51" fmla="*/ 7 h 46"/>
                  <a:gd name="T52" fmla="*/ 21 w 21"/>
                  <a:gd name="T53" fmla="*/ 7 h 46"/>
                  <a:gd name="T54" fmla="*/ 19 w 21"/>
                  <a:gd name="T55" fmla="*/ 7 h 46"/>
                  <a:gd name="T56" fmla="*/ 16 w 21"/>
                  <a:gd name="T57" fmla="*/ 10 h 46"/>
                  <a:gd name="T58" fmla="*/ 13 w 21"/>
                  <a:gd name="T59" fmla="*/ 14 h 46"/>
                  <a:gd name="T60" fmla="*/ 11 w 21"/>
                  <a:gd name="T61" fmla="*/ 20 h 46"/>
                  <a:gd name="T62" fmla="*/ 9 w 21"/>
                  <a:gd name="T63" fmla="*/ 33 h 46"/>
                  <a:gd name="T64" fmla="*/ 9 w 21"/>
                  <a:gd name="T65" fmla="*/ 42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1" h="46">
                    <a:moveTo>
                      <a:pt x="9" y="42"/>
                    </a:moveTo>
                    <a:lnTo>
                      <a:pt x="9" y="42"/>
                    </a:lnTo>
                    <a:lnTo>
                      <a:pt x="6" y="46"/>
                    </a:lnTo>
                    <a:lnTo>
                      <a:pt x="4" y="46"/>
                    </a:lnTo>
                    <a:lnTo>
                      <a:pt x="1" y="46"/>
                    </a:lnTo>
                    <a:lnTo>
                      <a:pt x="1" y="46"/>
                    </a:lnTo>
                    <a:lnTo>
                      <a:pt x="3" y="42"/>
                    </a:lnTo>
                    <a:lnTo>
                      <a:pt x="4" y="39"/>
                    </a:lnTo>
                    <a:lnTo>
                      <a:pt x="3" y="34"/>
                    </a:lnTo>
                    <a:lnTo>
                      <a:pt x="3" y="32"/>
                    </a:lnTo>
                    <a:lnTo>
                      <a:pt x="3" y="32"/>
                    </a:lnTo>
                    <a:lnTo>
                      <a:pt x="1" y="33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0" y="30"/>
                    </a:lnTo>
                    <a:lnTo>
                      <a:pt x="0" y="26"/>
                    </a:lnTo>
                    <a:lnTo>
                      <a:pt x="1" y="22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9" y="2"/>
                    </a:lnTo>
                    <a:lnTo>
                      <a:pt x="20" y="3"/>
                    </a:lnTo>
                    <a:lnTo>
                      <a:pt x="21" y="7"/>
                    </a:lnTo>
                    <a:lnTo>
                      <a:pt x="21" y="7"/>
                    </a:lnTo>
                    <a:lnTo>
                      <a:pt x="19" y="7"/>
                    </a:lnTo>
                    <a:lnTo>
                      <a:pt x="16" y="10"/>
                    </a:lnTo>
                    <a:lnTo>
                      <a:pt x="13" y="14"/>
                    </a:lnTo>
                    <a:lnTo>
                      <a:pt x="11" y="20"/>
                    </a:lnTo>
                    <a:lnTo>
                      <a:pt x="9" y="33"/>
                    </a:lnTo>
                    <a:lnTo>
                      <a:pt x="9" y="4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49" name="ïsľîḍè"/>
              <p:cNvSpPr/>
              <p:nvPr/>
            </p:nvSpPr>
            <p:spPr bwMode="auto">
              <a:xfrm>
                <a:off x="5579940" y="4390470"/>
                <a:ext cx="270315" cy="528342"/>
              </a:xfrm>
              <a:custGeom>
                <a:avLst/>
                <a:gdLst>
                  <a:gd name="T0" fmla="*/ 71 w 90"/>
                  <a:gd name="T1" fmla="*/ 35 h 172"/>
                  <a:gd name="T2" fmla="*/ 70 w 90"/>
                  <a:gd name="T3" fmla="*/ 41 h 172"/>
                  <a:gd name="T4" fmla="*/ 61 w 90"/>
                  <a:gd name="T5" fmla="*/ 47 h 172"/>
                  <a:gd name="T6" fmla="*/ 57 w 90"/>
                  <a:gd name="T7" fmla="*/ 58 h 172"/>
                  <a:gd name="T8" fmla="*/ 34 w 90"/>
                  <a:gd name="T9" fmla="*/ 94 h 172"/>
                  <a:gd name="T10" fmla="*/ 26 w 90"/>
                  <a:gd name="T11" fmla="*/ 112 h 172"/>
                  <a:gd name="T12" fmla="*/ 23 w 90"/>
                  <a:gd name="T13" fmla="*/ 118 h 172"/>
                  <a:gd name="T14" fmla="*/ 14 w 90"/>
                  <a:gd name="T15" fmla="*/ 132 h 172"/>
                  <a:gd name="T16" fmla="*/ 9 w 90"/>
                  <a:gd name="T17" fmla="*/ 144 h 172"/>
                  <a:gd name="T18" fmla="*/ 0 w 90"/>
                  <a:gd name="T19" fmla="*/ 154 h 172"/>
                  <a:gd name="T20" fmla="*/ 7 w 90"/>
                  <a:gd name="T21" fmla="*/ 158 h 172"/>
                  <a:gd name="T22" fmla="*/ 11 w 90"/>
                  <a:gd name="T23" fmla="*/ 148 h 172"/>
                  <a:gd name="T24" fmla="*/ 19 w 90"/>
                  <a:gd name="T25" fmla="*/ 138 h 172"/>
                  <a:gd name="T26" fmla="*/ 30 w 90"/>
                  <a:gd name="T27" fmla="*/ 132 h 172"/>
                  <a:gd name="T28" fmla="*/ 31 w 90"/>
                  <a:gd name="T29" fmla="*/ 132 h 172"/>
                  <a:gd name="T30" fmla="*/ 33 w 90"/>
                  <a:gd name="T31" fmla="*/ 140 h 172"/>
                  <a:gd name="T32" fmla="*/ 29 w 90"/>
                  <a:gd name="T33" fmla="*/ 142 h 172"/>
                  <a:gd name="T34" fmla="*/ 36 w 90"/>
                  <a:gd name="T35" fmla="*/ 144 h 172"/>
                  <a:gd name="T36" fmla="*/ 23 w 90"/>
                  <a:gd name="T37" fmla="*/ 150 h 172"/>
                  <a:gd name="T38" fmla="*/ 19 w 90"/>
                  <a:gd name="T39" fmla="*/ 161 h 172"/>
                  <a:gd name="T40" fmla="*/ 14 w 90"/>
                  <a:gd name="T41" fmla="*/ 159 h 172"/>
                  <a:gd name="T42" fmla="*/ 16 w 90"/>
                  <a:gd name="T43" fmla="*/ 162 h 172"/>
                  <a:gd name="T44" fmla="*/ 7 w 90"/>
                  <a:gd name="T45" fmla="*/ 172 h 172"/>
                  <a:gd name="T46" fmla="*/ 17 w 90"/>
                  <a:gd name="T47" fmla="*/ 168 h 172"/>
                  <a:gd name="T48" fmla="*/ 26 w 90"/>
                  <a:gd name="T49" fmla="*/ 164 h 172"/>
                  <a:gd name="T50" fmla="*/ 29 w 90"/>
                  <a:gd name="T51" fmla="*/ 158 h 172"/>
                  <a:gd name="T52" fmla="*/ 33 w 90"/>
                  <a:gd name="T53" fmla="*/ 157 h 172"/>
                  <a:gd name="T54" fmla="*/ 36 w 90"/>
                  <a:gd name="T55" fmla="*/ 155 h 172"/>
                  <a:gd name="T56" fmla="*/ 41 w 90"/>
                  <a:gd name="T57" fmla="*/ 147 h 172"/>
                  <a:gd name="T58" fmla="*/ 40 w 90"/>
                  <a:gd name="T59" fmla="*/ 144 h 172"/>
                  <a:gd name="T60" fmla="*/ 37 w 90"/>
                  <a:gd name="T61" fmla="*/ 142 h 172"/>
                  <a:gd name="T62" fmla="*/ 46 w 90"/>
                  <a:gd name="T63" fmla="*/ 128 h 172"/>
                  <a:gd name="T64" fmla="*/ 54 w 90"/>
                  <a:gd name="T65" fmla="*/ 118 h 172"/>
                  <a:gd name="T66" fmla="*/ 56 w 90"/>
                  <a:gd name="T67" fmla="*/ 114 h 172"/>
                  <a:gd name="T68" fmla="*/ 63 w 90"/>
                  <a:gd name="T69" fmla="*/ 101 h 172"/>
                  <a:gd name="T70" fmla="*/ 59 w 90"/>
                  <a:gd name="T71" fmla="*/ 97 h 172"/>
                  <a:gd name="T72" fmla="*/ 60 w 90"/>
                  <a:gd name="T73" fmla="*/ 94 h 172"/>
                  <a:gd name="T74" fmla="*/ 67 w 90"/>
                  <a:gd name="T75" fmla="*/ 94 h 172"/>
                  <a:gd name="T76" fmla="*/ 66 w 90"/>
                  <a:gd name="T77" fmla="*/ 102 h 172"/>
                  <a:gd name="T78" fmla="*/ 67 w 90"/>
                  <a:gd name="T79" fmla="*/ 100 h 172"/>
                  <a:gd name="T80" fmla="*/ 70 w 90"/>
                  <a:gd name="T81" fmla="*/ 94 h 172"/>
                  <a:gd name="T82" fmla="*/ 71 w 90"/>
                  <a:gd name="T83" fmla="*/ 87 h 172"/>
                  <a:gd name="T84" fmla="*/ 68 w 90"/>
                  <a:gd name="T85" fmla="*/ 91 h 172"/>
                  <a:gd name="T86" fmla="*/ 64 w 90"/>
                  <a:gd name="T87" fmla="*/ 90 h 172"/>
                  <a:gd name="T88" fmla="*/ 67 w 90"/>
                  <a:gd name="T89" fmla="*/ 82 h 172"/>
                  <a:gd name="T90" fmla="*/ 64 w 90"/>
                  <a:gd name="T91" fmla="*/ 75 h 172"/>
                  <a:gd name="T92" fmla="*/ 61 w 90"/>
                  <a:gd name="T93" fmla="*/ 70 h 172"/>
                  <a:gd name="T94" fmla="*/ 66 w 90"/>
                  <a:gd name="T95" fmla="*/ 64 h 172"/>
                  <a:gd name="T96" fmla="*/ 66 w 90"/>
                  <a:gd name="T97" fmla="*/ 52 h 172"/>
                  <a:gd name="T98" fmla="*/ 84 w 90"/>
                  <a:gd name="T99" fmla="*/ 48 h 172"/>
                  <a:gd name="T100" fmla="*/ 87 w 90"/>
                  <a:gd name="T101" fmla="*/ 38 h 172"/>
                  <a:gd name="T102" fmla="*/ 83 w 90"/>
                  <a:gd name="T103" fmla="*/ 40 h 172"/>
                  <a:gd name="T104" fmla="*/ 80 w 90"/>
                  <a:gd name="T105" fmla="*/ 32 h 172"/>
                  <a:gd name="T106" fmla="*/ 90 w 90"/>
                  <a:gd name="T107" fmla="*/ 12 h 172"/>
                  <a:gd name="T108" fmla="*/ 88 w 90"/>
                  <a:gd name="T109" fmla="*/ 4 h 172"/>
                  <a:gd name="T110" fmla="*/ 88 w 90"/>
                  <a:gd name="T111" fmla="*/ 2 h 172"/>
                  <a:gd name="T112" fmla="*/ 83 w 90"/>
                  <a:gd name="T113" fmla="*/ 15 h 172"/>
                  <a:gd name="T114" fmla="*/ 73 w 90"/>
                  <a:gd name="T115" fmla="*/ 30 h 172"/>
                  <a:gd name="T116" fmla="*/ 43 w 90"/>
                  <a:gd name="T117" fmla="*/ 100 h 172"/>
                  <a:gd name="T118" fmla="*/ 46 w 90"/>
                  <a:gd name="T119" fmla="*/ 101 h 172"/>
                  <a:gd name="T120" fmla="*/ 43 w 90"/>
                  <a:gd name="T121" fmla="*/ 110 h 172"/>
                  <a:gd name="T122" fmla="*/ 41 w 90"/>
                  <a:gd name="T123" fmla="*/ 105 h 172"/>
                  <a:gd name="T124" fmla="*/ 41 w 90"/>
                  <a:gd name="T125" fmla="*/ 10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0" h="172">
                    <a:moveTo>
                      <a:pt x="73" y="30"/>
                    </a:moveTo>
                    <a:lnTo>
                      <a:pt x="73" y="30"/>
                    </a:lnTo>
                    <a:lnTo>
                      <a:pt x="71" y="35"/>
                    </a:lnTo>
                    <a:lnTo>
                      <a:pt x="71" y="38"/>
                    </a:lnTo>
                    <a:lnTo>
                      <a:pt x="70" y="41"/>
                    </a:lnTo>
                    <a:lnTo>
                      <a:pt x="70" y="41"/>
                    </a:lnTo>
                    <a:lnTo>
                      <a:pt x="66" y="35"/>
                    </a:lnTo>
                    <a:lnTo>
                      <a:pt x="66" y="35"/>
                    </a:lnTo>
                    <a:lnTo>
                      <a:pt x="61" y="47"/>
                    </a:lnTo>
                    <a:lnTo>
                      <a:pt x="61" y="47"/>
                    </a:lnTo>
                    <a:lnTo>
                      <a:pt x="57" y="58"/>
                    </a:lnTo>
                    <a:lnTo>
                      <a:pt x="57" y="58"/>
                    </a:lnTo>
                    <a:lnTo>
                      <a:pt x="43" y="82"/>
                    </a:lnTo>
                    <a:lnTo>
                      <a:pt x="43" y="82"/>
                    </a:lnTo>
                    <a:lnTo>
                      <a:pt x="34" y="94"/>
                    </a:lnTo>
                    <a:lnTo>
                      <a:pt x="29" y="107"/>
                    </a:lnTo>
                    <a:lnTo>
                      <a:pt x="29" y="107"/>
                    </a:lnTo>
                    <a:lnTo>
                      <a:pt x="26" y="112"/>
                    </a:lnTo>
                    <a:lnTo>
                      <a:pt x="26" y="112"/>
                    </a:lnTo>
                    <a:lnTo>
                      <a:pt x="23" y="118"/>
                    </a:lnTo>
                    <a:lnTo>
                      <a:pt x="23" y="118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14" y="132"/>
                    </a:lnTo>
                    <a:lnTo>
                      <a:pt x="11" y="137"/>
                    </a:lnTo>
                    <a:lnTo>
                      <a:pt x="9" y="144"/>
                    </a:lnTo>
                    <a:lnTo>
                      <a:pt x="9" y="144"/>
                    </a:lnTo>
                    <a:lnTo>
                      <a:pt x="7" y="151"/>
                    </a:lnTo>
                    <a:lnTo>
                      <a:pt x="4" y="154"/>
                    </a:lnTo>
                    <a:lnTo>
                      <a:pt x="0" y="154"/>
                    </a:lnTo>
                    <a:lnTo>
                      <a:pt x="0" y="154"/>
                    </a:lnTo>
                    <a:lnTo>
                      <a:pt x="4" y="155"/>
                    </a:lnTo>
                    <a:lnTo>
                      <a:pt x="7" y="158"/>
                    </a:lnTo>
                    <a:lnTo>
                      <a:pt x="7" y="158"/>
                    </a:lnTo>
                    <a:lnTo>
                      <a:pt x="9" y="154"/>
                    </a:lnTo>
                    <a:lnTo>
                      <a:pt x="11" y="148"/>
                    </a:lnTo>
                    <a:lnTo>
                      <a:pt x="11" y="148"/>
                    </a:lnTo>
                    <a:lnTo>
                      <a:pt x="19" y="138"/>
                    </a:lnTo>
                    <a:lnTo>
                      <a:pt x="19" y="138"/>
                    </a:lnTo>
                    <a:lnTo>
                      <a:pt x="21" y="135"/>
                    </a:lnTo>
                    <a:lnTo>
                      <a:pt x="26" y="132"/>
                    </a:lnTo>
                    <a:lnTo>
                      <a:pt x="30" y="132"/>
                    </a:lnTo>
                    <a:lnTo>
                      <a:pt x="33" y="132"/>
                    </a:lnTo>
                    <a:lnTo>
                      <a:pt x="33" y="132"/>
                    </a:lnTo>
                    <a:lnTo>
                      <a:pt x="31" y="132"/>
                    </a:lnTo>
                    <a:lnTo>
                      <a:pt x="30" y="132"/>
                    </a:lnTo>
                    <a:lnTo>
                      <a:pt x="31" y="135"/>
                    </a:lnTo>
                    <a:lnTo>
                      <a:pt x="33" y="140"/>
                    </a:lnTo>
                    <a:lnTo>
                      <a:pt x="31" y="141"/>
                    </a:lnTo>
                    <a:lnTo>
                      <a:pt x="29" y="142"/>
                    </a:lnTo>
                    <a:lnTo>
                      <a:pt x="29" y="142"/>
                    </a:lnTo>
                    <a:lnTo>
                      <a:pt x="31" y="144"/>
                    </a:lnTo>
                    <a:lnTo>
                      <a:pt x="33" y="144"/>
                    </a:lnTo>
                    <a:lnTo>
                      <a:pt x="36" y="144"/>
                    </a:lnTo>
                    <a:lnTo>
                      <a:pt x="34" y="145"/>
                    </a:lnTo>
                    <a:lnTo>
                      <a:pt x="34" y="145"/>
                    </a:lnTo>
                    <a:lnTo>
                      <a:pt x="23" y="150"/>
                    </a:lnTo>
                    <a:lnTo>
                      <a:pt x="23" y="150"/>
                    </a:lnTo>
                    <a:lnTo>
                      <a:pt x="20" y="155"/>
                    </a:lnTo>
                    <a:lnTo>
                      <a:pt x="19" y="161"/>
                    </a:lnTo>
                    <a:lnTo>
                      <a:pt x="19" y="161"/>
                    </a:lnTo>
                    <a:lnTo>
                      <a:pt x="16" y="159"/>
                    </a:lnTo>
                    <a:lnTo>
                      <a:pt x="14" y="159"/>
                    </a:lnTo>
                    <a:lnTo>
                      <a:pt x="13" y="161"/>
                    </a:lnTo>
                    <a:lnTo>
                      <a:pt x="13" y="161"/>
                    </a:lnTo>
                    <a:lnTo>
                      <a:pt x="16" y="162"/>
                    </a:lnTo>
                    <a:lnTo>
                      <a:pt x="16" y="164"/>
                    </a:lnTo>
                    <a:lnTo>
                      <a:pt x="14" y="167"/>
                    </a:lnTo>
                    <a:lnTo>
                      <a:pt x="7" y="172"/>
                    </a:lnTo>
                    <a:lnTo>
                      <a:pt x="7" y="172"/>
                    </a:lnTo>
                    <a:lnTo>
                      <a:pt x="11" y="171"/>
                    </a:lnTo>
                    <a:lnTo>
                      <a:pt x="17" y="168"/>
                    </a:lnTo>
                    <a:lnTo>
                      <a:pt x="21" y="165"/>
                    </a:lnTo>
                    <a:lnTo>
                      <a:pt x="26" y="164"/>
                    </a:lnTo>
                    <a:lnTo>
                      <a:pt x="26" y="164"/>
                    </a:lnTo>
                    <a:lnTo>
                      <a:pt x="26" y="161"/>
                    </a:lnTo>
                    <a:lnTo>
                      <a:pt x="26" y="159"/>
                    </a:lnTo>
                    <a:lnTo>
                      <a:pt x="29" y="158"/>
                    </a:lnTo>
                    <a:lnTo>
                      <a:pt x="30" y="155"/>
                    </a:lnTo>
                    <a:lnTo>
                      <a:pt x="30" y="155"/>
                    </a:lnTo>
                    <a:lnTo>
                      <a:pt x="33" y="157"/>
                    </a:lnTo>
                    <a:lnTo>
                      <a:pt x="34" y="157"/>
                    </a:lnTo>
                    <a:lnTo>
                      <a:pt x="36" y="155"/>
                    </a:lnTo>
                    <a:lnTo>
                      <a:pt x="36" y="155"/>
                    </a:lnTo>
                    <a:lnTo>
                      <a:pt x="37" y="154"/>
                    </a:lnTo>
                    <a:lnTo>
                      <a:pt x="39" y="151"/>
                    </a:lnTo>
                    <a:lnTo>
                      <a:pt x="41" y="147"/>
                    </a:lnTo>
                    <a:lnTo>
                      <a:pt x="41" y="142"/>
                    </a:lnTo>
                    <a:lnTo>
                      <a:pt x="41" y="142"/>
                    </a:lnTo>
                    <a:lnTo>
                      <a:pt x="40" y="144"/>
                    </a:lnTo>
                    <a:lnTo>
                      <a:pt x="39" y="144"/>
                    </a:lnTo>
                    <a:lnTo>
                      <a:pt x="37" y="144"/>
                    </a:lnTo>
                    <a:lnTo>
                      <a:pt x="37" y="142"/>
                    </a:lnTo>
                    <a:lnTo>
                      <a:pt x="37" y="142"/>
                    </a:lnTo>
                    <a:lnTo>
                      <a:pt x="41" y="135"/>
                    </a:lnTo>
                    <a:lnTo>
                      <a:pt x="46" y="128"/>
                    </a:lnTo>
                    <a:lnTo>
                      <a:pt x="46" y="128"/>
                    </a:lnTo>
                    <a:lnTo>
                      <a:pt x="50" y="121"/>
                    </a:lnTo>
                    <a:lnTo>
                      <a:pt x="54" y="118"/>
                    </a:lnTo>
                    <a:lnTo>
                      <a:pt x="57" y="117"/>
                    </a:lnTo>
                    <a:lnTo>
                      <a:pt x="57" y="117"/>
                    </a:lnTo>
                    <a:lnTo>
                      <a:pt x="56" y="114"/>
                    </a:lnTo>
                    <a:lnTo>
                      <a:pt x="54" y="112"/>
                    </a:lnTo>
                    <a:lnTo>
                      <a:pt x="56" y="108"/>
                    </a:lnTo>
                    <a:lnTo>
                      <a:pt x="63" y="101"/>
                    </a:lnTo>
                    <a:lnTo>
                      <a:pt x="63" y="101"/>
                    </a:lnTo>
                    <a:lnTo>
                      <a:pt x="60" y="98"/>
                    </a:lnTo>
                    <a:lnTo>
                      <a:pt x="59" y="97"/>
                    </a:lnTo>
                    <a:lnTo>
                      <a:pt x="59" y="95"/>
                    </a:lnTo>
                    <a:lnTo>
                      <a:pt x="59" y="95"/>
                    </a:lnTo>
                    <a:lnTo>
                      <a:pt x="60" y="94"/>
                    </a:lnTo>
                    <a:lnTo>
                      <a:pt x="63" y="94"/>
                    </a:lnTo>
                    <a:lnTo>
                      <a:pt x="67" y="94"/>
                    </a:lnTo>
                    <a:lnTo>
                      <a:pt x="67" y="94"/>
                    </a:lnTo>
                    <a:lnTo>
                      <a:pt x="66" y="97"/>
                    </a:lnTo>
                    <a:lnTo>
                      <a:pt x="64" y="100"/>
                    </a:lnTo>
                    <a:lnTo>
                      <a:pt x="66" y="102"/>
                    </a:lnTo>
                    <a:lnTo>
                      <a:pt x="68" y="101"/>
                    </a:lnTo>
                    <a:lnTo>
                      <a:pt x="68" y="101"/>
                    </a:lnTo>
                    <a:lnTo>
                      <a:pt x="67" y="100"/>
                    </a:lnTo>
                    <a:lnTo>
                      <a:pt x="67" y="98"/>
                    </a:lnTo>
                    <a:lnTo>
                      <a:pt x="70" y="94"/>
                    </a:lnTo>
                    <a:lnTo>
                      <a:pt x="70" y="94"/>
                    </a:lnTo>
                    <a:lnTo>
                      <a:pt x="73" y="90"/>
                    </a:lnTo>
                    <a:lnTo>
                      <a:pt x="73" y="88"/>
                    </a:lnTo>
                    <a:lnTo>
                      <a:pt x="71" y="87"/>
                    </a:lnTo>
                    <a:lnTo>
                      <a:pt x="71" y="87"/>
                    </a:lnTo>
                    <a:lnTo>
                      <a:pt x="70" y="90"/>
                    </a:lnTo>
                    <a:lnTo>
                      <a:pt x="68" y="91"/>
                    </a:lnTo>
                    <a:lnTo>
                      <a:pt x="67" y="91"/>
                    </a:lnTo>
                    <a:lnTo>
                      <a:pt x="64" y="90"/>
                    </a:lnTo>
                    <a:lnTo>
                      <a:pt x="64" y="90"/>
                    </a:lnTo>
                    <a:lnTo>
                      <a:pt x="67" y="88"/>
                    </a:lnTo>
                    <a:lnTo>
                      <a:pt x="67" y="85"/>
                    </a:lnTo>
                    <a:lnTo>
                      <a:pt x="67" y="82"/>
                    </a:lnTo>
                    <a:lnTo>
                      <a:pt x="68" y="78"/>
                    </a:lnTo>
                    <a:lnTo>
                      <a:pt x="68" y="78"/>
                    </a:lnTo>
                    <a:lnTo>
                      <a:pt x="64" y="75"/>
                    </a:lnTo>
                    <a:lnTo>
                      <a:pt x="61" y="72"/>
                    </a:lnTo>
                    <a:lnTo>
                      <a:pt x="61" y="70"/>
                    </a:lnTo>
                    <a:lnTo>
                      <a:pt x="61" y="70"/>
                    </a:lnTo>
                    <a:lnTo>
                      <a:pt x="63" y="70"/>
                    </a:lnTo>
                    <a:lnTo>
                      <a:pt x="66" y="68"/>
                    </a:lnTo>
                    <a:lnTo>
                      <a:pt x="66" y="64"/>
                    </a:lnTo>
                    <a:lnTo>
                      <a:pt x="66" y="58"/>
                    </a:lnTo>
                    <a:lnTo>
                      <a:pt x="66" y="52"/>
                    </a:lnTo>
                    <a:lnTo>
                      <a:pt x="66" y="52"/>
                    </a:lnTo>
                    <a:lnTo>
                      <a:pt x="74" y="48"/>
                    </a:lnTo>
                    <a:lnTo>
                      <a:pt x="78" y="47"/>
                    </a:lnTo>
                    <a:lnTo>
                      <a:pt x="84" y="48"/>
                    </a:lnTo>
                    <a:lnTo>
                      <a:pt x="84" y="48"/>
                    </a:lnTo>
                    <a:lnTo>
                      <a:pt x="86" y="41"/>
                    </a:lnTo>
                    <a:lnTo>
                      <a:pt x="87" y="38"/>
                    </a:lnTo>
                    <a:lnTo>
                      <a:pt x="87" y="38"/>
                    </a:lnTo>
                    <a:lnTo>
                      <a:pt x="84" y="40"/>
                    </a:lnTo>
                    <a:lnTo>
                      <a:pt x="83" y="40"/>
                    </a:lnTo>
                    <a:lnTo>
                      <a:pt x="78" y="41"/>
                    </a:lnTo>
                    <a:lnTo>
                      <a:pt x="78" y="41"/>
                    </a:lnTo>
                    <a:lnTo>
                      <a:pt x="80" y="32"/>
                    </a:lnTo>
                    <a:lnTo>
                      <a:pt x="83" y="27"/>
                    </a:lnTo>
                    <a:lnTo>
                      <a:pt x="90" y="12"/>
                    </a:lnTo>
                    <a:lnTo>
                      <a:pt x="90" y="12"/>
                    </a:lnTo>
                    <a:lnTo>
                      <a:pt x="88" y="10"/>
                    </a:lnTo>
                    <a:lnTo>
                      <a:pt x="87" y="7"/>
                    </a:lnTo>
                    <a:lnTo>
                      <a:pt x="88" y="4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88" y="2"/>
                    </a:lnTo>
                    <a:lnTo>
                      <a:pt x="86" y="7"/>
                    </a:lnTo>
                    <a:lnTo>
                      <a:pt x="83" y="15"/>
                    </a:lnTo>
                    <a:lnTo>
                      <a:pt x="83" y="15"/>
                    </a:lnTo>
                    <a:lnTo>
                      <a:pt x="78" y="25"/>
                    </a:lnTo>
                    <a:lnTo>
                      <a:pt x="76" y="28"/>
                    </a:lnTo>
                    <a:lnTo>
                      <a:pt x="73" y="30"/>
                    </a:lnTo>
                    <a:close/>
                    <a:moveTo>
                      <a:pt x="41" y="100"/>
                    </a:moveTo>
                    <a:lnTo>
                      <a:pt x="41" y="100"/>
                    </a:lnTo>
                    <a:lnTo>
                      <a:pt x="43" y="100"/>
                    </a:lnTo>
                    <a:lnTo>
                      <a:pt x="43" y="100"/>
                    </a:lnTo>
                    <a:lnTo>
                      <a:pt x="46" y="101"/>
                    </a:lnTo>
                    <a:lnTo>
                      <a:pt x="46" y="101"/>
                    </a:lnTo>
                    <a:lnTo>
                      <a:pt x="46" y="105"/>
                    </a:lnTo>
                    <a:lnTo>
                      <a:pt x="43" y="110"/>
                    </a:lnTo>
                    <a:lnTo>
                      <a:pt x="43" y="110"/>
                    </a:lnTo>
                    <a:lnTo>
                      <a:pt x="41" y="110"/>
                    </a:lnTo>
                    <a:lnTo>
                      <a:pt x="40" y="108"/>
                    </a:lnTo>
                    <a:lnTo>
                      <a:pt x="41" y="105"/>
                    </a:lnTo>
                    <a:lnTo>
                      <a:pt x="43" y="102"/>
                    </a:lnTo>
                    <a:lnTo>
                      <a:pt x="43" y="101"/>
                    </a:lnTo>
                    <a:lnTo>
                      <a:pt x="41" y="1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0" name="iṧlïdê"/>
              <p:cNvSpPr/>
              <p:nvPr/>
            </p:nvSpPr>
            <p:spPr bwMode="auto">
              <a:xfrm>
                <a:off x="5579940" y="4390470"/>
                <a:ext cx="270315" cy="528342"/>
              </a:xfrm>
              <a:custGeom>
                <a:avLst/>
                <a:gdLst>
                  <a:gd name="T0" fmla="*/ 71 w 90"/>
                  <a:gd name="T1" fmla="*/ 35 h 172"/>
                  <a:gd name="T2" fmla="*/ 70 w 90"/>
                  <a:gd name="T3" fmla="*/ 41 h 172"/>
                  <a:gd name="T4" fmla="*/ 61 w 90"/>
                  <a:gd name="T5" fmla="*/ 47 h 172"/>
                  <a:gd name="T6" fmla="*/ 57 w 90"/>
                  <a:gd name="T7" fmla="*/ 58 h 172"/>
                  <a:gd name="T8" fmla="*/ 34 w 90"/>
                  <a:gd name="T9" fmla="*/ 94 h 172"/>
                  <a:gd name="T10" fmla="*/ 26 w 90"/>
                  <a:gd name="T11" fmla="*/ 112 h 172"/>
                  <a:gd name="T12" fmla="*/ 23 w 90"/>
                  <a:gd name="T13" fmla="*/ 118 h 172"/>
                  <a:gd name="T14" fmla="*/ 14 w 90"/>
                  <a:gd name="T15" fmla="*/ 132 h 172"/>
                  <a:gd name="T16" fmla="*/ 9 w 90"/>
                  <a:gd name="T17" fmla="*/ 144 h 172"/>
                  <a:gd name="T18" fmla="*/ 0 w 90"/>
                  <a:gd name="T19" fmla="*/ 154 h 172"/>
                  <a:gd name="T20" fmla="*/ 7 w 90"/>
                  <a:gd name="T21" fmla="*/ 158 h 172"/>
                  <a:gd name="T22" fmla="*/ 11 w 90"/>
                  <a:gd name="T23" fmla="*/ 148 h 172"/>
                  <a:gd name="T24" fmla="*/ 19 w 90"/>
                  <a:gd name="T25" fmla="*/ 138 h 172"/>
                  <a:gd name="T26" fmla="*/ 30 w 90"/>
                  <a:gd name="T27" fmla="*/ 132 h 172"/>
                  <a:gd name="T28" fmla="*/ 31 w 90"/>
                  <a:gd name="T29" fmla="*/ 132 h 172"/>
                  <a:gd name="T30" fmla="*/ 33 w 90"/>
                  <a:gd name="T31" fmla="*/ 140 h 172"/>
                  <a:gd name="T32" fmla="*/ 29 w 90"/>
                  <a:gd name="T33" fmla="*/ 142 h 172"/>
                  <a:gd name="T34" fmla="*/ 36 w 90"/>
                  <a:gd name="T35" fmla="*/ 144 h 172"/>
                  <a:gd name="T36" fmla="*/ 23 w 90"/>
                  <a:gd name="T37" fmla="*/ 150 h 172"/>
                  <a:gd name="T38" fmla="*/ 19 w 90"/>
                  <a:gd name="T39" fmla="*/ 161 h 172"/>
                  <a:gd name="T40" fmla="*/ 14 w 90"/>
                  <a:gd name="T41" fmla="*/ 159 h 172"/>
                  <a:gd name="T42" fmla="*/ 16 w 90"/>
                  <a:gd name="T43" fmla="*/ 162 h 172"/>
                  <a:gd name="T44" fmla="*/ 7 w 90"/>
                  <a:gd name="T45" fmla="*/ 172 h 172"/>
                  <a:gd name="T46" fmla="*/ 17 w 90"/>
                  <a:gd name="T47" fmla="*/ 168 h 172"/>
                  <a:gd name="T48" fmla="*/ 26 w 90"/>
                  <a:gd name="T49" fmla="*/ 164 h 172"/>
                  <a:gd name="T50" fmla="*/ 29 w 90"/>
                  <a:gd name="T51" fmla="*/ 158 h 172"/>
                  <a:gd name="T52" fmla="*/ 33 w 90"/>
                  <a:gd name="T53" fmla="*/ 157 h 172"/>
                  <a:gd name="T54" fmla="*/ 36 w 90"/>
                  <a:gd name="T55" fmla="*/ 155 h 172"/>
                  <a:gd name="T56" fmla="*/ 41 w 90"/>
                  <a:gd name="T57" fmla="*/ 147 h 172"/>
                  <a:gd name="T58" fmla="*/ 40 w 90"/>
                  <a:gd name="T59" fmla="*/ 144 h 172"/>
                  <a:gd name="T60" fmla="*/ 37 w 90"/>
                  <a:gd name="T61" fmla="*/ 142 h 172"/>
                  <a:gd name="T62" fmla="*/ 46 w 90"/>
                  <a:gd name="T63" fmla="*/ 128 h 172"/>
                  <a:gd name="T64" fmla="*/ 54 w 90"/>
                  <a:gd name="T65" fmla="*/ 118 h 172"/>
                  <a:gd name="T66" fmla="*/ 56 w 90"/>
                  <a:gd name="T67" fmla="*/ 114 h 172"/>
                  <a:gd name="T68" fmla="*/ 63 w 90"/>
                  <a:gd name="T69" fmla="*/ 101 h 172"/>
                  <a:gd name="T70" fmla="*/ 59 w 90"/>
                  <a:gd name="T71" fmla="*/ 97 h 172"/>
                  <a:gd name="T72" fmla="*/ 60 w 90"/>
                  <a:gd name="T73" fmla="*/ 94 h 172"/>
                  <a:gd name="T74" fmla="*/ 67 w 90"/>
                  <a:gd name="T75" fmla="*/ 94 h 172"/>
                  <a:gd name="T76" fmla="*/ 66 w 90"/>
                  <a:gd name="T77" fmla="*/ 102 h 172"/>
                  <a:gd name="T78" fmla="*/ 67 w 90"/>
                  <a:gd name="T79" fmla="*/ 100 h 172"/>
                  <a:gd name="T80" fmla="*/ 70 w 90"/>
                  <a:gd name="T81" fmla="*/ 94 h 172"/>
                  <a:gd name="T82" fmla="*/ 71 w 90"/>
                  <a:gd name="T83" fmla="*/ 87 h 172"/>
                  <a:gd name="T84" fmla="*/ 68 w 90"/>
                  <a:gd name="T85" fmla="*/ 91 h 172"/>
                  <a:gd name="T86" fmla="*/ 64 w 90"/>
                  <a:gd name="T87" fmla="*/ 90 h 172"/>
                  <a:gd name="T88" fmla="*/ 67 w 90"/>
                  <a:gd name="T89" fmla="*/ 82 h 172"/>
                  <a:gd name="T90" fmla="*/ 64 w 90"/>
                  <a:gd name="T91" fmla="*/ 75 h 172"/>
                  <a:gd name="T92" fmla="*/ 61 w 90"/>
                  <a:gd name="T93" fmla="*/ 70 h 172"/>
                  <a:gd name="T94" fmla="*/ 66 w 90"/>
                  <a:gd name="T95" fmla="*/ 64 h 172"/>
                  <a:gd name="T96" fmla="*/ 66 w 90"/>
                  <a:gd name="T97" fmla="*/ 52 h 172"/>
                  <a:gd name="T98" fmla="*/ 84 w 90"/>
                  <a:gd name="T99" fmla="*/ 48 h 172"/>
                  <a:gd name="T100" fmla="*/ 87 w 90"/>
                  <a:gd name="T101" fmla="*/ 38 h 172"/>
                  <a:gd name="T102" fmla="*/ 83 w 90"/>
                  <a:gd name="T103" fmla="*/ 40 h 172"/>
                  <a:gd name="T104" fmla="*/ 80 w 90"/>
                  <a:gd name="T105" fmla="*/ 32 h 172"/>
                  <a:gd name="T106" fmla="*/ 90 w 90"/>
                  <a:gd name="T107" fmla="*/ 12 h 172"/>
                  <a:gd name="T108" fmla="*/ 88 w 90"/>
                  <a:gd name="T109" fmla="*/ 4 h 172"/>
                  <a:gd name="T110" fmla="*/ 88 w 90"/>
                  <a:gd name="T111" fmla="*/ 2 h 172"/>
                  <a:gd name="T112" fmla="*/ 83 w 90"/>
                  <a:gd name="T113" fmla="*/ 15 h 172"/>
                  <a:gd name="T114" fmla="*/ 73 w 90"/>
                  <a:gd name="T115" fmla="*/ 3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0" h="172">
                    <a:moveTo>
                      <a:pt x="73" y="30"/>
                    </a:moveTo>
                    <a:lnTo>
                      <a:pt x="73" y="30"/>
                    </a:lnTo>
                    <a:lnTo>
                      <a:pt x="71" y="35"/>
                    </a:lnTo>
                    <a:lnTo>
                      <a:pt x="71" y="38"/>
                    </a:lnTo>
                    <a:lnTo>
                      <a:pt x="70" y="41"/>
                    </a:lnTo>
                    <a:lnTo>
                      <a:pt x="70" y="41"/>
                    </a:lnTo>
                    <a:lnTo>
                      <a:pt x="66" y="35"/>
                    </a:lnTo>
                    <a:lnTo>
                      <a:pt x="66" y="35"/>
                    </a:lnTo>
                    <a:lnTo>
                      <a:pt x="61" y="47"/>
                    </a:lnTo>
                    <a:lnTo>
                      <a:pt x="61" y="47"/>
                    </a:lnTo>
                    <a:lnTo>
                      <a:pt x="57" y="58"/>
                    </a:lnTo>
                    <a:lnTo>
                      <a:pt x="57" y="58"/>
                    </a:lnTo>
                    <a:lnTo>
                      <a:pt x="43" y="82"/>
                    </a:lnTo>
                    <a:lnTo>
                      <a:pt x="43" y="82"/>
                    </a:lnTo>
                    <a:lnTo>
                      <a:pt x="34" y="94"/>
                    </a:lnTo>
                    <a:lnTo>
                      <a:pt x="29" y="107"/>
                    </a:lnTo>
                    <a:lnTo>
                      <a:pt x="29" y="107"/>
                    </a:lnTo>
                    <a:lnTo>
                      <a:pt x="26" y="112"/>
                    </a:lnTo>
                    <a:lnTo>
                      <a:pt x="26" y="112"/>
                    </a:lnTo>
                    <a:lnTo>
                      <a:pt x="23" y="118"/>
                    </a:lnTo>
                    <a:lnTo>
                      <a:pt x="23" y="118"/>
                    </a:lnTo>
                    <a:lnTo>
                      <a:pt x="19" y="131"/>
                    </a:lnTo>
                    <a:lnTo>
                      <a:pt x="19" y="131"/>
                    </a:lnTo>
                    <a:lnTo>
                      <a:pt x="14" y="132"/>
                    </a:lnTo>
                    <a:lnTo>
                      <a:pt x="11" y="137"/>
                    </a:lnTo>
                    <a:lnTo>
                      <a:pt x="9" y="144"/>
                    </a:lnTo>
                    <a:lnTo>
                      <a:pt x="9" y="144"/>
                    </a:lnTo>
                    <a:lnTo>
                      <a:pt x="7" y="151"/>
                    </a:lnTo>
                    <a:lnTo>
                      <a:pt x="4" y="154"/>
                    </a:lnTo>
                    <a:lnTo>
                      <a:pt x="0" y="154"/>
                    </a:lnTo>
                    <a:lnTo>
                      <a:pt x="0" y="154"/>
                    </a:lnTo>
                    <a:lnTo>
                      <a:pt x="4" y="155"/>
                    </a:lnTo>
                    <a:lnTo>
                      <a:pt x="7" y="158"/>
                    </a:lnTo>
                    <a:lnTo>
                      <a:pt x="7" y="158"/>
                    </a:lnTo>
                    <a:lnTo>
                      <a:pt x="9" y="154"/>
                    </a:lnTo>
                    <a:lnTo>
                      <a:pt x="11" y="148"/>
                    </a:lnTo>
                    <a:lnTo>
                      <a:pt x="11" y="148"/>
                    </a:lnTo>
                    <a:lnTo>
                      <a:pt x="19" y="138"/>
                    </a:lnTo>
                    <a:lnTo>
                      <a:pt x="19" y="138"/>
                    </a:lnTo>
                    <a:lnTo>
                      <a:pt x="21" y="135"/>
                    </a:lnTo>
                    <a:lnTo>
                      <a:pt x="26" y="132"/>
                    </a:lnTo>
                    <a:lnTo>
                      <a:pt x="30" y="132"/>
                    </a:lnTo>
                    <a:lnTo>
                      <a:pt x="33" y="132"/>
                    </a:lnTo>
                    <a:lnTo>
                      <a:pt x="33" y="132"/>
                    </a:lnTo>
                    <a:lnTo>
                      <a:pt x="31" y="132"/>
                    </a:lnTo>
                    <a:lnTo>
                      <a:pt x="30" y="132"/>
                    </a:lnTo>
                    <a:lnTo>
                      <a:pt x="31" y="135"/>
                    </a:lnTo>
                    <a:lnTo>
                      <a:pt x="33" y="140"/>
                    </a:lnTo>
                    <a:lnTo>
                      <a:pt x="31" y="141"/>
                    </a:lnTo>
                    <a:lnTo>
                      <a:pt x="29" y="142"/>
                    </a:lnTo>
                    <a:lnTo>
                      <a:pt x="29" y="142"/>
                    </a:lnTo>
                    <a:lnTo>
                      <a:pt x="31" y="144"/>
                    </a:lnTo>
                    <a:lnTo>
                      <a:pt x="33" y="144"/>
                    </a:lnTo>
                    <a:lnTo>
                      <a:pt x="36" y="144"/>
                    </a:lnTo>
                    <a:lnTo>
                      <a:pt x="34" y="145"/>
                    </a:lnTo>
                    <a:lnTo>
                      <a:pt x="34" y="145"/>
                    </a:lnTo>
                    <a:lnTo>
                      <a:pt x="23" y="150"/>
                    </a:lnTo>
                    <a:lnTo>
                      <a:pt x="23" y="150"/>
                    </a:lnTo>
                    <a:lnTo>
                      <a:pt x="20" y="155"/>
                    </a:lnTo>
                    <a:lnTo>
                      <a:pt x="19" y="161"/>
                    </a:lnTo>
                    <a:lnTo>
                      <a:pt x="19" y="161"/>
                    </a:lnTo>
                    <a:lnTo>
                      <a:pt x="16" y="159"/>
                    </a:lnTo>
                    <a:lnTo>
                      <a:pt x="14" y="159"/>
                    </a:lnTo>
                    <a:lnTo>
                      <a:pt x="13" y="161"/>
                    </a:lnTo>
                    <a:lnTo>
                      <a:pt x="13" y="161"/>
                    </a:lnTo>
                    <a:lnTo>
                      <a:pt x="16" y="162"/>
                    </a:lnTo>
                    <a:lnTo>
                      <a:pt x="16" y="164"/>
                    </a:lnTo>
                    <a:lnTo>
                      <a:pt x="14" y="167"/>
                    </a:lnTo>
                    <a:lnTo>
                      <a:pt x="7" y="172"/>
                    </a:lnTo>
                    <a:lnTo>
                      <a:pt x="7" y="172"/>
                    </a:lnTo>
                    <a:lnTo>
                      <a:pt x="11" y="171"/>
                    </a:lnTo>
                    <a:lnTo>
                      <a:pt x="17" y="168"/>
                    </a:lnTo>
                    <a:lnTo>
                      <a:pt x="21" y="165"/>
                    </a:lnTo>
                    <a:lnTo>
                      <a:pt x="26" y="164"/>
                    </a:lnTo>
                    <a:lnTo>
                      <a:pt x="26" y="164"/>
                    </a:lnTo>
                    <a:lnTo>
                      <a:pt x="26" y="161"/>
                    </a:lnTo>
                    <a:lnTo>
                      <a:pt x="26" y="159"/>
                    </a:lnTo>
                    <a:lnTo>
                      <a:pt x="29" y="158"/>
                    </a:lnTo>
                    <a:lnTo>
                      <a:pt x="30" y="155"/>
                    </a:lnTo>
                    <a:lnTo>
                      <a:pt x="30" y="155"/>
                    </a:lnTo>
                    <a:lnTo>
                      <a:pt x="33" y="157"/>
                    </a:lnTo>
                    <a:lnTo>
                      <a:pt x="34" y="157"/>
                    </a:lnTo>
                    <a:lnTo>
                      <a:pt x="36" y="155"/>
                    </a:lnTo>
                    <a:lnTo>
                      <a:pt x="36" y="155"/>
                    </a:lnTo>
                    <a:lnTo>
                      <a:pt x="37" y="154"/>
                    </a:lnTo>
                    <a:lnTo>
                      <a:pt x="39" y="151"/>
                    </a:lnTo>
                    <a:lnTo>
                      <a:pt x="41" y="147"/>
                    </a:lnTo>
                    <a:lnTo>
                      <a:pt x="41" y="142"/>
                    </a:lnTo>
                    <a:lnTo>
                      <a:pt x="41" y="142"/>
                    </a:lnTo>
                    <a:lnTo>
                      <a:pt x="40" y="144"/>
                    </a:lnTo>
                    <a:lnTo>
                      <a:pt x="39" y="144"/>
                    </a:lnTo>
                    <a:lnTo>
                      <a:pt x="37" y="144"/>
                    </a:lnTo>
                    <a:lnTo>
                      <a:pt x="37" y="142"/>
                    </a:lnTo>
                    <a:lnTo>
                      <a:pt x="37" y="142"/>
                    </a:lnTo>
                    <a:lnTo>
                      <a:pt x="41" y="135"/>
                    </a:lnTo>
                    <a:lnTo>
                      <a:pt x="46" y="128"/>
                    </a:lnTo>
                    <a:lnTo>
                      <a:pt x="46" y="128"/>
                    </a:lnTo>
                    <a:lnTo>
                      <a:pt x="50" y="121"/>
                    </a:lnTo>
                    <a:lnTo>
                      <a:pt x="54" y="118"/>
                    </a:lnTo>
                    <a:lnTo>
                      <a:pt x="57" y="117"/>
                    </a:lnTo>
                    <a:lnTo>
                      <a:pt x="57" y="117"/>
                    </a:lnTo>
                    <a:lnTo>
                      <a:pt x="56" y="114"/>
                    </a:lnTo>
                    <a:lnTo>
                      <a:pt x="54" y="112"/>
                    </a:lnTo>
                    <a:lnTo>
                      <a:pt x="56" y="108"/>
                    </a:lnTo>
                    <a:lnTo>
                      <a:pt x="63" y="101"/>
                    </a:lnTo>
                    <a:lnTo>
                      <a:pt x="63" y="101"/>
                    </a:lnTo>
                    <a:lnTo>
                      <a:pt x="60" y="98"/>
                    </a:lnTo>
                    <a:lnTo>
                      <a:pt x="59" y="97"/>
                    </a:lnTo>
                    <a:lnTo>
                      <a:pt x="59" y="95"/>
                    </a:lnTo>
                    <a:lnTo>
                      <a:pt x="59" y="95"/>
                    </a:lnTo>
                    <a:lnTo>
                      <a:pt x="60" y="94"/>
                    </a:lnTo>
                    <a:lnTo>
                      <a:pt x="63" y="94"/>
                    </a:lnTo>
                    <a:lnTo>
                      <a:pt x="67" y="94"/>
                    </a:lnTo>
                    <a:lnTo>
                      <a:pt x="67" y="94"/>
                    </a:lnTo>
                    <a:lnTo>
                      <a:pt x="66" y="97"/>
                    </a:lnTo>
                    <a:lnTo>
                      <a:pt x="64" y="100"/>
                    </a:lnTo>
                    <a:lnTo>
                      <a:pt x="66" y="102"/>
                    </a:lnTo>
                    <a:lnTo>
                      <a:pt x="68" y="101"/>
                    </a:lnTo>
                    <a:lnTo>
                      <a:pt x="68" y="101"/>
                    </a:lnTo>
                    <a:lnTo>
                      <a:pt x="67" y="100"/>
                    </a:lnTo>
                    <a:lnTo>
                      <a:pt x="67" y="98"/>
                    </a:lnTo>
                    <a:lnTo>
                      <a:pt x="70" y="94"/>
                    </a:lnTo>
                    <a:lnTo>
                      <a:pt x="70" y="94"/>
                    </a:lnTo>
                    <a:lnTo>
                      <a:pt x="73" y="90"/>
                    </a:lnTo>
                    <a:lnTo>
                      <a:pt x="73" y="88"/>
                    </a:lnTo>
                    <a:lnTo>
                      <a:pt x="71" y="87"/>
                    </a:lnTo>
                    <a:lnTo>
                      <a:pt x="71" y="87"/>
                    </a:lnTo>
                    <a:lnTo>
                      <a:pt x="70" y="90"/>
                    </a:lnTo>
                    <a:lnTo>
                      <a:pt x="68" y="91"/>
                    </a:lnTo>
                    <a:lnTo>
                      <a:pt x="67" y="91"/>
                    </a:lnTo>
                    <a:lnTo>
                      <a:pt x="64" y="90"/>
                    </a:lnTo>
                    <a:lnTo>
                      <a:pt x="64" y="90"/>
                    </a:lnTo>
                    <a:lnTo>
                      <a:pt x="67" y="88"/>
                    </a:lnTo>
                    <a:lnTo>
                      <a:pt x="67" y="85"/>
                    </a:lnTo>
                    <a:lnTo>
                      <a:pt x="67" y="82"/>
                    </a:lnTo>
                    <a:lnTo>
                      <a:pt x="68" y="78"/>
                    </a:lnTo>
                    <a:lnTo>
                      <a:pt x="68" y="78"/>
                    </a:lnTo>
                    <a:lnTo>
                      <a:pt x="64" y="75"/>
                    </a:lnTo>
                    <a:lnTo>
                      <a:pt x="61" y="72"/>
                    </a:lnTo>
                    <a:lnTo>
                      <a:pt x="61" y="70"/>
                    </a:lnTo>
                    <a:lnTo>
                      <a:pt x="61" y="70"/>
                    </a:lnTo>
                    <a:lnTo>
                      <a:pt x="63" y="70"/>
                    </a:lnTo>
                    <a:lnTo>
                      <a:pt x="66" y="68"/>
                    </a:lnTo>
                    <a:lnTo>
                      <a:pt x="66" y="64"/>
                    </a:lnTo>
                    <a:lnTo>
                      <a:pt x="66" y="58"/>
                    </a:lnTo>
                    <a:lnTo>
                      <a:pt x="66" y="52"/>
                    </a:lnTo>
                    <a:lnTo>
                      <a:pt x="66" y="52"/>
                    </a:lnTo>
                    <a:lnTo>
                      <a:pt x="74" y="48"/>
                    </a:lnTo>
                    <a:lnTo>
                      <a:pt x="78" y="47"/>
                    </a:lnTo>
                    <a:lnTo>
                      <a:pt x="84" y="48"/>
                    </a:lnTo>
                    <a:lnTo>
                      <a:pt x="84" y="48"/>
                    </a:lnTo>
                    <a:lnTo>
                      <a:pt x="86" y="41"/>
                    </a:lnTo>
                    <a:lnTo>
                      <a:pt x="87" y="38"/>
                    </a:lnTo>
                    <a:lnTo>
                      <a:pt x="87" y="38"/>
                    </a:lnTo>
                    <a:lnTo>
                      <a:pt x="84" y="40"/>
                    </a:lnTo>
                    <a:lnTo>
                      <a:pt x="83" y="40"/>
                    </a:lnTo>
                    <a:lnTo>
                      <a:pt x="78" y="41"/>
                    </a:lnTo>
                    <a:lnTo>
                      <a:pt x="78" y="41"/>
                    </a:lnTo>
                    <a:lnTo>
                      <a:pt x="80" y="32"/>
                    </a:lnTo>
                    <a:lnTo>
                      <a:pt x="83" y="27"/>
                    </a:lnTo>
                    <a:lnTo>
                      <a:pt x="90" y="12"/>
                    </a:lnTo>
                    <a:lnTo>
                      <a:pt x="90" y="12"/>
                    </a:lnTo>
                    <a:lnTo>
                      <a:pt x="88" y="10"/>
                    </a:lnTo>
                    <a:lnTo>
                      <a:pt x="87" y="7"/>
                    </a:lnTo>
                    <a:lnTo>
                      <a:pt x="88" y="4"/>
                    </a:lnTo>
                    <a:lnTo>
                      <a:pt x="90" y="0"/>
                    </a:lnTo>
                    <a:lnTo>
                      <a:pt x="90" y="0"/>
                    </a:lnTo>
                    <a:lnTo>
                      <a:pt x="88" y="2"/>
                    </a:lnTo>
                    <a:lnTo>
                      <a:pt x="86" y="7"/>
                    </a:lnTo>
                    <a:lnTo>
                      <a:pt x="83" y="15"/>
                    </a:lnTo>
                    <a:lnTo>
                      <a:pt x="83" y="15"/>
                    </a:lnTo>
                    <a:lnTo>
                      <a:pt x="78" y="25"/>
                    </a:lnTo>
                    <a:lnTo>
                      <a:pt x="76" y="28"/>
                    </a:lnTo>
                    <a:lnTo>
                      <a:pt x="73" y="3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1" name="íSlíďê"/>
              <p:cNvSpPr/>
              <p:nvPr/>
            </p:nvSpPr>
            <p:spPr bwMode="auto">
              <a:xfrm>
                <a:off x="5696670" y="4697647"/>
                <a:ext cx="18433" cy="30716"/>
              </a:xfrm>
              <a:custGeom>
                <a:avLst/>
                <a:gdLst>
                  <a:gd name="T0" fmla="*/ 1 w 6"/>
                  <a:gd name="T1" fmla="*/ 0 h 10"/>
                  <a:gd name="T2" fmla="*/ 1 w 6"/>
                  <a:gd name="T3" fmla="*/ 0 h 10"/>
                  <a:gd name="T4" fmla="*/ 3 w 6"/>
                  <a:gd name="T5" fmla="*/ 0 h 10"/>
                  <a:gd name="T6" fmla="*/ 3 w 6"/>
                  <a:gd name="T7" fmla="*/ 0 h 10"/>
                  <a:gd name="T8" fmla="*/ 6 w 6"/>
                  <a:gd name="T9" fmla="*/ 1 h 10"/>
                  <a:gd name="T10" fmla="*/ 6 w 6"/>
                  <a:gd name="T11" fmla="*/ 1 h 10"/>
                  <a:gd name="T12" fmla="*/ 6 w 6"/>
                  <a:gd name="T13" fmla="*/ 5 h 10"/>
                  <a:gd name="T14" fmla="*/ 3 w 6"/>
                  <a:gd name="T15" fmla="*/ 10 h 10"/>
                  <a:gd name="T16" fmla="*/ 3 w 6"/>
                  <a:gd name="T17" fmla="*/ 10 h 10"/>
                  <a:gd name="T18" fmla="*/ 1 w 6"/>
                  <a:gd name="T19" fmla="*/ 10 h 10"/>
                  <a:gd name="T20" fmla="*/ 0 w 6"/>
                  <a:gd name="T21" fmla="*/ 8 h 10"/>
                  <a:gd name="T22" fmla="*/ 1 w 6"/>
                  <a:gd name="T23" fmla="*/ 5 h 10"/>
                  <a:gd name="T24" fmla="*/ 3 w 6"/>
                  <a:gd name="T25" fmla="*/ 2 h 10"/>
                  <a:gd name="T26" fmla="*/ 3 w 6"/>
                  <a:gd name="T27" fmla="*/ 1 h 10"/>
                  <a:gd name="T28" fmla="*/ 1 w 6"/>
                  <a:gd name="T29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" h="10">
                    <a:moveTo>
                      <a:pt x="1" y="0"/>
                    </a:moveTo>
                    <a:lnTo>
                      <a:pt x="1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6" y="5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1" y="10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3" y="2"/>
                    </a:lnTo>
                    <a:lnTo>
                      <a:pt x="3" y="1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2" name="iśḷîdé"/>
              <p:cNvSpPr/>
              <p:nvPr/>
            </p:nvSpPr>
            <p:spPr bwMode="auto">
              <a:xfrm>
                <a:off x="3736883" y="3536523"/>
                <a:ext cx="24574" cy="18429"/>
              </a:xfrm>
              <a:custGeom>
                <a:avLst/>
                <a:gdLst>
                  <a:gd name="T0" fmla="*/ 6 w 7"/>
                  <a:gd name="T1" fmla="*/ 3 h 4"/>
                  <a:gd name="T2" fmla="*/ 6 w 7"/>
                  <a:gd name="T3" fmla="*/ 3 h 4"/>
                  <a:gd name="T4" fmla="*/ 7 w 7"/>
                  <a:gd name="T5" fmla="*/ 4 h 4"/>
                  <a:gd name="T6" fmla="*/ 6 w 7"/>
                  <a:gd name="T7" fmla="*/ 4 h 4"/>
                  <a:gd name="T8" fmla="*/ 4 w 7"/>
                  <a:gd name="T9" fmla="*/ 4 h 4"/>
                  <a:gd name="T10" fmla="*/ 4 w 7"/>
                  <a:gd name="T11" fmla="*/ 4 h 4"/>
                  <a:gd name="T12" fmla="*/ 4 w 7"/>
                  <a:gd name="T13" fmla="*/ 4 h 4"/>
                  <a:gd name="T14" fmla="*/ 1 w 7"/>
                  <a:gd name="T15" fmla="*/ 1 h 4"/>
                  <a:gd name="T16" fmla="*/ 0 w 7"/>
                  <a:gd name="T17" fmla="*/ 0 h 4"/>
                  <a:gd name="T18" fmla="*/ 0 w 7"/>
                  <a:gd name="T19" fmla="*/ 0 h 4"/>
                  <a:gd name="T20" fmla="*/ 3 w 7"/>
                  <a:gd name="T21" fmla="*/ 3 h 4"/>
                  <a:gd name="T22" fmla="*/ 6 w 7"/>
                  <a:gd name="T2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4">
                    <a:moveTo>
                      <a:pt x="6" y="3"/>
                    </a:moveTo>
                    <a:lnTo>
                      <a:pt x="6" y="3"/>
                    </a:lnTo>
                    <a:lnTo>
                      <a:pt x="7" y="4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3"/>
                    </a:lnTo>
                    <a:lnTo>
                      <a:pt x="6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3" name="íṥḷîḍe"/>
              <p:cNvSpPr/>
              <p:nvPr/>
            </p:nvSpPr>
            <p:spPr bwMode="auto">
              <a:xfrm>
                <a:off x="3736883" y="3536523"/>
                <a:ext cx="24574" cy="18429"/>
              </a:xfrm>
              <a:custGeom>
                <a:avLst/>
                <a:gdLst>
                  <a:gd name="T0" fmla="*/ 6 w 7"/>
                  <a:gd name="T1" fmla="*/ 3 h 4"/>
                  <a:gd name="T2" fmla="*/ 6 w 7"/>
                  <a:gd name="T3" fmla="*/ 3 h 4"/>
                  <a:gd name="T4" fmla="*/ 7 w 7"/>
                  <a:gd name="T5" fmla="*/ 4 h 4"/>
                  <a:gd name="T6" fmla="*/ 6 w 7"/>
                  <a:gd name="T7" fmla="*/ 4 h 4"/>
                  <a:gd name="T8" fmla="*/ 4 w 7"/>
                  <a:gd name="T9" fmla="*/ 4 h 4"/>
                  <a:gd name="T10" fmla="*/ 4 w 7"/>
                  <a:gd name="T11" fmla="*/ 4 h 4"/>
                  <a:gd name="T12" fmla="*/ 4 w 7"/>
                  <a:gd name="T13" fmla="*/ 4 h 4"/>
                  <a:gd name="T14" fmla="*/ 1 w 7"/>
                  <a:gd name="T15" fmla="*/ 1 h 4"/>
                  <a:gd name="T16" fmla="*/ 0 w 7"/>
                  <a:gd name="T17" fmla="*/ 0 h 4"/>
                  <a:gd name="T18" fmla="*/ 0 w 7"/>
                  <a:gd name="T19" fmla="*/ 0 h 4"/>
                  <a:gd name="T20" fmla="*/ 3 w 7"/>
                  <a:gd name="T21" fmla="*/ 3 h 4"/>
                  <a:gd name="T22" fmla="*/ 6 w 7"/>
                  <a:gd name="T23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4">
                    <a:moveTo>
                      <a:pt x="6" y="3"/>
                    </a:moveTo>
                    <a:lnTo>
                      <a:pt x="6" y="3"/>
                    </a:lnTo>
                    <a:lnTo>
                      <a:pt x="7" y="4"/>
                    </a:lnTo>
                    <a:lnTo>
                      <a:pt x="6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3"/>
                    </a:lnTo>
                    <a:lnTo>
                      <a:pt x="6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4" name="iŝḷidé"/>
              <p:cNvSpPr/>
              <p:nvPr/>
            </p:nvSpPr>
            <p:spPr bwMode="auto">
              <a:xfrm>
                <a:off x="5438641" y="4402758"/>
                <a:ext cx="55294" cy="36861"/>
              </a:xfrm>
              <a:custGeom>
                <a:avLst/>
                <a:gdLst>
                  <a:gd name="T0" fmla="*/ 6 w 19"/>
                  <a:gd name="T1" fmla="*/ 10 h 11"/>
                  <a:gd name="T2" fmla="*/ 6 w 19"/>
                  <a:gd name="T3" fmla="*/ 10 h 11"/>
                  <a:gd name="T4" fmla="*/ 6 w 19"/>
                  <a:gd name="T5" fmla="*/ 8 h 11"/>
                  <a:gd name="T6" fmla="*/ 6 w 19"/>
                  <a:gd name="T7" fmla="*/ 7 h 11"/>
                  <a:gd name="T8" fmla="*/ 6 w 19"/>
                  <a:gd name="T9" fmla="*/ 6 h 11"/>
                  <a:gd name="T10" fmla="*/ 6 w 19"/>
                  <a:gd name="T11" fmla="*/ 3 h 11"/>
                  <a:gd name="T12" fmla="*/ 6 w 19"/>
                  <a:gd name="T13" fmla="*/ 3 h 11"/>
                  <a:gd name="T14" fmla="*/ 12 w 19"/>
                  <a:gd name="T15" fmla="*/ 3 h 11"/>
                  <a:gd name="T16" fmla="*/ 15 w 19"/>
                  <a:gd name="T17" fmla="*/ 1 h 11"/>
                  <a:gd name="T18" fmla="*/ 18 w 19"/>
                  <a:gd name="T19" fmla="*/ 0 h 11"/>
                  <a:gd name="T20" fmla="*/ 18 w 19"/>
                  <a:gd name="T21" fmla="*/ 0 h 11"/>
                  <a:gd name="T22" fmla="*/ 18 w 19"/>
                  <a:gd name="T23" fmla="*/ 3 h 11"/>
                  <a:gd name="T24" fmla="*/ 18 w 19"/>
                  <a:gd name="T25" fmla="*/ 3 h 11"/>
                  <a:gd name="T26" fmla="*/ 19 w 19"/>
                  <a:gd name="T27" fmla="*/ 4 h 11"/>
                  <a:gd name="T28" fmla="*/ 19 w 19"/>
                  <a:gd name="T29" fmla="*/ 4 h 11"/>
                  <a:gd name="T30" fmla="*/ 16 w 19"/>
                  <a:gd name="T31" fmla="*/ 4 h 11"/>
                  <a:gd name="T32" fmla="*/ 13 w 19"/>
                  <a:gd name="T33" fmla="*/ 6 h 11"/>
                  <a:gd name="T34" fmla="*/ 10 w 19"/>
                  <a:gd name="T35" fmla="*/ 8 h 11"/>
                  <a:gd name="T36" fmla="*/ 6 w 19"/>
                  <a:gd name="T37" fmla="*/ 11 h 11"/>
                  <a:gd name="T38" fmla="*/ 5 w 19"/>
                  <a:gd name="T39" fmla="*/ 11 h 11"/>
                  <a:gd name="T40" fmla="*/ 0 w 19"/>
                  <a:gd name="T41" fmla="*/ 11 h 11"/>
                  <a:gd name="T42" fmla="*/ 0 w 19"/>
                  <a:gd name="T43" fmla="*/ 11 h 11"/>
                  <a:gd name="T44" fmla="*/ 3 w 19"/>
                  <a:gd name="T45" fmla="*/ 10 h 11"/>
                  <a:gd name="T46" fmla="*/ 6 w 19"/>
                  <a:gd name="T47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9" h="11">
                    <a:moveTo>
                      <a:pt x="6" y="10"/>
                    </a:moveTo>
                    <a:lnTo>
                      <a:pt x="6" y="10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12" y="3"/>
                    </a:lnTo>
                    <a:lnTo>
                      <a:pt x="15" y="1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3"/>
                    </a:lnTo>
                    <a:lnTo>
                      <a:pt x="18" y="3"/>
                    </a:lnTo>
                    <a:lnTo>
                      <a:pt x="19" y="4"/>
                    </a:lnTo>
                    <a:lnTo>
                      <a:pt x="19" y="4"/>
                    </a:lnTo>
                    <a:lnTo>
                      <a:pt x="16" y="4"/>
                    </a:lnTo>
                    <a:lnTo>
                      <a:pt x="13" y="6"/>
                    </a:lnTo>
                    <a:lnTo>
                      <a:pt x="10" y="8"/>
                    </a:lnTo>
                    <a:lnTo>
                      <a:pt x="6" y="11"/>
                    </a:lnTo>
                    <a:lnTo>
                      <a:pt x="5" y="11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3" y="10"/>
                    </a:lnTo>
                    <a:lnTo>
                      <a:pt x="6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5" name="îs1iḍe"/>
              <p:cNvSpPr/>
              <p:nvPr/>
            </p:nvSpPr>
            <p:spPr bwMode="auto">
              <a:xfrm>
                <a:off x="5438641" y="4402758"/>
                <a:ext cx="55294" cy="36861"/>
              </a:xfrm>
              <a:custGeom>
                <a:avLst/>
                <a:gdLst>
                  <a:gd name="T0" fmla="*/ 6 w 19"/>
                  <a:gd name="T1" fmla="*/ 10 h 11"/>
                  <a:gd name="T2" fmla="*/ 6 w 19"/>
                  <a:gd name="T3" fmla="*/ 10 h 11"/>
                  <a:gd name="T4" fmla="*/ 6 w 19"/>
                  <a:gd name="T5" fmla="*/ 8 h 11"/>
                  <a:gd name="T6" fmla="*/ 6 w 19"/>
                  <a:gd name="T7" fmla="*/ 7 h 11"/>
                  <a:gd name="T8" fmla="*/ 6 w 19"/>
                  <a:gd name="T9" fmla="*/ 6 h 11"/>
                  <a:gd name="T10" fmla="*/ 6 w 19"/>
                  <a:gd name="T11" fmla="*/ 3 h 11"/>
                  <a:gd name="T12" fmla="*/ 6 w 19"/>
                  <a:gd name="T13" fmla="*/ 3 h 11"/>
                  <a:gd name="T14" fmla="*/ 12 w 19"/>
                  <a:gd name="T15" fmla="*/ 3 h 11"/>
                  <a:gd name="T16" fmla="*/ 15 w 19"/>
                  <a:gd name="T17" fmla="*/ 1 h 11"/>
                  <a:gd name="T18" fmla="*/ 18 w 19"/>
                  <a:gd name="T19" fmla="*/ 0 h 11"/>
                  <a:gd name="T20" fmla="*/ 18 w 19"/>
                  <a:gd name="T21" fmla="*/ 0 h 11"/>
                  <a:gd name="T22" fmla="*/ 18 w 19"/>
                  <a:gd name="T23" fmla="*/ 3 h 11"/>
                  <a:gd name="T24" fmla="*/ 18 w 19"/>
                  <a:gd name="T25" fmla="*/ 3 h 11"/>
                  <a:gd name="T26" fmla="*/ 19 w 19"/>
                  <a:gd name="T27" fmla="*/ 4 h 11"/>
                  <a:gd name="T28" fmla="*/ 19 w 19"/>
                  <a:gd name="T29" fmla="*/ 4 h 11"/>
                  <a:gd name="T30" fmla="*/ 16 w 19"/>
                  <a:gd name="T31" fmla="*/ 4 h 11"/>
                  <a:gd name="T32" fmla="*/ 13 w 19"/>
                  <a:gd name="T33" fmla="*/ 6 h 11"/>
                  <a:gd name="T34" fmla="*/ 10 w 19"/>
                  <a:gd name="T35" fmla="*/ 8 h 11"/>
                  <a:gd name="T36" fmla="*/ 6 w 19"/>
                  <a:gd name="T37" fmla="*/ 11 h 11"/>
                  <a:gd name="T38" fmla="*/ 5 w 19"/>
                  <a:gd name="T39" fmla="*/ 11 h 11"/>
                  <a:gd name="T40" fmla="*/ 0 w 19"/>
                  <a:gd name="T41" fmla="*/ 11 h 11"/>
                  <a:gd name="T42" fmla="*/ 0 w 19"/>
                  <a:gd name="T43" fmla="*/ 11 h 11"/>
                  <a:gd name="T44" fmla="*/ 3 w 19"/>
                  <a:gd name="T45" fmla="*/ 10 h 11"/>
                  <a:gd name="T46" fmla="*/ 6 w 19"/>
                  <a:gd name="T47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9" h="11">
                    <a:moveTo>
                      <a:pt x="6" y="10"/>
                    </a:moveTo>
                    <a:lnTo>
                      <a:pt x="6" y="10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6" y="6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12" y="3"/>
                    </a:lnTo>
                    <a:lnTo>
                      <a:pt x="15" y="1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8" y="3"/>
                    </a:lnTo>
                    <a:lnTo>
                      <a:pt x="18" y="3"/>
                    </a:lnTo>
                    <a:lnTo>
                      <a:pt x="19" y="4"/>
                    </a:lnTo>
                    <a:lnTo>
                      <a:pt x="19" y="4"/>
                    </a:lnTo>
                    <a:lnTo>
                      <a:pt x="16" y="4"/>
                    </a:lnTo>
                    <a:lnTo>
                      <a:pt x="13" y="6"/>
                    </a:lnTo>
                    <a:lnTo>
                      <a:pt x="10" y="8"/>
                    </a:lnTo>
                    <a:lnTo>
                      <a:pt x="6" y="11"/>
                    </a:lnTo>
                    <a:lnTo>
                      <a:pt x="5" y="11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3" y="10"/>
                    </a:lnTo>
                    <a:lnTo>
                      <a:pt x="6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6" name="ïṥḻïďé"/>
              <p:cNvSpPr/>
              <p:nvPr/>
            </p:nvSpPr>
            <p:spPr bwMode="auto">
              <a:xfrm>
                <a:off x="5426354" y="4445763"/>
                <a:ext cx="30720" cy="30716"/>
              </a:xfrm>
              <a:custGeom>
                <a:avLst/>
                <a:gdLst>
                  <a:gd name="T0" fmla="*/ 7 w 8"/>
                  <a:gd name="T1" fmla="*/ 0 h 10"/>
                  <a:gd name="T2" fmla="*/ 7 w 8"/>
                  <a:gd name="T3" fmla="*/ 0 h 10"/>
                  <a:gd name="T4" fmla="*/ 8 w 8"/>
                  <a:gd name="T5" fmla="*/ 2 h 10"/>
                  <a:gd name="T6" fmla="*/ 8 w 8"/>
                  <a:gd name="T7" fmla="*/ 3 h 10"/>
                  <a:gd name="T8" fmla="*/ 7 w 8"/>
                  <a:gd name="T9" fmla="*/ 4 h 10"/>
                  <a:gd name="T10" fmla="*/ 5 w 8"/>
                  <a:gd name="T11" fmla="*/ 4 h 10"/>
                  <a:gd name="T12" fmla="*/ 5 w 8"/>
                  <a:gd name="T13" fmla="*/ 4 h 10"/>
                  <a:gd name="T14" fmla="*/ 4 w 8"/>
                  <a:gd name="T15" fmla="*/ 7 h 10"/>
                  <a:gd name="T16" fmla="*/ 4 w 8"/>
                  <a:gd name="T17" fmla="*/ 9 h 10"/>
                  <a:gd name="T18" fmla="*/ 4 w 8"/>
                  <a:gd name="T19" fmla="*/ 9 h 10"/>
                  <a:gd name="T20" fmla="*/ 4 w 8"/>
                  <a:gd name="T21" fmla="*/ 9 h 10"/>
                  <a:gd name="T22" fmla="*/ 2 w 8"/>
                  <a:gd name="T23" fmla="*/ 10 h 10"/>
                  <a:gd name="T24" fmla="*/ 1 w 8"/>
                  <a:gd name="T25" fmla="*/ 7 h 10"/>
                  <a:gd name="T26" fmla="*/ 0 w 8"/>
                  <a:gd name="T27" fmla="*/ 4 h 10"/>
                  <a:gd name="T28" fmla="*/ 1 w 8"/>
                  <a:gd name="T29" fmla="*/ 2 h 10"/>
                  <a:gd name="T30" fmla="*/ 1 w 8"/>
                  <a:gd name="T31" fmla="*/ 2 h 10"/>
                  <a:gd name="T32" fmla="*/ 4 w 8"/>
                  <a:gd name="T33" fmla="*/ 3 h 10"/>
                  <a:gd name="T34" fmla="*/ 5 w 8"/>
                  <a:gd name="T35" fmla="*/ 3 h 10"/>
                  <a:gd name="T36" fmla="*/ 7 w 8"/>
                  <a:gd name="T3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" h="10">
                    <a:moveTo>
                      <a:pt x="7" y="0"/>
                    </a:moveTo>
                    <a:lnTo>
                      <a:pt x="7" y="0"/>
                    </a:lnTo>
                    <a:lnTo>
                      <a:pt x="8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4" y="9"/>
                    </a:lnTo>
                    <a:lnTo>
                      <a:pt x="4" y="9"/>
                    </a:lnTo>
                    <a:lnTo>
                      <a:pt x="2" y="10"/>
                    </a:lnTo>
                    <a:lnTo>
                      <a:pt x="1" y="7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7" name="îSľîḋê"/>
              <p:cNvSpPr/>
              <p:nvPr/>
            </p:nvSpPr>
            <p:spPr bwMode="auto">
              <a:xfrm>
                <a:off x="5426354" y="4445763"/>
                <a:ext cx="30720" cy="30716"/>
              </a:xfrm>
              <a:custGeom>
                <a:avLst/>
                <a:gdLst>
                  <a:gd name="T0" fmla="*/ 7 w 8"/>
                  <a:gd name="T1" fmla="*/ 0 h 10"/>
                  <a:gd name="T2" fmla="*/ 7 w 8"/>
                  <a:gd name="T3" fmla="*/ 0 h 10"/>
                  <a:gd name="T4" fmla="*/ 8 w 8"/>
                  <a:gd name="T5" fmla="*/ 2 h 10"/>
                  <a:gd name="T6" fmla="*/ 8 w 8"/>
                  <a:gd name="T7" fmla="*/ 3 h 10"/>
                  <a:gd name="T8" fmla="*/ 7 w 8"/>
                  <a:gd name="T9" fmla="*/ 4 h 10"/>
                  <a:gd name="T10" fmla="*/ 5 w 8"/>
                  <a:gd name="T11" fmla="*/ 4 h 10"/>
                  <a:gd name="T12" fmla="*/ 5 w 8"/>
                  <a:gd name="T13" fmla="*/ 4 h 10"/>
                  <a:gd name="T14" fmla="*/ 4 w 8"/>
                  <a:gd name="T15" fmla="*/ 7 h 10"/>
                  <a:gd name="T16" fmla="*/ 4 w 8"/>
                  <a:gd name="T17" fmla="*/ 9 h 10"/>
                  <a:gd name="T18" fmla="*/ 4 w 8"/>
                  <a:gd name="T19" fmla="*/ 9 h 10"/>
                  <a:gd name="T20" fmla="*/ 4 w 8"/>
                  <a:gd name="T21" fmla="*/ 9 h 10"/>
                  <a:gd name="T22" fmla="*/ 2 w 8"/>
                  <a:gd name="T23" fmla="*/ 10 h 10"/>
                  <a:gd name="T24" fmla="*/ 1 w 8"/>
                  <a:gd name="T25" fmla="*/ 7 h 10"/>
                  <a:gd name="T26" fmla="*/ 0 w 8"/>
                  <a:gd name="T27" fmla="*/ 4 h 10"/>
                  <a:gd name="T28" fmla="*/ 1 w 8"/>
                  <a:gd name="T29" fmla="*/ 2 h 10"/>
                  <a:gd name="T30" fmla="*/ 1 w 8"/>
                  <a:gd name="T31" fmla="*/ 2 h 10"/>
                  <a:gd name="T32" fmla="*/ 4 w 8"/>
                  <a:gd name="T33" fmla="*/ 3 h 10"/>
                  <a:gd name="T34" fmla="*/ 5 w 8"/>
                  <a:gd name="T35" fmla="*/ 3 h 10"/>
                  <a:gd name="T36" fmla="*/ 7 w 8"/>
                  <a:gd name="T3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" h="10">
                    <a:moveTo>
                      <a:pt x="7" y="0"/>
                    </a:moveTo>
                    <a:lnTo>
                      <a:pt x="7" y="0"/>
                    </a:lnTo>
                    <a:lnTo>
                      <a:pt x="8" y="2"/>
                    </a:lnTo>
                    <a:lnTo>
                      <a:pt x="8" y="3"/>
                    </a:lnTo>
                    <a:lnTo>
                      <a:pt x="7" y="4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4" y="7"/>
                    </a:lnTo>
                    <a:lnTo>
                      <a:pt x="4" y="9"/>
                    </a:lnTo>
                    <a:lnTo>
                      <a:pt x="4" y="9"/>
                    </a:lnTo>
                    <a:lnTo>
                      <a:pt x="4" y="9"/>
                    </a:lnTo>
                    <a:lnTo>
                      <a:pt x="2" y="10"/>
                    </a:lnTo>
                    <a:lnTo>
                      <a:pt x="1" y="7"/>
                    </a:lnTo>
                    <a:lnTo>
                      <a:pt x="0" y="4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8" name="ï$1îḋê"/>
              <p:cNvSpPr/>
              <p:nvPr/>
            </p:nvSpPr>
            <p:spPr bwMode="auto">
              <a:xfrm>
                <a:off x="3675448" y="3524235"/>
                <a:ext cx="18433" cy="18429"/>
              </a:xfrm>
              <a:custGeom>
                <a:avLst/>
                <a:gdLst>
                  <a:gd name="T0" fmla="*/ 3 w 6"/>
                  <a:gd name="T1" fmla="*/ 2 h 6"/>
                  <a:gd name="T2" fmla="*/ 3 w 6"/>
                  <a:gd name="T3" fmla="*/ 2 h 6"/>
                  <a:gd name="T4" fmla="*/ 3 w 6"/>
                  <a:gd name="T5" fmla="*/ 2 h 6"/>
                  <a:gd name="T6" fmla="*/ 3 w 6"/>
                  <a:gd name="T7" fmla="*/ 2 h 6"/>
                  <a:gd name="T8" fmla="*/ 4 w 6"/>
                  <a:gd name="T9" fmla="*/ 3 h 6"/>
                  <a:gd name="T10" fmla="*/ 4 w 6"/>
                  <a:gd name="T11" fmla="*/ 3 h 6"/>
                  <a:gd name="T12" fmla="*/ 4 w 6"/>
                  <a:gd name="T13" fmla="*/ 5 h 6"/>
                  <a:gd name="T14" fmla="*/ 6 w 6"/>
                  <a:gd name="T15" fmla="*/ 6 h 6"/>
                  <a:gd name="T16" fmla="*/ 6 w 6"/>
                  <a:gd name="T17" fmla="*/ 6 h 6"/>
                  <a:gd name="T18" fmla="*/ 1 w 6"/>
                  <a:gd name="T19" fmla="*/ 2 h 6"/>
                  <a:gd name="T20" fmla="*/ 1 w 6"/>
                  <a:gd name="T21" fmla="*/ 2 h 6"/>
                  <a:gd name="T22" fmla="*/ 0 w 6"/>
                  <a:gd name="T23" fmla="*/ 0 h 6"/>
                  <a:gd name="T24" fmla="*/ 4 w 6"/>
                  <a:gd name="T25" fmla="*/ 2 h 6"/>
                  <a:gd name="T26" fmla="*/ 4 w 6"/>
                  <a:gd name="T27" fmla="*/ 2 h 6"/>
                  <a:gd name="T28" fmla="*/ 3 w 6"/>
                  <a:gd name="T29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" h="6">
                    <a:moveTo>
                      <a:pt x="3" y="2"/>
                    </a:move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5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59" name="îṥľiḑè"/>
              <p:cNvSpPr/>
              <p:nvPr/>
            </p:nvSpPr>
            <p:spPr bwMode="auto">
              <a:xfrm>
                <a:off x="3675448" y="3524235"/>
                <a:ext cx="18433" cy="18429"/>
              </a:xfrm>
              <a:custGeom>
                <a:avLst/>
                <a:gdLst>
                  <a:gd name="T0" fmla="*/ 3 w 6"/>
                  <a:gd name="T1" fmla="*/ 2 h 6"/>
                  <a:gd name="T2" fmla="*/ 3 w 6"/>
                  <a:gd name="T3" fmla="*/ 2 h 6"/>
                  <a:gd name="T4" fmla="*/ 3 w 6"/>
                  <a:gd name="T5" fmla="*/ 2 h 6"/>
                  <a:gd name="T6" fmla="*/ 3 w 6"/>
                  <a:gd name="T7" fmla="*/ 2 h 6"/>
                  <a:gd name="T8" fmla="*/ 4 w 6"/>
                  <a:gd name="T9" fmla="*/ 3 h 6"/>
                  <a:gd name="T10" fmla="*/ 4 w 6"/>
                  <a:gd name="T11" fmla="*/ 3 h 6"/>
                  <a:gd name="T12" fmla="*/ 4 w 6"/>
                  <a:gd name="T13" fmla="*/ 5 h 6"/>
                  <a:gd name="T14" fmla="*/ 6 w 6"/>
                  <a:gd name="T15" fmla="*/ 6 h 6"/>
                  <a:gd name="T16" fmla="*/ 6 w 6"/>
                  <a:gd name="T17" fmla="*/ 6 h 6"/>
                  <a:gd name="T18" fmla="*/ 1 w 6"/>
                  <a:gd name="T19" fmla="*/ 2 h 6"/>
                  <a:gd name="T20" fmla="*/ 1 w 6"/>
                  <a:gd name="T21" fmla="*/ 2 h 6"/>
                  <a:gd name="T22" fmla="*/ 0 w 6"/>
                  <a:gd name="T23" fmla="*/ 0 h 6"/>
                  <a:gd name="T24" fmla="*/ 4 w 6"/>
                  <a:gd name="T25" fmla="*/ 2 h 6"/>
                  <a:gd name="T26" fmla="*/ 4 w 6"/>
                  <a:gd name="T27" fmla="*/ 2 h 6"/>
                  <a:gd name="T28" fmla="*/ 3 w 6"/>
                  <a:gd name="T29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" h="6">
                    <a:moveTo>
                      <a:pt x="3" y="2"/>
                    </a:move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4" y="5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3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0" name="í$1íďê"/>
              <p:cNvSpPr/>
              <p:nvPr/>
            </p:nvSpPr>
            <p:spPr bwMode="auto">
              <a:xfrm>
                <a:off x="3638586" y="3518089"/>
                <a:ext cx="36861" cy="18429"/>
              </a:xfrm>
              <a:custGeom>
                <a:avLst/>
                <a:gdLst>
                  <a:gd name="T0" fmla="*/ 10 w 11"/>
                  <a:gd name="T1" fmla="*/ 4 h 7"/>
                  <a:gd name="T2" fmla="*/ 10 w 11"/>
                  <a:gd name="T3" fmla="*/ 4 h 7"/>
                  <a:gd name="T4" fmla="*/ 5 w 11"/>
                  <a:gd name="T5" fmla="*/ 1 h 7"/>
                  <a:gd name="T6" fmla="*/ 5 w 11"/>
                  <a:gd name="T7" fmla="*/ 1 h 7"/>
                  <a:gd name="T8" fmla="*/ 1 w 11"/>
                  <a:gd name="T9" fmla="*/ 0 h 7"/>
                  <a:gd name="T10" fmla="*/ 1 w 11"/>
                  <a:gd name="T11" fmla="*/ 0 h 7"/>
                  <a:gd name="T12" fmla="*/ 4 w 11"/>
                  <a:gd name="T13" fmla="*/ 2 h 7"/>
                  <a:gd name="T14" fmla="*/ 4 w 11"/>
                  <a:gd name="T15" fmla="*/ 2 h 7"/>
                  <a:gd name="T16" fmla="*/ 4 w 11"/>
                  <a:gd name="T17" fmla="*/ 4 h 7"/>
                  <a:gd name="T18" fmla="*/ 4 w 11"/>
                  <a:gd name="T19" fmla="*/ 4 h 7"/>
                  <a:gd name="T20" fmla="*/ 0 w 11"/>
                  <a:gd name="T21" fmla="*/ 0 h 7"/>
                  <a:gd name="T22" fmla="*/ 0 w 11"/>
                  <a:gd name="T23" fmla="*/ 0 h 7"/>
                  <a:gd name="T24" fmla="*/ 1 w 11"/>
                  <a:gd name="T25" fmla="*/ 0 h 7"/>
                  <a:gd name="T26" fmla="*/ 5 w 11"/>
                  <a:gd name="T27" fmla="*/ 1 h 7"/>
                  <a:gd name="T28" fmla="*/ 5 w 11"/>
                  <a:gd name="T29" fmla="*/ 1 h 7"/>
                  <a:gd name="T30" fmla="*/ 7 w 11"/>
                  <a:gd name="T31" fmla="*/ 1 h 7"/>
                  <a:gd name="T32" fmla="*/ 7 w 11"/>
                  <a:gd name="T33" fmla="*/ 1 h 7"/>
                  <a:gd name="T34" fmla="*/ 10 w 11"/>
                  <a:gd name="T35" fmla="*/ 4 h 7"/>
                  <a:gd name="T36" fmla="*/ 11 w 11"/>
                  <a:gd name="T37" fmla="*/ 5 h 7"/>
                  <a:gd name="T38" fmla="*/ 11 w 11"/>
                  <a:gd name="T39" fmla="*/ 5 h 7"/>
                  <a:gd name="T40" fmla="*/ 10 w 11"/>
                  <a:gd name="T41" fmla="*/ 7 h 7"/>
                  <a:gd name="T42" fmla="*/ 10 w 11"/>
                  <a:gd name="T43" fmla="*/ 7 h 7"/>
                  <a:gd name="T44" fmla="*/ 8 w 11"/>
                  <a:gd name="T45" fmla="*/ 5 h 7"/>
                  <a:gd name="T46" fmla="*/ 8 w 11"/>
                  <a:gd name="T47" fmla="*/ 4 h 7"/>
                  <a:gd name="T48" fmla="*/ 8 w 11"/>
                  <a:gd name="T49" fmla="*/ 4 h 7"/>
                  <a:gd name="T50" fmla="*/ 10 w 11"/>
                  <a:gd name="T51" fmla="*/ 4 h 7"/>
                  <a:gd name="T52" fmla="*/ 10 w 11"/>
                  <a:gd name="T53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" h="7">
                    <a:moveTo>
                      <a:pt x="10" y="4"/>
                    </a:moveTo>
                    <a:lnTo>
                      <a:pt x="10" y="4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10" y="4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8" y="5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10" y="4"/>
                    </a:lnTo>
                    <a:lnTo>
                      <a:pt x="1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1" name="ïsḻîďé"/>
              <p:cNvSpPr/>
              <p:nvPr/>
            </p:nvSpPr>
            <p:spPr bwMode="auto">
              <a:xfrm>
                <a:off x="3638586" y="3518089"/>
                <a:ext cx="36861" cy="18429"/>
              </a:xfrm>
              <a:custGeom>
                <a:avLst/>
                <a:gdLst>
                  <a:gd name="T0" fmla="*/ 10 w 11"/>
                  <a:gd name="T1" fmla="*/ 4 h 7"/>
                  <a:gd name="T2" fmla="*/ 10 w 11"/>
                  <a:gd name="T3" fmla="*/ 4 h 7"/>
                  <a:gd name="T4" fmla="*/ 5 w 11"/>
                  <a:gd name="T5" fmla="*/ 1 h 7"/>
                  <a:gd name="T6" fmla="*/ 5 w 11"/>
                  <a:gd name="T7" fmla="*/ 1 h 7"/>
                  <a:gd name="T8" fmla="*/ 1 w 11"/>
                  <a:gd name="T9" fmla="*/ 0 h 7"/>
                  <a:gd name="T10" fmla="*/ 1 w 11"/>
                  <a:gd name="T11" fmla="*/ 0 h 7"/>
                  <a:gd name="T12" fmla="*/ 4 w 11"/>
                  <a:gd name="T13" fmla="*/ 2 h 7"/>
                  <a:gd name="T14" fmla="*/ 4 w 11"/>
                  <a:gd name="T15" fmla="*/ 2 h 7"/>
                  <a:gd name="T16" fmla="*/ 4 w 11"/>
                  <a:gd name="T17" fmla="*/ 4 h 7"/>
                  <a:gd name="T18" fmla="*/ 4 w 11"/>
                  <a:gd name="T19" fmla="*/ 4 h 7"/>
                  <a:gd name="T20" fmla="*/ 0 w 11"/>
                  <a:gd name="T21" fmla="*/ 0 h 7"/>
                  <a:gd name="T22" fmla="*/ 0 w 11"/>
                  <a:gd name="T23" fmla="*/ 0 h 7"/>
                  <a:gd name="T24" fmla="*/ 1 w 11"/>
                  <a:gd name="T25" fmla="*/ 0 h 7"/>
                  <a:gd name="T26" fmla="*/ 5 w 11"/>
                  <a:gd name="T27" fmla="*/ 1 h 7"/>
                  <a:gd name="T28" fmla="*/ 5 w 11"/>
                  <a:gd name="T29" fmla="*/ 1 h 7"/>
                  <a:gd name="T30" fmla="*/ 7 w 11"/>
                  <a:gd name="T31" fmla="*/ 1 h 7"/>
                  <a:gd name="T32" fmla="*/ 7 w 11"/>
                  <a:gd name="T33" fmla="*/ 1 h 7"/>
                  <a:gd name="T34" fmla="*/ 10 w 11"/>
                  <a:gd name="T35" fmla="*/ 4 h 7"/>
                  <a:gd name="T36" fmla="*/ 11 w 11"/>
                  <a:gd name="T37" fmla="*/ 5 h 7"/>
                  <a:gd name="T38" fmla="*/ 11 w 11"/>
                  <a:gd name="T39" fmla="*/ 5 h 7"/>
                  <a:gd name="T40" fmla="*/ 10 w 11"/>
                  <a:gd name="T41" fmla="*/ 7 h 7"/>
                  <a:gd name="T42" fmla="*/ 10 w 11"/>
                  <a:gd name="T43" fmla="*/ 7 h 7"/>
                  <a:gd name="T44" fmla="*/ 8 w 11"/>
                  <a:gd name="T45" fmla="*/ 5 h 7"/>
                  <a:gd name="T46" fmla="*/ 8 w 11"/>
                  <a:gd name="T47" fmla="*/ 4 h 7"/>
                  <a:gd name="T48" fmla="*/ 8 w 11"/>
                  <a:gd name="T49" fmla="*/ 4 h 7"/>
                  <a:gd name="T50" fmla="*/ 10 w 11"/>
                  <a:gd name="T51" fmla="*/ 4 h 7"/>
                  <a:gd name="T52" fmla="*/ 10 w 11"/>
                  <a:gd name="T53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" h="7">
                    <a:moveTo>
                      <a:pt x="10" y="4"/>
                    </a:moveTo>
                    <a:lnTo>
                      <a:pt x="10" y="4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10" y="4"/>
                    </a:lnTo>
                    <a:lnTo>
                      <a:pt x="11" y="5"/>
                    </a:lnTo>
                    <a:lnTo>
                      <a:pt x="11" y="5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8" y="5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10" y="4"/>
                    </a:lnTo>
                    <a:lnTo>
                      <a:pt x="1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2" name="ïṡļidè"/>
              <p:cNvSpPr/>
              <p:nvPr/>
            </p:nvSpPr>
            <p:spPr bwMode="auto">
              <a:xfrm>
                <a:off x="5285051" y="4623925"/>
                <a:ext cx="79868" cy="98296"/>
              </a:xfrm>
              <a:custGeom>
                <a:avLst/>
                <a:gdLst>
                  <a:gd name="T0" fmla="*/ 18 w 24"/>
                  <a:gd name="T1" fmla="*/ 1 h 31"/>
                  <a:gd name="T2" fmla="*/ 18 w 24"/>
                  <a:gd name="T3" fmla="*/ 1 h 31"/>
                  <a:gd name="T4" fmla="*/ 21 w 24"/>
                  <a:gd name="T5" fmla="*/ 0 h 31"/>
                  <a:gd name="T6" fmla="*/ 21 w 24"/>
                  <a:gd name="T7" fmla="*/ 1 h 31"/>
                  <a:gd name="T8" fmla="*/ 23 w 24"/>
                  <a:gd name="T9" fmla="*/ 3 h 31"/>
                  <a:gd name="T10" fmla="*/ 24 w 24"/>
                  <a:gd name="T11" fmla="*/ 5 h 31"/>
                  <a:gd name="T12" fmla="*/ 24 w 24"/>
                  <a:gd name="T13" fmla="*/ 5 h 31"/>
                  <a:gd name="T14" fmla="*/ 20 w 24"/>
                  <a:gd name="T15" fmla="*/ 13 h 31"/>
                  <a:gd name="T16" fmla="*/ 20 w 24"/>
                  <a:gd name="T17" fmla="*/ 13 h 31"/>
                  <a:gd name="T18" fmla="*/ 18 w 24"/>
                  <a:gd name="T19" fmla="*/ 10 h 31"/>
                  <a:gd name="T20" fmla="*/ 17 w 24"/>
                  <a:gd name="T21" fmla="*/ 10 h 31"/>
                  <a:gd name="T22" fmla="*/ 16 w 24"/>
                  <a:gd name="T23" fmla="*/ 10 h 31"/>
                  <a:gd name="T24" fmla="*/ 13 w 24"/>
                  <a:gd name="T25" fmla="*/ 10 h 31"/>
                  <a:gd name="T26" fmla="*/ 13 w 24"/>
                  <a:gd name="T27" fmla="*/ 10 h 31"/>
                  <a:gd name="T28" fmla="*/ 13 w 24"/>
                  <a:gd name="T29" fmla="*/ 11 h 31"/>
                  <a:gd name="T30" fmla="*/ 13 w 24"/>
                  <a:gd name="T31" fmla="*/ 13 h 31"/>
                  <a:gd name="T32" fmla="*/ 14 w 24"/>
                  <a:gd name="T33" fmla="*/ 15 h 31"/>
                  <a:gd name="T34" fmla="*/ 16 w 24"/>
                  <a:gd name="T35" fmla="*/ 18 h 31"/>
                  <a:gd name="T36" fmla="*/ 16 w 24"/>
                  <a:gd name="T37" fmla="*/ 20 h 31"/>
                  <a:gd name="T38" fmla="*/ 13 w 24"/>
                  <a:gd name="T39" fmla="*/ 21 h 31"/>
                  <a:gd name="T40" fmla="*/ 13 w 24"/>
                  <a:gd name="T41" fmla="*/ 21 h 31"/>
                  <a:gd name="T42" fmla="*/ 11 w 24"/>
                  <a:gd name="T43" fmla="*/ 20 h 31"/>
                  <a:gd name="T44" fmla="*/ 11 w 24"/>
                  <a:gd name="T45" fmla="*/ 18 h 31"/>
                  <a:gd name="T46" fmla="*/ 13 w 24"/>
                  <a:gd name="T47" fmla="*/ 17 h 31"/>
                  <a:gd name="T48" fmla="*/ 11 w 24"/>
                  <a:gd name="T49" fmla="*/ 15 h 31"/>
                  <a:gd name="T50" fmla="*/ 11 w 24"/>
                  <a:gd name="T51" fmla="*/ 15 h 31"/>
                  <a:gd name="T52" fmla="*/ 10 w 24"/>
                  <a:gd name="T53" fmla="*/ 21 h 31"/>
                  <a:gd name="T54" fmla="*/ 8 w 24"/>
                  <a:gd name="T55" fmla="*/ 25 h 31"/>
                  <a:gd name="T56" fmla="*/ 6 w 24"/>
                  <a:gd name="T57" fmla="*/ 28 h 31"/>
                  <a:gd name="T58" fmla="*/ 1 w 24"/>
                  <a:gd name="T59" fmla="*/ 31 h 31"/>
                  <a:gd name="T60" fmla="*/ 1 w 24"/>
                  <a:gd name="T61" fmla="*/ 31 h 31"/>
                  <a:gd name="T62" fmla="*/ 0 w 24"/>
                  <a:gd name="T63" fmla="*/ 28 h 31"/>
                  <a:gd name="T64" fmla="*/ 1 w 24"/>
                  <a:gd name="T65" fmla="*/ 25 h 31"/>
                  <a:gd name="T66" fmla="*/ 7 w 24"/>
                  <a:gd name="T67" fmla="*/ 23 h 31"/>
                  <a:gd name="T68" fmla="*/ 7 w 24"/>
                  <a:gd name="T69" fmla="*/ 23 h 31"/>
                  <a:gd name="T70" fmla="*/ 6 w 24"/>
                  <a:gd name="T71" fmla="*/ 18 h 31"/>
                  <a:gd name="T72" fmla="*/ 3 w 24"/>
                  <a:gd name="T73" fmla="*/ 14 h 31"/>
                  <a:gd name="T74" fmla="*/ 3 w 24"/>
                  <a:gd name="T75" fmla="*/ 14 h 31"/>
                  <a:gd name="T76" fmla="*/ 6 w 24"/>
                  <a:gd name="T77" fmla="*/ 13 h 31"/>
                  <a:gd name="T78" fmla="*/ 8 w 24"/>
                  <a:gd name="T79" fmla="*/ 10 h 31"/>
                  <a:gd name="T80" fmla="*/ 8 w 24"/>
                  <a:gd name="T81" fmla="*/ 10 h 31"/>
                  <a:gd name="T82" fmla="*/ 8 w 24"/>
                  <a:gd name="T83" fmla="*/ 10 h 31"/>
                  <a:gd name="T84" fmla="*/ 8 w 24"/>
                  <a:gd name="T85" fmla="*/ 11 h 31"/>
                  <a:gd name="T86" fmla="*/ 7 w 24"/>
                  <a:gd name="T87" fmla="*/ 14 h 31"/>
                  <a:gd name="T88" fmla="*/ 7 w 24"/>
                  <a:gd name="T89" fmla="*/ 14 h 31"/>
                  <a:gd name="T90" fmla="*/ 14 w 24"/>
                  <a:gd name="T91" fmla="*/ 8 h 31"/>
                  <a:gd name="T92" fmla="*/ 14 w 24"/>
                  <a:gd name="T93" fmla="*/ 8 h 31"/>
                  <a:gd name="T94" fmla="*/ 18 w 24"/>
                  <a:gd name="T95" fmla="*/ 5 h 31"/>
                  <a:gd name="T96" fmla="*/ 18 w 24"/>
                  <a:gd name="T97" fmla="*/ 4 h 31"/>
                  <a:gd name="T98" fmla="*/ 18 w 24"/>
                  <a:gd name="T99" fmla="*/ 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4" h="31">
                    <a:moveTo>
                      <a:pt x="18" y="1"/>
                    </a:moveTo>
                    <a:lnTo>
                      <a:pt x="18" y="1"/>
                    </a:lnTo>
                    <a:lnTo>
                      <a:pt x="21" y="0"/>
                    </a:lnTo>
                    <a:lnTo>
                      <a:pt x="21" y="1"/>
                    </a:lnTo>
                    <a:lnTo>
                      <a:pt x="23" y="3"/>
                    </a:lnTo>
                    <a:lnTo>
                      <a:pt x="24" y="5"/>
                    </a:lnTo>
                    <a:lnTo>
                      <a:pt x="24" y="5"/>
                    </a:lnTo>
                    <a:lnTo>
                      <a:pt x="20" y="13"/>
                    </a:lnTo>
                    <a:lnTo>
                      <a:pt x="20" y="13"/>
                    </a:lnTo>
                    <a:lnTo>
                      <a:pt x="18" y="10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3" y="11"/>
                    </a:lnTo>
                    <a:lnTo>
                      <a:pt x="13" y="13"/>
                    </a:lnTo>
                    <a:lnTo>
                      <a:pt x="14" y="15"/>
                    </a:lnTo>
                    <a:lnTo>
                      <a:pt x="16" y="18"/>
                    </a:lnTo>
                    <a:lnTo>
                      <a:pt x="16" y="20"/>
                    </a:lnTo>
                    <a:lnTo>
                      <a:pt x="13" y="21"/>
                    </a:lnTo>
                    <a:lnTo>
                      <a:pt x="13" y="21"/>
                    </a:lnTo>
                    <a:lnTo>
                      <a:pt x="11" y="20"/>
                    </a:lnTo>
                    <a:lnTo>
                      <a:pt x="11" y="18"/>
                    </a:lnTo>
                    <a:lnTo>
                      <a:pt x="13" y="17"/>
                    </a:lnTo>
                    <a:lnTo>
                      <a:pt x="11" y="15"/>
                    </a:lnTo>
                    <a:lnTo>
                      <a:pt x="11" y="15"/>
                    </a:lnTo>
                    <a:lnTo>
                      <a:pt x="10" y="21"/>
                    </a:lnTo>
                    <a:lnTo>
                      <a:pt x="8" y="25"/>
                    </a:lnTo>
                    <a:lnTo>
                      <a:pt x="6" y="28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0" y="28"/>
                    </a:lnTo>
                    <a:lnTo>
                      <a:pt x="1" y="25"/>
                    </a:lnTo>
                    <a:lnTo>
                      <a:pt x="7" y="23"/>
                    </a:lnTo>
                    <a:lnTo>
                      <a:pt x="7" y="23"/>
                    </a:lnTo>
                    <a:lnTo>
                      <a:pt x="6" y="18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6" y="13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8" y="11"/>
                    </a:lnTo>
                    <a:lnTo>
                      <a:pt x="7" y="14"/>
                    </a:lnTo>
                    <a:lnTo>
                      <a:pt x="7" y="14"/>
                    </a:lnTo>
                    <a:lnTo>
                      <a:pt x="14" y="8"/>
                    </a:lnTo>
                    <a:lnTo>
                      <a:pt x="14" y="8"/>
                    </a:lnTo>
                    <a:lnTo>
                      <a:pt x="18" y="5"/>
                    </a:lnTo>
                    <a:lnTo>
                      <a:pt x="18" y="4"/>
                    </a:lnTo>
                    <a:lnTo>
                      <a:pt x="18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3" name="îṥľîḍê"/>
              <p:cNvSpPr/>
              <p:nvPr/>
            </p:nvSpPr>
            <p:spPr bwMode="auto">
              <a:xfrm>
                <a:off x="5285051" y="4623925"/>
                <a:ext cx="79868" cy="98296"/>
              </a:xfrm>
              <a:custGeom>
                <a:avLst/>
                <a:gdLst>
                  <a:gd name="T0" fmla="*/ 18 w 24"/>
                  <a:gd name="T1" fmla="*/ 1 h 31"/>
                  <a:gd name="T2" fmla="*/ 18 w 24"/>
                  <a:gd name="T3" fmla="*/ 1 h 31"/>
                  <a:gd name="T4" fmla="*/ 21 w 24"/>
                  <a:gd name="T5" fmla="*/ 0 h 31"/>
                  <a:gd name="T6" fmla="*/ 21 w 24"/>
                  <a:gd name="T7" fmla="*/ 1 h 31"/>
                  <a:gd name="T8" fmla="*/ 23 w 24"/>
                  <a:gd name="T9" fmla="*/ 3 h 31"/>
                  <a:gd name="T10" fmla="*/ 24 w 24"/>
                  <a:gd name="T11" fmla="*/ 5 h 31"/>
                  <a:gd name="T12" fmla="*/ 24 w 24"/>
                  <a:gd name="T13" fmla="*/ 5 h 31"/>
                  <a:gd name="T14" fmla="*/ 20 w 24"/>
                  <a:gd name="T15" fmla="*/ 13 h 31"/>
                  <a:gd name="T16" fmla="*/ 20 w 24"/>
                  <a:gd name="T17" fmla="*/ 13 h 31"/>
                  <a:gd name="T18" fmla="*/ 18 w 24"/>
                  <a:gd name="T19" fmla="*/ 10 h 31"/>
                  <a:gd name="T20" fmla="*/ 17 w 24"/>
                  <a:gd name="T21" fmla="*/ 10 h 31"/>
                  <a:gd name="T22" fmla="*/ 16 w 24"/>
                  <a:gd name="T23" fmla="*/ 10 h 31"/>
                  <a:gd name="T24" fmla="*/ 13 w 24"/>
                  <a:gd name="T25" fmla="*/ 10 h 31"/>
                  <a:gd name="T26" fmla="*/ 13 w 24"/>
                  <a:gd name="T27" fmla="*/ 10 h 31"/>
                  <a:gd name="T28" fmla="*/ 13 w 24"/>
                  <a:gd name="T29" fmla="*/ 11 h 31"/>
                  <a:gd name="T30" fmla="*/ 13 w 24"/>
                  <a:gd name="T31" fmla="*/ 13 h 31"/>
                  <a:gd name="T32" fmla="*/ 14 w 24"/>
                  <a:gd name="T33" fmla="*/ 15 h 31"/>
                  <a:gd name="T34" fmla="*/ 16 w 24"/>
                  <a:gd name="T35" fmla="*/ 18 h 31"/>
                  <a:gd name="T36" fmla="*/ 16 w 24"/>
                  <a:gd name="T37" fmla="*/ 20 h 31"/>
                  <a:gd name="T38" fmla="*/ 13 w 24"/>
                  <a:gd name="T39" fmla="*/ 21 h 31"/>
                  <a:gd name="T40" fmla="*/ 13 w 24"/>
                  <a:gd name="T41" fmla="*/ 21 h 31"/>
                  <a:gd name="T42" fmla="*/ 11 w 24"/>
                  <a:gd name="T43" fmla="*/ 20 h 31"/>
                  <a:gd name="T44" fmla="*/ 11 w 24"/>
                  <a:gd name="T45" fmla="*/ 18 h 31"/>
                  <a:gd name="T46" fmla="*/ 13 w 24"/>
                  <a:gd name="T47" fmla="*/ 17 h 31"/>
                  <a:gd name="T48" fmla="*/ 11 w 24"/>
                  <a:gd name="T49" fmla="*/ 15 h 31"/>
                  <a:gd name="T50" fmla="*/ 11 w 24"/>
                  <a:gd name="T51" fmla="*/ 15 h 31"/>
                  <a:gd name="T52" fmla="*/ 10 w 24"/>
                  <a:gd name="T53" fmla="*/ 21 h 31"/>
                  <a:gd name="T54" fmla="*/ 8 w 24"/>
                  <a:gd name="T55" fmla="*/ 25 h 31"/>
                  <a:gd name="T56" fmla="*/ 6 w 24"/>
                  <a:gd name="T57" fmla="*/ 28 h 31"/>
                  <a:gd name="T58" fmla="*/ 1 w 24"/>
                  <a:gd name="T59" fmla="*/ 31 h 31"/>
                  <a:gd name="T60" fmla="*/ 1 w 24"/>
                  <a:gd name="T61" fmla="*/ 31 h 31"/>
                  <a:gd name="T62" fmla="*/ 0 w 24"/>
                  <a:gd name="T63" fmla="*/ 28 h 31"/>
                  <a:gd name="T64" fmla="*/ 1 w 24"/>
                  <a:gd name="T65" fmla="*/ 25 h 31"/>
                  <a:gd name="T66" fmla="*/ 7 w 24"/>
                  <a:gd name="T67" fmla="*/ 23 h 31"/>
                  <a:gd name="T68" fmla="*/ 7 w 24"/>
                  <a:gd name="T69" fmla="*/ 23 h 31"/>
                  <a:gd name="T70" fmla="*/ 6 w 24"/>
                  <a:gd name="T71" fmla="*/ 18 h 31"/>
                  <a:gd name="T72" fmla="*/ 3 w 24"/>
                  <a:gd name="T73" fmla="*/ 14 h 31"/>
                  <a:gd name="T74" fmla="*/ 3 w 24"/>
                  <a:gd name="T75" fmla="*/ 14 h 31"/>
                  <a:gd name="T76" fmla="*/ 6 w 24"/>
                  <a:gd name="T77" fmla="*/ 13 h 31"/>
                  <a:gd name="T78" fmla="*/ 8 w 24"/>
                  <a:gd name="T79" fmla="*/ 10 h 31"/>
                  <a:gd name="T80" fmla="*/ 8 w 24"/>
                  <a:gd name="T81" fmla="*/ 10 h 31"/>
                  <a:gd name="T82" fmla="*/ 8 w 24"/>
                  <a:gd name="T83" fmla="*/ 10 h 31"/>
                  <a:gd name="T84" fmla="*/ 8 w 24"/>
                  <a:gd name="T85" fmla="*/ 11 h 31"/>
                  <a:gd name="T86" fmla="*/ 7 w 24"/>
                  <a:gd name="T87" fmla="*/ 14 h 31"/>
                  <a:gd name="T88" fmla="*/ 7 w 24"/>
                  <a:gd name="T89" fmla="*/ 14 h 31"/>
                  <a:gd name="T90" fmla="*/ 14 w 24"/>
                  <a:gd name="T91" fmla="*/ 8 h 31"/>
                  <a:gd name="T92" fmla="*/ 14 w 24"/>
                  <a:gd name="T93" fmla="*/ 8 h 31"/>
                  <a:gd name="T94" fmla="*/ 18 w 24"/>
                  <a:gd name="T95" fmla="*/ 5 h 31"/>
                  <a:gd name="T96" fmla="*/ 18 w 24"/>
                  <a:gd name="T97" fmla="*/ 4 h 31"/>
                  <a:gd name="T98" fmla="*/ 18 w 24"/>
                  <a:gd name="T99" fmla="*/ 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4" h="31">
                    <a:moveTo>
                      <a:pt x="18" y="1"/>
                    </a:moveTo>
                    <a:lnTo>
                      <a:pt x="18" y="1"/>
                    </a:lnTo>
                    <a:lnTo>
                      <a:pt x="21" y="0"/>
                    </a:lnTo>
                    <a:lnTo>
                      <a:pt x="21" y="1"/>
                    </a:lnTo>
                    <a:lnTo>
                      <a:pt x="23" y="3"/>
                    </a:lnTo>
                    <a:lnTo>
                      <a:pt x="24" y="5"/>
                    </a:lnTo>
                    <a:lnTo>
                      <a:pt x="24" y="5"/>
                    </a:lnTo>
                    <a:lnTo>
                      <a:pt x="20" y="13"/>
                    </a:lnTo>
                    <a:lnTo>
                      <a:pt x="20" y="13"/>
                    </a:lnTo>
                    <a:lnTo>
                      <a:pt x="18" y="10"/>
                    </a:lnTo>
                    <a:lnTo>
                      <a:pt x="17" y="10"/>
                    </a:lnTo>
                    <a:lnTo>
                      <a:pt x="16" y="10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3" y="11"/>
                    </a:lnTo>
                    <a:lnTo>
                      <a:pt x="13" y="13"/>
                    </a:lnTo>
                    <a:lnTo>
                      <a:pt x="14" y="15"/>
                    </a:lnTo>
                    <a:lnTo>
                      <a:pt x="16" y="18"/>
                    </a:lnTo>
                    <a:lnTo>
                      <a:pt x="16" y="20"/>
                    </a:lnTo>
                    <a:lnTo>
                      <a:pt x="13" y="21"/>
                    </a:lnTo>
                    <a:lnTo>
                      <a:pt x="13" y="21"/>
                    </a:lnTo>
                    <a:lnTo>
                      <a:pt x="11" y="20"/>
                    </a:lnTo>
                    <a:lnTo>
                      <a:pt x="11" y="18"/>
                    </a:lnTo>
                    <a:lnTo>
                      <a:pt x="13" y="17"/>
                    </a:lnTo>
                    <a:lnTo>
                      <a:pt x="11" y="15"/>
                    </a:lnTo>
                    <a:lnTo>
                      <a:pt x="11" y="15"/>
                    </a:lnTo>
                    <a:lnTo>
                      <a:pt x="10" y="21"/>
                    </a:lnTo>
                    <a:lnTo>
                      <a:pt x="8" y="25"/>
                    </a:lnTo>
                    <a:lnTo>
                      <a:pt x="6" y="28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0" y="28"/>
                    </a:lnTo>
                    <a:lnTo>
                      <a:pt x="1" y="25"/>
                    </a:lnTo>
                    <a:lnTo>
                      <a:pt x="7" y="23"/>
                    </a:lnTo>
                    <a:lnTo>
                      <a:pt x="7" y="23"/>
                    </a:lnTo>
                    <a:lnTo>
                      <a:pt x="6" y="18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6" y="13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8" y="11"/>
                    </a:lnTo>
                    <a:lnTo>
                      <a:pt x="7" y="14"/>
                    </a:lnTo>
                    <a:lnTo>
                      <a:pt x="7" y="14"/>
                    </a:lnTo>
                    <a:lnTo>
                      <a:pt x="14" y="8"/>
                    </a:lnTo>
                    <a:lnTo>
                      <a:pt x="14" y="8"/>
                    </a:lnTo>
                    <a:lnTo>
                      <a:pt x="18" y="5"/>
                    </a:lnTo>
                    <a:lnTo>
                      <a:pt x="18" y="4"/>
                    </a:lnTo>
                    <a:lnTo>
                      <a:pt x="18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4" name="îşḻiḋê"/>
              <p:cNvSpPr/>
              <p:nvPr/>
            </p:nvSpPr>
            <p:spPr bwMode="auto">
              <a:xfrm>
                <a:off x="3650873" y="3530378"/>
                <a:ext cx="36861" cy="24574"/>
              </a:xfrm>
              <a:custGeom>
                <a:avLst/>
                <a:gdLst>
                  <a:gd name="T0" fmla="*/ 6 w 11"/>
                  <a:gd name="T1" fmla="*/ 4 h 8"/>
                  <a:gd name="T2" fmla="*/ 6 w 11"/>
                  <a:gd name="T3" fmla="*/ 4 h 8"/>
                  <a:gd name="T4" fmla="*/ 1 w 11"/>
                  <a:gd name="T5" fmla="*/ 1 h 8"/>
                  <a:gd name="T6" fmla="*/ 1 w 11"/>
                  <a:gd name="T7" fmla="*/ 1 h 8"/>
                  <a:gd name="T8" fmla="*/ 0 w 11"/>
                  <a:gd name="T9" fmla="*/ 0 h 8"/>
                  <a:gd name="T10" fmla="*/ 0 w 11"/>
                  <a:gd name="T11" fmla="*/ 0 h 8"/>
                  <a:gd name="T12" fmla="*/ 4 w 11"/>
                  <a:gd name="T13" fmla="*/ 3 h 8"/>
                  <a:gd name="T14" fmla="*/ 4 w 11"/>
                  <a:gd name="T15" fmla="*/ 3 h 8"/>
                  <a:gd name="T16" fmla="*/ 11 w 11"/>
                  <a:gd name="T17" fmla="*/ 8 h 8"/>
                  <a:gd name="T18" fmla="*/ 11 w 11"/>
                  <a:gd name="T19" fmla="*/ 8 h 8"/>
                  <a:gd name="T20" fmla="*/ 7 w 11"/>
                  <a:gd name="T21" fmla="*/ 6 h 8"/>
                  <a:gd name="T22" fmla="*/ 6 w 11"/>
                  <a:gd name="T2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" h="8">
                    <a:moveTo>
                      <a:pt x="6" y="4"/>
                    </a:moveTo>
                    <a:lnTo>
                      <a:pt x="6" y="4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7" y="6"/>
                    </a:lnTo>
                    <a:lnTo>
                      <a:pt x="6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5" name="îŝḻíḑé"/>
              <p:cNvSpPr/>
              <p:nvPr/>
            </p:nvSpPr>
            <p:spPr bwMode="auto">
              <a:xfrm>
                <a:off x="3650873" y="3530378"/>
                <a:ext cx="36861" cy="24574"/>
              </a:xfrm>
              <a:custGeom>
                <a:avLst/>
                <a:gdLst>
                  <a:gd name="T0" fmla="*/ 6 w 11"/>
                  <a:gd name="T1" fmla="*/ 4 h 8"/>
                  <a:gd name="T2" fmla="*/ 6 w 11"/>
                  <a:gd name="T3" fmla="*/ 4 h 8"/>
                  <a:gd name="T4" fmla="*/ 1 w 11"/>
                  <a:gd name="T5" fmla="*/ 1 h 8"/>
                  <a:gd name="T6" fmla="*/ 1 w 11"/>
                  <a:gd name="T7" fmla="*/ 1 h 8"/>
                  <a:gd name="T8" fmla="*/ 0 w 11"/>
                  <a:gd name="T9" fmla="*/ 0 h 8"/>
                  <a:gd name="T10" fmla="*/ 0 w 11"/>
                  <a:gd name="T11" fmla="*/ 0 h 8"/>
                  <a:gd name="T12" fmla="*/ 4 w 11"/>
                  <a:gd name="T13" fmla="*/ 3 h 8"/>
                  <a:gd name="T14" fmla="*/ 4 w 11"/>
                  <a:gd name="T15" fmla="*/ 3 h 8"/>
                  <a:gd name="T16" fmla="*/ 11 w 11"/>
                  <a:gd name="T17" fmla="*/ 8 h 8"/>
                  <a:gd name="T18" fmla="*/ 11 w 11"/>
                  <a:gd name="T19" fmla="*/ 8 h 8"/>
                  <a:gd name="T20" fmla="*/ 7 w 11"/>
                  <a:gd name="T21" fmla="*/ 6 h 8"/>
                  <a:gd name="T22" fmla="*/ 6 w 11"/>
                  <a:gd name="T2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" h="8">
                    <a:moveTo>
                      <a:pt x="6" y="4"/>
                    </a:moveTo>
                    <a:lnTo>
                      <a:pt x="6" y="4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7" y="6"/>
                    </a:lnTo>
                    <a:lnTo>
                      <a:pt x="6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6" name="îs1îḓe"/>
              <p:cNvSpPr/>
              <p:nvPr/>
            </p:nvSpPr>
            <p:spPr bwMode="auto">
              <a:xfrm>
                <a:off x="3700021" y="3567238"/>
                <a:ext cx="6145" cy="12287"/>
              </a:xfrm>
              <a:custGeom>
                <a:avLst/>
                <a:gdLst>
                  <a:gd name="T0" fmla="*/ 2 w 3"/>
                  <a:gd name="T1" fmla="*/ 0 h 3"/>
                  <a:gd name="T2" fmla="*/ 2 w 3"/>
                  <a:gd name="T3" fmla="*/ 0 h 3"/>
                  <a:gd name="T4" fmla="*/ 3 w 3"/>
                  <a:gd name="T5" fmla="*/ 1 h 3"/>
                  <a:gd name="T6" fmla="*/ 2 w 3"/>
                  <a:gd name="T7" fmla="*/ 1 h 3"/>
                  <a:gd name="T8" fmla="*/ 2 w 3"/>
                  <a:gd name="T9" fmla="*/ 1 h 3"/>
                  <a:gd name="T10" fmla="*/ 2 w 3"/>
                  <a:gd name="T11" fmla="*/ 3 h 3"/>
                  <a:gd name="T12" fmla="*/ 2 w 3"/>
                  <a:gd name="T13" fmla="*/ 3 h 3"/>
                  <a:gd name="T14" fmla="*/ 0 w 3"/>
                  <a:gd name="T15" fmla="*/ 0 h 3"/>
                  <a:gd name="T16" fmla="*/ 2 w 3"/>
                  <a:gd name="T1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3">
                    <a:moveTo>
                      <a:pt x="2" y="0"/>
                    </a:moveTo>
                    <a:lnTo>
                      <a:pt x="2" y="0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7" name="i$lîḓê"/>
              <p:cNvSpPr/>
              <p:nvPr/>
            </p:nvSpPr>
            <p:spPr bwMode="auto">
              <a:xfrm>
                <a:off x="3700021" y="3567238"/>
                <a:ext cx="6145" cy="12287"/>
              </a:xfrm>
              <a:custGeom>
                <a:avLst/>
                <a:gdLst>
                  <a:gd name="T0" fmla="*/ 2 w 3"/>
                  <a:gd name="T1" fmla="*/ 0 h 3"/>
                  <a:gd name="T2" fmla="*/ 2 w 3"/>
                  <a:gd name="T3" fmla="*/ 0 h 3"/>
                  <a:gd name="T4" fmla="*/ 3 w 3"/>
                  <a:gd name="T5" fmla="*/ 1 h 3"/>
                  <a:gd name="T6" fmla="*/ 2 w 3"/>
                  <a:gd name="T7" fmla="*/ 1 h 3"/>
                  <a:gd name="T8" fmla="*/ 2 w 3"/>
                  <a:gd name="T9" fmla="*/ 1 h 3"/>
                  <a:gd name="T10" fmla="*/ 2 w 3"/>
                  <a:gd name="T11" fmla="*/ 3 h 3"/>
                  <a:gd name="T12" fmla="*/ 2 w 3"/>
                  <a:gd name="T13" fmla="*/ 3 h 3"/>
                  <a:gd name="T14" fmla="*/ 0 w 3"/>
                  <a:gd name="T15" fmla="*/ 0 h 3"/>
                  <a:gd name="T16" fmla="*/ 2 w 3"/>
                  <a:gd name="T1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3">
                    <a:moveTo>
                      <a:pt x="2" y="0"/>
                    </a:moveTo>
                    <a:lnTo>
                      <a:pt x="2" y="0"/>
                    </a:lnTo>
                    <a:lnTo>
                      <a:pt x="3" y="1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8" name="íṣľïḋe"/>
              <p:cNvSpPr/>
              <p:nvPr/>
            </p:nvSpPr>
            <p:spPr bwMode="auto">
              <a:xfrm>
                <a:off x="5235903" y="4746795"/>
                <a:ext cx="49148" cy="43003"/>
              </a:xfrm>
              <a:custGeom>
                <a:avLst/>
                <a:gdLst>
                  <a:gd name="T0" fmla="*/ 15 w 15"/>
                  <a:gd name="T1" fmla="*/ 0 h 15"/>
                  <a:gd name="T2" fmla="*/ 15 w 15"/>
                  <a:gd name="T3" fmla="*/ 0 h 15"/>
                  <a:gd name="T4" fmla="*/ 11 w 15"/>
                  <a:gd name="T5" fmla="*/ 3 h 15"/>
                  <a:gd name="T6" fmla="*/ 10 w 15"/>
                  <a:gd name="T7" fmla="*/ 5 h 15"/>
                  <a:gd name="T8" fmla="*/ 8 w 15"/>
                  <a:gd name="T9" fmla="*/ 3 h 15"/>
                  <a:gd name="T10" fmla="*/ 8 w 15"/>
                  <a:gd name="T11" fmla="*/ 3 h 15"/>
                  <a:gd name="T12" fmla="*/ 8 w 15"/>
                  <a:gd name="T13" fmla="*/ 6 h 15"/>
                  <a:gd name="T14" fmla="*/ 8 w 15"/>
                  <a:gd name="T15" fmla="*/ 7 h 15"/>
                  <a:gd name="T16" fmla="*/ 13 w 15"/>
                  <a:gd name="T17" fmla="*/ 9 h 15"/>
                  <a:gd name="T18" fmla="*/ 13 w 15"/>
                  <a:gd name="T19" fmla="*/ 9 h 15"/>
                  <a:gd name="T20" fmla="*/ 8 w 15"/>
                  <a:gd name="T21" fmla="*/ 15 h 15"/>
                  <a:gd name="T22" fmla="*/ 8 w 15"/>
                  <a:gd name="T23" fmla="*/ 15 h 15"/>
                  <a:gd name="T24" fmla="*/ 8 w 15"/>
                  <a:gd name="T25" fmla="*/ 10 h 15"/>
                  <a:gd name="T26" fmla="*/ 5 w 15"/>
                  <a:gd name="T27" fmla="*/ 10 h 15"/>
                  <a:gd name="T28" fmla="*/ 3 w 15"/>
                  <a:gd name="T29" fmla="*/ 12 h 15"/>
                  <a:gd name="T30" fmla="*/ 1 w 15"/>
                  <a:gd name="T31" fmla="*/ 13 h 15"/>
                  <a:gd name="T32" fmla="*/ 0 w 15"/>
                  <a:gd name="T33" fmla="*/ 12 h 15"/>
                  <a:gd name="T34" fmla="*/ 0 w 15"/>
                  <a:gd name="T35" fmla="*/ 12 h 15"/>
                  <a:gd name="T36" fmla="*/ 4 w 15"/>
                  <a:gd name="T37" fmla="*/ 9 h 15"/>
                  <a:gd name="T38" fmla="*/ 7 w 15"/>
                  <a:gd name="T39" fmla="*/ 5 h 15"/>
                  <a:gd name="T40" fmla="*/ 10 w 15"/>
                  <a:gd name="T41" fmla="*/ 0 h 15"/>
                  <a:gd name="T42" fmla="*/ 13 w 15"/>
                  <a:gd name="T43" fmla="*/ 0 h 15"/>
                  <a:gd name="T44" fmla="*/ 15 w 15"/>
                  <a:gd name="T4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5" h="15">
                    <a:moveTo>
                      <a:pt x="15" y="0"/>
                    </a:moveTo>
                    <a:lnTo>
                      <a:pt x="15" y="0"/>
                    </a:lnTo>
                    <a:lnTo>
                      <a:pt x="11" y="3"/>
                    </a:lnTo>
                    <a:lnTo>
                      <a:pt x="10" y="5"/>
                    </a:lnTo>
                    <a:lnTo>
                      <a:pt x="8" y="3"/>
                    </a:lnTo>
                    <a:lnTo>
                      <a:pt x="8" y="3"/>
                    </a:lnTo>
                    <a:lnTo>
                      <a:pt x="8" y="6"/>
                    </a:lnTo>
                    <a:lnTo>
                      <a:pt x="8" y="7"/>
                    </a:lnTo>
                    <a:lnTo>
                      <a:pt x="13" y="9"/>
                    </a:lnTo>
                    <a:lnTo>
                      <a:pt x="13" y="9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8" y="10"/>
                    </a:lnTo>
                    <a:lnTo>
                      <a:pt x="5" y="10"/>
                    </a:lnTo>
                    <a:lnTo>
                      <a:pt x="3" y="12"/>
                    </a:lnTo>
                    <a:lnTo>
                      <a:pt x="1" y="13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4" y="9"/>
                    </a:lnTo>
                    <a:lnTo>
                      <a:pt x="7" y="5"/>
                    </a:lnTo>
                    <a:lnTo>
                      <a:pt x="10" y="0"/>
                    </a:lnTo>
                    <a:lnTo>
                      <a:pt x="13" y="0"/>
                    </a:lnTo>
                    <a:lnTo>
                      <a:pt x="1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69" name="ïṥḻiḓe"/>
              <p:cNvSpPr/>
              <p:nvPr/>
            </p:nvSpPr>
            <p:spPr bwMode="auto">
              <a:xfrm>
                <a:off x="5235903" y="4746795"/>
                <a:ext cx="49148" cy="43003"/>
              </a:xfrm>
              <a:custGeom>
                <a:avLst/>
                <a:gdLst>
                  <a:gd name="T0" fmla="*/ 15 w 15"/>
                  <a:gd name="T1" fmla="*/ 0 h 15"/>
                  <a:gd name="T2" fmla="*/ 15 w 15"/>
                  <a:gd name="T3" fmla="*/ 0 h 15"/>
                  <a:gd name="T4" fmla="*/ 11 w 15"/>
                  <a:gd name="T5" fmla="*/ 3 h 15"/>
                  <a:gd name="T6" fmla="*/ 10 w 15"/>
                  <a:gd name="T7" fmla="*/ 5 h 15"/>
                  <a:gd name="T8" fmla="*/ 8 w 15"/>
                  <a:gd name="T9" fmla="*/ 3 h 15"/>
                  <a:gd name="T10" fmla="*/ 8 w 15"/>
                  <a:gd name="T11" fmla="*/ 3 h 15"/>
                  <a:gd name="T12" fmla="*/ 8 w 15"/>
                  <a:gd name="T13" fmla="*/ 6 h 15"/>
                  <a:gd name="T14" fmla="*/ 8 w 15"/>
                  <a:gd name="T15" fmla="*/ 7 h 15"/>
                  <a:gd name="T16" fmla="*/ 13 w 15"/>
                  <a:gd name="T17" fmla="*/ 9 h 15"/>
                  <a:gd name="T18" fmla="*/ 13 w 15"/>
                  <a:gd name="T19" fmla="*/ 9 h 15"/>
                  <a:gd name="T20" fmla="*/ 8 w 15"/>
                  <a:gd name="T21" fmla="*/ 15 h 15"/>
                  <a:gd name="T22" fmla="*/ 8 w 15"/>
                  <a:gd name="T23" fmla="*/ 15 h 15"/>
                  <a:gd name="T24" fmla="*/ 8 w 15"/>
                  <a:gd name="T25" fmla="*/ 10 h 15"/>
                  <a:gd name="T26" fmla="*/ 5 w 15"/>
                  <a:gd name="T27" fmla="*/ 10 h 15"/>
                  <a:gd name="T28" fmla="*/ 3 w 15"/>
                  <a:gd name="T29" fmla="*/ 12 h 15"/>
                  <a:gd name="T30" fmla="*/ 1 w 15"/>
                  <a:gd name="T31" fmla="*/ 13 h 15"/>
                  <a:gd name="T32" fmla="*/ 0 w 15"/>
                  <a:gd name="T33" fmla="*/ 12 h 15"/>
                  <a:gd name="T34" fmla="*/ 0 w 15"/>
                  <a:gd name="T35" fmla="*/ 12 h 15"/>
                  <a:gd name="T36" fmla="*/ 4 w 15"/>
                  <a:gd name="T37" fmla="*/ 9 h 15"/>
                  <a:gd name="T38" fmla="*/ 7 w 15"/>
                  <a:gd name="T39" fmla="*/ 5 h 15"/>
                  <a:gd name="T40" fmla="*/ 10 w 15"/>
                  <a:gd name="T41" fmla="*/ 0 h 15"/>
                  <a:gd name="T42" fmla="*/ 13 w 15"/>
                  <a:gd name="T43" fmla="*/ 0 h 15"/>
                  <a:gd name="T44" fmla="*/ 15 w 15"/>
                  <a:gd name="T45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5" h="15">
                    <a:moveTo>
                      <a:pt x="15" y="0"/>
                    </a:moveTo>
                    <a:lnTo>
                      <a:pt x="15" y="0"/>
                    </a:lnTo>
                    <a:lnTo>
                      <a:pt x="11" y="3"/>
                    </a:lnTo>
                    <a:lnTo>
                      <a:pt x="10" y="5"/>
                    </a:lnTo>
                    <a:lnTo>
                      <a:pt x="8" y="3"/>
                    </a:lnTo>
                    <a:lnTo>
                      <a:pt x="8" y="3"/>
                    </a:lnTo>
                    <a:lnTo>
                      <a:pt x="8" y="6"/>
                    </a:lnTo>
                    <a:lnTo>
                      <a:pt x="8" y="7"/>
                    </a:lnTo>
                    <a:lnTo>
                      <a:pt x="13" y="9"/>
                    </a:lnTo>
                    <a:lnTo>
                      <a:pt x="13" y="9"/>
                    </a:lnTo>
                    <a:lnTo>
                      <a:pt x="8" y="15"/>
                    </a:lnTo>
                    <a:lnTo>
                      <a:pt x="8" y="15"/>
                    </a:lnTo>
                    <a:lnTo>
                      <a:pt x="8" y="10"/>
                    </a:lnTo>
                    <a:lnTo>
                      <a:pt x="5" y="10"/>
                    </a:lnTo>
                    <a:lnTo>
                      <a:pt x="3" y="12"/>
                    </a:lnTo>
                    <a:lnTo>
                      <a:pt x="1" y="13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4" y="9"/>
                    </a:lnTo>
                    <a:lnTo>
                      <a:pt x="7" y="5"/>
                    </a:lnTo>
                    <a:lnTo>
                      <a:pt x="10" y="0"/>
                    </a:lnTo>
                    <a:lnTo>
                      <a:pt x="13" y="0"/>
                    </a:lnTo>
                    <a:lnTo>
                      <a:pt x="1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0" name="ïŝḷiďè"/>
              <p:cNvSpPr/>
              <p:nvPr/>
            </p:nvSpPr>
            <p:spPr bwMode="auto">
              <a:xfrm>
                <a:off x="5192900" y="4814376"/>
                <a:ext cx="36861" cy="36861"/>
              </a:xfrm>
              <a:custGeom>
                <a:avLst/>
                <a:gdLst>
                  <a:gd name="T0" fmla="*/ 2 w 12"/>
                  <a:gd name="T1" fmla="*/ 12 h 12"/>
                  <a:gd name="T2" fmla="*/ 2 w 12"/>
                  <a:gd name="T3" fmla="*/ 12 h 12"/>
                  <a:gd name="T4" fmla="*/ 5 w 12"/>
                  <a:gd name="T5" fmla="*/ 7 h 12"/>
                  <a:gd name="T6" fmla="*/ 8 w 12"/>
                  <a:gd name="T7" fmla="*/ 4 h 12"/>
                  <a:gd name="T8" fmla="*/ 9 w 12"/>
                  <a:gd name="T9" fmla="*/ 2 h 12"/>
                  <a:gd name="T10" fmla="*/ 11 w 12"/>
                  <a:gd name="T11" fmla="*/ 0 h 12"/>
                  <a:gd name="T12" fmla="*/ 11 w 12"/>
                  <a:gd name="T13" fmla="*/ 0 h 12"/>
                  <a:gd name="T14" fmla="*/ 12 w 12"/>
                  <a:gd name="T15" fmla="*/ 3 h 12"/>
                  <a:gd name="T16" fmla="*/ 12 w 12"/>
                  <a:gd name="T17" fmla="*/ 6 h 12"/>
                  <a:gd name="T18" fmla="*/ 12 w 12"/>
                  <a:gd name="T19" fmla="*/ 6 h 12"/>
                  <a:gd name="T20" fmla="*/ 5 w 12"/>
                  <a:gd name="T21" fmla="*/ 10 h 12"/>
                  <a:gd name="T22" fmla="*/ 1 w 12"/>
                  <a:gd name="T23" fmla="*/ 12 h 12"/>
                  <a:gd name="T24" fmla="*/ 0 w 12"/>
                  <a:gd name="T25" fmla="*/ 10 h 12"/>
                  <a:gd name="T26" fmla="*/ 0 w 12"/>
                  <a:gd name="T27" fmla="*/ 9 h 12"/>
                  <a:gd name="T28" fmla="*/ 0 w 12"/>
                  <a:gd name="T29" fmla="*/ 9 h 12"/>
                  <a:gd name="T30" fmla="*/ 0 w 12"/>
                  <a:gd name="T31" fmla="*/ 7 h 12"/>
                  <a:gd name="T32" fmla="*/ 1 w 12"/>
                  <a:gd name="T33" fmla="*/ 9 h 12"/>
                  <a:gd name="T34" fmla="*/ 1 w 12"/>
                  <a:gd name="T35" fmla="*/ 10 h 12"/>
                  <a:gd name="T36" fmla="*/ 2 w 12"/>
                  <a:gd name="T3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2" y="12"/>
                    </a:moveTo>
                    <a:lnTo>
                      <a:pt x="2" y="12"/>
                    </a:lnTo>
                    <a:lnTo>
                      <a:pt x="5" y="7"/>
                    </a:lnTo>
                    <a:lnTo>
                      <a:pt x="8" y="4"/>
                    </a:lnTo>
                    <a:lnTo>
                      <a:pt x="9" y="2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2" y="3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5" y="10"/>
                    </a:lnTo>
                    <a:lnTo>
                      <a:pt x="1" y="12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1" name="îṡḻïḍê"/>
              <p:cNvSpPr/>
              <p:nvPr/>
            </p:nvSpPr>
            <p:spPr bwMode="auto">
              <a:xfrm>
                <a:off x="5192900" y="4814376"/>
                <a:ext cx="36861" cy="36861"/>
              </a:xfrm>
              <a:custGeom>
                <a:avLst/>
                <a:gdLst>
                  <a:gd name="T0" fmla="*/ 2 w 12"/>
                  <a:gd name="T1" fmla="*/ 12 h 12"/>
                  <a:gd name="T2" fmla="*/ 2 w 12"/>
                  <a:gd name="T3" fmla="*/ 12 h 12"/>
                  <a:gd name="T4" fmla="*/ 5 w 12"/>
                  <a:gd name="T5" fmla="*/ 7 h 12"/>
                  <a:gd name="T6" fmla="*/ 8 w 12"/>
                  <a:gd name="T7" fmla="*/ 4 h 12"/>
                  <a:gd name="T8" fmla="*/ 9 w 12"/>
                  <a:gd name="T9" fmla="*/ 2 h 12"/>
                  <a:gd name="T10" fmla="*/ 11 w 12"/>
                  <a:gd name="T11" fmla="*/ 0 h 12"/>
                  <a:gd name="T12" fmla="*/ 11 w 12"/>
                  <a:gd name="T13" fmla="*/ 0 h 12"/>
                  <a:gd name="T14" fmla="*/ 12 w 12"/>
                  <a:gd name="T15" fmla="*/ 3 h 12"/>
                  <a:gd name="T16" fmla="*/ 12 w 12"/>
                  <a:gd name="T17" fmla="*/ 6 h 12"/>
                  <a:gd name="T18" fmla="*/ 12 w 12"/>
                  <a:gd name="T19" fmla="*/ 6 h 12"/>
                  <a:gd name="T20" fmla="*/ 5 w 12"/>
                  <a:gd name="T21" fmla="*/ 10 h 12"/>
                  <a:gd name="T22" fmla="*/ 1 w 12"/>
                  <a:gd name="T23" fmla="*/ 12 h 12"/>
                  <a:gd name="T24" fmla="*/ 0 w 12"/>
                  <a:gd name="T25" fmla="*/ 10 h 12"/>
                  <a:gd name="T26" fmla="*/ 0 w 12"/>
                  <a:gd name="T27" fmla="*/ 9 h 12"/>
                  <a:gd name="T28" fmla="*/ 0 w 12"/>
                  <a:gd name="T29" fmla="*/ 9 h 12"/>
                  <a:gd name="T30" fmla="*/ 0 w 12"/>
                  <a:gd name="T31" fmla="*/ 7 h 12"/>
                  <a:gd name="T32" fmla="*/ 1 w 12"/>
                  <a:gd name="T33" fmla="*/ 9 h 12"/>
                  <a:gd name="T34" fmla="*/ 1 w 12"/>
                  <a:gd name="T35" fmla="*/ 10 h 12"/>
                  <a:gd name="T36" fmla="*/ 2 w 12"/>
                  <a:gd name="T3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" h="12">
                    <a:moveTo>
                      <a:pt x="2" y="12"/>
                    </a:moveTo>
                    <a:lnTo>
                      <a:pt x="2" y="12"/>
                    </a:lnTo>
                    <a:lnTo>
                      <a:pt x="5" y="7"/>
                    </a:lnTo>
                    <a:lnTo>
                      <a:pt x="8" y="4"/>
                    </a:lnTo>
                    <a:lnTo>
                      <a:pt x="9" y="2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12" y="3"/>
                    </a:lnTo>
                    <a:lnTo>
                      <a:pt x="12" y="6"/>
                    </a:lnTo>
                    <a:lnTo>
                      <a:pt x="12" y="6"/>
                    </a:lnTo>
                    <a:lnTo>
                      <a:pt x="5" y="10"/>
                    </a:lnTo>
                    <a:lnTo>
                      <a:pt x="1" y="12"/>
                    </a:lnTo>
                    <a:lnTo>
                      <a:pt x="0" y="10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1" y="9"/>
                    </a:lnTo>
                    <a:lnTo>
                      <a:pt x="1" y="10"/>
                    </a:lnTo>
                    <a:lnTo>
                      <a:pt x="2" y="1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2" name="ísḷíḑe"/>
              <p:cNvSpPr/>
              <p:nvPr/>
            </p:nvSpPr>
            <p:spPr bwMode="auto">
              <a:xfrm>
                <a:off x="4566260" y="4335181"/>
                <a:ext cx="6145" cy="30716"/>
              </a:xfrm>
              <a:custGeom>
                <a:avLst/>
                <a:gdLst>
                  <a:gd name="T0" fmla="*/ 0 w 2"/>
                  <a:gd name="T1" fmla="*/ 10 h 10"/>
                  <a:gd name="T2" fmla="*/ 0 w 2"/>
                  <a:gd name="T3" fmla="*/ 10 h 10"/>
                  <a:gd name="T4" fmla="*/ 0 w 2"/>
                  <a:gd name="T5" fmla="*/ 8 h 10"/>
                  <a:gd name="T6" fmla="*/ 0 w 2"/>
                  <a:gd name="T7" fmla="*/ 5 h 10"/>
                  <a:gd name="T8" fmla="*/ 1 w 2"/>
                  <a:gd name="T9" fmla="*/ 1 h 10"/>
                  <a:gd name="T10" fmla="*/ 2 w 2"/>
                  <a:gd name="T11" fmla="*/ 0 h 10"/>
                  <a:gd name="T12" fmla="*/ 2 w 2"/>
                  <a:gd name="T13" fmla="*/ 0 h 10"/>
                  <a:gd name="T14" fmla="*/ 2 w 2"/>
                  <a:gd name="T15" fmla="*/ 1 h 10"/>
                  <a:gd name="T16" fmla="*/ 2 w 2"/>
                  <a:gd name="T17" fmla="*/ 1 h 10"/>
                  <a:gd name="T18" fmla="*/ 2 w 2"/>
                  <a:gd name="T19" fmla="*/ 2 h 10"/>
                  <a:gd name="T20" fmla="*/ 2 w 2"/>
                  <a:gd name="T21" fmla="*/ 5 h 10"/>
                  <a:gd name="T22" fmla="*/ 2 w 2"/>
                  <a:gd name="T23" fmla="*/ 7 h 10"/>
                  <a:gd name="T24" fmla="*/ 0 w 2"/>
                  <a:gd name="T2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" h="10">
                    <a:moveTo>
                      <a:pt x="0" y="10"/>
                    </a:moveTo>
                    <a:lnTo>
                      <a:pt x="0" y="10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0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3" name="îs1ïḓé"/>
              <p:cNvSpPr/>
              <p:nvPr/>
            </p:nvSpPr>
            <p:spPr bwMode="auto">
              <a:xfrm>
                <a:off x="4566260" y="4335181"/>
                <a:ext cx="6145" cy="30716"/>
              </a:xfrm>
              <a:custGeom>
                <a:avLst/>
                <a:gdLst>
                  <a:gd name="T0" fmla="*/ 0 w 2"/>
                  <a:gd name="T1" fmla="*/ 10 h 10"/>
                  <a:gd name="T2" fmla="*/ 0 w 2"/>
                  <a:gd name="T3" fmla="*/ 10 h 10"/>
                  <a:gd name="T4" fmla="*/ 0 w 2"/>
                  <a:gd name="T5" fmla="*/ 8 h 10"/>
                  <a:gd name="T6" fmla="*/ 0 w 2"/>
                  <a:gd name="T7" fmla="*/ 5 h 10"/>
                  <a:gd name="T8" fmla="*/ 1 w 2"/>
                  <a:gd name="T9" fmla="*/ 1 h 10"/>
                  <a:gd name="T10" fmla="*/ 2 w 2"/>
                  <a:gd name="T11" fmla="*/ 0 h 10"/>
                  <a:gd name="T12" fmla="*/ 2 w 2"/>
                  <a:gd name="T13" fmla="*/ 0 h 10"/>
                  <a:gd name="T14" fmla="*/ 2 w 2"/>
                  <a:gd name="T15" fmla="*/ 1 h 10"/>
                  <a:gd name="T16" fmla="*/ 2 w 2"/>
                  <a:gd name="T17" fmla="*/ 1 h 10"/>
                  <a:gd name="T18" fmla="*/ 2 w 2"/>
                  <a:gd name="T19" fmla="*/ 2 h 10"/>
                  <a:gd name="T20" fmla="*/ 2 w 2"/>
                  <a:gd name="T21" fmla="*/ 5 h 10"/>
                  <a:gd name="T22" fmla="*/ 2 w 2"/>
                  <a:gd name="T23" fmla="*/ 7 h 10"/>
                  <a:gd name="T24" fmla="*/ 0 w 2"/>
                  <a:gd name="T2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" h="10">
                    <a:moveTo>
                      <a:pt x="0" y="10"/>
                    </a:moveTo>
                    <a:lnTo>
                      <a:pt x="0" y="10"/>
                    </a:lnTo>
                    <a:lnTo>
                      <a:pt x="0" y="8"/>
                    </a:lnTo>
                    <a:lnTo>
                      <a:pt x="0" y="5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2"/>
                    </a:lnTo>
                    <a:lnTo>
                      <a:pt x="2" y="5"/>
                    </a:lnTo>
                    <a:lnTo>
                      <a:pt x="2" y="7"/>
                    </a:lnTo>
                    <a:lnTo>
                      <a:pt x="0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4" name="íŝľïḑê"/>
              <p:cNvSpPr/>
              <p:nvPr/>
            </p:nvSpPr>
            <p:spPr bwMode="auto">
              <a:xfrm>
                <a:off x="4529399" y="4353610"/>
                <a:ext cx="24574" cy="24574"/>
              </a:xfrm>
              <a:custGeom>
                <a:avLst/>
                <a:gdLst>
                  <a:gd name="T0" fmla="*/ 7 w 7"/>
                  <a:gd name="T1" fmla="*/ 0 h 7"/>
                  <a:gd name="T2" fmla="*/ 7 w 7"/>
                  <a:gd name="T3" fmla="*/ 0 h 7"/>
                  <a:gd name="T4" fmla="*/ 7 w 7"/>
                  <a:gd name="T5" fmla="*/ 3 h 7"/>
                  <a:gd name="T6" fmla="*/ 6 w 7"/>
                  <a:gd name="T7" fmla="*/ 5 h 7"/>
                  <a:gd name="T8" fmla="*/ 6 w 7"/>
                  <a:gd name="T9" fmla="*/ 5 h 7"/>
                  <a:gd name="T10" fmla="*/ 0 w 7"/>
                  <a:gd name="T11" fmla="*/ 7 h 7"/>
                  <a:gd name="T12" fmla="*/ 0 w 7"/>
                  <a:gd name="T13" fmla="*/ 7 h 7"/>
                  <a:gd name="T14" fmla="*/ 0 w 7"/>
                  <a:gd name="T15" fmla="*/ 6 h 7"/>
                  <a:gd name="T16" fmla="*/ 3 w 7"/>
                  <a:gd name="T17" fmla="*/ 5 h 7"/>
                  <a:gd name="T18" fmla="*/ 6 w 7"/>
                  <a:gd name="T19" fmla="*/ 3 h 7"/>
                  <a:gd name="T20" fmla="*/ 7 w 7"/>
                  <a:gd name="T2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7">
                    <a:moveTo>
                      <a:pt x="7" y="0"/>
                    </a:moveTo>
                    <a:lnTo>
                      <a:pt x="7" y="0"/>
                    </a:lnTo>
                    <a:lnTo>
                      <a:pt x="7" y="3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3" y="5"/>
                    </a:lnTo>
                    <a:lnTo>
                      <a:pt x="6" y="3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5" name="ïṡľiḓe"/>
              <p:cNvSpPr/>
              <p:nvPr/>
            </p:nvSpPr>
            <p:spPr bwMode="auto">
              <a:xfrm>
                <a:off x="4529399" y="4353610"/>
                <a:ext cx="24574" cy="24574"/>
              </a:xfrm>
              <a:custGeom>
                <a:avLst/>
                <a:gdLst>
                  <a:gd name="T0" fmla="*/ 7 w 7"/>
                  <a:gd name="T1" fmla="*/ 0 h 7"/>
                  <a:gd name="T2" fmla="*/ 7 w 7"/>
                  <a:gd name="T3" fmla="*/ 0 h 7"/>
                  <a:gd name="T4" fmla="*/ 7 w 7"/>
                  <a:gd name="T5" fmla="*/ 3 h 7"/>
                  <a:gd name="T6" fmla="*/ 6 w 7"/>
                  <a:gd name="T7" fmla="*/ 5 h 7"/>
                  <a:gd name="T8" fmla="*/ 6 w 7"/>
                  <a:gd name="T9" fmla="*/ 5 h 7"/>
                  <a:gd name="T10" fmla="*/ 0 w 7"/>
                  <a:gd name="T11" fmla="*/ 7 h 7"/>
                  <a:gd name="T12" fmla="*/ 0 w 7"/>
                  <a:gd name="T13" fmla="*/ 7 h 7"/>
                  <a:gd name="T14" fmla="*/ 0 w 7"/>
                  <a:gd name="T15" fmla="*/ 6 h 7"/>
                  <a:gd name="T16" fmla="*/ 3 w 7"/>
                  <a:gd name="T17" fmla="*/ 5 h 7"/>
                  <a:gd name="T18" fmla="*/ 6 w 7"/>
                  <a:gd name="T19" fmla="*/ 3 h 7"/>
                  <a:gd name="T20" fmla="*/ 7 w 7"/>
                  <a:gd name="T21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7">
                    <a:moveTo>
                      <a:pt x="7" y="0"/>
                    </a:moveTo>
                    <a:lnTo>
                      <a:pt x="7" y="0"/>
                    </a:lnTo>
                    <a:lnTo>
                      <a:pt x="7" y="3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3" y="5"/>
                    </a:lnTo>
                    <a:lnTo>
                      <a:pt x="6" y="3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6" name="íşlïdè"/>
              <p:cNvSpPr/>
              <p:nvPr/>
            </p:nvSpPr>
            <p:spPr bwMode="auto">
              <a:xfrm>
                <a:off x="5027023" y="4924959"/>
                <a:ext cx="61435" cy="67577"/>
              </a:xfrm>
              <a:custGeom>
                <a:avLst/>
                <a:gdLst>
                  <a:gd name="T0" fmla="*/ 12 w 20"/>
                  <a:gd name="T1" fmla="*/ 1 h 21"/>
                  <a:gd name="T2" fmla="*/ 12 w 20"/>
                  <a:gd name="T3" fmla="*/ 1 h 21"/>
                  <a:gd name="T4" fmla="*/ 16 w 20"/>
                  <a:gd name="T5" fmla="*/ 0 h 21"/>
                  <a:gd name="T6" fmla="*/ 17 w 20"/>
                  <a:gd name="T7" fmla="*/ 0 h 21"/>
                  <a:gd name="T8" fmla="*/ 20 w 20"/>
                  <a:gd name="T9" fmla="*/ 1 h 21"/>
                  <a:gd name="T10" fmla="*/ 20 w 20"/>
                  <a:gd name="T11" fmla="*/ 1 h 21"/>
                  <a:gd name="T12" fmla="*/ 10 w 20"/>
                  <a:gd name="T13" fmla="*/ 11 h 21"/>
                  <a:gd name="T14" fmla="*/ 3 w 20"/>
                  <a:gd name="T15" fmla="*/ 21 h 21"/>
                  <a:gd name="T16" fmla="*/ 3 w 20"/>
                  <a:gd name="T17" fmla="*/ 21 h 21"/>
                  <a:gd name="T18" fmla="*/ 3 w 20"/>
                  <a:gd name="T19" fmla="*/ 18 h 21"/>
                  <a:gd name="T20" fmla="*/ 2 w 20"/>
                  <a:gd name="T21" fmla="*/ 17 h 21"/>
                  <a:gd name="T22" fmla="*/ 0 w 20"/>
                  <a:gd name="T23" fmla="*/ 13 h 21"/>
                  <a:gd name="T24" fmla="*/ 0 w 20"/>
                  <a:gd name="T25" fmla="*/ 13 h 21"/>
                  <a:gd name="T26" fmla="*/ 3 w 20"/>
                  <a:gd name="T27" fmla="*/ 10 h 21"/>
                  <a:gd name="T28" fmla="*/ 3 w 20"/>
                  <a:gd name="T29" fmla="*/ 10 h 21"/>
                  <a:gd name="T30" fmla="*/ 3 w 20"/>
                  <a:gd name="T31" fmla="*/ 11 h 21"/>
                  <a:gd name="T32" fmla="*/ 3 w 20"/>
                  <a:gd name="T33" fmla="*/ 11 h 21"/>
                  <a:gd name="T34" fmla="*/ 2 w 20"/>
                  <a:gd name="T35" fmla="*/ 14 h 21"/>
                  <a:gd name="T36" fmla="*/ 2 w 20"/>
                  <a:gd name="T37" fmla="*/ 14 h 21"/>
                  <a:gd name="T38" fmla="*/ 3 w 20"/>
                  <a:gd name="T39" fmla="*/ 14 h 21"/>
                  <a:gd name="T40" fmla="*/ 6 w 20"/>
                  <a:gd name="T41" fmla="*/ 14 h 21"/>
                  <a:gd name="T42" fmla="*/ 9 w 20"/>
                  <a:gd name="T43" fmla="*/ 10 h 21"/>
                  <a:gd name="T44" fmla="*/ 9 w 20"/>
                  <a:gd name="T45" fmla="*/ 10 h 21"/>
                  <a:gd name="T46" fmla="*/ 12 w 20"/>
                  <a:gd name="T47" fmla="*/ 5 h 21"/>
                  <a:gd name="T48" fmla="*/ 12 w 20"/>
                  <a:gd name="T49" fmla="*/ 3 h 21"/>
                  <a:gd name="T50" fmla="*/ 12 w 20"/>
                  <a:gd name="T51" fmla="*/ 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0" h="21">
                    <a:moveTo>
                      <a:pt x="12" y="1"/>
                    </a:moveTo>
                    <a:lnTo>
                      <a:pt x="12" y="1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10" y="11"/>
                    </a:lnTo>
                    <a:lnTo>
                      <a:pt x="3" y="21"/>
                    </a:lnTo>
                    <a:lnTo>
                      <a:pt x="3" y="21"/>
                    </a:lnTo>
                    <a:lnTo>
                      <a:pt x="3" y="18"/>
                    </a:lnTo>
                    <a:lnTo>
                      <a:pt x="2" y="17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11"/>
                    </a:lnTo>
                    <a:lnTo>
                      <a:pt x="3" y="11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3" y="14"/>
                    </a:lnTo>
                    <a:lnTo>
                      <a:pt x="6" y="14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7" name="iṥ1îḑe"/>
              <p:cNvSpPr/>
              <p:nvPr/>
            </p:nvSpPr>
            <p:spPr bwMode="auto">
              <a:xfrm>
                <a:off x="5027023" y="4924959"/>
                <a:ext cx="61435" cy="67577"/>
              </a:xfrm>
              <a:custGeom>
                <a:avLst/>
                <a:gdLst>
                  <a:gd name="T0" fmla="*/ 12 w 20"/>
                  <a:gd name="T1" fmla="*/ 1 h 21"/>
                  <a:gd name="T2" fmla="*/ 12 w 20"/>
                  <a:gd name="T3" fmla="*/ 1 h 21"/>
                  <a:gd name="T4" fmla="*/ 16 w 20"/>
                  <a:gd name="T5" fmla="*/ 0 h 21"/>
                  <a:gd name="T6" fmla="*/ 17 w 20"/>
                  <a:gd name="T7" fmla="*/ 0 h 21"/>
                  <a:gd name="T8" fmla="*/ 20 w 20"/>
                  <a:gd name="T9" fmla="*/ 1 h 21"/>
                  <a:gd name="T10" fmla="*/ 20 w 20"/>
                  <a:gd name="T11" fmla="*/ 1 h 21"/>
                  <a:gd name="T12" fmla="*/ 10 w 20"/>
                  <a:gd name="T13" fmla="*/ 11 h 21"/>
                  <a:gd name="T14" fmla="*/ 3 w 20"/>
                  <a:gd name="T15" fmla="*/ 21 h 21"/>
                  <a:gd name="T16" fmla="*/ 3 w 20"/>
                  <a:gd name="T17" fmla="*/ 21 h 21"/>
                  <a:gd name="T18" fmla="*/ 3 w 20"/>
                  <a:gd name="T19" fmla="*/ 18 h 21"/>
                  <a:gd name="T20" fmla="*/ 2 w 20"/>
                  <a:gd name="T21" fmla="*/ 17 h 21"/>
                  <a:gd name="T22" fmla="*/ 0 w 20"/>
                  <a:gd name="T23" fmla="*/ 13 h 21"/>
                  <a:gd name="T24" fmla="*/ 0 w 20"/>
                  <a:gd name="T25" fmla="*/ 13 h 21"/>
                  <a:gd name="T26" fmla="*/ 3 w 20"/>
                  <a:gd name="T27" fmla="*/ 10 h 21"/>
                  <a:gd name="T28" fmla="*/ 3 w 20"/>
                  <a:gd name="T29" fmla="*/ 10 h 21"/>
                  <a:gd name="T30" fmla="*/ 3 w 20"/>
                  <a:gd name="T31" fmla="*/ 11 h 21"/>
                  <a:gd name="T32" fmla="*/ 3 w 20"/>
                  <a:gd name="T33" fmla="*/ 11 h 21"/>
                  <a:gd name="T34" fmla="*/ 2 w 20"/>
                  <a:gd name="T35" fmla="*/ 14 h 21"/>
                  <a:gd name="T36" fmla="*/ 2 w 20"/>
                  <a:gd name="T37" fmla="*/ 14 h 21"/>
                  <a:gd name="T38" fmla="*/ 3 w 20"/>
                  <a:gd name="T39" fmla="*/ 14 h 21"/>
                  <a:gd name="T40" fmla="*/ 6 w 20"/>
                  <a:gd name="T41" fmla="*/ 14 h 21"/>
                  <a:gd name="T42" fmla="*/ 9 w 20"/>
                  <a:gd name="T43" fmla="*/ 10 h 21"/>
                  <a:gd name="T44" fmla="*/ 9 w 20"/>
                  <a:gd name="T45" fmla="*/ 10 h 21"/>
                  <a:gd name="T46" fmla="*/ 12 w 20"/>
                  <a:gd name="T47" fmla="*/ 5 h 21"/>
                  <a:gd name="T48" fmla="*/ 12 w 20"/>
                  <a:gd name="T49" fmla="*/ 3 h 21"/>
                  <a:gd name="T50" fmla="*/ 12 w 20"/>
                  <a:gd name="T51" fmla="*/ 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0" h="21">
                    <a:moveTo>
                      <a:pt x="12" y="1"/>
                    </a:moveTo>
                    <a:lnTo>
                      <a:pt x="12" y="1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10" y="11"/>
                    </a:lnTo>
                    <a:lnTo>
                      <a:pt x="3" y="21"/>
                    </a:lnTo>
                    <a:lnTo>
                      <a:pt x="3" y="21"/>
                    </a:lnTo>
                    <a:lnTo>
                      <a:pt x="3" y="18"/>
                    </a:lnTo>
                    <a:lnTo>
                      <a:pt x="2" y="17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11"/>
                    </a:lnTo>
                    <a:lnTo>
                      <a:pt x="3" y="11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3" y="14"/>
                    </a:lnTo>
                    <a:lnTo>
                      <a:pt x="6" y="14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2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8" name="íṥḻîḑé"/>
              <p:cNvSpPr/>
              <p:nvPr/>
            </p:nvSpPr>
            <p:spPr bwMode="auto">
              <a:xfrm>
                <a:off x="5192900" y="5262851"/>
                <a:ext cx="30720" cy="43003"/>
              </a:xfrm>
              <a:custGeom>
                <a:avLst/>
                <a:gdLst>
                  <a:gd name="T0" fmla="*/ 0 w 8"/>
                  <a:gd name="T1" fmla="*/ 4 h 14"/>
                  <a:gd name="T2" fmla="*/ 0 w 8"/>
                  <a:gd name="T3" fmla="*/ 4 h 14"/>
                  <a:gd name="T4" fmla="*/ 1 w 8"/>
                  <a:gd name="T5" fmla="*/ 3 h 14"/>
                  <a:gd name="T6" fmla="*/ 4 w 8"/>
                  <a:gd name="T7" fmla="*/ 3 h 14"/>
                  <a:gd name="T8" fmla="*/ 6 w 8"/>
                  <a:gd name="T9" fmla="*/ 3 h 14"/>
                  <a:gd name="T10" fmla="*/ 8 w 8"/>
                  <a:gd name="T11" fmla="*/ 0 h 14"/>
                  <a:gd name="T12" fmla="*/ 8 w 8"/>
                  <a:gd name="T13" fmla="*/ 0 h 14"/>
                  <a:gd name="T14" fmla="*/ 8 w 8"/>
                  <a:gd name="T15" fmla="*/ 4 h 14"/>
                  <a:gd name="T16" fmla="*/ 7 w 8"/>
                  <a:gd name="T17" fmla="*/ 7 h 14"/>
                  <a:gd name="T18" fmla="*/ 7 w 8"/>
                  <a:gd name="T19" fmla="*/ 10 h 14"/>
                  <a:gd name="T20" fmla="*/ 8 w 8"/>
                  <a:gd name="T21" fmla="*/ 14 h 14"/>
                  <a:gd name="T22" fmla="*/ 8 w 8"/>
                  <a:gd name="T23" fmla="*/ 14 h 14"/>
                  <a:gd name="T24" fmla="*/ 6 w 8"/>
                  <a:gd name="T25" fmla="*/ 13 h 14"/>
                  <a:gd name="T26" fmla="*/ 4 w 8"/>
                  <a:gd name="T27" fmla="*/ 13 h 14"/>
                  <a:gd name="T28" fmla="*/ 4 w 8"/>
                  <a:gd name="T29" fmla="*/ 8 h 14"/>
                  <a:gd name="T30" fmla="*/ 4 w 8"/>
                  <a:gd name="T31" fmla="*/ 5 h 14"/>
                  <a:gd name="T32" fmla="*/ 3 w 8"/>
                  <a:gd name="T33" fmla="*/ 4 h 14"/>
                  <a:gd name="T34" fmla="*/ 0 w 8"/>
                  <a:gd name="T35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" h="14">
                    <a:moveTo>
                      <a:pt x="0" y="4"/>
                    </a:moveTo>
                    <a:lnTo>
                      <a:pt x="0" y="4"/>
                    </a:lnTo>
                    <a:lnTo>
                      <a:pt x="1" y="3"/>
                    </a:lnTo>
                    <a:lnTo>
                      <a:pt x="4" y="3"/>
                    </a:lnTo>
                    <a:lnTo>
                      <a:pt x="6" y="3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8" y="4"/>
                    </a:lnTo>
                    <a:lnTo>
                      <a:pt x="7" y="7"/>
                    </a:lnTo>
                    <a:lnTo>
                      <a:pt x="7" y="10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4" y="8"/>
                    </a:lnTo>
                    <a:lnTo>
                      <a:pt x="4" y="5"/>
                    </a:lnTo>
                    <a:lnTo>
                      <a:pt x="3" y="4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79" name="ïSḻiḓè"/>
              <p:cNvSpPr/>
              <p:nvPr/>
            </p:nvSpPr>
            <p:spPr bwMode="auto">
              <a:xfrm>
                <a:off x="5192900" y="5262851"/>
                <a:ext cx="30720" cy="43003"/>
              </a:xfrm>
              <a:custGeom>
                <a:avLst/>
                <a:gdLst>
                  <a:gd name="T0" fmla="*/ 0 w 8"/>
                  <a:gd name="T1" fmla="*/ 4 h 14"/>
                  <a:gd name="T2" fmla="*/ 0 w 8"/>
                  <a:gd name="T3" fmla="*/ 4 h 14"/>
                  <a:gd name="T4" fmla="*/ 1 w 8"/>
                  <a:gd name="T5" fmla="*/ 3 h 14"/>
                  <a:gd name="T6" fmla="*/ 4 w 8"/>
                  <a:gd name="T7" fmla="*/ 3 h 14"/>
                  <a:gd name="T8" fmla="*/ 6 w 8"/>
                  <a:gd name="T9" fmla="*/ 3 h 14"/>
                  <a:gd name="T10" fmla="*/ 8 w 8"/>
                  <a:gd name="T11" fmla="*/ 0 h 14"/>
                  <a:gd name="T12" fmla="*/ 8 w 8"/>
                  <a:gd name="T13" fmla="*/ 0 h 14"/>
                  <a:gd name="T14" fmla="*/ 8 w 8"/>
                  <a:gd name="T15" fmla="*/ 4 h 14"/>
                  <a:gd name="T16" fmla="*/ 7 w 8"/>
                  <a:gd name="T17" fmla="*/ 7 h 14"/>
                  <a:gd name="T18" fmla="*/ 7 w 8"/>
                  <a:gd name="T19" fmla="*/ 10 h 14"/>
                  <a:gd name="T20" fmla="*/ 8 w 8"/>
                  <a:gd name="T21" fmla="*/ 14 h 14"/>
                  <a:gd name="T22" fmla="*/ 8 w 8"/>
                  <a:gd name="T23" fmla="*/ 14 h 14"/>
                  <a:gd name="T24" fmla="*/ 6 w 8"/>
                  <a:gd name="T25" fmla="*/ 13 h 14"/>
                  <a:gd name="T26" fmla="*/ 4 w 8"/>
                  <a:gd name="T27" fmla="*/ 13 h 14"/>
                  <a:gd name="T28" fmla="*/ 4 w 8"/>
                  <a:gd name="T29" fmla="*/ 8 h 14"/>
                  <a:gd name="T30" fmla="*/ 4 w 8"/>
                  <a:gd name="T31" fmla="*/ 5 h 14"/>
                  <a:gd name="T32" fmla="*/ 3 w 8"/>
                  <a:gd name="T33" fmla="*/ 4 h 14"/>
                  <a:gd name="T34" fmla="*/ 0 w 8"/>
                  <a:gd name="T35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" h="14">
                    <a:moveTo>
                      <a:pt x="0" y="4"/>
                    </a:moveTo>
                    <a:lnTo>
                      <a:pt x="0" y="4"/>
                    </a:lnTo>
                    <a:lnTo>
                      <a:pt x="1" y="3"/>
                    </a:lnTo>
                    <a:lnTo>
                      <a:pt x="4" y="3"/>
                    </a:lnTo>
                    <a:lnTo>
                      <a:pt x="6" y="3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8" y="4"/>
                    </a:lnTo>
                    <a:lnTo>
                      <a:pt x="7" y="7"/>
                    </a:lnTo>
                    <a:lnTo>
                      <a:pt x="7" y="10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6" y="13"/>
                    </a:lnTo>
                    <a:lnTo>
                      <a:pt x="4" y="13"/>
                    </a:lnTo>
                    <a:lnTo>
                      <a:pt x="4" y="8"/>
                    </a:lnTo>
                    <a:lnTo>
                      <a:pt x="4" y="5"/>
                    </a:lnTo>
                    <a:lnTo>
                      <a:pt x="3" y="4"/>
                    </a:lnTo>
                    <a:lnTo>
                      <a:pt x="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0" name="ïṣḷïďe"/>
              <p:cNvSpPr/>
              <p:nvPr/>
            </p:nvSpPr>
            <p:spPr bwMode="auto">
              <a:xfrm>
                <a:off x="3546435" y="3444368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1" name="îśľîdé"/>
              <p:cNvSpPr/>
              <p:nvPr/>
            </p:nvSpPr>
            <p:spPr bwMode="auto">
              <a:xfrm>
                <a:off x="3546435" y="3444368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2" name="ïṣ1îďe"/>
              <p:cNvSpPr/>
              <p:nvPr/>
            </p:nvSpPr>
            <p:spPr bwMode="auto">
              <a:xfrm>
                <a:off x="4050204" y="4482626"/>
                <a:ext cx="12287" cy="18429"/>
              </a:xfrm>
              <a:custGeom>
                <a:avLst/>
                <a:gdLst>
                  <a:gd name="T0" fmla="*/ 0 w 6"/>
                  <a:gd name="T1" fmla="*/ 2 h 7"/>
                  <a:gd name="T2" fmla="*/ 0 w 6"/>
                  <a:gd name="T3" fmla="*/ 2 h 7"/>
                  <a:gd name="T4" fmla="*/ 2 w 6"/>
                  <a:gd name="T5" fmla="*/ 1 h 7"/>
                  <a:gd name="T6" fmla="*/ 2 w 6"/>
                  <a:gd name="T7" fmla="*/ 1 h 7"/>
                  <a:gd name="T8" fmla="*/ 2 w 6"/>
                  <a:gd name="T9" fmla="*/ 0 h 7"/>
                  <a:gd name="T10" fmla="*/ 2 w 6"/>
                  <a:gd name="T11" fmla="*/ 0 h 7"/>
                  <a:gd name="T12" fmla="*/ 5 w 6"/>
                  <a:gd name="T13" fmla="*/ 0 h 7"/>
                  <a:gd name="T14" fmla="*/ 6 w 6"/>
                  <a:gd name="T15" fmla="*/ 0 h 7"/>
                  <a:gd name="T16" fmla="*/ 6 w 6"/>
                  <a:gd name="T17" fmla="*/ 2 h 7"/>
                  <a:gd name="T18" fmla="*/ 6 w 6"/>
                  <a:gd name="T19" fmla="*/ 7 h 7"/>
                  <a:gd name="T20" fmla="*/ 6 w 6"/>
                  <a:gd name="T21" fmla="*/ 7 h 7"/>
                  <a:gd name="T22" fmla="*/ 3 w 6"/>
                  <a:gd name="T23" fmla="*/ 5 h 7"/>
                  <a:gd name="T24" fmla="*/ 2 w 6"/>
                  <a:gd name="T25" fmla="*/ 5 h 7"/>
                  <a:gd name="T26" fmla="*/ 3 w 6"/>
                  <a:gd name="T27" fmla="*/ 7 h 7"/>
                  <a:gd name="T28" fmla="*/ 3 w 6"/>
                  <a:gd name="T29" fmla="*/ 7 h 7"/>
                  <a:gd name="T30" fmla="*/ 2 w 6"/>
                  <a:gd name="T31" fmla="*/ 7 h 7"/>
                  <a:gd name="T32" fmla="*/ 2 w 6"/>
                  <a:gd name="T33" fmla="*/ 5 h 7"/>
                  <a:gd name="T34" fmla="*/ 0 w 6"/>
                  <a:gd name="T35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" h="7">
                    <a:moveTo>
                      <a:pt x="0" y="2"/>
                    </a:moveTo>
                    <a:lnTo>
                      <a:pt x="0" y="2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3" y="5"/>
                    </a:lnTo>
                    <a:lnTo>
                      <a:pt x="2" y="5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3" name="îṧ1iḑe"/>
              <p:cNvSpPr/>
              <p:nvPr/>
            </p:nvSpPr>
            <p:spPr bwMode="auto">
              <a:xfrm>
                <a:off x="4050204" y="4482626"/>
                <a:ext cx="12287" cy="18429"/>
              </a:xfrm>
              <a:custGeom>
                <a:avLst/>
                <a:gdLst>
                  <a:gd name="T0" fmla="*/ 0 w 6"/>
                  <a:gd name="T1" fmla="*/ 2 h 7"/>
                  <a:gd name="T2" fmla="*/ 0 w 6"/>
                  <a:gd name="T3" fmla="*/ 2 h 7"/>
                  <a:gd name="T4" fmla="*/ 2 w 6"/>
                  <a:gd name="T5" fmla="*/ 1 h 7"/>
                  <a:gd name="T6" fmla="*/ 2 w 6"/>
                  <a:gd name="T7" fmla="*/ 1 h 7"/>
                  <a:gd name="T8" fmla="*/ 2 w 6"/>
                  <a:gd name="T9" fmla="*/ 0 h 7"/>
                  <a:gd name="T10" fmla="*/ 2 w 6"/>
                  <a:gd name="T11" fmla="*/ 0 h 7"/>
                  <a:gd name="T12" fmla="*/ 5 w 6"/>
                  <a:gd name="T13" fmla="*/ 0 h 7"/>
                  <a:gd name="T14" fmla="*/ 6 w 6"/>
                  <a:gd name="T15" fmla="*/ 0 h 7"/>
                  <a:gd name="T16" fmla="*/ 6 w 6"/>
                  <a:gd name="T17" fmla="*/ 2 h 7"/>
                  <a:gd name="T18" fmla="*/ 6 w 6"/>
                  <a:gd name="T19" fmla="*/ 7 h 7"/>
                  <a:gd name="T20" fmla="*/ 6 w 6"/>
                  <a:gd name="T21" fmla="*/ 7 h 7"/>
                  <a:gd name="T22" fmla="*/ 3 w 6"/>
                  <a:gd name="T23" fmla="*/ 5 h 7"/>
                  <a:gd name="T24" fmla="*/ 2 w 6"/>
                  <a:gd name="T25" fmla="*/ 5 h 7"/>
                  <a:gd name="T26" fmla="*/ 3 w 6"/>
                  <a:gd name="T27" fmla="*/ 7 h 7"/>
                  <a:gd name="T28" fmla="*/ 3 w 6"/>
                  <a:gd name="T29" fmla="*/ 7 h 7"/>
                  <a:gd name="T30" fmla="*/ 2 w 6"/>
                  <a:gd name="T31" fmla="*/ 7 h 7"/>
                  <a:gd name="T32" fmla="*/ 2 w 6"/>
                  <a:gd name="T33" fmla="*/ 5 h 7"/>
                  <a:gd name="T34" fmla="*/ 0 w 6"/>
                  <a:gd name="T35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" h="7">
                    <a:moveTo>
                      <a:pt x="0" y="2"/>
                    </a:moveTo>
                    <a:lnTo>
                      <a:pt x="0" y="2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5" y="0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3" y="5"/>
                    </a:lnTo>
                    <a:lnTo>
                      <a:pt x="2" y="5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2" y="7"/>
                    </a:lnTo>
                    <a:lnTo>
                      <a:pt x="2" y="5"/>
                    </a:lnTo>
                    <a:lnTo>
                      <a:pt x="0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4" name="i$ḷîdé"/>
              <p:cNvSpPr/>
              <p:nvPr/>
            </p:nvSpPr>
            <p:spPr bwMode="auto">
              <a:xfrm>
                <a:off x="3945762" y="4531773"/>
                <a:ext cx="12287" cy="18429"/>
              </a:xfrm>
              <a:custGeom>
                <a:avLst/>
                <a:gdLst>
                  <a:gd name="T0" fmla="*/ 5 w 5"/>
                  <a:gd name="T1" fmla="*/ 0 h 6"/>
                  <a:gd name="T2" fmla="*/ 5 w 5"/>
                  <a:gd name="T3" fmla="*/ 0 h 6"/>
                  <a:gd name="T4" fmla="*/ 5 w 5"/>
                  <a:gd name="T5" fmla="*/ 2 h 6"/>
                  <a:gd name="T6" fmla="*/ 5 w 5"/>
                  <a:gd name="T7" fmla="*/ 2 h 6"/>
                  <a:gd name="T8" fmla="*/ 5 w 5"/>
                  <a:gd name="T9" fmla="*/ 2 h 6"/>
                  <a:gd name="T10" fmla="*/ 3 w 5"/>
                  <a:gd name="T11" fmla="*/ 5 h 6"/>
                  <a:gd name="T12" fmla="*/ 3 w 5"/>
                  <a:gd name="T13" fmla="*/ 6 h 6"/>
                  <a:gd name="T14" fmla="*/ 0 w 5"/>
                  <a:gd name="T15" fmla="*/ 6 h 6"/>
                  <a:gd name="T16" fmla="*/ 0 w 5"/>
                  <a:gd name="T17" fmla="*/ 6 h 6"/>
                  <a:gd name="T18" fmla="*/ 0 w 5"/>
                  <a:gd name="T19" fmla="*/ 3 h 6"/>
                  <a:gd name="T20" fmla="*/ 2 w 5"/>
                  <a:gd name="T21" fmla="*/ 0 h 6"/>
                  <a:gd name="T22" fmla="*/ 3 w 5"/>
                  <a:gd name="T23" fmla="*/ 0 h 6"/>
                  <a:gd name="T24" fmla="*/ 5 w 5"/>
                  <a:gd name="T2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" h="6">
                    <a:moveTo>
                      <a:pt x="5" y="0"/>
                    </a:moveTo>
                    <a:lnTo>
                      <a:pt x="5" y="0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5" name="islïdè"/>
              <p:cNvSpPr/>
              <p:nvPr/>
            </p:nvSpPr>
            <p:spPr bwMode="auto">
              <a:xfrm>
                <a:off x="3945762" y="4531773"/>
                <a:ext cx="12287" cy="18429"/>
              </a:xfrm>
              <a:custGeom>
                <a:avLst/>
                <a:gdLst>
                  <a:gd name="T0" fmla="*/ 5 w 5"/>
                  <a:gd name="T1" fmla="*/ 0 h 6"/>
                  <a:gd name="T2" fmla="*/ 5 w 5"/>
                  <a:gd name="T3" fmla="*/ 0 h 6"/>
                  <a:gd name="T4" fmla="*/ 5 w 5"/>
                  <a:gd name="T5" fmla="*/ 2 h 6"/>
                  <a:gd name="T6" fmla="*/ 5 w 5"/>
                  <a:gd name="T7" fmla="*/ 2 h 6"/>
                  <a:gd name="T8" fmla="*/ 5 w 5"/>
                  <a:gd name="T9" fmla="*/ 2 h 6"/>
                  <a:gd name="T10" fmla="*/ 3 w 5"/>
                  <a:gd name="T11" fmla="*/ 5 h 6"/>
                  <a:gd name="T12" fmla="*/ 3 w 5"/>
                  <a:gd name="T13" fmla="*/ 6 h 6"/>
                  <a:gd name="T14" fmla="*/ 0 w 5"/>
                  <a:gd name="T15" fmla="*/ 6 h 6"/>
                  <a:gd name="T16" fmla="*/ 0 w 5"/>
                  <a:gd name="T17" fmla="*/ 6 h 6"/>
                  <a:gd name="T18" fmla="*/ 0 w 5"/>
                  <a:gd name="T19" fmla="*/ 3 h 6"/>
                  <a:gd name="T20" fmla="*/ 2 w 5"/>
                  <a:gd name="T21" fmla="*/ 0 h 6"/>
                  <a:gd name="T22" fmla="*/ 3 w 5"/>
                  <a:gd name="T23" fmla="*/ 0 h 6"/>
                  <a:gd name="T24" fmla="*/ 5 w 5"/>
                  <a:gd name="T2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" h="6">
                    <a:moveTo>
                      <a:pt x="5" y="0"/>
                    </a:moveTo>
                    <a:lnTo>
                      <a:pt x="5" y="0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5" y="2"/>
                    </a:lnTo>
                    <a:lnTo>
                      <a:pt x="3" y="5"/>
                    </a:lnTo>
                    <a:lnTo>
                      <a:pt x="3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6" name="î$ḷiďè"/>
              <p:cNvSpPr/>
              <p:nvPr/>
            </p:nvSpPr>
            <p:spPr bwMode="auto">
              <a:xfrm>
                <a:off x="3546435" y="3438226"/>
                <a:ext cx="30720" cy="18429"/>
              </a:xfrm>
              <a:custGeom>
                <a:avLst/>
                <a:gdLst>
                  <a:gd name="T0" fmla="*/ 0 w 10"/>
                  <a:gd name="T1" fmla="*/ 3 h 6"/>
                  <a:gd name="T2" fmla="*/ 0 w 10"/>
                  <a:gd name="T3" fmla="*/ 3 h 6"/>
                  <a:gd name="T4" fmla="*/ 0 w 10"/>
                  <a:gd name="T5" fmla="*/ 6 h 6"/>
                  <a:gd name="T6" fmla="*/ 0 w 10"/>
                  <a:gd name="T7" fmla="*/ 6 h 6"/>
                  <a:gd name="T8" fmla="*/ 0 w 10"/>
                  <a:gd name="T9" fmla="*/ 6 h 6"/>
                  <a:gd name="T10" fmla="*/ 0 w 10"/>
                  <a:gd name="T11" fmla="*/ 6 h 6"/>
                  <a:gd name="T12" fmla="*/ 0 w 10"/>
                  <a:gd name="T13" fmla="*/ 6 h 6"/>
                  <a:gd name="T14" fmla="*/ 10 w 10"/>
                  <a:gd name="T15" fmla="*/ 1 h 6"/>
                  <a:gd name="T16" fmla="*/ 10 w 10"/>
                  <a:gd name="T17" fmla="*/ 1 h 6"/>
                  <a:gd name="T18" fmla="*/ 10 w 10"/>
                  <a:gd name="T19" fmla="*/ 1 h 6"/>
                  <a:gd name="T20" fmla="*/ 10 w 10"/>
                  <a:gd name="T21" fmla="*/ 1 h 6"/>
                  <a:gd name="T22" fmla="*/ 10 w 10"/>
                  <a:gd name="T23" fmla="*/ 1 h 6"/>
                  <a:gd name="T24" fmla="*/ 10 w 10"/>
                  <a:gd name="T25" fmla="*/ 1 h 6"/>
                  <a:gd name="T26" fmla="*/ 9 w 10"/>
                  <a:gd name="T27" fmla="*/ 1 h 6"/>
                  <a:gd name="T28" fmla="*/ 9 w 10"/>
                  <a:gd name="T29" fmla="*/ 1 h 6"/>
                  <a:gd name="T30" fmla="*/ 4 w 10"/>
                  <a:gd name="T31" fmla="*/ 1 h 6"/>
                  <a:gd name="T32" fmla="*/ 4 w 10"/>
                  <a:gd name="T33" fmla="*/ 1 h 6"/>
                  <a:gd name="T34" fmla="*/ 6 w 10"/>
                  <a:gd name="T35" fmla="*/ 0 h 6"/>
                  <a:gd name="T36" fmla="*/ 9 w 10"/>
                  <a:gd name="T37" fmla="*/ 0 h 6"/>
                  <a:gd name="T38" fmla="*/ 9 w 10"/>
                  <a:gd name="T39" fmla="*/ 0 h 6"/>
                  <a:gd name="T40" fmla="*/ 9 w 10"/>
                  <a:gd name="T41" fmla="*/ 0 h 6"/>
                  <a:gd name="T42" fmla="*/ 9 w 10"/>
                  <a:gd name="T43" fmla="*/ 0 h 6"/>
                  <a:gd name="T44" fmla="*/ 9 w 10"/>
                  <a:gd name="T45" fmla="*/ 0 h 6"/>
                  <a:gd name="T46" fmla="*/ 0 w 10"/>
                  <a:gd name="T47" fmla="*/ 3 h 6"/>
                  <a:gd name="T48" fmla="*/ 0 w 10"/>
                  <a:gd name="T49" fmla="*/ 3 h 6"/>
                  <a:gd name="T50" fmla="*/ 0 w 10"/>
                  <a:gd name="T51" fmla="*/ 3 h 6"/>
                  <a:gd name="T52" fmla="*/ 0 w 10"/>
                  <a:gd name="T53" fmla="*/ 3 h 6"/>
                  <a:gd name="T54" fmla="*/ 0 w 10"/>
                  <a:gd name="T55" fmla="*/ 3 h 6"/>
                  <a:gd name="T56" fmla="*/ 0 w 10"/>
                  <a:gd name="T57" fmla="*/ 3 h 6"/>
                  <a:gd name="T58" fmla="*/ 0 w 10"/>
                  <a:gd name="T59" fmla="*/ 3 h 6"/>
                  <a:gd name="T60" fmla="*/ 0 w 10"/>
                  <a:gd name="T61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" h="6">
                    <a:moveTo>
                      <a:pt x="0" y="3"/>
                    </a:moveTo>
                    <a:lnTo>
                      <a:pt x="0" y="3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9" y="1"/>
                    </a:lnTo>
                    <a:lnTo>
                      <a:pt x="9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7" name="ïŝľiḓe"/>
              <p:cNvSpPr/>
              <p:nvPr/>
            </p:nvSpPr>
            <p:spPr bwMode="auto">
              <a:xfrm>
                <a:off x="3546435" y="3438226"/>
                <a:ext cx="30720" cy="18429"/>
              </a:xfrm>
              <a:custGeom>
                <a:avLst/>
                <a:gdLst>
                  <a:gd name="T0" fmla="*/ 0 w 10"/>
                  <a:gd name="T1" fmla="*/ 3 h 6"/>
                  <a:gd name="T2" fmla="*/ 0 w 10"/>
                  <a:gd name="T3" fmla="*/ 3 h 6"/>
                  <a:gd name="T4" fmla="*/ 0 w 10"/>
                  <a:gd name="T5" fmla="*/ 6 h 6"/>
                  <a:gd name="T6" fmla="*/ 0 w 10"/>
                  <a:gd name="T7" fmla="*/ 6 h 6"/>
                  <a:gd name="T8" fmla="*/ 0 w 10"/>
                  <a:gd name="T9" fmla="*/ 6 h 6"/>
                  <a:gd name="T10" fmla="*/ 0 w 10"/>
                  <a:gd name="T11" fmla="*/ 6 h 6"/>
                  <a:gd name="T12" fmla="*/ 0 w 10"/>
                  <a:gd name="T13" fmla="*/ 6 h 6"/>
                  <a:gd name="T14" fmla="*/ 10 w 10"/>
                  <a:gd name="T15" fmla="*/ 1 h 6"/>
                  <a:gd name="T16" fmla="*/ 10 w 10"/>
                  <a:gd name="T17" fmla="*/ 1 h 6"/>
                  <a:gd name="T18" fmla="*/ 10 w 10"/>
                  <a:gd name="T19" fmla="*/ 1 h 6"/>
                  <a:gd name="T20" fmla="*/ 10 w 10"/>
                  <a:gd name="T21" fmla="*/ 1 h 6"/>
                  <a:gd name="T22" fmla="*/ 10 w 10"/>
                  <a:gd name="T23" fmla="*/ 1 h 6"/>
                  <a:gd name="T24" fmla="*/ 10 w 10"/>
                  <a:gd name="T25" fmla="*/ 1 h 6"/>
                  <a:gd name="T26" fmla="*/ 9 w 10"/>
                  <a:gd name="T27" fmla="*/ 1 h 6"/>
                  <a:gd name="T28" fmla="*/ 9 w 10"/>
                  <a:gd name="T29" fmla="*/ 1 h 6"/>
                  <a:gd name="T30" fmla="*/ 4 w 10"/>
                  <a:gd name="T31" fmla="*/ 1 h 6"/>
                  <a:gd name="T32" fmla="*/ 4 w 10"/>
                  <a:gd name="T33" fmla="*/ 1 h 6"/>
                  <a:gd name="T34" fmla="*/ 6 w 10"/>
                  <a:gd name="T35" fmla="*/ 0 h 6"/>
                  <a:gd name="T36" fmla="*/ 9 w 10"/>
                  <a:gd name="T37" fmla="*/ 0 h 6"/>
                  <a:gd name="T38" fmla="*/ 9 w 10"/>
                  <a:gd name="T39" fmla="*/ 0 h 6"/>
                  <a:gd name="T40" fmla="*/ 9 w 10"/>
                  <a:gd name="T41" fmla="*/ 0 h 6"/>
                  <a:gd name="T42" fmla="*/ 9 w 10"/>
                  <a:gd name="T43" fmla="*/ 0 h 6"/>
                  <a:gd name="T44" fmla="*/ 9 w 10"/>
                  <a:gd name="T45" fmla="*/ 0 h 6"/>
                  <a:gd name="T46" fmla="*/ 0 w 10"/>
                  <a:gd name="T47" fmla="*/ 3 h 6"/>
                  <a:gd name="T48" fmla="*/ 0 w 10"/>
                  <a:gd name="T49" fmla="*/ 3 h 6"/>
                  <a:gd name="T50" fmla="*/ 0 w 10"/>
                  <a:gd name="T51" fmla="*/ 3 h 6"/>
                  <a:gd name="T52" fmla="*/ 0 w 10"/>
                  <a:gd name="T53" fmla="*/ 3 h 6"/>
                  <a:gd name="T54" fmla="*/ 0 w 10"/>
                  <a:gd name="T55" fmla="*/ 3 h 6"/>
                  <a:gd name="T56" fmla="*/ 0 w 10"/>
                  <a:gd name="T57" fmla="*/ 3 h 6"/>
                  <a:gd name="T58" fmla="*/ 0 w 10"/>
                  <a:gd name="T59" fmla="*/ 3 h 6"/>
                  <a:gd name="T60" fmla="*/ 0 w 10"/>
                  <a:gd name="T61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0" h="6">
                    <a:moveTo>
                      <a:pt x="0" y="3"/>
                    </a:moveTo>
                    <a:lnTo>
                      <a:pt x="0" y="3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9" y="1"/>
                    </a:lnTo>
                    <a:lnTo>
                      <a:pt x="9" y="1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8" name="î$1îḑê"/>
              <p:cNvSpPr/>
              <p:nvPr/>
            </p:nvSpPr>
            <p:spPr bwMode="auto">
              <a:xfrm>
                <a:off x="3546435" y="346280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89" name="iŝḻïḓé"/>
              <p:cNvSpPr/>
              <p:nvPr/>
            </p:nvSpPr>
            <p:spPr bwMode="auto">
              <a:xfrm>
                <a:off x="3546435" y="3462800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0" name="íšlîḍê"/>
              <p:cNvSpPr/>
              <p:nvPr/>
            </p:nvSpPr>
            <p:spPr bwMode="auto">
              <a:xfrm>
                <a:off x="3546435" y="3462800"/>
                <a:ext cx="0" cy="0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0 h 1"/>
                  <a:gd name="T4" fmla="*/ 0 h 1"/>
                  <a:gd name="T5" fmla="*/ 0 h 1"/>
                  <a:gd name="T6" fmla="*/ 1 h 1"/>
                  <a:gd name="T7" fmla="*/ 1 h 1"/>
                  <a:gd name="T8" fmla="*/ 0 h 1"/>
                  <a:gd name="T9" fmla="*/ 0 h 1"/>
                  <a:gd name="T10" fmla="*/ 0 h 1"/>
                  <a:gd name="T11" fmla="*/ 0 h 1"/>
                  <a:gd name="T12" fmla="*/ 0 h 1"/>
                  <a:gd name="T13" fmla="*/ 0 h 1"/>
                  <a:gd name="T14" fmla="*/ 0 h 1"/>
                  <a:gd name="T15" fmla="*/ 0 h 1"/>
                  <a:gd name="T16" fmla="*/ 0 h 1"/>
                  <a:gd name="T17" fmla="*/ 0 h 1"/>
                  <a:gd name="T18" fmla="*/ 1 h 1"/>
                  <a:gd name="T19" fmla="*/ 1 h 1"/>
                  <a:gd name="T20" fmla="*/ 0 h 1"/>
                  <a:gd name="T21" fmla="*/ 0 h 1"/>
                  <a:gd name="T22" fmla="*/ 0 h 1"/>
                  <a:gd name="T23" fmla="*/ 0 h 1"/>
                  <a:gd name="T24" fmla="*/ 0 h 1"/>
                  <a:gd name="T25" fmla="*/ 0 h 1"/>
                  <a:gd name="T26" fmla="*/ 0 h 1"/>
                  <a:gd name="T27" fmla="*/ 0 h 1"/>
                  <a:gd name="T28" fmla="*/ 0 h 1"/>
                  <a:gd name="T29" fmla="*/ 0 h 1"/>
                  <a:gd name="T30" fmla="*/ 0 h 1"/>
                  <a:gd name="T31" fmla="*/ 0 h 1"/>
                  <a:gd name="T32" fmla="*/ 0 h 1"/>
                  <a:gd name="T33" fmla="*/ 0 h 1"/>
                  <a:gd name="T34" fmla="*/ 0 h 1"/>
                  <a:gd name="T35" fmla="*/ 0 h 1"/>
                  <a:gd name="T36" fmla="*/ 0 h 1"/>
                  <a:gd name="T37" fmla="*/ 0 h 1"/>
                  <a:gd name="T38" fmla="*/ 0 h 1"/>
                  <a:gd name="T39" fmla="*/ 0 h 1"/>
                  <a:gd name="T40" fmla="*/ 0 h 1"/>
                  <a:gd name="T41" fmla="*/ 0 h 1"/>
                  <a:gd name="T42" fmla="*/ 0 h 1"/>
                  <a:gd name="T43" fmla="*/ 0 h 1"/>
                  <a:gd name="T44" fmla="*/ 0 h 1"/>
                  <a:gd name="T45" fmla="*/ 0 h 1"/>
                  <a:gd name="T46" fmla="*/ 1 h 1"/>
                  <a:gd name="T47" fmla="*/ 1 h 1"/>
                  <a:gd name="T48" fmla="*/ 0 h 1"/>
                  <a:gd name="T49" fmla="*/ 0 h 1"/>
                  <a:gd name="T50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  <a:cxn ang="0">
                    <a:pos x="0" y="T46"/>
                  </a:cxn>
                  <a:cxn ang="0">
                    <a:pos x="0" y="T47"/>
                  </a:cxn>
                  <a:cxn ang="0">
                    <a:pos x="0" y="T48"/>
                  </a:cxn>
                  <a:cxn ang="0">
                    <a:pos x="0" y="T49"/>
                  </a:cxn>
                  <a:cxn ang="0">
                    <a:pos x="0" y="T50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0" y="1"/>
                    </a:move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1" name="íşľîdé"/>
              <p:cNvSpPr/>
              <p:nvPr/>
            </p:nvSpPr>
            <p:spPr bwMode="auto">
              <a:xfrm>
                <a:off x="3546435" y="3462800"/>
                <a:ext cx="0" cy="0"/>
              </a:xfrm>
              <a:custGeom>
                <a:avLst/>
                <a:gdLst>
                  <a:gd name="T0" fmla="*/ 0 h 1"/>
                  <a:gd name="T1" fmla="*/ 0 h 1"/>
                  <a:gd name="T2" fmla="*/ 0 h 1"/>
                  <a:gd name="T3" fmla="*/ 0 h 1"/>
                  <a:gd name="T4" fmla="*/ 0 h 1"/>
                  <a:gd name="T5" fmla="*/ 0 h 1"/>
                  <a:gd name="T6" fmla="*/ 1 h 1"/>
                  <a:gd name="T7" fmla="*/ 1 h 1"/>
                  <a:gd name="T8" fmla="*/ 0 h 1"/>
                  <a:gd name="T9" fmla="*/ 0 h 1"/>
                  <a:gd name="T10" fmla="*/ 0 h 1"/>
                  <a:gd name="T11" fmla="*/ 0 h 1"/>
                  <a:gd name="T12" fmla="*/ 0 h 1"/>
                  <a:gd name="T13" fmla="*/ 0 h 1"/>
                  <a:gd name="T14" fmla="*/ 0 h 1"/>
                  <a:gd name="T15" fmla="*/ 0 h 1"/>
                  <a:gd name="T16" fmla="*/ 0 h 1"/>
                  <a:gd name="T17" fmla="*/ 0 h 1"/>
                  <a:gd name="T18" fmla="*/ 1 h 1"/>
                  <a:gd name="T19" fmla="*/ 1 h 1"/>
                  <a:gd name="T20" fmla="*/ 0 h 1"/>
                  <a:gd name="T21" fmla="*/ 0 h 1"/>
                  <a:gd name="T22" fmla="*/ 0 h 1"/>
                  <a:gd name="T23" fmla="*/ 0 h 1"/>
                  <a:gd name="T24" fmla="*/ 0 h 1"/>
                  <a:gd name="T25" fmla="*/ 0 h 1"/>
                  <a:gd name="T26" fmla="*/ 0 h 1"/>
                  <a:gd name="T27" fmla="*/ 0 h 1"/>
                  <a:gd name="T28" fmla="*/ 0 h 1"/>
                  <a:gd name="T29" fmla="*/ 0 h 1"/>
                  <a:gd name="T30" fmla="*/ 0 h 1"/>
                  <a:gd name="T31" fmla="*/ 0 h 1"/>
                  <a:gd name="T32" fmla="*/ 0 h 1"/>
                  <a:gd name="T33" fmla="*/ 0 h 1"/>
                  <a:gd name="T34" fmla="*/ 0 h 1"/>
                  <a:gd name="T35" fmla="*/ 0 h 1"/>
                  <a:gd name="T36" fmla="*/ 0 h 1"/>
                  <a:gd name="T37" fmla="*/ 0 h 1"/>
                  <a:gd name="T38" fmla="*/ 0 h 1"/>
                  <a:gd name="T39" fmla="*/ 0 h 1"/>
                  <a:gd name="T40" fmla="*/ 0 h 1"/>
                  <a:gd name="T41" fmla="*/ 0 h 1"/>
                  <a:gd name="T42" fmla="*/ 0 h 1"/>
                  <a:gd name="T43" fmla="*/ 0 h 1"/>
                  <a:gd name="T44" fmla="*/ 0 h 1"/>
                  <a:gd name="T45" fmla="*/ 0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  <a:cxn ang="0">
                    <a:pos x="0" y="T10"/>
                  </a:cxn>
                  <a:cxn ang="0">
                    <a:pos x="0" y="T11"/>
                  </a:cxn>
                  <a:cxn ang="0">
                    <a:pos x="0" y="T12"/>
                  </a:cxn>
                  <a:cxn ang="0">
                    <a:pos x="0" y="T13"/>
                  </a:cxn>
                  <a:cxn ang="0">
                    <a:pos x="0" y="T14"/>
                  </a:cxn>
                  <a:cxn ang="0">
                    <a:pos x="0" y="T15"/>
                  </a:cxn>
                  <a:cxn ang="0">
                    <a:pos x="0" y="T16"/>
                  </a:cxn>
                  <a:cxn ang="0">
                    <a:pos x="0" y="T17"/>
                  </a:cxn>
                  <a:cxn ang="0">
                    <a:pos x="0" y="T18"/>
                  </a:cxn>
                  <a:cxn ang="0">
                    <a:pos x="0" y="T19"/>
                  </a:cxn>
                  <a:cxn ang="0">
                    <a:pos x="0" y="T20"/>
                  </a:cxn>
                  <a:cxn ang="0">
                    <a:pos x="0" y="T21"/>
                  </a:cxn>
                  <a:cxn ang="0">
                    <a:pos x="0" y="T22"/>
                  </a:cxn>
                  <a:cxn ang="0">
                    <a:pos x="0" y="T23"/>
                  </a:cxn>
                  <a:cxn ang="0">
                    <a:pos x="0" y="T24"/>
                  </a:cxn>
                  <a:cxn ang="0">
                    <a:pos x="0" y="T25"/>
                  </a:cxn>
                  <a:cxn ang="0">
                    <a:pos x="0" y="T26"/>
                  </a:cxn>
                  <a:cxn ang="0">
                    <a:pos x="0" y="T27"/>
                  </a:cxn>
                  <a:cxn ang="0">
                    <a:pos x="0" y="T28"/>
                  </a:cxn>
                  <a:cxn ang="0">
                    <a:pos x="0" y="T29"/>
                  </a:cxn>
                  <a:cxn ang="0">
                    <a:pos x="0" y="T30"/>
                  </a:cxn>
                  <a:cxn ang="0">
                    <a:pos x="0" y="T31"/>
                  </a:cxn>
                  <a:cxn ang="0">
                    <a:pos x="0" y="T32"/>
                  </a:cxn>
                  <a:cxn ang="0">
                    <a:pos x="0" y="T33"/>
                  </a:cxn>
                  <a:cxn ang="0">
                    <a:pos x="0" y="T34"/>
                  </a:cxn>
                  <a:cxn ang="0">
                    <a:pos x="0" y="T35"/>
                  </a:cxn>
                  <a:cxn ang="0">
                    <a:pos x="0" y="T36"/>
                  </a:cxn>
                  <a:cxn ang="0">
                    <a:pos x="0" y="T37"/>
                  </a:cxn>
                  <a:cxn ang="0">
                    <a:pos x="0" y="T38"/>
                  </a:cxn>
                  <a:cxn ang="0">
                    <a:pos x="0" y="T39"/>
                  </a:cxn>
                  <a:cxn ang="0">
                    <a:pos x="0" y="T40"/>
                  </a:cxn>
                  <a:cxn ang="0">
                    <a:pos x="0" y="T41"/>
                  </a:cxn>
                  <a:cxn ang="0">
                    <a:pos x="0" y="T42"/>
                  </a:cxn>
                  <a:cxn ang="0">
                    <a:pos x="0" y="T43"/>
                  </a:cxn>
                  <a:cxn ang="0">
                    <a:pos x="0" y="T44"/>
                  </a:cxn>
                  <a:cxn ang="0">
                    <a:pos x="0" y="T45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2" name="îṥḷîḍê"/>
              <p:cNvSpPr/>
              <p:nvPr/>
            </p:nvSpPr>
            <p:spPr bwMode="auto">
              <a:xfrm>
                <a:off x="3546435" y="3462800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3" name="îšľïḋê"/>
              <p:cNvSpPr/>
              <p:nvPr/>
            </p:nvSpPr>
            <p:spPr bwMode="auto">
              <a:xfrm>
                <a:off x="3552577" y="3616386"/>
                <a:ext cx="0" cy="12287"/>
              </a:xfrm>
              <a:custGeom>
                <a:avLst/>
                <a:gdLst>
                  <a:gd name="T0" fmla="*/ 3 h 4"/>
                  <a:gd name="T1" fmla="*/ 3 h 4"/>
                  <a:gd name="T2" fmla="*/ 4 h 4"/>
                  <a:gd name="T3" fmla="*/ 4 h 4"/>
                  <a:gd name="T4" fmla="*/ 4 h 4"/>
                  <a:gd name="T5" fmla="*/ 1 h 4"/>
                  <a:gd name="T6" fmla="*/ 1 h 4"/>
                  <a:gd name="T7" fmla="*/ 0 h 4"/>
                  <a:gd name="T8" fmla="*/ 1 h 4"/>
                  <a:gd name="T9" fmla="*/ 3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</a:cxnLst>
                <a:rect l="0" t="0" r="r" b="b"/>
                <a:pathLst>
                  <a:path h="4">
                    <a:moveTo>
                      <a:pt x="0" y="3"/>
                    </a:moveTo>
                    <a:lnTo>
                      <a:pt x="0" y="3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4" name="îṥļíḓè"/>
              <p:cNvSpPr/>
              <p:nvPr/>
            </p:nvSpPr>
            <p:spPr bwMode="auto">
              <a:xfrm>
                <a:off x="3552577" y="3616386"/>
                <a:ext cx="0" cy="12287"/>
              </a:xfrm>
              <a:custGeom>
                <a:avLst/>
                <a:gdLst>
                  <a:gd name="T0" fmla="*/ 3 h 4"/>
                  <a:gd name="T1" fmla="*/ 3 h 4"/>
                  <a:gd name="T2" fmla="*/ 4 h 4"/>
                  <a:gd name="T3" fmla="*/ 4 h 4"/>
                  <a:gd name="T4" fmla="*/ 4 h 4"/>
                  <a:gd name="T5" fmla="*/ 1 h 4"/>
                  <a:gd name="T6" fmla="*/ 1 h 4"/>
                  <a:gd name="T7" fmla="*/ 0 h 4"/>
                  <a:gd name="T8" fmla="*/ 1 h 4"/>
                  <a:gd name="T9" fmla="*/ 3 h 4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  <a:cxn ang="0">
                    <a:pos x="0" y="T5"/>
                  </a:cxn>
                  <a:cxn ang="0">
                    <a:pos x="0" y="T6"/>
                  </a:cxn>
                  <a:cxn ang="0">
                    <a:pos x="0" y="T7"/>
                  </a:cxn>
                  <a:cxn ang="0">
                    <a:pos x="0" y="T8"/>
                  </a:cxn>
                  <a:cxn ang="0">
                    <a:pos x="0" y="T9"/>
                  </a:cxn>
                </a:cxnLst>
                <a:rect l="0" t="0" r="r" b="b"/>
                <a:pathLst>
                  <a:path h="4">
                    <a:moveTo>
                      <a:pt x="0" y="3"/>
                    </a:moveTo>
                    <a:lnTo>
                      <a:pt x="0" y="3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5" name="íšľïḓe"/>
              <p:cNvSpPr/>
              <p:nvPr/>
            </p:nvSpPr>
            <p:spPr bwMode="auto">
              <a:xfrm>
                <a:off x="3528003" y="3536523"/>
                <a:ext cx="6145" cy="12287"/>
              </a:xfrm>
              <a:custGeom>
                <a:avLst/>
                <a:gdLst>
                  <a:gd name="T0" fmla="*/ 1 w 1"/>
                  <a:gd name="T1" fmla="*/ 0 h 5"/>
                  <a:gd name="T2" fmla="*/ 1 w 1"/>
                  <a:gd name="T3" fmla="*/ 0 h 5"/>
                  <a:gd name="T4" fmla="*/ 1 w 1"/>
                  <a:gd name="T5" fmla="*/ 5 h 5"/>
                  <a:gd name="T6" fmla="*/ 1 w 1"/>
                  <a:gd name="T7" fmla="*/ 5 h 5"/>
                  <a:gd name="T8" fmla="*/ 0 w 1"/>
                  <a:gd name="T9" fmla="*/ 5 h 5"/>
                  <a:gd name="T10" fmla="*/ 0 w 1"/>
                  <a:gd name="T11" fmla="*/ 3 h 5"/>
                  <a:gd name="T12" fmla="*/ 0 w 1"/>
                  <a:gd name="T13" fmla="*/ 3 h 5"/>
                  <a:gd name="T14" fmla="*/ 1 w 1"/>
                  <a:gd name="T15" fmla="*/ 2 h 5"/>
                  <a:gd name="T16" fmla="*/ 1 w 1"/>
                  <a:gd name="T17" fmla="*/ 2 h 5"/>
                  <a:gd name="T18" fmla="*/ 1 w 1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lnTo>
                      <a:pt x="1" y="0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6" name="iSlíḓê"/>
              <p:cNvSpPr/>
              <p:nvPr/>
            </p:nvSpPr>
            <p:spPr bwMode="auto">
              <a:xfrm>
                <a:off x="3528003" y="3536523"/>
                <a:ext cx="6145" cy="12287"/>
              </a:xfrm>
              <a:custGeom>
                <a:avLst/>
                <a:gdLst>
                  <a:gd name="T0" fmla="*/ 1 w 1"/>
                  <a:gd name="T1" fmla="*/ 0 h 5"/>
                  <a:gd name="T2" fmla="*/ 1 w 1"/>
                  <a:gd name="T3" fmla="*/ 0 h 5"/>
                  <a:gd name="T4" fmla="*/ 1 w 1"/>
                  <a:gd name="T5" fmla="*/ 5 h 5"/>
                  <a:gd name="T6" fmla="*/ 1 w 1"/>
                  <a:gd name="T7" fmla="*/ 5 h 5"/>
                  <a:gd name="T8" fmla="*/ 0 w 1"/>
                  <a:gd name="T9" fmla="*/ 5 h 5"/>
                  <a:gd name="T10" fmla="*/ 0 w 1"/>
                  <a:gd name="T11" fmla="*/ 3 h 5"/>
                  <a:gd name="T12" fmla="*/ 0 w 1"/>
                  <a:gd name="T13" fmla="*/ 3 h 5"/>
                  <a:gd name="T14" fmla="*/ 1 w 1"/>
                  <a:gd name="T15" fmla="*/ 2 h 5"/>
                  <a:gd name="T16" fmla="*/ 1 w 1"/>
                  <a:gd name="T17" fmla="*/ 2 h 5"/>
                  <a:gd name="T18" fmla="*/ 1 w 1"/>
                  <a:gd name="T19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lnTo>
                      <a:pt x="1" y="0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7" name="îṧlíde"/>
              <p:cNvSpPr/>
              <p:nvPr/>
            </p:nvSpPr>
            <p:spPr bwMode="auto">
              <a:xfrm>
                <a:off x="3534149" y="3505802"/>
                <a:ext cx="6145" cy="24574"/>
              </a:xfrm>
              <a:custGeom>
                <a:avLst/>
                <a:gdLst>
                  <a:gd name="T0" fmla="*/ 2 w 2"/>
                  <a:gd name="T1" fmla="*/ 0 h 9"/>
                  <a:gd name="T2" fmla="*/ 2 w 2"/>
                  <a:gd name="T3" fmla="*/ 0 h 9"/>
                  <a:gd name="T4" fmla="*/ 0 w 2"/>
                  <a:gd name="T5" fmla="*/ 7 h 9"/>
                  <a:gd name="T6" fmla="*/ 0 w 2"/>
                  <a:gd name="T7" fmla="*/ 7 h 9"/>
                  <a:gd name="T8" fmla="*/ 0 w 2"/>
                  <a:gd name="T9" fmla="*/ 9 h 9"/>
                  <a:gd name="T10" fmla="*/ 0 w 2"/>
                  <a:gd name="T11" fmla="*/ 5 h 9"/>
                  <a:gd name="T12" fmla="*/ 0 w 2"/>
                  <a:gd name="T13" fmla="*/ 5 h 9"/>
                  <a:gd name="T14" fmla="*/ 0 w 2"/>
                  <a:gd name="T15" fmla="*/ 6 h 9"/>
                  <a:gd name="T16" fmla="*/ 2 w 2"/>
                  <a:gd name="T1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9">
                    <a:moveTo>
                      <a:pt x="2" y="0"/>
                    </a:moveTo>
                    <a:lnTo>
                      <a:pt x="2" y="0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8" name="iṩliḋê"/>
              <p:cNvSpPr/>
              <p:nvPr/>
            </p:nvSpPr>
            <p:spPr bwMode="auto">
              <a:xfrm>
                <a:off x="3534149" y="3505802"/>
                <a:ext cx="6145" cy="24574"/>
              </a:xfrm>
              <a:custGeom>
                <a:avLst/>
                <a:gdLst>
                  <a:gd name="T0" fmla="*/ 2 w 2"/>
                  <a:gd name="T1" fmla="*/ 0 h 9"/>
                  <a:gd name="T2" fmla="*/ 2 w 2"/>
                  <a:gd name="T3" fmla="*/ 0 h 9"/>
                  <a:gd name="T4" fmla="*/ 0 w 2"/>
                  <a:gd name="T5" fmla="*/ 7 h 9"/>
                  <a:gd name="T6" fmla="*/ 0 w 2"/>
                  <a:gd name="T7" fmla="*/ 7 h 9"/>
                  <a:gd name="T8" fmla="*/ 0 w 2"/>
                  <a:gd name="T9" fmla="*/ 9 h 9"/>
                  <a:gd name="T10" fmla="*/ 0 w 2"/>
                  <a:gd name="T11" fmla="*/ 5 h 9"/>
                  <a:gd name="T12" fmla="*/ 0 w 2"/>
                  <a:gd name="T13" fmla="*/ 5 h 9"/>
                  <a:gd name="T14" fmla="*/ 0 w 2"/>
                  <a:gd name="T15" fmla="*/ 6 h 9"/>
                  <a:gd name="T16" fmla="*/ 2 w 2"/>
                  <a:gd name="T1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9">
                    <a:moveTo>
                      <a:pt x="2" y="0"/>
                    </a:moveTo>
                    <a:lnTo>
                      <a:pt x="2" y="0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9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6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399" name="iṥļídê"/>
              <p:cNvSpPr/>
              <p:nvPr/>
            </p:nvSpPr>
            <p:spPr bwMode="auto">
              <a:xfrm>
                <a:off x="3546435" y="345051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0" name="í$lïḋe"/>
              <p:cNvSpPr/>
              <p:nvPr/>
            </p:nvSpPr>
            <p:spPr bwMode="auto">
              <a:xfrm>
                <a:off x="3546435" y="3450512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1" name="íṣḷîḑè"/>
              <p:cNvSpPr/>
              <p:nvPr/>
            </p:nvSpPr>
            <p:spPr bwMode="auto">
              <a:xfrm>
                <a:off x="3521861" y="3524235"/>
                <a:ext cx="6145" cy="24574"/>
              </a:xfrm>
              <a:custGeom>
                <a:avLst/>
                <a:gdLst>
                  <a:gd name="T0" fmla="*/ 2 w 2"/>
                  <a:gd name="T1" fmla="*/ 0 h 8"/>
                  <a:gd name="T2" fmla="*/ 2 w 2"/>
                  <a:gd name="T3" fmla="*/ 0 h 8"/>
                  <a:gd name="T4" fmla="*/ 2 w 2"/>
                  <a:gd name="T5" fmla="*/ 2 h 8"/>
                  <a:gd name="T6" fmla="*/ 2 w 2"/>
                  <a:gd name="T7" fmla="*/ 2 h 8"/>
                  <a:gd name="T8" fmla="*/ 0 w 2"/>
                  <a:gd name="T9" fmla="*/ 8 h 8"/>
                  <a:gd name="T10" fmla="*/ 0 w 2"/>
                  <a:gd name="T11" fmla="*/ 8 h 8"/>
                  <a:gd name="T12" fmla="*/ 2 w 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2" name="îs1îḋè"/>
              <p:cNvSpPr/>
              <p:nvPr/>
            </p:nvSpPr>
            <p:spPr bwMode="auto">
              <a:xfrm>
                <a:off x="3521861" y="3524235"/>
                <a:ext cx="6145" cy="24574"/>
              </a:xfrm>
              <a:custGeom>
                <a:avLst/>
                <a:gdLst>
                  <a:gd name="T0" fmla="*/ 2 w 2"/>
                  <a:gd name="T1" fmla="*/ 0 h 8"/>
                  <a:gd name="T2" fmla="*/ 2 w 2"/>
                  <a:gd name="T3" fmla="*/ 0 h 8"/>
                  <a:gd name="T4" fmla="*/ 2 w 2"/>
                  <a:gd name="T5" fmla="*/ 2 h 8"/>
                  <a:gd name="T6" fmla="*/ 2 w 2"/>
                  <a:gd name="T7" fmla="*/ 2 h 8"/>
                  <a:gd name="T8" fmla="*/ 0 w 2"/>
                  <a:gd name="T9" fmla="*/ 8 h 8"/>
                  <a:gd name="T10" fmla="*/ 0 w 2"/>
                  <a:gd name="T11" fmla="*/ 8 h 8"/>
                  <a:gd name="T12" fmla="*/ 2 w 2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3" name="î$ľîdè"/>
              <p:cNvSpPr/>
              <p:nvPr/>
            </p:nvSpPr>
            <p:spPr bwMode="auto">
              <a:xfrm>
                <a:off x="3515716" y="3505802"/>
                <a:ext cx="12287" cy="18429"/>
              </a:xfrm>
              <a:custGeom>
                <a:avLst/>
                <a:gdLst>
                  <a:gd name="T0" fmla="*/ 3 w 3"/>
                  <a:gd name="T1" fmla="*/ 0 h 6"/>
                  <a:gd name="T2" fmla="*/ 3 w 3"/>
                  <a:gd name="T3" fmla="*/ 0 h 6"/>
                  <a:gd name="T4" fmla="*/ 0 w 3"/>
                  <a:gd name="T5" fmla="*/ 6 h 6"/>
                  <a:gd name="T6" fmla="*/ 0 w 3"/>
                  <a:gd name="T7" fmla="*/ 6 h 6"/>
                  <a:gd name="T8" fmla="*/ 3 w 3"/>
                  <a:gd name="T9" fmla="*/ 0 h 6"/>
                  <a:gd name="T10" fmla="*/ 3 w 3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6">
                    <a:moveTo>
                      <a:pt x="3" y="0"/>
                    </a:moveTo>
                    <a:lnTo>
                      <a:pt x="3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4" name="iṡļíḓè"/>
              <p:cNvSpPr/>
              <p:nvPr/>
            </p:nvSpPr>
            <p:spPr bwMode="auto">
              <a:xfrm>
                <a:off x="3515716" y="3505802"/>
                <a:ext cx="12287" cy="18429"/>
              </a:xfrm>
              <a:custGeom>
                <a:avLst/>
                <a:gdLst>
                  <a:gd name="T0" fmla="*/ 3 w 3"/>
                  <a:gd name="T1" fmla="*/ 0 h 6"/>
                  <a:gd name="T2" fmla="*/ 3 w 3"/>
                  <a:gd name="T3" fmla="*/ 0 h 6"/>
                  <a:gd name="T4" fmla="*/ 0 w 3"/>
                  <a:gd name="T5" fmla="*/ 6 h 6"/>
                  <a:gd name="T6" fmla="*/ 0 w 3"/>
                  <a:gd name="T7" fmla="*/ 6 h 6"/>
                  <a:gd name="T8" fmla="*/ 3 w 3"/>
                  <a:gd name="T9" fmla="*/ 0 h 6"/>
                  <a:gd name="T10" fmla="*/ 3 w 3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6">
                    <a:moveTo>
                      <a:pt x="3" y="0"/>
                    </a:moveTo>
                    <a:lnTo>
                      <a:pt x="3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3" y="0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5" name="îšḻídé"/>
              <p:cNvSpPr/>
              <p:nvPr/>
            </p:nvSpPr>
            <p:spPr bwMode="auto">
              <a:xfrm>
                <a:off x="3534149" y="3462800"/>
                <a:ext cx="6145" cy="12287"/>
              </a:xfrm>
              <a:custGeom>
                <a:avLst/>
                <a:gdLst>
                  <a:gd name="T0" fmla="*/ 0 w 2"/>
                  <a:gd name="T1" fmla="*/ 5 h 5"/>
                  <a:gd name="T2" fmla="*/ 0 w 2"/>
                  <a:gd name="T3" fmla="*/ 5 h 5"/>
                  <a:gd name="T4" fmla="*/ 2 w 2"/>
                  <a:gd name="T5" fmla="*/ 2 h 5"/>
                  <a:gd name="T6" fmla="*/ 2 w 2"/>
                  <a:gd name="T7" fmla="*/ 2 h 5"/>
                  <a:gd name="T8" fmla="*/ 2 w 2"/>
                  <a:gd name="T9" fmla="*/ 0 h 5"/>
                  <a:gd name="T10" fmla="*/ 2 w 2"/>
                  <a:gd name="T11" fmla="*/ 0 h 5"/>
                  <a:gd name="T12" fmla="*/ 0 w 2"/>
                  <a:gd name="T13" fmla="*/ 5 h 5"/>
                  <a:gd name="T14" fmla="*/ 0 w 2"/>
                  <a:gd name="T15" fmla="*/ 5 h 5"/>
                  <a:gd name="T16" fmla="*/ 0 w 2"/>
                  <a:gd name="T1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5">
                    <a:moveTo>
                      <a:pt x="0" y="5"/>
                    </a:moveTo>
                    <a:lnTo>
                      <a:pt x="0" y="5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6" name="îṣļidè"/>
              <p:cNvSpPr/>
              <p:nvPr/>
            </p:nvSpPr>
            <p:spPr bwMode="auto">
              <a:xfrm>
                <a:off x="3534149" y="3462800"/>
                <a:ext cx="6145" cy="12287"/>
              </a:xfrm>
              <a:custGeom>
                <a:avLst/>
                <a:gdLst>
                  <a:gd name="T0" fmla="*/ 0 w 2"/>
                  <a:gd name="T1" fmla="*/ 5 h 5"/>
                  <a:gd name="T2" fmla="*/ 0 w 2"/>
                  <a:gd name="T3" fmla="*/ 5 h 5"/>
                  <a:gd name="T4" fmla="*/ 2 w 2"/>
                  <a:gd name="T5" fmla="*/ 2 h 5"/>
                  <a:gd name="T6" fmla="*/ 2 w 2"/>
                  <a:gd name="T7" fmla="*/ 2 h 5"/>
                  <a:gd name="T8" fmla="*/ 2 w 2"/>
                  <a:gd name="T9" fmla="*/ 0 h 5"/>
                  <a:gd name="T10" fmla="*/ 2 w 2"/>
                  <a:gd name="T11" fmla="*/ 0 h 5"/>
                  <a:gd name="T12" fmla="*/ 0 w 2"/>
                  <a:gd name="T13" fmla="*/ 5 h 5"/>
                  <a:gd name="T14" fmla="*/ 0 w 2"/>
                  <a:gd name="T15" fmla="*/ 5 h 5"/>
                  <a:gd name="T16" fmla="*/ 0 w 2"/>
                  <a:gd name="T17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5">
                    <a:moveTo>
                      <a:pt x="0" y="5"/>
                    </a:moveTo>
                    <a:lnTo>
                      <a:pt x="0" y="5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7" name="íṥḻïḍe"/>
              <p:cNvSpPr/>
              <p:nvPr/>
            </p:nvSpPr>
            <p:spPr bwMode="auto">
              <a:xfrm>
                <a:off x="3546435" y="3444368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8" name="îṥľíḑê"/>
              <p:cNvSpPr/>
              <p:nvPr/>
            </p:nvSpPr>
            <p:spPr bwMode="auto">
              <a:xfrm>
                <a:off x="3546435" y="3444368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09" name="íŝ1ïḓê"/>
              <p:cNvSpPr/>
              <p:nvPr/>
            </p:nvSpPr>
            <p:spPr bwMode="auto">
              <a:xfrm>
                <a:off x="1451491" y="3155624"/>
                <a:ext cx="104442" cy="411614"/>
              </a:xfrm>
              <a:custGeom>
                <a:avLst/>
                <a:gdLst>
                  <a:gd name="T0" fmla="*/ 14 w 33"/>
                  <a:gd name="T1" fmla="*/ 134 h 134"/>
                  <a:gd name="T2" fmla="*/ 11 w 33"/>
                  <a:gd name="T3" fmla="*/ 131 h 134"/>
                  <a:gd name="T4" fmla="*/ 8 w 33"/>
                  <a:gd name="T5" fmla="*/ 125 h 134"/>
                  <a:gd name="T6" fmla="*/ 7 w 33"/>
                  <a:gd name="T7" fmla="*/ 127 h 134"/>
                  <a:gd name="T8" fmla="*/ 6 w 33"/>
                  <a:gd name="T9" fmla="*/ 129 h 134"/>
                  <a:gd name="T10" fmla="*/ 0 w 33"/>
                  <a:gd name="T11" fmla="*/ 121 h 134"/>
                  <a:gd name="T12" fmla="*/ 0 w 33"/>
                  <a:gd name="T13" fmla="*/ 111 h 134"/>
                  <a:gd name="T14" fmla="*/ 0 w 33"/>
                  <a:gd name="T15" fmla="*/ 98 h 134"/>
                  <a:gd name="T16" fmla="*/ 0 w 33"/>
                  <a:gd name="T17" fmla="*/ 87 h 134"/>
                  <a:gd name="T18" fmla="*/ 3 w 33"/>
                  <a:gd name="T19" fmla="*/ 87 h 134"/>
                  <a:gd name="T20" fmla="*/ 6 w 33"/>
                  <a:gd name="T21" fmla="*/ 84 h 134"/>
                  <a:gd name="T22" fmla="*/ 8 w 33"/>
                  <a:gd name="T23" fmla="*/ 71 h 134"/>
                  <a:gd name="T24" fmla="*/ 8 w 33"/>
                  <a:gd name="T25" fmla="*/ 64 h 134"/>
                  <a:gd name="T26" fmla="*/ 7 w 33"/>
                  <a:gd name="T27" fmla="*/ 52 h 134"/>
                  <a:gd name="T28" fmla="*/ 4 w 33"/>
                  <a:gd name="T29" fmla="*/ 50 h 134"/>
                  <a:gd name="T30" fmla="*/ 6 w 33"/>
                  <a:gd name="T31" fmla="*/ 45 h 134"/>
                  <a:gd name="T32" fmla="*/ 8 w 33"/>
                  <a:gd name="T33" fmla="*/ 44 h 134"/>
                  <a:gd name="T34" fmla="*/ 6 w 33"/>
                  <a:gd name="T35" fmla="*/ 38 h 134"/>
                  <a:gd name="T36" fmla="*/ 1 w 33"/>
                  <a:gd name="T37" fmla="*/ 31 h 134"/>
                  <a:gd name="T38" fmla="*/ 4 w 33"/>
                  <a:gd name="T39" fmla="*/ 32 h 134"/>
                  <a:gd name="T40" fmla="*/ 8 w 33"/>
                  <a:gd name="T41" fmla="*/ 34 h 134"/>
                  <a:gd name="T42" fmla="*/ 8 w 33"/>
                  <a:gd name="T43" fmla="*/ 28 h 134"/>
                  <a:gd name="T44" fmla="*/ 17 w 33"/>
                  <a:gd name="T45" fmla="*/ 22 h 134"/>
                  <a:gd name="T46" fmla="*/ 21 w 33"/>
                  <a:gd name="T47" fmla="*/ 18 h 134"/>
                  <a:gd name="T48" fmla="*/ 18 w 33"/>
                  <a:gd name="T49" fmla="*/ 12 h 134"/>
                  <a:gd name="T50" fmla="*/ 20 w 33"/>
                  <a:gd name="T51" fmla="*/ 7 h 134"/>
                  <a:gd name="T52" fmla="*/ 24 w 33"/>
                  <a:gd name="T53" fmla="*/ 8 h 134"/>
                  <a:gd name="T54" fmla="*/ 26 w 33"/>
                  <a:gd name="T55" fmla="*/ 0 h 134"/>
                  <a:gd name="T56" fmla="*/ 28 w 33"/>
                  <a:gd name="T57" fmla="*/ 5 h 134"/>
                  <a:gd name="T58" fmla="*/ 33 w 33"/>
                  <a:gd name="T59" fmla="*/ 15 h 134"/>
                  <a:gd name="T60" fmla="*/ 33 w 33"/>
                  <a:gd name="T61" fmla="*/ 22 h 134"/>
                  <a:gd name="T62" fmla="*/ 28 w 33"/>
                  <a:gd name="T63" fmla="*/ 18 h 134"/>
                  <a:gd name="T64" fmla="*/ 26 w 33"/>
                  <a:gd name="T65" fmla="*/ 22 h 134"/>
                  <a:gd name="T66" fmla="*/ 23 w 33"/>
                  <a:gd name="T67" fmla="*/ 34 h 134"/>
                  <a:gd name="T68" fmla="*/ 23 w 33"/>
                  <a:gd name="T69" fmla="*/ 40 h 134"/>
                  <a:gd name="T70" fmla="*/ 18 w 33"/>
                  <a:gd name="T71" fmla="*/ 41 h 134"/>
                  <a:gd name="T72" fmla="*/ 14 w 33"/>
                  <a:gd name="T73" fmla="*/ 40 h 134"/>
                  <a:gd name="T74" fmla="*/ 16 w 33"/>
                  <a:gd name="T75" fmla="*/ 41 h 134"/>
                  <a:gd name="T76" fmla="*/ 16 w 33"/>
                  <a:gd name="T77" fmla="*/ 51 h 134"/>
                  <a:gd name="T78" fmla="*/ 17 w 33"/>
                  <a:gd name="T79" fmla="*/ 58 h 134"/>
                  <a:gd name="T80" fmla="*/ 21 w 33"/>
                  <a:gd name="T81" fmla="*/ 62 h 134"/>
                  <a:gd name="T82" fmla="*/ 18 w 33"/>
                  <a:gd name="T83" fmla="*/ 67 h 134"/>
                  <a:gd name="T84" fmla="*/ 17 w 33"/>
                  <a:gd name="T85" fmla="*/ 74 h 134"/>
                  <a:gd name="T86" fmla="*/ 16 w 33"/>
                  <a:gd name="T87" fmla="*/ 70 h 134"/>
                  <a:gd name="T88" fmla="*/ 17 w 33"/>
                  <a:gd name="T89" fmla="*/ 64 h 134"/>
                  <a:gd name="T90" fmla="*/ 16 w 33"/>
                  <a:gd name="T91" fmla="*/ 62 h 134"/>
                  <a:gd name="T92" fmla="*/ 13 w 33"/>
                  <a:gd name="T93" fmla="*/ 61 h 134"/>
                  <a:gd name="T94" fmla="*/ 13 w 33"/>
                  <a:gd name="T95" fmla="*/ 77 h 134"/>
                  <a:gd name="T96" fmla="*/ 11 w 33"/>
                  <a:gd name="T97" fmla="*/ 87 h 134"/>
                  <a:gd name="T98" fmla="*/ 11 w 33"/>
                  <a:gd name="T99" fmla="*/ 95 h 134"/>
                  <a:gd name="T100" fmla="*/ 13 w 33"/>
                  <a:gd name="T101" fmla="*/ 11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3" h="134">
                    <a:moveTo>
                      <a:pt x="14" y="134"/>
                    </a:moveTo>
                    <a:lnTo>
                      <a:pt x="14" y="134"/>
                    </a:lnTo>
                    <a:lnTo>
                      <a:pt x="11" y="134"/>
                    </a:lnTo>
                    <a:lnTo>
                      <a:pt x="11" y="131"/>
                    </a:lnTo>
                    <a:lnTo>
                      <a:pt x="10" y="127"/>
                    </a:lnTo>
                    <a:lnTo>
                      <a:pt x="8" y="125"/>
                    </a:lnTo>
                    <a:lnTo>
                      <a:pt x="8" y="125"/>
                    </a:lnTo>
                    <a:lnTo>
                      <a:pt x="7" y="127"/>
                    </a:lnTo>
                    <a:lnTo>
                      <a:pt x="6" y="129"/>
                    </a:lnTo>
                    <a:lnTo>
                      <a:pt x="6" y="129"/>
                    </a:lnTo>
                    <a:lnTo>
                      <a:pt x="3" y="127"/>
                    </a:lnTo>
                    <a:lnTo>
                      <a:pt x="0" y="121"/>
                    </a:lnTo>
                    <a:lnTo>
                      <a:pt x="0" y="117"/>
                    </a:lnTo>
                    <a:lnTo>
                      <a:pt x="0" y="111"/>
                    </a:lnTo>
                    <a:lnTo>
                      <a:pt x="0" y="111"/>
                    </a:lnTo>
                    <a:lnTo>
                      <a:pt x="0" y="98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1" y="87"/>
                    </a:lnTo>
                    <a:lnTo>
                      <a:pt x="3" y="87"/>
                    </a:lnTo>
                    <a:lnTo>
                      <a:pt x="6" y="84"/>
                    </a:lnTo>
                    <a:lnTo>
                      <a:pt x="6" y="84"/>
                    </a:lnTo>
                    <a:lnTo>
                      <a:pt x="7" y="78"/>
                    </a:lnTo>
                    <a:lnTo>
                      <a:pt x="8" y="71"/>
                    </a:lnTo>
                    <a:lnTo>
                      <a:pt x="8" y="71"/>
                    </a:lnTo>
                    <a:lnTo>
                      <a:pt x="8" y="64"/>
                    </a:lnTo>
                    <a:lnTo>
                      <a:pt x="8" y="58"/>
                    </a:lnTo>
                    <a:lnTo>
                      <a:pt x="7" y="52"/>
                    </a:lnTo>
                    <a:lnTo>
                      <a:pt x="4" y="50"/>
                    </a:lnTo>
                    <a:lnTo>
                      <a:pt x="4" y="50"/>
                    </a:lnTo>
                    <a:lnTo>
                      <a:pt x="4" y="47"/>
                    </a:lnTo>
                    <a:lnTo>
                      <a:pt x="6" y="45"/>
                    </a:lnTo>
                    <a:lnTo>
                      <a:pt x="7" y="45"/>
                    </a:lnTo>
                    <a:lnTo>
                      <a:pt x="8" y="44"/>
                    </a:lnTo>
                    <a:lnTo>
                      <a:pt x="8" y="44"/>
                    </a:lnTo>
                    <a:lnTo>
                      <a:pt x="6" y="38"/>
                    </a:lnTo>
                    <a:lnTo>
                      <a:pt x="3" y="35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4" y="32"/>
                    </a:lnTo>
                    <a:lnTo>
                      <a:pt x="8" y="34"/>
                    </a:lnTo>
                    <a:lnTo>
                      <a:pt x="8" y="34"/>
                    </a:lnTo>
                    <a:lnTo>
                      <a:pt x="8" y="31"/>
                    </a:lnTo>
                    <a:lnTo>
                      <a:pt x="8" y="28"/>
                    </a:lnTo>
                    <a:lnTo>
                      <a:pt x="13" y="25"/>
                    </a:lnTo>
                    <a:lnTo>
                      <a:pt x="17" y="22"/>
                    </a:lnTo>
                    <a:lnTo>
                      <a:pt x="21" y="18"/>
                    </a:lnTo>
                    <a:lnTo>
                      <a:pt x="21" y="18"/>
                    </a:lnTo>
                    <a:lnTo>
                      <a:pt x="18" y="15"/>
                    </a:lnTo>
                    <a:lnTo>
                      <a:pt x="18" y="12"/>
                    </a:lnTo>
                    <a:lnTo>
                      <a:pt x="20" y="7"/>
                    </a:lnTo>
                    <a:lnTo>
                      <a:pt x="20" y="7"/>
                    </a:lnTo>
                    <a:lnTo>
                      <a:pt x="23" y="10"/>
                    </a:lnTo>
                    <a:lnTo>
                      <a:pt x="24" y="8"/>
                    </a:lnTo>
                    <a:lnTo>
                      <a:pt x="26" y="4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28" y="5"/>
                    </a:lnTo>
                    <a:lnTo>
                      <a:pt x="31" y="11"/>
                    </a:lnTo>
                    <a:lnTo>
                      <a:pt x="33" y="15"/>
                    </a:lnTo>
                    <a:lnTo>
                      <a:pt x="33" y="22"/>
                    </a:lnTo>
                    <a:lnTo>
                      <a:pt x="33" y="22"/>
                    </a:lnTo>
                    <a:lnTo>
                      <a:pt x="31" y="21"/>
                    </a:lnTo>
                    <a:lnTo>
                      <a:pt x="28" y="18"/>
                    </a:lnTo>
                    <a:lnTo>
                      <a:pt x="28" y="18"/>
                    </a:lnTo>
                    <a:lnTo>
                      <a:pt x="26" y="22"/>
                    </a:lnTo>
                    <a:lnTo>
                      <a:pt x="23" y="28"/>
                    </a:lnTo>
                    <a:lnTo>
                      <a:pt x="23" y="34"/>
                    </a:lnTo>
                    <a:lnTo>
                      <a:pt x="23" y="40"/>
                    </a:lnTo>
                    <a:lnTo>
                      <a:pt x="23" y="40"/>
                    </a:lnTo>
                    <a:lnTo>
                      <a:pt x="20" y="41"/>
                    </a:lnTo>
                    <a:lnTo>
                      <a:pt x="18" y="41"/>
                    </a:lnTo>
                    <a:lnTo>
                      <a:pt x="16" y="40"/>
                    </a:lnTo>
                    <a:lnTo>
                      <a:pt x="14" y="40"/>
                    </a:lnTo>
                    <a:lnTo>
                      <a:pt x="14" y="40"/>
                    </a:lnTo>
                    <a:lnTo>
                      <a:pt x="16" y="41"/>
                    </a:lnTo>
                    <a:lnTo>
                      <a:pt x="16" y="44"/>
                    </a:lnTo>
                    <a:lnTo>
                      <a:pt x="16" y="51"/>
                    </a:lnTo>
                    <a:lnTo>
                      <a:pt x="16" y="51"/>
                    </a:lnTo>
                    <a:lnTo>
                      <a:pt x="17" y="58"/>
                    </a:lnTo>
                    <a:lnTo>
                      <a:pt x="18" y="61"/>
                    </a:lnTo>
                    <a:lnTo>
                      <a:pt x="21" y="62"/>
                    </a:lnTo>
                    <a:lnTo>
                      <a:pt x="21" y="62"/>
                    </a:lnTo>
                    <a:lnTo>
                      <a:pt x="18" y="67"/>
                    </a:lnTo>
                    <a:lnTo>
                      <a:pt x="17" y="74"/>
                    </a:lnTo>
                    <a:lnTo>
                      <a:pt x="17" y="74"/>
                    </a:lnTo>
                    <a:lnTo>
                      <a:pt x="14" y="72"/>
                    </a:lnTo>
                    <a:lnTo>
                      <a:pt x="16" y="70"/>
                    </a:lnTo>
                    <a:lnTo>
                      <a:pt x="17" y="67"/>
                    </a:lnTo>
                    <a:lnTo>
                      <a:pt x="17" y="64"/>
                    </a:lnTo>
                    <a:lnTo>
                      <a:pt x="17" y="64"/>
                    </a:lnTo>
                    <a:lnTo>
                      <a:pt x="16" y="62"/>
                    </a:lnTo>
                    <a:lnTo>
                      <a:pt x="13" y="61"/>
                    </a:lnTo>
                    <a:lnTo>
                      <a:pt x="13" y="61"/>
                    </a:lnTo>
                    <a:lnTo>
                      <a:pt x="13" y="77"/>
                    </a:lnTo>
                    <a:lnTo>
                      <a:pt x="13" y="77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1" y="95"/>
                    </a:lnTo>
                    <a:lnTo>
                      <a:pt x="11" y="95"/>
                    </a:lnTo>
                    <a:lnTo>
                      <a:pt x="13" y="115"/>
                    </a:lnTo>
                    <a:lnTo>
                      <a:pt x="13" y="115"/>
                    </a:lnTo>
                    <a:lnTo>
                      <a:pt x="14" y="1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0" name="íšḻídê"/>
              <p:cNvSpPr/>
              <p:nvPr/>
            </p:nvSpPr>
            <p:spPr bwMode="auto">
              <a:xfrm>
                <a:off x="1451491" y="3155624"/>
                <a:ext cx="104442" cy="411614"/>
              </a:xfrm>
              <a:custGeom>
                <a:avLst/>
                <a:gdLst>
                  <a:gd name="T0" fmla="*/ 14 w 33"/>
                  <a:gd name="T1" fmla="*/ 134 h 134"/>
                  <a:gd name="T2" fmla="*/ 11 w 33"/>
                  <a:gd name="T3" fmla="*/ 131 h 134"/>
                  <a:gd name="T4" fmla="*/ 8 w 33"/>
                  <a:gd name="T5" fmla="*/ 125 h 134"/>
                  <a:gd name="T6" fmla="*/ 7 w 33"/>
                  <a:gd name="T7" fmla="*/ 127 h 134"/>
                  <a:gd name="T8" fmla="*/ 6 w 33"/>
                  <a:gd name="T9" fmla="*/ 129 h 134"/>
                  <a:gd name="T10" fmla="*/ 0 w 33"/>
                  <a:gd name="T11" fmla="*/ 121 h 134"/>
                  <a:gd name="T12" fmla="*/ 0 w 33"/>
                  <a:gd name="T13" fmla="*/ 111 h 134"/>
                  <a:gd name="T14" fmla="*/ 0 w 33"/>
                  <a:gd name="T15" fmla="*/ 98 h 134"/>
                  <a:gd name="T16" fmla="*/ 0 w 33"/>
                  <a:gd name="T17" fmla="*/ 87 h 134"/>
                  <a:gd name="T18" fmla="*/ 3 w 33"/>
                  <a:gd name="T19" fmla="*/ 87 h 134"/>
                  <a:gd name="T20" fmla="*/ 6 w 33"/>
                  <a:gd name="T21" fmla="*/ 84 h 134"/>
                  <a:gd name="T22" fmla="*/ 8 w 33"/>
                  <a:gd name="T23" fmla="*/ 71 h 134"/>
                  <a:gd name="T24" fmla="*/ 8 w 33"/>
                  <a:gd name="T25" fmla="*/ 64 h 134"/>
                  <a:gd name="T26" fmla="*/ 7 w 33"/>
                  <a:gd name="T27" fmla="*/ 52 h 134"/>
                  <a:gd name="T28" fmla="*/ 4 w 33"/>
                  <a:gd name="T29" fmla="*/ 50 h 134"/>
                  <a:gd name="T30" fmla="*/ 6 w 33"/>
                  <a:gd name="T31" fmla="*/ 45 h 134"/>
                  <a:gd name="T32" fmla="*/ 8 w 33"/>
                  <a:gd name="T33" fmla="*/ 44 h 134"/>
                  <a:gd name="T34" fmla="*/ 6 w 33"/>
                  <a:gd name="T35" fmla="*/ 38 h 134"/>
                  <a:gd name="T36" fmla="*/ 1 w 33"/>
                  <a:gd name="T37" fmla="*/ 31 h 134"/>
                  <a:gd name="T38" fmla="*/ 4 w 33"/>
                  <a:gd name="T39" fmla="*/ 32 h 134"/>
                  <a:gd name="T40" fmla="*/ 8 w 33"/>
                  <a:gd name="T41" fmla="*/ 34 h 134"/>
                  <a:gd name="T42" fmla="*/ 8 w 33"/>
                  <a:gd name="T43" fmla="*/ 28 h 134"/>
                  <a:gd name="T44" fmla="*/ 17 w 33"/>
                  <a:gd name="T45" fmla="*/ 22 h 134"/>
                  <a:gd name="T46" fmla="*/ 21 w 33"/>
                  <a:gd name="T47" fmla="*/ 18 h 134"/>
                  <a:gd name="T48" fmla="*/ 18 w 33"/>
                  <a:gd name="T49" fmla="*/ 12 h 134"/>
                  <a:gd name="T50" fmla="*/ 20 w 33"/>
                  <a:gd name="T51" fmla="*/ 7 h 134"/>
                  <a:gd name="T52" fmla="*/ 24 w 33"/>
                  <a:gd name="T53" fmla="*/ 8 h 134"/>
                  <a:gd name="T54" fmla="*/ 26 w 33"/>
                  <a:gd name="T55" fmla="*/ 0 h 134"/>
                  <a:gd name="T56" fmla="*/ 28 w 33"/>
                  <a:gd name="T57" fmla="*/ 5 h 134"/>
                  <a:gd name="T58" fmla="*/ 33 w 33"/>
                  <a:gd name="T59" fmla="*/ 15 h 134"/>
                  <a:gd name="T60" fmla="*/ 33 w 33"/>
                  <a:gd name="T61" fmla="*/ 22 h 134"/>
                  <a:gd name="T62" fmla="*/ 28 w 33"/>
                  <a:gd name="T63" fmla="*/ 18 h 134"/>
                  <a:gd name="T64" fmla="*/ 26 w 33"/>
                  <a:gd name="T65" fmla="*/ 22 h 134"/>
                  <a:gd name="T66" fmla="*/ 23 w 33"/>
                  <a:gd name="T67" fmla="*/ 34 h 134"/>
                  <a:gd name="T68" fmla="*/ 23 w 33"/>
                  <a:gd name="T69" fmla="*/ 40 h 134"/>
                  <a:gd name="T70" fmla="*/ 18 w 33"/>
                  <a:gd name="T71" fmla="*/ 41 h 134"/>
                  <a:gd name="T72" fmla="*/ 14 w 33"/>
                  <a:gd name="T73" fmla="*/ 40 h 134"/>
                  <a:gd name="T74" fmla="*/ 16 w 33"/>
                  <a:gd name="T75" fmla="*/ 41 h 134"/>
                  <a:gd name="T76" fmla="*/ 16 w 33"/>
                  <a:gd name="T77" fmla="*/ 51 h 134"/>
                  <a:gd name="T78" fmla="*/ 17 w 33"/>
                  <a:gd name="T79" fmla="*/ 58 h 134"/>
                  <a:gd name="T80" fmla="*/ 21 w 33"/>
                  <a:gd name="T81" fmla="*/ 62 h 134"/>
                  <a:gd name="T82" fmla="*/ 18 w 33"/>
                  <a:gd name="T83" fmla="*/ 67 h 134"/>
                  <a:gd name="T84" fmla="*/ 17 w 33"/>
                  <a:gd name="T85" fmla="*/ 74 h 134"/>
                  <a:gd name="T86" fmla="*/ 16 w 33"/>
                  <a:gd name="T87" fmla="*/ 70 h 134"/>
                  <a:gd name="T88" fmla="*/ 17 w 33"/>
                  <a:gd name="T89" fmla="*/ 64 h 134"/>
                  <a:gd name="T90" fmla="*/ 16 w 33"/>
                  <a:gd name="T91" fmla="*/ 62 h 134"/>
                  <a:gd name="T92" fmla="*/ 13 w 33"/>
                  <a:gd name="T93" fmla="*/ 61 h 134"/>
                  <a:gd name="T94" fmla="*/ 13 w 33"/>
                  <a:gd name="T95" fmla="*/ 77 h 134"/>
                  <a:gd name="T96" fmla="*/ 11 w 33"/>
                  <a:gd name="T97" fmla="*/ 87 h 134"/>
                  <a:gd name="T98" fmla="*/ 11 w 33"/>
                  <a:gd name="T99" fmla="*/ 95 h 134"/>
                  <a:gd name="T100" fmla="*/ 13 w 33"/>
                  <a:gd name="T101" fmla="*/ 11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3" h="134">
                    <a:moveTo>
                      <a:pt x="14" y="134"/>
                    </a:moveTo>
                    <a:lnTo>
                      <a:pt x="14" y="134"/>
                    </a:lnTo>
                    <a:lnTo>
                      <a:pt x="11" y="134"/>
                    </a:lnTo>
                    <a:lnTo>
                      <a:pt x="11" y="131"/>
                    </a:lnTo>
                    <a:lnTo>
                      <a:pt x="10" y="127"/>
                    </a:lnTo>
                    <a:lnTo>
                      <a:pt x="8" y="125"/>
                    </a:lnTo>
                    <a:lnTo>
                      <a:pt x="8" y="125"/>
                    </a:lnTo>
                    <a:lnTo>
                      <a:pt x="7" y="127"/>
                    </a:lnTo>
                    <a:lnTo>
                      <a:pt x="6" y="129"/>
                    </a:lnTo>
                    <a:lnTo>
                      <a:pt x="6" y="129"/>
                    </a:lnTo>
                    <a:lnTo>
                      <a:pt x="3" y="127"/>
                    </a:lnTo>
                    <a:lnTo>
                      <a:pt x="0" y="121"/>
                    </a:lnTo>
                    <a:lnTo>
                      <a:pt x="0" y="117"/>
                    </a:lnTo>
                    <a:lnTo>
                      <a:pt x="0" y="111"/>
                    </a:lnTo>
                    <a:lnTo>
                      <a:pt x="0" y="111"/>
                    </a:lnTo>
                    <a:lnTo>
                      <a:pt x="0" y="98"/>
                    </a:lnTo>
                    <a:lnTo>
                      <a:pt x="0" y="87"/>
                    </a:lnTo>
                    <a:lnTo>
                      <a:pt x="0" y="87"/>
                    </a:lnTo>
                    <a:lnTo>
                      <a:pt x="1" y="87"/>
                    </a:lnTo>
                    <a:lnTo>
                      <a:pt x="3" y="87"/>
                    </a:lnTo>
                    <a:lnTo>
                      <a:pt x="6" y="84"/>
                    </a:lnTo>
                    <a:lnTo>
                      <a:pt x="6" y="84"/>
                    </a:lnTo>
                    <a:lnTo>
                      <a:pt x="7" y="78"/>
                    </a:lnTo>
                    <a:lnTo>
                      <a:pt x="8" y="71"/>
                    </a:lnTo>
                    <a:lnTo>
                      <a:pt x="8" y="71"/>
                    </a:lnTo>
                    <a:lnTo>
                      <a:pt x="8" y="64"/>
                    </a:lnTo>
                    <a:lnTo>
                      <a:pt x="8" y="58"/>
                    </a:lnTo>
                    <a:lnTo>
                      <a:pt x="7" y="52"/>
                    </a:lnTo>
                    <a:lnTo>
                      <a:pt x="4" y="50"/>
                    </a:lnTo>
                    <a:lnTo>
                      <a:pt x="4" y="50"/>
                    </a:lnTo>
                    <a:lnTo>
                      <a:pt x="4" y="47"/>
                    </a:lnTo>
                    <a:lnTo>
                      <a:pt x="6" y="45"/>
                    </a:lnTo>
                    <a:lnTo>
                      <a:pt x="7" y="45"/>
                    </a:lnTo>
                    <a:lnTo>
                      <a:pt x="8" y="44"/>
                    </a:lnTo>
                    <a:lnTo>
                      <a:pt x="8" y="44"/>
                    </a:lnTo>
                    <a:lnTo>
                      <a:pt x="6" y="38"/>
                    </a:lnTo>
                    <a:lnTo>
                      <a:pt x="3" y="35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4" y="32"/>
                    </a:lnTo>
                    <a:lnTo>
                      <a:pt x="8" y="34"/>
                    </a:lnTo>
                    <a:lnTo>
                      <a:pt x="8" y="34"/>
                    </a:lnTo>
                    <a:lnTo>
                      <a:pt x="8" y="31"/>
                    </a:lnTo>
                    <a:lnTo>
                      <a:pt x="8" y="28"/>
                    </a:lnTo>
                    <a:lnTo>
                      <a:pt x="13" y="25"/>
                    </a:lnTo>
                    <a:lnTo>
                      <a:pt x="17" y="22"/>
                    </a:lnTo>
                    <a:lnTo>
                      <a:pt x="21" y="18"/>
                    </a:lnTo>
                    <a:lnTo>
                      <a:pt x="21" y="18"/>
                    </a:lnTo>
                    <a:lnTo>
                      <a:pt x="18" y="15"/>
                    </a:lnTo>
                    <a:lnTo>
                      <a:pt x="18" y="12"/>
                    </a:lnTo>
                    <a:lnTo>
                      <a:pt x="20" y="7"/>
                    </a:lnTo>
                    <a:lnTo>
                      <a:pt x="20" y="7"/>
                    </a:lnTo>
                    <a:lnTo>
                      <a:pt x="23" y="10"/>
                    </a:lnTo>
                    <a:lnTo>
                      <a:pt x="24" y="8"/>
                    </a:lnTo>
                    <a:lnTo>
                      <a:pt x="26" y="4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28" y="5"/>
                    </a:lnTo>
                    <a:lnTo>
                      <a:pt x="31" y="11"/>
                    </a:lnTo>
                    <a:lnTo>
                      <a:pt x="33" y="15"/>
                    </a:lnTo>
                    <a:lnTo>
                      <a:pt x="33" y="22"/>
                    </a:lnTo>
                    <a:lnTo>
                      <a:pt x="33" y="22"/>
                    </a:lnTo>
                    <a:lnTo>
                      <a:pt x="31" y="21"/>
                    </a:lnTo>
                    <a:lnTo>
                      <a:pt x="28" y="18"/>
                    </a:lnTo>
                    <a:lnTo>
                      <a:pt x="28" y="18"/>
                    </a:lnTo>
                    <a:lnTo>
                      <a:pt x="26" y="22"/>
                    </a:lnTo>
                    <a:lnTo>
                      <a:pt x="23" y="28"/>
                    </a:lnTo>
                    <a:lnTo>
                      <a:pt x="23" y="34"/>
                    </a:lnTo>
                    <a:lnTo>
                      <a:pt x="23" y="40"/>
                    </a:lnTo>
                    <a:lnTo>
                      <a:pt x="23" y="40"/>
                    </a:lnTo>
                    <a:lnTo>
                      <a:pt x="20" y="41"/>
                    </a:lnTo>
                    <a:lnTo>
                      <a:pt x="18" y="41"/>
                    </a:lnTo>
                    <a:lnTo>
                      <a:pt x="16" y="40"/>
                    </a:lnTo>
                    <a:lnTo>
                      <a:pt x="14" y="40"/>
                    </a:lnTo>
                    <a:lnTo>
                      <a:pt x="14" y="40"/>
                    </a:lnTo>
                    <a:lnTo>
                      <a:pt x="16" y="41"/>
                    </a:lnTo>
                    <a:lnTo>
                      <a:pt x="16" y="44"/>
                    </a:lnTo>
                    <a:lnTo>
                      <a:pt x="16" y="51"/>
                    </a:lnTo>
                    <a:lnTo>
                      <a:pt x="16" y="51"/>
                    </a:lnTo>
                    <a:lnTo>
                      <a:pt x="17" y="58"/>
                    </a:lnTo>
                    <a:lnTo>
                      <a:pt x="18" y="61"/>
                    </a:lnTo>
                    <a:lnTo>
                      <a:pt x="21" y="62"/>
                    </a:lnTo>
                    <a:lnTo>
                      <a:pt x="21" y="62"/>
                    </a:lnTo>
                    <a:lnTo>
                      <a:pt x="18" y="67"/>
                    </a:lnTo>
                    <a:lnTo>
                      <a:pt x="17" y="74"/>
                    </a:lnTo>
                    <a:lnTo>
                      <a:pt x="17" y="74"/>
                    </a:lnTo>
                    <a:lnTo>
                      <a:pt x="14" y="72"/>
                    </a:lnTo>
                    <a:lnTo>
                      <a:pt x="16" y="70"/>
                    </a:lnTo>
                    <a:lnTo>
                      <a:pt x="17" y="67"/>
                    </a:lnTo>
                    <a:lnTo>
                      <a:pt x="17" y="64"/>
                    </a:lnTo>
                    <a:lnTo>
                      <a:pt x="17" y="64"/>
                    </a:lnTo>
                    <a:lnTo>
                      <a:pt x="16" y="62"/>
                    </a:lnTo>
                    <a:lnTo>
                      <a:pt x="13" y="61"/>
                    </a:lnTo>
                    <a:lnTo>
                      <a:pt x="13" y="61"/>
                    </a:lnTo>
                    <a:lnTo>
                      <a:pt x="13" y="77"/>
                    </a:lnTo>
                    <a:lnTo>
                      <a:pt x="13" y="77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1" y="95"/>
                    </a:lnTo>
                    <a:lnTo>
                      <a:pt x="11" y="95"/>
                    </a:lnTo>
                    <a:lnTo>
                      <a:pt x="13" y="115"/>
                    </a:lnTo>
                    <a:lnTo>
                      <a:pt x="13" y="115"/>
                    </a:lnTo>
                    <a:lnTo>
                      <a:pt x="14" y="13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1" name="ís1îdé"/>
              <p:cNvSpPr/>
              <p:nvPr/>
            </p:nvSpPr>
            <p:spPr bwMode="auto">
              <a:xfrm>
                <a:off x="1654231" y="3493516"/>
                <a:ext cx="24574" cy="61435"/>
              </a:xfrm>
              <a:custGeom>
                <a:avLst/>
                <a:gdLst>
                  <a:gd name="T0" fmla="*/ 8 w 8"/>
                  <a:gd name="T1" fmla="*/ 6 h 20"/>
                  <a:gd name="T2" fmla="*/ 8 w 8"/>
                  <a:gd name="T3" fmla="*/ 6 h 20"/>
                  <a:gd name="T4" fmla="*/ 5 w 8"/>
                  <a:gd name="T5" fmla="*/ 9 h 20"/>
                  <a:gd name="T6" fmla="*/ 3 w 8"/>
                  <a:gd name="T7" fmla="*/ 13 h 20"/>
                  <a:gd name="T8" fmla="*/ 2 w 8"/>
                  <a:gd name="T9" fmla="*/ 18 h 20"/>
                  <a:gd name="T10" fmla="*/ 0 w 8"/>
                  <a:gd name="T11" fmla="*/ 20 h 20"/>
                  <a:gd name="T12" fmla="*/ 0 w 8"/>
                  <a:gd name="T13" fmla="*/ 20 h 20"/>
                  <a:gd name="T14" fmla="*/ 2 w 8"/>
                  <a:gd name="T15" fmla="*/ 10 h 20"/>
                  <a:gd name="T16" fmla="*/ 2 w 8"/>
                  <a:gd name="T17" fmla="*/ 5 h 20"/>
                  <a:gd name="T18" fmla="*/ 2 w 8"/>
                  <a:gd name="T19" fmla="*/ 2 h 20"/>
                  <a:gd name="T20" fmla="*/ 2 w 8"/>
                  <a:gd name="T21" fmla="*/ 2 h 20"/>
                  <a:gd name="T22" fmla="*/ 3 w 8"/>
                  <a:gd name="T23" fmla="*/ 0 h 20"/>
                  <a:gd name="T24" fmla="*/ 5 w 8"/>
                  <a:gd name="T25" fmla="*/ 2 h 20"/>
                  <a:gd name="T26" fmla="*/ 8 w 8"/>
                  <a:gd name="T27" fmla="*/ 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" h="20">
                    <a:moveTo>
                      <a:pt x="8" y="6"/>
                    </a:moveTo>
                    <a:lnTo>
                      <a:pt x="8" y="6"/>
                    </a:lnTo>
                    <a:lnTo>
                      <a:pt x="5" y="9"/>
                    </a:lnTo>
                    <a:lnTo>
                      <a:pt x="3" y="13"/>
                    </a:lnTo>
                    <a:lnTo>
                      <a:pt x="2" y="18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2" y="10"/>
                    </a:lnTo>
                    <a:lnTo>
                      <a:pt x="2" y="5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8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2" name="ïṣlïḋé"/>
              <p:cNvSpPr/>
              <p:nvPr/>
            </p:nvSpPr>
            <p:spPr bwMode="auto">
              <a:xfrm>
                <a:off x="1654231" y="3493516"/>
                <a:ext cx="24574" cy="61435"/>
              </a:xfrm>
              <a:custGeom>
                <a:avLst/>
                <a:gdLst>
                  <a:gd name="T0" fmla="*/ 8 w 8"/>
                  <a:gd name="T1" fmla="*/ 6 h 20"/>
                  <a:gd name="T2" fmla="*/ 8 w 8"/>
                  <a:gd name="T3" fmla="*/ 6 h 20"/>
                  <a:gd name="T4" fmla="*/ 5 w 8"/>
                  <a:gd name="T5" fmla="*/ 9 h 20"/>
                  <a:gd name="T6" fmla="*/ 3 w 8"/>
                  <a:gd name="T7" fmla="*/ 13 h 20"/>
                  <a:gd name="T8" fmla="*/ 2 w 8"/>
                  <a:gd name="T9" fmla="*/ 18 h 20"/>
                  <a:gd name="T10" fmla="*/ 0 w 8"/>
                  <a:gd name="T11" fmla="*/ 20 h 20"/>
                  <a:gd name="T12" fmla="*/ 0 w 8"/>
                  <a:gd name="T13" fmla="*/ 20 h 20"/>
                  <a:gd name="T14" fmla="*/ 2 w 8"/>
                  <a:gd name="T15" fmla="*/ 10 h 20"/>
                  <a:gd name="T16" fmla="*/ 2 w 8"/>
                  <a:gd name="T17" fmla="*/ 5 h 20"/>
                  <a:gd name="T18" fmla="*/ 2 w 8"/>
                  <a:gd name="T19" fmla="*/ 2 h 20"/>
                  <a:gd name="T20" fmla="*/ 2 w 8"/>
                  <a:gd name="T21" fmla="*/ 2 h 20"/>
                  <a:gd name="T22" fmla="*/ 3 w 8"/>
                  <a:gd name="T23" fmla="*/ 0 h 20"/>
                  <a:gd name="T24" fmla="*/ 5 w 8"/>
                  <a:gd name="T25" fmla="*/ 2 h 20"/>
                  <a:gd name="T26" fmla="*/ 8 w 8"/>
                  <a:gd name="T27" fmla="*/ 6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" h="20">
                    <a:moveTo>
                      <a:pt x="8" y="6"/>
                    </a:moveTo>
                    <a:lnTo>
                      <a:pt x="8" y="6"/>
                    </a:lnTo>
                    <a:lnTo>
                      <a:pt x="5" y="9"/>
                    </a:lnTo>
                    <a:lnTo>
                      <a:pt x="3" y="13"/>
                    </a:lnTo>
                    <a:lnTo>
                      <a:pt x="2" y="18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2" y="10"/>
                    </a:lnTo>
                    <a:lnTo>
                      <a:pt x="2" y="5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5" y="2"/>
                    </a:lnTo>
                    <a:lnTo>
                      <a:pt x="8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3" name="íś1îḓe"/>
              <p:cNvSpPr/>
              <p:nvPr/>
            </p:nvSpPr>
            <p:spPr bwMode="auto">
              <a:xfrm>
                <a:off x="3534149" y="3450512"/>
                <a:ext cx="6145" cy="614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4" name="ï$lïdè"/>
              <p:cNvSpPr/>
              <p:nvPr/>
            </p:nvSpPr>
            <p:spPr bwMode="auto">
              <a:xfrm>
                <a:off x="1832391" y="3155624"/>
                <a:ext cx="30720" cy="30716"/>
              </a:xfrm>
              <a:custGeom>
                <a:avLst/>
                <a:gdLst>
                  <a:gd name="T0" fmla="*/ 7 w 9"/>
                  <a:gd name="T1" fmla="*/ 5 h 8"/>
                  <a:gd name="T2" fmla="*/ 7 w 9"/>
                  <a:gd name="T3" fmla="*/ 5 h 8"/>
                  <a:gd name="T4" fmla="*/ 5 w 9"/>
                  <a:gd name="T5" fmla="*/ 7 h 8"/>
                  <a:gd name="T6" fmla="*/ 5 w 9"/>
                  <a:gd name="T7" fmla="*/ 5 h 8"/>
                  <a:gd name="T8" fmla="*/ 5 w 9"/>
                  <a:gd name="T9" fmla="*/ 5 h 8"/>
                  <a:gd name="T10" fmla="*/ 2 w 9"/>
                  <a:gd name="T11" fmla="*/ 7 h 8"/>
                  <a:gd name="T12" fmla="*/ 1 w 9"/>
                  <a:gd name="T13" fmla="*/ 8 h 8"/>
                  <a:gd name="T14" fmla="*/ 0 w 9"/>
                  <a:gd name="T15" fmla="*/ 8 h 8"/>
                  <a:gd name="T16" fmla="*/ 0 w 9"/>
                  <a:gd name="T17" fmla="*/ 8 h 8"/>
                  <a:gd name="T18" fmla="*/ 1 w 9"/>
                  <a:gd name="T19" fmla="*/ 5 h 8"/>
                  <a:gd name="T20" fmla="*/ 4 w 9"/>
                  <a:gd name="T21" fmla="*/ 4 h 8"/>
                  <a:gd name="T22" fmla="*/ 8 w 9"/>
                  <a:gd name="T23" fmla="*/ 0 h 8"/>
                  <a:gd name="T24" fmla="*/ 8 w 9"/>
                  <a:gd name="T25" fmla="*/ 0 h 8"/>
                  <a:gd name="T26" fmla="*/ 9 w 9"/>
                  <a:gd name="T27" fmla="*/ 0 h 8"/>
                  <a:gd name="T28" fmla="*/ 8 w 9"/>
                  <a:gd name="T29" fmla="*/ 1 h 8"/>
                  <a:gd name="T30" fmla="*/ 5 w 9"/>
                  <a:gd name="T31" fmla="*/ 4 h 8"/>
                  <a:gd name="T32" fmla="*/ 5 w 9"/>
                  <a:gd name="T33" fmla="*/ 5 h 8"/>
                  <a:gd name="T34" fmla="*/ 7 w 9"/>
                  <a:gd name="T35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" h="8">
                    <a:moveTo>
                      <a:pt x="7" y="5"/>
                    </a:moveTo>
                    <a:lnTo>
                      <a:pt x="7" y="5"/>
                    </a:lnTo>
                    <a:lnTo>
                      <a:pt x="5" y="7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2" y="7"/>
                    </a:lnTo>
                    <a:lnTo>
                      <a:pt x="1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4" y="4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8" y="1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7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5" name="íṣḷîḑe"/>
              <p:cNvSpPr/>
              <p:nvPr/>
            </p:nvSpPr>
            <p:spPr bwMode="auto">
              <a:xfrm>
                <a:off x="1832391" y="3155624"/>
                <a:ext cx="30720" cy="30716"/>
              </a:xfrm>
              <a:custGeom>
                <a:avLst/>
                <a:gdLst>
                  <a:gd name="T0" fmla="*/ 7 w 9"/>
                  <a:gd name="T1" fmla="*/ 5 h 8"/>
                  <a:gd name="T2" fmla="*/ 7 w 9"/>
                  <a:gd name="T3" fmla="*/ 5 h 8"/>
                  <a:gd name="T4" fmla="*/ 5 w 9"/>
                  <a:gd name="T5" fmla="*/ 7 h 8"/>
                  <a:gd name="T6" fmla="*/ 5 w 9"/>
                  <a:gd name="T7" fmla="*/ 5 h 8"/>
                  <a:gd name="T8" fmla="*/ 5 w 9"/>
                  <a:gd name="T9" fmla="*/ 5 h 8"/>
                  <a:gd name="T10" fmla="*/ 2 w 9"/>
                  <a:gd name="T11" fmla="*/ 7 h 8"/>
                  <a:gd name="T12" fmla="*/ 1 w 9"/>
                  <a:gd name="T13" fmla="*/ 8 h 8"/>
                  <a:gd name="T14" fmla="*/ 0 w 9"/>
                  <a:gd name="T15" fmla="*/ 8 h 8"/>
                  <a:gd name="T16" fmla="*/ 0 w 9"/>
                  <a:gd name="T17" fmla="*/ 8 h 8"/>
                  <a:gd name="T18" fmla="*/ 1 w 9"/>
                  <a:gd name="T19" fmla="*/ 5 h 8"/>
                  <a:gd name="T20" fmla="*/ 4 w 9"/>
                  <a:gd name="T21" fmla="*/ 4 h 8"/>
                  <a:gd name="T22" fmla="*/ 8 w 9"/>
                  <a:gd name="T23" fmla="*/ 0 h 8"/>
                  <a:gd name="T24" fmla="*/ 8 w 9"/>
                  <a:gd name="T25" fmla="*/ 0 h 8"/>
                  <a:gd name="T26" fmla="*/ 9 w 9"/>
                  <a:gd name="T27" fmla="*/ 0 h 8"/>
                  <a:gd name="T28" fmla="*/ 8 w 9"/>
                  <a:gd name="T29" fmla="*/ 1 h 8"/>
                  <a:gd name="T30" fmla="*/ 5 w 9"/>
                  <a:gd name="T31" fmla="*/ 4 h 8"/>
                  <a:gd name="T32" fmla="*/ 5 w 9"/>
                  <a:gd name="T33" fmla="*/ 5 h 8"/>
                  <a:gd name="T34" fmla="*/ 7 w 9"/>
                  <a:gd name="T35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" h="8">
                    <a:moveTo>
                      <a:pt x="7" y="5"/>
                    </a:moveTo>
                    <a:lnTo>
                      <a:pt x="7" y="5"/>
                    </a:lnTo>
                    <a:lnTo>
                      <a:pt x="5" y="7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2" y="7"/>
                    </a:lnTo>
                    <a:lnTo>
                      <a:pt x="1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4" y="4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9" y="0"/>
                    </a:lnTo>
                    <a:lnTo>
                      <a:pt x="8" y="1"/>
                    </a:lnTo>
                    <a:lnTo>
                      <a:pt x="5" y="4"/>
                    </a:lnTo>
                    <a:lnTo>
                      <a:pt x="5" y="5"/>
                    </a:lnTo>
                    <a:lnTo>
                      <a:pt x="7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6" name="îšľiḍè"/>
              <p:cNvSpPr/>
              <p:nvPr/>
            </p:nvSpPr>
            <p:spPr bwMode="auto">
              <a:xfrm>
                <a:off x="1721807" y="2817728"/>
                <a:ext cx="129016" cy="301031"/>
              </a:xfrm>
              <a:custGeom>
                <a:avLst/>
                <a:gdLst>
                  <a:gd name="T0" fmla="*/ 7 w 41"/>
                  <a:gd name="T1" fmla="*/ 97 h 97"/>
                  <a:gd name="T2" fmla="*/ 1 w 41"/>
                  <a:gd name="T3" fmla="*/ 91 h 97"/>
                  <a:gd name="T4" fmla="*/ 3 w 41"/>
                  <a:gd name="T5" fmla="*/ 88 h 97"/>
                  <a:gd name="T6" fmla="*/ 6 w 41"/>
                  <a:gd name="T7" fmla="*/ 90 h 97"/>
                  <a:gd name="T8" fmla="*/ 4 w 41"/>
                  <a:gd name="T9" fmla="*/ 85 h 97"/>
                  <a:gd name="T10" fmla="*/ 4 w 41"/>
                  <a:gd name="T11" fmla="*/ 80 h 97"/>
                  <a:gd name="T12" fmla="*/ 6 w 41"/>
                  <a:gd name="T13" fmla="*/ 75 h 97"/>
                  <a:gd name="T14" fmla="*/ 3 w 41"/>
                  <a:gd name="T15" fmla="*/ 72 h 97"/>
                  <a:gd name="T16" fmla="*/ 0 w 41"/>
                  <a:gd name="T17" fmla="*/ 72 h 97"/>
                  <a:gd name="T18" fmla="*/ 3 w 41"/>
                  <a:gd name="T19" fmla="*/ 65 h 97"/>
                  <a:gd name="T20" fmla="*/ 7 w 41"/>
                  <a:gd name="T21" fmla="*/ 55 h 97"/>
                  <a:gd name="T22" fmla="*/ 13 w 41"/>
                  <a:gd name="T23" fmla="*/ 44 h 97"/>
                  <a:gd name="T24" fmla="*/ 18 w 41"/>
                  <a:gd name="T25" fmla="*/ 37 h 97"/>
                  <a:gd name="T26" fmla="*/ 16 w 41"/>
                  <a:gd name="T27" fmla="*/ 35 h 97"/>
                  <a:gd name="T28" fmla="*/ 17 w 41"/>
                  <a:gd name="T29" fmla="*/ 30 h 97"/>
                  <a:gd name="T30" fmla="*/ 18 w 41"/>
                  <a:gd name="T31" fmla="*/ 24 h 97"/>
                  <a:gd name="T32" fmla="*/ 16 w 41"/>
                  <a:gd name="T33" fmla="*/ 23 h 97"/>
                  <a:gd name="T34" fmla="*/ 20 w 41"/>
                  <a:gd name="T35" fmla="*/ 21 h 97"/>
                  <a:gd name="T36" fmla="*/ 23 w 41"/>
                  <a:gd name="T37" fmla="*/ 21 h 97"/>
                  <a:gd name="T38" fmla="*/ 23 w 41"/>
                  <a:gd name="T39" fmla="*/ 18 h 97"/>
                  <a:gd name="T40" fmla="*/ 26 w 41"/>
                  <a:gd name="T41" fmla="*/ 11 h 97"/>
                  <a:gd name="T42" fmla="*/ 31 w 41"/>
                  <a:gd name="T43" fmla="*/ 3 h 97"/>
                  <a:gd name="T44" fmla="*/ 33 w 41"/>
                  <a:gd name="T45" fmla="*/ 3 h 97"/>
                  <a:gd name="T46" fmla="*/ 38 w 41"/>
                  <a:gd name="T47" fmla="*/ 4 h 97"/>
                  <a:gd name="T48" fmla="*/ 38 w 41"/>
                  <a:gd name="T49" fmla="*/ 0 h 97"/>
                  <a:gd name="T50" fmla="*/ 40 w 41"/>
                  <a:gd name="T51" fmla="*/ 1 h 97"/>
                  <a:gd name="T52" fmla="*/ 40 w 41"/>
                  <a:gd name="T53" fmla="*/ 4 h 97"/>
                  <a:gd name="T54" fmla="*/ 33 w 41"/>
                  <a:gd name="T55" fmla="*/ 7 h 97"/>
                  <a:gd name="T56" fmla="*/ 30 w 41"/>
                  <a:gd name="T57" fmla="*/ 15 h 97"/>
                  <a:gd name="T58" fmla="*/ 24 w 41"/>
                  <a:gd name="T59" fmla="*/ 21 h 97"/>
                  <a:gd name="T60" fmla="*/ 26 w 41"/>
                  <a:gd name="T61" fmla="*/ 25 h 97"/>
                  <a:gd name="T62" fmla="*/ 30 w 41"/>
                  <a:gd name="T63" fmla="*/ 27 h 97"/>
                  <a:gd name="T64" fmla="*/ 24 w 41"/>
                  <a:gd name="T65" fmla="*/ 37 h 97"/>
                  <a:gd name="T66" fmla="*/ 26 w 41"/>
                  <a:gd name="T67" fmla="*/ 41 h 97"/>
                  <a:gd name="T68" fmla="*/ 18 w 41"/>
                  <a:gd name="T69" fmla="*/ 41 h 97"/>
                  <a:gd name="T70" fmla="*/ 16 w 41"/>
                  <a:gd name="T71" fmla="*/ 50 h 97"/>
                  <a:gd name="T72" fmla="*/ 13 w 41"/>
                  <a:gd name="T73" fmla="*/ 60 h 97"/>
                  <a:gd name="T74" fmla="*/ 7 w 41"/>
                  <a:gd name="T75" fmla="*/ 65 h 97"/>
                  <a:gd name="T76" fmla="*/ 8 w 41"/>
                  <a:gd name="T77" fmla="*/ 72 h 97"/>
                  <a:gd name="T78" fmla="*/ 7 w 41"/>
                  <a:gd name="T79" fmla="*/ 80 h 97"/>
                  <a:gd name="T80" fmla="*/ 7 w 41"/>
                  <a:gd name="T81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1" h="97">
                    <a:moveTo>
                      <a:pt x="7" y="97"/>
                    </a:moveTo>
                    <a:lnTo>
                      <a:pt x="7" y="97"/>
                    </a:lnTo>
                    <a:lnTo>
                      <a:pt x="3" y="94"/>
                    </a:lnTo>
                    <a:lnTo>
                      <a:pt x="1" y="91"/>
                    </a:lnTo>
                    <a:lnTo>
                      <a:pt x="3" y="88"/>
                    </a:lnTo>
                    <a:lnTo>
                      <a:pt x="3" y="88"/>
                    </a:lnTo>
                    <a:lnTo>
                      <a:pt x="4" y="90"/>
                    </a:lnTo>
                    <a:lnTo>
                      <a:pt x="6" y="90"/>
                    </a:lnTo>
                    <a:lnTo>
                      <a:pt x="4" y="85"/>
                    </a:lnTo>
                    <a:lnTo>
                      <a:pt x="4" y="85"/>
                    </a:lnTo>
                    <a:lnTo>
                      <a:pt x="4" y="80"/>
                    </a:lnTo>
                    <a:lnTo>
                      <a:pt x="4" y="80"/>
                    </a:lnTo>
                    <a:lnTo>
                      <a:pt x="4" y="77"/>
                    </a:lnTo>
                    <a:lnTo>
                      <a:pt x="6" y="75"/>
                    </a:lnTo>
                    <a:lnTo>
                      <a:pt x="6" y="75"/>
                    </a:lnTo>
                    <a:lnTo>
                      <a:pt x="3" y="72"/>
                    </a:lnTo>
                    <a:lnTo>
                      <a:pt x="1" y="71"/>
                    </a:lnTo>
                    <a:lnTo>
                      <a:pt x="0" y="72"/>
                    </a:lnTo>
                    <a:lnTo>
                      <a:pt x="0" y="72"/>
                    </a:lnTo>
                    <a:lnTo>
                      <a:pt x="3" y="65"/>
                    </a:lnTo>
                    <a:lnTo>
                      <a:pt x="7" y="55"/>
                    </a:lnTo>
                    <a:lnTo>
                      <a:pt x="7" y="55"/>
                    </a:lnTo>
                    <a:lnTo>
                      <a:pt x="13" y="44"/>
                    </a:lnTo>
                    <a:lnTo>
                      <a:pt x="13" y="44"/>
                    </a:lnTo>
                    <a:lnTo>
                      <a:pt x="16" y="40"/>
                    </a:lnTo>
                    <a:lnTo>
                      <a:pt x="18" y="37"/>
                    </a:lnTo>
                    <a:lnTo>
                      <a:pt x="18" y="37"/>
                    </a:lnTo>
                    <a:lnTo>
                      <a:pt x="16" y="35"/>
                    </a:lnTo>
                    <a:lnTo>
                      <a:pt x="16" y="33"/>
                    </a:lnTo>
                    <a:lnTo>
                      <a:pt x="17" y="30"/>
                    </a:lnTo>
                    <a:lnTo>
                      <a:pt x="18" y="25"/>
                    </a:lnTo>
                    <a:lnTo>
                      <a:pt x="18" y="24"/>
                    </a:lnTo>
                    <a:lnTo>
                      <a:pt x="16" y="23"/>
                    </a:lnTo>
                    <a:lnTo>
                      <a:pt x="16" y="23"/>
                    </a:lnTo>
                    <a:lnTo>
                      <a:pt x="17" y="21"/>
                    </a:lnTo>
                    <a:lnTo>
                      <a:pt x="20" y="21"/>
                    </a:lnTo>
                    <a:lnTo>
                      <a:pt x="21" y="21"/>
                    </a:lnTo>
                    <a:lnTo>
                      <a:pt x="23" y="21"/>
                    </a:lnTo>
                    <a:lnTo>
                      <a:pt x="23" y="21"/>
                    </a:lnTo>
                    <a:lnTo>
                      <a:pt x="23" y="18"/>
                    </a:lnTo>
                    <a:lnTo>
                      <a:pt x="23" y="15"/>
                    </a:lnTo>
                    <a:lnTo>
                      <a:pt x="26" y="11"/>
                    </a:lnTo>
                    <a:lnTo>
                      <a:pt x="28" y="7"/>
                    </a:lnTo>
                    <a:lnTo>
                      <a:pt x="31" y="3"/>
                    </a:lnTo>
                    <a:lnTo>
                      <a:pt x="31" y="3"/>
                    </a:lnTo>
                    <a:lnTo>
                      <a:pt x="33" y="3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40" y="3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0" y="4"/>
                    </a:lnTo>
                    <a:lnTo>
                      <a:pt x="37" y="7"/>
                    </a:lnTo>
                    <a:lnTo>
                      <a:pt x="33" y="7"/>
                    </a:lnTo>
                    <a:lnTo>
                      <a:pt x="33" y="7"/>
                    </a:lnTo>
                    <a:lnTo>
                      <a:pt x="30" y="15"/>
                    </a:lnTo>
                    <a:lnTo>
                      <a:pt x="24" y="21"/>
                    </a:lnTo>
                    <a:lnTo>
                      <a:pt x="24" y="21"/>
                    </a:lnTo>
                    <a:lnTo>
                      <a:pt x="24" y="24"/>
                    </a:lnTo>
                    <a:lnTo>
                      <a:pt x="26" y="25"/>
                    </a:lnTo>
                    <a:lnTo>
                      <a:pt x="30" y="27"/>
                    </a:lnTo>
                    <a:lnTo>
                      <a:pt x="30" y="27"/>
                    </a:lnTo>
                    <a:lnTo>
                      <a:pt x="26" y="34"/>
                    </a:lnTo>
                    <a:lnTo>
                      <a:pt x="24" y="37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1" y="41"/>
                    </a:lnTo>
                    <a:lnTo>
                      <a:pt x="18" y="41"/>
                    </a:lnTo>
                    <a:lnTo>
                      <a:pt x="16" y="45"/>
                    </a:lnTo>
                    <a:lnTo>
                      <a:pt x="16" y="50"/>
                    </a:lnTo>
                    <a:lnTo>
                      <a:pt x="16" y="50"/>
                    </a:lnTo>
                    <a:lnTo>
                      <a:pt x="13" y="60"/>
                    </a:lnTo>
                    <a:lnTo>
                      <a:pt x="11" y="62"/>
                    </a:lnTo>
                    <a:lnTo>
                      <a:pt x="7" y="65"/>
                    </a:lnTo>
                    <a:lnTo>
                      <a:pt x="7" y="65"/>
                    </a:lnTo>
                    <a:lnTo>
                      <a:pt x="8" y="72"/>
                    </a:lnTo>
                    <a:lnTo>
                      <a:pt x="7" y="80"/>
                    </a:lnTo>
                    <a:lnTo>
                      <a:pt x="7" y="80"/>
                    </a:lnTo>
                    <a:lnTo>
                      <a:pt x="7" y="88"/>
                    </a:lnTo>
                    <a:lnTo>
                      <a:pt x="7" y="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7" name="isľïḍê"/>
              <p:cNvSpPr/>
              <p:nvPr/>
            </p:nvSpPr>
            <p:spPr bwMode="auto">
              <a:xfrm>
                <a:off x="1721807" y="2817728"/>
                <a:ext cx="129016" cy="301031"/>
              </a:xfrm>
              <a:custGeom>
                <a:avLst/>
                <a:gdLst>
                  <a:gd name="T0" fmla="*/ 7 w 41"/>
                  <a:gd name="T1" fmla="*/ 97 h 97"/>
                  <a:gd name="T2" fmla="*/ 1 w 41"/>
                  <a:gd name="T3" fmla="*/ 91 h 97"/>
                  <a:gd name="T4" fmla="*/ 3 w 41"/>
                  <a:gd name="T5" fmla="*/ 88 h 97"/>
                  <a:gd name="T6" fmla="*/ 6 w 41"/>
                  <a:gd name="T7" fmla="*/ 90 h 97"/>
                  <a:gd name="T8" fmla="*/ 4 w 41"/>
                  <a:gd name="T9" fmla="*/ 85 h 97"/>
                  <a:gd name="T10" fmla="*/ 4 w 41"/>
                  <a:gd name="T11" fmla="*/ 80 h 97"/>
                  <a:gd name="T12" fmla="*/ 6 w 41"/>
                  <a:gd name="T13" fmla="*/ 75 h 97"/>
                  <a:gd name="T14" fmla="*/ 3 w 41"/>
                  <a:gd name="T15" fmla="*/ 72 h 97"/>
                  <a:gd name="T16" fmla="*/ 0 w 41"/>
                  <a:gd name="T17" fmla="*/ 72 h 97"/>
                  <a:gd name="T18" fmla="*/ 3 w 41"/>
                  <a:gd name="T19" fmla="*/ 65 h 97"/>
                  <a:gd name="T20" fmla="*/ 7 w 41"/>
                  <a:gd name="T21" fmla="*/ 55 h 97"/>
                  <a:gd name="T22" fmla="*/ 13 w 41"/>
                  <a:gd name="T23" fmla="*/ 44 h 97"/>
                  <a:gd name="T24" fmla="*/ 18 w 41"/>
                  <a:gd name="T25" fmla="*/ 37 h 97"/>
                  <a:gd name="T26" fmla="*/ 16 w 41"/>
                  <a:gd name="T27" fmla="*/ 35 h 97"/>
                  <a:gd name="T28" fmla="*/ 17 w 41"/>
                  <a:gd name="T29" fmla="*/ 30 h 97"/>
                  <a:gd name="T30" fmla="*/ 18 w 41"/>
                  <a:gd name="T31" fmla="*/ 24 h 97"/>
                  <a:gd name="T32" fmla="*/ 16 w 41"/>
                  <a:gd name="T33" fmla="*/ 23 h 97"/>
                  <a:gd name="T34" fmla="*/ 20 w 41"/>
                  <a:gd name="T35" fmla="*/ 21 h 97"/>
                  <a:gd name="T36" fmla="*/ 23 w 41"/>
                  <a:gd name="T37" fmla="*/ 21 h 97"/>
                  <a:gd name="T38" fmla="*/ 23 w 41"/>
                  <a:gd name="T39" fmla="*/ 18 h 97"/>
                  <a:gd name="T40" fmla="*/ 26 w 41"/>
                  <a:gd name="T41" fmla="*/ 11 h 97"/>
                  <a:gd name="T42" fmla="*/ 31 w 41"/>
                  <a:gd name="T43" fmla="*/ 3 h 97"/>
                  <a:gd name="T44" fmla="*/ 33 w 41"/>
                  <a:gd name="T45" fmla="*/ 3 h 97"/>
                  <a:gd name="T46" fmla="*/ 38 w 41"/>
                  <a:gd name="T47" fmla="*/ 4 h 97"/>
                  <a:gd name="T48" fmla="*/ 38 w 41"/>
                  <a:gd name="T49" fmla="*/ 0 h 97"/>
                  <a:gd name="T50" fmla="*/ 40 w 41"/>
                  <a:gd name="T51" fmla="*/ 1 h 97"/>
                  <a:gd name="T52" fmla="*/ 40 w 41"/>
                  <a:gd name="T53" fmla="*/ 4 h 97"/>
                  <a:gd name="T54" fmla="*/ 33 w 41"/>
                  <a:gd name="T55" fmla="*/ 7 h 97"/>
                  <a:gd name="T56" fmla="*/ 30 w 41"/>
                  <a:gd name="T57" fmla="*/ 15 h 97"/>
                  <a:gd name="T58" fmla="*/ 24 w 41"/>
                  <a:gd name="T59" fmla="*/ 21 h 97"/>
                  <a:gd name="T60" fmla="*/ 26 w 41"/>
                  <a:gd name="T61" fmla="*/ 25 h 97"/>
                  <a:gd name="T62" fmla="*/ 30 w 41"/>
                  <a:gd name="T63" fmla="*/ 27 h 97"/>
                  <a:gd name="T64" fmla="*/ 24 w 41"/>
                  <a:gd name="T65" fmla="*/ 37 h 97"/>
                  <a:gd name="T66" fmla="*/ 26 w 41"/>
                  <a:gd name="T67" fmla="*/ 41 h 97"/>
                  <a:gd name="T68" fmla="*/ 18 w 41"/>
                  <a:gd name="T69" fmla="*/ 41 h 97"/>
                  <a:gd name="T70" fmla="*/ 16 w 41"/>
                  <a:gd name="T71" fmla="*/ 50 h 97"/>
                  <a:gd name="T72" fmla="*/ 13 w 41"/>
                  <a:gd name="T73" fmla="*/ 60 h 97"/>
                  <a:gd name="T74" fmla="*/ 7 w 41"/>
                  <a:gd name="T75" fmla="*/ 65 h 97"/>
                  <a:gd name="T76" fmla="*/ 8 w 41"/>
                  <a:gd name="T77" fmla="*/ 72 h 97"/>
                  <a:gd name="T78" fmla="*/ 7 w 41"/>
                  <a:gd name="T79" fmla="*/ 80 h 97"/>
                  <a:gd name="T80" fmla="*/ 7 w 41"/>
                  <a:gd name="T81" fmla="*/ 97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41" h="97">
                    <a:moveTo>
                      <a:pt x="7" y="97"/>
                    </a:moveTo>
                    <a:lnTo>
                      <a:pt x="7" y="97"/>
                    </a:lnTo>
                    <a:lnTo>
                      <a:pt x="3" y="94"/>
                    </a:lnTo>
                    <a:lnTo>
                      <a:pt x="1" y="91"/>
                    </a:lnTo>
                    <a:lnTo>
                      <a:pt x="3" y="88"/>
                    </a:lnTo>
                    <a:lnTo>
                      <a:pt x="3" y="88"/>
                    </a:lnTo>
                    <a:lnTo>
                      <a:pt x="4" y="90"/>
                    </a:lnTo>
                    <a:lnTo>
                      <a:pt x="6" y="90"/>
                    </a:lnTo>
                    <a:lnTo>
                      <a:pt x="4" y="85"/>
                    </a:lnTo>
                    <a:lnTo>
                      <a:pt x="4" y="85"/>
                    </a:lnTo>
                    <a:lnTo>
                      <a:pt x="4" y="80"/>
                    </a:lnTo>
                    <a:lnTo>
                      <a:pt x="4" y="80"/>
                    </a:lnTo>
                    <a:lnTo>
                      <a:pt x="4" y="77"/>
                    </a:lnTo>
                    <a:lnTo>
                      <a:pt x="6" y="75"/>
                    </a:lnTo>
                    <a:lnTo>
                      <a:pt x="6" y="75"/>
                    </a:lnTo>
                    <a:lnTo>
                      <a:pt x="3" y="72"/>
                    </a:lnTo>
                    <a:lnTo>
                      <a:pt x="1" y="71"/>
                    </a:lnTo>
                    <a:lnTo>
                      <a:pt x="0" y="72"/>
                    </a:lnTo>
                    <a:lnTo>
                      <a:pt x="0" y="72"/>
                    </a:lnTo>
                    <a:lnTo>
                      <a:pt x="3" y="65"/>
                    </a:lnTo>
                    <a:lnTo>
                      <a:pt x="7" y="55"/>
                    </a:lnTo>
                    <a:lnTo>
                      <a:pt x="7" y="55"/>
                    </a:lnTo>
                    <a:lnTo>
                      <a:pt x="13" y="44"/>
                    </a:lnTo>
                    <a:lnTo>
                      <a:pt x="13" y="44"/>
                    </a:lnTo>
                    <a:lnTo>
                      <a:pt x="16" y="40"/>
                    </a:lnTo>
                    <a:lnTo>
                      <a:pt x="18" y="37"/>
                    </a:lnTo>
                    <a:lnTo>
                      <a:pt x="18" y="37"/>
                    </a:lnTo>
                    <a:lnTo>
                      <a:pt x="16" y="35"/>
                    </a:lnTo>
                    <a:lnTo>
                      <a:pt x="16" y="33"/>
                    </a:lnTo>
                    <a:lnTo>
                      <a:pt x="17" y="30"/>
                    </a:lnTo>
                    <a:lnTo>
                      <a:pt x="18" y="25"/>
                    </a:lnTo>
                    <a:lnTo>
                      <a:pt x="18" y="24"/>
                    </a:lnTo>
                    <a:lnTo>
                      <a:pt x="16" y="23"/>
                    </a:lnTo>
                    <a:lnTo>
                      <a:pt x="16" y="23"/>
                    </a:lnTo>
                    <a:lnTo>
                      <a:pt x="17" y="21"/>
                    </a:lnTo>
                    <a:lnTo>
                      <a:pt x="20" y="21"/>
                    </a:lnTo>
                    <a:lnTo>
                      <a:pt x="21" y="21"/>
                    </a:lnTo>
                    <a:lnTo>
                      <a:pt x="23" y="21"/>
                    </a:lnTo>
                    <a:lnTo>
                      <a:pt x="23" y="21"/>
                    </a:lnTo>
                    <a:lnTo>
                      <a:pt x="23" y="18"/>
                    </a:lnTo>
                    <a:lnTo>
                      <a:pt x="23" y="15"/>
                    </a:lnTo>
                    <a:lnTo>
                      <a:pt x="26" y="11"/>
                    </a:lnTo>
                    <a:lnTo>
                      <a:pt x="28" y="7"/>
                    </a:lnTo>
                    <a:lnTo>
                      <a:pt x="31" y="3"/>
                    </a:lnTo>
                    <a:lnTo>
                      <a:pt x="31" y="3"/>
                    </a:lnTo>
                    <a:lnTo>
                      <a:pt x="33" y="3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40" y="3"/>
                    </a:lnTo>
                    <a:lnTo>
                      <a:pt x="38" y="0"/>
                    </a:lnTo>
                    <a:lnTo>
                      <a:pt x="38" y="0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0" y="4"/>
                    </a:lnTo>
                    <a:lnTo>
                      <a:pt x="37" y="7"/>
                    </a:lnTo>
                    <a:lnTo>
                      <a:pt x="33" y="7"/>
                    </a:lnTo>
                    <a:lnTo>
                      <a:pt x="33" y="7"/>
                    </a:lnTo>
                    <a:lnTo>
                      <a:pt x="30" y="15"/>
                    </a:lnTo>
                    <a:lnTo>
                      <a:pt x="24" y="21"/>
                    </a:lnTo>
                    <a:lnTo>
                      <a:pt x="24" y="21"/>
                    </a:lnTo>
                    <a:lnTo>
                      <a:pt x="24" y="24"/>
                    </a:lnTo>
                    <a:lnTo>
                      <a:pt x="26" y="25"/>
                    </a:lnTo>
                    <a:lnTo>
                      <a:pt x="30" y="27"/>
                    </a:lnTo>
                    <a:lnTo>
                      <a:pt x="30" y="27"/>
                    </a:lnTo>
                    <a:lnTo>
                      <a:pt x="26" y="34"/>
                    </a:lnTo>
                    <a:lnTo>
                      <a:pt x="24" y="37"/>
                    </a:lnTo>
                    <a:lnTo>
                      <a:pt x="26" y="41"/>
                    </a:lnTo>
                    <a:lnTo>
                      <a:pt x="26" y="41"/>
                    </a:lnTo>
                    <a:lnTo>
                      <a:pt x="21" y="41"/>
                    </a:lnTo>
                    <a:lnTo>
                      <a:pt x="18" y="41"/>
                    </a:lnTo>
                    <a:lnTo>
                      <a:pt x="16" y="45"/>
                    </a:lnTo>
                    <a:lnTo>
                      <a:pt x="16" y="50"/>
                    </a:lnTo>
                    <a:lnTo>
                      <a:pt x="16" y="50"/>
                    </a:lnTo>
                    <a:lnTo>
                      <a:pt x="13" y="60"/>
                    </a:lnTo>
                    <a:lnTo>
                      <a:pt x="11" y="62"/>
                    </a:lnTo>
                    <a:lnTo>
                      <a:pt x="7" y="65"/>
                    </a:lnTo>
                    <a:lnTo>
                      <a:pt x="7" y="65"/>
                    </a:lnTo>
                    <a:lnTo>
                      <a:pt x="8" y="72"/>
                    </a:lnTo>
                    <a:lnTo>
                      <a:pt x="7" y="80"/>
                    </a:lnTo>
                    <a:lnTo>
                      <a:pt x="7" y="80"/>
                    </a:lnTo>
                    <a:lnTo>
                      <a:pt x="7" y="88"/>
                    </a:lnTo>
                    <a:lnTo>
                      <a:pt x="7" y="9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8" name="îṡľîḑé"/>
              <p:cNvSpPr/>
              <p:nvPr/>
            </p:nvSpPr>
            <p:spPr bwMode="auto">
              <a:xfrm>
                <a:off x="1390056" y="2627281"/>
                <a:ext cx="233453" cy="448475"/>
              </a:xfrm>
              <a:custGeom>
                <a:avLst/>
                <a:gdLst>
                  <a:gd name="T0" fmla="*/ 9 w 76"/>
                  <a:gd name="T1" fmla="*/ 104 h 145"/>
                  <a:gd name="T2" fmla="*/ 9 w 76"/>
                  <a:gd name="T3" fmla="*/ 94 h 145"/>
                  <a:gd name="T4" fmla="*/ 3 w 76"/>
                  <a:gd name="T5" fmla="*/ 94 h 145"/>
                  <a:gd name="T6" fmla="*/ 2 w 76"/>
                  <a:gd name="T7" fmla="*/ 88 h 145"/>
                  <a:gd name="T8" fmla="*/ 0 w 76"/>
                  <a:gd name="T9" fmla="*/ 73 h 145"/>
                  <a:gd name="T10" fmla="*/ 3 w 76"/>
                  <a:gd name="T11" fmla="*/ 73 h 145"/>
                  <a:gd name="T12" fmla="*/ 12 w 76"/>
                  <a:gd name="T13" fmla="*/ 58 h 145"/>
                  <a:gd name="T14" fmla="*/ 20 w 76"/>
                  <a:gd name="T15" fmla="*/ 46 h 145"/>
                  <a:gd name="T16" fmla="*/ 28 w 76"/>
                  <a:gd name="T17" fmla="*/ 40 h 145"/>
                  <a:gd name="T18" fmla="*/ 29 w 76"/>
                  <a:gd name="T19" fmla="*/ 37 h 145"/>
                  <a:gd name="T20" fmla="*/ 33 w 76"/>
                  <a:gd name="T21" fmla="*/ 31 h 145"/>
                  <a:gd name="T22" fmla="*/ 43 w 76"/>
                  <a:gd name="T23" fmla="*/ 21 h 145"/>
                  <a:gd name="T24" fmla="*/ 52 w 76"/>
                  <a:gd name="T25" fmla="*/ 16 h 145"/>
                  <a:gd name="T26" fmla="*/ 72 w 76"/>
                  <a:gd name="T27" fmla="*/ 0 h 145"/>
                  <a:gd name="T28" fmla="*/ 75 w 76"/>
                  <a:gd name="T29" fmla="*/ 3 h 145"/>
                  <a:gd name="T30" fmla="*/ 73 w 76"/>
                  <a:gd name="T31" fmla="*/ 11 h 145"/>
                  <a:gd name="T32" fmla="*/ 70 w 76"/>
                  <a:gd name="T33" fmla="*/ 21 h 145"/>
                  <a:gd name="T34" fmla="*/ 52 w 76"/>
                  <a:gd name="T35" fmla="*/ 60 h 145"/>
                  <a:gd name="T36" fmla="*/ 43 w 76"/>
                  <a:gd name="T37" fmla="*/ 86 h 145"/>
                  <a:gd name="T38" fmla="*/ 45 w 76"/>
                  <a:gd name="T39" fmla="*/ 103 h 145"/>
                  <a:gd name="T40" fmla="*/ 48 w 76"/>
                  <a:gd name="T41" fmla="*/ 107 h 145"/>
                  <a:gd name="T42" fmla="*/ 46 w 76"/>
                  <a:gd name="T43" fmla="*/ 100 h 145"/>
                  <a:gd name="T44" fmla="*/ 48 w 76"/>
                  <a:gd name="T45" fmla="*/ 86 h 145"/>
                  <a:gd name="T46" fmla="*/ 53 w 76"/>
                  <a:gd name="T47" fmla="*/ 97 h 145"/>
                  <a:gd name="T48" fmla="*/ 57 w 76"/>
                  <a:gd name="T49" fmla="*/ 111 h 145"/>
                  <a:gd name="T50" fmla="*/ 60 w 76"/>
                  <a:gd name="T51" fmla="*/ 107 h 145"/>
                  <a:gd name="T52" fmla="*/ 65 w 76"/>
                  <a:gd name="T53" fmla="*/ 104 h 145"/>
                  <a:gd name="T54" fmla="*/ 63 w 76"/>
                  <a:gd name="T55" fmla="*/ 108 h 145"/>
                  <a:gd name="T56" fmla="*/ 62 w 76"/>
                  <a:gd name="T57" fmla="*/ 115 h 145"/>
                  <a:gd name="T58" fmla="*/ 53 w 76"/>
                  <a:gd name="T59" fmla="*/ 115 h 145"/>
                  <a:gd name="T60" fmla="*/ 49 w 76"/>
                  <a:gd name="T61" fmla="*/ 134 h 145"/>
                  <a:gd name="T62" fmla="*/ 48 w 76"/>
                  <a:gd name="T63" fmla="*/ 131 h 145"/>
                  <a:gd name="T64" fmla="*/ 43 w 76"/>
                  <a:gd name="T65" fmla="*/ 130 h 145"/>
                  <a:gd name="T66" fmla="*/ 48 w 76"/>
                  <a:gd name="T67" fmla="*/ 118 h 145"/>
                  <a:gd name="T68" fmla="*/ 43 w 76"/>
                  <a:gd name="T69" fmla="*/ 117 h 145"/>
                  <a:gd name="T70" fmla="*/ 38 w 76"/>
                  <a:gd name="T71" fmla="*/ 127 h 145"/>
                  <a:gd name="T72" fmla="*/ 35 w 76"/>
                  <a:gd name="T73" fmla="*/ 145 h 145"/>
                  <a:gd name="T74" fmla="*/ 33 w 76"/>
                  <a:gd name="T75" fmla="*/ 135 h 145"/>
                  <a:gd name="T76" fmla="*/ 23 w 76"/>
                  <a:gd name="T77" fmla="*/ 114 h 145"/>
                  <a:gd name="T78" fmla="*/ 22 w 76"/>
                  <a:gd name="T79" fmla="*/ 97 h 145"/>
                  <a:gd name="T80" fmla="*/ 20 w 76"/>
                  <a:gd name="T81" fmla="*/ 86 h 145"/>
                  <a:gd name="T82" fmla="*/ 20 w 76"/>
                  <a:gd name="T83" fmla="*/ 83 h 145"/>
                  <a:gd name="T84" fmla="*/ 25 w 76"/>
                  <a:gd name="T85" fmla="*/ 77 h 145"/>
                  <a:gd name="T86" fmla="*/ 20 w 76"/>
                  <a:gd name="T87" fmla="*/ 73 h 145"/>
                  <a:gd name="T88" fmla="*/ 22 w 76"/>
                  <a:gd name="T89" fmla="*/ 64 h 145"/>
                  <a:gd name="T90" fmla="*/ 18 w 76"/>
                  <a:gd name="T91" fmla="*/ 58 h 145"/>
                  <a:gd name="T92" fmla="*/ 10 w 76"/>
                  <a:gd name="T93" fmla="*/ 70 h 145"/>
                  <a:gd name="T94" fmla="*/ 6 w 76"/>
                  <a:gd name="T95" fmla="*/ 76 h 145"/>
                  <a:gd name="T96" fmla="*/ 6 w 76"/>
                  <a:gd name="T97" fmla="*/ 78 h 145"/>
                  <a:gd name="T98" fmla="*/ 8 w 76"/>
                  <a:gd name="T99" fmla="*/ 81 h 145"/>
                  <a:gd name="T100" fmla="*/ 10 w 76"/>
                  <a:gd name="T101" fmla="*/ 78 h 145"/>
                  <a:gd name="T102" fmla="*/ 13 w 76"/>
                  <a:gd name="T103" fmla="*/ 77 h 145"/>
                  <a:gd name="T104" fmla="*/ 10 w 76"/>
                  <a:gd name="T105" fmla="*/ 84 h 145"/>
                  <a:gd name="T106" fmla="*/ 8 w 76"/>
                  <a:gd name="T107" fmla="*/ 88 h 145"/>
                  <a:gd name="T108" fmla="*/ 10 w 76"/>
                  <a:gd name="T109" fmla="*/ 10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6" h="145">
                    <a:moveTo>
                      <a:pt x="10" y="105"/>
                    </a:moveTo>
                    <a:lnTo>
                      <a:pt x="10" y="105"/>
                    </a:lnTo>
                    <a:lnTo>
                      <a:pt x="9" y="104"/>
                    </a:lnTo>
                    <a:lnTo>
                      <a:pt x="8" y="101"/>
                    </a:lnTo>
                    <a:lnTo>
                      <a:pt x="9" y="94"/>
                    </a:lnTo>
                    <a:lnTo>
                      <a:pt x="9" y="94"/>
                    </a:lnTo>
                    <a:lnTo>
                      <a:pt x="6" y="94"/>
                    </a:lnTo>
                    <a:lnTo>
                      <a:pt x="5" y="94"/>
                    </a:lnTo>
                    <a:lnTo>
                      <a:pt x="3" y="94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2" y="88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0" y="73"/>
                    </a:lnTo>
                    <a:lnTo>
                      <a:pt x="0" y="73"/>
                    </a:lnTo>
                    <a:lnTo>
                      <a:pt x="2" y="73"/>
                    </a:lnTo>
                    <a:lnTo>
                      <a:pt x="3" y="73"/>
                    </a:lnTo>
                    <a:lnTo>
                      <a:pt x="6" y="70"/>
                    </a:lnTo>
                    <a:lnTo>
                      <a:pt x="12" y="58"/>
                    </a:lnTo>
                    <a:lnTo>
                      <a:pt x="12" y="58"/>
                    </a:lnTo>
                    <a:lnTo>
                      <a:pt x="16" y="51"/>
                    </a:lnTo>
                    <a:lnTo>
                      <a:pt x="16" y="51"/>
                    </a:lnTo>
                    <a:lnTo>
                      <a:pt x="20" y="46"/>
                    </a:lnTo>
                    <a:lnTo>
                      <a:pt x="20" y="46"/>
                    </a:lnTo>
                    <a:lnTo>
                      <a:pt x="25" y="41"/>
                    </a:lnTo>
                    <a:lnTo>
                      <a:pt x="28" y="40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9" y="37"/>
                    </a:lnTo>
                    <a:lnTo>
                      <a:pt x="30" y="33"/>
                    </a:lnTo>
                    <a:lnTo>
                      <a:pt x="30" y="33"/>
                    </a:lnTo>
                    <a:lnTo>
                      <a:pt x="33" y="31"/>
                    </a:lnTo>
                    <a:lnTo>
                      <a:pt x="38" y="28"/>
                    </a:lnTo>
                    <a:lnTo>
                      <a:pt x="40" y="26"/>
                    </a:lnTo>
                    <a:lnTo>
                      <a:pt x="43" y="21"/>
                    </a:lnTo>
                    <a:lnTo>
                      <a:pt x="43" y="21"/>
                    </a:lnTo>
                    <a:lnTo>
                      <a:pt x="48" y="18"/>
                    </a:lnTo>
                    <a:lnTo>
                      <a:pt x="52" y="16"/>
                    </a:lnTo>
                    <a:lnTo>
                      <a:pt x="60" y="8"/>
                    </a:lnTo>
                    <a:lnTo>
                      <a:pt x="69" y="3"/>
                    </a:lnTo>
                    <a:lnTo>
                      <a:pt x="72" y="0"/>
                    </a:lnTo>
                    <a:lnTo>
                      <a:pt x="76" y="0"/>
                    </a:lnTo>
                    <a:lnTo>
                      <a:pt x="76" y="0"/>
                    </a:lnTo>
                    <a:lnTo>
                      <a:pt x="75" y="3"/>
                    </a:lnTo>
                    <a:lnTo>
                      <a:pt x="73" y="7"/>
                    </a:lnTo>
                    <a:lnTo>
                      <a:pt x="73" y="10"/>
                    </a:lnTo>
                    <a:lnTo>
                      <a:pt x="73" y="11"/>
                    </a:lnTo>
                    <a:lnTo>
                      <a:pt x="73" y="11"/>
                    </a:lnTo>
                    <a:lnTo>
                      <a:pt x="73" y="11"/>
                    </a:lnTo>
                    <a:lnTo>
                      <a:pt x="70" y="21"/>
                    </a:lnTo>
                    <a:lnTo>
                      <a:pt x="65" y="34"/>
                    </a:lnTo>
                    <a:lnTo>
                      <a:pt x="65" y="34"/>
                    </a:lnTo>
                    <a:lnTo>
                      <a:pt x="52" y="60"/>
                    </a:lnTo>
                    <a:lnTo>
                      <a:pt x="52" y="60"/>
                    </a:lnTo>
                    <a:lnTo>
                      <a:pt x="46" y="73"/>
                    </a:lnTo>
                    <a:lnTo>
                      <a:pt x="43" y="86"/>
                    </a:lnTo>
                    <a:lnTo>
                      <a:pt x="43" y="91"/>
                    </a:lnTo>
                    <a:lnTo>
                      <a:pt x="43" y="97"/>
                    </a:lnTo>
                    <a:lnTo>
                      <a:pt x="45" y="103"/>
                    </a:lnTo>
                    <a:lnTo>
                      <a:pt x="46" y="108"/>
                    </a:lnTo>
                    <a:lnTo>
                      <a:pt x="46" y="108"/>
                    </a:lnTo>
                    <a:lnTo>
                      <a:pt x="48" y="107"/>
                    </a:lnTo>
                    <a:lnTo>
                      <a:pt x="48" y="104"/>
                    </a:lnTo>
                    <a:lnTo>
                      <a:pt x="46" y="100"/>
                    </a:lnTo>
                    <a:lnTo>
                      <a:pt x="46" y="100"/>
                    </a:lnTo>
                    <a:lnTo>
                      <a:pt x="45" y="94"/>
                    </a:lnTo>
                    <a:lnTo>
                      <a:pt x="46" y="90"/>
                    </a:lnTo>
                    <a:lnTo>
                      <a:pt x="48" y="86"/>
                    </a:lnTo>
                    <a:lnTo>
                      <a:pt x="48" y="86"/>
                    </a:lnTo>
                    <a:lnTo>
                      <a:pt x="49" y="93"/>
                    </a:lnTo>
                    <a:lnTo>
                      <a:pt x="53" y="97"/>
                    </a:lnTo>
                    <a:lnTo>
                      <a:pt x="56" y="103"/>
                    </a:lnTo>
                    <a:lnTo>
                      <a:pt x="57" y="111"/>
                    </a:lnTo>
                    <a:lnTo>
                      <a:pt x="57" y="111"/>
                    </a:lnTo>
                    <a:lnTo>
                      <a:pt x="59" y="111"/>
                    </a:lnTo>
                    <a:lnTo>
                      <a:pt x="59" y="110"/>
                    </a:lnTo>
                    <a:lnTo>
                      <a:pt x="60" y="107"/>
                    </a:lnTo>
                    <a:lnTo>
                      <a:pt x="62" y="104"/>
                    </a:lnTo>
                    <a:lnTo>
                      <a:pt x="62" y="103"/>
                    </a:lnTo>
                    <a:lnTo>
                      <a:pt x="65" y="104"/>
                    </a:lnTo>
                    <a:lnTo>
                      <a:pt x="65" y="104"/>
                    </a:lnTo>
                    <a:lnTo>
                      <a:pt x="65" y="107"/>
                    </a:lnTo>
                    <a:lnTo>
                      <a:pt x="63" y="108"/>
                    </a:lnTo>
                    <a:lnTo>
                      <a:pt x="62" y="111"/>
                    </a:lnTo>
                    <a:lnTo>
                      <a:pt x="62" y="115"/>
                    </a:lnTo>
                    <a:lnTo>
                      <a:pt x="62" y="115"/>
                    </a:lnTo>
                    <a:lnTo>
                      <a:pt x="59" y="113"/>
                    </a:lnTo>
                    <a:lnTo>
                      <a:pt x="56" y="113"/>
                    </a:lnTo>
                    <a:lnTo>
                      <a:pt x="53" y="115"/>
                    </a:lnTo>
                    <a:lnTo>
                      <a:pt x="52" y="118"/>
                    </a:lnTo>
                    <a:lnTo>
                      <a:pt x="50" y="127"/>
                    </a:lnTo>
                    <a:lnTo>
                      <a:pt x="49" y="134"/>
                    </a:lnTo>
                    <a:lnTo>
                      <a:pt x="49" y="134"/>
                    </a:lnTo>
                    <a:lnTo>
                      <a:pt x="48" y="133"/>
                    </a:lnTo>
                    <a:lnTo>
                      <a:pt x="48" y="131"/>
                    </a:lnTo>
                    <a:lnTo>
                      <a:pt x="46" y="130"/>
                    </a:lnTo>
                    <a:lnTo>
                      <a:pt x="43" y="130"/>
                    </a:lnTo>
                    <a:lnTo>
                      <a:pt x="43" y="130"/>
                    </a:lnTo>
                    <a:lnTo>
                      <a:pt x="45" y="125"/>
                    </a:lnTo>
                    <a:lnTo>
                      <a:pt x="46" y="123"/>
                    </a:lnTo>
                    <a:lnTo>
                      <a:pt x="48" y="118"/>
                    </a:lnTo>
                    <a:lnTo>
                      <a:pt x="48" y="115"/>
                    </a:lnTo>
                    <a:lnTo>
                      <a:pt x="48" y="115"/>
                    </a:lnTo>
                    <a:lnTo>
                      <a:pt x="43" y="117"/>
                    </a:lnTo>
                    <a:lnTo>
                      <a:pt x="40" y="120"/>
                    </a:lnTo>
                    <a:lnTo>
                      <a:pt x="39" y="124"/>
                    </a:lnTo>
                    <a:lnTo>
                      <a:pt x="38" y="127"/>
                    </a:lnTo>
                    <a:lnTo>
                      <a:pt x="38" y="127"/>
                    </a:lnTo>
                    <a:lnTo>
                      <a:pt x="36" y="135"/>
                    </a:lnTo>
                    <a:lnTo>
                      <a:pt x="35" y="145"/>
                    </a:lnTo>
                    <a:lnTo>
                      <a:pt x="35" y="145"/>
                    </a:lnTo>
                    <a:lnTo>
                      <a:pt x="35" y="140"/>
                    </a:lnTo>
                    <a:lnTo>
                      <a:pt x="33" y="135"/>
                    </a:lnTo>
                    <a:lnTo>
                      <a:pt x="28" y="125"/>
                    </a:lnTo>
                    <a:lnTo>
                      <a:pt x="28" y="125"/>
                    </a:lnTo>
                    <a:lnTo>
                      <a:pt x="23" y="114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22" y="97"/>
                    </a:lnTo>
                    <a:lnTo>
                      <a:pt x="23" y="91"/>
                    </a:lnTo>
                    <a:lnTo>
                      <a:pt x="22" y="87"/>
                    </a:lnTo>
                    <a:lnTo>
                      <a:pt x="20" y="86"/>
                    </a:lnTo>
                    <a:lnTo>
                      <a:pt x="18" y="84"/>
                    </a:lnTo>
                    <a:lnTo>
                      <a:pt x="18" y="84"/>
                    </a:lnTo>
                    <a:lnTo>
                      <a:pt x="20" y="83"/>
                    </a:lnTo>
                    <a:lnTo>
                      <a:pt x="22" y="81"/>
                    </a:lnTo>
                    <a:lnTo>
                      <a:pt x="23" y="80"/>
                    </a:lnTo>
                    <a:lnTo>
                      <a:pt x="25" y="77"/>
                    </a:lnTo>
                    <a:lnTo>
                      <a:pt x="25" y="77"/>
                    </a:lnTo>
                    <a:lnTo>
                      <a:pt x="23" y="74"/>
                    </a:lnTo>
                    <a:lnTo>
                      <a:pt x="20" y="73"/>
                    </a:lnTo>
                    <a:lnTo>
                      <a:pt x="20" y="70"/>
                    </a:lnTo>
                    <a:lnTo>
                      <a:pt x="22" y="64"/>
                    </a:lnTo>
                    <a:lnTo>
                      <a:pt x="22" y="64"/>
                    </a:lnTo>
                    <a:lnTo>
                      <a:pt x="20" y="60"/>
                    </a:lnTo>
                    <a:lnTo>
                      <a:pt x="18" y="58"/>
                    </a:lnTo>
                    <a:lnTo>
                      <a:pt x="18" y="58"/>
                    </a:lnTo>
                    <a:lnTo>
                      <a:pt x="15" y="60"/>
                    </a:lnTo>
                    <a:lnTo>
                      <a:pt x="13" y="63"/>
                    </a:lnTo>
                    <a:lnTo>
                      <a:pt x="10" y="70"/>
                    </a:lnTo>
                    <a:lnTo>
                      <a:pt x="9" y="76"/>
                    </a:lnTo>
                    <a:lnTo>
                      <a:pt x="8" y="77"/>
                    </a:lnTo>
                    <a:lnTo>
                      <a:pt x="6" y="76"/>
                    </a:lnTo>
                    <a:lnTo>
                      <a:pt x="6" y="76"/>
                    </a:lnTo>
                    <a:lnTo>
                      <a:pt x="5" y="77"/>
                    </a:lnTo>
                    <a:lnTo>
                      <a:pt x="6" y="78"/>
                    </a:lnTo>
                    <a:lnTo>
                      <a:pt x="8" y="80"/>
                    </a:lnTo>
                    <a:lnTo>
                      <a:pt x="8" y="81"/>
                    </a:lnTo>
                    <a:lnTo>
                      <a:pt x="8" y="81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10" y="78"/>
                    </a:lnTo>
                    <a:lnTo>
                      <a:pt x="10" y="77"/>
                    </a:lnTo>
                    <a:lnTo>
                      <a:pt x="13" y="77"/>
                    </a:lnTo>
                    <a:lnTo>
                      <a:pt x="13" y="77"/>
                    </a:lnTo>
                    <a:lnTo>
                      <a:pt x="15" y="80"/>
                    </a:lnTo>
                    <a:lnTo>
                      <a:pt x="13" y="83"/>
                    </a:lnTo>
                    <a:lnTo>
                      <a:pt x="10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8" y="88"/>
                    </a:lnTo>
                    <a:lnTo>
                      <a:pt x="9" y="94"/>
                    </a:lnTo>
                    <a:lnTo>
                      <a:pt x="10" y="98"/>
                    </a:lnTo>
                    <a:lnTo>
                      <a:pt x="10" y="10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19" name="ïş1îḍê"/>
              <p:cNvSpPr/>
              <p:nvPr/>
            </p:nvSpPr>
            <p:spPr bwMode="auto">
              <a:xfrm>
                <a:off x="1390055" y="2627281"/>
                <a:ext cx="233453" cy="448475"/>
              </a:xfrm>
              <a:custGeom>
                <a:avLst/>
                <a:gdLst>
                  <a:gd name="T0" fmla="*/ 9 w 76"/>
                  <a:gd name="T1" fmla="*/ 104 h 145"/>
                  <a:gd name="T2" fmla="*/ 9 w 76"/>
                  <a:gd name="T3" fmla="*/ 94 h 145"/>
                  <a:gd name="T4" fmla="*/ 3 w 76"/>
                  <a:gd name="T5" fmla="*/ 94 h 145"/>
                  <a:gd name="T6" fmla="*/ 2 w 76"/>
                  <a:gd name="T7" fmla="*/ 88 h 145"/>
                  <a:gd name="T8" fmla="*/ 0 w 76"/>
                  <a:gd name="T9" fmla="*/ 73 h 145"/>
                  <a:gd name="T10" fmla="*/ 3 w 76"/>
                  <a:gd name="T11" fmla="*/ 73 h 145"/>
                  <a:gd name="T12" fmla="*/ 12 w 76"/>
                  <a:gd name="T13" fmla="*/ 58 h 145"/>
                  <a:gd name="T14" fmla="*/ 20 w 76"/>
                  <a:gd name="T15" fmla="*/ 46 h 145"/>
                  <a:gd name="T16" fmla="*/ 28 w 76"/>
                  <a:gd name="T17" fmla="*/ 40 h 145"/>
                  <a:gd name="T18" fmla="*/ 29 w 76"/>
                  <a:gd name="T19" fmla="*/ 37 h 145"/>
                  <a:gd name="T20" fmla="*/ 33 w 76"/>
                  <a:gd name="T21" fmla="*/ 31 h 145"/>
                  <a:gd name="T22" fmla="*/ 43 w 76"/>
                  <a:gd name="T23" fmla="*/ 21 h 145"/>
                  <a:gd name="T24" fmla="*/ 52 w 76"/>
                  <a:gd name="T25" fmla="*/ 16 h 145"/>
                  <a:gd name="T26" fmla="*/ 72 w 76"/>
                  <a:gd name="T27" fmla="*/ 0 h 145"/>
                  <a:gd name="T28" fmla="*/ 75 w 76"/>
                  <a:gd name="T29" fmla="*/ 3 h 145"/>
                  <a:gd name="T30" fmla="*/ 73 w 76"/>
                  <a:gd name="T31" fmla="*/ 11 h 145"/>
                  <a:gd name="T32" fmla="*/ 70 w 76"/>
                  <a:gd name="T33" fmla="*/ 21 h 145"/>
                  <a:gd name="T34" fmla="*/ 52 w 76"/>
                  <a:gd name="T35" fmla="*/ 60 h 145"/>
                  <a:gd name="T36" fmla="*/ 43 w 76"/>
                  <a:gd name="T37" fmla="*/ 86 h 145"/>
                  <a:gd name="T38" fmla="*/ 45 w 76"/>
                  <a:gd name="T39" fmla="*/ 103 h 145"/>
                  <a:gd name="T40" fmla="*/ 48 w 76"/>
                  <a:gd name="T41" fmla="*/ 107 h 145"/>
                  <a:gd name="T42" fmla="*/ 46 w 76"/>
                  <a:gd name="T43" fmla="*/ 100 h 145"/>
                  <a:gd name="T44" fmla="*/ 48 w 76"/>
                  <a:gd name="T45" fmla="*/ 86 h 145"/>
                  <a:gd name="T46" fmla="*/ 53 w 76"/>
                  <a:gd name="T47" fmla="*/ 97 h 145"/>
                  <a:gd name="T48" fmla="*/ 57 w 76"/>
                  <a:gd name="T49" fmla="*/ 111 h 145"/>
                  <a:gd name="T50" fmla="*/ 60 w 76"/>
                  <a:gd name="T51" fmla="*/ 107 h 145"/>
                  <a:gd name="T52" fmla="*/ 65 w 76"/>
                  <a:gd name="T53" fmla="*/ 104 h 145"/>
                  <a:gd name="T54" fmla="*/ 63 w 76"/>
                  <a:gd name="T55" fmla="*/ 108 h 145"/>
                  <a:gd name="T56" fmla="*/ 62 w 76"/>
                  <a:gd name="T57" fmla="*/ 115 h 145"/>
                  <a:gd name="T58" fmla="*/ 53 w 76"/>
                  <a:gd name="T59" fmla="*/ 115 h 145"/>
                  <a:gd name="T60" fmla="*/ 49 w 76"/>
                  <a:gd name="T61" fmla="*/ 134 h 145"/>
                  <a:gd name="T62" fmla="*/ 48 w 76"/>
                  <a:gd name="T63" fmla="*/ 131 h 145"/>
                  <a:gd name="T64" fmla="*/ 43 w 76"/>
                  <a:gd name="T65" fmla="*/ 130 h 145"/>
                  <a:gd name="T66" fmla="*/ 48 w 76"/>
                  <a:gd name="T67" fmla="*/ 118 h 145"/>
                  <a:gd name="T68" fmla="*/ 43 w 76"/>
                  <a:gd name="T69" fmla="*/ 117 h 145"/>
                  <a:gd name="T70" fmla="*/ 38 w 76"/>
                  <a:gd name="T71" fmla="*/ 127 h 145"/>
                  <a:gd name="T72" fmla="*/ 35 w 76"/>
                  <a:gd name="T73" fmla="*/ 145 h 145"/>
                  <a:gd name="T74" fmla="*/ 33 w 76"/>
                  <a:gd name="T75" fmla="*/ 135 h 145"/>
                  <a:gd name="T76" fmla="*/ 23 w 76"/>
                  <a:gd name="T77" fmla="*/ 114 h 145"/>
                  <a:gd name="T78" fmla="*/ 22 w 76"/>
                  <a:gd name="T79" fmla="*/ 97 h 145"/>
                  <a:gd name="T80" fmla="*/ 20 w 76"/>
                  <a:gd name="T81" fmla="*/ 86 h 145"/>
                  <a:gd name="T82" fmla="*/ 20 w 76"/>
                  <a:gd name="T83" fmla="*/ 83 h 145"/>
                  <a:gd name="T84" fmla="*/ 25 w 76"/>
                  <a:gd name="T85" fmla="*/ 77 h 145"/>
                  <a:gd name="T86" fmla="*/ 20 w 76"/>
                  <a:gd name="T87" fmla="*/ 73 h 145"/>
                  <a:gd name="T88" fmla="*/ 22 w 76"/>
                  <a:gd name="T89" fmla="*/ 64 h 145"/>
                  <a:gd name="T90" fmla="*/ 18 w 76"/>
                  <a:gd name="T91" fmla="*/ 58 h 145"/>
                  <a:gd name="T92" fmla="*/ 10 w 76"/>
                  <a:gd name="T93" fmla="*/ 70 h 145"/>
                  <a:gd name="T94" fmla="*/ 6 w 76"/>
                  <a:gd name="T95" fmla="*/ 76 h 145"/>
                  <a:gd name="T96" fmla="*/ 6 w 76"/>
                  <a:gd name="T97" fmla="*/ 78 h 145"/>
                  <a:gd name="T98" fmla="*/ 8 w 76"/>
                  <a:gd name="T99" fmla="*/ 81 h 145"/>
                  <a:gd name="T100" fmla="*/ 10 w 76"/>
                  <a:gd name="T101" fmla="*/ 78 h 145"/>
                  <a:gd name="T102" fmla="*/ 13 w 76"/>
                  <a:gd name="T103" fmla="*/ 77 h 145"/>
                  <a:gd name="T104" fmla="*/ 10 w 76"/>
                  <a:gd name="T105" fmla="*/ 84 h 145"/>
                  <a:gd name="T106" fmla="*/ 8 w 76"/>
                  <a:gd name="T107" fmla="*/ 88 h 145"/>
                  <a:gd name="T108" fmla="*/ 10 w 76"/>
                  <a:gd name="T109" fmla="*/ 10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6" h="145">
                    <a:moveTo>
                      <a:pt x="10" y="105"/>
                    </a:moveTo>
                    <a:lnTo>
                      <a:pt x="10" y="105"/>
                    </a:lnTo>
                    <a:lnTo>
                      <a:pt x="9" y="104"/>
                    </a:lnTo>
                    <a:lnTo>
                      <a:pt x="8" y="101"/>
                    </a:lnTo>
                    <a:lnTo>
                      <a:pt x="9" y="94"/>
                    </a:lnTo>
                    <a:lnTo>
                      <a:pt x="9" y="94"/>
                    </a:lnTo>
                    <a:lnTo>
                      <a:pt x="6" y="94"/>
                    </a:lnTo>
                    <a:lnTo>
                      <a:pt x="5" y="94"/>
                    </a:lnTo>
                    <a:lnTo>
                      <a:pt x="3" y="94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2" y="88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0" y="73"/>
                    </a:lnTo>
                    <a:lnTo>
                      <a:pt x="0" y="73"/>
                    </a:lnTo>
                    <a:lnTo>
                      <a:pt x="2" y="73"/>
                    </a:lnTo>
                    <a:lnTo>
                      <a:pt x="3" y="73"/>
                    </a:lnTo>
                    <a:lnTo>
                      <a:pt x="6" y="70"/>
                    </a:lnTo>
                    <a:lnTo>
                      <a:pt x="12" y="58"/>
                    </a:lnTo>
                    <a:lnTo>
                      <a:pt x="12" y="58"/>
                    </a:lnTo>
                    <a:lnTo>
                      <a:pt x="16" y="51"/>
                    </a:lnTo>
                    <a:lnTo>
                      <a:pt x="16" y="51"/>
                    </a:lnTo>
                    <a:lnTo>
                      <a:pt x="20" y="46"/>
                    </a:lnTo>
                    <a:lnTo>
                      <a:pt x="20" y="46"/>
                    </a:lnTo>
                    <a:lnTo>
                      <a:pt x="25" y="41"/>
                    </a:lnTo>
                    <a:lnTo>
                      <a:pt x="28" y="40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9" y="37"/>
                    </a:lnTo>
                    <a:lnTo>
                      <a:pt x="30" y="33"/>
                    </a:lnTo>
                    <a:lnTo>
                      <a:pt x="30" y="33"/>
                    </a:lnTo>
                    <a:lnTo>
                      <a:pt x="33" y="31"/>
                    </a:lnTo>
                    <a:lnTo>
                      <a:pt x="38" y="28"/>
                    </a:lnTo>
                    <a:lnTo>
                      <a:pt x="40" y="26"/>
                    </a:lnTo>
                    <a:lnTo>
                      <a:pt x="43" y="21"/>
                    </a:lnTo>
                    <a:lnTo>
                      <a:pt x="43" y="21"/>
                    </a:lnTo>
                    <a:lnTo>
                      <a:pt x="48" y="18"/>
                    </a:lnTo>
                    <a:lnTo>
                      <a:pt x="52" y="16"/>
                    </a:lnTo>
                    <a:lnTo>
                      <a:pt x="60" y="8"/>
                    </a:lnTo>
                    <a:lnTo>
                      <a:pt x="69" y="3"/>
                    </a:lnTo>
                    <a:lnTo>
                      <a:pt x="72" y="0"/>
                    </a:lnTo>
                    <a:lnTo>
                      <a:pt x="76" y="0"/>
                    </a:lnTo>
                    <a:lnTo>
                      <a:pt x="76" y="0"/>
                    </a:lnTo>
                    <a:lnTo>
                      <a:pt x="75" y="3"/>
                    </a:lnTo>
                    <a:lnTo>
                      <a:pt x="73" y="7"/>
                    </a:lnTo>
                    <a:lnTo>
                      <a:pt x="73" y="10"/>
                    </a:lnTo>
                    <a:lnTo>
                      <a:pt x="73" y="11"/>
                    </a:lnTo>
                    <a:lnTo>
                      <a:pt x="73" y="11"/>
                    </a:lnTo>
                    <a:lnTo>
                      <a:pt x="73" y="11"/>
                    </a:lnTo>
                    <a:lnTo>
                      <a:pt x="70" y="21"/>
                    </a:lnTo>
                    <a:lnTo>
                      <a:pt x="65" y="34"/>
                    </a:lnTo>
                    <a:lnTo>
                      <a:pt x="65" y="34"/>
                    </a:lnTo>
                    <a:lnTo>
                      <a:pt x="52" y="60"/>
                    </a:lnTo>
                    <a:lnTo>
                      <a:pt x="52" y="60"/>
                    </a:lnTo>
                    <a:lnTo>
                      <a:pt x="46" y="73"/>
                    </a:lnTo>
                    <a:lnTo>
                      <a:pt x="43" y="86"/>
                    </a:lnTo>
                    <a:lnTo>
                      <a:pt x="43" y="91"/>
                    </a:lnTo>
                    <a:lnTo>
                      <a:pt x="43" y="97"/>
                    </a:lnTo>
                    <a:lnTo>
                      <a:pt x="45" y="103"/>
                    </a:lnTo>
                    <a:lnTo>
                      <a:pt x="46" y="108"/>
                    </a:lnTo>
                    <a:lnTo>
                      <a:pt x="46" y="108"/>
                    </a:lnTo>
                    <a:lnTo>
                      <a:pt x="48" y="107"/>
                    </a:lnTo>
                    <a:lnTo>
                      <a:pt x="48" y="104"/>
                    </a:lnTo>
                    <a:lnTo>
                      <a:pt x="46" y="100"/>
                    </a:lnTo>
                    <a:lnTo>
                      <a:pt x="46" y="100"/>
                    </a:lnTo>
                    <a:lnTo>
                      <a:pt x="45" y="94"/>
                    </a:lnTo>
                    <a:lnTo>
                      <a:pt x="46" y="90"/>
                    </a:lnTo>
                    <a:lnTo>
                      <a:pt x="48" y="86"/>
                    </a:lnTo>
                    <a:lnTo>
                      <a:pt x="48" y="86"/>
                    </a:lnTo>
                    <a:lnTo>
                      <a:pt x="49" y="93"/>
                    </a:lnTo>
                    <a:lnTo>
                      <a:pt x="53" y="97"/>
                    </a:lnTo>
                    <a:lnTo>
                      <a:pt x="56" y="103"/>
                    </a:lnTo>
                    <a:lnTo>
                      <a:pt x="57" y="111"/>
                    </a:lnTo>
                    <a:lnTo>
                      <a:pt x="57" y="111"/>
                    </a:lnTo>
                    <a:lnTo>
                      <a:pt x="59" y="111"/>
                    </a:lnTo>
                    <a:lnTo>
                      <a:pt x="59" y="110"/>
                    </a:lnTo>
                    <a:lnTo>
                      <a:pt x="60" y="107"/>
                    </a:lnTo>
                    <a:lnTo>
                      <a:pt x="62" y="104"/>
                    </a:lnTo>
                    <a:lnTo>
                      <a:pt x="62" y="103"/>
                    </a:lnTo>
                    <a:lnTo>
                      <a:pt x="65" y="104"/>
                    </a:lnTo>
                    <a:lnTo>
                      <a:pt x="65" y="104"/>
                    </a:lnTo>
                    <a:lnTo>
                      <a:pt x="65" y="107"/>
                    </a:lnTo>
                    <a:lnTo>
                      <a:pt x="63" y="108"/>
                    </a:lnTo>
                    <a:lnTo>
                      <a:pt x="62" y="111"/>
                    </a:lnTo>
                    <a:lnTo>
                      <a:pt x="62" y="115"/>
                    </a:lnTo>
                    <a:lnTo>
                      <a:pt x="62" y="115"/>
                    </a:lnTo>
                    <a:lnTo>
                      <a:pt x="59" y="113"/>
                    </a:lnTo>
                    <a:lnTo>
                      <a:pt x="56" y="113"/>
                    </a:lnTo>
                    <a:lnTo>
                      <a:pt x="53" y="115"/>
                    </a:lnTo>
                    <a:lnTo>
                      <a:pt x="52" y="118"/>
                    </a:lnTo>
                    <a:lnTo>
                      <a:pt x="50" y="127"/>
                    </a:lnTo>
                    <a:lnTo>
                      <a:pt x="49" y="134"/>
                    </a:lnTo>
                    <a:lnTo>
                      <a:pt x="49" y="134"/>
                    </a:lnTo>
                    <a:lnTo>
                      <a:pt x="48" y="133"/>
                    </a:lnTo>
                    <a:lnTo>
                      <a:pt x="48" y="131"/>
                    </a:lnTo>
                    <a:lnTo>
                      <a:pt x="46" y="130"/>
                    </a:lnTo>
                    <a:lnTo>
                      <a:pt x="43" y="130"/>
                    </a:lnTo>
                    <a:lnTo>
                      <a:pt x="43" y="130"/>
                    </a:lnTo>
                    <a:lnTo>
                      <a:pt x="45" y="125"/>
                    </a:lnTo>
                    <a:lnTo>
                      <a:pt x="46" y="123"/>
                    </a:lnTo>
                    <a:lnTo>
                      <a:pt x="48" y="118"/>
                    </a:lnTo>
                    <a:lnTo>
                      <a:pt x="48" y="115"/>
                    </a:lnTo>
                    <a:lnTo>
                      <a:pt x="48" y="115"/>
                    </a:lnTo>
                    <a:lnTo>
                      <a:pt x="43" y="117"/>
                    </a:lnTo>
                    <a:lnTo>
                      <a:pt x="40" y="120"/>
                    </a:lnTo>
                    <a:lnTo>
                      <a:pt x="39" y="124"/>
                    </a:lnTo>
                    <a:lnTo>
                      <a:pt x="38" y="127"/>
                    </a:lnTo>
                    <a:lnTo>
                      <a:pt x="38" y="127"/>
                    </a:lnTo>
                    <a:lnTo>
                      <a:pt x="36" y="135"/>
                    </a:lnTo>
                    <a:lnTo>
                      <a:pt x="35" y="145"/>
                    </a:lnTo>
                    <a:lnTo>
                      <a:pt x="35" y="145"/>
                    </a:lnTo>
                    <a:lnTo>
                      <a:pt x="35" y="140"/>
                    </a:lnTo>
                    <a:lnTo>
                      <a:pt x="33" y="135"/>
                    </a:lnTo>
                    <a:lnTo>
                      <a:pt x="28" y="125"/>
                    </a:lnTo>
                    <a:lnTo>
                      <a:pt x="28" y="125"/>
                    </a:lnTo>
                    <a:lnTo>
                      <a:pt x="23" y="114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22" y="97"/>
                    </a:lnTo>
                    <a:lnTo>
                      <a:pt x="23" y="91"/>
                    </a:lnTo>
                    <a:lnTo>
                      <a:pt x="22" y="87"/>
                    </a:lnTo>
                    <a:lnTo>
                      <a:pt x="20" y="86"/>
                    </a:lnTo>
                    <a:lnTo>
                      <a:pt x="18" y="84"/>
                    </a:lnTo>
                    <a:lnTo>
                      <a:pt x="18" y="84"/>
                    </a:lnTo>
                    <a:lnTo>
                      <a:pt x="20" y="83"/>
                    </a:lnTo>
                    <a:lnTo>
                      <a:pt x="22" y="81"/>
                    </a:lnTo>
                    <a:lnTo>
                      <a:pt x="23" y="80"/>
                    </a:lnTo>
                    <a:lnTo>
                      <a:pt x="25" y="77"/>
                    </a:lnTo>
                    <a:lnTo>
                      <a:pt x="25" y="77"/>
                    </a:lnTo>
                    <a:lnTo>
                      <a:pt x="23" y="74"/>
                    </a:lnTo>
                    <a:lnTo>
                      <a:pt x="20" y="73"/>
                    </a:lnTo>
                    <a:lnTo>
                      <a:pt x="20" y="70"/>
                    </a:lnTo>
                    <a:lnTo>
                      <a:pt x="22" y="64"/>
                    </a:lnTo>
                    <a:lnTo>
                      <a:pt x="22" y="64"/>
                    </a:lnTo>
                    <a:lnTo>
                      <a:pt x="20" y="60"/>
                    </a:lnTo>
                    <a:lnTo>
                      <a:pt x="18" y="58"/>
                    </a:lnTo>
                    <a:lnTo>
                      <a:pt x="18" y="58"/>
                    </a:lnTo>
                    <a:lnTo>
                      <a:pt x="15" y="60"/>
                    </a:lnTo>
                    <a:lnTo>
                      <a:pt x="13" y="63"/>
                    </a:lnTo>
                    <a:lnTo>
                      <a:pt x="10" y="70"/>
                    </a:lnTo>
                    <a:lnTo>
                      <a:pt x="9" y="76"/>
                    </a:lnTo>
                    <a:lnTo>
                      <a:pt x="8" y="77"/>
                    </a:lnTo>
                    <a:lnTo>
                      <a:pt x="6" y="76"/>
                    </a:lnTo>
                    <a:lnTo>
                      <a:pt x="6" y="76"/>
                    </a:lnTo>
                    <a:lnTo>
                      <a:pt x="5" y="77"/>
                    </a:lnTo>
                    <a:lnTo>
                      <a:pt x="6" y="78"/>
                    </a:lnTo>
                    <a:lnTo>
                      <a:pt x="8" y="80"/>
                    </a:lnTo>
                    <a:lnTo>
                      <a:pt x="8" y="81"/>
                    </a:lnTo>
                    <a:lnTo>
                      <a:pt x="8" y="81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10" y="78"/>
                    </a:lnTo>
                    <a:lnTo>
                      <a:pt x="10" y="77"/>
                    </a:lnTo>
                    <a:lnTo>
                      <a:pt x="13" y="77"/>
                    </a:lnTo>
                    <a:lnTo>
                      <a:pt x="13" y="77"/>
                    </a:lnTo>
                    <a:lnTo>
                      <a:pt x="15" y="80"/>
                    </a:lnTo>
                    <a:lnTo>
                      <a:pt x="13" y="83"/>
                    </a:lnTo>
                    <a:lnTo>
                      <a:pt x="10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8" y="88"/>
                    </a:lnTo>
                    <a:lnTo>
                      <a:pt x="9" y="94"/>
                    </a:lnTo>
                    <a:lnTo>
                      <a:pt x="10" y="98"/>
                    </a:lnTo>
                    <a:lnTo>
                      <a:pt x="10" y="10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0" name="îṩ1îḋè"/>
              <p:cNvSpPr/>
              <p:nvPr/>
            </p:nvSpPr>
            <p:spPr bwMode="auto">
              <a:xfrm>
                <a:off x="1789387" y="3051181"/>
                <a:ext cx="30720" cy="24574"/>
              </a:xfrm>
              <a:custGeom>
                <a:avLst/>
                <a:gdLst>
                  <a:gd name="T0" fmla="*/ 2 w 10"/>
                  <a:gd name="T1" fmla="*/ 7 h 7"/>
                  <a:gd name="T2" fmla="*/ 2 w 10"/>
                  <a:gd name="T3" fmla="*/ 7 h 7"/>
                  <a:gd name="T4" fmla="*/ 0 w 10"/>
                  <a:gd name="T5" fmla="*/ 6 h 7"/>
                  <a:gd name="T6" fmla="*/ 2 w 10"/>
                  <a:gd name="T7" fmla="*/ 5 h 7"/>
                  <a:gd name="T8" fmla="*/ 3 w 10"/>
                  <a:gd name="T9" fmla="*/ 3 h 7"/>
                  <a:gd name="T10" fmla="*/ 3 w 10"/>
                  <a:gd name="T11" fmla="*/ 0 h 7"/>
                  <a:gd name="T12" fmla="*/ 3 w 10"/>
                  <a:gd name="T13" fmla="*/ 0 h 7"/>
                  <a:gd name="T14" fmla="*/ 7 w 10"/>
                  <a:gd name="T15" fmla="*/ 0 h 7"/>
                  <a:gd name="T16" fmla="*/ 10 w 10"/>
                  <a:gd name="T17" fmla="*/ 3 h 7"/>
                  <a:gd name="T18" fmla="*/ 10 w 10"/>
                  <a:gd name="T19" fmla="*/ 3 h 7"/>
                  <a:gd name="T20" fmla="*/ 5 w 10"/>
                  <a:gd name="T21" fmla="*/ 3 h 7"/>
                  <a:gd name="T22" fmla="*/ 3 w 10"/>
                  <a:gd name="T23" fmla="*/ 5 h 7"/>
                  <a:gd name="T24" fmla="*/ 2 w 10"/>
                  <a:gd name="T2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" h="7">
                    <a:moveTo>
                      <a:pt x="2" y="7"/>
                    </a:moveTo>
                    <a:lnTo>
                      <a:pt x="2" y="7"/>
                    </a:lnTo>
                    <a:lnTo>
                      <a:pt x="0" y="6"/>
                    </a:lnTo>
                    <a:lnTo>
                      <a:pt x="2" y="5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2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1" name="îs1iḍè"/>
              <p:cNvSpPr/>
              <p:nvPr/>
            </p:nvSpPr>
            <p:spPr bwMode="auto">
              <a:xfrm>
                <a:off x="1789387" y="3051181"/>
                <a:ext cx="30720" cy="24574"/>
              </a:xfrm>
              <a:custGeom>
                <a:avLst/>
                <a:gdLst>
                  <a:gd name="T0" fmla="*/ 2 w 10"/>
                  <a:gd name="T1" fmla="*/ 7 h 7"/>
                  <a:gd name="T2" fmla="*/ 2 w 10"/>
                  <a:gd name="T3" fmla="*/ 7 h 7"/>
                  <a:gd name="T4" fmla="*/ 0 w 10"/>
                  <a:gd name="T5" fmla="*/ 6 h 7"/>
                  <a:gd name="T6" fmla="*/ 2 w 10"/>
                  <a:gd name="T7" fmla="*/ 5 h 7"/>
                  <a:gd name="T8" fmla="*/ 3 w 10"/>
                  <a:gd name="T9" fmla="*/ 3 h 7"/>
                  <a:gd name="T10" fmla="*/ 3 w 10"/>
                  <a:gd name="T11" fmla="*/ 0 h 7"/>
                  <a:gd name="T12" fmla="*/ 3 w 10"/>
                  <a:gd name="T13" fmla="*/ 0 h 7"/>
                  <a:gd name="T14" fmla="*/ 7 w 10"/>
                  <a:gd name="T15" fmla="*/ 0 h 7"/>
                  <a:gd name="T16" fmla="*/ 10 w 10"/>
                  <a:gd name="T17" fmla="*/ 3 h 7"/>
                  <a:gd name="T18" fmla="*/ 10 w 10"/>
                  <a:gd name="T19" fmla="*/ 3 h 7"/>
                  <a:gd name="T20" fmla="*/ 5 w 10"/>
                  <a:gd name="T21" fmla="*/ 3 h 7"/>
                  <a:gd name="T22" fmla="*/ 3 w 10"/>
                  <a:gd name="T23" fmla="*/ 5 h 7"/>
                  <a:gd name="T24" fmla="*/ 2 w 10"/>
                  <a:gd name="T2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" h="7">
                    <a:moveTo>
                      <a:pt x="2" y="7"/>
                    </a:moveTo>
                    <a:lnTo>
                      <a:pt x="2" y="7"/>
                    </a:lnTo>
                    <a:lnTo>
                      <a:pt x="0" y="6"/>
                    </a:lnTo>
                    <a:lnTo>
                      <a:pt x="2" y="5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7" y="0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2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2" name="iśḷîḍé"/>
              <p:cNvSpPr/>
              <p:nvPr/>
            </p:nvSpPr>
            <p:spPr bwMode="auto">
              <a:xfrm>
                <a:off x="1826248" y="2842302"/>
                <a:ext cx="24574" cy="49148"/>
              </a:xfrm>
              <a:custGeom>
                <a:avLst/>
                <a:gdLst>
                  <a:gd name="T0" fmla="*/ 0 w 9"/>
                  <a:gd name="T1" fmla="*/ 16 h 16"/>
                  <a:gd name="T2" fmla="*/ 0 w 9"/>
                  <a:gd name="T3" fmla="*/ 16 h 16"/>
                  <a:gd name="T4" fmla="*/ 3 w 9"/>
                  <a:gd name="T5" fmla="*/ 8 h 16"/>
                  <a:gd name="T6" fmla="*/ 6 w 9"/>
                  <a:gd name="T7" fmla="*/ 4 h 16"/>
                  <a:gd name="T8" fmla="*/ 9 w 9"/>
                  <a:gd name="T9" fmla="*/ 0 h 16"/>
                  <a:gd name="T10" fmla="*/ 9 w 9"/>
                  <a:gd name="T11" fmla="*/ 0 h 16"/>
                  <a:gd name="T12" fmla="*/ 6 w 9"/>
                  <a:gd name="T13" fmla="*/ 8 h 16"/>
                  <a:gd name="T14" fmla="*/ 4 w 9"/>
                  <a:gd name="T15" fmla="*/ 14 h 16"/>
                  <a:gd name="T16" fmla="*/ 2 w 9"/>
                  <a:gd name="T17" fmla="*/ 16 h 16"/>
                  <a:gd name="T18" fmla="*/ 0 w 9"/>
                  <a:gd name="T1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6">
                    <a:moveTo>
                      <a:pt x="0" y="16"/>
                    </a:moveTo>
                    <a:lnTo>
                      <a:pt x="0" y="16"/>
                    </a:lnTo>
                    <a:lnTo>
                      <a:pt x="3" y="8"/>
                    </a:lnTo>
                    <a:lnTo>
                      <a:pt x="6" y="4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6" y="8"/>
                    </a:lnTo>
                    <a:lnTo>
                      <a:pt x="4" y="14"/>
                    </a:lnTo>
                    <a:lnTo>
                      <a:pt x="2" y="16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3" name="î$ḷíḋé"/>
              <p:cNvSpPr/>
              <p:nvPr/>
            </p:nvSpPr>
            <p:spPr bwMode="auto">
              <a:xfrm>
                <a:off x="1826248" y="2842302"/>
                <a:ext cx="24574" cy="49148"/>
              </a:xfrm>
              <a:custGeom>
                <a:avLst/>
                <a:gdLst>
                  <a:gd name="T0" fmla="*/ 0 w 9"/>
                  <a:gd name="T1" fmla="*/ 16 h 16"/>
                  <a:gd name="T2" fmla="*/ 0 w 9"/>
                  <a:gd name="T3" fmla="*/ 16 h 16"/>
                  <a:gd name="T4" fmla="*/ 3 w 9"/>
                  <a:gd name="T5" fmla="*/ 8 h 16"/>
                  <a:gd name="T6" fmla="*/ 6 w 9"/>
                  <a:gd name="T7" fmla="*/ 4 h 16"/>
                  <a:gd name="T8" fmla="*/ 9 w 9"/>
                  <a:gd name="T9" fmla="*/ 0 h 16"/>
                  <a:gd name="T10" fmla="*/ 9 w 9"/>
                  <a:gd name="T11" fmla="*/ 0 h 16"/>
                  <a:gd name="T12" fmla="*/ 6 w 9"/>
                  <a:gd name="T13" fmla="*/ 8 h 16"/>
                  <a:gd name="T14" fmla="*/ 4 w 9"/>
                  <a:gd name="T15" fmla="*/ 14 h 16"/>
                  <a:gd name="T16" fmla="*/ 2 w 9"/>
                  <a:gd name="T17" fmla="*/ 16 h 16"/>
                  <a:gd name="T18" fmla="*/ 0 w 9"/>
                  <a:gd name="T1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6">
                    <a:moveTo>
                      <a:pt x="0" y="16"/>
                    </a:moveTo>
                    <a:lnTo>
                      <a:pt x="0" y="16"/>
                    </a:lnTo>
                    <a:lnTo>
                      <a:pt x="3" y="8"/>
                    </a:lnTo>
                    <a:lnTo>
                      <a:pt x="6" y="4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6" y="8"/>
                    </a:lnTo>
                    <a:lnTo>
                      <a:pt x="4" y="14"/>
                    </a:lnTo>
                    <a:lnTo>
                      <a:pt x="2" y="16"/>
                    </a:lnTo>
                    <a:lnTo>
                      <a:pt x="0" y="1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4" name="ïṧ1íďé"/>
              <p:cNvSpPr/>
              <p:nvPr/>
            </p:nvSpPr>
            <p:spPr bwMode="auto">
              <a:xfrm>
                <a:off x="2747776" y="3106476"/>
                <a:ext cx="30720" cy="6142"/>
              </a:xfrm>
              <a:custGeom>
                <a:avLst/>
                <a:gdLst>
                  <a:gd name="T0" fmla="*/ 0 w 10"/>
                  <a:gd name="T1" fmla="*/ 2 h 3"/>
                  <a:gd name="T2" fmla="*/ 0 w 10"/>
                  <a:gd name="T3" fmla="*/ 2 h 3"/>
                  <a:gd name="T4" fmla="*/ 1 w 10"/>
                  <a:gd name="T5" fmla="*/ 0 h 3"/>
                  <a:gd name="T6" fmla="*/ 4 w 10"/>
                  <a:gd name="T7" fmla="*/ 2 h 3"/>
                  <a:gd name="T8" fmla="*/ 7 w 10"/>
                  <a:gd name="T9" fmla="*/ 2 h 3"/>
                  <a:gd name="T10" fmla="*/ 8 w 10"/>
                  <a:gd name="T11" fmla="*/ 2 h 3"/>
                  <a:gd name="T12" fmla="*/ 8 w 10"/>
                  <a:gd name="T13" fmla="*/ 2 h 3"/>
                  <a:gd name="T14" fmla="*/ 10 w 10"/>
                  <a:gd name="T15" fmla="*/ 2 h 3"/>
                  <a:gd name="T16" fmla="*/ 7 w 10"/>
                  <a:gd name="T17" fmla="*/ 3 h 3"/>
                  <a:gd name="T18" fmla="*/ 4 w 10"/>
                  <a:gd name="T19" fmla="*/ 3 h 3"/>
                  <a:gd name="T20" fmla="*/ 0 w 10"/>
                  <a:gd name="T2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3">
                    <a:moveTo>
                      <a:pt x="0" y="2"/>
                    </a:moveTo>
                    <a:lnTo>
                      <a:pt x="0" y="2"/>
                    </a:lnTo>
                    <a:lnTo>
                      <a:pt x="1" y="0"/>
                    </a:lnTo>
                    <a:lnTo>
                      <a:pt x="4" y="2"/>
                    </a:lnTo>
                    <a:lnTo>
                      <a:pt x="7" y="2"/>
                    </a:lnTo>
                    <a:lnTo>
                      <a:pt x="8" y="2"/>
                    </a:lnTo>
                    <a:lnTo>
                      <a:pt x="8" y="2"/>
                    </a:lnTo>
                    <a:lnTo>
                      <a:pt x="10" y="2"/>
                    </a:lnTo>
                    <a:lnTo>
                      <a:pt x="7" y="3"/>
                    </a:lnTo>
                    <a:lnTo>
                      <a:pt x="4" y="3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5" name="išľîḑe"/>
              <p:cNvSpPr/>
              <p:nvPr/>
            </p:nvSpPr>
            <p:spPr bwMode="auto">
              <a:xfrm>
                <a:off x="2747776" y="3106476"/>
                <a:ext cx="30720" cy="6142"/>
              </a:xfrm>
              <a:custGeom>
                <a:avLst/>
                <a:gdLst>
                  <a:gd name="T0" fmla="*/ 0 w 10"/>
                  <a:gd name="T1" fmla="*/ 2 h 3"/>
                  <a:gd name="T2" fmla="*/ 0 w 10"/>
                  <a:gd name="T3" fmla="*/ 2 h 3"/>
                  <a:gd name="T4" fmla="*/ 1 w 10"/>
                  <a:gd name="T5" fmla="*/ 0 h 3"/>
                  <a:gd name="T6" fmla="*/ 4 w 10"/>
                  <a:gd name="T7" fmla="*/ 2 h 3"/>
                  <a:gd name="T8" fmla="*/ 7 w 10"/>
                  <a:gd name="T9" fmla="*/ 2 h 3"/>
                  <a:gd name="T10" fmla="*/ 8 w 10"/>
                  <a:gd name="T11" fmla="*/ 2 h 3"/>
                  <a:gd name="T12" fmla="*/ 8 w 10"/>
                  <a:gd name="T13" fmla="*/ 2 h 3"/>
                  <a:gd name="T14" fmla="*/ 10 w 10"/>
                  <a:gd name="T15" fmla="*/ 2 h 3"/>
                  <a:gd name="T16" fmla="*/ 7 w 10"/>
                  <a:gd name="T17" fmla="*/ 3 h 3"/>
                  <a:gd name="T18" fmla="*/ 4 w 10"/>
                  <a:gd name="T19" fmla="*/ 3 h 3"/>
                  <a:gd name="T20" fmla="*/ 0 w 10"/>
                  <a:gd name="T2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3">
                    <a:moveTo>
                      <a:pt x="0" y="2"/>
                    </a:moveTo>
                    <a:lnTo>
                      <a:pt x="0" y="2"/>
                    </a:lnTo>
                    <a:lnTo>
                      <a:pt x="1" y="0"/>
                    </a:lnTo>
                    <a:lnTo>
                      <a:pt x="4" y="2"/>
                    </a:lnTo>
                    <a:lnTo>
                      <a:pt x="7" y="2"/>
                    </a:lnTo>
                    <a:lnTo>
                      <a:pt x="8" y="2"/>
                    </a:lnTo>
                    <a:lnTo>
                      <a:pt x="8" y="2"/>
                    </a:lnTo>
                    <a:lnTo>
                      <a:pt x="10" y="2"/>
                    </a:lnTo>
                    <a:lnTo>
                      <a:pt x="7" y="3"/>
                    </a:lnTo>
                    <a:lnTo>
                      <a:pt x="4" y="3"/>
                    </a:lnTo>
                    <a:lnTo>
                      <a:pt x="0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6" name="iṩḻïdè"/>
              <p:cNvSpPr/>
              <p:nvPr/>
            </p:nvSpPr>
            <p:spPr bwMode="auto">
              <a:xfrm>
                <a:off x="3546434" y="345051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7" name="ïṣ1iḍe"/>
              <p:cNvSpPr/>
              <p:nvPr/>
            </p:nvSpPr>
            <p:spPr bwMode="auto">
              <a:xfrm>
                <a:off x="3546434" y="345051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8" name="îsľídè"/>
              <p:cNvSpPr/>
              <p:nvPr/>
            </p:nvSpPr>
            <p:spPr bwMode="auto">
              <a:xfrm>
                <a:off x="3294549" y="3260061"/>
                <a:ext cx="18433" cy="12287"/>
              </a:xfrm>
              <a:custGeom>
                <a:avLst/>
                <a:gdLst>
                  <a:gd name="T0" fmla="*/ 1 w 6"/>
                  <a:gd name="T1" fmla="*/ 0 h 5"/>
                  <a:gd name="T2" fmla="*/ 1 w 6"/>
                  <a:gd name="T3" fmla="*/ 0 h 5"/>
                  <a:gd name="T4" fmla="*/ 0 w 6"/>
                  <a:gd name="T5" fmla="*/ 0 h 5"/>
                  <a:gd name="T6" fmla="*/ 1 w 6"/>
                  <a:gd name="T7" fmla="*/ 0 h 5"/>
                  <a:gd name="T8" fmla="*/ 3 w 6"/>
                  <a:gd name="T9" fmla="*/ 0 h 5"/>
                  <a:gd name="T10" fmla="*/ 3 w 6"/>
                  <a:gd name="T11" fmla="*/ 0 h 5"/>
                  <a:gd name="T12" fmla="*/ 6 w 6"/>
                  <a:gd name="T13" fmla="*/ 3 h 5"/>
                  <a:gd name="T14" fmla="*/ 6 w 6"/>
                  <a:gd name="T15" fmla="*/ 5 h 5"/>
                  <a:gd name="T16" fmla="*/ 6 w 6"/>
                  <a:gd name="T17" fmla="*/ 5 h 5"/>
                  <a:gd name="T18" fmla="*/ 3 w 6"/>
                  <a:gd name="T19" fmla="*/ 2 h 5"/>
                  <a:gd name="T20" fmla="*/ 1 w 6"/>
                  <a:gd name="T2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5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3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3" y="2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29" name="i$1íḑè"/>
              <p:cNvSpPr/>
              <p:nvPr/>
            </p:nvSpPr>
            <p:spPr bwMode="auto">
              <a:xfrm>
                <a:off x="3294549" y="3260061"/>
                <a:ext cx="18433" cy="12287"/>
              </a:xfrm>
              <a:custGeom>
                <a:avLst/>
                <a:gdLst>
                  <a:gd name="T0" fmla="*/ 1 w 6"/>
                  <a:gd name="T1" fmla="*/ 0 h 5"/>
                  <a:gd name="T2" fmla="*/ 1 w 6"/>
                  <a:gd name="T3" fmla="*/ 0 h 5"/>
                  <a:gd name="T4" fmla="*/ 0 w 6"/>
                  <a:gd name="T5" fmla="*/ 0 h 5"/>
                  <a:gd name="T6" fmla="*/ 1 w 6"/>
                  <a:gd name="T7" fmla="*/ 0 h 5"/>
                  <a:gd name="T8" fmla="*/ 3 w 6"/>
                  <a:gd name="T9" fmla="*/ 0 h 5"/>
                  <a:gd name="T10" fmla="*/ 3 w 6"/>
                  <a:gd name="T11" fmla="*/ 0 h 5"/>
                  <a:gd name="T12" fmla="*/ 6 w 6"/>
                  <a:gd name="T13" fmla="*/ 3 h 5"/>
                  <a:gd name="T14" fmla="*/ 6 w 6"/>
                  <a:gd name="T15" fmla="*/ 5 h 5"/>
                  <a:gd name="T16" fmla="*/ 6 w 6"/>
                  <a:gd name="T17" fmla="*/ 5 h 5"/>
                  <a:gd name="T18" fmla="*/ 3 w 6"/>
                  <a:gd name="T19" fmla="*/ 2 h 5"/>
                  <a:gd name="T20" fmla="*/ 1 w 6"/>
                  <a:gd name="T2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5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3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3" y="2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0" name="íṩlídé"/>
              <p:cNvSpPr/>
              <p:nvPr/>
            </p:nvSpPr>
            <p:spPr bwMode="auto">
              <a:xfrm>
                <a:off x="3546434" y="345051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1" name="ïṥḷîḑê"/>
              <p:cNvSpPr/>
              <p:nvPr/>
            </p:nvSpPr>
            <p:spPr bwMode="auto">
              <a:xfrm>
                <a:off x="3546434" y="345051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2" name="ïŝlíḑé"/>
              <p:cNvSpPr/>
              <p:nvPr/>
            </p:nvSpPr>
            <p:spPr bwMode="auto">
              <a:xfrm>
                <a:off x="3546434" y="345051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3" name="îšlïḑê"/>
              <p:cNvSpPr/>
              <p:nvPr/>
            </p:nvSpPr>
            <p:spPr bwMode="auto">
              <a:xfrm>
                <a:off x="3546434" y="3450512"/>
                <a:ext cx="6145" cy="614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4" name="iṥḷiḍè"/>
              <p:cNvSpPr/>
              <p:nvPr/>
            </p:nvSpPr>
            <p:spPr bwMode="auto">
              <a:xfrm>
                <a:off x="3466568" y="3358358"/>
                <a:ext cx="49148" cy="61435"/>
              </a:xfrm>
              <a:custGeom>
                <a:avLst/>
                <a:gdLst>
                  <a:gd name="T0" fmla="*/ 13 w 16"/>
                  <a:gd name="T1" fmla="*/ 17 h 20"/>
                  <a:gd name="T2" fmla="*/ 13 w 16"/>
                  <a:gd name="T3" fmla="*/ 17 h 20"/>
                  <a:gd name="T4" fmla="*/ 13 w 16"/>
                  <a:gd name="T5" fmla="*/ 16 h 20"/>
                  <a:gd name="T6" fmla="*/ 13 w 16"/>
                  <a:gd name="T7" fmla="*/ 16 h 20"/>
                  <a:gd name="T8" fmla="*/ 16 w 16"/>
                  <a:gd name="T9" fmla="*/ 20 h 20"/>
                  <a:gd name="T10" fmla="*/ 16 w 16"/>
                  <a:gd name="T11" fmla="*/ 20 h 20"/>
                  <a:gd name="T12" fmla="*/ 7 w 16"/>
                  <a:gd name="T13" fmla="*/ 10 h 20"/>
                  <a:gd name="T14" fmla="*/ 7 w 16"/>
                  <a:gd name="T15" fmla="*/ 10 h 20"/>
                  <a:gd name="T16" fmla="*/ 0 w 16"/>
                  <a:gd name="T17" fmla="*/ 0 h 20"/>
                  <a:gd name="T18" fmla="*/ 0 w 16"/>
                  <a:gd name="T19" fmla="*/ 0 h 20"/>
                  <a:gd name="T20" fmla="*/ 6 w 16"/>
                  <a:gd name="T21" fmla="*/ 7 h 20"/>
                  <a:gd name="T22" fmla="*/ 6 w 16"/>
                  <a:gd name="T23" fmla="*/ 7 h 20"/>
                  <a:gd name="T24" fmla="*/ 6 w 16"/>
                  <a:gd name="T25" fmla="*/ 7 h 20"/>
                  <a:gd name="T26" fmla="*/ 6 w 16"/>
                  <a:gd name="T27" fmla="*/ 7 h 20"/>
                  <a:gd name="T28" fmla="*/ 13 w 16"/>
                  <a:gd name="T29" fmla="*/ 17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0">
                    <a:moveTo>
                      <a:pt x="13" y="17"/>
                    </a:moveTo>
                    <a:lnTo>
                      <a:pt x="13" y="17"/>
                    </a:lnTo>
                    <a:lnTo>
                      <a:pt x="13" y="16"/>
                    </a:lnTo>
                    <a:lnTo>
                      <a:pt x="13" y="16"/>
                    </a:lnTo>
                    <a:lnTo>
                      <a:pt x="16" y="20"/>
                    </a:lnTo>
                    <a:lnTo>
                      <a:pt x="16" y="20"/>
                    </a:lnTo>
                    <a:lnTo>
                      <a:pt x="7" y="10"/>
                    </a:lnTo>
                    <a:lnTo>
                      <a:pt x="7" y="1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13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5" name="ïṧḻíḑé"/>
              <p:cNvSpPr/>
              <p:nvPr/>
            </p:nvSpPr>
            <p:spPr bwMode="auto">
              <a:xfrm>
                <a:off x="3466568" y="3358358"/>
                <a:ext cx="49148" cy="61435"/>
              </a:xfrm>
              <a:custGeom>
                <a:avLst/>
                <a:gdLst>
                  <a:gd name="T0" fmla="*/ 13 w 16"/>
                  <a:gd name="T1" fmla="*/ 17 h 20"/>
                  <a:gd name="T2" fmla="*/ 13 w 16"/>
                  <a:gd name="T3" fmla="*/ 17 h 20"/>
                  <a:gd name="T4" fmla="*/ 13 w 16"/>
                  <a:gd name="T5" fmla="*/ 16 h 20"/>
                  <a:gd name="T6" fmla="*/ 13 w 16"/>
                  <a:gd name="T7" fmla="*/ 16 h 20"/>
                  <a:gd name="T8" fmla="*/ 16 w 16"/>
                  <a:gd name="T9" fmla="*/ 20 h 20"/>
                  <a:gd name="T10" fmla="*/ 16 w 16"/>
                  <a:gd name="T11" fmla="*/ 20 h 20"/>
                  <a:gd name="T12" fmla="*/ 7 w 16"/>
                  <a:gd name="T13" fmla="*/ 10 h 20"/>
                  <a:gd name="T14" fmla="*/ 7 w 16"/>
                  <a:gd name="T15" fmla="*/ 10 h 20"/>
                  <a:gd name="T16" fmla="*/ 0 w 16"/>
                  <a:gd name="T17" fmla="*/ 0 h 20"/>
                  <a:gd name="T18" fmla="*/ 0 w 16"/>
                  <a:gd name="T19" fmla="*/ 0 h 20"/>
                  <a:gd name="T20" fmla="*/ 6 w 16"/>
                  <a:gd name="T21" fmla="*/ 7 h 20"/>
                  <a:gd name="T22" fmla="*/ 6 w 16"/>
                  <a:gd name="T23" fmla="*/ 7 h 20"/>
                  <a:gd name="T24" fmla="*/ 6 w 16"/>
                  <a:gd name="T25" fmla="*/ 7 h 20"/>
                  <a:gd name="T26" fmla="*/ 6 w 16"/>
                  <a:gd name="T27" fmla="*/ 7 h 20"/>
                  <a:gd name="T28" fmla="*/ 13 w 16"/>
                  <a:gd name="T29" fmla="*/ 17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" h="20">
                    <a:moveTo>
                      <a:pt x="13" y="17"/>
                    </a:moveTo>
                    <a:lnTo>
                      <a:pt x="13" y="17"/>
                    </a:lnTo>
                    <a:lnTo>
                      <a:pt x="13" y="16"/>
                    </a:lnTo>
                    <a:lnTo>
                      <a:pt x="13" y="16"/>
                    </a:lnTo>
                    <a:lnTo>
                      <a:pt x="16" y="20"/>
                    </a:lnTo>
                    <a:lnTo>
                      <a:pt x="16" y="20"/>
                    </a:lnTo>
                    <a:lnTo>
                      <a:pt x="7" y="10"/>
                    </a:lnTo>
                    <a:lnTo>
                      <a:pt x="7" y="1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13" y="1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6" name="iṡļîdê"/>
              <p:cNvSpPr/>
              <p:nvPr/>
            </p:nvSpPr>
            <p:spPr bwMode="auto">
              <a:xfrm>
                <a:off x="3398991" y="3241632"/>
                <a:ext cx="147445" cy="221167"/>
              </a:xfrm>
              <a:custGeom>
                <a:avLst/>
                <a:gdLst>
                  <a:gd name="T0" fmla="*/ 30 w 47"/>
                  <a:gd name="T1" fmla="*/ 31 h 71"/>
                  <a:gd name="T2" fmla="*/ 32 w 47"/>
                  <a:gd name="T3" fmla="*/ 35 h 71"/>
                  <a:gd name="T4" fmla="*/ 32 w 47"/>
                  <a:gd name="T5" fmla="*/ 31 h 71"/>
                  <a:gd name="T6" fmla="*/ 32 w 47"/>
                  <a:gd name="T7" fmla="*/ 30 h 71"/>
                  <a:gd name="T8" fmla="*/ 34 w 47"/>
                  <a:gd name="T9" fmla="*/ 38 h 71"/>
                  <a:gd name="T10" fmla="*/ 37 w 47"/>
                  <a:gd name="T11" fmla="*/ 45 h 71"/>
                  <a:gd name="T12" fmla="*/ 37 w 47"/>
                  <a:gd name="T13" fmla="*/ 50 h 71"/>
                  <a:gd name="T14" fmla="*/ 40 w 47"/>
                  <a:gd name="T15" fmla="*/ 57 h 71"/>
                  <a:gd name="T16" fmla="*/ 44 w 47"/>
                  <a:gd name="T17" fmla="*/ 65 h 71"/>
                  <a:gd name="T18" fmla="*/ 42 w 47"/>
                  <a:gd name="T19" fmla="*/ 58 h 71"/>
                  <a:gd name="T20" fmla="*/ 46 w 47"/>
                  <a:gd name="T21" fmla="*/ 65 h 71"/>
                  <a:gd name="T22" fmla="*/ 47 w 47"/>
                  <a:gd name="T23" fmla="*/ 70 h 71"/>
                  <a:gd name="T24" fmla="*/ 47 w 47"/>
                  <a:gd name="T25" fmla="*/ 71 h 71"/>
                  <a:gd name="T26" fmla="*/ 47 w 47"/>
                  <a:gd name="T27" fmla="*/ 71 h 71"/>
                  <a:gd name="T28" fmla="*/ 47 w 47"/>
                  <a:gd name="T29" fmla="*/ 70 h 71"/>
                  <a:gd name="T30" fmla="*/ 47 w 47"/>
                  <a:gd name="T31" fmla="*/ 70 h 71"/>
                  <a:gd name="T32" fmla="*/ 47 w 47"/>
                  <a:gd name="T33" fmla="*/ 70 h 71"/>
                  <a:gd name="T34" fmla="*/ 46 w 47"/>
                  <a:gd name="T35" fmla="*/ 68 h 71"/>
                  <a:gd name="T36" fmla="*/ 46 w 47"/>
                  <a:gd name="T37" fmla="*/ 67 h 71"/>
                  <a:gd name="T38" fmla="*/ 42 w 47"/>
                  <a:gd name="T39" fmla="*/ 60 h 71"/>
                  <a:gd name="T40" fmla="*/ 39 w 47"/>
                  <a:gd name="T41" fmla="*/ 54 h 71"/>
                  <a:gd name="T42" fmla="*/ 36 w 47"/>
                  <a:gd name="T43" fmla="*/ 48 h 71"/>
                  <a:gd name="T44" fmla="*/ 29 w 47"/>
                  <a:gd name="T45" fmla="*/ 37 h 71"/>
                  <a:gd name="T46" fmla="*/ 29 w 47"/>
                  <a:gd name="T47" fmla="*/ 38 h 71"/>
                  <a:gd name="T48" fmla="*/ 24 w 47"/>
                  <a:gd name="T49" fmla="*/ 31 h 71"/>
                  <a:gd name="T50" fmla="*/ 26 w 47"/>
                  <a:gd name="T51" fmla="*/ 34 h 71"/>
                  <a:gd name="T52" fmla="*/ 22 w 47"/>
                  <a:gd name="T53" fmla="*/ 28 h 71"/>
                  <a:gd name="T54" fmla="*/ 23 w 47"/>
                  <a:gd name="T55" fmla="*/ 31 h 71"/>
                  <a:gd name="T56" fmla="*/ 19 w 47"/>
                  <a:gd name="T57" fmla="*/ 24 h 71"/>
                  <a:gd name="T58" fmla="*/ 19 w 47"/>
                  <a:gd name="T59" fmla="*/ 25 h 71"/>
                  <a:gd name="T60" fmla="*/ 20 w 47"/>
                  <a:gd name="T61" fmla="*/ 27 h 71"/>
                  <a:gd name="T62" fmla="*/ 12 w 47"/>
                  <a:gd name="T63" fmla="*/ 15 h 71"/>
                  <a:gd name="T64" fmla="*/ 9 w 47"/>
                  <a:gd name="T65" fmla="*/ 15 h 71"/>
                  <a:gd name="T66" fmla="*/ 2 w 47"/>
                  <a:gd name="T67" fmla="*/ 5 h 71"/>
                  <a:gd name="T68" fmla="*/ 0 w 47"/>
                  <a:gd name="T69" fmla="*/ 1 h 71"/>
                  <a:gd name="T70" fmla="*/ 3 w 47"/>
                  <a:gd name="T71" fmla="*/ 4 h 71"/>
                  <a:gd name="T72" fmla="*/ 10 w 47"/>
                  <a:gd name="T73" fmla="*/ 10 h 71"/>
                  <a:gd name="T74" fmla="*/ 12 w 47"/>
                  <a:gd name="T75" fmla="*/ 10 h 71"/>
                  <a:gd name="T76" fmla="*/ 17 w 47"/>
                  <a:gd name="T77" fmla="*/ 18 h 71"/>
                  <a:gd name="T78" fmla="*/ 17 w 47"/>
                  <a:gd name="T79" fmla="*/ 17 h 71"/>
                  <a:gd name="T80" fmla="*/ 23 w 47"/>
                  <a:gd name="T81" fmla="*/ 24 h 71"/>
                  <a:gd name="T82" fmla="*/ 24 w 47"/>
                  <a:gd name="T83" fmla="*/ 25 h 71"/>
                  <a:gd name="T84" fmla="*/ 19 w 47"/>
                  <a:gd name="T85" fmla="*/ 11 h 71"/>
                  <a:gd name="T86" fmla="*/ 17 w 47"/>
                  <a:gd name="T87" fmla="*/ 0 h 71"/>
                  <a:gd name="T88" fmla="*/ 19 w 47"/>
                  <a:gd name="T89" fmla="*/ 3 h 71"/>
                  <a:gd name="T90" fmla="*/ 20 w 47"/>
                  <a:gd name="T91" fmla="*/ 4 h 71"/>
                  <a:gd name="T92" fmla="*/ 26 w 47"/>
                  <a:gd name="T93" fmla="*/ 2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7" h="71">
                    <a:moveTo>
                      <a:pt x="30" y="31"/>
                    </a:moveTo>
                    <a:lnTo>
                      <a:pt x="30" y="31"/>
                    </a:lnTo>
                    <a:lnTo>
                      <a:pt x="32" y="35"/>
                    </a:lnTo>
                    <a:lnTo>
                      <a:pt x="32" y="35"/>
                    </a:lnTo>
                    <a:lnTo>
                      <a:pt x="30" y="31"/>
                    </a:lnTo>
                    <a:lnTo>
                      <a:pt x="32" y="31"/>
                    </a:lnTo>
                    <a:lnTo>
                      <a:pt x="32" y="30"/>
                    </a:lnTo>
                    <a:lnTo>
                      <a:pt x="32" y="30"/>
                    </a:lnTo>
                    <a:lnTo>
                      <a:pt x="34" y="38"/>
                    </a:lnTo>
                    <a:lnTo>
                      <a:pt x="34" y="38"/>
                    </a:lnTo>
                    <a:lnTo>
                      <a:pt x="34" y="38"/>
                    </a:lnTo>
                    <a:lnTo>
                      <a:pt x="37" y="45"/>
                    </a:lnTo>
                    <a:lnTo>
                      <a:pt x="37" y="45"/>
                    </a:lnTo>
                    <a:lnTo>
                      <a:pt x="37" y="50"/>
                    </a:lnTo>
                    <a:lnTo>
                      <a:pt x="37" y="50"/>
                    </a:lnTo>
                    <a:lnTo>
                      <a:pt x="40" y="57"/>
                    </a:lnTo>
                    <a:lnTo>
                      <a:pt x="40" y="57"/>
                    </a:lnTo>
                    <a:lnTo>
                      <a:pt x="44" y="65"/>
                    </a:lnTo>
                    <a:lnTo>
                      <a:pt x="44" y="65"/>
                    </a:lnTo>
                    <a:lnTo>
                      <a:pt x="42" y="58"/>
                    </a:lnTo>
                    <a:lnTo>
                      <a:pt x="42" y="58"/>
                    </a:lnTo>
                    <a:lnTo>
                      <a:pt x="46" y="65"/>
                    </a:lnTo>
                    <a:lnTo>
                      <a:pt x="46" y="65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7" y="71"/>
                    </a:lnTo>
                    <a:lnTo>
                      <a:pt x="47" y="71"/>
                    </a:lnTo>
                    <a:lnTo>
                      <a:pt x="47" y="71"/>
                    </a:lnTo>
                    <a:lnTo>
                      <a:pt x="47" y="71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6" y="68"/>
                    </a:lnTo>
                    <a:lnTo>
                      <a:pt x="46" y="68"/>
                    </a:lnTo>
                    <a:lnTo>
                      <a:pt x="46" y="67"/>
                    </a:lnTo>
                    <a:lnTo>
                      <a:pt x="46" y="67"/>
                    </a:lnTo>
                    <a:lnTo>
                      <a:pt x="42" y="60"/>
                    </a:lnTo>
                    <a:lnTo>
                      <a:pt x="42" y="60"/>
                    </a:lnTo>
                    <a:lnTo>
                      <a:pt x="39" y="54"/>
                    </a:lnTo>
                    <a:lnTo>
                      <a:pt x="39" y="54"/>
                    </a:lnTo>
                    <a:lnTo>
                      <a:pt x="36" y="48"/>
                    </a:lnTo>
                    <a:lnTo>
                      <a:pt x="36" y="48"/>
                    </a:lnTo>
                    <a:lnTo>
                      <a:pt x="29" y="37"/>
                    </a:lnTo>
                    <a:lnTo>
                      <a:pt x="29" y="37"/>
                    </a:lnTo>
                    <a:lnTo>
                      <a:pt x="29" y="38"/>
                    </a:lnTo>
                    <a:lnTo>
                      <a:pt x="29" y="38"/>
                    </a:lnTo>
                    <a:lnTo>
                      <a:pt x="24" y="31"/>
                    </a:lnTo>
                    <a:lnTo>
                      <a:pt x="24" y="31"/>
                    </a:lnTo>
                    <a:lnTo>
                      <a:pt x="26" y="34"/>
                    </a:lnTo>
                    <a:lnTo>
                      <a:pt x="22" y="28"/>
                    </a:lnTo>
                    <a:lnTo>
                      <a:pt x="22" y="28"/>
                    </a:lnTo>
                    <a:lnTo>
                      <a:pt x="22" y="28"/>
                    </a:lnTo>
                    <a:lnTo>
                      <a:pt x="23" y="31"/>
                    </a:lnTo>
                    <a:lnTo>
                      <a:pt x="23" y="31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5"/>
                    </a:lnTo>
                    <a:lnTo>
                      <a:pt x="20" y="27"/>
                    </a:lnTo>
                    <a:lnTo>
                      <a:pt x="20" y="27"/>
                    </a:lnTo>
                    <a:lnTo>
                      <a:pt x="12" y="15"/>
                    </a:lnTo>
                    <a:lnTo>
                      <a:pt x="12" y="15"/>
                    </a:lnTo>
                    <a:lnTo>
                      <a:pt x="12" y="17"/>
                    </a:lnTo>
                    <a:lnTo>
                      <a:pt x="9" y="1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9" y="8"/>
                    </a:lnTo>
                    <a:lnTo>
                      <a:pt x="10" y="10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17" y="17"/>
                    </a:lnTo>
                    <a:lnTo>
                      <a:pt x="17" y="18"/>
                    </a:lnTo>
                    <a:lnTo>
                      <a:pt x="17" y="17"/>
                    </a:lnTo>
                    <a:lnTo>
                      <a:pt x="17" y="17"/>
                    </a:lnTo>
                    <a:lnTo>
                      <a:pt x="23" y="24"/>
                    </a:lnTo>
                    <a:lnTo>
                      <a:pt x="23" y="24"/>
                    </a:lnTo>
                    <a:lnTo>
                      <a:pt x="23" y="24"/>
                    </a:lnTo>
                    <a:lnTo>
                      <a:pt x="24" y="25"/>
                    </a:lnTo>
                    <a:lnTo>
                      <a:pt x="24" y="25"/>
                    </a:lnTo>
                    <a:lnTo>
                      <a:pt x="19" y="11"/>
                    </a:lnTo>
                    <a:lnTo>
                      <a:pt x="17" y="4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9" y="3"/>
                    </a:lnTo>
                    <a:lnTo>
                      <a:pt x="20" y="4"/>
                    </a:lnTo>
                    <a:lnTo>
                      <a:pt x="20" y="4"/>
                    </a:lnTo>
                    <a:lnTo>
                      <a:pt x="26" y="21"/>
                    </a:lnTo>
                    <a:lnTo>
                      <a:pt x="26" y="21"/>
                    </a:lnTo>
                    <a:lnTo>
                      <a:pt x="30" y="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7" name="íSļíḓè"/>
              <p:cNvSpPr/>
              <p:nvPr/>
            </p:nvSpPr>
            <p:spPr bwMode="auto">
              <a:xfrm>
                <a:off x="3398991" y="3241632"/>
                <a:ext cx="147445" cy="221167"/>
              </a:xfrm>
              <a:custGeom>
                <a:avLst/>
                <a:gdLst>
                  <a:gd name="T0" fmla="*/ 30 w 47"/>
                  <a:gd name="T1" fmla="*/ 31 h 71"/>
                  <a:gd name="T2" fmla="*/ 32 w 47"/>
                  <a:gd name="T3" fmla="*/ 35 h 71"/>
                  <a:gd name="T4" fmla="*/ 32 w 47"/>
                  <a:gd name="T5" fmla="*/ 31 h 71"/>
                  <a:gd name="T6" fmla="*/ 32 w 47"/>
                  <a:gd name="T7" fmla="*/ 30 h 71"/>
                  <a:gd name="T8" fmla="*/ 34 w 47"/>
                  <a:gd name="T9" fmla="*/ 38 h 71"/>
                  <a:gd name="T10" fmla="*/ 37 w 47"/>
                  <a:gd name="T11" fmla="*/ 45 h 71"/>
                  <a:gd name="T12" fmla="*/ 37 w 47"/>
                  <a:gd name="T13" fmla="*/ 50 h 71"/>
                  <a:gd name="T14" fmla="*/ 40 w 47"/>
                  <a:gd name="T15" fmla="*/ 57 h 71"/>
                  <a:gd name="T16" fmla="*/ 44 w 47"/>
                  <a:gd name="T17" fmla="*/ 65 h 71"/>
                  <a:gd name="T18" fmla="*/ 42 w 47"/>
                  <a:gd name="T19" fmla="*/ 58 h 71"/>
                  <a:gd name="T20" fmla="*/ 46 w 47"/>
                  <a:gd name="T21" fmla="*/ 65 h 71"/>
                  <a:gd name="T22" fmla="*/ 47 w 47"/>
                  <a:gd name="T23" fmla="*/ 70 h 71"/>
                  <a:gd name="T24" fmla="*/ 47 w 47"/>
                  <a:gd name="T25" fmla="*/ 71 h 71"/>
                  <a:gd name="T26" fmla="*/ 47 w 47"/>
                  <a:gd name="T27" fmla="*/ 71 h 71"/>
                  <a:gd name="T28" fmla="*/ 47 w 47"/>
                  <a:gd name="T29" fmla="*/ 70 h 71"/>
                  <a:gd name="T30" fmla="*/ 47 w 47"/>
                  <a:gd name="T31" fmla="*/ 70 h 71"/>
                  <a:gd name="T32" fmla="*/ 47 w 47"/>
                  <a:gd name="T33" fmla="*/ 70 h 71"/>
                  <a:gd name="T34" fmla="*/ 46 w 47"/>
                  <a:gd name="T35" fmla="*/ 68 h 71"/>
                  <a:gd name="T36" fmla="*/ 46 w 47"/>
                  <a:gd name="T37" fmla="*/ 67 h 71"/>
                  <a:gd name="T38" fmla="*/ 42 w 47"/>
                  <a:gd name="T39" fmla="*/ 60 h 71"/>
                  <a:gd name="T40" fmla="*/ 39 w 47"/>
                  <a:gd name="T41" fmla="*/ 54 h 71"/>
                  <a:gd name="T42" fmla="*/ 36 w 47"/>
                  <a:gd name="T43" fmla="*/ 48 h 71"/>
                  <a:gd name="T44" fmla="*/ 29 w 47"/>
                  <a:gd name="T45" fmla="*/ 37 h 71"/>
                  <a:gd name="T46" fmla="*/ 29 w 47"/>
                  <a:gd name="T47" fmla="*/ 38 h 71"/>
                  <a:gd name="T48" fmla="*/ 24 w 47"/>
                  <a:gd name="T49" fmla="*/ 31 h 71"/>
                  <a:gd name="T50" fmla="*/ 26 w 47"/>
                  <a:gd name="T51" fmla="*/ 34 h 71"/>
                  <a:gd name="T52" fmla="*/ 22 w 47"/>
                  <a:gd name="T53" fmla="*/ 28 h 71"/>
                  <a:gd name="T54" fmla="*/ 23 w 47"/>
                  <a:gd name="T55" fmla="*/ 31 h 71"/>
                  <a:gd name="T56" fmla="*/ 19 w 47"/>
                  <a:gd name="T57" fmla="*/ 24 h 71"/>
                  <a:gd name="T58" fmla="*/ 19 w 47"/>
                  <a:gd name="T59" fmla="*/ 25 h 71"/>
                  <a:gd name="T60" fmla="*/ 20 w 47"/>
                  <a:gd name="T61" fmla="*/ 27 h 71"/>
                  <a:gd name="T62" fmla="*/ 12 w 47"/>
                  <a:gd name="T63" fmla="*/ 15 h 71"/>
                  <a:gd name="T64" fmla="*/ 9 w 47"/>
                  <a:gd name="T65" fmla="*/ 15 h 71"/>
                  <a:gd name="T66" fmla="*/ 2 w 47"/>
                  <a:gd name="T67" fmla="*/ 5 h 71"/>
                  <a:gd name="T68" fmla="*/ 0 w 47"/>
                  <a:gd name="T69" fmla="*/ 1 h 71"/>
                  <a:gd name="T70" fmla="*/ 3 w 47"/>
                  <a:gd name="T71" fmla="*/ 4 h 71"/>
                  <a:gd name="T72" fmla="*/ 10 w 47"/>
                  <a:gd name="T73" fmla="*/ 10 h 71"/>
                  <a:gd name="T74" fmla="*/ 12 w 47"/>
                  <a:gd name="T75" fmla="*/ 10 h 71"/>
                  <a:gd name="T76" fmla="*/ 17 w 47"/>
                  <a:gd name="T77" fmla="*/ 18 h 71"/>
                  <a:gd name="T78" fmla="*/ 17 w 47"/>
                  <a:gd name="T79" fmla="*/ 17 h 71"/>
                  <a:gd name="T80" fmla="*/ 23 w 47"/>
                  <a:gd name="T81" fmla="*/ 24 h 71"/>
                  <a:gd name="T82" fmla="*/ 24 w 47"/>
                  <a:gd name="T83" fmla="*/ 25 h 71"/>
                  <a:gd name="T84" fmla="*/ 19 w 47"/>
                  <a:gd name="T85" fmla="*/ 11 h 71"/>
                  <a:gd name="T86" fmla="*/ 17 w 47"/>
                  <a:gd name="T87" fmla="*/ 0 h 71"/>
                  <a:gd name="T88" fmla="*/ 19 w 47"/>
                  <a:gd name="T89" fmla="*/ 3 h 71"/>
                  <a:gd name="T90" fmla="*/ 20 w 47"/>
                  <a:gd name="T91" fmla="*/ 4 h 71"/>
                  <a:gd name="T92" fmla="*/ 26 w 47"/>
                  <a:gd name="T93" fmla="*/ 21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7" h="71">
                    <a:moveTo>
                      <a:pt x="30" y="31"/>
                    </a:moveTo>
                    <a:lnTo>
                      <a:pt x="30" y="31"/>
                    </a:lnTo>
                    <a:lnTo>
                      <a:pt x="32" y="35"/>
                    </a:lnTo>
                    <a:lnTo>
                      <a:pt x="32" y="35"/>
                    </a:lnTo>
                    <a:lnTo>
                      <a:pt x="30" y="31"/>
                    </a:lnTo>
                    <a:lnTo>
                      <a:pt x="32" y="31"/>
                    </a:lnTo>
                    <a:lnTo>
                      <a:pt x="32" y="30"/>
                    </a:lnTo>
                    <a:lnTo>
                      <a:pt x="32" y="30"/>
                    </a:lnTo>
                    <a:lnTo>
                      <a:pt x="34" y="38"/>
                    </a:lnTo>
                    <a:lnTo>
                      <a:pt x="34" y="38"/>
                    </a:lnTo>
                    <a:lnTo>
                      <a:pt x="34" y="38"/>
                    </a:lnTo>
                    <a:lnTo>
                      <a:pt x="37" y="45"/>
                    </a:lnTo>
                    <a:lnTo>
                      <a:pt x="37" y="45"/>
                    </a:lnTo>
                    <a:lnTo>
                      <a:pt x="37" y="50"/>
                    </a:lnTo>
                    <a:lnTo>
                      <a:pt x="37" y="50"/>
                    </a:lnTo>
                    <a:lnTo>
                      <a:pt x="40" y="57"/>
                    </a:lnTo>
                    <a:lnTo>
                      <a:pt x="40" y="57"/>
                    </a:lnTo>
                    <a:lnTo>
                      <a:pt x="44" y="65"/>
                    </a:lnTo>
                    <a:lnTo>
                      <a:pt x="44" y="65"/>
                    </a:lnTo>
                    <a:lnTo>
                      <a:pt x="42" y="58"/>
                    </a:lnTo>
                    <a:lnTo>
                      <a:pt x="42" y="58"/>
                    </a:lnTo>
                    <a:lnTo>
                      <a:pt x="46" y="65"/>
                    </a:lnTo>
                    <a:lnTo>
                      <a:pt x="46" y="65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7" y="71"/>
                    </a:lnTo>
                    <a:lnTo>
                      <a:pt x="47" y="71"/>
                    </a:lnTo>
                    <a:lnTo>
                      <a:pt x="47" y="71"/>
                    </a:lnTo>
                    <a:lnTo>
                      <a:pt x="47" y="71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7" y="70"/>
                    </a:lnTo>
                    <a:lnTo>
                      <a:pt x="46" y="68"/>
                    </a:lnTo>
                    <a:lnTo>
                      <a:pt x="46" y="68"/>
                    </a:lnTo>
                    <a:lnTo>
                      <a:pt x="46" y="67"/>
                    </a:lnTo>
                    <a:lnTo>
                      <a:pt x="46" y="67"/>
                    </a:lnTo>
                    <a:lnTo>
                      <a:pt x="42" y="60"/>
                    </a:lnTo>
                    <a:lnTo>
                      <a:pt x="42" y="60"/>
                    </a:lnTo>
                    <a:lnTo>
                      <a:pt x="39" y="54"/>
                    </a:lnTo>
                    <a:lnTo>
                      <a:pt x="39" y="54"/>
                    </a:lnTo>
                    <a:lnTo>
                      <a:pt x="36" y="48"/>
                    </a:lnTo>
                    <a:lnTo>
                      <a:pt x="36" y="48"/>
                    </a:lnTo>
                    <a:lnTo>
                      <a:pt x="29" y="37"/>
                    </a:lnTo>
                    <a:lnTo>
                      <a:pt x="29" y="37"/>
                    </a:lnTo>
                    <a:lnTo>
                      <a:pt x="29" y="38"/>
                    </a:lnTo>
                    <a:lnTo>
                      <a:pt x="29" y="38"/>
                    </a:lnTo>
                    <a:lnTo>
                      <a:pt x="24" y="31"/>
                    </a:lnTo>
                    <a:lnTo>
                      <a:pt x="24" y="31"/>
                    </a:lnTo>
                    <a:lnTo>
                      <a:pt x="26" y="34"/>
                    </a:lnTo>
                    <a:lnTo>
                      <a:pt x="22" y="28"/>
                    </a:lnTo>
                    <a:lnTo>
                      <a:pt x="22" y="28"/>
                    </a:lnTo>
                    <a:lnTo>
                      <a:pt x="22" y="28"/>
                    </a:lnTo>
                    <a:lnTo>
                      <a:pt x="23" y="31"/>
                    </a:lnTo>
                    <a:lnTo>
                      <a:pt x="23" y="31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5"/>
                    </a:lnTo>
                    <a:lnTo>
                      <a:pt x="20" y="27"/>
                    </a:lnTo>
                    <a:lnTo>
                      <a:pt x="20" y="27"/>
                    </a:lnTo>
                    <a:lnTo>
                      <a:pt x="12" y="15"/>
                    </a:lnTo>
                    <a:lnTo>
                      <a:pt x="12" y="15"/>
                    </a:lnTo>
                    <a:lnTo>
                      <a:pt x="12" y="17"/>
                    </a:lnTo>
                    <a:lnTo>
                      <a:pt x="9" y="15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1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9" y="8"/>
                    </a:lnTo>
                    <a:lnTo>
                      <a:pt x="10" y="10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17" y="17"/>
                    </a:lnTo>
                    <a:lnTo>
                      <a:pt x="17" y="18"/>
                    </a:lnTo>
                    <a:lnTo>
                      <a:pt x="17" y="17"/>
                    </a:lnTo>
                    <a:lnTo>
                      <a:pt x="17" y="17"/>
                    </a:lnTo>
                    <a:lnTo>
                      <a:pt x="23" y="24"/>
                    </a:lnTo>
                    <a:lnTo>
                      <a:pt x="23" y="24"/>
                    </a:lnTo>
                    <a:lnTo>
                      <a:pt x="23" y="24"/>
                    </a:lnTo>
                    <a:lnTo>
                      <a:pt x="24" y="25"/>
                    </a:lnTo>
                    <a:lnTo>
                      <a:pt x="24" y="25"/>
                    </a:lnTo>
                    <a:lnTo>
                      <a:pt x="19" y="11"/>
                    </a:lnTo>
                    <a:lnTo>
                      <a:pt x="17" y="4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9" y="3"/>
                    </a:lnTo>
                    <a:lnTo>
                      <a:pt x="20" y="4"/>
                    </a:lnTo>
                    <a:lnTo>
                      <a:pt x="20" y="4"/>
                    </a:lnTo>
                    <a:lnTo>
                      <a:pt x="26" y="21"/>
                    </a:lnTo>
                    <a:lnTo>
                      <a:pt x="26" y="21"/>
                    </a:lnTo>
                    <a:lnTo>
                      <a:pt x="30" y="3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8" name="iṣḷîḓé"/>
              <p:cNvSpPr/>
              <p:nvPr/>
            </p:nvSpPr>
            <p:spPr bwMode="auto">
              <a:xfrm>
                <a:off x="5917836" y="4206165"/>
                <a:ext cx="92155" cy="196593"/>
              </a:xfrm>
              <a:custGeom>
                <a:avLst/>
                <a:gdLst>
                  <a:gd name="T0" fmla="*/ 23 w 30"/>
                  <a:gd name="T1" fmla="*/ 7 h 64"/>
                  <a:gd name="T2" fmla="*/ 23 w 30"/>
                  <a:gd name="T3" fmla="*/ 7 h 64"/>
                  <a:gd name="T4" fmla="*/ 25 w 30"/>
                  <a:gd name="T5" fmla="*/ 11 h 64"/>
                  <a:gd name="T6" fmla="*/ 25 w 30"/>
                  <a:gd name="T7" fmla="*/ 17 h 64"/>
                  <a:gd name="T8" fmla="*/ 25 w 30"/>
                  <a:gd name="T9" fmla="*/ 23 h 64"/>
                  <a:gd name="T10" fmla="*/ 26 w 30"/>
                  <a:gd name="T11" fmla="*/ 27 h 64"/>
                  <a:gd name="T12" fmla="*/ 26 w 30"/>
                  <a:gd name="T13" fmla="*/ 27 h 64"/>
                  <a:gd name="T14" fmla="*/ 25 w 30"/>
                  <a:gd name="T15" fmla="*/ 30 h 64"/>
                  <a:gd name="T16" fmla="*/ 23 w 30"/>
                  <a:gd name="T17" fmla="*/ 30 h 64"/>
                  <a:gd name="T18" fmla="*/ 17 w 30"/>
                  <a:gd name="T19" fmla="*/ 28 h 64"/>
                  <a:gd name="T20" fmla="*/ 17 w 30"/>
                  <a:gd name="T21" fmla="*/ 28 h 64"/>
                  <a:gd name="T22" fmla="*/ 17 w 30"/>
                  <a:gd name="T23" fmla="*/ 33 h 64"/>
                  <a:gd name="T24" fmla="*/ 16 w 30"/>
                  <a:gd name="T25" fmla="*/ 33 h 64"/>
                  <a:gd name="T26" fmla="*/ 15 w 30"/>
                  <a:gd name="T27" fmla="*/ 33 h 64"/>
                  <a:gd name="T28" fmla="*/ 15 w 30"/>
                  <a:gd name="T29" fmla="*/ 33 h 64"/>
                  <a:gd name="T30" fmla="*/ 15 w 30"/>
                  <a:gd name="T31" fmla="*/ 37 h 64"/>
                  <a:gd name="T32" fmla="*/ 15 w 30"/>
                  <a:gd name="T33" fmla="*/ 41 h 64"/>
                  <a:gd name="T34" fmla="*/ 13 w 30"/>
                  <a:gd name="T35" fmla="*/ 45 h 64"/>
                  <a:gd name="T36" fmla="*/ 13 w 30"/>
                  <a:gd name="T37" fmla="*/ 51 h 64"/>
                  <a:gd name="T38" fmla="*/ 13 w 30"/>
                  <a:gd name="T39" fmla="*/ 51 h 64"/>
                  <a:gd name="T40" fmla="*/ 6 w 30"/>
                  <a:gd name="T41" fmla="*/ 55 h 64"/>
                  <a:gd name="T42" fmla="*/ 2 w 30"/>
                  <a:gd name="T43" fmla="*/ 58 h 64"/>
                  <a:gd name="T44" fmla="*/ 0 w 30"/>
                  <a:gd name="T45" fmla="*/ 64 h 64"/>
                  <a:gd name="T46" fmla="*/ 0 w 30"/>
                  <a:gd name="T47" fmla="*/ 64 h 64"/>
                  <a:gd name="T48" fmla="*/ 3 w 30"/>
                  <a:gd name="T49" fmla="*/ 54 h 64"/>
                  <a:gd name="T50" fmla="*/ 6 w 30"/>
                  <a:gd name="T51" fmla="*/ 44 h 64"/>
                  <a:gd name="T52" fmla="*/ 6 w 30"/>
                  <a:gd name="T53" fmla="*/ 44 h 64"/>
                  <a:gd name="T54" fmla="*/ 10 w 30"/>
                  <a:gd name="T55" fmla="*/ 35 h 64"/>
                  <a:gd name="T56" fmla="*/ 10 w 30"/>
                  <a:gd name="T57" fmla="*/ 28 h 64"/>
                  <a:gd name="T58" fmla="*/ 10 w 30"/>
                  <a:gd name="T59" fmla="*/ 28 h 64"/>
                  <a:gd name="T60" fmla="*/ 17 w 30"/>
                  <a:gd name="T61" fmla="*/ 25 h 64"/>
                  <a:gd name="T62" fmla="*/ 20 w 30"/>
                  <a:gd name="T63" fmla="*/ 23 h 64"/>
                  <a:gd name="T64" fmla="*/ 22 w 30"/>
                  <a:gd name="T65" fmla="*/ 20 h 64"/>
                  <a:gd name="T66" fmla="*/ 22 w 30"/>
                  <a:gd name="T67" fmla="*/ 20 h 64"/>
                  <a:gd name="T68" fmla="*/ 22 w 30"/>
                  <a:gd name="T69" fmla="*/ 15 h 64"/>
                  <a:gd name="T70" fmla="*/ 20 w 30"/>
                  <a:gd name="T71" fmla="*/ 11 h 64"/>
                  <a:gd name="T72" fmla="*/ 20 w 30"/>
                  <a:gd name="T73" fmla="*/ 11 h 64"/>
                  <a:gd name="T74" fmla="*/ 20 w 30"/>
                  <a:gd name="T75" fmla="*/ 7 h 64"/>
                  <a:gd name="T76" fmla="*/ 22 w 30"/>
                  <a:gd name="T77" fmla="*/ 3 h 64"/>
                  <a:gd name="T78" fmla="*/ 22 w 30"/>
                  <a:gd name="T79" fmla="*/ 3 h 64"/>
                  <a:gd name="T80" fmla="*/ 25 w 30"/>
                  <a:gd name="T81" fmla="*/ 3 h 64"/>
                  <a:gd name="T82" fmla="*/ 26 w 30"/>
                  <a:gd name="T83" fmla="*/ 1 h 64"/>
                  <a:gd name="T84" fmla="*/ 26 w 30"/>
                  <a:gd name="T85" fmla="*/ 0 h 64"/>
                  <a:gd name="T86" fmla="*/ 26 w 30"/>
                  <a:gd name="T87" fmla="*/ 0 h 64"/>
                  <a:gd name="T88" fmla="*/ 29 w 30"/>
                  <a:gd name="T89" fmla="*/ 1 h 64"/>
                  <a:gd name="T90" fmla="*/ 30 w 30"/>
                  <a:gd name="T91" fmla="*/ 3 h 64"/>
                  <a:gd name="T92" fmla="*/ 30 w 30"/>
                  <a:gd name="T93" fmla="*/ 3 h 64"/>
                  <a:gd name="T94" fmla="*/ 27 w 30"/>
                  <a:gd name="T95" fmla="*/ 5 h 64"/>
                  <a:gd name="T96" fmla="*/ 23 w 30"/>
                  <a:gd name="T97" fmla="*/ 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0" h="64">
                    <a:moveTo>
                      <a:pt x="23" y="7"/>
                    </a:moveTo>
                    <a:lnTo>
                      <a:pt x="23" y="7"/>
                    </a:lnTo>
                    <a:lnTo>
                      <a:pt x="25" y="11"/>
                    </a:lnTo>
                    <a:lnTo>
                      <a:pt x="25" y="17"/>
                    </a:lnTo>
                    <a:lnTo>
                      <a:pt x="25" y="23"/>
                    </a:lnTo>
                    <a:lnTo>
                      <a:pt x="26" y="27"/>
                    </a:lnTo>
                    <a:lnTo>
                      <a:pt x="26" y="27"/>
                    </a:lnTo>
                    <a:lnTo>
                      <a:pt x="25" y="30"/>
                    </a:lnTo>
                    <a:lnTo>
                      <a:pt x="23" y="30"/>
                    </a:lnTo>
                    <a:lnTo>
                      <a:pt x="17" y="28"/>
                    </a:lnTo>
                    <a:lnTo>
                      <a:pt x="17" y="28"/>
                    </a:lnTo>
                    <a:lnTo>
                      <a:pt x="17" y="33"/>
                    </a:lnTo>
                    <a:lnTo>
                      <a:pt x="16" y="33"/>
                    </a:lnTo>
                    <a:lnTo>
                      <a:pt x="15" y="33"/>
                    </a:lnTo>
                    <a:lnTo>
                      <a:pt x="15" y="33"/>
                    </a:lnTo>
                    <a:lnTo>
                      <a:pt x="15" y="37"/>
                    </a:lnTo>
                    <a:lnTo>
                      <a:pt x="15" y="41"/>
                    </a:lnTo>
                    <a:lnTo>
                      <a:pt x="13" y="45"/>
                    </a:lnTo>
                    <a:lnTo>
                      <a:pt x="13" y="51"/>
                    </a:lnTo>
                    <a:lnTo>
                      <a:pt x="13" y="51"/>
                    </a:lnTo>
                    <a:lnTo>
                      <a:pt x="6" y="55"/>
                    </a:lnTo>
                    <a:lnTo>
                      <a:pt x="2" y="58"/>
                    </a:lnTo>
                    <a:lnTo>
                      <a:pt x="0" y="64"/>
                    </a:lnTo>
                    <a:lnTo>
                      <a:pt x="0" y="64"/>
                    </a:lnTo>
                    <a:lnTo>
                      <a:pt x="3" y="54"/>
                    </a:lnTo>
                    <a:lnTo>
                      <a:pt x="6" y="44"/>
                    </a:lnTo>
                    <a:lnTo>
                      <a:pt x="6" y="44"/>
                    </a:lnTo>
                    <a:lnTo>
                      <a:pt x="10" y="35"/>
                    </a:lnTo>
                    <a:lnTo>
                      <a:pt x="10" y="28"/>
                    </a:lnTo>
                    <a:lnTo>
                      <a:pt x="10" y="28"/>
                    </a:lnTo>
                    <a:lnTo>
                      <a:pt x="17" y="25"/>
                    </a:lnTo>
                    <a:lnTo>
                      <a:pt x="20" y="23"/>
                    </a:lnTo>
                    <a:lnTo>
                      <a:pt x="22" y="20"/>
                    </a:lnTo>
                    <a:lnTo>
                      <a:pt x="22" y="20"/>
                    </a:lnTo>
                    <a:lnTo>
                      <a:pt x="22" y="15"/>
                    </a:lnTo>
                    <a:lnTo>
                      <a:pt x="20" y="11"/>
                    </a:lnTo>
                    <a:lnTo>
                      <a:pt x="20" y="11"/>
                    </a:lnTo>
                    <a:lnTo>
                      <a:pt x="20" y="7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5" y="3"/>
                    </a:lnTo>
                    <a:lnTo>
                      <a:pt x="26" y="1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29" y="1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27" y="5"/>
                    </a:lnTo>
                    <a:lnTo>
                      <a:pt x="23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39" name="iṥḻíḋè"/>
              <p:cNvSpPr/>
              <p:nvPr/>
            </p:nvSpPr>
            <p:spPr bwMode="auto">
              <a:xfrm>
                <a:off x="5917836" y="4206165"/>
                <a:ext cx="92155" cy="196593"/>
              </a:xfrm>
              <a:custGeom>
                <a:avLst/>
                <a:gdLst>
                  <a:gd name="T0" fmla="*/ 23 w 30"/>
                  <a:gd name="T1" fmla="*/ 7 h 64"/>
                  <a:gd name="T2" fmla="*/ 23 w 30"/>
                  <a:gd name="T3" fmla="*/ 7 h 64"/>
                  <a:gd name="T4" fmla="*/ 25 w 30"/>
                  <a:gd name="T5" fmla="*/ 11 h 64"/>
                  <a:gd name="T6" fmla="*/ 25 w 30"/>
                  <a:gd name="T7" fmla="*/ 17 h 64"/>
                  <a:gd name="T8" fmla="*/ 25 w 30"/>
                  <a:gd name="T9" fmla="*/ 23 h 64"/>
                  <a:gd name="T10" fmla="*/ 26 w 30"/>
                  <a:gd name="T11" fmla="*/ 27 h 64"/>
                  <a:gd name="T12" fmla="*/ 26 w 30"/>
                  <a:gd name="T13" fmla="*/ 27 h 64"/>
                  <a:gd name="T14" fmla="*/ 25 w 30"/>
                  <a:gd name="T15" fmla="*/ 30 h 64"/>
                  <a:gd name="T16" fmla="*/ 23 w 30"/>
                  <a:gd name="T17" fmla="*/ 30 h 64"/>
                  <a:gd name="T18" fmla="*/ 17 w 30"/>
                  <a:gd name="T19" fmla="*/ 28 h 64"/>
                  <a:gd name="T20" fmla="*/ 17 w 30"/>
                  <a:gd name="T21" fmla="*/ 28 h 64"/>
                  <a:gd name="T22" fmla="*/ 17 w 30"/>
                  <a:gd name="T23" fmla="*/ 33 h 64"/>
                  <a:gd name="T24" fmla="*/ 16 w 30"/>
                  <a:gd name="T25" fmla="*/ 33 h 64"/>
                  <a:gd name="T26" fmla="*/ 15 w 30"/>
                  <a:gd name="T27" fmla="*/ 33 h 64"/>
                  <a:gd name="T28" fmla="*/ 15 w 30"/>
                  <a:gd name="T29" fmla="*/ 33 h 64"/>
                  <a:gd name="T30" fmla="*/ 15 w 30"/>
                  <a:gd name="T31" fmla="*/ 37 h 64"/>
                  <a:gd name="T32" fmla="*/ 15 w 30"/>
                  <a:gd name="T33" fmla="*/ 41 h 64"/>
                  <a:gd name="T34" fmla="*/ 13 w 30"/>
                  <a:gd name="T35" fmla="*/ 45 h 64"/>
                  <a:gd name="T36" fmla="*/ 13 w 30"/>
                  <a:gd name="T37" fmla="*/ 51 h 64"/>
                  <a:gd name="T38" fmla="*/ 13 w 30"/>
                  <a:gd name="T39" fmla="*/ 51 h 64"/>
                  <a:gd name="T40" fmla="*/ 6 w 30"/>
                  <a:gd name="T41" fmla="*/ 55 h 64"/>
                  <a:gd name="T42" fmla="*/ 2 w 30"/>
                  <a:gd name="T43" fmla="*/ 58 h 64"/>
                  <a:gd name="T44" fmla="*/ 0 w 30"/>
                  <a:gd name="T45" fmla="*/ 64 h 64"/>
                  <a:gd name="T46" fmla="*/ 0 w 30"/>
                  <a:gd name="T47" fmla="*/ 64 h 64"/>
                  <a:gd name="T48" fmla="*/ 3 w 30"/>
                  <a:gd name="T49" fmla="*/ 54 h 64"/>
                  <a:gd name="T50" fmla="*/ 6 w 30"/>
                  <a:gd name="T51" fmla="*/ 44 h 64"/>
                  <a:gd name="T52" fmla="*/ 6 w 30"/>
                  <a:gd name="T53" fmla="*/ 44 h 64"/>
                  <a:gd name="T54" fmla="*/ 10 w 30"/>
                  <a:gd name="T55" fmla="*/ 35 h 64"/>
                  <a:gd name="T56" fmla="*/ 10 w 30"/>
                  <a:gd name="T57" fmla="*/ 28 h 64"/>
                  <a:gd name="T58" fmla="*/ 10 w 30"/>
                  <a:gd name="T59" fmla="*/ 28 h 64"/>
                  <a:gd name="T60" fmla="*/ 17 w 30"/>
                  <a:gd name="T61" fmla="*/ 25 h 64"/>
                  <a:gd name="T62" fmla="*/ 20 w 30"/>
                  <a:gd name="T63" fmla="*/ 23 h 64"/>
                  <a:gd name="T64" fmla="*/ 22 w 30"/>
                  <a:gd name="T65" fmla="*/ 20 h 64"/>
                  <a:gd name="T66" fmla="*/ 22 w 30"/>
                  <a:gd name="T67" fmla="*/ 20 h 64"/>
                  <a:gd name="T68" fmla="*/ 22 w 30"/>
                  <a:gd name="T69" fmla="*/ 15 h 64"/>
                  <a:gd name="T70" fmla="*/ 20 w 30"/>
                  <a:gd name="T71" fmla="*/ 11 h 64"/>
                  <a:gd name="T72" fmla="*/ 20 w 30"/>
                  <a:gd name="T73" fmla="*/ 11 h 64"/>
                  <a:gd name="T74" fmla="*/ 20 w 30"/>
                  <a:gd name="T75" fmla="*/ 7 h 64"/>
                  <a:gd name="T76" fmla="*/ 22 w 30"/>
                  <a:gd name="T77" fmla="*/ 3 h 64"/>
                  <a:gd name="T78" fmla="*/ 22 w 30"/>
                  <a:gd name="T79" fmla="*/ 3 h 64"/>
                  <a:gd name="T80" fmla="*/ 25 w 30"/>
                  <a:gd name="T81" fmla="*/ 3 h 64"/>
                  <a:gd name="T82" fmla="*/ 26 w 30"/>
                  <a:gd name="T83" fmla="*/ 1 h 64"/>
                  <a:gd name="T84" fmla="*/ 26 w 30"/>
                  <a:gd name="T85" fmla="*/ 0 h 64"/>
                  <a:gd name="T86" fmla="*/ 26 w 30"/>
                  <a:gd name="T87" fmla="*/ 0 h 64"/>
                  <a:gd name="T88" fmla="*/ 29 w 30"/>
                  <a:gd name="T89" fmla="*/ 1 h 64"/>
                  <a:gd name="T90" fmla="*/ 30 w 30"/>
                  <a:gd name="T91" fmla="*/ 3 h 64"/>
                  <a:gd name="T92" fmla="*/ 30 w 30"/>
                  <a:gd name="T93" fmla="*/ 3 h 64"/>
                  <a:gd name="T94" fmla="*/ 27 w 30"/>
                  <a:gd name="T95" fmla="*/ 5 h 64"/>
                  <a:gd name="T96" fmla="*/ 23 w 30"/>
                  <a:gd name="T97" fmla="*/ 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30" h="64">
                    <a:moveTo>
                      <a:pt x="23" y="7"/>
                    </a:moveTo>
                    <a:lnTo>
                      <a:pt x="23" y="7"/>
                    </a:lnTo>
                    <a:lnTo>
                      <a:pt x="25" y="11"/>
                    </a:lnTo>
                    <a:lnTo>
                      <a:pt x="25" y="17"/>
                    </a:lnTo>
                    <a:lnTo>
                      <a:pt x="25" y="23"/>
                    </a:lnTo>
                    <a:lnTo>
                      <a:pt x="26" y="27"/>
                    </a:lnTo>
                    <a:lnTo>
                      <a:pt x="26" y="27"/>
                    </a:lnTo>
                    <a:lnTo>
                      <a:pt x="25" y="30"/>
                    </a:lnTo>
                    <a:lnTo>
                      <a:pt x="23" y="30"/>
                    </a:lnTo>
                    <a:lnTo>
                      <a:pt x="17" y="28"/>
                    </a:lnTo>
                    <a:lnTo>
                      <a:pt x="17" y="28"/>
                    </a:lnTo>
                    <a:lnTo>
                      <a:pt x="17" y="33"/>
                    </a:lnTo>
                    <a:lnTo>
                      <a:pt x="16" y="33"/>
                    </a:lnTo>
                    <a:lnTo>
                      <a:pt x="15" y="33"/>
                    </a:lnTo>
                    <a:lnTo>
                      <a:pt x="15" y="33"/>
                    </a:lnTo>
                    <a:lnTo>
                      <a:pt x="15" y="37"/>
                    </a:lnTo>
                    <a:lnTo>
                      <a:pt x="15" y="41"/>
                    </a:lnTo>
                    <a:lnTo>
                      <a:pt x="13" y="45"/>
                    </a:lnTo>
                    <a:lnTo>
                      <a:pt x="13" y="51"/>
                    </a:lnTo>
                    <a:lnTo>
                      <a:pt x="13" y="51"/>
                    </a:lnTo>
                    <a:lnTo>
                      <a:pt x="6" y="55"/>
                    </a:lnTo>
                    <a:lnTo>
                      <a:pt x="2" y="58"/>
                    </a:lnTo>
                    <a:lnTo>
                      <a:pt x="0" y="64"/>
                    </a:lnTo>
                    <a:lnTo>
                      <a:pt x="0" y="64"/>
                    </a:lnTo>
                    <a:lnTo>
                      <a:pt x="3" y="54"/>
                    </a:lnTo>
                    <a:lnTo>
                      <a:pt x="6" y="44"/>
                    </a:lnTo>
                    <a:lnTo>
                      <a:pt x="6" y="44"/>
                    </a:lnTo>
                    <a:lnTo>
                      <a:pt x="10" y="35"/>
                    </a:lnTo>
                    <a:lnTo>
                      <a:pt x="10" y="28"/>
                    </a:lnTo>
                    <a:lnTo>
                      <a:pt x="10" y="28"/>
                    </a:lnTo>
                    <a:lnTo>
                      <a:pt x="17" y="25"/>
                    </a:lnTo>
                    <a:lnTo>
                      <a:pt x="20" y="23"/>
                    </a:lnTo>
                    <a:lnTo>
                      <a:pt x="22" y="20"/>
                    </a:lnTo>
                    <a:lnTo>
                      <a:pt x="22" y="20"/>
                    </a:lnTo>
                    <a:lnTo>
                      <a:pt x="22" y="15"/>
                    </a:lnTo>
                    <a:lnTo>
                      <a:pt x="20" y="11"/>
                    </a:lnTo>
                    <a:lnTo>
                      <a:pt x="20" y="11"/>
                    </a:lnTo>
                    <a:lnTo>
                      <a:pt x="20" y="7"/>
                    </a:lnTo>
                    <a:lnTo>
                      <a:pt x="22" y="3"/>
                    </a:lnTo>
                    <a:lnTo>
                      <a:pt x="22" y="3"/>
                    </a:lnTo>
                    <a:lnTo>
                      <a:pt x="25" y="3"/>
                    </a:lnTo>
                    <a:lnTo>
                      <a:pt x="26" y="1"/>
                    </a:lnTo>
                    <a:lnTo>
                      <a:pt x="26" y="0"/>
                    </a:lnTo>
                    <a:lnTo>
                      <a:pt x="26" y="0"/>
                    </a:lnTo>
                    <a:lnTo>
                      <a:pt x="29" y="1"/>
                    </a:lnTo>
                    <a:lnTo>
                      <a:pt x="30" y="3"/>
                    </a:lnTo>
                    <a:lnTo>
                      <a:pt x="30" y="3"/>
                    </a:lnTo>
                    <a:lnTo>
                      <a:pt x="27" y="5"/>
                    </a:lnTo>
                    <a:lnTo>
                      <a:pt x="23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0" name="îŝ1íḓé"/>
              <p:cNvSpPr/>
              <p:nvPr/>
            </p:nvSpPr>
            <p:spPr bwMode="auto">
              <a:xfrm>
                <a:off x="2028983" y="4193878"/>
                <a:ext cx="12287" cy="24574"/>
              </a:xfrm>
              <a:custGeom>
                <a:avLst/>
                <a:gdLst>
                  <a:gd name="T0" fmla="*/ 4 w 4"/>
                  <a:gd name="T1" fmla="*/ 9 h 9"/>
                  <a:gd name="T2" fmla="*/ 4 w 4"/>
                  <a:gd name="T3" fmla="*/ 9 h 9"/>
                  <a:gd name="T4" fmla="*/ 3 w 4"/>
                  <a:gd name="T5" fmla="*/ 5 h 9"/>
                  <a:gd name="T6" fmla="*/ 3 w 4"/>
                  <a:gd name="T7" fmla="*/ 5 h 9"/>
                  <a:gd name="T8" fmla="*/ 0 w 4"/>
                  <a:gd name="T9" fmla="*/ 0 h 9"/>
                  <a:gd name="T10" fmla="*/ 0 w 4"/>
                  <a:gd name="T11" fmla="*/ 0 h 9"/>
                  <a:gd name="T12" fmla="*/ 1 w 4"/>
                  <a:gd name="T13" fmla="*/ 6 h 9"/>
                  <a:gd name="T14" fmla="*/ 1 w 4"/>
                  <a:gd name="T15" fmla="*/ 6 h 9"/>
                  <a:gd name="T16" fmla="*/ 4 w 4"/>
                  <a:gd name="T1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9">
                    <a:moveTo>
                      <a:pt x="4" y="9"/>
                    </a:moveTo>
                    <a:lnTo>
                      <a:pt x="4" y="9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4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1" name="iṡ1îḍe"/>
              <p:cNvSpPr/>
              <p:nvPr/>
            </p:nvSpPr>
            <p:spPr bwMode="auto">
              <a:xfrm>
                <a:off x="2028983" y="4193878"/>
                <a:ext cx="12287" cy="24574"/>
              </a:xfrm>
              <a:custGeom>
                <a:avLst/>
                <a:gdLst>
                  <a:gd name="T0" fmla="*/ 4 w 4"/>
                  <a:gd name="T1" fmla="*/ 9 h 9"/>
                  <a:gd name="T2" fmla="*/ 4 w 4"/>
                  <a:gd name="T3" fmla="*/ 9 h 9"/>
                  <a:gd name="T4" fmla="*/ 3 w 4"/>
                  <a:gd name="T5" fmla="*/ 5 h 9"/>
                  <a:gd name="T6" fmla="*/ 3 w 4"/>
                  <a:gd name="T7" fmla="*/ 5 h 9"/>
                  <a:gd name="T8" fmla="*/ 0 w 4"/>
                  <a:gd name="T9" fmla="*/ 0 h 9"/>
                  <a:gd name="T10" fmla="*/ 0 w 4"/>
                  <a:gd name="T11" fmla="*/ 0 h 9"/>
                  <a:gd name="T12" fmla="*/ 1 w 4"/>
                  <a:gd name="T13" fmla="*/ 6 h 9"/>
                  <a:gd name="T14" fmla="*/ 1 w 4"/>
                  <a:gd name="T15" fmla="*/ 6 h 9"/>
                  <a:gd name="T16" fmla="*/ 4 w 4"/>
                  <a:gd name="T1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9">
                    <a:moveTo>
                      <a:pt x="4" y="9"/>
                    </a:moveTo>
                    <a:lnTo>
                      <a:pt x="4" y="9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4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2" name="ïsḷíḍé"/>
              <p:cNvSpPr/>
              <p:nvPr/>
            </p:nvSpPr>
            <p:spPr bwMode="auto">
              <a:xfrm>
                <a:off x="2004409" y="4175448"/>
                <a:ext cx="12287" cy="24574"/>
              </a:xfrm>
              <a:custGeom>
                <a:avLst/>
                <a:gdLst>
                  <a:gd name="T0" fmla="*/ 4 w 4"/>
                  <a:gd name="T1" fmla="*/ 8 h 8"/>
                  <a:gd name="T2" fmla="*/ 4 w 4"/>
                  <a:gd name="T3" fmla="*/ 8 h 8"/>
                  <a:gd name="T4" fmla="*/ 2 w 4"/>
                  <a:gd name="T5" fmla="*/ 4 h 8"/>
                  <a:gd name="T6" fmla="*/ 0 w 4"/>
                  <a:gd name="T7" fmla="*/ 0 h 8"/>
                  <a:gd name="T8" fmla="*/ 0 w 4"/>
                  <a:gd name="T9" fmla="*/ 0 h 8"/>
                  <a:gd name="T10" fmla="*/ 1 w 4"/>
                  <a:gd name="T11" fmla="*/ 4 h 8"/>
                  <a:gd name="T12" fmla="*/ 2 w 4"/>
                  <a:gd name="T13" fmla="*/ 7 h 8"/>
                  <a:gd name="T14" fmla="*/ 4 w 4"/>
                  <a:gd name="T1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8">
                    <a:moveTo>
                      <a:pt x="4" y="8"/>
                    </a:moveTo>
                    <a:lnTo>
                      <a:pt x="4" y="8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4"/>
                    </a:lnTo>
                    <a:lnTo>
                      <a:pt x="2" y="7"/>
                    </a:lnTo>
                    <a:lnTo>
                      <a:pt x="4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3" name="iŝḷídê"/>
              <p:cNvSpPr/>
              <p:nvPr/>
            </p:nvSpPr>
            <p:spPr bwMode="auto">
              <a:xfrm>
                <a:off x="2004409" y="4175448"/>
                <a:ext cx="12287" cy="24574"/>
              </a:xfrm>
              <a:custGeom>
                <a:avLst/>
                <a:gdLst>
                  <a:gd name="T0" fmla="*/ 4 w 4"/>
                  <a:gd name="T1" fmla="*/ 8 h 8"/>
                  <a:gd name="T2" fmla="*/ 4 w 4"/>
                  <a:gd name="T3" fmla="*/ 8 h 8"/>
                  <a:gd name="T4" fmla="*/ 2 w 4"/>
                  <a:gd name="T5" fmla="*/ 4 h 8"/>
                  <a:gd name="T6" fmla="*/ 0 w 4"/>
                  <a:gd name="T7" fmla="*/ 0 h 8"/>
                  <a:gd name="T8" fmla="*/ 0 w 4"/>
                  <a:gd name="T9" fmla="*/ 0 h 8"/>
                  <a:gd name="T10" fmla="*/ 1 w 4"/>
                  <a:gd name="T11" fmla="*/ 4 h 8"/>
                  <a:gd name="T12" fmla="*/ 2 w 4"/>
                  <a:gd name="T13" fmla="*/ 7 h 8"/>
                  <a:gd name="T14" fmla="*/ 4 w 4"/>
                  <a:gd name="T1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8">
                    <a:moveTo>
                      <a:pt x="4" y="8"/>
                    </a:moveTo>
                    <a:lnTo>
                      <a:pt x="4" y="8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4"/>
                    </a:lnTo>
                    <a:lnTo>
                      <a:pt x="2" y="7"/>
                    </a:lnTo>
                    <a:lnTo>
                      <a:pt x="4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4" name="îṡ1iḋe"/>
              <p:cNvSpPr/>
              <p:nvPr/>
            </p:nvSpPr>
            <p:spPr bwMode="auto">
              <a:xfrm>
                <a:off x="1992122" y="4101727"/>
                <a:ext cx="12287" cy="24574"/>
              </a:xfrm>
              <a:custGeom>
                <a:avLst/>
                <a:gdLst>
                  <a:gd name="T0" fmla="*/ 5 w 5"/>
                  <a:gd name="T1" fmla="*/ 7 h 7"/>
                  <a:gd name="T2" fmla="*/ 5 w 5"/>
                  <a:gd name="T3" fmla="*/ 7 h 7"/>
                  <a:gd name="T4" fmla="*/ 3 w 5"/>
                  <a:gd name="T5" fmla="*/ 3 h 7"/>
                  <a:gd name="T6" fmla="*/ 0 w 5"/>
                  <a:gd name="T7" fmla="*/ 0 h 7"/>
                  <a:gd name="T8" fmla="*/ 0 w 5"/>
                  <a:gd name="T9" fmla="*/ 0 h 7"/>
                  <a:gd name="T10" fmla="*/ 2 w 5"/>
                  <a:gd name="T11" fmla="*/ 4 h 7"/>
                  <a:gd name="T12" fmla="*/ 2 w 5"/>
                  <a:gd name="T13" fmla="*/ 4 h 7"/>
                  <a:gd name="T14" fmla="*/ 5 w 5"/>
                  <a:gd name="T1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7">
                    <a:moveTo>
                      <a:pt x="5" y="7"/>
                    </a:moveTo>
                    <a:lnTo>
                      <a:pt x="5" y="7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5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5" name="îṣ1iḓè"/>
              <p:cNvSpPr/>
              <p:nvPr/>
            </p:nvSpPr>
            <p:spPr bwMode="auto">
              <a:xfrm>
                <a:off x="1992122" y="4101727"/>
                <a:ext cx="12287" cy="24574"/>
              </a:xfrm>
              <a:custGeom>
                <a:avLst/>
                <a:gdLst>
                  <a:gd name="T0" fmla="*/ 5 w 5"/>
                  <a:gd name="T1" fmla="*/ 7 h 7"/>
                  <a:gd name="T2" fmla="*/ 5 w 5"/>
                  <a:gd name="T3" fmla="*/ 7 h 7"/>
                  <a:gd name="T4" fmla="*/ 3 w 5"/>
                  <a:gd name="T5" fmla="*/ 3 h 7"/>
                  <a:gd name="T6" fmla="*/ 0 w 5"/>
                  <a:gd name="T7" fmla="*/ 0 h 7"/>
                  <a:gd name="T8" fmla="*/ 0 w 5"/>
                  <a:gd name="T9" fmla="*/ 0 h 7"/>
                  <a:gd name="T10" fmla="*/ 2 w 5"/>
                  <a:gd name="T11" fmla="*/ 4 h 7"/>
                  <a:gd name="T12" fmla="*/ 2 w 5"/>
                  <a:gd name="T13" fmla="*/ 4 h 7"/>
                  <a:gd name="T14" fmla="*/ 5 w 5"/>
                  <a:gd name="T15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7">
                    <a:moveTo>
                      <a:pt x="5" y="7"/>
                    </a:moveTo>
                    <a:lnTo>
                      <a:pt x="5" y="7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5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6" name="ïslïḋè"/>
              <p:cNvSpPr/>
              <p:nvPr/>
            </p:nvSpPr>
            <p:spPr bwMode="auto">
              <a:xfrm>
                <a:off x="1992122" y="3812979"/>
                <a:ext cx="12287" cy="30716"/>
              </a:xfrm>
              <a:custGeom>
                <a:avLst/>
                <a:gdLst>
                  <a:gd name="T0" fmla="*/ 3 w 3"/>
                  <a:gd name="T1" fmla="*/ 10 h 10"/>
                  <a:gd name="T2" fmla="*/ 3 w 3"/>
                  <a:gd name="T3" fmla="*/ 10 h 10"/>
                  <a:gd name="T4" fmla="*/ 3 w 3"/>
                  <a:gd name="T5" fmla="*/ 6 h 10"/>
                  <a:gd name="T6" fmla="*/ 3 w 3"/>
                  <a:gd name="T7" fmla="*/ 6 h 10"/>
                  <a:gd name="T8" fmla="*/ 2 w 3"/>
                  <a:gd name="T9" fmla="*/ 3 h 10"/>
                  <a:gd name="T10" fmla="*/ 0 w 3"/>
                  <a:gd name="T11" fmla="*/ 0 h 10"/>
                  <a:gd name="T12" fmla="*/ 0 w 3"/>
                  <a:gd name="T13" fmla="*/ 0 h 10"/>
                  <a:gd name="T14" fmla="*/ 2 w 3"/>
                  <a:gd name="T15" fmla="*/ 5 h 10"/>
                  <a:gd name="T16" fmla="*/ 3 w 3"/>
                  <a:gd name="T1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10">
                    <a:moveTo>
                      <a:pt x="3" y="10"/>
                    </a:moveTo>
                    <a:lnTo>
                      <a:pt x="3" y="10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5"/>
                    </a:lnTo>
                    <a:lnTo>
                      <a:pt x="3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7" name="íṥlîḑé"/>
              <p:cNvSpPr/>
              <p:nvPr/>
            </p:nvSpPr>
            <p:spPr bwMode="auto">
              <a:xfrm>
                <a:off x="1992122" y="3812979"/>
                <a:ext cx="12287" cy="30716"/>
              </a:xfrm>
              <a:custGeom>
                <a:avLst/>
                <a:gdLst>
                  <a:gd name="T0" fmla="*/ 3 w 3"/>
                  <a:gd name="T1" fmla="*/ 10 h 10"/>
                  <a:gd name="T2" fmla="*/ 3 w 3"/>
                  <a:gd name="T3" fmla="*/ 10 h 10"/>
                  <a:gd name="T4" fmla="*/ 3 w 3"/>
                  <a:gd name="T5" fmla="*/ 6 h 10"/>
                  <a:gd name="T6" fmla="*/ 3 w 3"/>
                  <a:gd name="T7" fmla="*/ 6 h 10"/>
                  <a:gd name="T8" fmla="*/ 2 w 3"/>
                  <a:gd name="T9" fmla="*/ 3 h 10"/>
                  <a:gd name="T10" fmla="*/ 0 w 3"/>
                  <a:gd name="T11" fmla="*/ 0 h 10"/>
                  <a:gd name="T12" fmla="*/ 0 w 3"/>
                  <a:gd name="T13" fmla="*/ 0 h 10"/>
                  <a:gd name="T14" fmla="*/ 2 w 3"/>
                  <a:gd name="T15" fmla="*/ 5 h 10"/>
                  <a:gd name="T16" fmla="*/ 3 w 3"/>
                  <a:gd name="T1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10">
                    <a:moveTo>
                      <a:pt x="3" y="10"/>
                    </a:moveTo>
                    <a:lnTo>
                      <a:pt x="3" y="10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5"/>
                    </a:lnTo>
                    <a:lnTo>
                      <a:pt x="3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8" name="ïṧlíḋé"/>
              <p:cNvSpPr/>
              <p:nvPr/>
            </p:nvSpPr>
            <p:spPr bwMode="auto">
              <a:xfrm>
                <a:off x="1985980" y="4132442"/>
                <a:ext cx="12287" cy="18429"/>
              </a:xfrm>
              <a:custGeom>
                <a:avLst/>
                <a:gdLst>
                  <a:gd name="T0" fmla="*/ 3 w 3"/>
                  <a:gd name="T1" fmla="*/ 6 h 6"/>
                  <a:gd name="T2" fmla="*/ 3 w 3"/>
                  <a:gd name="T3" fmla="*/ 6 h 6"/>
                  <a:gd name="T4" fmla="*/ 3 w 3"/>
                  <a:gd name="T5" fmla="*/ 6 h 6"/>
                  <a:gd name="T6" fmla="*/ 3 w 3"/>
                  <a:gd name="T7" fmla="*/ 5 h 6"/>
                  <a:gd name="T8" fmla="*/ 1 w 3"/>
                  <a:gd name="T9" fmla="*/ 0 h 6"/>
                  <a:gd name="T10" fmla="*/ 1 w 3"/>
                  <a:gd name="T11" fmla="*/ 0 h 6"/>
                  <a:gd name="T12" fmla="*/ 0 w 3"/>
                  <a:gd name="T13" fmla="*/ 0 h 6"/>
                  <a:gd name="T14" fmla="*/ 1 w 3"/>
                  <a:gd name="T15" fmla="*/ 2 h 6"/>
                  <a:gd name="T16" fmla="*/ 1 w 3"/>
                  <a:gd name="T17" fmla="*/ 5 h 6"/>
                  <a:gd name="T18" fmla="*/ 1 w 3"/>
                  <a:gd name="T19" fmla="*/ 5 h 6"/>
                  <a:gd name="T20" fmla="*/ 3 w 3"/>
                  <a:gd name="T21" fmla="*/ 6 h 6"/>
                  <a:gd name="T22" fmla="*/ 3 w 3"/>
                  <a:gd name="T2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">
                    <a:moveTo>
                      <a:pt x="3" y="6"/>
                    </a:moveTo>
                    <a:lnTo>
                      <a:pt x="3" y="6"/>
                    </a:lnTo>
                    <a:lnTo>
                      <a:pt x="3" y="6"/>
                    </a:lnTo>
                    <a:lnTo>
                      <a:pt x="3" y="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3" y="6"/>
                    </a:lnTo>
                    <a:lnTo>
                      <a:pt x="3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49" name="îṡļiḑè"/>
              <p:cNvSpPr/>
              <p:nvPr/>
            </p:nvSpPr>
            <p:spPr bwMode="auto">
              <a:xfrm>
                <a:off x="1985980" y="4132442"/>
                <a:ext cx="12287" cy="18429"/>
              </a:xfrm>
              <a:custGeom>
                <a:avLst/>
                <a:gdLst>
                  <a:gd name="T0" fmla="*/ 3 w 3"/>
                  <a:gd name="T1" fmla="*/ 6 h 6"/>
                  <a:gd name="T2" fmla="*/ 3 w 3"/>
                  <a:gd name="T3" fmla="*/ 6 h 6"/>
                  <a:gd name="T4" fmla="*/ 3 w 3"/>
                  <a:gd name="T5" fmla="*/ 6 h 6"/>
                  <a:gd name="T6" fmla="*/ 3 w 3"/>
                  <a:gd name="T7" fmla="*/ 5 h 6"/>
                  <a:gd name="T8" fmla="*/ 1 w 3"/>
                  <a:gd name="T9" fmla="*/ 0 h 6"/>
                  <a:gd name="T10" fmla="*/ 1 w 3"/>
                  <a:gd name="T11" fmla="*/ 0 h 6"/>
                  <a:gd name="T12" fmla="*/ 0 w 3"/>
                  <a:gd name="T13" fmla="*/ 0 h 6"/>
                  <a:gd name="T14" fmla="*/ 1 w 3"/>
                  <a:gd name="T15" fmla="*/ 2 h 6"/>
                  <a:gd name="T16" fmla="*/ 1 w 3"/>
                  <a:gd name="T17" fmla="*/ 5 h 6"/>
                  <a:gd name="T18" fmla="*/ 1 w 3"/>
                  <a:gd name="T19" fmla="*/ 5 h 6"/>
                  <a:gd name="T20" fmla="*/ 3 w 3"/>
                  <a:gd name="T21" fmla="*/ 6 h 6"/>
                  <a:gd name="T22" fmla="*/ 3 w 3"/>
                  <a:gd name="T2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6">
                    <a:moveTo>
                      <a:pt x="3" y="6"/>
                    </a:moveTo>
                    <a:lnTo>
                      <a:pt x="3" y="6"/>
                    </a:lnTo>
                    <a:lnTo>
                      <a:pt x="3" y="6"/>
                    </a:lnTo>
                    <a:lnTo>
                      <a:pt x="3" y="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3" y="6"/>
                    </a:lnTo>
                    <a:lnTo>
                      <a:pt x="3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0" name="îS1iďê"/>
              <p:cNvSpPr/>
              <p:nvPr/>
            </p:nvSpPr>
            <p:spPr bwMode="auto">
              <a:xfrm>
                <a:off x="1985980" y="3782264"/>
                <a:ext cx="12287" cy="12287"/>
              </a:xfrm>
              <a:custGeom>
                <a:avLst/>
                <a:gdLst>
                  <a:gd name="T0" fmla="*/ 1 w 3"/>
                  <a:gd name="T1" fmla="*/ 6 h 6"/>
                  <a:gd name="T2" fmla="*/ 1 w 3"/>
                  <a:gd name="T3" fmla="*/ 6 h 6"/>
                  <a:gd name="T4" fmla="*/ 1 w 3"/>
                  <a:gd name="T5" fmla="*/ 3 h 6"/>
                  <a:gd name="T6" fmla="*/ 3 w 3"/>
                  <a:gd name="T7" fmla="*/ 0 h 6"/>
                  <a:gd name="T8" fmla="*/ 3 w 3"/>
                  <a:gd name="T9" fmla="*/ 0 h 6"/>
                  <a:gd name="T10" fmla="*/ 1 w 3"/>
                  <a:gd name="T11" fmla="*/ 0 h 6"/>
                  <a:gd name="T12" fmla="*/ 0 w 3"/>
                  <a:gd name="T13" fmla="*/ 3 h 6"/>
                  <a:gd name="T14" fmla="*/ 0 w 3"/>
                  <a:gd name="T15" fmla="*/ 3 h 6"/>
                  <a:gd name="T16" fmla="*/ 1 w 3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6">
                    <a:moveTo>
                      <a:pt x="1" y="6"/>
                    </a:moveTo>
                    <a:lnTo>
                      <a:pt x="1" y="6"/>
                    </a:lnTo>
                    <a:lnTo>
                      <a:pt x="1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1" name="iṧľíḑe"/>
              <p:cNvSpPr/>
              <p:nvPr/>
            </p:nvSpPr>
            <p:spPr bwMode="auto">
              <a:xfrm>
                <a:off x="1985980" y="3782264"/>
                <a:ext cx="12287" cy="12287"/>
              </a:xfrm>
              <a:custGeom>
                <a:avLst/>
                <a:gdLst>
                  <a:gd name="T0" fmla="*/ 1 w 3"/>
                  <a:gd name="T1" fmla="*/ 6 h 6"/>
                  <a:gd name="T2" fmla="*/ 1 w 3"/>
                  <a:gd name="T3" fmla="*/ 6 h 6"/>
                  <a:gd name="T4" fmla="*/ 1 w 3"/>
                  <a:gd name="T5" fmla="*/ 3 h 6"/>
                  <a:gd name="T6" fmla="*/ 3 w 3"/>
                  <a:gd name="T7" fmla="*/ 0 h 6"/>
                  <a:gd name="T8" fmla="*/ 3 w 3"/>
                  <a:gd name="T9" fmla="*/ 0 h 6"/>
                  <a:gd name="T10" fmla="*/ 1 w 3"/>
                  <a:gd name="T11" fmla="*/ 0 h 6"/>
                  <a:gd name="T12" fmla="*/ 0 w 3"/>
                  <a:gd name="T13" fmla="*/ 3 h 6"/>
                  <a:gd name="T14" fmla="*/ 0 w 3"/>
                  <a:gd name="T15" fmla="*/ 3 h 6"/>
                  <a:gd name="T16" fmla="*/ 1 w 3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6">
                    <a:moveTo>
                      <a:pt x="1" y="6"/>
                    </a:moveTo>
                    <a:lnTo>
                      <a:pt x="1" y="6"/>
                    </a:lnTo>
                    <a:lnTo>
                      <a:pt x="1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1" y="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2" name="íṡľídé"/>
              <p:cNvSpPr/>
              <p:nvPr/>
            </p:nvSpPr>
            <p:spPr bwMode="auto">
              <a:xfrm>
                <a:off x="1949119" y="3941995"/>
                <a:ext cx="6145" cy="24574"/>
              </a:xfrm>
              <a:custGeom>
                <a:avLst/>
                <a:gdLst>
                  <a:gd name="T0" fmla="*/ 3 w 3"/>
                  <a:gd name="T1" fmla="*/ 7 h 7"/>
                  <a:gd name="T2" fmla="*/ 3 w 3"/>
                  <a:gd name="T3" fmla="*/ 7 h 7"/>
                  <a:gd name="T4" fmla="*/ 3 w 3"/>
                  <a:gd name="T5" fmla="*/ 7 h 7"/>
                  <a:gd name="T6" fmla="*/ 3 w 3"/>
                  <a:gd name="T7" fmla="*/ 4 h 7"/>
                  <a:gd name="T8" fmla="*/ 0 w 3"/>
                  <a:gd name="T9" fmla="*/ 0 h 7"/>
                  <a:gd name="T10" fmla="*/ 0 w 3"/>
                  <a:gd name="T11" fmla="*/ 0 h 7"/>
                  <a:gd name="T12" fmla="*/ 0 w 3"/>
                  <a:gd name="T13" fmla="*/ 1 h 7"/>
                  <a:gd name="T14" fmla="*/ 1 w 3"/>
                  <a:gd name="T15" fmla="*/ 4 h 7"/>
                  <a:gd name="T16" fmla="*/ 1 w 3"/>
                  <a:gd name="T17" fmla="*/ 6 h 7"/>
                  <a:gd name="T18" fmla="*/ 3 w 3"/>
                  <a:gd name="T1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7">
                    <a:moveTo>
                      <a:pt x="3" y="7"/>
                    </a:moveTo>
                    <a:lnTo>
                      <a:pt x="3" y="7"/>
                    </a:lnTo>
                    <a:lnTo>
                      <a:pt x="3" y="7"/>
                    </a:lnTo>
                    <a:lnTo>
                      <a:pt x="3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3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3" name="î$ḻîdè"/>
              <p:cNvSpPr/>
              <p:nvPr/>
            </p:nvSpPr>
            <p:spPr bwMode="auto">
              <a:xfrm>
                <a:off x="1949119" y="3941995"/>
                <a:ext cx="6145" cy="24574"/>
              </a:xfrm>
              <a:custGeom>
                <a:avLst/>
                <a:gdLst>
                  <a:gd name="T0" fmla="*/ 3 w 3"/>
                  <a:gd name="T1" fmla="*/ 7 h 7"/>
                  <a:gd name="T2" fmla="*/ 3 w 3"/>
                  <a:gd name="T3" fmla="*/ 7 h 7"/>
                  <a:gd name="T4" fmla="*/ 3 w 3"/>
                  <a:gd name="T5" fmla="*/ 7 h 7"/>
                  <a:gd name="T6" fmla="*/ 3 w 3"/>
                  <a:gd name="T7" fmla="*/ 4 h 7"/>
                  <a:gd name="T8" fmla="*/ 0 w 3"/>
                  <a:gd name="T9" fmla="*/ 0 h 7"/>
                  <a:gd name="T10" fmla="*/ 0 w 3"/>
                  <a:gd name="T11" fmla="*/ 0 h 7"/>
                  <a:gd name="T12" fmla="*/ 0 w 3"/>
                  <a:gd name="T13" fmla="*/ 1 h 7"/>
                  <a:gd name="T14" fmla="*/ 1 w 3"/>
                  <a:gd name="T15" fmla="*/ 4 h 7"/>
                  <a:gd name="T16" fmla="*/ 1 w 3"/>
                  <a:gd name="T17" fmla="*/ 6 h 7"/>
                  <a:gd name="T18" fmla="*/ 3 w 3"/>
                  <a:gd name="T1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7">
                    <a:moveTo>
                      <a:pt x="3" y="7"/>
                    </a:moveTo>
                    <a:lnTo>
                      <a:pt x="3" y="7"/>
                    </a:lnTo>
                    <a:lnTo>
                      <a:pt x="3" y="7"/>
                    </a:lnTo>
                    <a:lnTo>
                      <a:pt x="3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1" y="4"/>
                    </a:lnTo>
                    <a:lnTo>
                      <a:pt x="1" y="6"/>
                    </a:lnTo>
                    <a:lnTo>
                      <a:pt x="3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4" name="ïṩľíḑè"/>
              <p:cNvSpPr/>
              <p:nvPr/>
            </p:nvSpPr>
            <p:spPr bwMode="auto">
              <a:xfrm>
                <a:off x="1967547" y="3597958"/>
                <a:ext cx="18433" cy="92151"/>
              </a:xfrm>
              <a:custGeom>
                <a:avLst/>
                <a:gdLst>
                  <a:gd name="T0" fmla="*/ 5 w 5"/>
                  <a:gd name="T1" fmla="*/ 30 h 30"/>
                  <a:gd name="T2" fmla="*/ 5 w 5"/>
                  <a:gd name="T3" fmla="*/ 30 h 30"/>
                  <a:gd name="T4" fmla="*/ 5 w 5"/>
                  <a:gd name="T5" fmla="*/ 27 h 30"/>
                  <a:gd name="T6" fmla="*/ 5 w 5"/>
                  <a:gd name="T7" fmla="*/ 26 h 30"/>
                  <a:gd name="T8" fmla="*/ 5 w 5"/>
                  <a:gd name="T9" fmla="*/ 27 h 30"/>
                  <a:gd name="T10" fmla="*/ 5 w 5"/>
                  <a:gd name="T11" fmla="*/ 27 h 30"/>
                  <a:gd name="T12" fmla="*/ 4 w 5"/>
                  <a:gd name="T13" fmla="*/ 25 h 30"/>
                  <a:gd name="T14" fmla="*/ 3 w 5"/>
                  <a:gd name="T15" fmla="*/ 20 h 30"/>
                  <a:gd name="T16" fmla="*/ 3 w 5"/>
                  <a:gd name="T17" fmla="*/ 20 h 30"/>
                  <a:gd name="T18" fmla="*/ 4 w 5"/>
                  <a:gd name="T19" fmla="*/ 17 h 30"/>
                  <a:gd name="T20" fmla="*/ 4 w 5"/>
                  <a:gd name="T21" fmla="*/ 12 h 30"/>
                  <a:gd name="T22" fmla="*/ 4 w 5"/>
                  <a:gd name="T23" fmla="*/ 12 h 30"/>
                  <a:gd name="T24" fmla="*/ 3 w 5"/>
                  <a:gd name="T25" fmla="*/ 12 h 30"/>
                  <a:gd name="T26" fmla="*/ 1 w 5"/>
                  <a:gd name="T27" fmla="*/ 9 h 30"/>
                  <a:gd name="T28" fmla="*/ 0 w 5"/>
                  <a:gd name="T29" fmla="*/ 0 h 30"/>
                  <a:gd name="T30" fmla="*/ 0 w 5"/>
                  <a:gd name="T31" fmla="*/ 0 h 30"/>
                  <a:gd name="T32" fmla="*/ 1 w 5"/>
                  <a:gd name="T33" fmla="*/ 5 h 30"/>
                  <a:gd name="T34" fmla="*/ 0 w 5"/>
                  <a:gd name="T35" fmla="*/ 9 h 30"/>
                  <a:gd name="T36" fmla="*/ 0 w 5"/>
                  <a:gd name="T37" fmla="*/ 9 h 30"/>
                  <a:gd name="T38" fmla="*/ 1 w 5"/>
                  <a:gd name="T39" fmla="*/ 10 h 30"/>
                  <a:gd name="T40" fmla="*/ 1 w 5"/>
                  <a:gd name="T41" fmla="*/ 10 h 30"/>
                  <a:gd name="T42" fmla="*/ 3 w 5"/>
                  <a:gd name="T43" fmla="*/ 15 h 30"/>
                  <a:gd name="T44" fmla="*/ 3 w 5"/>
                  <a:gd name="T45" fmla="*/ 15 h 30"/>
                  <a:gd name="T46" fmla="*/ 1 w 5"/>
                  <a:gd name="T47" fmla="*/ 17 h 30"/>
                  <a:gd name="T48" fmla="*/ 1 w 5"/>
                  <a:gd name="T49" fmla="*/ 17 h 30"/>
                  <a:gd name="T50" fmla="*/ 3 w 5"/>
                  <a:gd name="T51" fmla="*/ 20 h 30"/>
                  <a:gd name="T52" fmla="*/ 3 w 5"/>
                  <a:gd name="T53" fmla="*/ 25 h 30"/>
                  <a:gd name="T54" fmla="*/ 3 w 5"/>
                  <a:gd name="T55" fmla="*/ 25 h 30"/>
                  <a:gd name="T56" fmla="*/ 4 w 5"/>
                  <a:gd name="T57" fmla="*/ 29 h 30"/>
                  <a:gd name="T58" fmla="*/ 5 w 5"/>
                  <a:gd name="T5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" h="30">
                    <a:moveTo>
                      <a:pt x="5" y="30"/>
                    </a:moveTo>
                    <a:lnTo>
                      <a:pt x="5" y="30"/>
                    </a:lnTo>
                    <a:lnTo>
                      <a:pt x="5" y="27"/>
                    </a:lnTo>
                    <a:lnTo>
                      <a:pt x="5" y="26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4" y="25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4" y="17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3" y="12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3" y="15"/>
                    </a:lnTo>
                    <a:lnTo>
                      <a:pt x="3" y="15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3" y="20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4" y="29"/>
                    </a:lnTo>
                    <a:lnTo>
                      <a:pt x="5" y="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5" name="ïṥļïḋe"/>
              <p:cNvSpPr/>
              <p:nvPr/>
            </p:nvSpPr>
            <p:spPr bwMode="auto">
              <a:xfrm>
                <a:off x="1967547" y="3597958"/>
                <a:ext cx="18433" cy="92151"/>
              </a:xfrm>
              <a:custGeom>
                <a:avLst/>
                <a:gdLst>
                  <a:gd name="T0" fmla="*/ 5 w 5"/>
                  <a:gd name="T1" fmla="*/ 30 h 30"/>
                  <a:gd name="T2" fmla="*/ 5 w 5"/>
                  <a:gd name="T3" fmla="*/ 30 h 30"/>
                  <a:gd name="T4" fmla="*/ 5 w 5"/>
                  <a:gd name="T5" fmla="*/ 27 h 30"/>
                  <a:gd name="T6" fmla="*/ 5 w 5"/>
                  <a:gd name="T7" fmla="*/ 26 h 30"/>
                  <a:gd name="T8" fmla="*/ 5 w 5"/>
                  <a:gd name="T9" fmla="*/ 27 h 30"/>
                  <a:gd name="T10" fmla="*/ 5 w 5"/>
                  <a:gd name="T11" fmla="*/ 27 h 30"/>
                  <a:gd name="T12" fmla="*/ 4 w 5"/>
                  <a:gd name="T13" fmla="*/ 25 h 30"/>
                  <a:gd name="T14" fmla="*/ 3 w 5"/>
                  <a:gd name="T15" fmla="*/ 20 h 30"/>
                  <a:gd name="T16" fmla="*/ 3 w 5"/>
                  <a:gd name="T17" fmla="*/ 20 h 30"/>
                  <a:gd name="T18" fmla="*/ 4 w 5"/>
                  <a:gd name="T19" fmla="*/ 17 h 30"/>
                  <a:gd name="T20" fmla="*/ 4 w 5"/>
                  <a:gd name="T21" fmla="*/ 12 h 30"/>
                  <a:gd name="T22" fmla="*/ 4 w 5"/>
                  <a:gd name="T23" fmla="*/ 12 h 30"/>
                  <a:gd name="T24" fmla="*/ 3 w 5"/>
                  <a:gd name="T25" fmla="*/ 12 h 30"/>
                  <a:gd name="T26" fmla="*/ 1 w 5"/>
                  <a:gd name="T27" fmla="*/ 9 h 30"/>
                  <a:gd name="T28" fmla="*/ 0 w 5"/>
                  <a:gd name="T29" fmla="*/ 0 h 30"/>
                  <a:gd name="T30" fmla="*/ 0 w 5"/>
                  <a:gd name="T31" fmla="*/ 0 h 30"/>
                  <a:gd name="T32" fmla="*/ 1 w 5"/>
                  <a:gd name="T33" fmla="*/ 5 h 30"/>
                  <a:gd name="T34" fmla="*/ 0 w 5"/>
                  <a:gd name="T35" fmla="*/ 9 h 30"/>
                  <a:gd name="T36" fmla="*/ 0 w 5"/>
                  <a:gd name="T37" fmla="*/ 9 h 30"/>
                  <a:gd name="T38" fmla="*/ 1 w 5"/>
                  <a:gd name="T39" fmla="*/ 10 h 30"/>
                  <a:gd name="T40" fmla="*/ 1 w 5"/>
                  <a:gd name="T41" fmla="*/ 10 h 30"/>
                  <a:gd name="T42" fmla="*/ 3 w 5"/>
                  <a:gd name="T43" fmla="*/ 15 h 30"/>
                  <a:gd name="T44" fmla="*/ 3 w 5"/>
                  <a:gd name="T45" fmla="*/ 15 h 30"/>
                  <a:gd name="T46" fmla="*/ 1 w 5"/>
                  <a:gd name="T47" fmla="*/ 17 h 30"/>
                  <a:gd name="T48" fmla="*/ 1 w 5"/>
                  <a:gd name="T49" fmla="*/ 17 h 30"/>
                  <a:gd name="T50" fmla="*/ 3 w 5"/>
                  <a:gd name="T51" fmla="*/ 20 h 30"/>
                  <a:gd name="T52" fmla="*/ 3 w 5"/>
                  <a:gd name="T53" fmla="*/ 25 h 30"/>
                  <a:gd name="T54" fmla="*/ 3 w 5"/>
                  <a:gd name="T55" fmla="*/ 25 h 30"/>
                  <a:gd name="T56" fmla="*/ 4 w 5"/>
                  <a:gd name="T57" fmla="*/ 29 h 30"/>
                  <a:gd name="T58" fmla="*/ 5 w 5"/>
                  <a:gd name="T59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5" h="30">
                    <a:moveTo>
                      <a:pt x="5" y="30"/>
                    </a:moveTo>
                    <a:lnTo>
                      <a:pt x="5" y="30"/>
                    </a:lnTo>
                    <a:lnTo>
                      <a:pt x="5" y="27"/>
                    </a:lnTo>
                    <a:lnTo>
                      <a:pt x="5" y="26"/>
                    </a:lnTo>
                    <a:lnTo>
                      <a:pt x="5" y="27"/>
                    </a:lnTo>
                    <a:lnTo>
                      <a:pt x="5" y="27"/>
                    </a:lnTo>
                    <a:lnTo>
                      <a:pt x="4" y="25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4" y="17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3" y="12"/>
                    </a:lnTo>
                    <a:lnTo>
                      <a:pt x="1" y="9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" y="10"/>
                    </a:lnTo>
                    <a:lnTo>
                      <a:pt x="1" y="10"/>
                    </a:lnTo>
                    <a:lnTo>
                      <a:pt x="3" y="15"/>
                    </a:lnTo>
                    <a:lnTo>
                      <a:pt x="3" y="15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3" y="20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4" y="29"/>
                    </a:lnTo>
                    <a:lnTo>
                      <a:pt x="5" y="3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6" name="iśḷíḍé"/>
              <p:cNvSpPr/>
              <p:nvPr/>
            </p:nvSpPr>
            <p:spPr bwMode="auto">
              <a:xfrm>
                <a:off x="1942973" y="3905133"/>
                <a:ext cx="6145" cy="18429"/>
              </a:xfrm>
              <a:custGeom>
                <a:avLst/>
                <a:gdLst>
                  <a:gd name="T0" fmla="*/ 3 w 3"/>
                  <a:gd name="T1" fmla="*/ 7 h 7"/>
                  <a:gd name="T2" fmla="*/ 3 w 3"/>
                  <a:gd name="T3" fmla="*/ 7 h 7"/>
                  <a:gd name="T4" fmla="*/ 3 w 3"/>
                  <a:gd name="T5" fmla="*/ 3 h 7"/>
                  <a:gd name="T6" fmla="*/ 3 w 3"/>
                  <a:gd name="T7" fmla="*/ 3 h 7"/>
                  <a:gd name="T8" fmla="*/ 2 w 3"/>
                  <a:gd name="T9" fmla="*/ 3 h 7"/>
                  <a:gd name="T10" fmla="*/ 2 w 3"/>
                  <a:gd name="T11" fmla="*/ 0 h 7"/>
                  <a:gd name="T12" fmla="*/ 2 w 3"/>
                  <a:gd name="T13" fmla="*/ 0 h 7"/>
                  <a:gd name="T14" fmla="*/ 0 w 3"/>
                  <a:gd name="T15" fmla="*/ 2 h 7"/>
                  <a:gd name="T16" fmla="*/ 0 w 3"/>
                  <a:gd name="T17" fmla="*/ 3 h 7"/>
                  <a:gd name="T18" fmla="*/ 3 w 3"/>
                  <a:gd name="T1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7">
                    <a:moveTo>
                      <a:pt x="3" y="7"/>
                    </a:moveTo>
                    <a:lnTo>
                      <a:pt x="3" y="7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3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7" name="iṥlïďê"/>
              <p:cNvSpPr/>
              <p:nvPr/>
            </p:nvSpPr>
            <p:spPr bwMode="auto">
              <a:xfrm>
                <a:off x="1942973" y="3905133"/>
                <a:ext cx="6145" cy="18429"/>
              </a:xfrm>
              <a:custGeom>
                <a:avLst/>
                <a:gdLst>
                  <a:gd name="T0" fmla="*/ 3 w 3"/>
                  <a:gd name="T1" fmla="*/ 7 h 7"/>
                  <a:gd name="T2" fmla="*/ 3 w 3"/>
                  <a:gd name="T3" fmla="*/ 7 h 7"/>
                  <a:gd name="T4" fmla="*/ 3 w 3"/>
                  <a:gd name="T5" fmla="*/ 3 h 7"/>
                  <a:gd name="T6" fmla="*/ 3 w 3"/>
                  <a:gd name="T7" fmla="*/ 3 h 7"/>
                  <a:gd name="T8" fmla="*/ 2 w 3"/>
                  <a:gd name="T9" fmla="*/ 3 h 7"/>
                  <a:gd name="T10" fmla="*/ 2 w 3"/>
                  <a:gd name="T11" fmla="*/ 0 h 7"/>
                  <a:gd name="T12" fmla="*/ 2 w 3"/>
                  <a:gd name="T13" fmla="*/ 0 h 7"/>
                  <a:gd name="T14" fmla="*/ 0 w 3"/>
                  <a:gd name="T15" fmla="*/ 2 h 7"/>
                  <a:gd name="T16" fmla="*/ 0 w 3"/>
                  <a:gd name="T17" fmla="*/ 3 h 7"/>
                  <a:gd name="T18" fmla="*/ 3 w 3"/>
                  <a:gd name="T1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7">
                    <a:moveTo>
                      <a:pt x="3" y="7"/>
                    </a:moveTo>
                    <a:lnTo>
                      <a:pt x="3" y="7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2" y="3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3"/>
                    </a:lnTo>
                    <a:lnTo>
                      <a:pt x="3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8" name="isliḑè"/>
              <p:cNvSpPr/>
              <p:nvPr/>
            </p:nvSpPr>
            <p:spPr bwMode="auto">
              <a:xfrm>
                <a:off x="1899971" y="3862127"/>
                <a:ext cx="12287" cy="30716"/>
              </a:xfrm>
              <a:custGeom>
                <a:avLst/>
                <a:gdLst>
                  <a:gd name="T0" fmla="*/ 3 w 3"/>
                  <a:gd name="T1" fmla="*/ 10 h 10"/>
                  <a:gd name="T2" fmla="*/ 3 w 3"/>
                  <a:gd name="T3" fmla="*/ 10 h 10"/>
                  <a:gd name="T4" fmla="*/ 2 w 3"/>
                  <a:gd name="T5" fmla="*/ 5 h 10"/>
                  <a:gd name="T6" fmla="*/ 0 w 3"/>
                  <a:gd name="T7" fmla="*/ 0 h 10"/>
                  <a:gd name="T8" fmla="*/ 0 w 3"/>
                  <a:gd name="T9" fmla="*/ 0 h 10"/>
                  <a:gd name="T10" fmla="*/ 2 w 3"/>
                  <a:gd name="T11" fmla="*/ 6 h 10"/>
                  <a:gd name="T12" fmla="*/ 2 w 3"/>
                  <a:gd name="T13" fmla="*/ 9 h 10"/>
                  <a:gd name="T14" fmla="*/ 3 w 3"/>
                  <a:gd name="T1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10">
                    <a:moveTo>
                      <a:pt x="3" y="10"/>
                    </a:moveTo>
                    <a:lnTo>
                      <a:pt x="3" y="10"/>
                    </a:lnTo>
                    <a:lnTo>
                      <a:pt x="2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6"/>
                    </a:lnTo>
                    <a:lnTo>
                      <a:pt x="2" y="9"/>
                    </a:lnTo>
                    <a:lnTo>
                      <a:pt x="3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59" name="îSḻîdè"/>
              <p:cNvSpPr/>
              <p:nvPr/>
            </p:nvSpPr>
            <p:spPr bwMode="auto">
              <a:xfrm>
                <a:off x="1899971" y="3862127"/>
                <a:ext cx="12287" cy="30716"/>
              </a:xfrm>
              <a:custGeom>
                <a:avLst/>
                <a:gdLst>
                  <a:gd name="T0" fmla="*/ 3 w 3"/>
                  <a:gd name="T1" fmla="*/ 10 h 10"/>
                  <a:gd name="T2" fmla="*/ 3 w 3"/>
                  <a:gd name="T3" fmla="*/ 10 h 10"/>
                  <a:gd name="T4" fmla="*/ 2 w 3"/>
                  <a:gd name="T5" fmla="*/ 5 h 10"/>
                  <a:gd name="T6" fmla="*/ 0 w 3"/>
                  <a:gd name="T7" fmla="*/ 0 h 10"/>
                  <a:gd name="T8" fmla="*/ 0 w 3"/>
                  <a:gd name="T9" fmla="*/ 0 h 10"/>
                  <a:gd name="T10" fmla="*/ 2 w 3"/>
                  <a:gd name="T11" fmla="*/ 6 h 10"/>
                  <a:gd name="T12" fmla="*/ 2 w 3"/>
                  <a:gd name="T13" fmla="*/ 9 h 10"/>
                  <a:gd name="T14" fmla="*/ 3 w 3"/>
                  <a:gd name="T1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10">
                    <a:moveTo>
                      <a:pt x="3" y="10"/>
                    </a:moveTo>
                    <a:lnTo>
                      <a:pt x="3" y="10"/>
                    </a:lnTo>
                    <a:lnTo>
                      <a:pt x="2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6"/>
                    </a:lnTo>
                    <a:lnTo>
                      <a:pt x="2" y="9"/>
                    </a:lnTo>
                    <a:lnTo>
                      <a:pt x="3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0" name="íṣlïḑe"/>
              <p:cNvSpPr/>
              <p:nvPr/>
            </p:nvSpPr>
            <p:spPr bwMode="auto">
              <a:xfrm>
                <a:off x="1985980" y="3413652"/>
                <a:ext cx="6145" cy="24574"/>
              </a:xfrm>
              <a:custGeom>
                <a:avLst/>
                <a:gdLst>
                  <a:gd name="T0" fmla="*/ 1 w 1"/>
                  <a:gd name="T1" fmla="*/ 7 h 7"/>
                  <a:gd name="T2" fmla="*/ 1 w 1"/>
                  <a:gd name="T3" fmla="*/ 7 h 7"/>
                  <a:gd name="T4" fmla="*/ 1 w 1"/>
                  <a:gd name="T5" fmla="*/ 3 h 7"/>
                  <a:gd name="T6" fmla="*/ 1 w 1"/>
                  <a:gd name="T7" fmla="*/ 1 h 7"/>
                  <a:gd name="T8" fmla="*/ 0 w 1"/>
                  <a:gd name="T9" fmla="*/ 0 h 7"/>
                  <a:gd name="T10" fmla="*/ 0 w 1"/>
                  <a:gd name="T11" fmla="*/ 0 h 7"/>
                  <a:gd name="T12" fmla="*/ 1 w 1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7">
                    <a:moveTo>
                      <a:pt x="1" y="7"/>
                    </a:moveTo>
                    <a:lnTo>
                      <a:pt x="1" y="7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1" name="îṥ1iḋé"/>
              <p:cNvSpPr/>
              <p:nvPr/>
            </p:nvSpPr>
            <p:spPr bwMode="auto">
              <a:xfrm>
                <a:off x="1985980" y="3413652"/>
                <a:ext cx="6145" cy="24574"/>
              </a:xfrm>
              <a:custGeom>
                <a:avLst/>
                <a:gdLst>
                  <a:gd name="T0" fmla="*/ 1 w 1"/>
                  <a:gd name="T1" fmla="*/ 7 h 7"/>
                  <a:gd name="T2" fmla="*/ 1 w 1"/>
                  <a:gd name="T3" fmla="*/ 7 h 7"/>
                  <a:gd name="T4" fmla="*/ 1 w 1"/>
                  <a:gd name="T5" fmla="*/ 3 h 7"/>
                  <a:gd name="T6" fmla="*/ 1 w 1"/>
                  <a:gd name="T7" fmla="*/ 1 h 7"/>
                  <a:gd name="T8" fmla="*/ 0 w 1"/>
                  <a:gd name="T9" fmla="*/ 0 h 7"/>
                  <a:gd name="T10" fmla="*/ 0 w 1"/>
                  <a:gd name="T11" fmla="*/ 0 h 7"/>
                  <a:gd name="T12" fmla="*/ 1 w 1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7">
                    <a:moveTo>
                      <a:pt x="1" y="7"/>
                    </a:moveTo>
                    <a:lnTo>
                      <a:pt x="1" y="7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2" name="ïśḷiḍé"/>
              <p:cNvSpPr/>
              <p:nvPr/>
            </p:nvSpPr>
            <p:spPr bwMode="auto">
              <a:xfrm>
                <a:off x="1887684" y="3763831"/>
                <a:ext cx="6145" cy="30716"/>
              </a:xfrm>
              <a:custGeom>
                <a:avLst/>
                <a:gdLst>
                  <a:gd name="T0" fmla="*/ 1 w 1"/>
                  <a:gd name="T1" fmla="*/ 10 h 10"/>
                  <a:gd name="T2" fmla="*/ 1 w 1"/>
                  <a:gd name="T3" fmla="*/ 10 h 10"/>
                  <a:gd name="T4" fmla="*/ 1 w 1"/>
                  <a:gd name="T5" fmla="*/ 6 h 10"/>
                  <a:gd name="T6" fmla="*/ 0 w 1"/>
                  <a:gd name="T7" fmla="*/ 3 h 10"/>
                  <a:gd name="T8" fmla="*/ 0 w 1"/>
                  <a:gd name="T9" fmla="*/ 0 h 10"/>
                  <a:gd name="T10" fmla="*/ 0 w 1"/>
                  <a:gd name="T11" fmla="*/ 0 h 10"/>
                  <a:gd name="T12" fmla="*/ 0 w 1"/>
                  <a:gd name="T13" fmla="*/ 6 h 10"/>
                  <a:gd name="T14" fmla="*/ 1 w 1"/>
                  <a:gd name="T1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0">
                    <a:moveTo>
                      <a:pt x="1" y="10"/>
                    </a:moveTo>
                    <a:lnTo>
                      <a:pt x="1" y="10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3" name="íšļîḍè"/>
              <p:cNvSpPr/>
              <p:nvPr/>
            </p:nvSpPr>
            <p:spPr bwMode="auto">
              <a:xfrm>
                <a:off x="1887684" y="3763831"/>
                <a:ext cx="6145" cy="30716"/>
              </a:xfrm>
              <a:custGeom>
                <a:avLst/>
                <a:gdLst>
                  <a:gd name="T0" fmla="*/ 1 w 1"/>
                  <a:gd name="T1" fmla="*/ 10 h 10"/>
                  <a:gd name="T2" fmla="*/ 1 w 1"/>
                  <a:gd name="T3" fmla="*/ 10 h 10"/>
                  <a:gd name="T4" fmla="*/ 1 w 1"/>
                  <a:gd name="T5" fmla="*/ 6 h 10"/>
                  <a:gd name="T6" fmla="*/ 0 w 1"/>
                  <a:gd name="T7" fmla="*/ 3 h 10"/>
                  <a:gd name="T8" fmla="*/ 0 w 1"/>
                  <a:gd name="T9" fmla="*/ 0 h 10"/>
                  <a:gd name="T10" fmla="*/ 0 w 1"/>
                  <a:gd name="T11" fmla="*/ 0 h 10"/>
                  <a:gd name="T12" fmla="*/ 0 w 1"/>
                  <a:gd name="T13" fmla="*/ 6 h 10"/>
                  <a:gd name="T14" fmla="*/ 1 w 1"/>
                  <a:gd name="T1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0">
                    <a:moveTo>
                      <a:pt x="1" y="10"/>
                    </a:moveTo>
                    <a:lnTo>
                      <a:pt x="1" y="10"/>
                    </a:lnTo>
                    <a:lnTo>
                      <a:pt x="1" y="6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4" name="iŝ1iḋe"/>
              <p:cNvSpPr/>
              <p:nvPr/>
            </p:nvSpPr>
            <p:spPr bwMode="auto">
              <a:xfrm>
                <a:off x="1918399" y="3444368"/>
                <a:ext cx="6145" cy="30716"/>
              </a:xfrm>
              <a:custGeom>
                <a:avLst/>
                <a:gdLst>
                  <a:gd name="T0" fmla="*/ 1 w 1"/>
                  <a:gd name="T1" fmla="*/ 8 h 8"/>
                  <a:gd name="T2" fmla="*/ 1 w 1"/>
                  <a:gd name="T3" fmla="*/ 8 h 8"/>
                  <a:gd name="T4" fmla="*/ 1 w 1"/>
                  <a:gd name="T5" fmla="*/ 4 h 8"/>
                  <a:gd name="T6" fmla="*/ 1 w 1"/>
                  <a:gd name="T7" fmla="*/ 0 h 8"/>
                  <a:gd name="T8" fmla="*/ 1 w 1"/>
                  <a:gd name="T9" fmla="*/ 0 h 8"/>
                  <a:gd name="T10" fmla="*/ 0 w 1"/>
                  <a:gd name="T11" fmla="*/ 4 h 8"/>
                  <a:gd name="T12" fmla="*/ 0 w 1"/>
                  <a:gd name="T13" fmla="*/ 4 h 8"/>
                  <a:gd name="T14" fmla="*/ 1 w 1"/>
                  <a:gd name="T15" fmla="*/ 5 h 8"/>
                  <a:gd name="T16" fmla="*/ 1 w 1"/>
                  <a:gd name="T17" fmla="*/ 7 h 8"/>
                  <a:gd name="T18" fmla="*/ 1 w 1"/>
                  <a:gd name="T19" fmla="*/ 8 h 8"/>
                  <a:gd name="T20" fmla="*/ 1 w 1"/>
                  <a:gd name="T21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" h="8">
                    <a:moveTo>
                      <a:pt x="1" y="8"/>
                    </a:moveTo>
                    <a:lnTo>
                      <a:pt x="1" y="8"/>
                    </a:lnTo>
                    <a:lnTo>
                      <a:pt x="1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1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5" name="íṩ1ídê"/>
              <p:cNvSpPr/>
              <p:nvPr/>
            </p:nvSpPr>
            <p:spPr bwMode="auto">
              <a:xfrm>
                <a:off x="1918399" y="3444368"/>
                <a:ext cx="6145" cy="30716"/>
              </a:xfrm>
              <a:custGeom>
                <a:avLst/>
                <a:gdLst>
                  <a:gd name="T0" fmla="*/ 1 w 1"/>
                  <a:gd name="T1" fmla="*/ 8 h 8"/>
                  <a:gd name="T2" fmla="*/ 1 w 1"/>
                  <a:gd name="T3" fmla="*/ 8 h 8"/>
                  <a:gd name="T4" fmla="*/ 1 w 1"/>
                  <a:gd name="T5" fmla="*/ 4 h 8"/>
                  <a:gd name="T6" fmla="*/ 1 w 1"/>
                  <a:gd name="T7" fmla="*/ 0 h 8"/>
                  <a:gd name="T8" fmla="*/ 1 w 1"/>
                  <a:gd name="T9" fmla="*/ 0 h 8"/>
                  <a:gd name="T10" fmla="*/ 0 w 1"/>
                  <a:gd name="T11" fmla="*/ 4 h 8"/>
                  <a:gd name="T12" fmla="*/ 0 w 1"/>
                  <a:gd name="T13" fmla="*/ 4 h 8"/>
                  <a:gd name="T14" fmla="*/ 1 w 1"/>
                  <a:gd name="T15" fmla="*/ 5 h 8"/>
                  <a:gd name="T16" fmla="*/ 1 w 1"/>
                  <a:gd name="T17" fmla="*/ 7 h 8"/>
                  <a:gd name="T18" fmla="*/ 1 w 1"/>
                  <a:gd name="T19" fmla="*/ 8 h 8"/>
                  <a:gd name="T20" fmla="*/ 1 w 1"/>
                  <a:gd name="T21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" h="8">
                    <a:moveTo>
                      <a:pt x="1" y="8"/>
                    </a:moveTo>
                    <a:lnTo>
                      <a:pt x="1" y="8"/>
                    </a:lnTo>
                    <a:lnTo>
                      <a:pt x="1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5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1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6" name="í$ḻiḋè"/>
              <p:cNvSpPr/>
              <p:nvPr/>
            </p:nvSpPr>
            <p:spPr bwMode="auto">
              <a:xfrm>
                <a:off x="1856964" y="3690109"/>
                <a:ext cx="6145" cy="30716"/>
              </a:xfrm>
              <a:custGeom>
                <a:avLst/>
                <a:gdLst>
                  <a:gd name="T0" fmla="*/ 1 w 1"/>
                  <a:gd name="T1" fmla="*/ 0 h 8"/>
                  <a:gd name="T2" fmla="*/ 1 w 1"/>
                  <a:gd name="T3" fmla="*/ 0 h 8"/>
                  <a:gd name="T4" fmla="*/ 0 w 1"/>
                  <a:gd name="T5" fmla="*/ 0 h 8"/>
                  <a:gd name="T6" fmla="*/ 0 w 1"/>
                  <a:gd name="T7" fmla="*/ 3 h 8"/>
                  <a:gd name="T8" fmla="*/ 0 w 1"/>
                  <a:gd name="T9" fmla="*/ 8 h 8"/>
                  <a:gd name="T10" fmla="*/ 0 w 1"/>
                  <a:gd name="T11" fmla="*/ 8 h 8"/>
                  <a:gd name="T12" fmla="*/ 0 w 1"/>
                  <a:gd name="T13" fmla="*/ 8 h 8"/>
                  <a:gd name="T14" fmla="*/ 1 w 1"/>
                  <a:gd name="T15" fmla="*/ 5 h 8"/>
                  <a:gd name="T16" fmla="*/ 1 w 1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8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7" name="îşḷîdè"/>
              <p:cNvSpPr/>
              <p:nvPr/>
            </p:nvSpPr>
            <p:spPr bwMode="auto">
              <a:xfrm>
                <a:off x="1856964" y="3690109"/>
                <a:ext cx="6145" cy="30716"/>
              </a:xfrm>
              <a:custGeom>
                <a:avLst/>
                <a:gdLst>
                  <a:gd name="T0" fmla="*/ 1 w 1"/>
                  <a:gd name="T1" fmla="*/ 0 h 8"/>
                  <a:gd name="T2" fmla="*/ 1 w 1"/>
                  <a:gd name="T3" fmla="*/ 0 h 8"/>
                  <a:gd name="T4" fmla="*/ 0 w 1"/>
                  <a:gd name="T5" fmla="*/ 0 h 8"/>
                  <a:gd name="T6" fmla="*/ 0 w 1"/>
                  <a:gd name="T7" fmla="*/ 3 h 8"/>
                  <a:gd name="T8" fmla="*/ 0 w 1"/>
                  <a:gd name="T9" fmla="*/ 8 h 8"/>
                  <a:gd name="T10" fmla="*/ 0 w 1"/>
                  <a:gd name="T11" fmla="*/ 8 h 8"/>
                  <a:gd name="T12" fmla="*/ 0 w 1"/>
                  <a:gd name="T13" fmla="*/ 8 h 8"/>
                  <a:gd name="T14" fmla="*/ 1 w 1"/>
                  <a:gd name="T15" fmla="*/ 5 h 8"/>
                  <a:gd name="T16" fmla="*/ 1 w 1"/>
                  <a:gd name="T17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8">
                    <a:moveTo>
                      <a:pt x="1" y="0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8" name="îṡḷíḍè"/>
              <p:cNvSpPr/>
              <p:nvPr/>
            </p:nvSpPr>
            <p:spPr bwMode="auto">
              <a:xfrm>
                <a:off x="1850822" y="3548810"/>
                <a:ext cx="6145" cy="36861"/>
              </a:xfrm>
              <a:custGeom>
                <a:avLst/>
                <a:gdLst>
                  <a:gd name="T0" fmla="*/ 1 w 1"/>
                  <a:gd name="T1" fmla="*/ 10 h 12"/>
                  <a:gd name="T2" fmla="*/ 1 w 1"/>
                  <a:gd name="T3" fmla="*/ 10 h 12"/>
                  <a:gd name="T4" fmla="*/ 1 w 1"/>
                  <a:gd name="T5" fmla="*/ 5 h 12"/>
                  <a:gd name="T6" fmla="*/ 0 w 1"/>
                  <a:gd name="T7" fmla="*/ 0 h 12"/>
                  <a:gd name="T8" fmla="*/ 0 w 1"/>
                  <a:gd name="T9" fmla="*/ 0 h 12"/>
                  <a:gd name="T10" fmla="*/ 0 w 1"/>
                  <a:gd name="T11" fmla="*/ 5 h 12"/>
                  <a:gd name="T12" fmla="*/ 0 w 1"/>
                  <a:gd name="T13" fmla="*/ 5 h 12"/>
                  <a:gd name="T14" fmla="*/ 0 w 1"/>
                  <a:gd name="T15" fmla="*/ 12 h 12"/>
                  <a:gd name="T16" fmla="*/ 0 w 1"/>
                  <a:gd name="T17" fmla="*/ 12 h 12"/>
                  <a:gd name="T18" fmla="*/ 0 w 1"/>
                  <a:gd name="T19" fmla="*/ 12 h 12"/>
                  <a:gd name="T20" fmla="*/ 0 w 1"/>
                  <a:gd name="T21" fmla="*/ 11 h 12"/>
                  <a:gd name="T22" fmla="*/ 1 w 1"/>
                  <a:gd name="T23" fmla="*/ 10 h 12"/>
                  <a:gd name="T24" fmla="*/ 1 w 1"/>
                  <a:gd name="T25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" h="12">
                    <a:moveTo>
                      <a:pt x="1" y="10"/>
                    </a:moveTo>
                    <a:lnTo>
                      <a:pt x="1" y="10"/>
                    </a:lnTo>
                    <a:lnTo>
                      <a:pt x="1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1" y="10"/>
                    </a:lnTo>
                    <a:lnTo>
                      <a:pt x="1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69" name="ïṧlïďê"/>
              <p:cNvSpPr/>
              <p:nvPr/>
            </p:nvSpPr>
            <p:spPr bwMode="auto">
              <a:xfrm>
                <a:off x="1850822" y="3548810"/>
                <a:ext cx="6145" cy="36861"/>
              </a:xfrm>
              <a:custGeom>
                <a:avLst/>
                <a:gdLst>
                  <a:gd name="T0" fmla="*/ 1 w 1"/>
                  <a:gd name="T1" fmla="*/ 10 h 12"/>
                  <a:gd name="T2" fmla="*/ 1 w 1"/>
                  <a:gd name="T3" fmla="*/ 10 h 12"/>
                  <a:gd name="T4" fmla="*/ 1 w 1"/>
                  <a:gd name="T5" fmla="*/ 5 h 12"/>
                  <a:gd name="T6" fmla="*/ 0 w 1"/>
                  <a:gd name="T7" fmla="*/ 0 h 12"/>
                  <a:gd name="T8" fmla="*/ 0 w 1"/>
                  <a:gd name="T9" fmla="*/ 0 h 12"/>
                  <a:gd name="T10" fmla="*/ 0 w 1"/>
                  <a:gd name="T11" fmla="*/ 5 h 12"/>
                  <a:gd name="T12" fmla="*/ 0 w 1"/>
                  <a:gd name="T13" fmla="*/ 5 h 12"/>
                  <a:gd name="T14" fmla="*/ 0 w 1"/>
                  <a:gd name="T15" fmla="*/ 12 h 12"/>
                  <a:gd name="T16" fmla="*/ 0 w 1"/>
                  <a:gd name="T17" fmla="*/ 12 h 12"/>
                  <a:gd name="T18" fmla="*/ 0 w 1"/>
                  <a:gd name="T19" fmla="*/ 12 h 12"/>
                  <a:gd name="T20" fmla="*/ 0 w 1"/>
                  <a:gd name="T21" fmla="*/ 11 h 12"/>
                  <a:gd name="T22" fmla="*/ 1 w 1"/>
                  <a:gd name="T23" fmla="*/ 10 h 12"/>
                  <a:gd name="T24" fmla="*/ 1 w 1"/>
                  <a:gd name="T25" fmla="*/ 1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" h="12">
                    <a:moveTo>
                      <a:pt x="1" y="10"/>
                    </a:moveTo>
                    <a:lnTo>
                      <a:pt x="1" y="10"/>
                    </a:lnTo>
                    <a:lnTo>
                      <a:pt x="1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11"/>
                    </a:lnTo>
                    <a:lnTo>
                      <a:pt x="1" y="10"/>
                    </a:lnTo>
                    <a:lnTo>
                      <a:pt x="1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0" name="iṣlïďê"/>
              <p:cNvSpPr/>
              <p:nvPr/>
            </p:nvSpPr>
            <p:spPr bwMode="auto">
              <a:xfrm>
                <a:off x="1979835" y="3223201"/>
                <a:ext cx="6145" cy="24574"/>
              </a:xfrm>
              <a:custGeom>
                <a:avLst/>
                <a:gdLst>
                  <a:gd name="T0" fmla="*/ 0 w 3"/>
                  <a:gd name="T1" fmla="*/ 9 h 9"/>
                  <a:gd name="T2" fmla="*/ 0 w 3"/>
                  <a:gd name="T3" fmla="*/ 9 h 9"/>
                  <a:gd name="T4" fmla="*/ 1 w 3"/>
                  <a:gd name="T5" fmla="*/ 7 h 9"/>
                  <a:gd name="T6" fmla="*/ 1 w 3"/>
                  <a:gd name="T7" fmla="*/ 6 h 9"/>
                  <a:gd name="T8" fmla="*/ 3 w 3"/>
                  <a:gd name="T9" fmla="*/ 0 h 9"/>
                  <a:gd name="T10" fmla="*/ 3 w 3"/>
                  <a:gd name="T11" fmla="*/ 0 h 9"/>
                  <a:gd name="T12" fmla="*/ 1 w 3"/>
                  <a:gd name="T13" fmla="*/ 1 h 9"/>
                  <a:gd name="T14" fmla="*/ 1 w 3"/>
                  <a:gd name="T15" fmla="*/ 3 h 9"/>
                  <a:gd name="T16" fmla="*/ 0 w 3"/>
                  <a:gd name="T1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9">
                    <a:moveTo>
                      <a:pt x="0" y="9"/>
                    </a:moveTo>
                    <a:lnTo>
                      <a:pt x="0" y="9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1" y="3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1" name="îṣlïḓe"/>
              <p:cNvSpPr/>
              <p:nvPr/>
            </p:nvSpPr>
            <p:spPr bwMode="auto">
              <a:xfrm>
                <a:off x="1979835" y="3223201"/>
                <a:ext cx="6145" cy="24574"/>
              </a:xfrm>
              <a:custGeom>
                <a:avLst/>
                <a:gdLst>
                  <a:gd name="T0" fmla="*/ 0 w 3"/>
                  <a:gd name="T1" fmla="*/ 9 h 9"/>
                  <a:gd name="T2" fmla="*/ 0 w 3"/>
                  <a:gd name="T3" fmla="*/ 9 h 9"/>
                  <a:gd name="T4" fmla="*/ 1 w 3"/>
                  <a:gd name="T5" fmla="*/ 7 h 9"/>
                  <a:gd name="T6" fmla="*/ 1 w 3"/>
                  <a:gd name="T7" fmla="*/ 6 h 9"/>
                  <a:gd name="T8" fmla="*/ 3 w 3"/>
                  <a:gd name="T9" fmla="*/ 0 h 9"/>
                  <a:gd name="T10" fmla="*/ 3 w 3"/>
                  <a:gd name="T11" fmla="*/ 0 h 9"/>
                  <a:gd name="T12" fmla="*/ 1 w 3"/>
                  <a:gd name="T13" fmla="*/ 1 h 9"/>
                  <a:gd name="T14" fmla="*/ 1 w 3"/>
                  <a:gd name="T15" fmla="*/ 3 h 9"/>
                  <a:gd name="T16" fmla="*/ 0 w 3"/>
                  <a:gd name="T1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9">
                    <a:moveTo>
                      <a:pt x="0" y="9"/>
                    </a:moveTo>
                    <a:lnTo>
                      <a:pt x="0" y="9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1" y="3"/>
                    </a:lnTo>
                    <a:lnTo>
                      <a:pt x="0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2" name="ïsļiḓè"/>
              <p:cNvSpPr/>
              <p:nvPr/>
            </p:nvSpPr>
            <p:spPr bwMode="auto">
              <a:xfrm>
                <a:off x="1955260" y="3223201"/>
                <a:ext cx="12287" cy="24574"/>
              </a:xfrm>
              <a:custGeom>
                <a:avLst/>
                <a:gdLst>
                  <a:gd name="T0" fmla="*/ 3 w 3"/>
                  <a:gd name="T1" fmla="*/ 0 h 7"/>
                  <a:gd name="T2" fmla="*/ 3 w 3"/>
                  <a:gd name="T3" fmla="*/ 0 h 7"/>
                  <a:gd name="T4" fmla="*/ 1 w 3"/>
                  <a:gd name="T5" fmla="*/ 3 h 7"/>
                  <a:gd name="T6" fmla="*/ 1 w 3"/>
                  <a:gd name="T7" fmla="*/ 4 h 7"/>
                  <a:gd name="T8" fmla="*/ 0 w 3"/>
                  <a:gd name="T9" fmla="*/ 6 h 7"/>
                  <a:gd name="T10" fmla="*/ 0 w 3"/>
                  <a:gd name="T11" fmla="*/ 6 h 7"/>
                  <a:gd name="T12" fmla="*/ 1 w 3"/>
                  <a:gd name="T13" fmla="*/ 7 h 7"/>
                  <a:gd name="T14" fmla="*/ 3 w 3"/>
                  <a:gd name="T15" fmla="*/ 7 h 7"/>
                  <a:gd name="T16" fmla="*/ 3 w 3"/>
                  <a:gd name="T17" fmla="*/ 7 h 7"/>
                  <a:gd name="T18" fmla="*/ 3 w 3"/>
                  <a:gd name="T19" fmla="*/ 1 h 7"/>
                  <a:gd name="T20" fmla="*/ 3 w 3"/>
                  <a:gd name="T21" fmla="*/ 0 h 7"/>
                  <a:gd name="T22" fmla="*/ 3 w 3"/>
                  <a:gd name="T2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7">
                    <a:moveTo>
                      <a:pt x="3" y="0"/>
                    </a:moveTo>
                    <a:lnTo>
                      <a:pt x="3" y="0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" y="7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3" name="îṥļïḍê"/>
              <p:cNvSpPr/>
              <p:nvPr/>
            </p:nvSpPr>
            <p:spPr bwMode="auto">
              <a:xfrm>
                <a:off x="1955260" y="3223201"/>
                <a:ext cx="12287" cy="24574"/>
              </a:xfrm>
              <a:custGeom>
                <a:avLst/>
                <a:gdLst>
                  <a:gd name="T0" fmla="*/ 3 w 3"/>
                  <a:gd name="T1" fmla="*/ 0 h 7"/>
                  <a:gd name="T2" fmla="*/ 3 w 3"/>
                  <a:gd name="T3" fmla="*/ 0 h 7"/>
                  <a:gd name="T4" fmla="*/ 1 w 3"/>
                  <a:gd name="T5" fmla="*/ 3 h 7"/>
                  <a:gd name="T6" fmla="*/ 1 w 3"/>
                  <a:gd name="T7" fmla="*/ 4 h 7"/>
                  <a:gd name="T8" fmla="*/ 0 w 3"/>
                  <a:gd name="T9" fmla="*/ 6 h 7"/>
                  <a:gd name="T10" fmla="*/ 0 w 3"/>
                  <a:gd name="T11" fmla="*/ 6 h 7"/>
                  <a:gd name="T12" fmla="*/ 1 w 3"/>
                  <a:gd name="T13" fmla="*/ 7 h 7"/>
                  <a:gd name="T14" fmla="*/ 3 w 3"/>
                  <a:gd name="T15" fmla="*/ 7 h 7"/>
                  <a:gd name="T16" fmla="*/ 3 w 3"/>
                  <a:gd name="T17" fmla="*/ 7 h 7"/>
                  <a:gd name="T18" fmla="*/ 3 w 3"/>
                  <a:gd name="T19" fmla="*/ 1 h 7"/>
                  <a:gd name="T20" fmla="*/ 3 w 3"/>
                  <a:gd name="T21" fmla="*/ 0 h 7"/>
                  <a:gd name="T22" fmla="*/ 3 w 3"/>
                  <a:gd name="T2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7">
                    <a:moveTo>
                      <a:pt x="3" y="0"/>
                    </a:moveTo>
                    <a:lnTo>
                      <a:pt x="3" y="0"/>
                    </a:lnTo>
                    <a:lnTo>
                      <a:pt x="1" y="3"/>
                    </a:lnTo>
                    <a:lnTo>
                      <a:pt x="1" y="4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" y="7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4" name="íS1ïḍe"/>
              <p:cNvSpPr/>
              <p:nvPr/>
            </p:nvSpPr>
            <p:spPr bwMode="auto">
              <a:xfrm>
                <a:off x="2053556" y="3045039"/>
                <a:ext cx="12287" cy="30716"/>
              </a:xfrm>
              <a:custGeom>
                <a:avLst/>
                <a:gdLst>
                  <a:gd name="T0" fmla="*/ 0 w 3"/>
                  <a:gd name="T1" fmla="*/ 10 h 10"/>
                  <a:gd name="T2" fmla="*/ 0 w 3"/>
                  <a:gd name="T3" fmla="*/ 10 h 10"/>
                  <a:gd name="T4" fmla="*/ 3 w 3"/>
                  <a:gd name="T5" fmla="*/ 5 h 10"/>
                  <a:gd name="T6" fmla="*/ 3 w 3"/>
                  <a:gd name="T7" fmla="*/ 0 h 10"/>
                  <a:gd name="T8" fmla="*/ 3 w 3"/>
                  <a:gd name="T9" fmla="*/ 0 h 10"/>
                  <a:gd name="T10" fmla="*/ 0 w 3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10">
                    <a:moveTo>
                      <a:pt x="0" y="10"/>
                    </a:moveTo>
                    <a:lnTo>
                      <a:pt x="0" y="10"/>
                    </a:lnTo>
                    <a:lnTo>
                      <a:pt x="3" y="5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0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5" name="îṡľïdé"/>
              <p:cNvSpPr/>
              <p:nvPr/>
            </p:nvSpPr>
            <p:spPr bwMode="auto">
              <a:xfrm>
                <a:off x="2053556" y="3045039"/>
                <a:ext cx="12287" cy="30720"/>
              </a:xfrm>
              <a:custGeom>
                <a:avLst/>
                <a:gdLst>
                  <a:gd name="T0" fmla="*/ 0 w 3"/>
                  <a:gd name="T1" fmla="*/ 10 h 10"/>
                  <a:gd name="T2" fmla="*/ 0 w 3"/>
                  <a:gd name="T3" fmla="*/ 10 h 10"/>
                  <a:gd name="T4" fmla="*/ 3 w 3"/>
                  <a:gd name="T5" fmla="*/ 5 h 10"/>
                  <a:gd name="T6" fmla="*/ 3 w 3"/>
                  <a:gd name="T7" fmla="*/ 0 h 10"/>
                  <a:gd name="T8" fmla="*/ 3 w 3"/>
                  <a:gd name="T9" fmla="*/ 0 h 10"/>
                  <a:gd name="T10" fmla="*/ 0 w 3"/>
                  <a:gd name="T11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10">
                    <a:moveTo>
                      <a:pt x="0" y="10"/>
                    </a:moveTo>
                    <a:lnTo>
                      <a:pt x="0" y="10"/>
                    </a:lnTo>
                    <a:lnTo>
                      <a:pt x="3" y="5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0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6" name="iṧ1ïďè"/>
              <p:cNvSpPr/>
              <p:nvPr/>
            </p:nvSpPr>
            <p:spPr bwMode="auto">
              <a:xfrm>
                <a:off x="1801670" y="3628677"/>
                <a:ext cx="6145" cy="30720"/>
              </a:xfrm>
              <a:custGeom>
                <a:avLst/>
                <a:gdLst>
                  <a:gd name="T0" fmla="*/ 1 w 2"/>
                  <a:gd name="T1" fmla="*/ 8 h 8"/>
                  <a:gd name="T2" fmla="*/ 1 w 2"/>
                  <a:gd name="T3" fmla="*/ 8 h 8"/>
                  <a:gd name="T4" fmla="*/ 2 w 2"/>
                  <a:gd name="T5" fmla="*/ 5 h 8"/>
                  <a:gd name="T6" fmla="*/ 2 w 2"/>
                  <a:gd name="T7" fmla="*/ 3 h 8"/>
                  <a:gd name="T8" fmla="*/ 2 w 2"/>
                  <a:gd name="T9" fmla="*/ 3 h 8"/>
                  <a:gd name="T10" fmla="*/ 1 w 2"/>
                  <a:gd name="T11" fmla="*/ 0 h 8"/>
                  <a:gd name="T12" fmla="*/ 1 w 2"/>
                  <a:gd name="T13" fmla="*/ 0 h 8"/>
                  <a:gd name="T14" fmla="*/ 0 w 2"/>
                  <a:gd name="T15" fmla="*/ 4 h 8"/>
                  <a:gd name="T16" fmla="*/ 0 w 2"/>
                  <a:gd name="T17" fmla="*/ 4 h 8"/>
                  <a:gd name="T18" fmla="*/ 1 w 2"/>
                  <a:gd name="T1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8">
                    <a:moveTo>
                      <a:pt x="1" y="8"/>
                    </a:moveTo>
                    <a:lnTo>
                      <a:pt x="1" y="8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7" name="iŝļîḑe"/>
              <p:cNvSpPr/>
              <p:nvPr/>
            </p:nvSpPr>
            <p:spPr bwMode="auto">
              <a:xfrm>
                <a:off x="1801670" y="3628677"/>
                <a:ext cx="6145" cy="30720"/>
              </a:xfrm>
              <a:custGeom>
                <a:avLst/>
                <a:gdLst>
                  <a:gd name="T0" fmla="*/ 1 w 2"/>
                  <a:gd name="T1" fmla="*/ 8 h 8"/>
                  <a:gd name="T2" fmla="*/ 1 w 2"/>
                  <a:gd name="T3" fmla="*/ 8 h 8"/>
                  <a:gd name="T4" fmla="*/ 2 w 2"/>
                  <a:gd name="T5" fmla="*/ 5 h 8"/>
                  <a:gd name="T6" fmla="*/ 2 w 2"/>
                  <a:gd name="T7" fmla="*/ 3 h 8"/>
                  <a:gd name="T8" fmla="*/ 2 w 2"/>
                  <a:gd name="T9" fmla="*/ 3 h 8"/>
                  <a:gd name="T10" fmla="*/ 1 w 2"/>
                  <a:gd name="T11" fmla="*/ 0 h 8"/>
                  <a:gd name="T12" fmla="*/ 1 w 2"/>
                  <a:gd name="T13" fmla="*/ 0 h 8"/>
                  <a:gd name="T14" fmla="*/ 0 w 2"/>
                  <a:gd name="T15" fmla="*/ 4 h 8"/>
                  <a:gd name="T16" fmla="*/ 0 w 2"/>
                  <a:gd name="T17" fmla="*/ 4 h 8"/>
                  <a:gd name="T18" fmla="*/ 1 w 2"/>
                  <a:gd name="T1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8">
                    <a:moveTo>
                      <a:pt x="1" y="8"/>
                    </a:moveTo>
                    <a:lnTo>
                      <a:pt x="1" y="8"/>
                    </a:lnTo>
                    <a:lnTo>
                      <a:pt x="2" y="5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8" name="îṣ1ïḍè"/>
              <p:cNvSpPr/>
              <p:nvPr/>
            </p:nvSpPr>
            <p:spPr bwMode="auto">
              <a:xfrm>
                <a:off x="1820103" y="3542668"/>
                <a:ext cx="6145" cy="24574"/>
              </a:xfrm>
              <a:custGeom>
                <a:avLst/>
                <a:gdLst>
                  <a:gd name="T0" fmla="*/ 1 w 1"/>
                  <a:gd name="T1" fmla="*/ 9 h 9"/>
                  <a:gd name="T2" fmla="*/ 1 w 1"/>
                  <a:gd name="T3" fmla="*/ 9 h 9"/>
                  <a:gd name="T4" fmla="*/ 1 w 1"/>
                  <a:gd name="T5" fmla="*/ 4 h 9"/>
                  <a:gd name="T6" fmla="*/ 1 w 1"/>
                  <a:gd name="T7" fmla="*/ 0 h 9"/>
                  <a:gd name="T8" fmla="*/ 1 w 1"/>
                  <a:gd name="T9" fmla="*/ 0 h 9"/>
                  <a:gd name="T10" fmla="*/ 1 w 1"/>
                  <a:gd name="T11" fmla="*/ 2 h 9"/>
                  <a:gd name="T12" fmla="*/ 0 w 1"/>
                  <a:gd name="T13" fmla="*/ 3 h 9"/>
                  <a:gd name="T14" fmla="*/ 0 w 1"/>
                  <a:gd name="T15" fmla="*/ 6 h 9"/>
                  <a:gd name="T16" fmla="*/ 1 w 1"/>
                  <a:gd name="T1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9">
                    <a:moveTo>
                      <a:pt x="1" y="9"/>
                    </a:moveTo>
                    <a:lnTo>
                      <a:pt x="1" y="9"/>
                    </a:lnTo>
                    <a:lnTo>
                      <a:pt x="1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1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79" name="íślíḍê"/>
              <p:cNvSpPr/>
              <p:nvPr/>
            </p:nvSpPr>
            <p:spPr bwMode="auto">
              <a:xfrm>
                <a:off x="1820103" y="3542668"/>
                <a:ext cx="6145" cy="24574"/>
              </a:xfrm>
              <a:custGeom>
                <a:avLst/>
                <a:gdLst>
                  <a:gd name="T0" fmla="*/ 1 w 1"/>
                  <a:gd name="T1" fmla="*/ 9 h 9"/>
                  <a:gd name="T2" fmla="*/ 1 w 1"/>
                  <a:gd name="T3" fmla="*/ 9 h 9"/>
                  <a:gd name="T4" fmla="*/ 1 w 1"/>
                  <a:gd name="T5" fmla="*/ 4 h 9"/>
                  <a:gd name="T6" fmla="*/ 1 w 1"/>
                  <a:gd name="T7" fmla="*/ 0 h 9"/>
                  <a:gd name="T8" fmla="*/ 1 w 1"/>
                  <a:gd name="T9" fmla="*/ 0 h 9"/>
                  <a:gd name="T10" fmla="*/ 1 w 1"/>
                  <a:gd name="T11" fmla="*/ 2 h 9"/>
                  <a:gd name="T12" fmla="*/ 0 w 1"/>
                  <a:gd name="T13" fmla="*/ 3 h 9"/>
                  <a:gd name="T14" fmla="*/ 0 w 1"/>
                  <a:gd name="T15" fmla="*/ 6 h 9"/>
                  <a:gd name="T16" fmla="*/ 1 w 1"/>
                  <a:gd name="T1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9">
                    <a:moveTo>
                      <a:pt x="1" y="9"/>
                    </a:moveTo>
                    <a:lnTo>
                      <a:pt x="1" y="9"/>
                    </a:lnTo>
                    <a:lnTo>
                      <a:pt x="1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1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0" name="ïŝlïḍè"/>
              <p:cNvSpPr/>
              <p:nvPr/>
            </p:nvSpPr>
            <p:spPr bwMode="auto">
              <a:xfrm>
                <a:off x="1795529" y="3487373"/>
                <a:ext cx="6145" cy="98296"/>
              </a:xfrm>
              <a:custGeom>
                <a:avLst/>
                <a:gdLst>
                  <a:gd name="T0" fmla="*/ 3 w 3"/>
                  <a:gd name="T1" fmla="*/ 32 h 32"/>
                  <a:gd name="T2" fmla="*/ 3 w 3"/>
                  <a:gd name="T3" fmla="*/ 32 h 32"/>
                  <a:gd name="T4" fmla="*/ 3 w 3"/>
                  <a:gd name="T5" fmla="*/ 31 h 32"/>
                  <a:gd name="T6" fmla="*/ 3 w 3"/>
                  <a:gd name="T7" fmla="*/ 31 h 32"/>
                  <a:gd name="T8" fmla="*/ 3 w 3"/>
                  <a:gd name="T9" fmla="*/ 28 h 32"/>
                  <a:gd name="T10" fmla="*/ 3 w 3"/>
                  <a:gd name="T11" fmla="*/ 28 h 32"/>
                  <a:gd name="T12" fmla="*/ 3 w 3"/>
                  <a:gd name="T13" fmla="*/ 24 h 32"/>
                  <a:gd name="T14" fmla="*/ 3 w 3"/>
                  <a:gd name="T15" fmla="*/ 24 h 32"/>
                  <a:gd name="T16" fmla="*/ 3 w 3"/>
                  <a:gd name="T17" fmla="*/ 18 h 32"/>
                  <a:gd name="T18" fmla="*/ 3 w 3"/>
                  <a:gd name="T19" fmla="*/ 18 h 32"/>
                  <a:gd name="T20" fmla="*/ 3 w 3"/>
                  <a:gd name="T21" fmla="*/ 5 h 32"/>
                  <a:gd name="T22" fmla="*/ 3 w 3"/>
                  <a:gd name="T23" fmla="*/ 5 h 32"/>
                  <a:gd name="T24" fmla="*/ 2 w 3"/>
                  <a:gd name="T25" fmla="*/ 2 h 32"/>
                  <a:gd name="T26" fmla="*/ 2 w 3"/>
                  <a:gd name="T27" fmla="*/ 2 h 32"/>
                  <a:gd name="T28" fmla="*/ 0 w 3"/>
                  <a:gd name="T29" fmla="*/ 1 h 32"/>
                  <a:gd name="T30" fmla="*/ 0 w 3"/>
                  <a:gd name="T31" fmla="*/ 0 h 32"/>
                  <a:gd name="T32" fmla="*/ 0 w 3"/>
                  <a:gd name="T33" fmla="*/ 0 h 32"/>
                  <a:gd name="T34" fmla="*/ 0 w 3"/>
                  <a:gd name="T35" fmla="*/ 2 h 32"/>
                  <a:gd name="T36" fmla="*/ 0 w 3"/>
                  <a:gd name="T37" fmla="*/ 4 h 32"/>
                  <a:gd name="T38" fmla="*/ 2 w 3"/>
                  <a:gd name="T39" fmla="*/ 8 h 32"/>
                  <a:gd name="T40" fmla="*/ 2 w 3"/>
                  <a:gd name="T41" fmla="*/ 8 h 32"/>
                  <a:gd name="T42" fmla="*/ 0 w 3"/>
                  <a:gd name="T43" fmla="*/ 11 h 32"/>
                  <a:gd name="T44" fmla="*/ 0 w 3"/>
                  <a:gd name="T45" fmla="*/ 12 h 32"/>
                  <a:gd name="T46" fmla="*/ 0 w 3"/>
                  <a:gd name="T47" fmla="*/ 12 h 32"/>
                  <a:gd name="T48" fmla="*/ 0 w 3"/>
                  <a:gd name="T49" fmla="*/ 14 h 32"/>
                  <a:gd name="T50" fmla="*/ 2 w 3"/>
                  <a:gd name="T51" fmla="*/ 17 h 32"/>
                  <a:gd name="T52" fmla="*/ 2 w 3"/>
                  <a:gd name="T53" fmla="*/ 22 h 32"/>
                  <a:gd name="T54" fmla="*/ 2 w 3"/>
                  <a:gd name="T55" fmla="*/ 22 h 32"/>
                  <a:gd name="T56" fmla="*/ 2 w 3"/>
                  <a:gd name="T57" fmla="*/ 27 h 32"/>
                  <a:gd name="T58" fmla="*/ 0 w 3"/>
                  <a:gd name="T59" fmla="*/ 31 h 32"/>
                  <a:gd name="T60" fmla="*/ 0 w 3"/>
                  <a:gd name="T61" fmla="*/ 31 h 32"/>
                  <a:gd name="T62" fmla="*/ 2 w 3"/>
                  <a:gd name="T63" fmla="*/ 32 h 32"/>
                  <a:gd name="T64" fmla="*/ 2 w 3"/>
                  <a:gd name="T65" fmla="*/ 31 h 32"/>
                  <a:gd name="T66" fmla="*/ 2 w 3"/>
                  <a:gd name="T67" fmla="*/ 31 h 32"/>
                  <a:gd name="T68" fmla="*/ 3 w 3"/>
                  <a:gd name="T6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" h="32">
                    <a:moveTo>
                      <a:pt x="3" y="32"/>
                    </a:moveTo>
                    <a:lnTo>
                      <a:pt x="3" y="32"/>
                    </a:lnTo>
                    <a:lnTo>
                      <a:pt x="3" y="31"/>
                    </a:lnTo>
                    <a:lnTo>
                      <a:pt x="3" y="31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2" y="17"/>
                    </a:lnTo>
                    <a:lnTo>
                      <a:pt x="2" y="22"/>
                    </a:lnTo>
                    <a:lnTo>
                      <a:pt x="2" y="22"/>
                    </a:lnTo>
                    <a:lnTo>
                      <a:pt x="2" y="27"/>
                    </a:lnTo>
                    <a:lnTo>
                      <a:pt x="0" y="31"/>
                    </a:lnTo>
                    <a:lnTo>
                      <a:pt x="0" y="31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3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1" name="îṧ1ïḋe"/>
              <p:cNvSpPr/>
              <p:nvPr/>
            </p:nvSpPr>
            <p:spPr bwMode="auto">
              <a:xfrm>
                <a:off x="1795529" y="3487373"/>
                <a:ext cx="6145" cy="98296"/>
              </a:xfrm>
              <a:custGeom>
                <a:avLst/>
                <a:gdLst>
                  <a:gd name="T0" fmla="*/ 3 w 3"/>
                  <a:gd name="T1" fmla="*/ 32 h 32"/>
                  <a:gd name="T2" fmla="*/ 3 w 3"/>
                  <a:gd name="T3" fmla="*/ 32 h 32"/>
                  <a:gd name="T4" fmla="*/ 3 w 3"/>
                  <a:gd name="T5" fmla="*/ 31 h 32"/>
                  <a:gd name="T6" fmla="*/ 3 w 3"/>
                  <a:gd name="T7" fmla="*/ 31 h 32"/>
                  <a:gd name="T8" fmla="*/ 3 w 3"/>
                  <a:gd name="T9" fmla="*/ 28 h 32"/>
                  <a:gd name="T10" fmla="*/ 3 w 3"/>
                  <a:gd name="T11" fmla="*/ 28 h 32"/>
                  <a:gd name="T12" fmla="*/ 3 w 3"/>
                  <a:gd name="T13" fmla="*/ 24 h 32"/>
                  <a:gd name="T14" fmla="*/ 3 w 3"/>
                  <a:gd name="T15" fmla="*/ 24 h 32"/>
                  <a:gd name="T16" fmla="*/ 3 w 3"/>
                  <a:gd name="T17" fmla="*/ 18 h 32"/>
                  <a:gd name="T18" fmla="*/ 3 w 3"/>
                  <a:gd name="T19" fmla="*/ 18 h 32"/>
                  <a:gd name="T20" fmla="*/ 3 w 3"/>
                  <a:gd name="T21" fmla="*/ 5 h 32"/>
                  <a:gd name="T22" fmla="*/ 3 w 3"/>
                  <a:gd name="T23" fmla="*/ 5 h 32"/>
                  <a:gd name="T24" fmla="*/ 2 w 3"/>
                  <a:gd name="T25" fmla="*/ 2 h 32"/>
                  <a:gd name="T26" fmla="*/ 2 w 3"/>
                  <a:gd name="T27" fmla="*/ 2 h 32"/>
                  <a:gd name="T28" fmla="*/ 0 w 3"/>
                  <a:gd name="T29" fmla="*/ 1 h 32"/>
                  <a:gd name="T30" fmla="*/ 0 w 3"/>
                  <a:gd name="T31" fmla="*/ 0 h 32"/>
                  <a:gd name="T32" fmla="*/ 0 w 3"/>
                  <a:gd name="T33" fmla="*/ 0 h 32"/>
                  <a:gd name="T34" fmla="*/ 0 w 3"/>
                  <a:gd name="T35" fmla="*/ 2 h 32"/>
                  <a:gd name="T36" fmla="*/ 0 w 3"/>
                  <a:gd name="T37" fmla="*/ 4 h 32"/>
                  <a:gd name="T38" fmla="*/ 2 w 3"/>
                  <a:gd name="T39" fmla="*/ 8 h 32"/>
                  <a:gd name="T40" fmla="*/ 2 w 3"/>
                  <a:gd name="T41" fmla="*/ 8 h 32"/>
                  <a:gd name="T42" fmla="*/ 0 w 3"/>
                  <a:gd name="T43" fmla="*/ 11 h 32"/>
                  <a:gd name="T44" fmla="*/ 0 w 3"/>
                  <a:gd name="T45" fmla="*/ 12 h 32"/>
                  <a:gd name="T46" fmla="*/ 0 w 3"/>
                  <a:gd name="T47" fmla="*/ 12 h 32"/>
                  <a:gd name="T48" fmla="*/ 0 w 3"/>
                  <a:gd name="T49" fmla="*/ 14 h 32"/>
                  <a:gd name="T50" fmla="*/ 2 w 3"/>
                  <a:gd name="T51" fmla="*/ 17 h 32"/>
                  <a:gd name="T52" fmla="*/ 2 w 3"/>
                  <a:gd name="T53" fmla="*/ 22 h 32"/>
                  <a:gd name="T54" fmla="*/ 2 w 3"/>
                  <a:gd name="T55" fmla="*/ 22 h 32"/>
                  <a:gd name="T56" fmla="*/ 2 w 3"/>
                  <a:gd name="T57" fmla="*/ 27 h 32"/>
                  <a:gd name="T58" fmla="*/ 0 w 3"/>
                  <a:gd name="T59" fmla="*/ 31 h 32"/>
                  <a:gd name="T60" fmla="*/ 0 w 3"/>
                  <a:gd name="T61" fmla="*/ 31 h 32"/>
                  <a:gd name="T62" fmla="*/ 2 w 3"/>
                  <a:gd name="T63" fmla="*/ 32 h 32"/>
                  <a:gd name="T64" fmla="*/ 2 w 3"/>
                  <a:gd name="T65" fmla="*/ 31 h 32"/>
                  <a:gd name="T66" fmla="*/ 2 w 3"/>
                  <a:gd name="T67" fmla="*/ 31 h 32"/>
                  <a:gd name="T68" fmla="*/ 3 w 3"/>
                  <a:gd name="T6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" h="32">
                    <a:moveTo>
                      <a:pt x="3" y="32"/>
                    </a:moveTo>
                    <a:lnTo>
                      <a:pt x="3" y="32"/>
                    </a:lnTo>
                    <a:lnTo>
                      <a:pt x="3" y="31"/>
                    </a:lnTo>
                    <a:lnTo>
                      <a:pt x="3" y="31"/>
                    </a:lnTo>
                    <a:lnTo>
                      <a:pt x="3" y="28"/>
                    </a:lnTo>
                    <a:lnTo>
                      <a:pt x="3" y="28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0" y="11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2" y="17"/>
                    </a:lnTo>
                    <a:lnTo>
                      <a:pt x="2" y="22"/>
                    </a:lnTo>
                    <a:lnTo>
                      <a:pt x="2" y="22"/>
                    </a:lnTo>
                    <a:lnTo>
                      <a:pt x="2" y="27"/>
                    </a:lnTo>
                    <a:lnTo>
                      <a:pt x="0" y="31"/>
                    </a:lnTo>
                    <a:lnTo>
                      <a:pt x="0" y="31"/>
                    </a:lnTo>
                    <a:lnTo>
                      <a:pt x="2" y="32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3" y="3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2" name="íṥļiḓé"/>
              <p:cNvSpPr/>
              <p:nvPr/>
            </p:nvSpPr>
            <p:spPr bwMode="auto">
              <a:xfrm>
                <a:off x="1998263" y="3063473"/>
                <a:ext cx="12287" cy="30720"/>
              </a:xfrm>
              <a:custGeom>
                <a:avLst/>
                <a:gdLst>
                  <a:gd name="T0" fmla="*/ 1 w 4"/>
                  <a:gd name="T1" fmla="*/ 5 h 8"/>
                  <a:gd name="T2" fmla="*/ 1 w 4"/>
                  <a:gd name="T3" fmla="*/ 5 h 8"/>
                  <a:gd name="T4" fmla="*/ 1 w 4"/>
                  <a:gd name="T5" fmla="*/ 5 h 8"/>
                  <a:gd name="T6" fmla="*/ 1 w 4"/>
                  <a:gd name="T7" fmla="*/ 4 h 8"/>
                  <a:gd name="T8" fmla="*/ 1 w 4"/>
                  <a:gd name="T9" fmla="*/ 0 h 8"/>
                  <a:gd name="T10" fmla="*/ 1 w 4"/>
                  <a:gd name="T11" fmla="*/ 0 h 8"/>
                  <a:gd name="T12" fmla="*/ 1 w 4"/>
                  <a:gd name="T13" fmla="*/ 0 h 8"/>
                  <a:gd name="T14" fmla="*/ 1 w 4"/>
                  <a:gd name="T15" fmla="*/ 1 h 8"/>
                  <a:gd name="T16" fmla="*/ 0 w 4"/>
                  <a:gd name="T17" fmla="*/ 4 h 8"/>
                  <a:gd name="T18" fmla="*/ 0 w 4"/>
                  <a:gd name="T19" fmla="*/ 4 h 8"/>
                  <a:gd name="T20" fmla="*/ 0 w 4"/>
                  <a:gd name="T21" fmla="*/ 7 h 8"/>
                  <a:gd name="T22" fmla="*/ 1 w 4"/>
                  <a:gd name="T23" fmla="*/ 8 h 8"/>
                  <a:gd name="T24" fmla="*/ 1 w 4"/>
                  <a:gd name="T25" fmla="*/ 8 h 8"/>
                  <a:gd name="T26" fmla="*/ 4 w 4"/>
                  <a:gd name="T27" fmla="*/ 1 h 8"/>
                  <a:gd name="T28" fmla="*/ 4 w 4"/>
                  <a:gd name="T29" fmla="*/ 1 h 8"/>
                  <a:gd name="T30" fmla="*/ 4 w 4"/>
                  <a:gd name="T31" fmla="*/ 0 h 8"/>
                  <a:gd name="T32" fmla="*/ 3 w 4"/>
                  <a:gd name="T33" fmla="*/ 1 h 8"/>
                  <a:gd name="T34" fmla="*/ 1 w 4"/>
                  <a:gd name="T35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" h="8">
                    <a:moveTo>
                      <a:pt x="1" y="5"/>
                    </a:moveTo>
                    <a:lnTo>
                      <a:pt x="1" y="5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3" y="1"/>
                    </a:lnTo>
                    <a:lnTo>
                      <a:pt x="1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3" name="íṧļïḋê"/>
              <p:cNvSpPr/>
              <p:nvPr/>
            </p:nvSpPr>
            <p:spPr bwMode="auto">
              <a:xfrm>
                <a:off x="1998263" y="3063473"/>
                <a:ext cx="12287" cy="30720"/>
              </a:xfrm>
              <a:custGeom>
                <a:avLst/>
                <a:gdLst>
                  <a:gd name="T0" fmla="*/ 1 w 4"/>
                  <a:gd name="T1" fmla="*/ 5 h 8"/>
                  <a:gd name="T2" fmla="*/ 1 w 4"/>
                  <a:gd name="T3" fmla="*/ 5 h 8"/>
                  <a:gd name="T4" fmla="*/ 1 w 4"/>
                  <a:gd name="T5" fmla="*/ 5 h 8"/>
                  <a:gd name="T6" fmla="*/ 1 w 4"/>
                  <a:gd name="T7" fmla="*/ 4 h 8"/>
                  <a:gd name="T8" fmla="*/ 1 w 4"/>
                  <a:gd name="T9" fmla="*/ 0 h 8"/>
                  <a:gd name="T10" fmla="*/ 1 w 4"/>
                  <a:gd name="T11" fmla="*/ 0 h 8"/>
                  <a:gd name="T12" fmla="*/ 1 w 4"/>
                  <a:gd name="T13" fmla="*/ 0 h 8"/>
                  <a:gd name="T14" fmla="*/ 1 w 4"/>
                  <a:gd name="T15" fmla="*/ 1 h 8"/>
                  <a:gd name="T16" fmla="*/ 0 w 4"/>
                  <a:gd name="T17" fmla="*/ 4 h 8"/>
                  <a:gd name="T18" fmla="*/ 0 w 4"/>
                  <a:gd name="T19" fmla="*/ 4 h 8"/>
                  <a:gd name="T20" fmla="*/ 0 w 4"/>
                  <a:gd name="T21" fmla="*/ 7 h 8"/>
                  <a:gd name="T22" fmla="*/ 1 w 4"/>
                  <a:gd name="T23" fmla="*/ 8 h 8"/>
                  <a:gd name="T24" fmla="*/ 1 w 4"/>
                  <a:gd name="T25" fmla="*/ 8 h 8"/>
                  <a:gd name="T26" fmla="*/ 4 w 4"/>
                  <a:gd name="T27" fmla="*/ 1 h 8"/>
                  <a:gd name="T28" fmla="*/ 4 w 4"/>
                  <a:gd name="T29" fmla="*/ 1 h 8"/>
                  <a:gd name="T30" fmla="*/ 4 w 4"/>
                  <a:gd name="T31" fmla="*/ 0 h 8"/>
                  <a:gd name="T32" fmla="*/ 3 w 4"/>
                  <a:gd name="T33" fmla="*/ 1 h 8"/>
                  <a:gd name="T34" fmla="*/ 1 w 4"/>
                  <a:gd name="T35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" h="8">
                    <a:moveTo>
                      <a:pt x="1" y="5"/>
                    </a:moveTo>
                    <a:lnTo>
                      <a:pt x="1" y="5"/>
                    </a:lnTo>
                    <a:lnTo>
                      <a:pt x="1" y="5"/>
                    </a:lnTo>
                    <a:lnTo>
                      <a:pt x="1" y="4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7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3" y="1"/>
                    </a:lnTo>
                    <a:lnTo>
                      <a:pt x="1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4" name="iṧḻiḑê"/>
              <p:cNvSpPr/>
              <p:nvPr/>
            </p:nvSpPr>
            <p:spPr bwMode="auto">
              <a:xfrm>
                <a:off x="1740235" y="3788409"/>
                <a:ext cx="0" cy="30720"/>
              </a:xfrm>
              <a:custGeom>
                <a:avLst/>
                <a:gdLst>
                  <a:gd name="T0" fmla="*/ 1 w 1"/>
                  <a:gd name="T1" fmla="*/ 10 h 10"/>
                  <a:gd name="T2" fmla="*/ 1 w 1"/>
                  <a:gd name="T3" fmla="*/ 10 h 10"/>
                  <a:gd name="T4" fmla="*/ 1 w 1"/>
                  <a:gd name="T5" fmla="*/ 4 h 10"/>
                  <a:gd name="T6" fmla="*/ 1 w 1"/>
                  <a:gd name="T7" fmla="*/ 3 h 10"/>
                  <a:gd name="T8" fmla="*/ 0 w 1"/>
                  <a:gd name="T9" fmla="*/ 0 h 10"/>
                  <a:gd name="T10" fmla="*/ 0 w 1"/>
                  <a:gd name="T11" fmla="*/ 0 h 10"/>
                  <a:gd name="T12" fmla="*/ 0 w 1"/>
                  <a:gd name="T13" fmla="*/ 6 h 10"/>
                  <a:gd name="T14" fmla="*/ 1 w 1"/>
                  <a:gd name="T1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0">
                    <a:moveTo>
                      <a:pt x="1" y="10"/>
                    </a:moveTo>
                    <a:lnTo>
                      <a:pt x="1" y="10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5" name="íṣlíde"/>
              <p:cNvSpPr/>
              <p:nvPr/>
            </p:nvSpPr>
            <p:spPr bwMode="auto">
              <a:xfrm>
                <a:off x="1740235" y="3788409"/>
                <a:ext cx="0" cy="30720"/>
              </a:xfrm>
              <a:custGeom>
                <a:avLst/>
                <a:gdLst>
                  <a:gd name="T0" fmla="*/ 1 w 1"/>
                  <a:gd name="T1" fmla="*/ 10 h 10"/>
                  <a:gd name="T2" fmla="*/ 1 w 1"/>
                  <a:gd name="T3" fmla="*/ 10 h 10"/>
                  <a:gd name="T4" fmla="*/ 1 w 1"/>
                  <a:gd name="T5" fmla="*/ 4 h 10"/>
                  <a:gd name="T6" fmla="*/ 1 w 1"/>
                  <a:gd name="T7" fmla="*/ 3 h 10"/>
                  <a:gd name="T8" fmla="*/ 0 w 1"/>
                  <a:gd name="T9" fmla="*/ 0 h 10"/>
                  <a:gd name="T10" fmla="*/ 0 w 1"/>
                  <a:gd name="T11" fmla="*/ 0 h 10"/>
                  <a:gd name="T12" fmla="*/ 0 w 1"/>
                  <a:gd name="T13" fmla="*/ 6 h 10"/>
                  <a:gd name="T14" fmla="*/ 1 w 1"/>
                  <a:gd name="T1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0">
                    <a:moveTo>
                      <a:pt x="1" y="10"/>
                    </a:moveTo>
                    <a:lnTo>
                      <a:pt x="1" y="10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1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6" name="íSliďé"/>
              <p:cNvSpPr/>
              <p:nvPr/>
            </p:nvSpPr>
            <p:spPr bwMode="auto">
              <a:xfrm>
                <a:off x="1734094" y="3800696"/>
                <a:ext cx="6145" cy="24574"/>
              </a:xfrm>
              <a:custGeom>
                <a:avLst/>
                <a:gdLst>
                  <a:gd name="T0" fmla="*/ 2 w 2"/>
                  <a:gd name="T1" fmla="*/ 8 h 8"/>
                  <a:gd name="T2" fmla="*/ 2 w 2"/>
                  <a:gd name="T3" fmla="*/ 8 h 8"/>
                  <a:gd name="T4" fmla="*/ 2 w 2"/>
                  <a:gd name="T5" fmla="*/ 8 h 8"/>
                  <a:gd name="T6" fmla="*/ 2 w 2"/>
                  <a:gd name="T7" fmla="*/ 5 h 8"/>
                  <a:gd name="T8" fmla="*/ 0 w 2"/>
                  <a:gd name="T9" fmla="*/ 0 h 8"/>
                  <a:gd name="T10" fmla="*/ 0 w 2"/>
                  <a:gd name="T11" fmla="*/ 0 h 8"/>
                  <a:gd name="T12" fmla="*/ 0 w 2"/>
                  <a:gd name="T13" fmla="*/ 2 h 8"/>
                  <a:gd name="T14" fmla="*/ 0 w 2"/>
                  <a:gd name="T15" fmla="*/ 5 h 8"/>
                  <a:gd name="T16" fmla="*/ 2 w 2"/>
                  <a:gd name="T1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8">
                    <a:moveTo>
                      <a:pt x="2" y="8"/>
                    </a:moveTo>
                    <a:lnTo>
                      <a:pt x="2" y="8"/>
                    </a:lnTo>
                    <a:lnTo>
                      <a:pt x="2" y="8"/>
                    </a:lnTo>
                    <a:lnTo>
                      <a:pt x="2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2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7" name="iṣľiḍê"/>
              <p:cNvSpPr/>
              <p:nvPr/>
            </p:nvSpPr>
            <p:spPr bwMode="auto">
              <a:xfrm>
                <a:off x="1734094" y="3800696"/>
                <a:ext cx="6145" cy="24574"/>
              </a:xfrm>
              <a:custGeom>
                <a:avLst/>
                <a:gdLst>
                  <a:gd name="T0" fmla="*/ 2 w 2"/>
                  <a:gd name="T1" fmla="*/ 8 h 8"/>
                  <a:gd name="T2" fmla="*/ 2 w 2"/>
                  <a:gd name="T3" fmla="*/ 8 h 8"/>
                  <a:gd name="T4" fmla="*/ 2 w 2"/>
                  <a:gd name="T5" fmla="*/ 8 h 8"/>
                  <a:gd name="T6" fmla="*/ 2 w 2"/>
                  <a:gd name="T7" fmla="*/ 5 h 8"/>
                  <a:gd name="T8" fmla="*/ 0 w 2"/>
                  <a:gd name="T9" fmla="*/ 0 h 8"/>
                  <a:gd name="T10" fmla="*/ 0 w 2"/>
                  <a:gd name="T11" fmla="*/ 0 h 8"/>
                  <a:gd name="T12" fmla="*/ 0 w 2"/>
                  <a:gd name="T13" fmla="*/ 2 h 8"/>
                  <a:gd name="T14" fmla="*/ 0 w 2"/>
                  <a:gd name="T15" fmla="*/ 5 h 8"/>
                  <a:gd name="T16" fmla="*/ 2 w 2"/>
                  <a:gd name="T1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8">
                    <a:moveTo>
                      <a:pt x="2" y="8"/>
                    </a:moveTo>
                    <a:lnTo>
                      <a:pt x="2" y="8"/>
                    </a:lnTo>
                    <a:lnTo>
                      <a:pt x="2" y="8"/>
                    </a:lnTo>
                    <a:lnTo>
                      <a:pt x="2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5"/>
                    </a:lnTo>
                    <a:lnTo>
                      <a:pt x="2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8" name="ï$ļídé"/>
              <p:cNvSpPr/>
              <p:nvPr/>
            </p:nvSpPr>
            <p:spPr bwMode="auto">
              <a:xfrm>
                <a:off x="1727948" y="3763836"/>
                <a:ext cx="12287" cy="18433"/>
              </a:xfrm>
              <a:custGeom>
                <a:avLst/>
                <a:gdLst>
                  <a:gd name="T0" fmla="*/ 3 w 3"/>
                  <a:gd name="T1" fmla="*/ 3 h 6"/>
                  <a:gd name="T2" fmla="*/ 3 w 3"/>
                  <a:gd name="T3" fmla="*/ 3 h 6"/>
                  <a:gd name="T4" fmla="*/ 1 w 3"/>
                  <a:gd name="T5" fmla="*/ 1 h 6"/>
                  <a:gd name="T6" fmla="*/ 0 w 3"/>
                  <a:gd name="T7" fmla="*/ 0 h 6"/>
                  <a:gd name="T8" fmla="*/ 0 w 3"/>
                  <a:gd name="T9" fmla="*/ 0 h 6"/>
                  <a:gd name="T10" fmla="*/ 0 w 3"/>
                  <a:gd name="T11" fmla="*/ 6 h 6"/>
                  <a:gd name="T12" fmla="*/ 0 w 3"/>
                  <a:gd name="T13" fmla="*/ 6 h 6"/>
                  <a:gd name="T14" fmla="*/ 1 w 3"/>
                  <a:gd name="T15" fmla="*/ 6 h 6"/>
                  <a:gd name="T16" fmla="*/ 1 w 3"/>
                  <a:gd name="T17" fmla="*/ 6 h 6"/>
                  <a:gd name="T18" fmla="*/ 3 w 3"/>
                  <a:gd name="T1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6">
                    <a:moveTo>
                      <a:pt x="3" y="3"/>
                    </a:moveTo>
                    <a:lnTo>
                      <a:pt x="3" y="3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3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89" name="iSľíḓé"/>
              <p:cNvSpPr/>
              <p:nvPr/>
            </p:nvSpPr>
            <p:spPr bwMode="auto">
              <a:xfrm>
                <a:off x="1727948" y="3763836"/>
                <a:ext cx="12287" cy="18433"/>
              </a:xfrm>
              <a:custGeom>
                <a:avLst/>
                <a:gdLst>
                  <a:gd name="T0" fmla="*/ 3 w 3"/>
                  <a:gd name="T1" fmla="*/ 3 h 6"/>
                  <a:gd name="T2" fmla="*/ 3 w 3"/>
                  <a:gd name="T3" fmla="*/ 3 h 6"/>
                  <a:gd name="T4" fmla="*/ 1 w 3"/>
                  <a:gd name="T5" fmla="*/ 1 h 6"/>
                  <a:gd name="T6" fmla="*/ 0 w 3"/>
                  <a:gd name="T7" fmla="*/ 0 h 6"/>
                  <a:gd name="T8" fmla="*/ 0 w 3"/>
                  <a:gd name="T9" fmla="*/ 0 h 6"/>
                  <a:gd name="T10" fmla="*/ 0 w 3"/>
                  <a:gd name="T11" fmla="*/ 6 h 6"/>
                  <a:gd name="T12" fmla="*/ 0 w 3"/>
                  <a:gd name="T13" fmla="*/ 6 h 6"/>
                  <a:gd name="T14" fmla="*/ 1 w 3"/>
                  <a:gd name="T15" fmla="*/ 6 h 6"/>
                  <a:gd name="T16" fmla="*/ 1 w 3"/>
                  <a:gd name="T17" fmla="*/ 6 h 6"/>
                  <a:gd name="T18" fmla="*/ 3 w 3"/>
                  <a:gd name="T1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6">
                    <a:moveTo>
                      <a:pt x="3" y="3"/>
                    </a:moveTo>
                    <a:lnTo>
                      <a:pt x="3" y="3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3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0" name="íṣliḍé"/>
              <p:cNvSpPr/>
              <p:nvPr/>
            </p:nvSpPr>
            <p:spPr bwMode="auto">
              <a:xfrm>
                <a:off x="2010550" y="3014325"/>
                <a:ext cx="12287" cy="30720"/>
              </a:xfrm>
              <a:custGeom>
                <a:avLst/>
                <a:gdLst>
                  <a:gd name="T0" fmla="*/ 0 w 4"/>
                  <a:gd name="T1" fmla="*/ 12 h 12"/>
                  <a:gd name="T2" fmla="*/ 0 w 4"/>
                  <a:gd name="T3" fmla="*/ 12 h 12"/>
                  <a:gd name="T4" fmla="*/ 1 w 4"/>
                  <a:gd name="T5" fmla="*/ 10 h 12"/>
                  <a:gd name="T6" fmla="*/ 1 w 4"/>
                  <a:gd name="T7" fmla="*/ 8 h 12"/>
                  <a:gd name="T8" fmla="*/ 1 w 4"/>
                  <a:gd name="T9" fmla="*/ 8 h 12"/>
                  <a:gd name="T10" fmla="*/ 4 w 4"/>
                  <a:gd name="T11" fmla="*/ 2 h 12"/>
                  <a:gd name="T12" fmla="*/ 4 w 4"/>
                  <a:gd name="T13" fmla="*/ 2 h 12"/>
                  <a:gd name="T14" fmla="*/ 4 w 4"/>
                  <a:gd name="T15" fmla="*/ 0 h 12"/>
                  <a:gd name="T16" fmla="*/ 3 w 4"/>
                  <a:gd name="T17" fmla="*/ 2 h 12"/>
                  <a:gd name="T18" fmla="*/ 1 w 4"/>
                  <a:gd name="T19" fmla="*/ 5 h 12"/>
                  <a:gd name="T20" fmla="*/ 0 w 4"/>
                  <a:gd name="T2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12">
                    <a:moveTo>
                      <a:pt x="0" y="12"/>
                    </a:moveTo>
                    <a:lnTo>
                      <a:pt x="0" y="12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3" y="2"/>
                    </a:lnTo>
                    <a:lnTo>
                      <a:pt x="1" y="5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1" name="îSľíďé"/>
              <p:cNvSpPr/>
              <p:nvPr/>
            </p:nvSpPr>
            <p:spPr bwMode="auto">
              <a:xfrm>
                <a:off x="2010550" y="3014325"/>
                <a:ext cx="12287" cy="30720"/>
              </a:xfrm>
              <a:custGeom>
                <a:avLst/>
                <a:gdLst>
                  <a:gd name="T0" fmla="*/ 0 w 4"/>
                  <a:gd name="T1" fmla="*/ 12 h 12"/>
                  <a:gd name="T2" fmla="*/ 0 w 4"/>
                  <a:gd name="T3" fmla="*/ 12 h 12"/>
                  <a:gd name="T4" fmla="*/ 1 w 4"/>
                  <a:gd name="T5" fmla="*/ 10 h 12"/>
                  <a:gd name="T6" fmla="*/ 1 w 4"/>
                  <a:gd name="T7" fmla="*/ 8 h 12"/>
                  <a:gd name="T8" fmla="*/ 1 w 4"/>
                  <a:gd name="T9" fmla="*/ 8 h 12"/>
                  <a:gd name="T10" fmla="*/ 4 w 4"/>
                  <a:gd name="T11" fmla="*/ 2 h 12"/>
                  <a:gd name="T12" fmla="*/ 4 w 4"/>
                  <a:gd name="T13" fmla="*/ 2 h 12"/>
                  <a:gd name="T14" fmla="*/ 4 w 4"/>
                  <a:gd name="T15" fmla="*/ 0 h 12"/>
                  <a:gd name="T16" fmla="*/ 3 w 4"/>
                  <a:gd name="T17" fmla="*/ 2 h 12"/>
                  <a:gd name="T18" fmla="*/ 1 w 4"/>
                  <a:gd name="T19" fmla="*/ 5 h 12"/>
                  <a:gd name="T20" fmla="*/ 0 w 4"/>
                  <a:gd name="T21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12">
                    <a:moveTo>
                      <a:pt x="0" y="12"/>
                    </a:moveTo>
                    <a:lnTo>
                      <a:pt x="0" y="12"/>
                    </a:lnTo>
                    <a:lnTo>
                      <a:pt x="1" y="10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0"/>
                    </a:lnTo>
                    <a:lnTo>
                      <a:pt x="3" y="2"/>
                    </a:lnTo>
                    <a:lnTo>
                      <a:pt x="1" y="5"/>
                    </a:lnTo>
                    <a:lnTo>
                      <a:pt x="0" y="1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2" name="íśḻïḑé"/>
              <p:cNvSpPr/>
              <p:nvPr/>
            </p:nvSpPr>
            <p:spPr bwMode="auto">
              <a:xfrm>
                <a:off x="1684945" y="3862131"/>
                <a:ext cx="12287" cy="43007"/>
              </a:xfrm>
              <a:custGeom>
                <a:avLst/>
                <a:gdLst>
                  <a:gd name="T0" fmla="*/ 6 w 6"/>
                  <a:gd name="T1" fmla="*/ 15 h 15"/>
                  <a:gd name="T2" fmla="*/ 6 w 6"/>
                  <a:gd name="T3" fmla="*/ 15 h 15"/>
                  <a:gd name="T4" fmla="*/ 3 w 6"/>
                  <a:gd name="T5" fmla="*/ 9 h 15"/>
                  <a:gd name="T6" fmla="*/ 0 w 6"/>
                  <a:gd name="T7" fmla="*/ 0 h 15"/>
                  <a:gd name="T8" fmla="*/ 0 w 6"/>
                  <a:gd name="T9" fmla="*/ 0 h 15"/>
                  <a:gd name="T10" fmla="*/ 1 w 6"/>
                  <a:gd name="T11" fmla="*/ 8 h 15"/>
                  <a:gd name="T12" fmla="*/ 6 w 6"/>
                  <a:gd name="T13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5">
                    <a:moveTo>
                      <a:pt x="6" y="15"/>
                    </a:moveTo>
                    <a:lnTo>
                      <a:pt x="6" y="15"/>
                    </a:lnTo>
                    <a:lnTo>
                      <a:pt x="3" y="9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8"/>
                    </a:lnTo>
                    <a:lnTo>
                      <a:pt x="6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3" name="í$liḋè"/>
              <p:cNvSpPr/>
              <p:nvPr/>
            </p:nvSpPr>
            <p:spPr bwMode="auto">
              <a:xfrm>
                <a:off x="1684945" y="3862131"/>
                <a:ext cx="12287" cy="43007"/>
              </a:xfrm>
              <a:custGeom>
                <a:avLst/>
                <a:gdLst>
                  <a:gd name="T0" fmla="*/ 6 w 6"/>
                  <a:gd name="T1" fmla="*/ 15 h 15"/>
                  <a:gd name="T2" fmla="*/ 6 w 6"/>
                  <a:gd name="T3" fmla="*/ 15 h 15"/>
                  <a:gd name="T4" fmla="*/ 3 w 6"/>
                  <a:gd name="T5" fmla="*/ 9 h 15"/>
                  <a:gd name="T6" fmla="*/ 0 w 6"/>
                  <a:gd name="T7" fmla="*/ 0 h 15"/>
                  <a:gd name="T8" fmla="*/ 0 w 6"/>
                  <a:gd name="T9" fmla="*/ 0 h 15"/>
                  <a:gd name="T10" fmla="*/ 1 w 6"/>
                  <a:gd name="T11" fmla="*/ 8 h 15"/>
                  <a:gd name="T12" fmla="*/ 6 w 6"/>
                  <a:gd name="T13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5">
                    <a:moveTo>
                      <a:pt x="6" y="15"/>
                    </a:moveTo>
                    <a:lnTo>
                      <a:pt x="6" y="15"/>
                    </a:lnTo>
                    <a:lnTo>
                      <a:pt x="3" y="9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8"/>
                    </a:lnTo>
                    <a:lnTo>
                      <a:pt x="6" y="1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4" name="íSļîde"/>
              <p:cNvSpPr/>
              <p:nvPr/>
            </p:nvSpPr>
            <p:spPr bwMode="auto">
              <a:xfrm>
                <a:off x="2035124" y="2940602"/>
                <a:ext cx="12287" cy="18433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0 h 5"/>
                  <a:gd name="T4" fmla="*/ 1 w 4"/>
                  <a:gd name="T5" fmla="*/ 1 h 5"/>
                  <a:gd name="T6" fmla="*/ 0 w 4"/>
                  <a:gd name="T7" fmla="*/ 5 h 5"/>
                  <a:gd name="T8" fmla="*/ 0 w 4"/>
                  <a:gd name="T9" fmla="*/ 5 h 5"/>
                  <a:gd name="T10" fmla="*/ 2 w 4"/>
                  <a:gd name="T11" fmla="*/ 4 h 5"/>
                  <a:gd name="T12" fmla="*/ 4 w 4"/>
                  <a:gd name="T13" fmla="*/ 1 h 5"/>
                  <a:gd name="T14" fmla="*/ 4 w 4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0"/>
                    </a:lnTo>
                    <a:lnTo>
                      <a:pt x="1" y="1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4" y="1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5" name="ïṧlîḑè"/>
              <p:cNvSpPr/>
              <p:nvPr/>
            </p:nvSpPr>
            <p:spPr bwMode="auto">
              <a:xfrm>
                <a:off x="2035124" y="2940602"/>
                <a:ext cx="12287" cy="18433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0 h 5"/>
                  <a:gd name="T4" fmla="*/ 1 w 4"/>
                  <a:gd name="T5" fmla="*/ 1 h 5"/>
                  <a:gd name="T6" fmla="*/ 0 w 4"/>
                  <a:gd name="T7" fmla="*/ 5 h 5"/>
                  <a:gd name="T8" fmla="*/ 0 w 4"/>
                  <a:gd name="T9" fmla="*/ 5 h 5"/>
                  <a:gd name="T10" fmla="*/ 2 w 4"/>
                  <a:gd name="T11" fmla="*/ 4 h 5"/>
                  <a:gd name="T12" fmla="*/ 4 w 4"/>
                  <a:gd name="T13" fmla="*/ 1 h 5"/>
                  <a:gd name="T14" fmla="*/ 4 w 4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0"/>
                    </a:lnTo>
                    <a:lnTo>
                      <a:pt x="1" y="1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2" y="4"/>
                    </a:lnTo>
                    <a:lnTo>
                      <a:pt x="4" y="1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6" name="îS1ïḋè"/>
              <p:cNvSpPr/>
              <p:nvPr/>
            </p:nvSpPr>
            <p:spPr bwMode="auto">
              <a:xfrm>
                <a:off x="1740235" y="3536523"/>
                <a:ext cx="0" cy="30720"/>
              </a:xfrm>
              <a:custGeom>
                <a:avLst/>
                <a:gdLst>
                  <a:gd name="T0" fmla="*/ 1 w 1"/>
                  <a:gd name="T1" fmla="*/ 12 h 12"/>
                  <a:gd name="T2" fmla="*/ 1 w 1"/>
                  <a:gd name="T3" fmla="*/ 12 h 12"/>
                  <a:gd name="T4" fmla="*/ 1 w 1"/>
                  <a:gd name="T5" fmla="*/ 3 h 12"/>
                  <a:gd name="T6" fmla="*/ 1 w 1"/>
                  <a:gd name="T7" fmla="*/ 0 h 12"/>
                  <a:gd name="T8" fmla="*/ 0 w 1"/>
                  <a:gd name="T9" fmla="*/ 0 h 12"/>
                  <a:gd name="T10" fmla="*/ 0 w 1"/>
                  <a:gd name="T11" fmla="*/ 2 h 12"/>
                  <a:gd name="T12" fmla="*/ 0 w 1"/>
                  <a:gd name="T13" fmla="*/ 2 h 12"/>
                  <a:gd name="T14" fmla="*/ 1 w 1"/>
                  <a:gd name="T15" fmla="*/ 6 h 12"/>
                  <a:gd name="T16" fmla="*/ 1 w 1"/>
                  <a:gd name="T1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12">
                    <a:moveTo>
                      <a:pt x="1" y="12"/>
                    </a:moveTo>
                    <a:lnTo>
                      <a:pt x="1" y="12"/>
                    </a:lnTo>
                    <a:lnTo>
                      <a:pt x="1" y="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6"/>
                    </a:lnTo>
                    <a:lnTo>
                      <a:pt x="1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7" name="íṩľïdé"/>
              <p:cNvSpPr/>
              <p:nvPr/>
            </p:nvSpPr>
            <p:spPr bwMode="auto">
              <a:xfrm>
                <a:off x="1740235" y="3536523"/>
                <a:ext cx="0" cy="30720"/>
              </a:xfrm>
              <a:custGeom>
                <a:avLst/>
                <a:gdLst>
                  <a:gd name="T0" fmla="*/ 1 w 1"/>
                  <a:gd name="T1" fmla="*/ 12 h 12"/>
                  <a:gd name="T2" fmla="*/ 1 w 1"/>
                  <a:gd name="T3" fmla="*/ 12 h 12"/>
                  <a:gd name="T4" fmla="*/ 1 w 1"/>
                  <a:gd name="T5" fmla="*/ 3 h 12"/>
                  <a:gd name="T6" fmla="*/ 1 w 1"/>
                  <a:gd name="T7" fmla="*/ 0 h 12"/>
                  <a:gd name="T8" fmla="*/ 0 w 1"/>
                  <a:gd name="T9" fmla="*/ 0 h 12"/>
                  <a:gd name="T10" fmla="*/ 0 w 1"/>
                  <a:gd name="T11" fmla="*/ 2 h 12"/>
                  <a:gd name="T12" fmla="*/ 0 w 1"/>
                  <a:gd name="T13" fmla="*/ 2 h 12"/>
                  <a:gd name="T14" fmla="*/ 1 w 1"/>
                  <a:gd name="T15" fmla="*/ 6 h 12"/>
                  <a:gd name="T16" fmla="*/ 1 w 1"/>
                  <a:gd name="T17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12">
                    <a:moveTo>
                      <a:pt x="1" y="12"/>
                    </a:moveTo>
                    <a:lnTo>
                      <a:pt x="1" y="12"/>
                    </a:lnTo>
                    <a:lnTo>
                      <a:pt x="1" y="3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6"/>
                    </a:lnTo>
                    <a:lnTo>
                      <a:pt x="1" y="1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8" name="ïṡľïḋé"/>
              <p:cNvSpPr/>
              <p:nvPr/>
            </p:nvSpPr>
            <p:spPr bwMode="auto">
              <a:xfrm>
                <a:off x="1807816" y="3296928"/>
                <a:ext cx="6145" cy="49148"/>
              </a:xfrm>
              <a:custGeom>
                <a:avLst/>
                <a:gdLst>
                  <a:gd name="T0" fmla="*/ 0 w 2"/>
                  <a:gd name="T1" fmla="*/ 16 h 16"/>
                  <a:gd name="T2" fmla="*/ 0 w 2"/>
                  <a:gd name="T3" fmla="*/ 16 h 16"/>
                  <a:gd name="T4" fmla="*/ 2 w 2"/>
                  <a:gd name="T5" fmla="*/ 15 h 16"/>
                  <a:gd name="T6" fmla="*/ 2 w 2"/>
                  <a:gd name="T7" fmla="*/ 10 h 16"/>
                  <a:gd name="T8" fmla="*/ 2 w 2"/>
                  <a:gd name="T9" fmla="*/ 10 h 16"/>
                  <a:gd name="T10" fmla="*/ 2 w 2"/>
                  <a:gd name="T11" fmla="*/ 0 h 16"/>
                  <a:gd name="T12" fmla="*/ 2 w 2"/>
                  <a:gd name="T13" fmla="*/ 0 h 16"/>
                  <a:gd name="T14" fmla="*/ 2 w 2"/>
                  <a:gd name="T15" fmla="*/ 2 h 16"/>
                  <a:gd name="T16" fmla="*/ 0 w 2"/>
                  <a:gd name="T17" fmla="*/ 0 h 16"/>
                  <a:gd name="T18" fmla="*/ 0 w 2"/>
                  <a:gd name="T19" fmla="*/ 0 h 16"/>
                  <a:gd name="T20" fmla="*/ 0 w 2"/>
                  <a:gd name="T21" fmla="*/ 5 h 16"/>
                  <a:gd name="T22" fmla="*/ 0 w 2"/>
                  <a:gd name="T23" fmla="*/ 7 h 16"/>
                  <a:gd name="T24" fmla="*/ 0 w 2"/>
                  <a:gd name="T25" fmla="*/ 7 h 16"/>
                  <a:gd name="T26" fmla="*/ 0 w 2"/>
                  <a:gd name="T27" fmla="*/ 12 h 16"/>
                  <a:gd name="T28" fmla="*/ 0 w 2"/>
                  <a:gd name="T2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" h="16">
                    <a:moveTo>
                      <a:pt x="0" y="16"/>
                    </a:moveTo>
                    <a:lnTo>
                      <a:pt x="0" y="16"/>
                    </a:lnTo>
                    <a:lnTo>
                      <a:pt x="2" y="15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499" name="íṡlïďè"/>
              <p:cNvSpPr/>
              <p:nvPr/>
            </p:nvSpPr>
            <p:spPr bwMode="auto">
              <a:xfrm>
                <a:off x="1807816" y="3296928"/>
                <a:ext cx="6145" cy="49148"/>
              </a:xfrm>
              <a:custGeom>
                <a:avLst/>
                <a:gdLst>
                  <a:gd name="T0" fmla="*/ 0 w 2"/>
                  <a:gd name="T1" fmla="*/ 16 h 16"/>
                  <a:gd name="T2" fmla="*/ 0 w 2"/>
                  <a:gd name="T3" fmla="*/ 16 h 16"/>
                  <a:gd name="T4" fmla="*/ 2 w 2"/>
                  <a:gd name="T5" fmla="*/ 15 h 16"/>
                  <a:gd name="T6" fmla="*/ 2 w 2"/>
                  <a:gd name="T7" fmla="*/ 10 h 16"/>
                  <a:gd name="T8" fmla="*/ 2 w 2"/>
                  <a:gd name="T9" fmla="*/ 10 h 16"/>
                  <a:gd name="T10" fmla="*/ 2 w 2"/>
                  <a:gd name="T11" fmla="*/ 0 h 16"/>
                  <a:gd name="T12" fmla="*/ 2 w 2"/>
                  <a:gd name="T13" fmla="*/ 0 h 16"/>
                  <a:gd name="T14" fmla="*/ 2 w 2"/>
                  <a:gd name="T15" fmla="*/ 2 h 16"/>
                  <a:gd name="T16" fmla="*/ 0 w 2"/>
                  <a:gd name="T17" fmla="*/ 0 h 16"/>
                  <a:gd name="T18" fmla="*/ 0 w 2"/>
                  <a:gd name="T19" fmla="*/ 0 h 16"/>
                  <a:gd name="T20" fmla="*/ 0 w 2"/>
                  <a:gd name="T21" fmla="*/ 5 h 16"/>
                  <a:gd name="T22" fmla="*/ 0 w 2"/>
                  <a:gd name="T23" fmla="*/ 7 h 16"/>
                  <a:gd name="T24" fmla="*/ 0 w 2"/>
                  <a:gd name="T25" fmla="*/ 7 h 16"/>
                  <a:gd name="T26" fmla="*/ 0 w 2"/>
                  <a:gd name="T27" fmla="*/ 12 h 16"/>
                  <a:gd name="T28" fmla="*/ 0 w 2"/>
                  <a:gd name="T2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" h="16">
                    <a:moveTo>
                      <a:pt x="0" y="16"/>
                    </a:moveTo>
                    <a:lnTo>
                      <a:pt x="0" y="16"/>
                    </a:lnTo>
                    <a:lnTo>
                      <a:pt x="2" y="15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12"/>
                    </a:lnTo>
                    <a:lnTo>
                      <a:pt x="0" y="1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0" name="ïSḻíḑe"/>
              <p:cNvSpPr/>
              <p:nvPr/>
            </p:nvSpPr>
            <p:spPr bwMode="auto">
              <a:xfrm>
                <a:off x="1691087" y="3671680"/>
                <a:ext cx="6145" cy="49148"/>
              </a:xfrm>
              <a:custGeom>
                <a:avLst/>
                <a:gdLst>
                  <a:gd name="T0" fmla="*/ 1 w 1"/>
                  <a:gd name="T1" fmla="*/ 14 h 14"/>
                  <a:gd name="T2" fmla="*/ 1 w 1"/>
                  <a:gd name="T3" fmla="*/ 14 h 14"/>
                  <a:gd name="T4" fmla="*/ 1 w 1"/>
                  <a:gd name="T5" fmla="*/ 7 h 14"/>
                  <a:gd name="T6" fmla="*/ 0 w 1"/>
                  <a:gd name="T7" fmla="*/ 0 h 14"/>
                  <a:gd name="T8" fmla="*/ 0 w 1"/>
                  <a:gd name="T9" fmla="*/ 0 h 14"/>
                  <a:gd name="T10" fmla="*/ 1 w 1"/>
                  <a:gd name="T11" fmla="*/ 7 h 14"/>
                  <a:gd name="T12" fmla="*/ 1 w 1"/>
                  <a:gd name="T13" fmla="*/ 10 h 14"/>
                  <a:gd name="T14" fmla="*/ 1 w 1"/>
                  <a:gd name="T1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4">
                    <a:moveTo>
                      <a:pt x="1" y="14"/>
                    </a:moveTo>
                    <a:lnTo>
                      <a:pt x="1" y="14"/>
                    </a:lnTo>
                    <a:lnTo>
                      <a:pt x="1" y="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1" name="íŝḷîḍé"/>
              <p:cNvSpPr/>
              <p:nvPr/>
            </p:nvSpPr>
            <p:spPr bwMode="auto">
              <a:xfrm>
                <a:off x="1691087" y="3671680"/>
                <a:ext cx="6145" cy="49148"/>
              </a:xfrm>
              <a:custGeom>
                <a:avLst/>
                <a:gdLst>
                  <a:gd name="T0" fmla="*/ 1 w 1"/>
                  <a:gd name="T1" fmla="*/ 14 h 14"/>
                  <a:gd name="T2" fmla="*/ 1 w 1"/>
                  <a:gd name="T3" fmla="*/ 14 h 14"/>
                  <a:gd name="T4" fmla="*/ 1 w 1"/>
                  <a:gd name="T5" fmla="*/ 7 h 14"/>
                  <a:gd name="T6" fmla="*/ 0 w 1"/>
                  <a:gd name="T7" fmla="*/ 0 h 14"/>
                  <a:gd name="T8" fmla="*/ 0 w 1"/>
                  <a:gd name="T9" fmla="*/ 0 h 14"/>
                  <a:gd name="T10" fmla="*/ 1 w 1"/>
                  <a:gd name="T11" fmla="*/ 7 h 14"/>
                  <a:gd name="T12" fmla="*/ 1 w 1"/>
                  <a:gd name="T13" fmla="*/ 10 h 14"/>
                  <a:gd name="T14" fmla="*/ 1 w 1"/>
                  <a:gd name="T1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4">
                    <a:moveTo>
                      <a:pt x="1" y="14"/>
                    </a:moveTo>
                    <a:lnTo>
                      <a:pt x="1" y="14"/>
                    </a:lnTo>
                    <a:lnTo>
                      <a:pt x="1" y="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7"/>
                    </a:lnTo>
                    <a:lnTo>
                      <a:pt x="1" y="10"/>
                    </a:lnTo>
                    <a:lnTo>
                      <a:pt x="1" y="1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2" name="íṡḻïḓê"/>
              <p:cNvSpPr/>
              <p:nvPr/>
            </p:nvSpPr>
            <p:spPr bwMode="auto">
              <a:xfrm>
                <a:off x="2071985" y="2830019"/>
                <a:ext cx="24574" cy="61435"/>
              </a:xfrm>
              <a:custGeom>
                <a:avLst/>
                <a:gdLst>
                  <a:gd name="T0" fmla="*/ 0 w 7"/>
                  <a:gd name="T1" fmla="*/ 20 h 20"/>
                  <a:gd name="T2" fmla="*/ 0 w 7"/>
                  <a:gd name="T3" fmla="*/ 20 h 20"/>
                  <a:gd name="T4" fmla="*/ 1 w 7"/>
                  <a:gd name="T5" fmla="*/ 18 h 20"/>
                  <a:gd name="T6" fmla="*/ 1 w 7"/>
                  <a:gd name="T7" fmla="*/ 18 h 20"/>
                  <a:gd name="T8" fmla="*/ 1 w 7"/>
                  <a:gd name="T9" fmla="*/ 18 h 20"/>
                  <a:gd name="T10" fmla="*/ 4 w 7"/>
                  <a:gd name="T11" fmla="*/ 10 h 20"/>
                  <a:gd name="T12" fmla="*/ 7 w 7"/>
                  <a:gd name="T13" fmla="*/ 5 h 20"/>
                  <a:gd name="T14" fmla="*/ 7 w 7"/>
                  <a:gd name="T15" fmla="*/ 0 h 20"/>
                  <a:gd name="T16" fmla="*/ 7 w 7"/>
                  <a:gd name="T17" fmla="*/ 0 h 20"/>
                  <a:gd name="T18" fmla="*/ 6 w 7"/>
                  <a:gd name="T19" fmla="*/ 5 h 20"/>
                  <a:gd name="T20" fmla="*/ 3 w 7"/>
                  <a:gd name="T21" fmla="*/ 10 h 20"/>
                  <a:gd name="T22" fmla="*/ 0 w 7"/>
                  <a:gd name="T23" fmla="*/ 14 h 20"/>
                  <a:gd name="T24" fmla="*/ 0 w 7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" h="20">
                    <a:moveTo>
                      <a:pt x="0" y="20"/>
                    </a:moveTo>
                    <a:lnTo>
                      <a:pt x="0" y="20"/>
                    </a:lnTo>
                    <a:lnTo>
                      <a:pt x="1" y="18"/>
                    </a:lnTo>
                    <a:lnTo>
                      <a:pt x="1" y="18"/>
                    </a:lnTo>
                    <a:lnTo>
                      <a:pt x="1" y="18"/>
                    </a:lnTo>
                    <a:lnTo>
                      <a:pt x="4" y="10"/>
                    </a:lnTo>
                    <a:lnTo>
                      <a:pt x="7" y="5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6" y="5"/>
                    </a:lnTo>
                    <a:lnTo>
                      <a:pt x="3" y="10"/>
                    </a:lnTo>
                    <a:lnTo>
                      <a:pt x="0" y="14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3" name="iṡ1ïďê"/>
              <p:cNvSpPr/>
              <p:nvPr/>
            </p:nvSpPr>
            <p:spPr bwMode="auto">
              <a:xfrm>
                <a:off x="2071985" y="2830019"/>
                <a:ext cx="24574" cy="61435"/>
              </a:xfrm>
              <a:custGeom>
                <a:avLst/>
                <a:gdLst>
                  <a:gd name="T0" fmla="*/ 0 w 7"/>
                  <a:gd name="T1" fmla="*/ 20 h 20"/>
                  <a:gd name="T2" fmla="*/ 0 w 7"/>
                  <a:gd name="T3" fmla="*/ 20 h 20"/>
                  <a:gd name="T4" fmla="*/ 1 w 7"/>
                  <a:gd name="T5" fmla="*/ 18 h 20"/>
                  <a:gd name="T6" fmla="*/ 1 w 7"/>
                  <a:gd name="T7" fmla="*/ 18 h 20"/>
                  <a:gd name="T8" fmla="*/ 1 w 7"/>
                  <a:gd name="T9" fmla="*/ 18 h 20"/>
                  <a:gd name="T10" fmla="*/ 4 w 7"/>
                  <a:gd name="T11" fmla="*/ 10 h 20"/>
                  <a:gd name="T12" fmla="*/ 7 w 7"/>
                  <a:gd name="T13" fmla="*/ 5 h 20"/>
                  <a:gd name="T14" fmla="*/ 7 w 7"/>
                  <a:gd name="T15" fmla="*/ 0 h 20"/>
                  <a:gd name="T16" fmla="*/ 7 w 7"/>
                  <a:gd name="T17" fmla="*/ 0 h 20"/>
                  <a:gd name="T18" fmla="*/ 6 w 7"/>
                  <a:gd name="T19" fmla="*/ 5 h 20"/>
                  <a:gd name="T20" fmla="*/ 3 w 7"/>
                  <a:gd name="T21" fmla="*/ 10 h 20"/>
                  <a:gd name="T22" fmla="*/ 0 w 7"/>
                  <a:gd name="T23" fmla="*/ 14 h 20"/>
                  <a:gd name="T24" fmla="*/ 0 w 7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" h="20">
                    <a:moveTo>
                      <a:pt x="0" y="20"/>
                    </a:moveTo>
                    <a:lnTo>
                      <a:pt x="0" y="20"/>
                    </a:lnTo>
                    <a:lnTo>
                      <a:pt x="1" y="18"/>
                    </a:lnTo>
                    <a:lnTo>
                      <a:pt x="1" y="18"/>
                    </a:lnTo>
                    <a:lnTo>
                      <a:pt x="1" y="18"/>
                    </a:lnTo>
                    <a:lnTo>
                      <a:pt x="4" y="10"/>
                    </a:lnTo>
                    <a:lnTo>
                      <a:pt x="7" y="5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6" y="5"/>
                    </a:lnTo>
                    <a:lnTo>
                      <a:pt x="3" y="10"/>
                    </a:lnTo>
                    <a:lnTo>
                      <a:pt x="0" y="14"/>
                    </a:lnTo>
                    <a:lnTo>
                      <a:pt x="0" y="2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4" name="îšļîḍè"/>
              <p:cNvSpPr/>
              <p:nvPr/>
            </p:nvSpPr>
            <p:spPr bwMode="auto">
              <a:xfrm>
                <a:off x="1740235" y="3395223"/>
                <a:ext cx="6145" cy="24574"/>
              </a:xfrm>
              <a:custGeom>
                <a:avLst/>
                <a:gdLst>
                  <a:gd name="T0" fmla="*/ 1 w 1"/>
                  <a:gd name="T1" fmla="*/ 8 h 8"/>
                  <a:gd name="T2" fmla="*/ 1 w 1"/>
                  <a:gd name="T3" fmla="*/ 8 h 8"/>
                  <a:gd name="T4" fmla="*/ 1 w 1"/>
                  <a:gd name="T5" fmla="*/ 7 h 8"/>
                  <a:gd name="T6" fmla="*/ 1 w 1"/>
                  <a:gd name="T7" fmla="*/ 4 h 8"/>
                  <a:gd name="T8" fmla="*/ 0 w 1"/>
                  <a:gd name="T9" fmla="*/ 0 h 8"/>
                  <a:gd name="T10" fmla="*/ 0 w 1"/>
                  <a:gd name="T11" fmla="*/ 0 h 8"/>
                  <a:gd name="T12" fmla="*/ 0 w 1"/>
                  <a:gd name="T13" fmla="*/ 4 h 8"/>
                  <a:gd name="T14" fmla="*/ 0 w 1"/>
                  <a:gd name="T15" fmla="*/ 4 h 8"/>
                  <a:gd name="T16" fmla="*/ 1 w 1"/>
                  <a:gd name="T1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8">
                    <a:moveTo>
                      <a:pt x="1" y="8"/>
                    </a:moveTo>
                    <a:lnTo>
                      <a:pt x="1" y="8"/>
                    </a:lnTo>
                    <a:lnTo>
                      <a:pt x="1" y="7"/>
                    </a:lnTo>
                    <a:lnTo>
                      <a:pt x="1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5" name="iŝ1îďe"/>
              <p:cNvSpPr/>
              <p:nvPr/>
            </p:nvSpPr>
            <p:spPr bwMode="auto">
              <a:xfrm>
                <a:off x="1740235" y="3395223"/>
                <a:ext cx="6145" cy="24574"/>
              </a:xfrm>
              <a:custGeom>
                <a:avLst/>
                <a:gdLst>
                  <a:gd name="T0" fmla="*/ 1 w 1"/>
                  <a:gd name="T1" fmla="*/ 8 h 8"/>
                  <a:gd name="T2" fmla="*/ 1 w 1"/>
                  <a:gd name="T3" fmla="*/ 8 h 8"/>
                  <a:gd name="T4" fmla="*/ 1 w 1"/>
                  <a:gd name="T5" fmla="*/ 7 h 8"/>
                  <a:gd name="T6" fmla="*/ 1 w 1"/>
                  <a:gd name="T7" fmla="*/ 4 h 8"/>
                  <a:gd name="T8" fmla="*/ 0 w 1"/>
                  <a:gd name="T9" fmla="*/ 0 h 8"/>
                  <a:gd name="T10" fmla="*/ 0 w 1"/>
                  <a:gd name="T11" fmla="*/ 0 h 8"/>
                  <a:gd name="T12" fmla="*/ 0 w 1"/>
                  <a:gd name="T13" fmla="*/ 4 h 8"/>
                  <a:gd name="T14" fmla="*/ 0 w 1"/>
                  <a:gd name="T15" fmla="*/ 4 h 8"/>
                  <a:gd name="T16" fmla="*/ 1 w 1"/>
                  <a:gd name="T1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8">
                    <a:moveTo>
                      <a:pt x="1" y="8"/>
                    </a:moveTo>
                    <a:lnTo>
                      <a:pt x="1" y="8"/>
                    </a:lnTo>
                    <a:lnTo>
                      <a:pt x="1" y="7"/>
                    </a:lnTo>
                    <a:lnTo>
                      <a:pt x="1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6" name="îsḻíḑè"/>
              <p:cNvSpPr/>
              <p:nvPr/>
            </p:nvSpPr>
            <p:spPr bwMode="auto">
              <a:xfrm>
                <a:off x="1697232" y="3370649"/>
                <a:ext cx="6145" cy="30720"/>
              </a:xfrm>
              <a:custGeom>
                <a:avLst/>
                <a:gdLst>
                  <a:gd name="T0" fmla="*/ 1 w 1"/>
                  <a:gd name="T1" fmla="*/ 10 h 10"/>
                  <a:gd name="T2" fmla="*/ 1 w 1"/>
                  <a:gd name="T3" fmla="*/ 10 h 10"/>
                  <a:gd name="T4" fmla="*/ 1 w 1"/>
                  <a:gd name="T5" fmla="*/ 1 h 10"/>
                  <a:gd name="T6" fmla="*/ 1 w 1"/>
                  <a:gd name="T7" fmla="*/ 0 h 10"/>
                  <a:gd name="T8" fmla="*/ 0 w 1"/>
                  <a:gd name="T9" fmla="*/ 1 h 10"/>
                  <a:gd name="T10" fmla="*/ 0 w 1"/>
                  <a:gd name="T11" fmla="*/ 1 h 10"/>
                  <a:gd name="T12" fmla="*/ 0 w 1"/>
                  <a:gd name="T13" fmla="*/ 5 h 10"/>
                  <a:gd name="T14" fmla="*/ 1 w 1"/>
                  <a:gd name="T1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0">
                    <a:moveTo>
                      <a:pt x="1" y="10"/>
                    </a:moveTo>
                    <a:lnTo>
                      <a:pt x="1" y="10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5"/>
                    </a:lnTo>
                    <a:lnTo>
                      <a:pt x="1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7" name="i$ḻïḍê"/>
              <p:cNvSpPr/>
              <p:nvPr/>
            </p:nvSpPr>
            <p:spPr bwMode="auto">
              <a:xfrm>
                <a:off x="1697232" y="3370649"/>
                <a:ext cx="6145" cy="30720"/>
              </a:xfrm>
              <a:custGeom>
                <a:avLst/>
                <a:gdLst>
                  <a:gd name="T0" fmla="*/ 1 w 1"/>
                  <a:gd name="T1" fmla="*/ 10 h 10"/>
                  <a:gd name="T2" fmla="*/ 1 w 1"/>
                  <a:gd name="T3" fmla="*/ 10 h 10"/>
                  <a:gd name="T4" fmla="*/ 1 w 1"/>
                  <a:gd name="T5" fmla="*/ 1 h 10"/>
                  <a:gd name="T6" fmla="*/ 1 w 1"/>
                  <a:gd name="T7" fmla="*/ 0 h 10"/>
                  <a:gd name="T8" fmla="*/ 0 w 1"/>
                  <a:gd name="T9" fmla="*/ 1 h 10"/>
                  <a:gd name="T10" fmla="*/ 0 w 1"/>
                  <a:gd name="T11" fmla="*/ 1 h 10"/>
                  <a:gd name="T12" fmla="*/ 0 w 1"/>
                  <a:gd name="T13" fmla="*/ 5 h 10"/>
                  <a:gd name="T14" fmla="*/ 1 w 1"/>
                  <a:gd name="T15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0">
                    <a:moveTo>
                      <a:pt x="1" y="10"/>
                    </a:moveTo>
                    <a:lnTo>
                      <a:pt x="1" y="10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5"/>
                    </a:lnTo>
                    <a:lnTo>
                      <a:pt x="1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8" name="îṥḷíḓè"/>
              <p:cNvSpPr/>
              <p:nvPr/>
            </p:nvSpPr>
            <p:spPr bwMode="auto">
              <a:xfrm>
                <a:off x="1912254" y="2885309"/>
                <a:ext cx="12287" cy="36861"/>
              </a:xfrm>
              <a:custGeom>
                <a:avLst/>
                <a:gdLst>
                  <a:gd name="T0" fmla="*/ 0 w 2"/>
                  <a:gd name="T1" fmla="*/ 12 h 12"/>
                  <a:gd name="T2" fmla="*/ 0 w 2"/>
                  <a:gd name="T3" fmla="*/ 12 h 12"/>
                  <a:gd name="T4" fmla="*/ 2 w 2"/>
                  <a:gd name="T5" fmla="*/ 4 h 12"/>
                  <a:gd name="T6" fmla="*/ 2 w 2"/>
                  <a:gd name="T7" fmla="*/ 0 h 12"/>
                  <a:gd name="T8" fmla="*/ 2 w 2"/>
                  <a:gd name="T9" fmla="*/ 0 h 12"/>
                  <a:gd name="T10" fmla="*/ 1 w 2"/>
                  <a:gd name="T11" fmla="*/ 6 h 12"/>
                  <a:gd name="T12" fmla="*/ 0 w 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12">
                    <a:moveTo>
                      <a:pt x="0" y="12"/>
                    </a:moveTo>
                    <a:lnTo>
                      <a:pt x="0" y="12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1" y="6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09" name="ísliḑé"/>
              <p:cNvSpPr/>
              <p:nvPr/>
            </p:nvSpPr>
            <p:spPr bwMode="auto">
              <a:xfrm>
                <a:off x="1912254" y="2885309"/>
                <a:ext cx="12287" cy="36861"/>
              </a:xfrm>
              <a:custGeom>
                <a:avLst/>
                <a:gdLst>
                  <a:gd name="T0" fmla="*/ 0 w 2"/>
                  <a:gd name="T1" fmla="*/ 12 h 12"/>
                  <a:gd name="T2" fmla="*/ 0 w 2"/>
                  <a:gd name="T3" fmla="*/ 12 h 12"/>
                  <a:gd name="T4" fmla="*/ 2 w 2"/>
                  <a:gd name="T5" fmla="*/ 4 h 12"/>
                  <a:gd name="T6" fmla="*/ 2 w 2"/>
                  <a:gd name="T7" fmla="*/ 0 h 12"/>
                  <a:gd name="T8" fmla="*/ 2 w 2"/>
                  <a:gd name="T9" fmla="*/ 0 h 12"/>
                  <a:gd name="T10" fmla="*/ 1 w 2"/>
                  <a:gd name="T11" fmla="*/ 6 h 12"/>
                  <a:gd name="T12" fmla="*/ 0 w 2"/>
                  <a:gd name="T13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12">
                    <a:moveTo>
                      <a:pt x="0" y="12"/>
                    </a:moveTo>
                    <a:lnTo>
                      <a:pt x="0" y="12"/>
                    </a:lnTo>
                    <a:lnTo>
                      <a:pt x="2" y="4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1" y="6"/>
                    </a:lnTo>
                    <a:lnTo>
                      <a:pt x="0" y="1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0" name="íṣlíḑé"/>
              <p:cNvSpPr/>
              <p:nvPr/>
            </p:nvSpPr>
            <p:spPr bwMode="auto">
              <a:xfrm>
                <a:off x="1795529" y="3081902"/>
                <a:ext cx="6145" cy="18433"/>
              </a:xfrm>
              <a:custGeom>
                <a:avLst/>
                <a:gdLst>
                  <a:gd name="T0" fmla="*/ 0 w 2"/>
                  <a:gd name="T1" fmla="*/ 6 h 6"/>
                  <a:gd name="T2" fmla="*/ 0 w 2"/>
                  <a:gd name="T3" fmla="*/ 6 h 6"/>
                  <a:gd name="T4" fmla="*/ 0 w 2"/>
                  <a:gd name="T5" fmla="*/ 3 h 6"/>
                  <a:gd name="T6" fmla="*/ 2 w 2"/>
                  <a:gd name="T7" fmla="*/ 2 h 6"/>
                  <a:gd name="T8" fmla="*/ 2 w 2"/>
                  <a:gd name="T9" fmla="*/ 2 h 6"/>
                  <a:gd name="T10" fmla="*/ 2 w 2"/>
                  <a:gd name="T11" fmla="*/ 0 h 6"/>
                  <a:gd name="T12" fmla="*/ 0 w 2"/>
                  <a:gd name="T13" fmla="*/ 0 h 6"/>
                  <a:gd name="T14" fmla="*/ 0 w 2"/>
                  <a:gd name="T15" fmla="*/ 0 h 6"/>
                  <a:gd name="T16" fmla="*/ 0 w 2"/>
                  <a:gd name="T17" fmla="*/ 3 h 6"/>
                  <a:gd name="T18" fmla="*/ 0 w 2"/>
                  <a:gd name="T1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6">
                    <a:moveTo>
                      <a:pt x="0" y="6"/>
                    </a:moveTo>
                    <a:lnTo>
                      <a:pt x="0" y="6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1" name="íŝľîḋé"/>
              <p:cNvSpPr/>
              <p:nvPr/>
            </p:nvSpPr>
            <p:spPr bwMode="auto">
              <a:xfrm>
                <a:off x="1795529" y="3081902"/>
                <a:ext cx="6145" cy="18433"/>
              </a:xfrm>
              <a:custGeom>
                <a:avLst/>
                <a:gdLst>
                  <a:gd name="T0" fmla="*/ 0 w 2"/>
                  <a:gd name="T1" fmla="*/ 6 h 6"/>
                  <a:gd name="T2" fmla="*/ 0 w 2"/>
                  <a:gd name="T3" fmla="*/ 6 h 6"/>
                  <a:gd name="T4" fmla="*/ 0 w 2"/>
                  <a:gd name="T5" fmla="*/ 3 h 6"/>
                  <a:gd name="T6" fmla="*/ 2 w 2"/>
                  <a:gd name="T7" fmla="*/ 2 h 6"/>
                  <a:gd name="T8" fmla="*/ 2 w 2"/>
                  <a:gd name="T9" fmla="*/ 2 h 6"/>
                  <a:gd name="T10" fmla="*/ 2 w 2"/>
                  <a:gd name="T11" fmla="*/ 0 h 6"/>
                  <a:gd name="T12" fmla="*/ 0 w 2"/>
                  <a:gd name="T13" fmla="*/ 0 h 6"/>
                  <a:gd name="T14" fmla="*/ 0 w 2"/>
                  <a:gd name="T15" fmla="*/ 0 h 6"/>
                  <a:gd name="T16" fmla="*/ 0 w 2"/>
                  <a:gd name="T17" fmla="*/ 3 h 6"/>
                  <a:gd name="T18" fmla="*/ 0 w 2"/>
                  <a:gd name="T19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" h="6">
                    <a:moveTo>
                      <a:pt x="0" y="6"/>
                    </a:moveTo>
                    <a:lnTo>
                      <a:pt x="0" y="6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2" name="iṣḻîďé"/>
              <p:cNvSpPr/>
              <p:nvPr/>
            </p:nvSpPr>
            <p:spPr bwMode="auto">
              <a:xfrm>
                <a:off x="1721807" y="2934457"/>
                <a:ext cx="6145" cy="24574"/>
              </a:xfrm>
              <a:custGeom>
                <a:avLst/>
                <a:gdLst>
                  <a:gd name="T0" fmla="*/ 0 w 3"/>
                  <a:gd name="T1" fmla="*/ 8 h 8"/>
                  <a:gd name="T2" fmla="*/ 0 w 3"/>
                  <a:gd name="T3" fmla="*/ 8 h 8"/>
                  <a:gd name="T4" fmla="*/ 3 w 3"/>
                  <a:gd name="T5" fmla="*/ 1 h 8"/>
                  <a:gd name="T6" fmla="*/ 3 w 3"/>
                  <a:gd name="T7" fmla="*/ 1 h 8"/>
                  <a:gd name="T8" fmla="*/ 3 w 3"/>
                  <a:gd name="T9" fmla="*/ 0 h 8"/>
                  <a:gd name="T10" fmla="*/ 1 w 3"/>
                  <a:gd name="T11" fmla="*/ 1 h 8"/>
                  <a:gd name="T12" fmla="*/ 1 w 3"/>
                  <a:gd name="T13" fmla="*/ 4 h 8"/>
                  <a:gd name="T14" fmla="*/ 1 w 3"/>
                  <a:gd name="T15" fmla="*/ 3 h 8"/>
                  <a:gd name="T16" fmla="*/ 1 w 3"/>
                  <a:gd name="T17" fmla="*/ 3 h 8"/>
                  <a:gd name="T18" fmla="*/ 0 w 3"/>
                  <a:gd name="T19" fmla="*/ 5 h 8"/>
                  <a:gd name="T20" fmla="*/ 0 w 3"/>
                  <a:gd name="T21" fmla="*/ 5 h 8"/>
                  <a:gd name="T22" fmla="*/ 0 w 3"/>
                  <a:gd name="T2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8">
                    <a:moveTo>
                      <a:pt x="0" y="8"/>
                    </a:moveTo>
                    <a:lnTo>
                      <a:pt x="0" y="8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3" name="ïšľïdê"/>
              <p:cNvSpPr/>
              <p:nvPr/>
            </p:nvSpPr>
            <p:spPr bwMode="auto">
              <a:xfrm>
                <a:off x="1721807" y="2934457"/>
                <a:ext cx="6145" cy="24574"/>
              </a:xfrm>
              <a:custGeom>
                <a:avLst/>
                <a:gdLst>
                  <a:gd name="T0" fmla="*/ 0 w 3"/>
                  <a:gd name="T1" fmla="*/ 8 h 8"/>
                  <a:gd name="T2" fmla="*/ 0 w 3"/>
                  <a:gd name="T3" fmla="*/ 8 h 8"/>
                  <a:gd name="T4" fmla="*/ 3 w 3"/>
                  <a:gd name="T5" fmla="*/ 1 h 8"/>
                  <a:gd name="T6" fmla="*/ 3 w 3"/>
                  <a:gd name="T7" fmla="*/ 1 h 8"/>
                  <a:gd name="T8" fmla="*/ 3 w 3"/>
                  <a:gd name="T9" fmla="*/ 0 h 8"/>
                  <a:gd name="T10" fmla="*/ 1 w 3"/>
                  <a:gd name="T11" fmla="*/ 1 h 8"/>
                  <a:gd name="T12" fmla="*/ 1 w 3"/>
                  <a:gd name="T13" fmla="*/ 4 h 8"/>
                  <a:gd name="T14" fmla="*/ 1 w 3"/>
                  <a:gd name="T15" fmla="*/ 3 h 8"/>
                  <a:gd name="T16" fmla="*/ 1 w 3"/>
                  <a:gd name="T17" fmla="*/ 3 h 8"/>
                  <a:gd name="T18" fmla="*/ 0 w 3"/>
                  <a:gd name="T19" fmla="*/ 5 h 8"/>
                  <a:gd name="T20" fmla="*/ 0 w 3"/>
                  <a:gd name="T21" fmla="*/ 5 h 8"/>
                  <a:gd name="T22" fmla="*/ 0 w 3"/>
                  <a:gd name="T2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8">
                    <a:moveTo>
                      <a:pt x="0" y="8"/>
                    </a:moveTo>
                    <a:lnTo>
                      <a:pt x="0" y="8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1" y="4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4" name="îŝḻîḋê"/>
              <p:cNvSpPr/>
              <p:nvPr/>
            </p:nvSpPr>
            <p:spPr bwMode="auto">
              <a:xfrm>
                <a:off x="1629652" y="3075760"/>
                <a:ext cx="6145" cy="49148"/>
              </a:xfrm>
              <a:custGeom>
                <a:avLst/>
                <a:gdLst>
                  <a:gd name="T0" fmla="*/ 0 w 1"/>
                  <a:gd name="T1" fmla="*/ 14 h 14"/>
                  <a:gd name="T2" fmla="*/ 0 w 1"/>
                  <a:gd name="T3" fmla="*/ 14 h 14"/>
                  <a:gd name="T4" fmla="*/ 1 w 1"/>
                  <a:gd name="T5" fmla="*/ 7 h 14"/>
                  <a:gd name="T6" fmla="*/ 1 w 1"/>
                  <a:gd name="T7" fmla="*/ 0 h 14"/>
                  <a:gd name="T8" fmla="*/ 1 w 1"/>
                  <a:gd name="T9" fmla="*/ 0 h 14"/>
                  <a:gd name="T10" fmla="*/ 0 w 1"/>
                  <a:gd name="T11" fmla="*/ 8 h 14"/>
                  <a:gd name="T12" fmla="*/ 0 w 1"/>
                  <a:gd name="T13" fmla="*/ 13 h 14"/>
                  <a:gd name="T14" fmla="*/ 0 w 1"/>
                  <a:gd name="T1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4">
                    <a:moveTo>
                      <a:pt x="0" y="14"/>
                    </a:moveTo>
                    <a:lnTo>
                      <a:pt x="0" y="14"/>
                    </a:lnTo>
                    <a:lnTo>
                      <a:pt x="1" y="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8"/>
                    </a:lnTo>
                    <a:lnTo>
                      <a:pt x="0" y="13"/>
                    </a:lnTo>
                    <a:lnTo>
                      <a:pt x="0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5" name="iśľiďê"/>
              <p:cNvSpPr/>
              <p:nvPr/>
            </p:nvSpPr>
            <p:spPr bwMode="auto">
              <a:xfrm>
                <a:off x="1629652" y="3075760"/>
                <a:ext cx="6145" cy="49148"/>
              </a:xfrm>
              <a:custGeom>
                <a:avLst/>
                <a:gdLst>
                  <a:gd name="T0" fmla="*/ 0 w 1"/>
                  <a:gd name="T1" fmla="*/ 14 h 14"/>
                  <a:gd name="T2" fmla="*/ 0 w 1"/>
                  <a:gd name="T3" fmla="*/ 14 h 14"/>
                  <a:gd name="T4" fmla="*/ 1 w 1"/>
                  <a:gd name="T5" fmla="*/ 7 h 14"/>
                  <a:gd name="T6" fmla="*/ 1 w 1"/>
                  <a:gd name="T7" fmla="*/ 0 h 14"/>
                  <a:gd name="T8" fmla="*/ 1 w 1"/>
                  <a:gd name="T9" fmla="*/ 0 h 14"/>
                  <a:gd name="T10" fmla="*/ 0 w 1"/>
                  <a:gd name="T11" fmla="*/ 8 h 14"/>
                  <a:gd name="T12" fmla="*/ 0 w 1"/>
                  <a:gd name="T13" fmla="*/ 13 h 14"/>
                  <a:gd name="T14" fmla="*/ 0 w 1"/>
                  <a:gd name="T15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4">
                    <a:moveTo>
                      <a:pt x="0" y="14"/>
                    </a:moveTo>
                    <a:lnTo>
                      <a:pt x="0" y="14"/>
                    </a:lnTo>
                    <a:lnTo>
                      <a:pt x="1" y="7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8"/>
                    </a:lnTo>
                    <a:lnTo>
                      <a:pt x="0" y="13"/>
                    </a:lnTo>
                    <a:lnTo>
                      <a:pt x="0" y="1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6" name="ïṣḷíḋé"/>
              <p:cNvSpPr/>
              <p:nvPr/>
            </p:nvSpPr>
            <p:spPr bwMode="auto">
              <a:xfrm>
                <a:off x="1727948" y="2799299"/>
                <a:ext cx="18433" cy="67581"/>
              </a:xfrm>
              <a:custGeom>
                <a:avLst/>
                <a:gdLst>
                  <a:gd name="T0" fmla="*/ 0 w 7"/>
                  <a:gd name="T1" fmla="*/ 21 h 21"/>
                  <a:gd name="T2" fmla="*/ 0 w 7"/>
                  <a:gd name="T3" fmla="*/ 21 h 21"/>
                  <a:gd name="T4" fmla="*/ 3 w 7"/>
                  <a:gd name="T5" fmla="*/ 19 h 21"/>
                  <a:gd name="T6" fmla="*/ 3 w 7"/>
                  <a:gd name="T7" fmla="*/ 19 h 21"/>
                  <a:gd name="T8" fmla="*/ 3 w 7"/>
                  <a:gd name="T9" fmla="*/ 14 h 21"/>
                  <a:gd name="T10" fmla="*/ 3 w 7"/>
                  <a:gd name="T11" fmla="*/ 14 h 21"/>
                  <a:gd name="T12" fmla="*/ 7 w 7"/>
                  <a:gd name="T13" fmla="*/ 9 h 21"/>
                  <a:gd name="T14" fmla="*/ 7 w 7"/>
                  <a:gd name="T15" fmla="*/ 9 h 21"/>
                  <a:gd name="T16" fmla="*/ 7 w 7"/>
                  <a:gd name="T17" fmla="*/ 7 h 21"/>
                  <a:gd name="T18" fmla="*/ 6 w 7"/>
                  <a:gd name="T19" fmla="*/ 7 h 21"/>
                  <a:gd name="T20" fmla="*/ 5 w 7"/>
                  <a:gd name="T21" fmla="*/ 9 h 21"/>
                  <a:gd name="T22" fmla="*/ 5 w 7"/>
                  <a:gd name="T23" fmla="*/ 9 h 21"/>
                  <a:gd name="T24" fmla="*/ 7 w 7"/>
                  <a:gd name="T25" fmla="*/ 3 h 21"/>
                  <a:gd name="T26" fmla="*/ 7 w 7"/>
                  <a:gd name="T27" fmla="*/ 1 h 21"/>
                  <a:gd name="T28" fmla="*/ 7 w 7"/>
                  <a:gd name="T29" fmla="*/ 0 h 21"/>
                  <a:gd name="T30" fmla="*/ 7 w 7"/>
                  <a:gd name="T31" fmla="*/ 0 h 21"/>
                  <a:gd name="T32" fmla="*/ 6 w 7"/>
                  <a:gd name="T33" fmla="*/ 4 h 21"/>
                  <a:gd name="T34" fmla="*/ 5 w 7"/>
                  <a:gd name="T35" fmla="*/ 7 h 21"/>
                  <a:gd name="T36" fmla="*/ 5 w 7"/>
                  <a:gd name="T37" fmla="*/ 7 h 21"/>
                  <a:gd name="T38" fmla="*/ 5 w 7"/>
                  <a:gd name="T39" fmla="*/ 10 h 21"/>
                  <a:gd name="T40" fmla="*/ 3 w 7"/>
                  <a:gd name="T41" fmla="*/ 13 h 21"/>
                  <a:gd name="T42" fmla="*/ 3 w 7"/>
                  <a:gd name="T43" fmla="*/ 13 h 21"/>
                  <a:gd name="T44" fmla="*/ 2 w 7"/>
                  <a:gd name="T45" fmla="*/ 17 h 21"/>
                  <a:gd name="T46" fmla="*/ 0 w 7"/>
                  <a:gd name="T47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" h="21">
                    <a:moveTo>
                      <a:pt x="0" y="21"/>
                    </a:moveTo>
                    <a:lnTo>
                      <a:pt x="0" y="21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7" y="7"/>
                    </a:lnTo>
                    <a:lnTo>
                      <a:pt x="6" y="7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7" y="3"/>
                    </a:lnTo>
                    <a:lnTo>
                      <a:pt x="7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6" y="4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5" y="10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2" y="17"/>
                    </a:lnTo>
                    <a:lnTo>
                      <a:pt x="0" y="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7" name="íSliḍe"/>
              <p:cNvSpPr/>
              <p:nvPr/>
            </p:nvSpPr>
            <p:spPr bwMode="auto">
              <a:xfrm>
                <a:off x="1727948" y="2799299"/>
                <a:ext cx="18433" cy="67581"/>
              </a:xfrm>
              <a:custGeom>
                <a:avLst/>
                <a:gdLst>
                  <a:gd name="T0" fmla="*/ 0 w 7"/>
                  <a:gd name="T1" fmla="*/ 21 h 21"/>
                  <a:gd name="T2" fmla="*/ 0 w 7"/>
                  <a:gd name="T3" fmla="*/ 21 h 21"/>
                  <a:gd name="T4" fmla="*/ 3 w 7"/>
                  <a:gd name="T5" fmla="*/ 19 h 21"/>
                  <a:gd name="T6" fmla="*/ 3 w 7"/>
                  <a:gd name="T7" fmla="*/ 19 h 21"/>
                  <a:gd name="T8" fmla="*/ 3 w 7"/>
                  <a:gd name="T9" fmla="*/ 14 h 21"/>
                  <a:gd name="T10" fmla="*/ 3 w 7"/>
                  <a:gd name="T11" fmla="*/ 14 h 21"/>
                  <a:gd name="T12" fmla="*/ 7 w 7"/>
                  <a:gd name="T13" fmla="*/ 9 h 21"/>
                  <a:gd name="T14" fmla="*/ 7 w 7"/>
                  <a:gd name="T15" fmla="*/ 9 h 21"/>
                  <a:gd name="T16" fmla="*/ 7 w 7"/>
                  <a:gd name="T17" fmla="*/ 7 h 21"/>
                  <a:gd name="T18" fmla="*/ 6 w 7"/>
                  <a:gd name="T19" fmla="*/ 7 h 21"/>
                  <a:gd name="T20" fmla="*/ 5 w 7"/>
                  <a:gd name="T21" fmla="*/ 9 h 21"/>
                  <a:gd name="T22" fmla="*/ 5 w 7"/>
                  <a:gd name="T23" fmla="*/ 9 h 21"/>
                  <a:gd name="T24" fmla="*/ 7 w 7"/>
                  <a:gd name="T25" fmla="*/ 3 h 21"/>
                  <a:gd name="T26" fmla="*/ 7 w 7"/>
                  <a:gd name="T27" fmla="*/ 1 h 21"/>
                  <a:gd name="T28" fmla="*/ 7 w 7"/>
                  <a:gd name="T29" fmla="*/ 0 h 21"/>
                  <a:gd name="T30" fmla="*/ 7 w 7"/>
                  <a:gd name="T31" fmla="*/ 0 h 21"/>
                  <a:gd name="T32" fmla="*/ 6 w 7"/>
                  <a:gd name="T33" fmla="*/ 4 h 21"/>
                  <a:gd name="T34" fmla="*/ 5 w 7"/>
                  <a:gd name="T35" fmla="*/ 7 h 21"/>
                  <a:gd name="T36" fmla="*/ 5 w 7"/>
                  <a:gd name="T37" fmla="*/ 7 h 21"/>
                  <a:gd name="T38" fmla="*/ 5 w 7"/>
                  <a:gd name="T39" fmla="*/ 10 h 21"/>
                  <a:gd name="T40" fmla="*/ 3 w 7"/>
                  <a:gd name="T41" fmla="*/ 13 h 21"/>
                  <a:gd name="T42" fmla="*/ 3 w 7"/>
                  <a:gd name="T43" fmla="*/ 13 h 21"/>
                  <a:gd name="T44" fmla="*/ 2 w 7"/>
                  <a:gd name="T45" fmla="*/ 17 h 21"/>
                  <a:gd name="T46" fmla="*/ 0 w 7"/>
                  <a:gd name="T47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" h="21">
                    <a:moveTo>
                      <a:pt x="0" y="21"/>
                    </a:moveTo>
                    <a:lnTo>
                      <a:pt x="0" y="21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7" y="7"/>
                    </a:lnTo>
                    <a:lnTo>
                      <a:pt x="6" y="7"/>
                    </a:lnTo>
                    <a:lnTo>
                      <a:pt x="5" y="9"/>
                    </a:lnTo>
                    <a:lnTo>
                      <a:pt x="5" y="9"/>
                    </a:lnTo>
                    <a:lnTo>
                      <a:pt x="7" y="3"/>
                    </a:lnTo>
                    <a:lnTo>
                      <a:pt x="7" y="1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6" y="4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5" y="10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2" y="17"/>
                    </a:lnTo>
                    <a:lnTo>
                      <a:pt x="0" y="2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8" name="îŝlîḍê"/>
              <p:cNvSpPr/>
              <p:nvPr/>
            </p:nvSpPr>
            <p:spPr bwMode="auto">
              <a:xfrm>
                <a:off x="5352628" y="2916028"/>
                <a:ext cx="6145" cy="24574"/>
              </a:xfrm>
              <a:custGeom>
                <a:avLst/>
                <a:gdLst>
                  <a:gd name="T0" fmla="*/ 0 w 2"/>
                  <a:gd name="T1" fmla="*/ 0 h 7"/>
                  <a:gd name="T2" fmla="*/ 0 w 2"/>
                  <a:gd name="T3" fmla="*/ 0 h 7"/>
                  <a:gd name="T4" fmla="*/ 0 w 2"/>
                  <a:gd name="T5" fmla="*/ 3 h 7"/>
                  <a:gd name="T6" fmla="*/ 2 w 2"/>
                  <a:gd name="T7" fmla="*/ 7 h 7"/>
                  <a:gd name="T8" fmla="*/ 2 w 2"/>
                  <a:gd name="T9" fmla="*/ 7 h 7"/>
                  <a:gd name="T10" fmla="*/ 2 w 2"/>
                  <a:gd name="T11" fmla="*/ 7 h 7"/>
                  <a:gd name="T12" fmla="*/ 2 w 2"/>
                  <a:gd name="T13" fmla="*/ 4 h 7"/>
                  <a:gd name="T14" fmla="*/ 0 w 2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7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19" name="íṣļíḓê"/>
              <p:cNvSpPr/>
              <p:nvPr/>
            </p:nvSpPr>
            <p:spPr bwMode="auto">
              <a:xfrm>
                <a:off x="5352628" y="2916028"/>
                <a:ext cx="6145" cy="24574"/>
              </a:xfrm>
              <a:custGeom>
                <a:avLst/>
                <a:gdLst>
                  <a:gd name="T0" fmla="*/ 0 w 2"/>
                  <a:gd name="T1" fmla="*/ 0 h 7"/>
                  <a:gd name="T2" fmla="*/ 0 w 2"/>
                  <a:gd name="T3" fmla="*/ 0 h 7"/>
                  <a:gd name="T4" fmla="*/ 0 w 2"/>
                  <a:gd name="T5" fmla="*/ 3 h 7"/>
                  <a:gd name="T6" fmla="*/ 2 w 2"/>
                  <a:gd name="T7" fmla="*/ 7 h 7"/>
                  <a:gd name="T8" fmla="*/ 2 w 2"/>
                  <a:gd name="T9" fmla="*/ 7 h 7"/>
                  <a:gd name="T10" fmla="*/ 2 w 2"/>
                  <a:gd name="T11" fmla="*/ 7 h 7"/>
                  <a:gd name="T12" fmla="*/ 2 w 2"/>
                  <a:gd name="T13" fmla="*/ 4 h 7"/>
                  <a:gd name="T14" fmla="*/ 0 w 2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7">
                    <a:moveTo>
                      <a:pt x="0" y="0"/>
                    </a:moveTo>
                    <a:lnTo>
                      <a:pt x="0" y="0"/>
                    </a:lnTo>
                    <a:lnTo>
                      <a:pt x="0" y="3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4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0" name="ïšľîḑê"/>
              <p:cNvSpPr/>
              <p:nvPr/>
            </p:nvSpPr>
            <p:spPr bwMode="auto">
              <a:xfrm>
                <a:off x="5407920" y="3272352"/>
                <a:ext cx="6145" cy="43007"/>
              </a:xfrm>
              <a:custGeom>
                <a:avLst/>
                <a:gdLst>
                  <a:gd name="T0" fmla="*/ 0 w 1"/>
                  <a:gd name="T1" fmla="*/ 0 h 14"/>
                  <a:gd name="T2" fmla="*/ 0 w 1"/>
                  <a:gd name="T3" fmla="*/ 0 h 14"/>
                  <a:gd name="T4" fmla="*/ 0 w 1"/>
                  <a:gd name="T5" fmla="*/ 1 h 14"/>
                  <a:gd name="T6" fmla="*/ 0 w 1"/>
                  <a:gd name="T7" fmla="*/ 5 h 14"/>
                  <a:gd name="T8" fmla="*/ 1 w 1"/>
                  <a:gd name="T9" fmla="*/ 14 h 14"/>
                  <a:gd name="T10" fmla="*/ 1 w 1"/>
                  <a:gd name="T11" fmla="*/ 14 h 14"/>
                  <a:gd name="T12" fmla="*/ 0 w 1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14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0" y="5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1" name="išḷïḓe"/>
              <p:cNvSpPr/>
              <p:nvPr/>
            </p:nvSpPr>
            <p:spPr bwMode="auto">
              <a:xfrm>
                <a:off x="5407920" y="3272352"/>
                <a:ext cx="6145" cy="43007"/>
              </a:xfrm>
              <a:custGeom>
                <a:avLst/>
                <a:gdLst>
                  <a:gd name="T0" fmla="*/ 0 w 1"/>
                  <a:gd name="T1" fmla="*/ 0 h 14"/>
                  <a:gd name="T2" fmla="*/ 0 w 1"/>
                  <a:gd name="T3" fmla="*/ 0 h 14"/>
                  <a:gd name="T4" fmla="*/ 0 w 1"/>
                  <a:gd name="T5" fmla="*/ 1 h 14"/>
                  <a:gd name="T6" fmla="*/ 0 w 1"/>
                  <a:gd name="T7" fmla="*/ 5 h 14"/>
                  <a:gd name="T8" fmla="*/ 1 w 1"/>
                  <a:gd name="T9" fmla="*/ 14 h 14"/>
                  <a:gd name="T10" fmla="*/ 1 w 1"/>
                  <a:gd name="T11" fmla="*/ 14 h 14"/>
                  <a:gd name="T12" fmla="*/ 0 w 1"/>
                  <a:gd name="T1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14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0" y="5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2" name="ïṩļîḍe"/>
              <p:cNvSpPr/>
              <p:nvPr/>
            </p:nvSpPr>
            <p:spPr bwMode="auto">
              <a:xfrm>
                <a:off x="5420208" y="3444371"/>
                <a:ext cx="6145" cy="55293"/>
              </a:xfrm>
              <a:custGeom>
                <a:avLst/>
                <a:gdLst>
                  <a:gd name="T0" fmla="*/ 0 w 1"/>
                  <a:gd name="T1" fmla="*/ 0 h 17"/>
                  <a:gd name="T2" fmla="*/ 0 w 1"/>
                  <a:gd name="T3" fmla="*/ 0 h 17"/>
                  <a:gd name="T4" fmla="*/ 0 w 1"/>
                  <a:gd name="T5" fmla="*/ 10 h 17"/>
                  <a:gd name="T6" fmla="*/ 1 w 1"/>
                  <a:gd name="T7" fmla="*/ 17 h 17"/>
                  <a:gd name="T8" fmla="*/ 1 w 1"/>
                  <a:gd name="T9" fmla="*/ 17 h 17"/>
                  <a:gd name="T10" fmla="*/ 1 w 1"/>
                  <a:gd name="T11" fmla="*/ 7 h 17"/>
                  <a:gd name="T12" fmla="*/ 0 w 1"/>
                  <a:gd name="T13" fmla="*/ 3 h 17"/>
                  <a:gd name="T14" fmla="*/ 0 w 1"/>
                  <a:gd name="T1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7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3" name="îṥlïďé"/>
              <p:cNvSpPr/>
              <p:nvPr/>
            </p:nvSpPr>
            <p:spPr bwMode="auto">
              <a:xfrm>
                <a:off x="5420208" y="3444371"/>
                <a:ext cx="6145" cy="55293"/>
              </a:xfrm>
              <a:custGeom>
                <a:avLst/>
                <a:gdLst>
                  <a:gd name="T0" fmla="*/ 0 w 1"/>
                  <a:gd name="T1" fmla="*/ 0 h 17"/>
                  <a:gd name="T2" fmla="*/ 0 w 1"/>
                  <a:gd name="T3" fmla="*/ 0 h 17"/>
                  <a:gd name="T4" fmla="*/ 0 w 1"/>
                  <a:gd name="T5" fmla="*/ 10 h 17"/>
                  <a:gd name="T6" fmla="*/ 1 w 1"/>
                  <a:gd name="T7" fmla="*/ 17 h 17"/>
                  <a:gd name="T8" fmla="*/ 1 w 1"/>
                  <a:gd name="T9" fmla="*/ 17 h 17"/>
                  <a:gd name="T10" fmla="*/ 1 w 1"/>
                  <a:gd name="T11" fmla="*/ 7 h 17"/>
                  <a:gd name="T12" fmla="*/ 0 w 1"/>
                  <a:gd name="T13" fmla="*/ 3 h 17"/>
                  <a:gd name="T14" fmla="*/ 0 w 1"/>
                  <a:gd name="T1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7">
                    <a:moveTo>
                      <a:pt x="0" y="0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1" y="7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4" name="îṡḻîďè"/>
              <p:cNvSpPr/>
              <p:nvPr/>
            </p:nvSpPr>
            <p:spPr bwMode="auto">
              <a:xfrm>
                <a:off x="5383347" y="3794551"/>
                <a:ext cx="12287" cy="36861"/>
              </a:xfrm>
              <a:custGeom>
                <a:avLst/>
                <a:gdLst>
                  <a:gd name="T0" fmla="*/ 3 w 3"/>
                  <a:gd name="T1" fmla="*/ 0 h 12"/>
                  <a:gd name="T2" fmla="*/ 3 w 3"/>
                  <a:gd name="T3" fmla="*/ 0 h 12"/>
                  <a:gd name="T4" fmla="*/ 2 w 3"/>
                  <a:gd name="T5" fmla="*/ 5 h 12"/>
                  <a:gd name="T6" fmla="*/ 0 w 3"/>
                  <a:gd name="T7" fmla="*/ 12 h 12"/>
                  <a:gd name="T8" fmla="*/ 0 w 3"/>
                  <a:gd name="T9" fmla="*/ 12 h 12"/>
                  <a:gd name="T10" fmla="*/ 2 w 3"/>
                  <a:gd name="T11" fmla="*/ 8 h 12"/>
                  <a:gd name="T12" fmla="*/ 3 w 3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12">
                    <a:moveTo>
                      <a:pt x="3" y="0"/>
                    </a:moveTo>
                    <a:lnTo>
                      <a:pt x="3" y="0"/>
                    </a:lnTo>
                    <a:lnTo>
                      <a:pt x="2" y="5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2" y="8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5" name="íṥḻïḑè"/>
              <p:cNvSpPr/>
              <p:nvPr/>
            </p:nvSpPr>
            <p:spPr bwMode="auto">
              <a:xfrm>
                <a:off x="5383347" y="3794551"/>
                <a:ext cx="12287" cy="36861"/>
              </a:xfrm>
              <a:custGeom>
                <a:avLst/>
                <a:gdLst>
                  <a:gd name="T0" fmla="*/ 3 w 3"/>
                  <a:gd name="T1" fmla="*/ 0 h 12"/>
                  <a:gd name="T2" fmla="*/ 3 w 3"/>
                  <a:gd name="T3" fmla="*/ 0 h 12"/>
                  <a:gd name="T4" fmla="*/ 2 w 3"/>
                  <a:gd name="T5" fmla="*/ 5 h 12"/>
                  <a:gd name="T6" fmla="*/ 0 w 3"/>
                  <a:gd name="T7" fmla="*/ 12 h 12"/>
                  <a:gd name="T8" fmla="*/ 0 w 3"/>
                  <a:gd name="T9" fmla="*/ 12 h 12"/>
                  <a:gd name="T10" fmla="*/ 2 w 3"/>
                  <a:gd name="T11" fmla="*/ 8 h 12"/>
                  <a:gd name="T12" fmla="*/ 3 w 3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12">
                    <a:moveTo>
                      <a:pt x="3" y="0"/>
                    </a:moveTo>
                    <a:lnTo>
                      <a:pt x="3" y="0"/>
                    </a:lnTo>
                    <a:lnTo>
                      <a:pt x="2" y="5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2" y="8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6" name="íṧľíďé"/>
              <p:cNvSpPr/>
              <p:nvPr/>
            </p:nvSpPr>
            <p:spPr bwMode="auto">
              <a:xfrm>
                <a:off x="5272764" y="4132446"/>
                <a:ext cx="12287" cy="18433"/>
              </a:xfrm>
              <a:custGeom>
                <a:avLst/>
                <a:gdLst>
                  <a:gd name="T0" fmla="*/ 0 w 2"/>
                  <a:gd name="T1" fmla="*/ 1 h 6"/>
                  <a:gd name="T2" fmla="*/ 0 w 2"/>
                  <a:gd name="T3" fmla="*/ 1 h 6"/>
                  <a:gd name="T4" fmla="*/ 0 w 2"/>
                  <a:gd name="T5" fmla="*/ 6 h 6"/>
                  <a:gd name="T6" fmla="*/ 0 w 2"/>
                  <a:gd name="T7" fmla="*/ 6 h 6"/>
                  <a:gd name="T8" fmla="*/ 2 w 2"/>
                  <a:gd name="T9" fmla="*/ 0 h 6"/>
                  <a:gd name="T10" fmla="*/ 2 w 2"/>
                  <a:gd name="T11" fmla="*/ 0 h 6"/>
                  <a:gd name="T12" fmla="*/ 1 w 2"/>
                  <a:gd name="T13" fmla="*/ 0 h 6"/>
                  <a:gd name="T14" fmla="*/ 0 w 2"/>
                  <a:gd name="T15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6">
                    <a:moveTo>
                      <a:pt x="0" y="1"/>
                    </a:moveTo>
                    <a:lnTo>
                      <a:pt x="0" y="1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7" name="íṧḻiḑê"/>
              <p:cNvSpPr/>
              <p:nvPr/>
            </p:nvSpPr>
            <p:spPr bwMode="auto">
              <a:xfrm>
                <a:off x="5272764" y="4132446"/>
                <a:ext cx="12287" cy="18433"/>
              </a:xfrm>
              <a:custGeom>
                <a:avLst/>
                <a:gdLst>
                  <a:gd name="T0" fmla="*/ 0 w 2"/>
                  <a:gd name="T1" fmla="*/ 1 h 6"/>
                  <a:gd name="T2" fmla="*/ 0 w 2"/>
                  <a:gd name="T3" fmla="*/ 1 h 6"/>
                  <a:gd name="T4" fmla="*/ 0 w 2"/>
                  <a:gd name="T5" fmla="*/ 6 h 6"/>
                  <a:gd name="T6" fmla="*/ 0 w 2"/>
                  <a:gd name="T7" fmla="*/ 6 h 6"/>
                  <a:gd name="T8" fmla="*/ 2 w 2"/>
                  <a:gd name="T9" fmla="*/ 0 h 6"/>
                  <a:gd name="T10" fmla="*/ 2 w 2"/>
                  <a:gd name="T11" fmla="*/ 0 h 6"/>
                  <a:gd name="T12" fmla="*/ 1 w 2"/>
                  <a:gd name="T13" fmla="*/ 0 h 6"/>
                  <a:gd name="T14" fmla="*/ 0 w 2"/>
                  <a:gd name="T15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6">
                    <a:moveTo>
                      <a:pt x="0" y="1"/>
                    </a:moveTo>
                    <a:lnTo>
                      <a:pt x="0" y="1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1" y="0"/>
                    </a:lnTo>
                    <a:lnTo>
                      <a:pt x="0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8" name="iŝlîḓe"/>
              <p:cNvSpPr/>
              <p:nvPr/>
            </p:nvSpPr>
            <p:spPr bwMode="auto">
              <a:xfrm>
                <a:off x="4289800" y="4746799"/>
                <a:ext cx="55294" cy="36861"/>
              </a:xfrm>
              <a:custGeom>
                <a:avLst/>
                <a:gdLst>
                  <a:gd name="T0" fmla="*/ 18 w 18"/>
                  <a:gd name="T1" fmla="*/ 0 h 13"/>
                  <a:gd name="T2" fmla="*/ 18 w 18"/>
                  <a:gd name="T3" fmla="*/ 0 h 13"/>
                  <a:gd name="T4" fmla="*/ 14 w 18"/>
                  <a:gd name="T5" fmla="*/ 3 h 13"/>
                  <a:gd name="T6" fmla="*/ 10 w 18"/>
                  <a:gd name="T7" fmla="*/ 7 h 13"/>
                  <a:gd name="T8" fmla="*/ 5 w 18"/>
                  <a:gd name="T9" fmla="*/ 10 h 13"/>
                  <a:gd name="T10" fmla="*/ 0 w 18"/>
                  <a:gd name="T11" fmla="*/ 13 h 13"/>
                  <a:gd name="T12" fmla="*/ 0 w 18"/>
                  <a:gd name="T13" fmla="*/ 13 h 13"/>
                  <a:gd name="T14" fmla="*/ 4 w 18"/>
                  <a:gd name="T15" fmla="*/ 12 h 13"/>
                  <a:gd name="T16" fmla="*/ 8 w 18"/>
                  <a:gd name="T17" fmla="*/ 9 h 13"/>
                  <a:gd name="T18" fmla="*/ 18 w 18"/>
                  <a:gd name="T1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" h="13">
                    <a:moveTo>
                      <a:pt x="18" y="0"/>
                    </a:moveTo>
                    <a:lnTo>
                      <a:pt x="18" y="0"/>
                    </a:lnTo>
                    <a:lnTo>
                      <a:pt x="14" y="3"/>
                    </a:lnTo>
                    <a:lnTo>
                      <a:pt x="10" y="7"/>
                    </a:lnTo>
                    <a:lnTo>
                      <a:pt x="5" y="10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4" y="12"/>
                    </a:lnTo>
                    <a:lnTo>
                      <a:pt x="8" y="9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29" name="îSḻïďe"/>
              <p:cNvSpPr/>
              <p:nvPr/>
            </p:nvSpPr>
            <p:spPr bwMode="auto">
              <a:xfrm>
                <a:off x="4289800" y="4746799"/>
                <a:ext cx="55294" cy="36861"/>
              </a:xfrm>
              <a:custGeom>
                <a:avLst/>
                <a:gdLst>
                  <a:gd name="T0" fmla="*/ 18 w 18"/>
                  <a:gd name="T1" fmla="*/ 0 h 13"/>
                  <a:gd name="T2" fmla="*/ 18 w 18"/>
                  <a:gd name="T3" fmla="*/ 0 h 13"/>
                  <a:gd name="T4" fmla="*/ 14 w 18"/>
                  <a:gd name="T5" fmla="*/ 3 h 13"/>
                  <a:gd name="T6" fmla="*/ 10 w 18"/>
                  <a:gd name="T7" fmla="*/ 7 h 13"/>
                  <a:gd name="T8" fmla="*/ 5 w 18"/>
                  <a:gd name="T9" fmla="*/ 10 h 13"/>
                  <a:gd name="T10" fmla="*/ 0 w 18"/>
                  <a:gd name="T11" fmla="*/ 13 h 13"/>
                  <a:gd name="T12" fmla="*/ 0 w 18"/>
                  <a:gd name="T13" fmla="*/ 13 h 13"/>
                  <a:gd name="T14" fmla="*/ 4 w 18"/>
                  <a:gd name="T15" fmla="*/ 12 h 13"/>
                  <a:gd name="T16" fmla="*/ 8 w 18"/>
                  <a:gd name="T17" fmla="*/ 9 h 13"/>
                  <a:gd name="T18" fmla="*/ 18 w 18"/>
                  <a:gd name="T1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8" h="13">
                    <a:moveTo>
                      <a:pt x="18" y="0"/>
                    </a:moveTo>
                    <a:lnTo>
                      <a:pt x="18" y="0"/>
                    </a:lnTo>
                    <a:lnTo>
                      <a:pt x="14" y="3"/>
                    </a:lnTo>
                    <a:lnTo>
                      <a:pt x="10" y="7"/>
                    </a:lnTo>
                    <a:lnTo>
                      <a:pt x="5" y="10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4" y="12"/>
                    </a:lnTo>
                    <a:lnTo>
                      <a:pt x="8" y="9"/>
                    </a:lnTo>
                    <a:lnTo>
                      <a:pt x="18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0" name="iṩ1íḍe"/>
              <p:cNvSpPr/>
              <p:nvPr/>
            </p:nvSpPr>
            <p:spPr bwMode="auto">
              <a:xfrm>
                <a:off x="4265226" y="4789802"/>
                <a:ext cx="24574" cy="12287"/>
              </a:xfrm>
              <a:custGeom>
                <a:avLst/>
                <a:gdLst>
                  <a:gd name="T0" fmla="*/ 9 w 9"/>
                  <a:gd name="T1" fmla="*/ 0 h 4"/>
                  <a:gd name="T2" fmla="*/ 9 w 9"/>
                  <a:gd name="T3" fmla="*/ 0 h 4"/>
                  <a:gd name="T4" fmla="*/ 4 w 9"/>
                  <a:gd name="T5" fmla="*/ 1 h 4"/>
                  <a:gd name="T6" fmla="*/ 0 w 9"/>
                  <a:gd name="T7" fmla="*/ 4 h 4"/>
                  <a:gd name="T8" fmla="*/ 0 w 9"/>
                  <a:gd name="T9" fmla="*/ 4 h 4"/>
                  <a:gd name="T10" fmla="*/ 9 w 9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lnTo>
                      <a:pt x="9" y="0"/>
                    </a:lnTo>
                    <a:lnTo>
                      <a:pt x="4" y="1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1" name="ísḻiḋé"/>
              <p:cNvSpPr/>
              <p:nvPr/>
            </p:nvSpPr>
            <p:spPr bwMode="auto">
              <a:xfrm>
                <a:off x="4265226" y="4789802"/>
                <a:ext cx="24574" cy="12287"/>
              </a:xfrm>
              <a:custGeom>
                <a:avLst/>
                <a:gdLst>
                  <a:gd name="T0" fmla="*/ 9 w 9"/>
                  <a:gd name="T1" fmla="*/ 0 h 4"/>
                  <a:gd name="T2" fmla="*/ 9 w 9"/>
                  <a:gd name="T3" fmla="*/ 0 h 4"/>
                  <a:gd name="T4" fmla="*/ 4 w 9"/>
                  <a:gd name="T5" fmla="*/ 1 h 4"/>
                  <a:gd name="T6" fmla="*/ 0 w 9"/>
                  <a:gd name="T7" fmla="*/ 4 h 4"/>
                  <a:gd name="T8" fmla="*/ 0 w 9"/>
                  <a:gd name="T9" fmla="*/ 4 h 4"/>
                  <a:gd name="T10" fmla="*/ 9 w 9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" h="4">
                    <a:moveTo>
                      <a:pt x="9" y="0"/>
                    </a:moveTo>
                    <a:lnTo>
                      <a:pt x="9" y="0"/>
                    </a:lnTo>
                    <a:lnTo>
                      <a:pt x="4" y="1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9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2" name="îṡļïḋe"/>
              <p:cNvSpPr/>
              <p:nvPr/>
            </p:nvSpPr>
            <p:spPr bwMode="auto">
              <a:xfrm>
                <a:off x="4904152" y="4697651"/>
                <a:ext cx="49148" cy="55293"/>
              </a:xfrm>
              <a:custGeom>
                <a:avLst/>
                <a:gdLst>
                  <a:gd name="T0" fmla="*/ 12 w 17"/>
                  <a:gd name="T1" fmla="*/ 3 h 17"/>
                  <a:gd name="T2" fmla="*/ 12 w 17"/>
                  <a:gd name="T3" fmla="*/ 3 h 17"/>
                  <a:gd name="T4" fmla="*/ 12 w 17"/>
                  <a:gd name="T5" fmla="*/ 4 h 17"/>
                  <a:gd name="T6" fmla="*/ 13 w 17"/>
                  <a:gd name="T7" fmla="*/ 4 h 17"/>
                  <a:gd name="T8" fmla="*/ 13 w 17"/>
                  <a:gd name="T9" fmla="*/ 4 h 17"/>
                  <a:gd name="T10" fmla="*/ 8 w 17"/>
                  <a:gd name="T11" fmla="*/ 10 h 17"/>
                  <a:gd name="T12" fmla="*/ 8 w 17"/>
                  <a:gd name="T13" fmla="*/ 10 h 17"/>
                  <a:gd name="T14" fmla="*/ 0 w 17"/>
                  <a:gd name="T15" fmla="*/ 17 h 17"/>
                  <a:gd name="T16" fmla="*/ 0 w 17"/>
                  <a:gd name="T17" fmla="*/ 17 h 17"/>
                  <a:gd name="T18" fmla="*/ 5 w 17"/>
                  <a:gd name="T19" fmla="*/ 14 h 17"/>
                  <a:gd name="T20" fmla="*/ 5 w 17"/>
                  <a:gd name="T21" fmla="*/ 14 h 17"/>
                  <a:gd name="T22" fmla="*/ 9 w 17"/>
                  <a:gd name="T23" fmla="*/ 10 h 17"/>
                  <a:gd name="T24" fmla="*/ 9 w 17"/>
                  <a:gd name="T25" fmla="*/ 10 h 17"/>
                  <a:gd name="T26" fmla="*/ 17 w 17"/>
                  <a:gd name="T27" fmla="*/ 0 h 17"/>
                  <a:gd name="T28" fmla="*/ 17 w 17"/>
                  <a:gd name="T29" fmla="*/ 0 h 17"/>
                  <a:gd name="T30" fmla="*/ 13 w 17"/>
                  <a:gd name="T31" fmla="*/ 3 h 17"/>
                  <a:gd name="T32" fmla="*/ 12 w 17"/>
                  <a:gd name="T33" fmla="*/ 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" h="17">
                    <a:moveTo>
                      <a:pt x="12" y="3"/>
                    </a:moveTo>
                    <a:lnTo>
                      <a:pt x="12" y="3"/>
                    </a:lnTo>
                    <a:lnTo>
                      <a:pt x="12" y="4"/>
                    </a:lnTo>
                    <a:lnTo>
                      <a:pt x="13" y="4"/>
                    </a:lnTo>
                    <a:lnTo>
                      <a:pt x="13" y="4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5" y="14"/>
                    </a:lnTo>
                    <a:lnTo>
                      <a:pt x="5" y="14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3" y="3"/>
                    </a:lnTo>
                    <a:lnTo>
                      <a:pt x="12" y="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3" name="îṣḷïḑe"/>
              <p:cNvSpPr/>
              <p:nvPr/>
            </p:nvSpPr>
            <p:spPr bwMode="auto">
              <a:xfrm>
                <a:off x="4904152" y="4697651"/>
                <a:ext cx="49148" cy="55293"/>
              </a:xfrm>
              <a:custGeom>
                <a:avLst/>
                <a:gdLst>
                  <a:gd name="T0" fmla="*/ 12 w 17"/>
                  <a:gd name="T1" fmla="*/ 3 h 17"/>
                  <a:gd name="T2" fmla="*/ 12 w 17"/>
                  <a:gd name="T3" fmla="*/ 3 h 17"/>
                  <a:gd name="T4" fmla="*/ 12 w 17"/>
                  <a:gd name="T5" fmla="*/ 4 h 17"/>
                  <a:gd name="T6" fmla="*/ 13 w 17"/>
                  <a:gd name="T7" fmla="*/ 4 h 17"/>
                  <a:gd name="T8" fmla="*/ 13 w 17"/>
                  <a:gd name="T9" fmla="*/ 4 h 17"/>
                  <a:gd name="T10" fmla="*/ 8 w 17"/>
                  <a:gd name="T11" fmla="*/ 10 h 17"/>
                  <a:gd name="T12" fmla="*/ 8 w 17"/>
                  <a:gd name="T13" fmla="*/ 10 h 17"/>
                  <a:gd name="T14" fmla="*/ 0 w 17"/>
                  <a:gd name="T15" fmla="*/ 17 h 17"/>
                  <a:gd name="T16" fmla="*/ 0 w 17"/>
                  <a:gd name="T17" fmla="*/ 17 h 17"/>
                  <a:gd name="T18" fmla="*/ 5 w 17"/>
                  <a:gd name="T19" fmla="*/ 14 h 17"/>
                  <a:gd name="T20" fmla="*/ 5 w 17"/>
                  <a:gd name="T21" fmla="*/ 14 h 17"/>
                  <a:gd name="T22" fmla="*/ 9 w 17"/>
                  <a:gd name="T23" fmla="*/ 10 h 17"/>
                  <a:gd name="T24" fmla="*/ 9 w 17"/>
                  <a:gd name="T25" fmla="*/ 10 h 17"/>
                  <a:gd name="T26" fmla="*/ 17 w 17"/>
                  <a:gd name="T27" fmla="*/ 0 h 17"/>
                  <a:gd name="T28" fmla="*/ 17 w 17"/>
                  <a:gd name="T29" fmla="*/ 0 h 17"/>
                  <a:gd name="T30" fmla="*/ 13 w 17"/>
                  <a:gd name="T31" fmla="*/ 3 h 17"/>
                  <a:gd name="T32" fmla="*/ 12 w 17"/>
                  <a:gd name="T33" fmla="*/ 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" h="17">
                    <a:moveTo>
                      <a:pt x="12" y="3"/>
                    </a:moveTo>
                    <a:lnTo>
                      <a:pt x="12" y="3"/>
                    </a:lnTo>
                    <a:lnTo>
                      <a:pt x="12" y="4"/>
                    </a:lnTo>
                    <a:lnTo>
                      <a:pt x="13" y="4"/>
                    </a:lnTo>
                    <a:lnTo>
                      <a:pt x="13" y="4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5" y="14"/>
                    </a:lnTo>
                    <a:lnTo>
                      <a:pt x="5" y="14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3" y="3"/>
                    </a:lnTo>
                    <a:lnTo>
                      <a:pt x="12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4" name="išḷîḋé"/>
              <p:cNvSpPr/>
              <p:nvPr/>
            </p:nvSpPr>
            <p:spPr bwMode="auto">
              <a:xfrm>
                <a:off x="4842717" y="4777515"/>
                <a:ext cx="18433" cy="12287"/>
              </a:xfrm>
              <a:custGeom>
                <a:avLst/>
                <a:gdLst>
                  <a:gd name="T0" fmla="*/ 1 w 4"/>
                  <a:gd name="T1" fmla="*/ 0 h 4"/>
                  <a:gd name="T2" fmla="*/ 1 w 4"/>
                  <a:gd name="T3" fmla="*/ 0 h 4"/>
                  <a:gd name="T4" fmla="*/ 0 w 4"/>
                  <a:gd name="T5" fmla="*/ 3 h 4"/>
                  <a:gd name="T6" fmla="*/ 0 w 4"/>
                  <a:gd name="T7" fmla="*/ 4 h 4"/>
                  <a:gd name="T8" fmla="*/ 1 w 4"/>
                  <a:gd name="T9" fmla="*/ 3 h 4"/>
                  <a:gd name="T10" fmla="*/ 1 w 4"/>
                  <a:gd name="T11" fmla="*/ 3 h 4"/>
                  <a:gd name="T12" fmla="*/ 4 w 4"/>
                  <a:gd name="T13" fmla="*/ 1 h 4"/>
                  <a:gd name="T14" fmla="*/ 4 w 4"/>
                  <a:gd name="T15" fmla="*/ 0 h 4"/>
                  <a:gd name="T16" fmla="*/ 3 w 4"/>
                  <a:gd name="T17" fmla="*/ 0 h 4"/>
                  <a:gd name="T18" fmla="*/ 1 w 4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4">
                    <a:moveTo>
                      <a:pt x="1" y="0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5" name="îṥḻiḋè"/>
              <p:cNvSpPr/>
              <p:nvPr/>
            </p:nvSpPr>
            <p:spPr bwMode="auto">
              <a:xfrm>
                <a:off x="4842717" y="4777515"/>
                <a:ext cx="18433" cy="12287"/>
              </a:xfrm>
              <a:custGeom>
                <a:avLst/>
                <a:gdLst>
                  <a:gd name="T0" fmla="*/ 1 w 4"/>
                  <a:gd name="T1" fmla="*/ 0 h 4"/>
                  <a:gd name="T2" fmla="*/ 1 w 4"/>
                  <a:gd name="T3" fmla="*/ 0 h 4"/>
                  <a:gd name="T4" fmla="*/ 0 w 4"/>
                  <a:gd name="T5" fmla="*/ 3 h 4"/>
                  <a:gd name="T6" fmla="*/ 0 w 4"/>
                  <a:gd name="T7" fmla="*/ 4 h 4"/>
                  <a:gd name="T8" fmla="*/ 1 w 4"/>
                  <a:gd name="T9" fmla="*/ 3 h 4"/>
                  <a:gd name="T10" fmla="*/ 1 w 4"/>
                  <a:gd name="T11" fmla="*/ 3 h 4"/>
                  <a:gd name="T12" fmla="*/ 4 w 4"/>
                  <a:gd name="T13" fmla="*/ 1 h 4"/>
                  <a:gd name="T14" fmla="*/ 4 w 4"/>
                  <a:gd name="T15" fmla="*/ 0 h 4"/>
                  <a:gd name="T16" fmla="*/ 3 w 4"/>
                  <a:gd name="T17" fmla="*/ 0 h 4"/>
                  <a:gd name="T18" fmla="*/ 1 w 4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4">
                    <a:moveTo>
                      <a:pt x="1" y="0"/>
                    </a:moveTo>
                    <a:lnTo>
                      <a:pt x="1" y="0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6" name="îSľïḓé"/>
              <p:cNvSpPr/>
              <p:nvPr/>
            </p:nvSpPr>
            <p:spPr bwMode="auto">
              <a:xfrm>
                <a:off x="4867291" y="4771373"/>
                <a:ext cx="18433" cy="18433"/>
              </a:xfrm>
              <a:custGeom>
                <a:avLst/>
                <a:gdLst>
                  <a:gd name="T0" fmla="*/ 6 w 6"/>
                  <a:gd name="T1" fmla="*/ 1 h 7"/>
                  <a:gd name="T2" fmla="*/ 6 w 6"/>
                  <a:gd name="T3" fmla="*/ 1 h 7"/>
                  <a:gd name="T4" fmla="*/ 4 w 6"/>
                  <a:gd name="T5" fmla="*/ 0 h 7"/>
                  <a:gd name="T6" fmla="*/ 4 w 6"/>
                  <a:gd name="T7" fmla="*/ 0 h 7"/>
                  <a:gd name="T8" fmla="*/ 1 w 6"/>
                  <a:gd name="T9" fmla="*/ 1 h 7"/>
                  <a:gd name="T10" fmla="*/ 1 w 6"/>
                  <a:gd name="T11" fmla="*/ 1 h 7"/>
                  <a:gd name="T12" fmla="*/ 0 w 6"/>
                  <a:gd name="T13" fmla="*/ 7 h 7"/>
                  <a:gd name="T14" fmla="*/ 0 w 6"/>
                  <a:gd name="T15" fmla="*/ 7 h 7"/>
                  <a:gd name="T16" fmla="*/ 1 w 6"/>
                  <a:gd name="T17" fmla="*/ 3 h 7"/>
                  <a:gd name="T18" fmla="*/ 6 w 6"/>
                  <a:gd name="T19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7">
                    <a:moveTo>
                      <a:pt x="6" y="1"/>
                    </a:moveTo>
                    <a:lnTo>
                      <a:pt x="6" y="1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1" y="3"/>
                    </a:lnTo>
                    <a:lnTo>
                      <a:pt x="6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7" name="iSľîďè"/>
              <p:cNvSpPr/>
              <p:nvPr/>
            </p:nvSpPr>
            <p:spPr bwMode="auto">
              <a:xfrm>
                <a:off x="4867291" y="4771373"/>
                <a:ext cx="18433" cy="18433"/>
              </a:xfrm>
              <a:custGeom>
                <a:avLst/>
                <a:gdLst>
                  <a:gd name="T0" fmla="*/ 6 w 6"/>
                  <a:gd name="T1" fmla="*/ 1 h 7"/>
                  <a:gd name="T2" fmla="*/ 6 w 6"/>
                  <a:gd name="T3" fmla="*/ 1 h 7"/>
                  <a:gd name="T4" fmla="*/ 4 w 6"/>
                  <a:gd name="T5" fmla="*/ 0 h 7"/>
                  <a:gd name="T6" fmla="*/ 4 w 6"/>
                  <a:gd name="T7" fmla="*/ 0 h 7"/>
                  <a:gd name="T8" fmla="*/ 1 w 6"/>
                  <a:gd name="T9" fmla="*/ 1 h 7"/>
                  <a:gd name="T10" fmla="*/ 1 w 6"/>
                  <a:gd name="T11" fmla="*/ 1 h 7"/>
                  <a:gd name="T12" fmla="*/ 0 w 6"/>
                  <a:gd name="T13" fmla="*/ 7 h 7"/>
                  <a:gd name="T14" fmla="*/ 0 w 6"/>
                  <a:gd name="T15" fmla="*/ 7 h 7"/>
                  <a:gd name="T16" fmla="*/ 1 w 6"/>
                  <a:gd name="T17" fmla="*/ 3 h 7"/>
                  <a:gd name="T18" fmla="*/ 6 w 6"/>
                  <a:gd name="T19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7">
                    <a:moveTo>
                      <a:pt x="6" y="1"/>
                    </a:moveTo>
                    <a:lnTo>
                      <a:pt x="6" y="1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1" y="1"/>
                    </a:lnTo>
                    <a:lnTo>
                      <a:pt x="1" y="1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1" y="3"/>
                    </a:lnTo>
                    <a:lnTo>
                      <a:pt x="6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8" name="îṧḷîdè"/>
              <p:cNvSpPr/>
              <p:nvPr/>
            </p:nvSpPr>
            <p:spPr bwMode="auto">
              <a:xfrm>
                <a:off x="2016696" y="4224597"/>
                <a:ext cx="92155" cy="141303"/>
              </a:xfrm>
              <a:custGeom>
                <a:avLst/>
                <a:gdLst>
                  <a:gd name="T0" fmla="*/ 24 w 28"/>
                  <a:gd name="T1" fmla="*/ 42 h 48"/>
                  <a:gd name="T2" fmla="*/ 24 w 28"/>
                  <a:gd name="T3" fmla="*/ 42 h 48"/>
                  <a:gd name="T4" fmla="*/ 24 w 28"/>
                  <a:gd name="T5" fmla="*/ 42 h 48"/>
                  <a:gd name="T6" fmla="*/ 23 w 28"/>
                  <a:gd name="T7" fmla="*/ 42 h 48"/>
                  <a:gd name="T8" fmla="*/ 23 w 28"/>
                  <a:gd name="T9" fmla="*/ 42 h 48"/>
                  <a:gd name="T10" fmla="*/ 23 w 28"/>
                  <a:gd name="T11" fmla="*/ 43 h 48"/>
                  <a:gd name="T12" fmla="*/ 23 w 28"/>
                  <a:gd name="T13" fmla="*/ 43 h 48"/>
                  <a:gd name="T14" fmla="*/ 27 w 28"/>
                  <a:gd name="T15" fmla="*/ 48 h 48"/>
                  <a:gd name="T16" fmla="*/ 27 w 28"/>
                  <a:gd name="T17" fmla="*/ 48 h 48"/>
                  <a:gd name="T18" fmla="*/ 26 w 28"/>
                  <a:gd name="T19" fmla="*/ 45 h 48"/>
                  <a:gd name="T20" fmla="*/ 27 w 28"/>
                  <a:gd name="T21" fmla="*/ 45 h 48"/>
                  <a:gd name="T22" fmla="*/ 28 w 28"/>
                  <a:gd name="T23" fmla="*/ 45 h 48"/>
                  <a:gd name="T24" fmla="*/ 26 w 28"/>
                  <a:gd name="T25" fmla="*/ 42 h 48"/>
                  <a:gd name="T26" fmla="*/ 26 w 28"/>
                  <a:gd name="T27" fmla="*/ 42 h 48"/>
                  <a:gd name="T28" fmla="*/ 18 w 28"/>
                  <a:gd name="T29" fmla="*/ 30 h 48"/>
                  <a:gd name="T30" fmla="*/ 18 w 28"/>
                  <a:gd name="T31" fmla="*/ 30 h 48"/>
                  <a:gd name="T32" fmla="*/ 16 w 28"/>
                  <a:gd name="T33" fmla="*/ 25 h 48"/>
                  <a:gd name="T34" fmla="*/ 16 w 28"/>
                  <a:gd name="T35" fmla="*/ 25 h 48"/>
                  <a:gd name="T36" fmla="*/ 14 w 28"/>
                  <a:gd name="T37" fmla="*/ 22 h 48"/>
                  <a:gd name="T38" fmla="*/ 14 w 28"/>
                  <a:gd name="T39" fmla="*/ 22 h 48"/>
                  <a:gd name="T40" fmla="*/ 13 w 28"/>
                  <a:gd name="T41" fmla="*/ 19 h 48"/>
                  <a:gd name="T42" fmla="*/ 13 w 28"/>
                  <a:gd name="T43" fmla="*/ 19 h 48"/>
                  <a:gd name="T44" fmla="*/ 10 w 28"/>
                  <a:gd name="T45" fmla="*/ 15 h 48"/>
                  <a:gd name="T46" fmla="*/ 10 w 28"/>
                  <a:gd name="T47" fmla="*/ 12 h 48"/>
                  <a:gd name="T48" fmla="*/ 10 w 28"/>
                  <a:gd name="T49" fmla="*/ 12 h 48"/>
                  <a:gd name="T50" fmla="*/ 10 w 28"/>
                  <a:gd name="T51" fmla="*/ 12 h 48"/>
                  <a:gd name="T52" fmla="*/ 8 w 28"/>
                  <a:gd name="T53" fmla="*/ 12 h 48"/>
                  <a:gd name="T54" fmla="*/ 8 w 28"/>
                  <a:gd name="T55" fmla="*/ 12 h 48"/>
                  <a:gd name="T56" fmla="*/ 8 w 28"/>
                  <a:gd name="T57" fmla="*/ 12 h 48"/>
                  <a:gd name="T58" fmla="*/ 7 w 28"/>
                  <a:gd name="T59" fmla="*/ 10 h 48"/>
                  <a:gd name="T60" fmla="*/ 8 w 28"/>
                  <a:gd name="T61" fmla="*/ 9 h 48"/>
                  <a:gd name="T62" fmla="*/ 8 w 28"/>
                  <a:gd name="T63" fmla="*/ 9 h 48"/>
                  <a:gd name="T64" fmla="*/ 8 w 28"/>
                  <a:gd name="T65" fmla="*/ 8 h 48"/>
                  <a:gd name="T66" fmla="*/ 8 w 28"/>
                  <a:gd name="T67" fmla="*/ 8 h 48"/>
                  <a:gd name="T68" fmla="*/ 6 w 28"/>
                  <a:gd name="T69" fmla="*/ 5 h 48"/>
                  <a:gd name="T70" fmla="*/ 0 w 28"/>
                  <a:gd name="T71" fmla="*/ 0 h 48"/>
                  <a:gd name="T72" fmla="*/ 0 w 28"/>
                  <a:gd name="T73" fmla="*/ 0 h 48"/>
                  <a:gd name="T74" fmla="*/ 3 w 28"/>
                  <a:gd name="T75" fmla="*/ 6 h 48"/>
                  <a:gd name="T76" fmla="*/ 7 w 28"/>
                  <a:gd name="T77" fmla="*/ 10 h 48"/>
                  <a:gd name="T78" fmla="*/ 7 w 28"/>
                  <a:gd name="T79" fmla="*/ 10 h 48"/>
                  <a:gd name="T80" fmla="*/ 7 w 28"/>
                  <a:gd name="T81" fmla="*/ 13 h 48"/>
                  <a:gd name="T82" fmla="*/ 8 w 28"/>
                  <a:gd name="T83" fmla="*/ 15 h 48"/>
                  <a:gd name="T84" fmla="*/ 11 w 28"/>
                  <a:gd name="T85" fmla="*/ 19 h 48"/>
                  <a:gd name="T86" fmla="*/ 11 w 28"/>
                  <a:gd name="T87" fmla="*/ 19 h 48"/>
                  <a:gd name="T88" fmla="*/ 13 w 28"/>
                  <a:gd name="T89" fmla="*/ 25 h 48"/>
                  <a:gd name="T90" fmla="*/ 16 w 28"/>
                  <a:gd name="T91" fmla="*/ 30 h 48"/>
                  <a:gd name="T92" fmla="*/ 16 w 28"/>
                  <a:gd name="T93" fmla="*/ 30 h 48"/>
                  <a:gd name="T94" fmla="*/ 18 w 28"/>
                  <a:gd name="T95" fmla="*/ 38 h 48"/>
                  <a:gd name="T96" fmla="*/ 18 w 28"/>
                  <a:gd name="T97" fmla="*/ 38 h 48"/>
                  <a:gd name="T98" fmla="*/ 20 w 28"/>
                  <a:gd name="T99" fmla="*/ 39 h 48"/>
                  <a:gd name="T100" fmla="*/ 20 w 28"/>
                  <a:gd name="T101" fmla="*/ 36 h 48"/>
                  <a:gd name="T102" fmla="*/ 17 w 28"/>
                  <a:gd name="T103" fmla="*/ 30 h 48"/>
                  <a:gd name="T104" fmla="*/ 17 w 28"/>
                  <a:gd name="T105" fmla="*/ 30 h 48"/>
                  <a:gd name="T106" fmla="*/ 20 w 28"/>
                  <a:gd name="T107" fmla="*/ 33 h 48"/>
                  <a:gd name="T108" fmla="*/ 21 w 28"/>
                  <a:gd name="T109" fmla="*/ 36 h 48"/>
                  <a:gd name="T110" fmla="*/ 23 w 28"/>
                  <a:gd name="T111" fmla="*/ 39 h 48"/>
                  <a:gd name="T112" fmla="*/ 24 w 28"/>
                  <a:gd name="T113" fmla="*/ 4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8" h="48">
                    <a:moveTo>
                      <a:pt x="24" y="42"/>
                    </a:moveTo>
                    <a:lnTo>
                      <a:pt x="24" y="42"/>
                    </a:lnTo>
                    <a:lnTo>
                      <a:pt x="24" y="42"/>
                    </a:lnTo>
                    <a:lnTo>
                      <a:pt x="23" y="42"/>
                    </a:lnTo>
                    <a:lnTo>
                      <a:pt x="23" y="42"/>
                    </a:lnTo>
                    <a:lnTo>
                      <a:pt x="23" y="43"/>
                    </a:lnTo>
                    <a:lnTo>
                      <a:pt x="23" y="43"/>
                    </a:lnTo>
                    <a:lnTo>
                      <a:pt x="27" y="48"/>
                    </a:lnTo>
                    <a:lnTo>
                      <a:pt x="27" y="48"/>
                    </a:lnTo>
                    <a:lnTo>
                      <a:pt x="26" y="45"/>
                    </a:lnTo>
                    <a:lnTo>
                      <a:pt x="27" y="45"/>
                    </a:lnTo>
                    <a:lnTo>
                      <a:pt x="28" y="45"/>
                    </a:lnTo>
                    <a:lnTo>
                      <a:pt x="26" y="42"/>
                    </a:lnTo>
                    <a:lnTo>
                      <a:pt x="26" y="42"/>
                    </a:lnTo>
                    <a:lnTo>
                      <a:pt x="18" y="30"/>
                    </a:lnTo>
                    <a:lnTo>
                      <a:pt x="18" y="30"/>
                    </a:lnTo>
                    <a:lnTo>
                      <a:pt x="16" y="25"/>
                    </a:lnTo>
                    <a:lnTo>
                      <a:pt x="16" y="25"/>
                    </a:lnTo>
                    <a:lnTo>
                      <a:pt x="14" y="22"/>
                    </a:lnTo>
                    <a:lnTo>
                      <a:pt x="14" y="22"/>
                    </a:lnTo>
                    <a:lnTo>
                      <a:pt x="13" y="19"/>
                    </a:lnTo>
                    <a:lnTo>
                      <a:pt x="13" y="19"/>
                    </a:lnTo>
                    <a:lnTo>
                      <a:pt x="10" y="15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8" y="12"/>
                    </a:lnTo>
                    <a:lnTo>
                      <a:pt x="8" y="12"/>
                    </a:lnTo>
                    <a:lnTo>
                      <a:pt x="8" y="12"/>
                    </a:lnTo>
                    <a:lnTo>
                      <a:pt x="7" y="10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8" y="8"/>
                    </a:lnTo>
                    <a:lnTo>
                      <a:pt x="8" y="8"/>
                    </a:lnTo>
                    <a:lnTo>
                      <a:pt x="6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6"/>
                    </a:lnTo>
                    <a:lnTo>
                      <a:pt x="7" y="10"/>
                    </a:lnTo>
                    <a:lnTo>
                      <a:pt x="7" y="10"/>
                    </a:lnTo>
                    <a:lnTo>
                      <a:pt x="7" y="13"/>
                    </a:lnTo>
                    <a:lnTo>
                      <a:pt x="8" y="15"/>
                    </a:lnTo>
                    <a:lnTo>
                      <a:pt x="11" y="19"/>
                    </a:lnTo>
                    <a:lnTo>
                      <a:pt x="11" y="19"/>
                    </a:lnTo>
                    <a:lnTo>
                      <a:pt x="13" y="25"/>
                    </a:lnTo>
                    <a:lnTo>
                      <a:pt x="16" y="30"/>
                    </a:lnTo>
                    <a:lnTo>
                      <a:pt x="16" y="30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20" y="39"/>
                    </a:lnTo>
                    <a:lnTo>
                      <a:pt x="20" y="36"/>
                    </a:lnTo>
                    <a:lnTo>
                      <a:pt x="17" y="30"/>
                    </a:lnTo>
                    <a:lnTo>
                      <a:pt x="17" y="30"/>
                    </a:lnTo>
                    <a:lnTo>
                      <a:pt x="20" y="33"/>
                    </a:lnTo>
                    <a:lnTo>
                      <a:pt x="21" y="36"/>
                    </a:lnTo>
                    <a:lnTo>
                      <a:pt x="23" y="39"/>
                    </a:lnTo>
                    <a:lnTo>
                      <a:pt x="24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39" name="íSḻïḋè"/>
              <p:cNvSpPr/>
              <p:nvPr/>
            </p:nvSpPr>
            <p:spPr bwMode="auto">
              <a:xfrm>
                <a:off x="2016696" y="4224597"/>
                <a:ext cx="92155" cy="141303"/>
              </a:xfrm>
              <a:custGeom>
                <a:avLst/>
                <a:gdLst>
                  <a:gd name="T0" fmla="*/ 24 w 28"/>
                  <a:gd name="T1" fmla="*/ 42 h 48"/>
                  <a:gd name="T2" fmla="*/ 24 w 28"/>
                  <a:gd name="T3" fmla="*/ 42 h 48"/>
                  <a:gd name="T4" fmla="*/ 24 w 28"/>
                  <a:gd name="T5" fmla="*/ 42 h 48"/>
                  <a:gd name="T6" fmla="*/ 23 w 28"/>
                  <a:gd name="T7" fmla="*/ 42 h 48"/>
                  <a:gd name="T8" fmla="*/ 23 w 28"/>
                  <a:gd name="T9" fmla="*/ 42 h 48"/>
                  <a:gd name="T10" fmla="*/ 23 w 28"/>
                  <a:gd name="T11" fmla="*/ 43 h 48"/>
                  <a:gd name="T12" fmla="*/ 23 w 28"/>
                  <a:gd name="T13" fmla="*/ 43 h 48"/>
                  <a:gd name="T14" fmla="*/ 27 w 28"/>
                  <a:gd name="T15" fmla="*/ 48 h 48"/>
                  <a:gd name="T16" fmla="*/ 27 w 28"/>
                  <a:gd name="T17" fmla="*/ 48 h 48"/>
                  <a:gd name="T18" fmla="*/ 26 w 28"/>
                  <a:gd name="T19" fmla="*/ 45 h 48"/>
                  <a:gd name="T20" fmla="*/ 27 w 28"/>
                  <a:gd name="T21" fmla="*/ 45 h 48"/>
                  <a:gd name="T22" fmla="*/ 28 w 28"/>
                  <a:gd name="T23" fmla="*/ 45 h 48"/>
                  <a:gd name="T24" fmla="*/ 26 w 28"/>
                  <a:gd name="T25" fmla="*/ 42 h 48"/>
                  <a:gd name="T26" fmla="*/ 26 w 28"/>
                  <a:gd name="T27" fmla="*/ 42 h 48"/>
                  <a:gd name="T28" fmla="*/ 18 w 28"/>
                  <a:gd name="T29" fmla="*/ 30 h 48"/>
                  <a:gd name="T30" fmla="*/ 18 w 28"/>
                  <a:gd name="T31" fmla="*/ 30 h 48"/>
                  <a:gd name="T32" fmla="*/ 16 w 28"/>
                  <a:gd name="T33" fmla="*/ 25 h 48"/>
                  <a:gd name="T34" fmla="*/ 16 w 28"/>
                  <a:gd name="T35" fmla="*/ 25 h 48"/>
                  <a:gd name="T36" fmla="*/ 14 w 28"/>
                  <a:gd name="T37" fmla="*/ 22 h 48"/>
                  <a:gd name="T38" fmla="*/ 14 w 28"/>
                  <a:gd name="T39" fmla="*/ 22 h 48"/>
                  <a:gd name="T40" fmla="*/ 13 w 28"/>
                  <a:gd name="T41" fmla="*/ 19 h 48"/>
                  <a:gd name="T42" fmla="*/ 13 w 28"/>
                  <a:gd name="T43" fmla="*/ 19 h 48"/>
                  <a:gd name="T44" fmla="*/ 10 w 28"/>
                  <a:gd name="T45" fmla="*/ 15 h 48"/>
                  <a:gd name="T46" fmla="*/ 10 w 28"/>
                  <a:gd name="T47" fmla="*/ 12 h 48"/>
                  <a:gd name="T48" fmla="*/ 10 w 28"/>
                  <a:gd name="T49" fmla="*/ 12 h 48"/>
                  <a:gd name="T50" fmla="*/ 10 w 28"/>
                  <a:gd name="T51" fmla="*/ 12 h 48"/>
                  <a:gd name="T52" fmla="*/ 8 w 28"/>
                  <a:gd name="T53" fmla="*/ 12 h 48"/>
                  <a:gd name="T54" fmla="*/ 8 w 28"/>
                  <a:gd name="T55" fmla="*/ 12 h 48"/>
                  <a:gd name="T56" fmla="*/ 8 w 28"/>
                  <a:gd name="T57" fmla="*/ 12 h 48"/>
                  <a:gd name="T58" fmla="*/ 7 w 28"/>
                  <a:gd name="T59" fmla="*/ 10 h 48"/>
                  <a:gd name="T60" fmla="*/ 8 w 28"/>
                  <a:gd name="T61" fmla="*/ 9 h 48"/>
                  <a:gd name="T62" fmla="*/ 8 w 28"/>
                  <a:gd name="T63" fmla="*/ 9 h 48"/>
                  <a:gd name="T64" fmla="*/ 8 w 28"/>
                  <a:gd name="T65" fmla="*/ 8 h 48"/>
                  <a:gd name="T66" fmla="*/ 8 w 28"/>
                  <a:gd name="T67" fmla="*/ 8 h 48"/>
                  <a:gd name="T68" fmla="*/ 6 w 28"/>
                  <a:gd name="T69" fmla="*/ 5 h 48"/>
                  <a:gd name="T70" fmla="*/ 0 w 28"/>
                  <a:gd name="T71" fmla="*/ 0 h 48"/>
                  <a:gd name="T72" fmla="*/ 0 w 28"/>
                  <a:gd name="T73" fmla="*/ 0 h 48"/>
                  <a:gd name="T74" fmla="*/ 3 w 28"/>
                  <a:gd name="T75" fmla="*/ 6 h 48"/>
                  <a:gd name="T76" fmla="*/ 7 w 28"/>
                  <a:gd name="T77" fmla="*/ 10 h 48"/>
                  <a:gd name="T78" fmla="*/ 7 w 28"/>
                  <a:gd name="T79" fmla="*/ 10 h 48"/>
                  <a:gd name="T80" fmla="*/ 7 w 28"/>
                  <a:gd name="T81" fmla="*/ 13 h 48"/>
                  <a:gd name="T82" fmla="*/ 8 w 28"/>
                  <a:gd name="T83" fmla="*/ 15 h 48"/>
                  <a:gd name="T84" fmla="*/ 11 w 28"/>
                  <a:gd name="T85" fmla="*/ 19 h 48"/>
                  <a:gd name="T86" fmla="*/ 11 w 28"/>
                  <a:gd name="T87" fmla="*/ 19 h 48"/>
                  <a:gd name="T88" fmla="*/ 13 w 28"/>
                  <a:gd name="T89" fmla="*/ 25 h 48"/>
                  <a:gd name="T90" fmla="*/ 16 w 28"/>
                  <a:gd name="T91" fmla="*/ 30 h 48"/>
                  <a:gd name="T92" fmla="*/ 16 w 28"/>
                  <a:gd name="T93" fmla="*/ 30 h 48"/>
                  <a:gd name="T94" fmla="*/ 18 w 28"/>
                  <a:gd name="T95" fmla="*/ 38 h 48"/>
                  <a:gd name="T96" fmla="*/ 18 w 28"/>
                  <a:gd name="T97" fmla="*/ 38 h 48"/>
                  <a:gd name="T98" fmla="*/ 20 w 28"/>
                  <a:gd name="T99" fmla="*/ 39 h 48"/>
                  <a:gd name="T100" fmla="*/ 20 w 28"/>
                  <a:gd name="T101" fmla="*/ 36 h 48"/>
                  <a:gd name="T102" fmla="*/ 17 w 28"/>
                  <a:gd name="T103" fmla="*/ 30 h 48"/>
                  <a:gd name="T104" fmla="*/ 17 w 28"/>
                  <a:gd name="T105" fmla="*/ 30 h 48"/>
                  <a:gd name="T106" fmla="*/ 20 w 28"/>
                  <a:gd name="T107" fmla="*/ 33 h 48"/>
                  <a:gd name="T108" fmla="*/ 21 w 28"/>
                  <a:gd name="T109" fmla="*/ 36 h 48"/>
                  <a:gd name="T110" fmla="*/ 23 w 28"/>
                  <a:gd name="T111" fmla="*/ 39 h 48"/>
                  <a:gd name="T112" fmla="*/ 24 w 28"/>
                  <a:gd name="T113" fmla="*/ 42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8" h="48">
                    <a:moveTo>
                      <a:pt x="24" y="42"/>
                    </a:moveTo>
                    <a:lnTo>
                      <a:pt x="24" y="42"/>
                    </a:lnTo>
                    <a:lnTo>
                      <a:pt x="24" y="42"/>
                    </a:lnTo>
                    <a:lnTo>
                      <a:pt x="23" y="42"/>
                    </a:lnTo>
                    <a:lnTo>
                      <a:pt x="23" y="42"/>
                    </a:lnTo>
                    <a:lnTo>
                      <a:pt x="23" y="43"/>
                    </a:lnTo>
                    <a:lnTo>
                      <a:pt x="23" y="43"/>
                    </a:lnTo>
                    <a:lnTo>
                      <a:pt x="27" y="48"/>
                    </a:lnTo>
                    <a:lnTo>
                      <a:pt x="27" y="48"/>
                    </a:lnTo>
                    <a:lnTo>
                      <a:pt x="26" y="45"/>
                    </a:lnTo>
                    <a:lnTo>
                      <a:pt x="27" y="45"/>
                    </a:lnTo>
                    <a:lnTo>
                      <a:pt x="28" y="45"/>
                    </a:lnTo>
                    <a:lnTo>
                      <a:pt x="26" y="42"/>
                    </a:lnTo>
                    <a:lnTo>
                      <a:pt x="26" y="42"/>
                    </a:lnTo>
                    <a:lnTo>
                      <a:pt x="18" y="30"/>
                    </a:lnTo>
                    <a:lnTo>
                      <a:pt x="18" y="30"/>
                    </a:lnTo>
                    <a:lnTo>
                      <a:pt x="16" y="25"/>
                    </a:lnTo>
                    <a:lnTo>
                      <a:pt x="16" y="25"/>
                    </a:lnTo>
                    <a:lnTo>
                      <a:pt x="14" y="22"/>
                    </a:lnTo>
                    <a:lnTo>
                      <a:pt x="14" y="22"/>
                    </a:lnTo>
                    <a:lnTo>
                      <a:pt x="13" y="19"/>
                    </a:lnTo>
                    <a:lnTo>
                      <a:pt x="13" y="19"/>
                    </a:lnTo>
                    <a:lnTo>
                      <a:pt x="10" y="15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8" y="12"/>
                    </a:lnTo>
                    <a:lnTo>
                      <a:pt x="8" y="12"/>
                    </a:lnTo>
                    <a:lnTo>
                      <a:pt x="8" y="12"/>
                    </a:lnTo>
                    <a:lnTo>
                      <a:pt x="7" y="10"/>
                    </a:lnTo>
                    <a:lnTo>
                      <a:pt x="8" y="9"/>
                    </a:lnTo>
                    <a:lnTo>
                      <a:pt x="8" y="9"/>
                    </a:lnTo>
                    <a:lnTo>
                      <a:pt x="8" y="8"/>
                    </a:lnTo>
                    <a:lnTo>
                      <a:pt x="8" y="8"/>
                    </a:lnTo>
                    <a:lnTo>
                      <a:pt x="6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6"/>
                    </a:lnTo>
                    <a:lnTo>
                      <a:pt x="7" y="10"/>
                    </a:lnTo>
                    <a:lnTo>
                      <a:pt x="7" y="10"/>
                    </a:lnTo>
                    <a:lnTo>
                      <a:pt x="7" y="13"/>
                    </a:lnTo>
                    <a:lnTo>
                      <a:pt x="8" y="15"/>
                    </a:lnTo>
                    <a:lnTo>
                      <a:pt x="11" y="19"/>
                    </a:lnTo>
                    <a:lnTo>
                      <a:pt x="11" y="19"/>
                    </a:lnTo>
                    <a:lnTo>
                      <a:pt x="13" y="25"/>
                    </a:lnTo>
                    <a:lnTo>
                      <a:pt x="16" y="30"/>
                    </a:lnTo>
                    <a:lnTo>
                      <a:pt x="16" y="30"/>
                    </a:lnTo>
                    <a:lnTo>
                      <a:pt x="18" y="38"/>
                    </a:lnTo>
                    <a:lnTo>
                      <a:pt x="18" y="38"/>
                    </a:lnTo>
                    <a:lnTo>
                      <a:pt x="20" y="39"/>
                    </a:lnTo>
                    <a:lnTo>
                      <a:pt x="20" y="36"/>
                    </a:lnTo>
                    <a:lnTo>
                      <a:pt x="17" y="30"/>
                    </a:lnTo>
                    <a:lnTo>
                      <a:pt x="17" y="30"/>
                    </a:lnTo>
                    <a:lnTo>
                      <a:pt x="20" y="33"/>
                    </a:lnTo>
                    <a:lnTo>
                      <a:pt x="21" y="36"/>
                    </a:lnTo>
                    <a:lnTo>
                      <a:pt x="23" y="39"/>
                    </a:lnTo>
                    <a:lnTo>
                      <a:pt x="24" y="4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0" name="íṣḷíḑê"/>
              <p:cNvSpPr/>
              <p:nvPr/>
            </p:nvSpPr>
            <p:spPr bwMode="auto">
              <a:xfrm>
                <a:off x="1985976" y="4040292"/>
                <a:ext cx="18433" cy="49148"/>
              </a:xfrm>
              <a:custGeom>
                <a:avLst/>
                <a:gdLst>
                  <a:gd name="T0" fmla="*/ 6 w 6"/>
                  <a:gd name="T1" fmla="*/ 16 h 16"/>
                  <a:gd name="T2" fmla="*/ 6 w 6"/>
                  <a:gd name="T3" fmla="*/ 16 h 16"/>
                  <a:gd name="T4" fmla="*/ 3 w 6"/>
                  <a:gd name="T5" fmla="*/ 7 h 16"/>
                  <a:gd name="T6" fmla="*/ 0 w 6"/>
                  <a:gd name="T7" fmla="*/ 0 h 16"/>
                  <a:gd name="T8" fmla="*/ 0 w 6"/>
                  <a:gd name="T9" fmla="*/ 0 h 16"/>
                  <a:gd name="T10" fmla="*/ 0 w 6"/>
                  <a:gd name="T11" fmla="*/ 3 h 16"/>
                  <a:gd name="T12" fmla="*/ 0 w 6"/>
                  <a:gd name="T13" fmla="*/ 4 h 16"/>
                  <a:gd name="T14" fmla="*/ 0 w 6"/>
                  <a:gd name="T15" fmla="*/ 4 h 16"/>
                  <a:gd name="T16" fmla="*/ 1 w 6"/>
                  <a:gd name="T17" fmla="*/ 6 h 16"/>
                  <a:gd name="T18" fmla="*/ 3 w 6"/>
                  <a:gd name="T19" fmla="*/ 8 h 16"/>
                  <a:gd name="T20" fmla="*/ 6 w 6"/>
                  <a:gd name="T2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16">
                    <a:moveTo>
                      <a:pt x="6" y="16"/>
                    </a:moveTo>
                    <a:lnTo>
                      <a:pt x="6" y="16"/>
                    </a:lnTo>
                    <a:lnTo>
                      <a:pt x="3" y="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6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1" name="îṡ1iḋè"/>
              <p:cNvSpPr/>
              <p:nvPr/>
            </p:nvSpPr>
            <p:spPr bwMode="auto">
              <a:xfrm>
                <a:off x="1985976" y="4040292"/>
                <a:ext cx="18433" cy="49148"/>
              </a:xfrm>
              <a:custGeom>
                <a:avLst/>
                <a:gdLst>
                  <a:gd name="T0" fmla="*/ 6 w 6"/>
                  <a:gd name="T1" fmla="*/ 16 h 16"/>
                  <a:gd name="T2" fmla="*/ 6 w 6"/>
                  <a:gd name="T3" fmla="*/ 16 h 16"/>
                  <a:gd name="T4" fmla="*/ 3 w 6"/>
                  <a:gd name="T5" fmla="*/ 7 h 16"/>
                  <a:gd name="T6" fmla="*/ 0 w 6"/>
                  <a:gd name="T7" fmla="*/ 0 h 16"/>
                  <a:gd name="T8" fmla="*/ 0 w 6"/>
                  <a:gd name="T9" fmla="*/ 0 h 16"/>
                  <a:gd name="T10" fmla="*/ 0 w 6"/>
                  <a:gd name="T11" fmla="*/ 3 h 16"/>
                  <a:gd name="T12" fmla="*/ 0 w 6"/>
                  <a:gd name="T13" fmla="*/ 4 h 16"/>
                  <a:gd name="T14" fmla="*/ 0 w 6"/>
                  <a:gd name="T15" fmla="*/ 4 h 16"/>
                  <a:gd name="T16" fmla="*/ 1 w 6"/>
                  <a:gd name="T17" fmla="*/ 6 h 16"/>
                  <a:gd name="T18" fmla="*/ 3 w 6"/>
                  <a:gd name="T19" fmla="*/ 8 h 16"/>
                  <a:gd name="T20" fmla="*/ 6 w 6"/>
                  <a:gd name="T2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16">
                    <a:moveTo>
                      <a:pt x="6" y="16"/>
                    </a:moveTo>
                    <a:lnTo>
                      <a:pt x="6" y="16"/>
                    </a:lnTo>
                    <a:lnTo>
                      <a:pt x="3" y="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6" y="1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2" name="ïšḻiďè"/>
              <p:cNvSpPr/>
              <p:nvPr/>
            </p:nvSpPr>
            <p:spPr bwMode="auto">
              <a:xfrm>
                <a:off x="1635797" y="1546020"/>
                <a:ext cx="3784411" cy="3815131"/>
              </a:xfrm>
              <a:custGeom>
                <a:avLst/>
                <a:gdLst>
                  <a:gd name="T0" fmla="*/ 91 w 1231"/>
                  <a:gd name="T1" fmla="*/ 628 h 1242"/>
                  <a:gd name="T2" fmla="*/ 179 w 1231"/>
                  <a:gd name="T3" fmla="*/ 354 h 1242"/>
                  <a:gd name="T4" fmla="*/ 965 w 1231"/>
                  <a:gd name="T5" fmla="*/ 260 h 1242"/>
                  <a:gd name="T6" fmla="*/ 483 w 1231"/>
                  <a:gd name="T7" fmla="*/ 139 h 1242"/>
                  <a:gd name="T8" fmla="*/ 204 w 1231"/>
                  <a:gd name="T9" fmla="*/ 336 h 1242"/>
                  <a:gd name="T10" fmla="*/ 108 w 1231"/>
                  <a:gd name="T11" fmla="*/ 630 h 1242"/>
                  <a:gd name="T12" fmla="*/ 131 w 1231"/>
                  <a:gd name="T13" fmla="*/ 511 h 1242"/>
                  <a:gd name="T14" fmla="*/ 378 w 1231"/>
                  <a:gd name="T15" fmla="*/ 199 h 1242"/>
                  <a:gd name="T16" fmla="*/ 1108 w 1231"/>
                  <a:gd name="T17" fmla="*/ 640 h 1242"/>
                  <a:gd name="T18" fmla="*/ 824 w 1231"/>
                  <a:gd name="T19" fmla="*/ 1081 h 1242"/>
                  <a:gd name="T20" fmla="*/ 326 w 1231"/>
                  <a:gd name="T21" fmla="*/ 1077 h 1242"/>
                  <a:gd name="T22" fmla="*/ 224 w 1231"/>
                  <a:gd name="T23" fmla="*/ 1042 h 1242"/>
                  <a:gd name="T24" fmla="*/ 117 w 1231"/>
                  <a:gd name="T25" fmla="*/ 987 h 1242"/>
                  <a:gd name="T26" fmla="*/ 279 w 1231"/>
                  <a:gd name="T27" fmla="*/ 1144 h 1242"/>
                  <a:gd name="T28" fmla="*/ 529 w 1231"/>
                  <a:gd name="T29" fmla="*/ 1236 h 1242"/>
                  <a:gd name="T30" fmla="*/ 761 w 1231"/>
                  <a:gd name="T31" fmla="*/ 1221 h 1242"/>
                  <a:gd name="T32" fmla="*/ 1055 w 1231"/>
                  <a:gd name="T33" fmla="*/ 1045 h 1242"/>
                  <a:gd name="T34" fmla="*/ 1182 w 1231"/>
                  <a:gd name="T35" fmla="*/ 847 h 1242"/>
                  <a:gd name="T36" fmla="*/ 1226 w 1231"/>
                  <a:gd name="T37" fmla="*/ 573 h 1242"/>
                  <a:gd name="T38" fmla="*/ 1166 w 1231"/>
                  <a:gd name="T39" fmla="*/ 353 h 1242"/>
                  <a:gd name="T40" fmla="*/ 1014 w 1231"/>
                  <a:gd name="T41" fmla="*/ 150 h 1242"/>
                  <a:gd name="T42" fmla="*/ 917 w 1231"/>
                  <a:gd name="T43" fmla="*/ 83 h 1242"/>
                  <a:gd name="T44" fmla="*/ 800 w 1231"/>
                  <a:gd name="T45" fmla="*/ 36 h 1242"/>
                  <a:gd name="T46" fmla="*/ 572 w 1231"/>
                  <a:gd name="T47" fmla="*/ 6 h 1242"/>
                  <a:gd name="T48" fmla="*/ 411 w 1231"/>
                  <a:gd name="T49" fmla="*/ 39 h 1242"/>
                  <a:gd name="T50" fmla="*/ 144 w 1231"/>
                  <a:gd name="T51" fmla="*/ 210 h 1242"/>
                  <a:gd name="T52" fmla="*/ 21 w 1231"/>
                  <a:gd name="T53" fmla="*/ 426 h 1242"/>
                  <a:gd name="T54" fmla="*/ 95 w 1231"/>
                  <a:gd name="T55" fmla="*/ 289 h 1242"/>
                  <a:gd name="T56" fmla="*/ 259 w 1231"/>
                  <a:gd name="T57" fmla="*/ 135 h 1242"/>
                  <a:gd name="T58" fmla="*/ 265 w 1231"/>
                  <a:gd name="T59" fmla="*/ 143 h 1242"/>
                  <a:gd name="T60" fmla="*/ 111 w 1231"/>
                  <a:gd name="T61" fmla="*/ 287 h 1242"/>
                  <a:gd name="T62" fmla="*/ 7 w 1231"/>
                  <a:gd name="T63" fmla="*/ 564 h 1242"/>
                  <a:gd name="T64" fmla="*/ 15 w 1231"/>
                  <a:gd name="T65" fmla="*/ 743 h 1242"/>
                  <a:gd name="T66" fmla="*/ 25 w 1231"/>
                  <a:gd name="T67" fmla="*/ 574 h 1242"/>
                  <a:gd name="T68" fmla="*/ 31 w 1231"/>
                  <a:gd name="T69" fmla="*/ 634 h 1242"/>
                  <a:gd name="T70" fmla="*/ 175 w 1231"/>
                  <a:gd name="T71" fmla="*/ 260 h 1242"/>
                  <a:gd name="T72" fmla="*/ 421 w 1231"/>
                  <a:gd name="T73" fmla="*/ 93 h 1242"/>
                  <a:gd name="T74" fmla="*/ 402 w 1231"/>
                  <a:gd name="T75" fmla="*/ 109 h 1242"/>
                  <a:gd name="T76" fmla="*/ 205 w 1231"/>
                  <a:gd name="T77" fmla="*/ 239 h 1242"/>
                  <a:gd name="T78" fmla="*/ 77 w 1231"/>
                  <a:gd name="T79" fmla="*/ 471 h 1242"/>
                  <a:gd name="T80" fmla="*/ 58 w 1231"/>
                  <a:gd name="T81" fmla="*/ 633 h 1242"/>
                  <a:gd name="T82" fmla="*/ 74 w 1231"/>
                  <a:gd name="T83" fmla="*/ 601 h 1242"/>
                  <a:gd name="T84" fmla="*/ 110 w 1231"/>
                  <a:gd name="T85" fmla="*/ 805 h 1242"/>
                  <a:gd name="T86" fmla="*/ 98 w 1231"/>
                  <a:gd name="T87" fmla="*/ 413 h 1242"/>
                  <a:gd name="T88" fmla="*/ 84 w 1231"/>
                  <a:gd name="T89" fmla="*/ 466 h 1242"/>
                  <a:gd name="T90" fmla="*/ 102 w 1231"/>
                  <a:gd name="T91" fmla="*/ 420 h 1242"/>
                  <a:gd name="T92" fmla="*/ 107 w 1231"/>
                  <a:gd name="T93" fmla="*/ 410 h 1242"/>
                  <a:gd name="T94" fmla="*/ 72 w 1231"/>
                  <a:gd name="T95" fmla="*/ 427 h 1242"/>
                  <a:gd name="T96" fmla="*/ 53 w 1231"/>
                  <a:gd name="T97" fmla="*/ 411 h 1242"/>
                  <a:gd name="T98" fmla="*/ 140 w 1231"/>
                  <a:gd name="T99" fmla="*/ 297 h 1242"/>
                  <a:gd name="T100" fmla="*/ 92 w 1231"/>
                  <a:gd name="T101" fmla="*/ 289 h 1242"/>
                  <a:gd name="T102" fmla="*/ 212 w 1231"/>
                  <a:gd name="T103" fmla="*/ 184 h 1242"/>
                  <a:gd name="T104" fmla="*/ 201 w 1231"/>
                  <a:gd name="T105" fmla="*/ 169 h 1242"/>
                  <a:gd name="T106" fmla="*/ 526 w 1231"/>
                  <a:gd name="T107" fmla="*/ 69 h 1242"/>
                  <a:gd name="T108" fmla="*/ 472 w 1231"/>
                  <a:gd name="T109" fmla="*/ 43 h 1242"/>
                  <a:gd name="T110" fmla="*/ 527 w 1231"/>
                  <a:gd name="T111" fmla="*/ 37 h 1242"/>
                  <a:gd name="T112" fmla="*/ 834 w 1231"/>
                  <a:gd name="T113" fmla="*/ 173 h 1242"/>
                  <a:gd name="T114" fmla="*/ 716 w 1231"/>
                  <a:gd name="T115" fmla="*/ 50 h 1242"/>
                  <a:gd name="T116" fmla="*/ 807 w 1231"/>
                  <a:gd name="T117" fmla="*/ 69 h 1242"/>
                  <a:gd name="T118" fmla="*/ 1079 w 1231"/>
                  <a:gd name="T119" fmla="*/ 417 h 1242"/>
                  <a:gd name="T120" fmla="*/ 1088 w 1231"/>
                  <a:gd name="T121" fmla="*/ 229 h 1242"/>
                  <a:gd name="T122" fmla="*/ 1168 w 1231"/>
                  <a:gd name="T123" fmla="*/ 881 h 1242"/>
                  <a:gd name="T124" fmla="*/ 423 w 1231"/>
                  <a:gd name="T125" fmla="*/ 1141 h 1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31" h="1242">
                    <a:moveTo>
                      <a:pt x="111" y="805"/>
                    </a:moveTo>
                    <a:lnTo>
                      <a:pt x="111" y="805"/>
                    </a:lnTo>
                    <a:lnTo>
                      <a:pt x="110" y="802"/>
                    </a:lnTo>
                    <a:lnTo>
                      <a:pt x="110" y="804"/>
                    </a:lnTo>
                    <a:lnTo>
                      <a:pt x="110" y="804"/>
                    </a:lnTo>
                    <a:lnTo>
                      <a:pt x="108" y="800"/>
                    </a:lnTo>
                    <a:lnTo>
                      <a:pt x="108" y="800"/>
                    </a:lnTo>
                    <a:lnTo>
                      <a:pt x="107" y="797"/>
                    </a:lnTo>
                    <a:lnTo>
                      <a:pt x="105" y="795"/>
                    </a:lnTo>
                    <a:lnTo>
                      <a:pt x="105" y="795"/>
                    </a:lnTo>
                    <a:lnTo>
                      <a:pt x="102" y="787"/>
                    </a:lnTo>
                    <a:lnTo>
                      <a:pt x="102" y="787"/>
                    </a:lnTo>
                    <a:lnTo>
                      <a:pt x="98" y="778"/>
                    </a:lnTo>
                    <a:lnTo>
                      <a:pt x="98" y="778"/>
                    </a:lnTo>
                    <a:lnTo>
                      <a:pt x="98" y="772"/>
                    </a:lnTo>
                    <a:lnTo>
                      <a:pt x="97" y="767"/>
                    </a:lnTo>
                    <a:lnTo>
                      <a:pt x="95" y="761"/>
                    </a:lnTo>
                    <a:lnTo>
                      <a:pt x="94" y="755"/>
                    </a:lnTo>
                    <a:lnTo>
                      <a:pt x="94" y="755"/>
                    </a:lnTo>
                    <a:lnTo>
                      <a:pt x="95" y="758"/>
                    </a:lnTo>
                    <a:lnTo>
                      <a:pt x="97" y="761"/>
                    </a:lnTo>
                    <a:lnTo>
                      <a:pt x="97" y="761"/>
                    </a:lnTo>
                    <a:lnTo>
                      <a:pt x="98" y="765"/>
                    </a:lnTo>
                    <a:lnTo>
                      <a:pt x="101" y="768"/>
                    </a:lnTo>
                    <a:lnTo>
                      <a:pt x="101" y="768"/>
                    </a:lnTo>
                    <a:lnTo>
                      <a:pt x="98" y="760"/>
                    </a:lnTo>
                    <a:lnTo>
                      <a:pt x="97" y="753"/>
                    </a:lnTo>
                    <a:lnTo>
                      <a:pt x="97" y="753"/>
                    </a:lnTo>
                    <a:lnTo>
                      <a:pt x="95" y="745"/>
                    </a:lnTo>
                    <a:lnTo>
                      <a:pt x="92" y="738"/>
                    </a:lnTo>
                    <a:lnTo>
                      <a:pt x="92" y="738"/>
                    </a:lnTo>
                    <a:lnTo>
                      <a:pt x="92" y="734"/>
                    </a:lnTo>
                    <a:lnTo>
                      <a:pt x="92" y="731"/>
                    </a:lnTo>
                    <a:lnTo>
                      <a:pt x="91" y="728"/>
                    </a:lnTo>
                    <a:lnTo>
                      <a:pt x="91" y="728"/>
                    </a:lnTo>
                    <a:lnTo>
                      <a:pt x="92" y="727"/>
                    </a:lnTo>
                    <a:lnTo>
                      <a:pt x="92" y="727"/>
                    </a:lnTo>
                    <a:lnTo>
                      <a:pt x="95" y="731"/>
                    </a:lnTo>
                    <a:lnTo>
                      <a:pt x="95" y="731"/>
                    </a:lnTo>
                    <a:lnTo>
                      <a:pt x="95" y="728"/>
                    </a:lnTo>
                    <a:lnTo>
                      <a:pt x="94" y="725"/>
                    </a:lnTo>
                    <a:lnTo>
                      <a:pt x="94" y="725"/>
                    </a:lnTo>
                    <a:lnTo>
                      <a:pt x="94" y="725"/>
                    </a:lnTo>
                    <a:lnTo>
                      <a:pt x="92" y="725"/>
                    </a:lnTo>
                    <a:lnTo>
                      <a:pt x="91" y="724"/>
                    </a:lnTo>
                    <a:lnTo>
                      <a:pt x="91" y="725"/>
                    </a:lnTo>
                    <a:lnTo>
                      <a:pt x="91" y="725"/>
                    </a:lnTo>
                    <a:lnTo>
                      <a:pt x="91" y="721"/>
                    </a:lnTo>
                    <a:lnTo>
                      <a:pt x="90" y="715"/>
                    </a:lnTo>
                    <a:lnTo>
                      <a:pt x="90" y="715"/>
                    </a:lnTo>
                    <a:lnTo>
                      <a:pt x="88" y="710"/>
                    </a:lnTo>
                    <a:lnTo>
                      <a:pt x="88" y="710"/>
                    </a:lnTo>
                    <a:lnTo>
                      <a:pt x="87" y="704"/>
                    </a:lnTo>
                    <a:lnTo>
                      <a:pt x="87" y="704"/>
                    </a:lnTo>
                    <a:lnTo>
                      <a:pt x="90" y="711"/>
                    </a:lnTo>
                    <a:lnTo>
                      <a:pt x="90" y="711"/>
                    </a:lnTo>
                    <a:lnTo>
                      <a:pt x="91" y="715"/>
                    </a:lnTo>
                    <a:lnTo>
                      <a:pt x="91" y="715"/>
                    </a:lnTo>
                    <a:lnTo>
                      <a:pt x="92" y="721"/>
                    </a:lnTo>
                    <a:lnTo>
                      <a:pt x="92" y="721"/>
                    </a:lnTo>
                    <a:lnTo>
                      <a:pt x="94" y="718"/>
                    </a:lnTo>
                    <a:lnTo>
                      <a:pt x="92" y="713"/>
                    </a:lnTo>
                    <a:lnTo>
                      <a:pt x="92" y="713"/>
                    </a:lnTo>
                    <a:lnTo>
                      <a:pt x="90" y="707"/>
                    </a:lnTo>
                    <a:lnTo>
                      <a:pt x="90" y="707"/>
                    </a:lnTo>
                    <a:lnTo>
                      <a:pt x="88" y="701"/>
                    </a:lnTo>
                    <a:lnTo>
                      <a:pt x="88" y="701"/>
                    </a:lnTo>
                    <a:lnTo>
                      <a:pt x="90" y="700"/>
                    </a:lnTo>
                    <a:lnTo>
                      <a:pt x="88" y="697"/>
                    </a:lnTo>
                    <a:lnTo>
                      <a:pt x="88" y="690"/>
                    </a:lnTo>
                    <a:lnTo>
                      <a:pt x="88" y="690"/>
                    </a:lnTo>
                    <a:lnTo>
                      <a:pt x="87" y="690"/>
                    </a:lnTo>
                    <a:lnTo>
                      <a:pt x="87" y="690"/>
                    </a:lnTo>
                    <a:lnTo>
                      <a:pt x="87" y="690"/>
                    </a:lnTo>
                    <a:lnTo>
                      <a:pt x="85" y="687"/>
                    </a:lnTo>
                    <a:lnTo>
                      <a:pt x="85" y="687"/>
                    </a:lnTo>
                    <a:lnTo>
                      <a:pt x="87" y="687"/>
                    </a:lnTo>
                    <a:lnTo>
                      <a:pt x="87" y="685"/>
                    </a:lnTo>
                    <a:lnTo>
                      <a:pt x="87" y="685"/>
                    </a:lnTo>
                    <a:lnTo>
                      <a:pt x="84" y="660"/>
                    </a:lnTo>
                    <a:lnTo>
                      <a:pt x="84" y="660"/>
                    </a:lnTo>
                    <a:lnTo>
                      <a:pt x="84" y="660"/>
                    </a:lnTo>
                    <a:lnTo>
                      <a:pt x="84" y="660"/>
                    </a:lnTo>
                    <a:lnTo>
                      <a:pt x="88" y="680"/>
                    </a:lnTo>
                    <a:lnTo>
                      <a:pt x="88" y="680"/>
                    </a:lnTo>
                    <a:lnTo>
                      <a:pt x="88" y="668"/>
                    </a:lnTo>
                    <a:lnTo>
                      <a:pt x="88" y="658"/>
                    </a:lnTo>
                    <a:lnTo>
                      <a:pt x="88" y="658"/>
                    </a:lnTo>
                    <a:lnTo>
                      <a:pt x="87" y="658"/>
                    </a:lnTo>
                    <a:lnTo>
                      <a:pt x="87" y="660"/>
                    </a:lnTo>
                    <a:lnTo>
                      <a:pt x="87" y="663"/>
                    </a:lnTo>
                    <a:lnTo>
                      <a:pt x="87" y="663"/>
                    </a:lnTo>
                    <a:lnTo>
                      <a:pt x="85" y="657"/>
                    </a:lnTo>
                    <a:lnTo>
                      <a:pt x="85" y="657"/>
                    </a:lnTo>
                    <a:lnTo>
                      <a:pt x="87" y="655"/>
                    </a:lnTo>
                    <a:lnTo>
                      <a:pt x="87" y="654"/>
                    </a:lnTo>
                    <a:lnTo>
                      <a:pt x="88" y="654"/>
                    </a:lnTo>
                    <a:lnTo>
                      <a:pt x="88" y="651"/>
                    </a:lnTo>
                    <a:lnTo>
                      <a:pt x="88" y="651"/>
                    </a:lnTo>
                    <a:lnTo>
                      <a:pt x="87" y="648"/>
                    </a:lnTo>
                    <a:lnTo>
                      <a:pt x="87" y="648"/>
                    </a:lnTo>
                    <a:lnTo>
                      <a:pt x="87" y="651"/>
                    </a:lnTo>
                    <a:lnTo>
                      <a:pt x="87" y="651"/>
                    </a:lnTo>
                    <a:lnTo>
                      <a:pt x="85" y="653"/>
                    </a:lnTo>
                    <a:lnTo>
                      <a:pt x="85" y="654"/>
                    </a:lnTo>
                    <a:lnTo>
                      <a:pt x="85" y="655"/>
                    </a:lnTo>
                    <a:lnTo>
                      <a:pt x="85" y="655"/>
                    </a:lnTo>
                    <a:lnTo>
                      <a:pt x="85" y="657"/>
                    </a:lnTo>
                    <a:lnTo>
                      <a:pt x="84" y="655"/>
                    </a:lnTo>
                    <a:lnTo>
                      <a:pt x="84" y="650"/>
                    </a:lnTo>
                    <a:lnTo>
                      <a:pt x="84" y="650"/>
                    </a:lnTo>
                    <a:lnTo>
                      <a:pt x="84" y="651"/>
                    </a:lnTo>
                    <a:lnTo>
                      <a:pt x="84" y="650"/>
                    </a:lnTo>
                    <a:lnTo>
                      <a:pt x="85" y="647"/>
                    </a:lnTo>
                    <a:lnTo>
                      <a:pt x="85" y="648"/>
                    </a:lnTo>
                    <a:lnTo>
                      <a:pt x="85" y="648"/>
                    </a:lnTo>
                    <a:lnTo>
                      <a:pt x="85" y="644"/>
                    </a:lnTo>
                    <a:lnTo>
                      <a:pt x="84" y="640"/>
                    </a:lnTo>
                    <a:lnTo>
                      <a:pt x="84" y="640"/>
                    </a:lnTo>
                    <a:lnTo>
                      <a:pt x="85" y="640"/>
                    </a:lnTo>
                    <a:lnTo>
                      <a:pt x="85" y="641"/>
                    </a:lnTo>
                    <a:lnTo>
                      <a:pt x="87" y="647"/>
                    </a:lnTo>
                    <a:lnTo>
                      <a:pt x="87" y="647"/>
                    </a:lnTo>
                    <a:lnTo>
                      <a:pt x="87" y="648"/>
                    </a:lnTo>
                    <a:lnTo>
                      <a:pt x="88" y="647"/>
                    </a:lnTo>
                    <a:lnTo>
                      <a:pt x="88" y="647"/>
                    </a:lnTo>
                    <a:lnTo>
                      <a:pt x="90" y="647"/>
                    </a:lnTo>
                    <a:lnTo>
                      <a:pt x="90" y="647"/>
                    </a:lnTo>
                    <a:lnTo>
                      <a:pt x="90" y="641"/>
                    </a:lnTo>
                    <a:lnTo>
                      <a:pt x="90" y="637"/>
                    </a:lnTo>
                    <a:lnTo>
                      <a:pt x="90" y="637"/>
                    </a:lnTo>
                    <a:lnTo>
                      <a:pt x="91" y="638"/>
                    </a:lnTo>
                    <a:lnTo>
                      <a:pt x="92" y="643"/>
                    </a:lnTo>
                    <a:lnTo>
                      <a:pt x="92" y="643"/>
                    </a:lnTo>
                    <a:lnTo>
                      <a:pt x="92" y="640"/>
                    </a:lnTo>
                    <a:lnTo>
                      <a:pt x="92" y="637"/>
                    </a:lnTo>
                    <a:lnTo>
                      <a:pt x="92" y="634"/>
                    </a:lnTo>
                    <a:lnTo>
                      <a:pt x="92" y="631"/>
                    </a:lnTo>
                    <a:lnTo>
                      <a:pt x="92" y="631"/>
                    </a:lnTo>
                    <a:lnTo>
                      <a:pt x="92" y="631"/>
                    </a:lnTo>
                    <a:lnTo>
                      <a:pt x="92" y="634"/>
                    </a:lnTo>
                    <a:lnTo>
                      <a:pt x="91" y="637"/>
                    </a:lnTo>
                    <a:lnTo>
                      <a:pt x="91" y="637"/>
                    </a:lnTo>
                    <a:lnTo>
                      <a:pt x="91" y="633"/>
                    </a:lnTo>
                    <a:lnTo>
                      <a:pt x="91" y="628"/>
                    </a:lnTo>
                    <a:lnTo>
                      <a:pt x="91" y="628"/>
                    </a:lnTo>
                    <a:lnTo>
                      <a:pt x="90" y="631"/>
                    </a:lnTo>
                    <a:lnTo>
                      <a:pt x="90" y="631"/>
                    </a:lnTo>
                    <a:lnTo>
                      <a:pt x="88" y="630"/>
                    </a:lnTo>
                    <a:lnTo>
                      <a:pt x="88" y="630"/>
                    </a:lnTo>
                    <a:lnTo>
                      <a:pt x="87" y="625"/>
                    </a:lnTo>
                    <a:lnTo>
                      <a:pt x="87" y="625"/>
                    </a:lnTo>
                    <a:lnTo>
                      <a:pt x="88" y="624"/>
                    </a:lnTo>
                    <a:lnTo>
                      <a:pt x="88" y="625"/>
                    </a:lnTo>
                    <a:lnTo>
                      <a:pt x="90" y="625"/>
                    </a:lnTo>
                    <a:lnTo>
                      <a:pt x="90" y="624"/>
                    </a:lnTo>
                    <a:lnTo>
                      <a:pt x="90" y="624"/>
                    </a:lnTo>
                    <a:lnTo>
                      <a:pt x="88" y="618"/>
                    </a:lnTo>
                    <a:lnTo>
                      <a:pt x="90" y="608"/>
                    </a:lnTo>
                    <a:lnTo>
                      <a:pt x="90" y="608"/>
                    </a:lnTo>
                    <a:lnTo>
                      <a:pt x="91" y="601"/>
                    </a:lnTo>
                    <a:lnTo>
                      <a:pt x="91" y="598"/>
                    </a:lnTo>
                    <a:lnTo>
                      <a:pt x="92" y="598"/>
                    </a:lnTo>
                    <a:lnTo>
                      <a:pt x="92" y="598"/>
                    </a:lnTo>
                    <a:lnTo>
                      <a:pt x="91" y="594"/>
                    </a:lnTo>
                    <a:lnTo>
                      <a:pt x="91" y="593"/>
                    </a:lnTo>
                    <a:lnTo>
                      <a:pt x="91" y="593"/>
                    </a:lnTo>
                    <a:lnTo>
                      <a:pt x="91" y="593"/>
                    </a:lnTo>
                    <a:lnTo>
                      <a:pt x="91" y="590"/>
                    </a:lnTo>
                    <a:lnTo>
                      <a:pt x="92" y="590"/>
                    </a:lnTo>
                    <a:lnTo>
                      <a:pt x="92" y="588"/>
                    </a:lnTo>
                    <a:lnTo>
                      <a:pt x="94" y="588"/>
                    </a:lnTo>
                    <a:lnTo>
                      <a:pt x="94" y="588"/>
                    </a:lnTo>
                    <a:lnTo>
                      <a:pt x="94" y="596"/>
                    </a:lnTo>
                    <a:lnTo>
                      <a:pt x="94" y="603"/>
                    </a:lnTo>
                    <a:lnTo>
                      <a:pt x="94" y="603"/>
                    </a:lnTo>
                    <a:lnTo>
                      <a:pt x="95" y="594"/>
                    </a:lnTo>
                    <a:lnTo>
                      <a:pt x="95" y="583"/>
                    </a:lnTo>
                    <a:lnTo>
                      <a:pt x="95" y="583"/>
                    </a:lnTo>
                    <a:lnTo>
                      <a:pt x="97" y="581"/>
                    </a:lnTo>
                    <a:lnTo>
                      <a:pt x="97" y="581"/>
                    </a:lnTo>
                    <a:lnTo>
                      <a:pt x="97" y="583"/>
                    </a:lnTo>
                    <a:lnTo>
                      <a:pt x="98" y="581"/>
                    </a:lnTo>
                    <a:lnTo>
                      <a:pt x="98" y="581"/>
                    </a:lnTo>
                    <a:lnTo>
                      <a:pt x="97" y="574"/>
                    </a:lnTo>
                    <a:lnTo>
                      <a:pt x="100" y="566"/>
                    </a:lnTo>
                    <a:lnTo>
                      <a:pt x="100" y="566"/>
                    </a:lnTo>
                    <a:lnTo>
                      <a:pt x="98" y="563"/>
                    </a:lnTo>
                    <a:lnTo>
                      <a:pt x="97" y="563"/>
                    </a:lnTo>
                    <a:lnTo>
                      <a:pt x="97" y="563"/>
                    </a:lnTo>
                    <a:lnTo>
                      <a:pt x="97" y="563"/>
                    </a:lnTo>
                    <a:lnTo>
                      <a:pt x="97" y="561"/>
                    </a:lnTo>
                    <a:lnTo>
                      <a:pt x="97" y="558"/>
                    </a:lnTo>
                    <a:lnTo>
                      <a:pt x="97" y="554"/>
                    </a:lnTo>
                    <a:lnTo>
                      <a:pt x="98" y="551"/>
                    </a:lnTo>
                    <a:lnTo>
                      <a:pt x="98" y="551"/>
                    </a:lnTo>
                    <a:lnTo>
                      <a:pt x="98" y="551"/>
                    </a:lnTo>
                    <a:lnTo>
                      <a:pt x="97" y="551"/>
                    </a:lnTo>
                    <a:lnTo>
                      <a:pt x="98" y="548"/>
                    </a:lnTo>
                    <a:lnTo>
                      <a:pt x="98" y="544"/>
                    </a:lnTo>
                    <a:lnTo>
                      <a:pt x="97" y="543"/>
                    </a:lnTo>
                    <a:lnTo>
                      <a:pt x="97" y="543"/>
                    </a:lnTo>
                    <a:lnTo>
                      <a:pt x="98" y="540"/>
                    </a:lnTo>
                    <a:lnTo>
                      <a:pt x="100" y="541"/>
                    </a:lnTo>
                    <a:lnTo>
                      <a:pt x="100" y="544"/>
                    </a:lnTo>
                    <a:lnTo>
                      <a:pt x="100" y="543"/>
                    </a:lnTo>
                    <a:lnTo>
                      <a:pt x="100" y="543"/>
                    </a:lnTo>
                    <a:lnTo>
                      <a:pt x="100" y="538"/>
                    </a:lnTo>
                    <a:lnTo>
                      <a:pt x="101" y="533"/>
                    </a:lnTo>
                    <a:lnTo>
                      <a:pt x="101" y="533"/>
                    </a:lnTo>
                    <a:lnTo>
                      <a:pt x="102" y="534"/>
                    </a:lnTo>
                    <a:lnTo>
                      <a:pt x="102" y="536"/>
                    </a:lnTo>
                    <a:lnTo>
                      <a:pt x="102" y="536"/>
                    </a:lnTo>
                    <a:lnTo>
                      <a:pt x="101" y="550"/>
                    </a:lnTo>
                    <a:lnTo>
                      <a:pt x="101" y="550"/>
                    </a:lnTo>
                    <a:lnTo>
                      <a:pt x="100" y="557"/>
                    </a:lnTo>
                    <a:lnTo>
                      <a:pt x="100" y="557"/>
                    </a:lnTo>
                    <a:lnTo>
                      <a:pt x="100" y="563"/>
                    </a:lnTo>
                    <a:lnTo>
                      <a:pt x="100" y="563"/>
                    </a:lnTo>
                    <a:lnTo>
                      <a:pt x="101" y="560"/>
                    </a:lnTo>
                    <a:lnTo>
                      <a:pt x="101" y="558"/>
                    </a:lnTo>
                    <a:lnTo>
                      <a:pt x="101" y="556"/>
                    </a:lnTo>
                    <a:lnTo>
                      <a:pt x="101" y="556"/>
                    </a:lnTo>
                    <a:lnTo>
                      <a:pt x="102" y="547"/>
                    </a:lnTo>
                    <a:lnTo>
                      <a:pt x="104" y="537"/>
                    </a:lnTo>
                    <a:lnTo>
                      <a:pt x="104" y="537"/>
                    </a:lnTo>
                    <a:lnTo>
                      <a:pt x="107" y="527"/>
                    </a:lnTo>
                    <a:lnTo>
                      <a:pt x="107" y="527"/>
                    </a:lnTo>
                    <a:lnTo>
                      <a:pt x="108" y="518"/>
                    </a:lnTo>
                    <a:lnTo>
                      <a:pt x="108" y="518"/>
                    </a:lnTo>
                    <a:lnTo>
                      <a:pt x="111" y="507"/>
                    </a:lnTo>
                    <a:lnTo>
                      <a:pt x="111" y="507"/>
                    </a:lnTo>
                    <a:lnTo>
                      <a:pt x="114" y="496"/>
                    </a:lnTo>
                    <a:lnTo>
                      <a:pt x="114" y="496"/>
                    </a:lnTo>
                    <a:lnTo>
                      <a:pt x="118" y="486"/>
                    </a:lnTo>
                    <a:lnTo>
                      <a:pt x="118" y="486"/>
                    </a:lnTo>
                    <a:lnTo>
                      <a:pt x="120" y="481"/>
                    </a:lnTo>
                    <a:lnTo>
                      <a:pt x="121" y="478"/>
                    </a:lnTo>
                    <a:lnTo>
                      <a:pt x="121" y="478"/>
                    </a:lnTo>
                    <a:lnTo>
                      <a:pt x="125" y="468"/>
                    </a:lnTo>
                    <a:lnTo>
                      <a:pt x="125" y="468"/>
                    </a:lnTo>
                    <a:lnTo>
                      <a:pt x="125" y="466"/>
                    </a:lnTo>
                    <a:lnTo>
                      <a:pt x="125" y="461"/>
                    </a:lnTo>
                    <a:lnTo>
                      <a:pt x="128" y="454"/>
                    </a:lnTo>
                    <a:lnTo>
                      <a:pt x="128" y="454"/>
                    </a:lnTo>
                    <a:lnTo>
                      <a:pt x="130" y="456"/>
                    </a:lnTo>
                    <a:lnTo>
                      <a:pt x="130" y="454"/>
                    </a:lnTo>
                    <a:lnTo>
                      <a:pt x="130" y="454"/>
                    </a:lnTo>
                    <a:lnTo>
                      <a:pt x="130" y="453"/>
                    </a:lnTo>
                    <a:lnTo>
                      <a:pt x="131" y="450"/>
                    </a:lnTo>
                    <a:lnTo>
                      <a:pt x="131" y="449"/>
                    </a:lnTo>
                    <a:lnTo>
                      <a:pt x="132" y="447"/>
                    </a:lnTo>
                    <a:lnTo>
                      <a:pt x="132" y="447"/>
                    </a:lnTo>
                    <a:lnTo>
                      <a:pt x="134" y="440"/>
                    </a:lnTo>
                    <a:lnTo>
                      <a:pt x="138" y="433"/>
                    </a:lnTo>
                    <a:lnTo>
                      <a:pt x="141" y="426"/>
                    </a:lnTo>
                    <a:lnTo>
                      <a:pt x="144" y="417"/>
                    </a:lnTo>
                    <a:lnTo>
                      <a:pt x="144" y="417"/>
                    </a:lnTo>
                    <a:lnTo>
                      <a:pt x="144" y="419"/>
                    </a:lnTo>
                    <a:lnTo>
                      <a:pt x="144" y="417"/>
                    </a:lnTo>
                    <a:lnTo>
                      <a:pt x="144" y="413"/>
                    </a:lnTo>
                    <a:lnTo>
                      <a:pt x="144" y="413"/>
                    </a:lnTo>
                    <a:lnTo>
                      <a:pt x="145" y="413"/>
                    </a:lnTo>
                    <a:lnTo>
                      <a:pt x="145" y="414"/>
                    </a:lnTo>
                    <a:lnTo>
                      <a:pt x="144" y="416"/>
                    </a:lnTo>
                    <a:lnTo>
                      <a:pt x="145" y="417"/>
                    </a:lnTo>
                    <a:lnTo>
                      <a:pt x="145" y="417"/>
                    </a:lnTo>
                    <a:lnTo>
                      <a:pt x="147" y="414"/>
                    </a:lnTo>
                    <a:lnTo>
                      <a:pt x="147" y="414"/>
                    </a:lnTo>
                    <a:lnTo>
                      <a:pt x="148" y="411"/>
                    </a:lnTo>
                    <a:lnTo>
                      <a:pt x="148" y="411"/>
                    </a:lnTo>
                    <a:lnTo>
                      <a:pt x="151" y="404"/>
                    </a:lnTo>
                    <a:lnTo>
                      <a:pt x="151" y="404"/>
                    </a:lnTo>
                    <a:lnTo>
                      <a:pt x="157" y="391"/>
                    </a:lnTo>
                    <a:lnTo>
                      <a:pt x="157" y="391"/>
                    </a:lnTo>
                    <a:lnTo>
                      <a:pt x="158" y="391"/>
                    </a:lnTo>
                    <a:lnTo>
                      <a:pt x="161" y="389"/>
                    </a:lnTo>
                    <a:lnTo>
                      <a:pt x="162" y="384"/>
                    </a:lnTo>
                    <a:lnTo>
                      <a:pt x="162" y="381"/>
                    </a:lnTo>
                    <a:lnTo>
                      <a:pt x="162" y="381"/>
                    </a:lnTo>
                    <a:lnTo>
                      <a:pt x="165" y="379"/>
                    </a:lnTo>
                    <a:lnTo>
                      <a:pt x="167" y="377"/>
                    </a:lnTo>
                    <a:lnTo>
                      <a:pt x="167" y="377"/>
                    </a:lnTo>
                    <a:lnTo>
                      <a:pt x="167" y="374"/>
                    </a:lnTo>
                    <a:lnTo>
                      <a:pt x="168" y="370"/>
                    </a:lnTo>
                    <a:lnTo>
                      <a:pt x="168" y="370"/>
                    </a:lnTo>
                    <a:lnTo>
                      <a:pt x="174" y="363"/>
                    </a:lnTo>
                    <a:lnTo>
                      <a:pt x="174" y="363"/>
                    </a:lnTo>
                    <a:lnTo>
                      <a:pt x="179" y="354"/>
                    </a:lnTo>
                    <a:lnTo>
                      <a:pt x="179" y="354"/>
                    </a:lnTo>
                    <a:lnTo>
                      <a:pt x="182" y="349"/>
                    </a:lnTo>
                    <a:lnTo>
                      <a:pt x="182" y="349"/>
                    </a:lnTo>
                    <a:lnTo>
                      <a:pt x="184" y="344"/>
                    </a:lnTo>
                    <a:lnTo>
                      <a:pt x="184" y="344"/>
                    </a:lnTo>
                    <a:lnTo>
                      <a:pt x="189" y="340"/>
                    </a:lnTo>
                    <a:lnTo>
                      <a:pt x="194" y="331"/>
                    </a:lnTo>
                    <a:lnTo>
                      <a:pt x="194" y="331"/>
                    </a:lnTo>
                    <a:lnTo>
                      <a:pt x="197" y="329"/>
                    </a:lnTo>
                    <a:lnTo>
                      <a:pt x="197" y="329"/>
                    </a:lnTo>
                    <a:lnTo>
                      <a:pt x="198" y="324"/>
                    </a:lnTo>
                    <a:lnTo>
                      <a:pt x="198" y="324"/>
                    </a:lnTo>
                    <a:lnTo>
                      <a:pt x="201" y="321"/>
                    </a:lnTo>
                    <a:lnTo>
                      <a:pt x="204" y="320"/>
                    </a:lnTo>
                    <a:lnTo>
                      <a:pt x="204" y="320"/>
                    </a:lnTo>
                    <a:lnTo>
                      <a:pt x="198" y="327"/>
                    </a:lnTo>
                    <a:lnTo>
                      <a:pt x="198" y="327"/>
                    </a:lnTo>
                    <a:lnTo>
                      <a:pt x="201" y="326"/>
                    </a:lnTo>
                    <a:lnTo>
                      <a:pt x="204" y="321"/>
                    </a:lnTo>
                    <a:lnTo>
                      <a:pt x="209" y="311"/>
                    </a:lnTo>
                    <a:lnTo>
                      <a:pt x="209" y="311"/>
                    </a:lnTo>
                    <a:lnTo>
                      <a:pt x="215" y="306"/>
                    </a:lnTo>
                    <a:lnTo>
                      <a:pt x="218" y="303"/>
                    </a:lnTo>
                    <a:lnTo>
                      <a:pt x="219" y="300"/>
                    </a:lnTo>
                    <a:lnTo>
                      <a:pt x="219" y="300"/>
                    </a:lnTo>
                    <a:lnTo>
                      <a:pt x="221" y="299"/>
                    </a:lnTo>
                    <a:lnTo>
                      <a:pt x="224" y="297"/>
                    </a:lnTo>
                    <a:lnTo>
                      <a:pt x="224" y="297"/>
                    </a:lnTo>
                    <a:lnTo>
                      <a:pt x="229" y="289"/>
                    </a:lnTo>
                    <a:lnTo>
                      <a:pt x="229" y="289"/>
                    </a:lnTo>
                    <a:lnTo>
                      <a:pt x="237" y="280"/>
                    </a:lnTo>
                    <a:lnTo>
                      <a:pt x="237" y="280"/>
                    </a:lnTo>
                    <a:lnTo>
                      <a:pt x="242" y="276"/>
                    </a:lnTo>
                    <a:lnTo>
                      <a:pt x="242" y="276"/>
                    </a:lnTo>
                    <a:lnTo>
                      <a:pt x="248" y="269"/>
                    </a:lnTo>
                    <a:lnTo>
                      <a:pt x="248" y="269"/>
                    </a:lnTo>
                    <a:lnTo>
                      <a:pt x="264" y="254"/>
                    </a:lnTo>
                    <a:lnTo>
                      <a:pt x="264" y="254"/>
                    </a:lnTo>
                    <a:lnTo>
                      <a:pt x="286" y="234"/>
                    </a:lnTo>
                    <a:lnTo>
                      <a:pt x="311" y="216"/>
                    </a:lnTo>
                    <a:lnTo>
                      <a:pt x="336" y="200"/>
                    </a:lnTo>
                    <a:lnTo>
                      <a:pt x="362" y="184"/>
                    </a:lnTo>
                    <a:lnTo>
                      <a:pt x="362" y="184"/>
                    </a:lnTo>
                    <a:lnTo>
                      <a:pt x="376" y="177"/>
                    </a:lnTo>
                    <a:lnTo>
                      <a:pt x="389" y="170"/>
                    </a:lnTo>
                    <a:lnTo>
                      <a:pt x="389" y="170"/>
                    </a:lnTo>
                    <a:lnTo>
                      <a:pt x="403" y="164"/>
                    </a:lnTo>
                    <a:lnTo>
                      <a:pt x="418" y="157"/>
                    </a:lnTo>
                    <a:lnTo>
                      <a:pt x="431" y="152"/>
                    </a:lnTo>
                    <a:lnTo>
                      <a:pt x="431" y="152"/>
                    </a:lnTo>
                    <a:lnTo>
                      <a:pt x="445" y="147"/>
                    </a:lnTo>
                    <a:lnTo>
                      <a:pt x="445" y="147"/>
                    </a:lnTo>
                    <a:lnTo>
                      <a:pt x="459" y="143"/>
                    </a:lnTo>
                    <a:lnTo>
                      <a:pt x="475" y="139"/>
                    </a:lnTo>
                    <a:lnTo>
                      <a:pt x="475" y="139"/>
                    </a:lnTo>
                    <a:lnTo>
                      <a:pt x="503" y="130"/>
                    </a:lnTo>
                    <a:lnTo>
                      <a:pt x="533" y="125"/>
                    </a:lnTo>
                    <a:lnTo>
                      <a:pt x="563" y="122"/>
                    </a:lnTo>
                    <a:lnTo>
                      <a:pt x="593" y="119"/>
                    </a:lnTo>
                    <a:lnTo>
                      <a:pt x="607" y="119"/>
                    </a:lnTo>
                    <a:lnTo>
                      <a:pt x="607" y="119"/>
                    </a:lnTo>
                    <a:lnTo>
                      <a:pt x="616" y="119"/>
                    </a:lnTo>
                    <a:lnTo>
                      <a:pt x="623" y="119"/>
                    </a:lnTo>
                    <a:lnTo>
                      <a:pt x="630" y="119"/>
                    </a:lnTo>
                    <a:lnTo>
                      <a:pt x="634" y="119"/>
                    </a:lnTo>
                    <a:lnTo>
                      <a:pt x="639" y="119"/>
                    </a:lnTo>
                    <a:lnTo>
                      <a:pt x="653" y="120"/>
                    </a:lnTo>
                    <a:lnTo>
                      <a:pt x="653" y="120"/>
                    </a:lnTo>
                    <a:lnTo>
                      <a:pt x="669" y="122"/>
                    </a:lnTo>
                    <a:lnTo>
                      <a:pt x="683" y="123"/>
                    </a:lnTo>
                    <a:lnTo>
                      <a:pt x="697" y="126"/>
                    </a:lnTo>
                    <a:lnTo>
                      <a:pt x="706" y="127"/>
                    </a:lnTo>
                    <a:lnTo>
                      <a:pt x="706" y="127"/>
                    </a:lnTo>
                    <a:lnTo>
                      <a:pt x="713" y="129"/>
                    </a:lnTo>
                    <a:lnTo>
                      <a:pt x="713" y="129"/>
                    </a:lnTo>
                    <a:lnTo>
                      <a:pt x="741" y="135"/>
                    </a:lnTo>
                    <a:lnTo>
                      <a:pt x="771" y="143"/>
                    </a:lnTo>
                    <a:lnTo>
                      <a:pt x="800" y="153"/>
                    </a:lnTo>
                    <a:lnTo>
                      <a:pt x="827" y="164"/>
                    </a:lnTo>
                    <a:lnTo>
                      <a:pt x="854" y="177"/>
                    </a:lnTo>
                    <a:lnTo>
                      <a:pt x="880" y="193"/>
                    </a:lnTo>
                    <a:lnTo>
                      <a:pt x="905" y="209"/>
                    </a:lnTo>
                    <a:lnTo>
                      <a:pt x="930" y="227"/>
                    </a:lnTo>
                    <a:lnTo>
                      <a:pt x="930" y="227"/>
                    </a:lnTo>
                    <a:lnTo>
                      <a:pt x="953" y="246"/>
                    </a:lnTo>
                    <a:lnTo>
                      <a:pt x="975" y="266"/>
                    </a:lnTo>
                    <a:lnTo>
                      <a:pt x="995" y="289"/>
                    </a:lnTo>
                    <a:lnTo>
                      <a:pt x="1015" y="311"/>
                    </a:lnTo>
                    <a:lnTo>
                      <a:pt x="1015" y="311"/>
                    </a:lnTo>
                    <a:lnTo>
                      <a:pt x="1034" y="336"/>
                    </a:lnTo>
                    <a:lnTo>
                      <a:pt x="1050" y="361"/>
                    </a:lnTo>
                    <a:lnTo>
                      <a:pt x="1065" y="387"/>
                    </a:lnTo>
                    <a:lnTo>
                      <a:pt x="1078" y="414"/>
                    </a:lnTo>
                    <a:lnTo>
                      <a:pt x="1078" y="414"/>
                    </a:lnTo>
                    <a:lnTo>
                      <a:pt x="1078" y="416"/>
                    </a:lnTo>
                    <a:lnTo>
                      <a:pt x="1078" y="416"/>
                    </a:lnTo>
                    <a:lnTo>
                      <a:pt x="1075" y="414"/>
                    </a:lnTo>
                    <a:lnTo>
                      <a:pt x="1075" y="414"/>
                    </a:lnTo>
                    <a:lnTo>
                      <a:pt x="1070" y="397"/>
                    </a:lnTo>
                    <a:lnTo>
                      <a:pt x="1070" y="397"/>
                    </a:lnTo>
                    <a:lnTo>
                      <a:pt x="1060" y="381"/>
                    </a:lnTo>
                    <a:lnTo>
                      <a:pt x="1058" y="377"/>
                    </a:lnTo>
                    <a:lnTo>
                      <a:pt x="1057" y="376"/>
                    </a:lnTo>
                    <a:lnTo>
                      <a:pt x="1055" y="374"/>
                    </a:lnTo>
                    <a:lnTo>
                      <a:pt x="1055" y="374"/>
                    </a:lnTo>
                    <a:lnTo>
                      <a:pt x="1051" y="366"/>
                    </a:lnTo>
                    <a:lnTo>
                      <a:pt x="1051" y="366"/>
                    </a:lnTo>
                    <a:lnTo>
                      <a:pt x="1047" y="359"/>
                    </a:lnTo>
                    <a:lnTo>
                      <a:pt x="1047" y="359"/>
                    </a:lnTo>
                    <a:lnTo>
                      <a:pt x="1041" y="350"/>
                    </a:lnTo>
                    <a:lnTo>
                      <a:pt x="1041" y="350"/>
                    </a:lnTo>
                    <a:lnTo>
                      <a:pt x="1040" y="349"/>
                    </a:lnTo>
                    <a:lnTo>
                      <a:pt x="1037" y="346"/>
                    </a:lnTo>
                    <a:lnTo>
                      <a:pt x="1037" y="346"/>
                    </a:lnTo>
                    <a:lnTo>
                      <a:pt x="1037" y="346"/>
                    </a:lnTo>
                    <a:lnTo>
                      <a:pt x="1040" y="347"/>
                    </a:lnTo>
                    <a:lnTo>
                      <a:pt x="1040" y="347"/>
                    </a:lnTo>
                    <a:lnTo>
                      <a:pt x="1035" y="343"/>
                    </a:lnTo>
                    <a:lnTo>
                      <a:pt x="1034" y="340"/>
                    </a:lnTo>
                    <a:lnTo>
                      <a:pt x="1032" y="337"/>
                    </a:lnTo>
                    <a:lnTo>
                      <a:pt x="1032" y="337"/>
                    </a:lnTo>
                    <a:lnTo>
                      <a:pt x="1031" y="337"/>
                    </a:lnTo>
                    <a:lnTo>
                      <a:pt x="1031" y="337"/>
                    </a:lnTo>
                    <a:lnTo>
                      <a:pt x="1031" y="337"/>
                    </a:lnTo>
                    <a:lnTo>
                      <a:pt x="1030" y="337"/>
                    </a:lnTo>
                    <a:lnTo>
                      <a:pt x="1030" y="337"/>
                    </a:lnTo>
                    <a:lnTo>
                      <a:pt x="1025" y="330"/>
                    </a:lnTo>
                    <a:lnTo>
                      <a:pt x="1021" y="321"/>
                    </a:lnTo>
                    <a:lnTo>
                      <a:pt x="1021" y="321"/>
                    </a:lnTo>
                    <a:lnTo>
                      <a:pt x="1014" y="313"/>
                    </a:lnTo>
                    <a:lnTo>
                      <a:pt x="1014" y="313"/>
                    </a:lnTo>
                    <a:lnTo>
                      <a:pt x="1007" y="306"/>
                    </a:lnTo>
                    <a:lnTo>
                      <a:pt x="1007" y="306"/>
                    </a:lnTo>
                    <a:lnTo>
                      <a:pt x="997" y="293"/>
                    </a:lnTo>
                    <a:lnTo>
                      <a:pt x="997" y="293"/>
                    </a:lnTo>
                    <a:lnTo>
                      <a:pt x="985" y="282"/>
                    </a:lnTo>
                    <a:lnTo>
                      <a:pt x="985" y="282"/>
                    </a:lnTo>
                    <a:lnTo>
                      <a:pt x="984" y="280"/>
                    </a:lnTo>
                    <a:lnTo>
                      <a:pt x="985" y="280"/>
                    </a:lnTo>
                    <a:lnTo>
                      <a:pt x="985" y="280"/>
                    </a:lnTo>
                    <a:lnTo>
                      <a:pt x="980" y="276"/>
                    </a:lnTo>
                    <a:lnTo>
                      <a:pt x="980" y="276"/>
                    </a:lnTo>
                    <a:lnTo>
                      <a:pt x="975" y="270"/>
                    </a:lnTo>
                    <a:lnTo>
                      <a:pt x="975" y="270"/>
                    </a:lnTo>
                    <a:lnTo>
                      <a:pt x="965" y="260"/>
                    </a:lnTo>
                    <a:lnTo>
                      <a:pt x="965" y="260"/>
                    </a:lnTo>
                    <a:lnTo>
                      <a:pt x="955" y="252"/>
                    </a:lnTo>
                    <a:lnTo>
                      <a:pt x="955" y="252"/>
                    </a:lnTo>
                    <a:lnTo>
                      <a:pt x="947" y="246"/>
                    </a:lnTo>
                    <a:lnTo>
                      <a:pt x="947" y="246"/>
                    </a:lnTo>
                    <a:lnTo>
                      <a:pt x="947" y="243"/>
                    </a:lnTo>
                    <a:lnTo>
                      <a:pt x="945" y="242"/>
                    </a:lnTo>
                    <a:lnTo>
                      <a:pt x="945" y="242"/>
                    </a:lnTo>
                    <a:lnTo>
                      <a:pt x="945" y="243"/>
                    </a:lnTo>
                    <a:lnTo>
                      <a:pt x="945" y="244"/>
                    </a:lnTo>
                    <a:lnTo>
                      <a:pt x="945" y="244"/>
                    </a:lnTo>
                    <a:lnTo>
                      <a:pt x="943" y="242"/>
                    </a:lnTo>
                    <a:lnTo>
                      <a:pt x="943" y="242"/>
                    </a:lnTo>
                    <a:lnTo>
                      <a:pt x="940" y="239"/>
                    </a:lnTo>
                    <a:lnTo>
                      <a:pt x="940" y="239"/>
                    </a:lnTo>
                    <a:lnTo>
                      <a:pt x="934" y="234"/>
                    </a:lnTo>
                    <a:lnTo>
                      <a:pt x="934" y="234"/>
                    </a:lnTo>
                    <a:lnTo>
                      <a:pt x="923" y="224"/>
                    </a:lnTo>
                    <a:lnTo>
                      <a:pt x="923" y="224"/>
                    </a:lnTo>
                    <a:lnTo>
                      <a:pt x="911" y="216"/>
                    </a:lnTo>
                    <a:lnTo>
                      <a:pt x="911" y="216"/>
                    </a:lnTo>
                    <a:lnTo>
                      <a:pt x="904" y="212"/>
                    </a:lnTo>
                    <a:lnTo>
                      <a:pt x="904" y="212"/>
                    </a:lnTo>
                    <a:lnTo>
                      <a:pt x="898" y="207"/>
                    </a:lnTo>
                    <a:lnTo>
                      <a:pt x="898" y="207"/>
                    </a:lnTo>
                    <a:lnTo>
                      <a:pt x="895" y="206"/>
                    </a:lnTo>
                    <a:lnTo>
                      <a:pt x="891" y="203"/>
                    </a:lnTo>
                    <a:lnTo>
                      <a:pt x="883" y="197"/>
                    </a:lnTo>
                    <a:lnTo>
                      <a:pt x="883" y="197"/>
                    </a:lnTo>
                    <a:lnTo>
                      <a:pt x="873" y="192"/>
                    </a:lnTo>
                    <a:lnTo>
                      <a:pt x="870" y="190"/>
                    </a:lnTo>
                    <a:lnTo>
                      <a:pt x="867" y="187"/>
                    </a:lnTo>
                    <a:lnTo>
                      <a:pt x="867" y="187"/>
                    </a:lnTo>
                    <a:lnTo>
                      <a:pt x="856" y="183"/>
                    </a:lnTo>
                    <a:lnTo>
                      <a:pt x="856" y="183"/>
                    </a:lnTo>
                    <a:lnTo>
                      <a:pt x="847" y="176"/>
                    </a:lnTo>
                    <a:lnTo>
                      <a:pt x="847" y="176"/>
                    </a:lnTo>
                    <a:lnTo>
                      <a:pt x="846" y="176"/>
                    </a:lnTo>
                    <a:lnTo>
                      <a:pt x="846" y="177"/>
                    </a:lnTo>
                    <a:lnTo>
                      <a:pt x="846" y="177"/>
                    </a:lnTo>
                    <a:lnTo>
                      <a:pt x="844" y="177"/>
                    </a:lnTo>
                    <a:lnTo>
                      <a:pt x="844" y="177"/>
                    </a:lnTo>
                    <a:lnTo>
                      <a:pt x="841" y="176"/>
                    </a:lnTo>
                    <a:lnTo>
                      <a:pt x="841" y="176"/>
                    </a:lnTo>
                    <a:lnTo>
                      <a:pt x="841" y="174"/>
                    </a:lnTo>
                    <a:lnTo>
                      <a:pt x="841" y="174"/>
                    </a:lnTo>
                    <a:lnTo>
                      <a:pt x="841" y="174"/>
                    </a:lnTo>
                    <a:lnTo>
                      <a:pt x="834" y="172"/>
                    </a:lnTo>
                    <a:lnTo>
                      <a:pt x="827" y="169"/>
                    </a:lnTo>
                    <a:lnTo>
                      <a:pt x="827" y="169"/>
                    </a:lnTo>
                    <a:lnTo>
                      <a:pt x="827" y="167"/>
                    </a:lnTo>
                    <a:lnTo>
                      <a:pt x="828" y="167"/>
                    </a:lnTo>
                    <a:lnTo>
                      <a:pt x="828" y="167"/>
                    </a:lnTo>
                    <a:lnTo>
                      <a:pt x="818" y="164"/>
                    </a:lnTo>
                    <a:lnTo>
                      <a:pt x="818" y="164"/>
                    </a:lnTo>
                    <a:lnTo>
                      <a:pt x="808" y="162"/>
                    </a:lnTo>
                    <a:lnTo>
                      <a:pt x="808" y="162"/>
                    </a:lnTo>
                    <a:lnTo>
                      <a:pt x="808" y="160"/>
                    </a:lnTo>
                    <a:lnTo>
                      <a:pt x="808" y="160"/>
                    </a:lnTo>
                    <a:lnTo>
                      <a:pt x="804" y="157"/>
                    </a:lnTo>
                    <a:lnTo>
                      <a:pt x="804" y="157"/>
                    </a:lnTo>
                    <a:lnTo>
                      <a:pt x="803" y="159"/>
                    </a:lnTo>
                    <a:lnTo>
                      <a:pt x="800" y="157"/>
                    </a:lnTo>
                    <a:lnTo>
                      <a:pt x="800" y="157"/>
                    </a:lnTo>
                    <a:lnTo>
                      <a:pt x="797" y="154"/>
                    </a:lnTo>
                    <a:lnTo>
                      <a:pt x="797" y="154"/>
                    </a:lnTo>
                    <a:lnTo>
                      <a:pt x="793" y="154"/>
                    </a:lnTo>
                    <a:lnTo>
                      <a:pt x="789" y="152"/>
                    </a:lnTo>
                    <a:lnTo>
                      <a:pt x="783" y="150"/>
                    </a:lnTo>
                    <a:lnTo>
                      <a:pt x="776" y="149"/>
                    </a:lnTo>
                    <a:lnTo>
                      <a:pt x="776" y="149"/>
                    </a:lnTo>
                    <a:lnTo>
                      <a:pt x="774" y="147"/>
                    </a:lnTo>
                    <a:lnTo>
                      <a:pt x="776" y="147"/>
                    </a:lnTo>
                    <a:lnTo>
                      <a:pt x="776" y="147"/>
                    </a:lnTo>
                    <a:lnTo>
                      <a:pt x="753" y="140"/>
                    </a:lnTo>
                    <a:lnTo>
                      <a:pt x="753" y="140"/>
                    </a:lnTo>
                    <a:lnTo>
                      <a:pt x="743" y="137"/>
                    </a:lnTo>
                    <a:lnTo>
                      <a:pt x="736" y="137"/>
                    </a:lnTo>
                    <a:lnTo>
                      <a:pt x="736" y="137"/>
                    </a:lnTo>
                    <a:lnTo>
                      <a:pt x="729" y="135"/>
                    </a:lnTo>
                    <a:lnTo>
                      <a:pt x="729" y="135"/>
                    </a:lnTo>
                    <a:lnTo>
                      <a:pt x="724" y="135"/>
                    </a:lnTo>
                    <a:lnTo>
                      <a:pt x="720" y="135"/>
                    </a:lnTo>
                    <a:lnTo>
                      <a:pt x="720" y="135"/>
                    </a:lnTo>
                    <a:lnTo>
                      <a:pt x="710" y="130"/>
                    </a:lnTo>
                    <a:lnTo>
                      <a:pt x="710" y="130"/>
                    </a:lnTo>
                    <a:lnTo>
                      <a:pt x="706" y="130"/>
                    </a:lnTo>
                    <a:lnTo>
                      <a:pt x="706" y="130"/>
                    </a:lnTo>
                    <a:lnTo>
                      <a:pt x="703" y="130"/>
                    </a:lnTo>
                    <a:lnTo>
                      <a:pt x="703" y="130"/>
                    </a:lnTo>
                    <a:lnTo>
                      <a:pt x="690" y="127"/>
                    </a:lnTo>
                    <a:lnTo>
                      <a:pt x="690" y="127"/>
                    </a:lnTo>
                    <a:lnTo>
                      <a:pt x="677" y="126"/>
                    </a:lnTo>
                    <a:lnTo>
                      <a:pt x="677" y="126"/>
                    </a:lnTo>
                    <a:lnTo>
                      <a:pt x="664" y="125"/>
                    </a:lnTo>
                    <a:lnTo>
                      <a:pt x="659" y="123"/>
                    </a:lnTo>
                    <a:lnTo>
                      <a:pt x="652" y="123"/>
                    </a:lnTo>
                    <a:lnTo>
                      <a:pt x="652" y="123"/>
                    </a:lnTo>
                    <a:lnTo>
                      <a:pt x="626" y="122"/>
                    </a:lnTo>
                    <a:lnTo>
                      <a:pt x="626" y="122"/>
                    </a:lnTo>
                    <a:lnTo>
                      <a:pt x="613" y="122"/>
                    </a:lnTo>
                    <a:lnTo>
                      <a:pt x="613" y="122"/>
                    </a:lnTo>
                    <a:lnTo>
                      <a:pt x="606" y="122"/>
                    </a:lnTo>
                    <a:lnTo>
                      <a:pt x="606" y="122"/>
                    </a:lnTo>
                    <a:lnTo>
                      <a:pt x="599" y="122"/>
                    </a:lnTo>
                    <a:lnTo>
                      <a:pt x="599" y="122"/>
                    </a:lnTo>
                    <a:lnTo>
                      <a:pt x="597" y="123"/>
                    </a:lnTo>
                    <a:lnTo>
                      <a:pt x="597" y="123"/>
                    </a:lnTo>
                    <a:lnTo>
                      <a:pt x="597" y="123"/>
                    </a:lnTo>
                    <a:lnTo>
                      <a:pt x="589" y="122"/>
                    </a:lnTo>
                    <a:lnTo>
                      <a:pt x="589" y="122"/>
                    </a:lnTo>
                    <a:lnTo>
                      <a:pt x="580" y="123"/>
                    </a:lnTo>
                    <a:lnTo>
                      <a:pt x="580" y="123"/>
                    </a:lnTo>
                    <a:lnTo>
                      <a:pt x="572" y="123"/>
                    </a:lnTo>
                    <a:lnTo>
                      <a:pt x="572" y="123"/>
                    </a:lnTo>
                    <a:lnTo>
                      <a:pt x="563" y="125"/>
                    </a:lnTo>
                    <a:lnTo>
                      <a:pt x="563" y="125"/>
                    </a:lnTo>
                    <a:lnTo>
                      <a:pt x="555" y="126"/>
                    </a:lnTo>
                    <a:lnTo>
                      <a:pt x="555" y="126"/>
                    </a:lnTo>
                    <a:lnTo>
                      <a:pt x="536" y="127"/>
                    </a:lnTo>
                    <a:lnTo>
                      <a:pt x="536" y="127"/>
                    </a:lnTo>
                    <a:lnTo>
                      <a:pt x="519" y="132"/>
                    </a:lnTo>
                    <a:lnTo>
                      <a:pt x="519" y="132"/>
                    </a:lnTo>
                    <a:lnTo>
                      <a:pt x="516" y="130"/>
                    </a:lnTo>
                    <a:lnTo>
                      <a:pt x="516" y="130"/>
                    </a:lnTo>
                    <a:lnTo>
                      <a:pt x="509" y="133"/>
                    </a:lnTo>
                    <a:lnTo>
                      <a:pt x="503" y="135"/>
                    </a:lnTo>
                    <a:lnTo>
                      <a:pt x="503" y="135"/>
                    </a:lnTo>
                    <a:lnTo>
                      <a:pt x="490" y="137"/>
                    </a:lnTo>
                    <a:lnTo>
                      <a:pt x="490" y="137"/>
                    </a:lnTo>
                    <a:lnTo>
                      <a:pt x="490" y="139"/>
                    </a:lnTo>
                    <a:lnTo>
                      <a:pt x="490" y="139"/>
                    </a:lnTo>
                    <a:lnTo>
                      <a:pt x="489" y="142"/>
                    </a:lnTo>
                    <a:lnTo>
                      <a:pt x="485" y="143"/>
                    </a:lnTo>
                    <a:lnTo>
                      <a:pt x="485" y="143"/>
                    </a:lnTo>
                    <a:lnTo>
                      <a:pt x="483" y="142"/>
                    </a:lnTo>
                    <a:lnTo>
                      <a:pt x="479" y="142"/>
                    </a:lnTo>
                    <a:lnTo>
                      <a:pt x="479" y="142"/>
                    </a:lnTo>
                    <a:lnTo>
                      <a:pt x="479" y="142"/>
                    </a:lnTo>
                    <a:lnTo>
                      <a:pt x="482" y="140"/>
                    </a:lnTo>
                    <a:lnTo>
                      <a:pt x="483" y="139"/>
                    </a:lnTo>
                    <a:lnTo>
                      <a:pt x="486" y="139"/>
                    </a:lnTo>
                    <a:lnTo>
                      <a:pt x="486" y="139"/>
                    </a:lnTo>
                    <a:lnTo>
                      <a:pt x="486" y="139"/>
                    </a:lnTo>
                    <a:lnTo>
                      <a:pt x="486" y="139"/>
                    </a:lnTo>
                    <a:lnTo>
                      <a:pt x="483" y="139"/>
                    </a:lnTo>
                    <a:lnTo>
                      <a:pt x="480" y="139"/>
                    </a:lnTo>
                    <a:lnTo>
                      <a:pt x="480" y="140"/>
                    </a:lnTo>
                    <a:lnTo>
                      <a:pt x="480" y="140"/>
                    </a:lnTo>
                    <a:lnTo>
                      <a:pt x="472" y="142"/>
                    </a:lnTo>
                    <a:lnTo>
                      <a:pt x="472" y="142"/>
                    </a:lnTo>
                    <a:lnTo>
                      <a:pt x="463" y="144"/>
                    </a:lnTo>
                    <a:lnTo>
                      <a:pt x="463" y="144"/>
                    </a:lnTo>
                    <a:lnTo>
                      <a:pt x="455" y="147"/>
                    </a:lnTo>
                    <a:lnTo>
                      <a:pt x="446" y="150"/>
                    </a:lnTo>
                    <a:lnTo>
                      <a:pt x="446" y="150"/>
                    </a:lnTo>
                    <a:lnTo>
                      <a:pt x="443" y="152"/>
                    </a:lnTo>
                    <a:lnTo>
                      <a:pt x="439" y="153"/>
                    </a:lnTo>
                    <a:lnTo>
                      <a:pt x="431" y="156"/>
                    </a:lnTo>
                    <a:lnTo>
                      <a:pt x="431" y="156"/>
                    </a:lnTo>
                    <a:lnTo>
                      <a:pt x="429" y="156"/>
                    </a:lnTo>
                    <a:lnTo>
                      <a:pt x="431" y="156"/>
                    </a:lnTo>
                    <a:lnTo>
                      <a:pt x="431" y="156"/>
                    </a:lnTo>
                    <a:lnTo>
                      <a:pt x="423" y="159"/>
                    </a:lnTo>
                    <a:lnTo>
                      <a:pt x="419" y="160"/>
                    </a:lnTo>
                    <a:lnTo>
                      <a:pt x="419" y="160"/>
                    </a:lnTo>
                    <a:lnTo>
                      <a:pt x="415" y="162"/>
                    </a:lnTo>
                    <a:lnTo>
                      <a:pt x="415" y="162"/>
                    </a:lnTo>
                    <a:lnTo>
                      <a:pt x="401" y="167"/>
                    </a:lnTo>
                    <a:lnTo>
                      <a:pt x="401" y="167"/>
                    </a:lnTo>
                    <a:lnTo>
                      <a:pt x="401" y="169"/>
                    </a:lnTo>
                    <a:lnTo>
                      <a:pt x="401" y="170"/>
                    </a:lnTo>
                    <a:lnTo>
                      <a:pt x="401" y="170"/>
                    </a:lnTo>
                    <a:lnTo>
                      <a:pt x="389" y="174"/>
                    </a:lnTo>
                    <a:lnTo>
                      <a:pt x="389" y="174"/>
                    </a:lnTo>
                    <a:lnTo>
                      <a:pt x="378" y="182"/>
                    </a:lnTo>
                    <a:lnTo>
                      <a:pt x="378" y="182"/>
                    </a:lnTo>
                    <a:lnTo>
                      <a:pt x="366" y="187"/>
                    </a:lnTo>
                    <a:lnTo>
                      <a:pt x="366" y="187"/>
                    </a:lnTo>
                    <a:lnTo>
                      <a:pt x="356" y="192"/>
                    </a:lnTo>
                    <a:lnTo>
                      <a:pt x="356" y="192"/>
                    </a:lnTo>
                    <a:lnTo>
                      <a:pt x="356" y="192"/>
                    </a:lnTo>
                    <a:lnTo>
                      <a:pt x="358" y="192"/>
                    </a:lnTo>
                    <a:lnTo>
                      <a:pt x="358" y="192"/>
                    </a:lnTo>
                    <a:lnTo>
                      <a:pt x="346" y="197"/>
                    </a:lnTo>
                    <a:lnTo>
                      <a:pt x="336" y="204"/>
                    </a:lnTo>
                    <a:lnTo>
                      <a:pt x="336" y="204"/>
                    </a:lnTo>
                    <a:lnTo>
                      <a:pt x="314" y="219"/>
                    </a:lnTo>
                    <a:lnTo>
                      <a:pt x="314" y="219"/>
                    </a:lnTo>
                    <a:lnTo>
                      <a:pt x="306" y="226"/>
                    </a:lnTo>
                    <a:lnTo>
                      <a:pt x="306" y="226"/>
                    </a:lnTo>
                    <a:lnTo>
                      <a:pt x="296" y="233"/>
                    </a:lnTo>
                    <a:lnTo>
                      <a:pt x="296" y="233"/>
                    </a:lnTo>
                    <a:lnTo>
                      <a:pt x="286" y="242"/>
                    </a:lnTo>
                    <a:lnTo>
                      <a:pt x="286" y="242"/>
                    </a:lnTo>
                    <a:lnTo>
                      <a:pt x="276" y="249"/>
                    </a:lnTo>
                    <a:lnTo>
                      <a:pt x="276" y="249"/>
                    </a:lnTo>
                    <a:lnTo>
                      <a:pt x="276" y="250"/>
                    </a:lnTo>
                    <a:lnTo>
                      <a:pt x="276" y="250"/>
                    </a:lnTo>
                    <a:lnTo>
                      <a:pt x="276" y="252"/>
                    </a:lnTo>
                    <a:lnTo>
                      <a:pt x="276" y="253"/>
                    </a:lnTo>
                    <a:lnTo>
                      <a:pt x="276" y="253"/>
                    </a:lnTo>
                    <a:lnTo>
                      <a:pt x="274" y="256"/>
                    </a:lnTo>
                    <a:lnTo>
                      <a:pt x="274" y="256"/>
                    </a:lnTo>
                    <a:lnTo>
                      <a:pt x="274" y="254"/>
                    </a:lnTo>
                    <a:lnTo>
                      <a:pt x="272" y="254"/>
                    </a:lnTo>
                    <a:lnTo>
                      <a:pt x="268" y="257"/>
                    </a:lnTo>
                    <a:lnTo>
                      <a:pt x="268" y="257"/>
                    </a:lnTo>
                    <a:lnTo>
                      <a:pt x="259" y="264"/>
                    </a:lnTo>
                    <a:lnTo>
                      <a:pt x="259" y="264"/>
                    </a:lnTo>
                    <a:lnTo>
                      <a:pt x="259" y="266"/>
                    </a:lnTo>
                    <a:lnTo>
                      <a:pt x="261" y="264"/>
                    </a:lnTo>
                    <a:lnTo>
                      <a:pt x="264" y="262"/>
                    </a:lnTo>
                    <a:lnTo>
                      <a:pt x="264" y="262"/>
                    </a:lnTo>
                    <a:lnTo>
                      <a:pt x="265" y="263"/>
                    </a:lnTo>
                    <a:lnTo>
                      <a:pt x="264" y="264"/>
                    </a:lnTo>
                    <a:lnTo>
                      <a:pt x="261" y="267"/>
                    </a:lnTo>
                    <a:lnTo>
                      <a:pt x="261" y="267"/>
                    </a:lnTo>
                    <a:lnTo>
                      <a:pt x="255" y="270"/>
                    </a:lnTo>
                    <a:lnTo>
                      <a:pt x="249" y="274"/>
                    </a:lnTo>
                    <a:lnTo>
                      <a:pt x="249" y="274"/>
                    </a:lnTo>
                    <a:lnTo>
                      <a:pt x="244" y="280"/>
                    </a:lnTo>
                    <a:lnTo>
                      <a:pt x="239" y="286"/>
                    </a:lnTo>
                    <a:lnTo>
                      <a:pt x="239" y="286"/>
                    </a:lnTo>
                    <a:lnTo>
                      <a:pt x="238" y="287"/>
                    </a:lnTo>
                    <a:lnTo>
                      <a:pt x="238" y="287"/>
                    </a:lnTo>
                    <a:lnTo>
                      <a:pt x="239" y="287"/>
                    </a:lnTo>
                    <a:lnTo>
                      <a:pt x="238" y="289"/>
                    </a:lnTo>
                    <a:lnTo>
                      <a:pt x="238" y="289"/>
                    </a:lnTo>
                    <a:lnTo>
                      <a:pt x="235" y="292"/>
                    </a:lnTo>
                    <a:lnTo>
                      <a:pt x="235" y="292"/>
                    </a:lnTo>
                    <a:lnTo>
                      <a:pt x="235" y="292"/>
                    </a:lnTo>
                    <a:lnTo>
                      <a:pt x="237" y="289"/>
                    </a:lnTo>
                    <a:lnTo>
                      <a:pt x="237" y="289"/>
                    </a:lnTo>
                    <a:lnTo>
                      <a:pt x="234" y="292"/>
                    </a:lnTo>
                    <a:lnTo>
                      <a:pt x="231" y="296"/>
                    </a:lnTo>
                    <a:lnTo>
                      <a:pt x="231" y="296"/>
                    </a:lnTo>
                    <a:lnTo>
                      <a:pt x="232" y="294"/>
                    </a:lnTo>
                    <a:lnTo>
                      <a:pt x="232" y="296"/>
                    </a:lnTo>
                    <a:lnTo>
                      <a:pt x="232" y="297"/>
                    </a:lnTo>
                    <a:lnTo>
                      <a:pt x="232" y="297"/>
                    </a:lnTo>
                    <a:lnTo>
                      <a:pt x="234" y="294"/>
                    </a:lnTo>
                    <a:lnTo>
                      <a:pt x="237" y="293"/>
                    </a:lnTo>
                    <a:lnTo>
                      <a:pt x="237" y="293"/>
                    </a:lnTo>
                    <a:lnTo>
                      <a:pt x="234" y="297"/>
                    </a:lnTo>
                    <a:lnTo>
                      <a:pt x="234" y="297"/>
                    </a:lnTo>
                    <a:lnTo>
                      <a:pt x="231" y="301"/>
                    </a:lnTo>
                    <a:lnTo>
                      <a:pt x="231" y="301"/>
                    </a:lnTo>
                    <a:lnTo>
                      <a:pt x="228" y="304"/>
                    </a:lnTo>
                    <a:lnTo>
                      <a:pt x="224" y="307"/>
                    </a:lnTo>
                    <a:lnTo>
                      <a:pt x="224" y="307"/>
                    </a:lnTo>
                    <a:lnTo>
                      <a:pt x="224" y="306"/>
                    </a:lnTo>
                    <a:lnTo>
                      <a:pt x="225" y="304"/>
                    </a:lnTo>
                    <a:lnTo>
                      <a:pt x="229" y="300"/>
                    </a:lnTo>
                    <a:lnTo>
                      <a:pt x="229" y="300"/>
                    </a:lnTo>
                    <a:lnTo>
                      <a:pt x="227" y="301"/>
                    </a:lnTo>
                    <a:lnTo>
                      <a:pt x="228" y="300"/>
                    </a:lnTo>
                    <a:lnTo>
                      <a:pt x="231" y="296"/>
                    </a:lnTo>
                    <a:lnTo>
                      <a:pt x="231" y="296"/>
                    </a:lnTo>
                    <a:lnTo>
                      <a:pt x="227" y="299"/>
                    </a:lnTo>
                    <a:lnTo>
                      <a:pt x="225" y="301"/>
                    </a:lnTo>
                    <a:lnTo>
                      <a:pt x="222" y="304"/>
                    </a:lnTo>
                    <a:lnTo>
                      <a:pt x="219" y="307"/>
                    </a:lnTo>
                    <a:lnTo>
                      <a:pt x="219" y="307"/>
                    </a:lnTo>
                    <a:lnTo>
                      <a:pt x="219" y="309"/>
                    </a:lnTo>
                    <a:lnTo>
                      <a:pt x="221" y="307"/>
                    </a:lnTo>
                    <a:lnTo>
                      <a:pt x="222" y="307"/>
                    </a:lnTo>
                    <a:lnTo>
                      <a:pt x="222" y="307"/>
                    </a:lnTo>
                    <a:lnTo>
                      <a:pt x="219" y="310"/>
                    </a:lnTo>
                    <a:lnTo>
                      <a:pt x="219" y="310"/>
                    </a:lnTo>
                    <a:lnTo>
                      <a:pt x="219" y="310"/>
                    </a:lnTo>
                    <a:lnTo>
                      <a:pt x="222" y="309"/>
                    </a:lnTo>
                    <a:lnTo>
                      <a:pt x="222" y="309"/>
                    </a:lnTo>
                    <a:lnTo>
                      <a:pt x="218" y="316"/>
                    </a:lnTo>
                    <a:lnTo>
                      <a:pt x="215" y="323"/>
                    </a:lnTo>
                    <a:lnTo>
                      <a:pt x="215" y="323"/>
                    </a:lnTo>
                    <a:lnTo>
                      <a:pt x="212" y="324"/>
                    </a:lnTo>
                    <a:lnTo>
                      <a:pt x="212" y="324"/>
                    </a:lnTo>
                    <a:lnTo>
                      <a:pt x="211" y="324"/>
                    </a:lnTo>
                    <a:lnTo>
                      <a:pt x="211" y="324"/>
                    </a:lnTo>
                    <a:lnTo>
                      <a:pt x="208" y="330"/>
                    </a:lnTo>
                    <a:lnTo>
                      <a:pt x="207" y="333"/>
                    </a:lnTo>
                    <a:lnTo>
                      <a:pt x="205" y="336"/>
                    </a:lnTo>
                    <a:lnTo>
                      <a:pt x="205" y="336"/>
                    </a:lnTo>
                    <a:lnTo>
                      <a:pt x="204" y="336"/>
                    </a:lnTo>
                    <a:lnTo>
                      <a:pt x="205" y="334"/>
                    </a:lnTo>
                    <a:lnTo>
                      <a:pt x="205" y="334"/>
                    </a:lnTo>
                    <a:lnTo>
                      <a:pt x="205" y="330"/>
                    </a:lnTo>
                    <a:lnTo>
                      <a:pt x="205" y="330"/>
                    </a:lnTo>
                    <a:lnTo>
                      <a:pt x="204" y="334"/>
                    </a:lnTo>
                    <a:lnTo>
                      <a:pt x="204" y="336"/>
                    </a:lnTo>
                    <a:lnTo>
                      <a:pt x="204" y="336"/>
                    </a:lnTo>
                    <a:lnTo>
                      <a:pt x="204" y="336"/>
                    </a:lnTo>
                    <a:lnTo>
                      <a:pt x="202" y="339"/>
                    </a:lnTo>
                    <a:lnTo>
                      <a:pt x="199" y="343"/>
                    </a:lnTo>
                    <a:lnTo>
                      <a:pt x="199" y="343"/>
                    </a:lnTo>
                    <a:lnTo>
                      <a:pt x="198" y="343"/>
                    </a:lnTo>
                    <a:lnTo>
                      <a:pt x="198" y="341"/>
                    </a:lnTo>
                    <a:lnTo>
                      <a:pt x="198" y="341"/>
                    </a:lnTo>
                    <a:lnTo>
                      <a:pt x="197" y="343"/>
                    </a:lnTo>
                    <a:lnTo>
                      <a:pt x="197" y="343"/>
                    </a:lnTo>
                    <a:lnTo>
                      <a:pt x="195" y="347"/>
                    </a:lnTo>
                    <a:lnTo>
                      <a:pt x="192" y="353"/>
                    </a:lnTo>
                    <a:lnTo>
                      <a:pt x="192" y="353"/>
                    </a:lnTo>
                    <a:lnTo>
                      <a:pt x="189" y="359"/>
                    </a:lnTo>
                    <a:lnTo>
                      <a:pt x="187" y="359"/>
                    </a:lnTo>
                    <a:lnTo>
                      <a:pt x="187" y="359"/>
                    </a:lnTo>
                    <a:lnTo>
                      <a:pt x="184" y="364"/>
                    </a:lnTo>
                    <a:lnTo>
                      <a:pt x="181" y="370"/>
                    </a:lnTo>
                    <a:lnTo>
                      <a:pt x="181" y="370"/>
                    </a:lnTo>
                    <a:lnTo>
                      <a:pt x="178" y="373"/>
                    </a:lnTo>
                    <a:lnTo>
                      <a:pt x="175" y="377"/>
                    </a:lnTo>
                    <a:lnTo>
                      <a:pt x="174" y="381"/>
                    </a:lnTo>
                    <a:lnTo>
                      <a:pt x="172" y="383"/>
                    </a:lnTo>
                    <a:lnTo>
                      <a:pt x="172" y="383"/>
                    </a:lnTo>
                    <a:lnTo>
                      <a:pt x="171" y="386"/>
                    </a:lnTo>
                    <a:lnTo>
                      <a:pt x="171" y="389"/>
                    </a:lnTo>
                    <a:lnTo>
                      <a:pt x="167" y="393"/>
                    </a:lnTo>
                    <a:lnTo>
                      <a:pt x="167" y="393"/>
                    </a:lnTo>
                    <a:lnTo>
                      <a:pt x="162" y="400"/>
                    </a:lnTo>
                    <a:lnTo>
                      <a:pt x="162" y="400"/>
                    </a:lnTo>
                    <a:lnTo>
                      <a:pt x="161" y="406"/>
                    </a:lnTo>
                    <a:lnTo>
                      <a:pt x="161" y="406"/>
                    </a:lnTo>
                    <a:lnTo>
                      <a:pt x="155" y="417"/>
                    </a:lnTo>
                    <a:lnTo>
                      <a:pt x="155" y="417"/>
                    </a:lnTo>
                    <a:lnTo>
                      <a:pt x="150" y="427"/>
                    </a:lnTo>
                    <a:lnTo>
                      <a:pt x="150" y="427"/>
                    </a:lnTo>
                    <a:lnTo>
                      <a:pt x="150" y="429"/>
                    </a:lnTo>
                    <a:lnTo>
                      <a:pt x="150" y="427"/>
                    </a:lnTo>
                    <a:lnTo>
                      <a:pt x="150" y="426"/>
                    </a:lnTo>
                    <a:lnTo>
                      <a:pt x="148" y="427"/>
                    </a:lnTo>
                    <a:lnTo>
                      <a:pt x="148" y="427"/>
                    </a:lnTo>
                    <a:lnTo>
                      <a:pt x="145" y="437"/>
                    </a:lnTo>
                    <a:lnTo>
                      <a:pt x="142" y="446"/>
                    </a:lnTo>
                    <a:lnTo>
                      <a:pt x="138" y="454"/>
                    </a:lnTo>
                    <a:lnTo>
                      <a:pt x="135" y="463"/>
                    </a:lnTo>
                    <a:lnTo>
                      <a:pt x="135" y="463"/>
                    </a:lnTo>
                    <a:lnTo>
                      <a:pt x="138" y="458"/>
                    </a:lnTo>
                    <a:lnTo>
                      <a:pt x="138" y="458"/>
                    </a:lnTo>
                    <a:lnTo>
                      <a:pt x="138" y="460"/>
                    </a:lnTo>
                    <a:lnTo>
                      <a:pt x="140" y="460"/>
                    </a:lnTo>
                    <a:lnTo>
                      <a:pt x="140" y="460"/>
                    </a:lnTo>
                    <a:lnTo>
                      <a:pt x="137" y="464"/>
                    </a:lnTo>
                    <a:lnTo>
                      <a:pt x="135" y="467"/>
                    </a:lnTo>
                    <a:lnTo>
                      <a:pt x="135" y="467"/>
                    </a:lnTo>
                    <a:lnTo>
                      <a:pt x="131" y="476"/>
                    </a:lnTo>
                    <a:lnTo>
                      <a:pt x="131" y="476"/>
                    </a:lnTo>
                    <a:lnTo>
                      <a:pt x="132" y="476"/>
                    </a:lnTo>
                    <a:lnTo>
                      <a:pt x="132" y="476"/>
                    </a:lnTo>
                    <a:lnTo>
                      <a:pt x="134" y="473"/>
                    </a:lnTo>
                    <a:lnTo>
                      <a:pt x="134" y="473"/>
                    </a:lnTo>
                    <a:lnTo>
                      <a:pt x="134" y="473"/>
                    </a:lnTo>
                    <a:lnTo>
                      <a:pt x="134" y="474"/>
                    </a:lnTo>
                    <a:lnTo>
                      <a:pt x="132" y="477"/>
                    </a:lnTo>
                    <a:lnTo>
                      <a:pt x="132" y="478"/>
                    </a:lnTo>
                    <a:lnTo>
                      <a:pt x="132" y="478"/>
                    </a:lnTo>
                    <a:lnTo>
                      <a:pt x="131" y="480"/>
                    </a:lnTo>
                    <a:lnTo>
                      <a:pt x="131" y="483"/>
                    </a:lnTo>
                    <a:lnTo>
                      <a:pt x="131" y="483"/>
                    </a:lnTo>
                    <a:lnTo>
                      <a:pt x="131" y="487"/>
                    </a:lnTo>
                    <a:lnTo>
                      <a:pt x="131" y="487"/>
                    </a:lnTo>
                    <a:lnTo>
                      <a:pt x="128" y="493"/>
                    </a:lnTo>
                    <a:lnTo>
                      <a:pt x="128" y="493"/>
                    </a:lnTo>
                    <a:lnTo>
                      <a:pt x="127" y="498"/>
                    </a:lnTo>
                    <a:lnTo>
                      <a:pt x="125" y="506"/>
                    </a:lnTo>
                    <a:lnTo>
                      <a:pt x="125" y="506"/>
                    </a:lnTo>
                    <a:lnTo>
                      <a:pt x="124" y="507"/>
                    </a:lnTo>
                    <a:lnTo>
                      <a:pt x="122" y="504"/>
                    </a:lnTo>
                    <a:lnTo>
                      <a:pt x="122" y="504"/>
                    </a:lnTo>
                    <a:lnTo>
                      <a:pt x="121" y="507"/>
                    </a:lnTo>
                    <a:lnTo>
                      <a:pt x="121" y="511"/>
                    </a:lnTo>
                    <a:lnTo>
                      <a:pt x="121" y="511"/>
                    </a:lnTo>
                    <a:lnTo>
                      <a:pt x="121" y="511"/>
                    </a:lnTo>
                    <a:lnTo>
                      <a:pt x="121" y="511"/>
                    </a:lnTo>
                    <a:lnTo>
                      <a:pt x="122" y="508"/>
                    </a:lnTo>
                    <a:lnTo>
                      <a:pt x="122" y="508"/>
                    </a:lnTo>
                    <a:lnTo>
                      <a:pt x="122" y="513"/>
                    </a:lnTo>
                    <a:lnTo>
                      <a:pt x="122" y="517"/>
                    </a:lnTo>
                    <a:lnTo>
                      <a:pt x="122" y="517"/>
                    </a:lnTo>
                    <a:lnTo>
                      <a:pt x="121" y="517"/>
                    </a:lnTo>
                    <a:lnTo>
                      <a:pt x="121" y="514"/>
                    </a:lnTo>
                    <a:lnTo>
                      <a:pt x="121" y="514"/>
                    </a:lnTo>
                    <a:lnTo>
                      <a:pt x="120" y="524"/>
                    </a:lnTo>
                    <a:lnTo>
                      <a:pt x="117" y="534"/>
                    </a:lnTo>
                    <a:lnTo>
                      <a:pt x="117" y="534"/>
                    </a:lnTo>
                    <a:lnTo>
                      <a:pt x="117" y="534"/>
                    </a:lnTo>
                    <a:lnTo>
                      <a:pt x="117" y="534"/>
                    </a:lnTo>
                    <a:lnTo>
                      <a:pt x="115" y="534"/>
                    </a:lnTo>
                    <a:lnTo>
                      <a:pt x="115" y="536"/>
                    </a:lnTo>
                    <a:lnTo>
                      <a:pt x="115" y="536"/>
                    </a:lnTo>
                    <a:lnTo>
                      <a:pt x="115" y="541"/>
                    </a:lnTo>
                    <a:lnTo>
                      <a:pt x="114" y="551"/>
                    </a:lnTo>
                    <a:lnTo>
                      <a:pt x="112" y="560"/>
                    </a:lnTo>
                    <a:lnTo>
                      <a:pt x="112" y="567"/>
                    </a:lnTo>
                    <a:lnTo>
                      <a:pt x="112" y="567"/>
                    </a:lnTo>
                    <a:lnTo>
                      <a:pt x="111" y="571"/>
                    </a:lnTo>
                    <a:lnTo>
                      <a:pt x="110" y="573"/>
                    </a:lnTo>
                    <a:lnTo>
                      <a:pt x="110" y="570"/>
                    </a:lnTo>
                    <a:lnTo>
                      <a:pt x="110" y="570"/>
                    </a:lnTo>
                    <a:lnTo>
                      <a:pt x="110" y="574"/>
                    </a:lnTo>
                    <a:lnTo>
                      <a:pt x="111" y="576"/>
                    </a:lnTo>
                    <a:lnTo>
                      <a:pt x="111" y="576"/>
                    </a:lnTo>
                    <a:lnTo>
                      <a:pt x="110" y="578"/>
                    </a:lnTo>
                    <a:lnTo>
                      <a:pt x="108" y="580"/>
                    </a:lnTo>
                    <a:lnTo>
                      <a:pt x="108" y="580"/>
                    </a:lnTo>
                    <a:lnTo>
                      <a:pt x="108" y="583"/>
                    </a:lnTo>
                    <a:lnTo>
                      <a:pt x="108" y="583"/>
                    </a:lnTo>
                    <a:lnTo>
                      <a:pt x="108" y="586"/>
                    </a:lnTo>
                    <a:lnTo>
                      <a:pt x="108" y="586"/>
                    </a:lnTo>
                    <a:lnTo>
                      <a:pt x="108" y="583"/>
                    </a:lnTo>
                    <a:lnTo>
                      <a:pt x="110" y="580"/>
                    </a:lnTo>
                    <a:lnTo>
                      <a:pt x="110" y="580"/>
                    </a:lnTo>
                    <a:lnTo>
                      <a:pt x="110" y="581"/>
                    </a:lnTo>
                    <a:lnTo>
                      <a:pt x="110" y="581"/>
                    </a:lnTo>
                    <a:lnTo>
                      <a:pt x="110" y="581"/>
                    </a:lnTo>
                    <a:lnTo>
                      <a:pt x="108" y="596"/>
                    </a:lnTo>
                    <a:lnTo>
                      <a:pt x="108" y="596"/>
                    </a:lnTo>
                    <a:lnTo>
                      <a:pt x="108" y="603"/>
                    </a:lnTo>
                    <a:lnTo>
                      <a:pt x="108" y="603"/>
                    </a:lnTo>
                    <a:lnTo>
                      <a:pt x="108" y="607"/>
                    </a:lnTo>
                    <a:lnTo>
                      <a:pt x="108" y="607"/>
                    </a:lnTo>
                    <a:lnTo>
                      <a:pt x="108" y="611"/>
                    </a:lnTo>
                    <a:lnTo>
                      <a:pt x="108" y="611"/>
                    </a:lnTo>
                    <a:lnTo>
                      <a:pt x="107" y="611"/>
                    </a:lnTo>
                    <a:lnTo>
                      <a:pt x="105" y="614"/>
                    </a:lnTo>
                    <a:lnTo>
                      <a:pt x="105" y="614"/>
                    </a:lnTo>
                    <a:lnTo>
                      <a:pt x="107" y="615"/>
                    </a:lnTo>
                    <a:lnTo>
                      <a:pt x="107" y="614"/>
                    </a:lnTo>
                    <a:lnTo>
                      <a:pt x="108" y="611"/>
                    </a:lnTo>
                    <a:lnTo>
                      <a:pt x="108" y="611"/>
                    </a:lnTo>
                    <a:lnTo>
                      <a:pt x="110" y="615"/>
                    </a:lnTo>
                    <a:lnTo>
                      <a:pt x="108" y="620"/>
                    </a:lnTo>
                    <a:lnTo>
                      <a:pt x="108" y="623"/>
                    </a:lnTo>
                    <a:lnTo>
                      <a:pt x="108" y="627"/>
                    </a:lnTo>
                    <a:lnTo>
                      <a:pt x="108" y="627"/>
                    </a:lnTo>
                    <a:lnTo>
                      <a:pt x="108" y="630"/>
                    </a:lnTo>
                    <a:lnTo>
                      <a:pt x="107" y="628"/>
                    </a:lnTo>
                    <a:lnTo>
                      <a:pt x="105" y="627"/>
                    </a:lnTo>
                    <a:lnTo>
                      <a:pt x="105" y="627"/>
                    </a:lnTo>
                    <a:lnTo>
                      <a:pt x="105" y="627"/>
                    </a:lnTo>
                    <a:lnTo>
                      <a:pt x="105" y="630"/>
                    </a:lnTo>
                    <a:lnTo>
                      <a:pt x="107" y="630"/>
                    </a:lnTo>
                    <a:lnTo>
                      <a:pt x="108" y="631"/>
                    </a:lnTo>
                    <a:lnTo>
                      <a:pt x="108" y="631"/>
                    </a:lnTo>
                    <a:lnTo>
                      <a:pt x="110" y="633"/>
                    </a:lnTo>
                    <a:lnTo>
                      <a:pt x="108" y="634"/>
                    </a:lnTo>
                    <a:lnTo>
                      <a:pt x="108" y="637"/>
                    </a:lnTo>
                    <a:lnTo>
                      <a:pt x="108" y="637"/>
                    </a:lnTo>
                    <a:lnTo>
                      <a:pt x="107" y="635"/>
                    </a:lnTo>
                    <a:lnTo>
                      <a:pt x="107" y="634"/>
                    </a:lnTo>
                    <a:lnTo>
                      <a:pt x="107" y="634"/>
                    </a:lnTo>
                    <a:lnTo>
                      <a:pt x="107" y="638"/>
                    </a:lnTo>
                    <a:lnTo>
                      <a:pt x="107" y="641"/>
                    </a:lnTo>
                    <a:lnTo>
                      <a:pt x="108" y="641"/>
                    </a:lnTo>
                    <a:lnTo>
                      <a:pt x="108" y="641"/>
                    </a:lnTo>
                    <a:lnTo>
                      <a:pt x="107" y="647"/>
                    </a:lnTo>
                    <a:lnTo>
                      <a:pt x="105" y="653"/>
                    </a:lnTo>
                    <a:lnTo>
                      <a:pt x="105" y="653"/>
                    </a:lnTo>
                    <a:lnTo>
                      <a:pt x="107" y="658"/>
                    </a:lnTo>
                    <a:lnTo>
                      <a:pt x="107" y="665"/>
                    </a:lnTo>
                    <a:lnTo>
                      <a:pt x="107" y="665"/>
                    </a:lnTo>
                    <a:lnTo>
                      <a:pt x="108" y="665"/>
                    </a:lnTo>
                    <a:lnTo>
                      <a:pt x="108" y="665"/>
                    </a:lnTo>
                    <a:lnTo>
                      <a:pt x="110" y="668"/>
                    </a:lnTo>
                    <a:lnTo>
                      <a:pt x="111" y="663"/>
                    </a:lnTo>
                    <a:lnTo>
                      <a:pt x="111" y="663"/>
                    </a:lnTo>
                    <a:lnTo>
                      <a:pt x="110" y="660"/>
                    </a:lnTo>
                    <a:lnTo>
                      <a:pt x="110" y="657"/>
                    </a:lnTo>
                    <a:lnTo>
                      <a:pt x="110" y="657"/>
                    </a:lnTo>
                    <a:lnTo>
                      <a:pt x="110" y="655"/>
                    </a:lnTo>
                    <a:lnTo>
                      <a:pt x="110" y="657"/>
                    </a:lnTo>
                    <a:lnTo>
                      <a:pt x="110" y="657"/>
                    </a:lnTo>
                    <a:lnTo>
                      <a:pt x="108" y="643"/>
                    </a:lnTo>
                    <a:lnTo>
                      <a:pt x="110" y="637"/>
                    </a:lnTo>
                    <a:lnTo>
                      <a:pt x="110" y="635"/>
                    </a:lnTo>
                    <a:lnTo>
                      <a:pt x="111" y="635"/>
                    </a:lnTo>
                    <a:lnTo>
                      <a:pt x="111" y="635"/>
                    </a:lnTo>
                    <a:lnTo>
                      <a:pt x="111" y="633"/>
                    </a:lnTo>
                    <a:lnTo>
                      <a:pt x="110" y="630"/>
                    </a:lnTo>
                    <a:lnTo>
                      <a:pt x="110" y="630"/>
                    </a:lnTo>
                    <a:lnTo>
                      <a:pt x="111" y="628"/>
                    </a:lnTo>
                    <a:lnTo>
                      <a:pt x="111" y="630"/>
                    </a:lnTo>
                    <a:lnTo>
                      <a:pt x="112" y="634"/>
                    </a:lnTo>
                    <a:lnTo>
                      <a:pt x="112" y="634"/>
                    </a:lnTo>
                    <a:lnTo>
                      <a:pt x="112" y="627"/>
                    </a:lnTo>
                    <a:lnTo>
                      <a:pt x="112" y="625"/>
                    </a:lnTo>
                    <a:lnTo>
                      <a:pt x="111" y="625"/>
                    </a:lnTo>
                    <a:lnTo>
                      <a:pt x="111" y="625"/>
                    </a:lnTo>
                    <a:lnTo>
                      <a:pt x="111" y="620"/>
                    </a:lnTo>
                    <a:lnTo>
                      <a:pt x="111" y="615"/>
                    </a:lnTo>
                    <a:lnTo>
                      <a:pt x="111" y="613"/>
                    </a:lnTo>
                    <a:lnTo>
                      <a:pt x="111" y="613"/>
                    </a:lnTo>
                    <a:lnTo>
                      <a:pt x="111" y="613"/>
                    </a:lnTo>
                    <a:lnTo>
                      <a:pt x="111" y="614"/>
                    </a:lnTo>
                    <a:lnTo>
                      <a:pt x="112" y="615"/>
                    </a:lnTo>
                    <a:lnTo>
                      <a:pt x="112" y="615"/>
                    </a:lnTo>
                    <a:lnTo>
                      <a:pt x="112" y="615"/>
                    </a:lnTo>
                    <a:lnTo>
                      <a:pt x="114" y="613"/>
                    </a:lnTo>
                    <a:lnTo>
                      <a:pt x="112" y="608"/>
                    </a:lnTo>
                    <a:lnTo>
                      <a:pt x="112" y="608"/>
                    </a:lnTo>
                    <a:lnTo>
                      <a:pt x="114" y="606"/>
                    </a:lnTo>
                    <a:lnTo>
                      <a:pt x="114" y="606"/>
                    </a:lnTo>
                    <a:lnTo>
                      <a:pt x="115" y="606"/>
                    </a:lnTo>
                    <a:lnTo>
                      <a:pt x="115" y="606"/>
                    </a:lnTo>
                    <a:lnTo>
                      <a:pt x="114" y="603"/>
                    </a:lnTo>
                    <a:lnTo>
                      <a:pt x="114" y="603"/>
                    </a:lnTo>
                    <a:lnTo>
                      <a:pt x="114" y="604"/>
                    </a:lnTo>
                    <a:lnTo>
                      <a:pt x="114" y="604"/>
                    </a:lnTo>
                    <a:lnTo>
                      <a:pt x="114" y="598"/>
                    </a:lnTo>
                    <a:lnTo>
                      <a:pt x="115" y="593"/>
                    </a:lnTo>
                    <a:lnTo>
                      <a:pt x="115" y="593"/>
                    </a:lnTo>
                    <a:lnTo>
                      <a:pt x="114" y="593"/>
                    </a:lnTo>
                    <a:lnTo>
                      <a:pt x="114" y="593"/>
                    </a:lnTo>
                    <a:lnTo>
                      <a:pt x="114" y="593"/>
                    </a:lnTo>
                    <a:lnTo>
                      <a:pt x="114" y="586"/>
                    </a:lnTo>
                    <a:lnTo>
                      <a:pt x="114" y="586"/>
                    </a:lnTo>
                    <a:lnTo>
                      <a:pt x="115" y="587"/>
                    </a:lnTo>
                    <a:lnTo>
                      <a:pt x="115" y="587"/>
                    </a:lnTo>
                    <a:lnTo>
                      <a:pt x="115" y="580"/>
                    </a:lnTo>
                    <a:lnTo>
                      <a:pt x="115" y="574"/>
                    </a:lnTo>
                    <a:lnTo>
                      <a:pt x="115" y="574"/>
                    </a:lnTo>
                    <a:lnTo>
                      <a:pt x="118" y="561"/>
                    </a:lnTo>
                    <a:lnTo>
                      <a:pt x="118" y="561"/>
                    </a:lnTo>
                    <a:lnTo>
                      <a:pt x="118" y="561"/>
                    </a:lnTo>
                    <a:lnTo>
                      <a:pt x="118" y="563"/>
                    </a:lnTo>
                    <a:lnTo>
                      <a:pt x="118" y="566"/>
                    </a:lnTo>
                    <a:lnTo>
                      <a:pt x="118" y="566"/>
                    </a:lnTo>
                    <a:lnTo>
                      <a:pt x="120" y="561"/>
                    </a:lnTo>
                    <a:lnTo>
                      <a:pt x="120" y="557"/>
                    </a:lnTo>
                    <a:lnTo>
                      <a:pt x="120" y="557"/>
                    </a:lnTo>
                    <a:lnTo>
                      <a:pt x="120" y="563"/>
                    </a:lnTo>
                    <a:lnTo>
                      <a:pt x="118" y="568"/>
                    </a:lnTo>
                    <a:lnTo>
                      <a:pt x="118" y="568"/>
                    </a:lnTo>
                    <a:lnTo>
                      <a:pt x="120" y="573"/>
                    </a:lnTo>
                    <a:lnTo>
                      <a:pt x="118" y="577"/>
                    </a:lnTo>
                    <a:lnTo>
                      <a:pt x="118" y="577"/>
                    </a:lnTo>
                    <a:lnTo>
                      <a:pt x="117" y="583"/>
                    </a:lnTo>
                    <a:lnTo>
                      <a:pt x="117" y="583"/>
                    </a:lnTo>
                    <a:lnTo>
                      <a:pt x="118" y="588"/>
                    </a:lnTo>
                    <a:lnTo>
                      <a:pt x="118" y="588"/>
                    </a:lnTo>
                    <a:lnTo>
                      <a:pt x="118" y="583"/>
                    </a:lnTo>
                    <a:lnTo>
                      <a:pt x="118" y="583"/>
                    </a:lnTo>
                    <a:lnTo>
                      <a:pt x="118" y="578"/>
                    </a:lnTo>
                    <a:lnTo>
                      <a:pt x="118" y="578"/>
                    </a:lnTo>
                    <a:lnTo>
                      <a:pt x="120" y="570"/>
                    </a:lnTo>
                    <a:lnTo>
                      <a:pt x="120" y="570"/>
                    </a:lnTo>
                    <a:lnTo>
                      <a:pt x="122" y="554"/>
                    </a:lnTo>
                    <a:lnTo>
                      <a:pt x="122" y="554"/>
                    </a:lnTo>
                    <a:lnTo>
                      <a:pt x="121" y="554"/>
                    </a:lnTo>
                    <a:lnTo>
                      <a:pt x="121" y="554"/>
                    </a:lnTo>
                    <a:lnTo>
                      <a:pt x="120" y="557"/>
                    </a:lnTo>
                    <a:lnTo>
                      <a:pt x="120" y="557"/>
                    </a:lnTo>
                    <a:lnTo>
                      <a:pt x="121" y="554"/>
                    </a:lnTo>
                    <a:lnTo>
                      <a:pt x="122" y="551"/>
                    </a:lnTo>
                    <a:lnTo>
                      <a:pt x="122" y="550"/>
                    </a:lnTo>
                    <a:lnTo>
                      <a:pt x="124" y="546"/>
                    </a:lnTo>
                    <a:lnTo>
                      <a:pt x="124" y="546"/>
                    </a:lnTo>
                    <a:lnTo>
                      <a:pt x="121" y="551"/>
                    </a:lnTo>
                    <a:lnTo>
                      <a:pt x="121" y="551"/>
                    </a:lnTo>
                    <a:lnTo>
                      <a:pt x="121" y="548"/>
                    </a:lnTo>
                    <a:lnTo>
                      <a:pt x="121" y="547"/>
                    </a:lnTo>
                    <a:lnTo>
                      <a:pt x="122" y="546"/>
                    </a:lnTo>
                    <a:lnTo>
                      <a:pt x="121" y="543"/>
                    </a:lnTo>
                    <a:lnTo>
                      <a:pt x="121" y="543"/>
                    </a:lnTo>
                    <a:lnTo>
                      <a:pt x="122" y="543"/>
                    </a:lnTo>
                    <a:lnTo>
                      <a:pt x="122" y="543"/>
                    </a:lnTo>
                    <a:lnTo>
                      <a:pt x="122" y="544"/>
                    </a:lnTo>
                    <a:lnTo>
                      <a:pt x="122" y="544"/>
                    </a:lnTo>
                    <a:lnTo>
                      <a:pt x="124" y="543"/>
                    </a:lnTo>
                    <a:lnTo>
                      <a:pt x="124" y="540"/>
                    </a:lnTo>
                    <a:lnTo>
                      <a:pt x="124" y="540"/>
                    </a:lnTo>
                    <a:lnTo>
                      <a:pt x="124" y="536"/>
                    </a:lnTo>
                    <a:lnTo>
                      <a:pt x="125" y="528"/>
                    </a:lnTo>
                    <a:lnTo>
                      <a:pt x="130" y="514"/>
                    </a:lnTo>
                    <a:lnTo>
                      <a:pt x="130" y="514"/>
                    </a:lnTo>
                    <a:lnTo>
                      <a:pt x="130" y="514"/>
                    </a:lnTo>
                    <a:lnTo>
                      <a:pt x="130" y="517"/>
                    </a:lnTo>
                    <a:lnTo>
                      <a:pt x="128" y="518"/>
                    </a:lnTo>
                    <a:lnTo>
                      <a:pt x="128" y="520"/>
                    </a:lnTo>
                    <a:lnTo>
                      <a:pt x="128" y="520"/>
                    </a:lnTo>
                    <a:lnTo>
                      <a:pt x="131" y="511"/>
                    </a:lnTo>
                    <a:lnTo>
                      <a:pt x="131" y="511"/>
                    </a:lnTo>
                    <a:lnTo>
                      <a:pt x="132" y="501"/>
                    </a:lnTo>
                    <a:lnTo>
                      <a:pt x="132" y="501"/>
                    </a:lnTo>
                    <a:lnTo>
                      <a:pt x="135" y="491"/>
                    </a:lnTo>
                    <a:lnTo>
                      <a:pt x="138" y="483"/>
                    </a:lnTo>
                    <a:lnTo>
                      <a:pt x="138" y="483"/>
                    </a:lnTo>
                    <a:lnTo>
                      <a:pt x="140" y="484"/>
                    </a:lnTo>
                    <a:lnTo>
                      <a:pt x="140" y="486"/>
                    </a:lnTo>
                    <a:lnTo>
                      <a:pt x="140" y="486"/>
                    </a:lnTo>
                    <a:lnTo>
                      <a:pt x="141" y="484"/>
                    </a:lnTo>
                    <a:lnTo>
                      <a:pt x="141" y="481"/>
                    </a:lnTo>
                    <a:lnTo>
                      <a:pt x="140" y="480"/>
                    </a:lnTo>
                    <a:lnTo>
                      <a:pt x="140" y="480"/>
                    </a:lnTo>
                    <a:lnTo>
                      <a:pt x="141" y="477"/>
                    </a:lnTo>
                    <a:lnTo>
                      <a:pt x="141" y="477"/>
                    </a:lnTo>
                    <a:lnTo>
                      <a:pt x="142" y="477"/>
                    </a:lnTo>
                    <a:lnTo>
                      <a:pt x="144" y="474"/>
                    </a:lnTo>
                    <a:lnTo>
                      <a:pt x="144" y="474"/>
                    </a:lnTo>
                    <a:lnTo>
                      <a:pt x="144" y="473"/>
                    </a:lnTo>
                    <a:lnTo>
                      <a:pt x="142" y="474"/>
                    </a:lnTo>
                    <a:lnTo>
                      <a:pt x="142" y="476"/>
                    </a:lnTo>
                    <a:lnTo>
                      <a:pt x="141" y="474"/>
                    </a:lnTo>
                    <a:lnTo>
                      <a:pt x="141" y="474"/>
                    </a:lnTo>
                    <a:lnTo>
                      <a:pt x="144" y="468"/>
                    </a:lnTo>
                    <a:lnTo>
                      <a:pt x="144" y="468"/>
                    </a:lnTo>
                    <a:lnTo>
                      <a:pt x="145" y="463"/>
                    </a:lnTo>
                    <a:lnTo>
                      <a:pt x="145" y="463"/>
                    </a:lnTo>
                    <a:lnTo>
                      <a:pt x="147" y="457"/>
                    </a:lnTo>
                    <a:lnTo>
                      <a:pt x="150" y="453"/>
                    </a:lnTo>
                    <a:lnTo>
                      <a:pt x="150" y="453"/>
                    </a:lnTo>
                    <a:lnTo>
                      <a:pt x="150" y="450"/>
                    </a:lnTo>
                    <a:lnTo>
                      <a:pt x="150" y="447"/>
                    </a:lnTo>
                    <a:lnTo>
                      <a:pt x="152" y="441"/>
                    </a:lnTo>
                    <a:lnTo>
                      <a:pt x="152" y="441"/>
                    </a:lnTo>
                    <a:lnTo>
                      <a:pt x="154" y="440"/>
                    </a:lnTo>
                    <a:lnTo>
                      <a:pt x="155" y="439"/>
                    </a:lnTo>
                    <a:lnTo>
                      <a:pt x="155" y="439"/>
                    </a:lnTo>
                    <a:lnTo>
                      <a:pt x="158" y="430"/>
                    </a:lnTo>
                    <a:lnTo>
                      <a:pt x="161" y="421"/>
                    </a:lnTo>
                    <a:lnTo>
                      <a:pt x="161" y="421"/>
                    </a:lnTo>
                    <a:lnTo>
                      <a:pt x="162" y="421"/>
                    </a:lnTo>
                    <a:lnTo>
                      <a:pt x="161" y="424"/>
                    </a:lnTo>
                    <a:lnTo>
                      <a:pt x="159" y="429"/>
                    </a:lnTo>
                    <a:lnTo>
                      <a:pt x="159" y="429"/>
                    </a:lnTo>
                    <a:lnTo>
                      <a:pt x="164" y="421"/>
                    </a:lnTo>
                    <a:lnTo>
                      <a:pt x="164" y="421"/>
                    </a:lnTo>
                    <a:lnTo>
                      <a:pt x="165" y="413"/>
                    </a:lnTo>
                    <a:lnTo>
                      <a:pt x="165" y="413"/>
                    </a:lnTo>
                    <a:lnTo>
                      <a:pt x="167" y="411"/>
                    </a:lnTo>
                    <a:lnTo>
                      <a:pt x="167" y="413"/>
                    </a:lnTo>
                    <a:lnTo>
                      <a:pt x="168" y="413"/>
                    </a:lnTo>
                    <a:lnTo>
                      <a:pt x="168" y="411"/>
                    </a:lnTo>
                    <a:lnTo>
                      <a:pt x="168" y="411"/>
                    </a:lnTo>
                    <a:lnTo>
                      <a:pt x="168" y="416"/>
                    </a:lnTo>
                    <a:lnTo>
                      <a:pt x="167" y="417"/>
                    </a:lnTo>
                    <a:lnTo>
                      <a:pt x="167" y="419"/>
                    </a:lnTo>
                    <a:lnTo>
                      <a:pt x="167" y="419"/>
                    </a:lnTo>
                    <a:lnTo>
                      <a:pt x="174" y="404"/>
                    </a:lnTo>
                    <a:lnTo>
                      <a:pt x="174" y="404"/>
                    </a:lnTo>
                    <a:lnTo>
                      <a:pt x="175" y="400"/>
                    </a:lnTo>
                    <a:lnTo>
                      <a:pt x="175" y="400"/>
                    </a:lnTo>
                    <a:lnTo>
                      <a:pt x="177" y="397"/>
                    </a:lnTo>
                    <a:lnTo>
                      <a:pt x="177" y="397"/>
                    </a:lnTo>
                    <a:lnTo>
                      <a:pt x="178" y="390"/>
                    </a:lnTo>
                    <a:lnTo>
                      <a:pt x="178" y="390"/>
                    </a:lnTo>
                    <a:lnTo>
                      <a:pt x="179" y="389"/>
                    </a:lnTo>
                    <a:lnTo>
                      <a:pt x="181" y="390"/>
                    </a:lnTo>
                    <a:lnTo>
                      <a:pt x="181" y="391"/>
                    </a:lnTo>
                    <a:lnTo>
                      <a:pt x="181" y="391"/>
                    </a:lnTo>
                    <a:lnTo>
                      <a:pt x="185" y="384"/>
                    </a:lnTo>
                    <a:lnTo>
                      <a:pt x="185" y="384"/>
                    </a:lnTo>
                    <a:lnTo>
                      <a:pt x="188" y="377"/>
                    </a:lnTo>
                    <a:lnTo>
                      <a:pt x="188" y="377"/>
                    </a:lnTo>
                    <a:lnTo>
                      <a:pt x="198" y="366"/>
                    </a:lnTo>
                    <a:lnTo>
                      <a:pt x="198" y="366"/>
                    </a:lnTo>
                    <a:lnTo>
                      <a:pt x="198" y="363"/>
                    </a:lnTo>
                    <a:lnTo>
                      <a:pt x="201" y="360"/>
                    </a:lnTo>
                    <a:lnTo>
                      <a:pt x="201" y="360"/>
                    </a:lnTo>
                    <a:lnTo>
                      <a:pt x="204" y="356"/>
                    </a:lnTo>
                    <a:lnTo>
                      <a:pt x="204" y="356"/>
                    </a:lnTo>
                    <a:lnTo>
                      <a:pt x="204" y="356"/>
                    </a:lnTo>
                    <a:lnTo>
                      <a:pt x="204" y="356"/>
                    </a:lnTo>
                    <a:lnTo>
                      <a:pt x="202" y="356"/>
                    </a:lnTo>
                    <a:lnTo>
                      <a:pt x="204" y="354"/>
                    </a:lnTo>
                    <a:lnTo>
                      <a:pt x="204" y="354"/>
                    </a:lnTo>
                    <a:lnTo>
                      <a:pt x="208" y="349"/>
                    </a:lnTo>
                    <a:lnTo>
                      <a:pt x="212" y="341"/>
                    </a:lnTo>
                    <a:lnTo>
                      <a:pt x="212" y="341"/>
                    </a:lnTo>
                    <a:lnTo>
                      <a:pt x="217" y="336"/>
                    </a:lnTo>
                    <a:lnTo>
                      <a:pt x="217" y="336"/>
                    </a:lnTo>
                    <a:lnTo>
                      <a:pt x="218" y="334"/>
                    </a:lnTo>
                    <a:lnTo>
                      <a:pt x="219" y="334"/>
                    </a:lnTo>
                    <a:lnTo>
                      <a:pt x="219" y="334"/>
                    </a:lnTo>
                    <a:lnTo>
                      <a:pt x="225" y="327"/>
                    </a:lnTo>
                    <a:lnTo>
                      <a:pt x="225" y="327"/>
                    </a:lnTo>
                    <a:lnTo>
                      <a:pt x="231" y="319"/>
                    </a:lnTo>
                    <a:lnTo>
                      <a:pt x="231" y="319"/>
                    </a:lnTo>
                    <a:lnTo>
                      <a:pt x="237" y="311"/>
                    </a:lnTo>
                    <a:lnTo>
                      <a:pt x="241" y="306"/>
                    </a:lnTo>
                    <a:lnTo>
                      <a:pt x="241" y="306"/>
                    </a:lnTo>
                    <a:lnTo>
                      <a:pt x="245" y="303"/>
                    </a:lnTo>
                    <a:lnTo>
                      <a:pt x="245" y="303"/>
                    </a:lnTo>
                    <a:lnTo>
                      <a:pt x="248" y="300"/>
                    </a:lnTo>
                    <a:lnTo>
                      <a:pt x="248" y="300"/>
                    </a:lnTo>
                    <a:lnTo>
                      <a:pt x="251" y="296"/>
                    </a:lnTo>
                    <a:lnTo>
                      <a:pt x="255" y="294"/>
                    </a:lnTo>
                    <a:lnTo>
                      <a:pt x="255" y="294"/>
                    </a:lnTo>
                    <a:lnTo>
                      <a:pt x="258" y="289"/>
                    </a:lnTo>
                    <a:lnTo>
                      <a:pt x="262" y="283"/>
                    </a:lnTo>
                    <a:lnTo>
                      <a:pt x="262" y="283"/>
                    </a:lnTo>
                    <a:lnTo>
                      <a:pt x="264" y="283"/>
                    </a:lnTo>
                    <a:lnTo>
                      <a:pt x="265" y="283"/>
                    </a:lnTo>
                    <a:lnTo>
                      <a:pt x="265" y="283"/>
                    </a:lnTo>
                    <a:lnTo>
                      <a:pt x="276" y="272"/>
                    </a:lnTo>
                    <a:lnTo>
                      <a:pt x="276" y="272"/>
                    </a:lnTo>
                    <a:lnTo>
                      <a:pt x="284" y="266"/>
                    </a:lnTo>
                    <a:lnTo>
                      <a:pt x="289" y="260"/>
                    </a:lnTo>
                    <a:lnTo>
                      <a:pt x="295" y="254"/>
                    </a:lnTo>
                    <a:lnTo>
                      <a:pt x="295" y="254"/>
                    </a:lnTo>
                    <a:lnTo>
                      <a:pt x="298" y="252"/>
                    </a:lnTo>
                    <a:lnTo>
                      <a:pt x="302" y="250"/>
                    </a:lnTo>
                    <a:lnTo>
                      <a:pt x="302" y="250"/>
                    </a:lnTo>
                    <a:lnTo>
                      <a:pt x="315" y="240"/>
                    </a:lnTo>
                    <a:lnTo>
                      <a:pt x="315" y="240"/>
                    </a:lnTo>
                    <a:lnTo>
                      <a:pt x="315" y="239"/>
                    </a:lnTo>
                    <a:lnTo>
                      <a:pt x="314" y="240"/>
                    </a:lnTo>
                    <a:lnTo>
                      <a:pt x="314" y="240"/>
                    </a:lnTo>
                    <a:lnTo>
                      <a:pt x="325" y="232"/>
                    </a:lnTo>
                    <a:lnTo>
                      <a:pt x="325" y="232"/>
                    </a:lnTo>
                    <a:lnTo>
                      <a:pt x="335" y="224"/>
                    </a:lnTo>
                    <a:lnTo>
                      <a:pt x="338" y="223"/>
                    </a:lnTo>
                    <a:lnTo>
                      <a:pt x="341" y="222"/>
                    </a:lnTo>
                    <a:lnTo>
                      <a:pt x="341" y="222"/>
                    </a:lnTo>
                    <a:lnTo>
                      <a:pt x="346" y="217"/>
                    </a:lnTo>
                    <a:lnTo>
                      <a:pt x="346" y="217"/>
                    </a:lnTo>
                    <a:lnTo>
                      <a:pt x="358" y="210"/>
                    </a:lnTo>
                    <a:lnTo>
                      <a:pt x="358" y="210"/>
                    </a:lnTo>
                    <a:lnTo>
                      <a:pt x="361" y="207"/>
                    </a:lnTo>
                    <a:lnTo>
                      <a:pt x="363" y="207"/>
                    </a:lnTo>
                    <a:lnTo>
                      <a:pt x="369" y="204"/>
                    </a:lnTo>
                    <a:lnTo>
                      <a:pt x="369" y="204"/>
                    </a:lnTo>
                    <a:lnTo>
                      <a:pt x="369" y="203"/>
                    </a:lnTo>
                    <a:lnTo>
                      <a:pt x="369" y="203"/>
                    </a:lnTo>
                    <a:lnTo>
                      <a:pt x="369" y="203"/>
                    </a:lnTo>
                    <a:lnTo>
                      <a:pt x="378" y="199"/>
                    </a:lnTo>
                    <a:lnTo>
                      <a:pt x="378" y="199"/>
                    </a:lnTo>
                    <a:lnTo>
                      <a:pt x="382" y="196"/>
                    </a:lnTo>
                    <a:lnTo>
                      <a:pt x="382" y="196"/>
                    </a:lnTo>
                    <a:lnTo>
                      <a:pt x="386" y="193"/>
                    </a:lnTo>
                    <a:lnTo>
                      <a:pt x="386" y="193"/>
                    </a:lnTo>
                    <a:lnTo>
                      <a:pt x="392" y="193"/>
                    </a:lnTo>
                    <a:lnTo>
                      <a:pt x="392" y="193"/>
                    </a:lnTo>
                    <a:lnTo>
                      <a:pt x="405" y="186"/>
                    </a:lnTo>
                    <a:lnTo>
                      <a:pt x="405" y="186"/>
                    </a:lnTo>
                    <a:lnTo>
                      <a:pt x="418" y="180"/>
                    </a:lnTo>
                    <a:lnTo>
                      <a:pt x="418" y="180"/>
                    </a:lnTo>
                    <a:lnTo>
                      <a:pt x="431" y="174"/>
                    </a:lnTo>
                    <a:lnTo>
                      <a:pt x="443" y="170"/>
                    </a:lnTo>
                    <a:lnTo>
                      <a:pt x="443" y="170"/>
                    </a:lnTo>
                    <a:lnTo>
                      <a:pt x="445" y="169"/>
                    </a:lnTo>
                    <a:lnTo>
                      <a:pt x="445" y="169"/>
                    </a:lnTo>
                    <a:lnTo>
                      <a:pt x="490" y="154"/>
                    </a:lnTo>
                    <a:lnTo>
                      <a:pt x="515" y="149"/>
                    </a:lnTo>
                    <a:lnTo>
                      <a:pt x="537" y="144"/>
                    </a:lnTo>
                    <a:lnTo>
                      <a:pt x="537" y="144"/>
                    </a:lnTo>
                    <a:lnTo>
                      <a:pt x="540" y="144"/>
                    </a:lnTo>
                    <a:lnTo>
                      <a:pt x="540" y="144"/>
                    </a:lnTo>
                    <a:lnTo>
                      <a:pt x="545" y="143"/>
                    </a:lnTo>
                    <a:lnTo>
                      <a:pt x="545" y="143"/>
                    </a:lnTo>
                    <a:lnTo>
                      <a:pt x="555" y="142"/>
                    </a:lnTo>
                    <a:lnTo>
                      <a:pt x="555" y="142"/>
                    </a:lnTo>
                    <a:lnTo>
                      <a:pt x="562" y="142"/>
                    </a:lnTo>
                    <a:lnTo>
                      <a:pt x="562" y="142"/>
                    </a:lnTo>
                    <a:lnTo>
                      <a:pt x="565" y="142"/>
                    </a:lnTo>
                    <a:lnTo>
                      <a:pt x="565" y="142"/>
                    </a:lnTo>
                    <a:lnTo>
                      <a:pt x="567" y="140"/>
                    </a:lnTo>
                    <a:lnTo>
                      <a:pt x="567" y="140"/>
                    </a:lnTo>
                    <a:lnTo>
                      <a:pt x="579" y="140"/>
                    </a:lnTo>
                    <a:lnTo>
                      <a:pt x="579" y="140"/>
                    </a:lnTo>
                    <a:lnTo>
                      <a:pt x="589" y="139"/>
                    </a:lnTo>
                    <a:lnTo>
                      <a:pt x="589" y="139"/>
                    </a:lnTo>
                    <a:lnTo>
                      <a:pt x="597" y="140"/>
                    </a:lnTo>
                    <a:lnTo>
                      <a:pt x="597" y="140"/>
                    </a:lnTo>
                    <a:lnTo>
                      <a:pt x="602" y="139"/>
                    </a:lnTo>
                    <a:lnTo>
                      <a:pt x="602" y="139"/>
                    </a:lnTo>
                    <a:lnTo>
                      <a:pt x="606" y="139"/>
                    </a:lnTo>
                    <a:lnTo>
                      <a:pt x="610" y="139"/>
                    </a:lnTo>
                    <a:lnTo>
                      <a:pt x="610" y="139"/>
                    </a:lnTo>
                    <a:lnTo>
                      <a:pt x="615" y="139"/>
                    </a:lnTo>
                    <a:lnTo>
                      <a:pt x="620" y="140"/>
                    </a:lnTo>
                    <a:lnTo>
                      <a:pt x="620" y="140"/>
                    </a:lnTo>
                    <a:lnTo>
                      <a:pt x="633" y="139"/>
                    </a:lnTo>
                    <a:lnTo>
                      <a:pt x="633" y="139"/>
                    </a:lnTo>
                    <a:lnTo>
                      <a:pt x="647" y="140"/>
                    </a:lnTo>
                    <a:lnTo>
                      <a:pt x="647" y="140"/>
                    </a:lnTo>
                    <a:lnTo>
                      <a:pt x="662" y="142"/>
                    </a:lnTo>
                    <a:lnTo>
                      <a:pt x="676" y="142"/>
                    </a:lnTo>
                    <a:lnTo>
                      <a:pt x="676" y="142"/>
                    </a:lnTo>
                    <a:lnTo>
                      <a:pt x="679" y="143"/>
                    </a:lnTo>
                    <a:lnTo>
                      <a:pt x="679" y="143"/>
                    </a:lnTo>
                    <a:lnTo>
                      <a:pt x="697" y="146"/>
                    </a:lnTo>
                    <a:lnTo>
                      <a:pt x="697" y="146"/>
                    </a:lnTo>
                    <a:lnTo>
                      <a:pt x="714" y="149"/>
                    </a:lnTo>
                    <a:lnTo>
                      <a:pt x="714" y="149"/>
                    </a:lnTo>
                    <a:lnTo>
                      <a:pt x="731" y="153"/>
                    </a:lnTo>
                    <a:lnTo>
                      <a:pt x="749" y="156"/>
                    </a:lnTo>
                    <a:lnTo>
                      <a:pt x="749" y="156"/>
                    </a:lnTo>
                    <a:lnTo>
                      <a:pt x="756" y="159"/>
                    </a:lnTo>
                    <a:lnTo>
                      <a:pt x="763" y="162"/>
                    </a:lnTo>
                    <a:lnTo>
                      <a:pt x="763" y="162"/>
                    </a:lnTo>
                    <a:lnTo>
                      <a:pt x="770" y="163"/>
                    </a:lnTo>
                    <a:lnTo>
                      <a:pt x="770" y="163"/>
                    </a:lnTo>
                    <a:lnTo>
                      <a:pt x="777" y="167"/>
                    </a:lnTo>
                    <a:lnTo>
                      <a:pt x="777" y="167"/>
                    </a:lnTo>
                    <a:lnTo>
                      <a:pt x="783" y="167"/>
                    </a:lnTo>
                    <a:lnTo>
                      <a:pt x="787" y="169"/>
                    </a:lnTo>
                    <a:lnTo>
                      <a:pt x="787" y="169"/>
                    </a:lnTo>
                    <a:lnTo>
                      <a:pt x="796" y="172"/>
                    </a:lnTo>
                    <a:lnTo>
                      <a:pt x="796" y="172"/>
                    </a:lnTo>
                    <a:lnTo>
                      <a:pt x="818" y="183"/>
                    </a:lnTo>
                    <a:lnTo>
                      <a:pt x="841" y="193"/>
                    </a:lnTo>
                    <a:lnTo>
                      <a:pt x="841" y="193"/>
                    </a:lnTo>
                    <a:lnTo>
                      <a:pt x="854" y="200"/>
                    </a:lnTo>
                    <a:lnTo>
                      <a:pt x="854" y="200"/>
                    </a:lnTo>
                    <a:lnTo>
                      <a:pt x="866" y="207"/>
                    </a:lnTo>
                    <a:lnTo>
                      <a:pt x="873" y="212"/>
                    </a:lnTo>
                    <a:lnTo>
                      <a:pt x="873" y="212"/>
                    </a:lnTo>
                    <a:lnTo>
                      <a:pt x="876" y="213"/>
                    </a:lnTo>
                    <a:lnTo>
                      <a:pt x="878" y="214"/>
                    </a:lnTo>
                    <a:lnTo>
                      <a:pt x="890" y="223"/>
                    </a:lnTo>
                    <a:lnTo>
                      <a:pt x="890" y="223"/>
                    </a:lnTo>
                    <a:lnTo>
                      <a:pt x="903" y="230"/>
                    </a:lnTo>
                    <a:lnTo>
                      <a:pt x="914" y="239"/>
                    </a:lnTo>
                    <a:lnTo>
                      <a:pt x="914" y="239"/>
                    </a:lnTo>
                    <a:lnTo>
                      <a:pt x="924" y="247"/>
                    </a:lnTo>
                    <a:lnTo>
                      <a:pt x="924" y="247"/>
                    </a:lnTo>
                    <a:lnTo>
                      <a:pt x="935" y="257"/>
                    </a:lnTo>
                    <a:lnTo>
                      <a:pt x="938" y="259"/>
                    </a:lnTo>
                    <a:lnTo>
                      <a:pt x="938" y="259"/>
                    </a:lnTo>
                    <a:lnTo>
                      <a:pt x="940" y="260"/>
                    </a:lnTo>
                    <a:lnTo>
                      <a:pt x="938" y="260"/>
                    </a:lnTo>
                    <a:lnTo>
                      <a:pt x="938" y="260"/>
                    </a:lnTo>
                    <a:lnTo>
                      <a:pt x="950" y="269"/>
                    </a:lnTo>
                    <a:lnTo>
                      <a:pt x="950" y="269"/>
                    </a:lnTo>
                    <a:lnTo>
                      <a:pt x="960" y="277"/>
                    </a:lnTo>
                    <a:lnTo>
                      <a:pt x="960" y="277"/>
                    </a:lnTo>
                    <a:lnTo>
                      <a:pt x="970" y="287"/>
                    </a:lnTo>
                    <a:lnTo>
                      <a:pt x="970" y="287"/>
                    </a:lnTo>
                    <a:lnTo>
                      <a:pt x="980" y="297"/>
                    </a:lnTo>
                    <a:lnTo>
                      <a:pt x="980" y="297"/>
                    </a:lnTo>
                    <a:lnTo>
                      <a:pt x="981" y="301"/>
                    </a:lnTo>
                    <a:lnTo>
                      <a:pt x="981" y="301"/>
                    </a:lnTo>
                    <a:lnTo>
                      <a:pt x="984" y="303"/>
                    </a:lnTo>
                    <a:lnTo>
                      <a:pt x="984" y="303"/>
                    </a:lnTo>
                    <a:lnTo>
                      <a:pt x="984" y="303"/>
                    </a:lnTo>
                    <a:lnTo>
                      <a:pt x="987" y="306"/>
                    </a:lnTo>
                    <a:lnTo>
                      <a:pt x="987" y="306"/>
                    </a:lnTo>
                    <a:lnTo>
                      <a:pt x="985" y="306"/>
                    </a:lnTo>
                    <a:lnTo>
                      <a:pt x="984" y="304"/>
                    </a:lnTo>
                    <a:lnTo>
                      <a:pt x="984" y="304"/>
                    </a:lnTo>
                    <a:lnTo>
                      <a:pt x="987" y="307"/>
                    </a:lnTo>
                    <a:lnTo>
                      <a:pt x="988" y="309"/>
                    </a:lnTo>
                    <a:lnTo>
                      <a:pt x="988" y="309"/>
                    </a:lnTo>
                    <a:lnTo>
                      <a:pt x="1005" y="330"/>
                    </a:lnTo>
                    <a:lnTo>
                      <a:pt x="1022" y="353"/>
                    </a:lnTo>
                    <a:lnTo>
                      <a:pt x="1037" y="377"/>
                    </a:lnTo>
                    <a:lnTo>
                      <a:pt x="1051" y="400"/>
                    </a:lnTo>
                    <a:lnTo>
                      <a:pt x="1051" y="400"/>
                    </a:lnTo>
                    <a:lnTo>
                      <a:pt x="1054" y="407"/>
                    </a:lnTo>
                    <a:lnTo>
                      <a:pt x="1057" y="413"/>
                    </a:lnTo>
                    <a:lnTo>
                      <a:pt x="1062" y="426"/>
                    </a:lnTo>
                    <a:lnTo>
                      <a:pt x="1062" y="426"/>
                    </a:lnTo>
                    <a:lnTo>
                      <a:pt x="1065" y="431"/>
                    </a:lnTo>
                    <a:lnTo>
                      <a:pt x="1068" y="439"/>
                    </a:lnTo>
                    <a:lnTo>
                      <a:pt x="1068" y="439"/>
                    </a:lnTo>
                    <a:lnTo>
                      <a:pt x="1074" y="451"/>
                    </a:lnTo>
                    <a:lnTo>
                      <a:pt x="1079" y="464"/>
                    </a:lnTo>
                    <a:lnTo>
                      <a:pt x="1079" y="464"/>
                    </a:lnTo>
                    <a:lnTo>
                      <a:pt x="1084" y="477"/>
                    </a:lnTo>
                    <a:lnTo>
                      <a:pt x="1088" y="490"/>
                    </a:lnTo>
                    <a:lnTo>
                      <a:pt x="1088" y="490"/>
                    </a:lnTo>
                    <a:lnTo>
                      <a:pt x="1089" y="497"/>
                    </a:lnTo>
                    <a:lnTo>
                      <a:pt x="1091" y="503"/>
                    </a:lnTo>
                    <a:lnTo>
                      <a:pt x="1091" y="503"/>
                    </a:lnTo>
                    <a:lnTo>
                      <a:pt x="1098" y="530"/>
                    </a:lnTo>
                    <a:lnTo>
                      <a:pt x="1104" y="557"/>
                    </a:lnTo>
                    <a:lnTo>
                      <a:pt x="1107" y="584"/>
                    </a:lnTo>
                    <a:lnTo>
                      <a:pt x="1108" y="613"/>
                    </a:lnTo>
                    <a:lnTo>
                      <a:pt x="1108" y="613"/>
                    </a:lnTo>
                    <a:lnTo>
                      <a:pt x="1108" y="640"/>
                    </a:lnTo>
                    <a:lnTo>
                      <a:pt x="1107" y="668"/>
                    </a:lnTo>
                    <a:lnTo>
                      <a:pt x="1104" y="697"/>
                    </a:lnTo>
                    <a:lnTo>
                      <a:pt x="1099" y="724"/>
                    </a:lnTo>
                    <a:lnTo>
                      <a:pt x="1099" y="724"/>
                    </a:lnTo>
                    <a:lnTo>
                      <a:pt x="1099" y="727"/>
                    </a:lnTo>
                    <a:lnTo>
                      <a:pt x="1099" y="727"/>
                    </a:lnTo>
                    <a:lnTo>
                      <a:pt x="1097" y="743"/>
                    </a:lnTo>
                    <a:lnTo>
                      <a:pt x="1097" y="743"/>
                    </a:lnTo>
                    <a:lnTo>
                      <a:pt x="1092" y="757"/>
                    </a:lnTo>
                    <a:lnTo>
                      <a:pt x="1092" y="757"/>
                    </a:lnTo>
                    <a:lnTo>
                      <a:pt x="1088" y="772"/>
                    </a:lnTo>
                    <a:lnTo>
                      <a:pt x="1088" y="772"/>
                    </a:lnTo>
                    <a:lnTo>
                      <a:pt x="1087" y="780"/>
                    </a:lnTo>
                    <a:lnTo>
                      <a:pt x="1087" y="780"/>
                    </a:lnTo>
                    <a:lnTo>
                      <a:pt x="1084" y="787"/>
                    </a:lnTo>
                    <a:lnTo>
                      <a:pt x="1084" y="787"/>
                    </a:lnTo>
                    <a:lnTo>
                      <a:pt x="1082" y="791"/>
                    </a:lnTo>
                    <a:lnTo>
                      <a:pt x="1082" y="792"/>
                    </a:lnTo>
                    <a:lnTo>
                      <a:pt x="1081" y="794"/>
                    </a:lnTo>
                    <a:lnTo>
                      <a:pt x="1081" y="794"/>
                    </a:lnTo>
                    <a:lnTo>
                      <a:pt x="1079" y="801"/>
                    </a:lnTo>
                    <a:lnTo>
                      <a:pt x="1075" y="810"/>
                    </a:lnTo>
                    <a:lnTo>
                      <a:pt x="1075" y="810"/>
                    </a:lnTo>
                    <a:lnTo>
                      <a:pt x="1075" y="814"/>
                    </a:lnTo>
                    <a:lnTo>
                      <a:pt x="1075" y="814"/>
                    </a:lnTo>
                    <a:lnTo>
                      <a:pt x="1071" y="824"/>
                    </a:lnTo>
                    <a:lnTo>
                      <a:pt x="1067" y="834"/>
                    </a:lnTo>
                    <a:lnTo>
                      <a:pt x="1067" y="834"/>
                    </a:lnTo>
                    <a:lnTo>
                      <a:pt x="1055" y="857"/>
                    </a:lnTo>
                    <a:lnTo>
                      <a:pt x="1051" y="862"/>
                    </a:lnTo>
                    <a:lnTo>
                      <a:pt x="1048" y="868"/>
                    </a:lnTo>
                    <a:lnTo>
                      <a:pt x="1042" y="880"/>
                    </a:lnTo>
                    <a:lnTo>
                      <a:pt x="1042" y="880"/>
                    </a:lnTo>
                    <a:lnTo>
                      <a:pt x="1035" y="891"/>
                    </a:lnTo>
                    <a:lnTo>
                      <a:pt x="1035" y="891"/>
                    </a:lnTo>
                    <a:lnTo>
                      <a:pt x="1028" y="901"/>
                    </a:lnTo>
                    <a:lnTo>
                      <a:pt x="1028" y="901"/>
                    </a:lnTo>
                    <a:lnTo>
                      <a:pt x="1024" y="907"/>
                    </a:lnTo>
                    <a:lnTo>
                      <a:pt x="1021" y="912"/>
                    </a:lnTo>
                    <a:lnTo>
                      <a:pt x="1021" y="912"/>
                    </a:lnTo>
                    <a:lnTo>
                      <a:pt x="1012" y="922"/>
                    </a:lnTo>
                    <a:lnTo>
                      <a:pt x="1012" y="922"/>
                    </a:lnTo>
                    <a:lnTo>
                      <a:pt x="1011" y="925"/>
                    </a:lnTo>
                    <a:lnTo>
                      <a:pt x="1011" y="925"/>
                    </a:lnTo>
                    <a:lnTo>
                      <a:pt x="1004" y="934"/>
                    </a:lnTo>
                    <a:lnTo>
                      <a:pt x="1000" y="941"/>
                    </a:lnTo>
                    <a:lnTo>
                      <a:pt x="1000" y="941"/>
                    </a:lnTo>
                    <a:lnTo>
                      <a:pt x="997" y="941"/>
                    </a:lnTo>
                    <a:lnTo>
                      <a:pt x="997" y="941"/>
                    </a:lnTo>
                    <a:lnTo>
                      <a:pt x="995" y="944"/>
                    </a:lnTo>
                    <a:lnTo>
                      <a:pt x="994" y="945"/>
                    </a:lnTo>
                    <a:lnTo>
                      <a:pt x="991" y="948"/>
                    </a:lnTo>
                    <a:lnTo>
                      <a:pt x="991" y="948"/>
                    </a:lnTo>
                    <a:lnTo>
                      <a:pt x="982" y="959"/>
                    </a:lnTo>
                    <a:lnTo>
                      <a:pt x="982" y="959"/>
                    </a:lnTo>
                    <a:lnTo>
                      <a:pt x="970" y="972"/>
                    </a:lnTo>
                    <a:lnTo>
                      <a:pt x="970" y="972"/>
                    </a:lnTo>
                    <a:lnTo>
                      <a:pt x="968" y="972"/>
                    </a:lnTo>
                    <a:lnTo>
                      <a:pt x="968" y="971"/>
                    </a:lnTo>
                    <a:lnTo>
                      <a:pt x="968" y="971"/>
                    </a:lnTo>
                    <a:lnTo>
                      <a:pt x="967" y="975"/>
                    </a:lnTo>
                    <a:lnTo>
                      <a:pt x="965" y="977"/>
                    </a:lnTo>
                    <a:lnTo>
                      <a:pt x="963" y="978"/>
                    </a:lnTo>
                    <a:lnTo>
                      <a:pt x="963" y="978"/>
                    </a:lnTo>
                    <a:lnTo>
                      <a:pt x="963" y="978"/>
                    </a:lnTo>
                    <a:lnTo>
                      <a:pt x="964" y="978"/>
                    </a:lnTo>
                    <a:lnTo>
                      <a:pt x="964" y="978"/>
                    </a:lnTo>
                    <a:lnTo>
                      <a:pt x="961" y="981"/>
                    </a:lnTo>
                    <a:lnTo>
                      <a:pt x="958" y="985"/>
                    </a:lnTo>
                    <a:lnTo>
                      <a:pt x="958" y="985"/>
                    </a:lnTo>
                    <a:lnTo>
                      <a:pt x="957" y="985"/>
                    </a:lnTo>
                    <a:lnTo>
                      <a:pt x="957" y="984"/>
                    </a:lnTo>
                    <a:lnTo>
                      <a:pt x="957" y="984"/>
                    </a:lnTo>
                    <a:lnTo>
                      <a:pt x="954" y="989"/>
                    </a:lnTo>
                    <a:lnTo>
                      <a:pt x="947" y="995"/>
                    </a:lnTo>
                    <a:lnTo>
                      <a:pt x="947" y="995"/>
                    </a:lnTo>
                    <a:lnTo>
                      <a:pt x="947" y="995"/>
                    </a:lnTo>
                    <a:lnTo>
                      <a:pt x="947" y="994"/>
                    </a:lnTo>
                    <a:lnTo>
                      <a:pt x="951" y="989"/>
                    </a:lnTo>
                    <a:lnTo>
                      <a:pt x="951" y="989"/>
                    </a:lnTo>
                    <a:lnTo>
                      <a:pt x="945" y="997"/>
                    </a:lnTo>
                    <a:lnTo>
                      <a:pt x="945" y="997"/>
                    </a:lnTo>
                    <a:lnTo>
                      <a:pt x="938" y="1002"/>
                    </a:lnTo>
                    <a:lnTo>
                      <a:pt x="933" y="1008"/>
                    </a:lnTo>
                    <a:lnTo>
                      <a:pt x="933" y="1008"/>
                    </a:lnTo>
                    <a:lnTo>
                      <a:pt x="927" y="1014"/>
                    </a:lnTo>
                    <a:lnTo>
                      <a:pt x="927" y="1014"/>
                    </a:lnTo>
                    <a:lnTo>
                      <a:pt x="921" y="1015"/>
                    </a:lnTo>
                    <a:lnTo>
                      <a:pt x="921" y="1015"/>
                    </a:lnTo>
                    <a:lnTo>
                      <a:pt x="921" y="1015"/>
                    </a:lnTo>
                    <a:lnTo>
                      <a:pt x="921" y="1017"/>
                    </a:lnTo>
                    <a:lnTo>
                      <a:pt x="921" y="1017"/>
                    </a:lnTo>
                    <a:lnTo>
                      <a:pt x="924" y="1015"/>
                    </a:lnTo>
                    <a:lnTo>
                      <a:pt x="924" y="1015"/>
                    </a:lnTo>
                    <a:lnTo>
                      <a:pt x="918" y="1022"/>
                    </a:lnTo>
                    <a:lnTo>
                      <a:pt x="911" y="1028"/>
                    </a:lnTo>
                    <a:lnTo>
                      <a:pt x="911" y="1028"/>
                    </a:lnTo>
                    <a:lnTo>
                      <a:pt x="907" y="1029"/>
                    </a:lnTo>
                    <a:lnTo>
                      <a:pt x="907" y="1029"/>
                    </a:lnTo>
                    <a:lnTo>
                      <a:pt x="907" y="1028"/>
                    </a:lnTo>
                    <a:lnTo>
                      <a:pt x="907" y="1028"/>
                    </a:lnTo>
                    <a:lnTo>
                      <a:pt x="904" y="1031"/>
                    </a:lnTo>
                    <a:lnTo>
                      <a:pt x="903" y="1032"/>
                    </a:lnTo>
                    <a:lnTo>
                      <a:pt x="900" y="1034"/>
                    </a:lnTo>
                    <a:lnTo>
                      <a:pt x="900" y="1034"/>
                    </a:lnTo>
                    <a:lnTo>
                      <a:pt x="898" y="1035"/>
                    </a:lnTo>
                    <a:lnTo>
                      <a:pt x="900" y="1035"/>
                    </a:lnTo>
                    <a:lnTo>
                      <a:pt x="903" y="1032"/>
                    </a:lnTo>
                    <a:lnTo>
                      <a:pt x="903" y="1032"/>
                    </a:lnTo>
                    <a:lnTo>
                      <a:pt x="895" y="1039"/>
                    </a:lnTo>
                    <a:lnTo>
                      <a:pt x="887" y="1045"/>
                    </a:lnTo>
                    <a:lnTo>
                      <a:pt x="887" y="1045"/>
                    </a:lnTo>
                    <a:lnTo>
                      <a:pt x="887" y="1045"/>
                    </a:lnTo>
                    <a:lnTo>
                      <a:pt x="888" y="1044"/>
                    </a:lnTo>
                    <a:lnTo>
                      <a:pt x="888" y="1044"/>
                    </a:lnTo>
                    <a:lnTo>
                      <a:pt x="886" y="1045"/>
                    </a:lnTo>
                    <a:lnTo>
                      <a:pt x="883" y="1045"/>
                    </a:lnTo>
                    <a:lnTo>
                      <a:pt x="883" y="1045"/>
                    </a:lnTo>
                    <a:lnTo>
                      <a:pt x="884" y="1047"/>
                    </a:lnTo>
                    <a:lnTo>
                      <a:pt x="883" y="1048"/>
                    </a:lnTo>
                    <a:lnTo>
                      <a:pt x="878" y="1051"/>
                    </a:lnTo>
                    <a:lnTo>
                      <a:pt x="878" y="1051"/>
                    </a:lnTo>
                    <a:lnTo>
                      <a:pt x="867" y="1057"/>
                    </a:lnTo>
                    <a:lnTo>
                      <a:pt x="867" y="1057"/>
                    </a:lnTo>
                    <a:lnTo>
                      <a:pt x="857" y="1064"/>
                    </a:lnTo>
                    <a:lnTo>
                      <a:pt x="857" y="1064"/>
                    </a:lnTo>
                    <a:lnTo>
                      <a:pt x="846" y="1071"/>
                    </a:lnTo>
                    <a:lnTo>
                      <a:pt x="846" y="1071"/>
                    </a:lnTo>
                    <a:lnTo>
                      <a:pt x="840" y="1074"/>
                    </a:lnTo>
                    <a:lnTo>
                      <a:pt x="836" y="1075"/>
                    </a:lnTo>
                    <a:lnTo>
                      <a:pt x="836" y="1075"/>
                    </a:lnTo>
                    <a:lnTo>
                      <a:pt x="833" y="1078"/>
                    </a:lnTo>
                    <a:lnTo>
                      <a:pt x="828" y="1081"/>
                    </a:lnTo>
                    <a:lnTo>
                      <a:pt x="828" y="1081"/>
                    </a:lnTo>
                    <a:lnTo>
                      <a:pt x="823" y="1084"/>
                    </a:lnTo>
                    <a:lnTo>
                      <a:pt x="823" y="1084"/>
                    </a:lnTo>
                    <a:lnTo>
                      <a:pt x="818" y="1085"/>
                    </a:lnTo>
                    <a:lnTo>
                      <a:pt x="818" y="1085"/>
                    </a:lnTo>
                    <a:lnTo>
                      <a:pt x="820" y="1084"/>
                    </a:lnTo>
                    <a:lnTo>
                      <a:pt x="823" y="1082"/>
                    </a:lnTo>
                    <a:lnTo>
                      <a:pt x="823" y="1082"/>
                    </a:lnTo>
                    <a:lnTo>
                      <a:pt x="828" y="1079"/>
                    </a:lnTo>
                    <a:lnTo>
                      <a:pt x="828" y="1079"/>
                    </a:lnTo>
                    <a:lnTo>
                      <a:pt x="824" y="1081"/>
                    </a:lnTo>
                    <a:lnTo>
                      <a:pt x="824" y="1081"/>
                    </a:lnTo>
                    <a:lnTo>
                      <a:pt x="837" y="1071"/>
                    </a:lnTo>
                    <a:lnTo>
                      <a:pt x="837" y="1071"/>
                    </a:lnTo>
                    <a:lnTo>
                      <a:pt x="838" y="1071"/>
                    </a:lnTo>
                    <a:lnTo>
                      <a:pt x="840" y="1071"/>
                    </a:lnTo>
                    <a:lnTo>
                      <a:pt x="844" y="1068"/>
                    </a:lnTo>
                    <a:lnTo>
                      <a:pt x="844" y="1068"/>
                    </a:lnTo>
                    <a:lnTo>
                      <a:pt x="853" y="1062"/>
                    </a:lnTo>
                    <a:lnTo>
                      <a:pt x="853" y="1062"/>
                    </a:lnTo>
                    <a:lnTo>
                      <a:pt x="844" y="1067"/>
                    </a:lnTo>
                    <a:lnTo>
                      <a:pt x="844" y="1067"/>
                    </a:lnTo>
                    <a:lnTo>
                      <a:pt x="840" y="1068"/>
                    </a:lnTo>
                    <a:lnTo>
                      <a:pt x="840" y="1068"/>
                    </a:lnTo>
                    <a:lnTo>
                      <a:pt x="834" y="1071"/>
                    </a:lnTo>
                    <a:lnTo>
                      <a:pt x="834" y="1071"/>
                    </a:lnTo>
                    <a:lnTo>
                      <a:pt x="826" y="1077"/>
                    </a:lnTo>
                    <a:lnTo>
                      <a:pt x="826" y="1077"/>
                    </a:lnTo>
                    <a:lnTo>
                      <a:pt x="818" y="1081"/>
                    </a:lnTo>
                    <a:lnTo>
                      <a:pt x="818" y="1081"/>
                    </a:lnTo>
                    <a:lnTo>
                      <a:pt x="818" y="1081"/>
                    </a:lnTo>
                    <a:lnTo>
                      <a:pt x="820" y="1078"/>
                    </a:lnTo>
                    <a:lnTo>
                      <a:pt x="820" y="1078"/>
                    </a:lnTo>
                    <a:lnTo>
                      <a:pt x="810" y="1084"/>
                    </a:lnTo>
                    <a:lnTo>
                      <a:pt x="806" y="1086"/>
                    </a:lnTo>
                    <a:lnTo>
                      <a:pt x="804" y="1089"/>
                    </a:lnTo>
                    <a:lnTo>
                      <a:pt x="804" y="1089"/>
                    </a:lnTo>
                    <a:lnTo>
                      <a:pt x="803" y="1089"/>
                    </a:lnTo>
                    <a:lnTo>
                      <a:pt x="801" y="1089"/>
                    </a:lnTo>
                    <a:lnTo>
                      <a:pt x="800" y="1089"/>
                    </a:lnTo>
                    <a:lnTo>
                      <a:pt x="800" y="1089"/>
                    </a:lnTo>
                    <a:lnTo>
                      <a:pt x="793" y="1092"/>
                    </a:lnTo>
                    <a:lnTo>
                      <a:pt x="793" y="1092"/>
                    </a:lnTo>
                    <a:lnTo>
                      <a:pt x="787" y="1095"/>
                    </a:lnTo>
                    <a:lnTo>
                      <a:pt x="787" y="1095"/>
                    </a:lnTo>
                    <a:lnTo>
                      <a:pt x="780" y="1099"/>
                    </a:lnTo>
                    <a:lnTo>
                      <a:pt x="780" y="1099"/>
                    </a:lnTo>
                    <a:lnTo>
                      <a:pt x="773" y="1102"/>
                    </a:lnTo>
                    <a:lnTo>
                      <a:pt x="773" y="1102"/>
                    </a:lnTo>
                    <a:lnTo>
                      <a:pt x="751" y="1109"/>
                    </a:lnTo>
                    <a:lnTo>
                      <a:pt x="751" y="1109"/>
                    </a:lnTo>
                    <a:lnTo>
                      <a:pt x="741" y="1114"/>
                    </a:lnTo>
                    <a:lnTo>
                      <a:pt x="730" y="1118"/>
                    </a:lnTo>
                    <a:lnTo>
                      <a:pt x="730" y="1118"/>
                    </a:lnTo>
                    <a:lnTo>
                      <a:pt x="723" y="1119"/>
                    </a:lnTo>
                    <a:lnTo>
                      <a:pt x="723" y="1119"/>
                    </a:lnTo>
                    <a:lnTo>
                      <a:pt x="716" y="1121"/>
                    </a:lnTo>
                    <a:lnTo>
                      <a:pt x="716" y="1121"/>
                    </a:lnTo>
                    <a:lnTo>
                      <a:pt x="703" y="1126"/>
                    </a:lnTo>
                    <a:lnTo>
                      <a:pt x="703" y="1126"/>
                    </a:lnTo>
                    <a:lnTo>
                      <a:pt x="687" y="1129"/>
                    </a:lnTo>
                    <a:lnTo>
                      <a:pt x="687" y="1129"/>
                    </a:lnTo>
                    <a:lnTo>
                      <a:pt x="677" y="1131"/>
                    </a:lnTo>
                    <a:lnTo>
                      <a:pt x="677" y="1131"/>
                    </a:lnTo>
                    <a:lnTo>
                      <a:pt x="667" y="1132"/>
                    </a:lnTo>
                    <a:lnTo>
                      <a:pt x="667" y="1132"/>
                    </a:lnTo>
                    <a:lnTo>
                      <a:pt x="657" y="1135"/>
                    </a:lnTo>
                    <a:lnTo>
                      <a:pt x="656" y="1135"/>
                    </a:lnTo>
                    <a:lnTo>
                      <a:pt x="653" y="1135"/>
                    </a:lnTo>
                    <a:lnTo>
                      <a:pt x="653" y="1135"/>
                    </a:lnTo>
                    <a:lnTo>
                      <a:pt x="647" y="1135"/>
                    </a:lnTo>
                    <a:lnTo>
                      <a:pt x="647" y="1135"/>
                    </a:lnTo>
                    <a:lnTo>
                      <a:pt x="637" y="1135"/>
                    </a:lnTo>
                    <a:lnTo>
                      <a:pt x="637" y="1135"/>
                    </a:lnTo>
                    <a:lnTo>
                      <a:pt x="627" y="1135"/>
                    </a:lnTo>
                    <a:lnTo>
                      <a:pt x="627" y="1135"/>
                    </a:lnTo>
                    <a:lnTo>
                      <a:pt x="629" y="1136"/>
                    </a:lnTo>
                    <a:lnTo>
                      <a:pt x="629" y="1136"/>
                    </a:lnTo>
                    <a:lnTo>
                      <a:pt x="623" y="1138"/>
                    </a:lnTo>
                    <a:lnTo>
                      <a:pt x="617" y="1138"/>
                    </a:lnTo>
                    <a:lnTo>
                      <a:pt x="615" y="1139"/>
                    </a:lnTo>
                    <a:lnTo>
                      <a:pt x="615" y="1141"/>
                    </a:lnTo>
                    <a:lnTo>
                      <a:pt x="615" y="1141"/>
                    </a:lnTo>
                    <a:lnTo>
                      <a:pt x="606" y="1142"/>
                    </a:lnTo>
                    <a:lnTo>
                      <a:pt x="606" y="1142"/>
                    </a:lnTo>
                    <a:lnTo>
                      <a:pt x="602" y="1142"/>
                    </a:lnTo>
                    <a:lnTo>
                      <a:pt x="599" y="1141"/>
                    </a:lnTo>
                    <a:lnTo>
                      <a:pt x="599" y="1141"/>
                    </a:lnTo>
                    <a:lnTo>
                      <a:pt x="582" y="1142"/>
                    </a:lnTo>
                    <a:lnTo>
                      <a:pt x="582" y="1142"/>
                    </a:lnTo>
                    <a:lnTo>
                      <a:pt x="566" y="1142"/>
                    </a:lnTo>
                    <a:lnTo>
                      <a:pt x="566" y="1142"/>
                    </a:lnTo>
                    <a:lnTo>
                      <a:pt x="559" y="1141"/>
                    </a:lnTo>
                    <a:lnTo>
                      <a:pt x="559" y="1141"/>
                    </a:lnTo>
                    <a:lnTo>
                      <a:pt x="555" y="1141"/>
                    </a:lnTo>
                    <a:lnTo>
                      <a:pt x="552" y="1139"/>
                    </a:lnTo>
                    <a:lnTo>
                      <a:pt x="552" y="1139"/>
                    </a:lnTo>
                    <a:lnTo>
                      <a:pt x="536" y="1135"/>
                    </a:lnTo>
                    <a:lnTo>
                      <a:pt x="536" y="1135"/>
                    </a:lnTo>
                    <a:lnTo>
                      <a:pt x="532" y="1136"/>
                    </a:lnTo>
                    <a:lnTo>
                      <a:pt x="532" y="1136"/>
                    </a:lnTo>
                    <a:lnTo>
                      <a:pt x="532" y="1138"/>
                    </a:lnTo>
                    <a:lnTo>
                      <a:pt x="532" y="1138"/>
                    </a:lnTo>
                    <a:lnTo>
                      <a:pt x="526" y="1136"/>
                    </a:lnTo>
                    <a:lnTo>
                      <a:pt x="522" y="1135"/>
                    </a:lnTo>
                    <a:lnTo>
                      <a:pt x="522" y="1135"/>
                    </a:lnTo>
                    <a:lnTo>
                      <a:pt x="518" y="1135"/>
                    </a:lnTo>
                    <a:lnTo>
                      <a:pt x="513" y="1134"/>
                    </a:lnTo>
                    <a:lnTo>
                      <a:pt x="513" y="1134"/>
                    </a:lnTo>
                    <a:lnTo>
                      <a:pt x="510" y="1135"/>
                    </a:lnTo>
                    <a:lnTo>
                      <a:pt x="506" y="1135"/>
                    </a:lnTo>
                    <a:lnTo>
                      <a:pt x="506" y="1135"/>
                    </a:lnTo>
                    <a:lnTo>
                      <a:pt x="509" y="1136"/>
                    </a:lnTo>
                    <a:lnTo>
                      <a:pt x="512" y="1136"/>
                    </a:lnTo>
                    <a:lnTo>
                      <a:pt x="512" y="1136"/>
                    </a:lnTo>
                    <a:lnTo>
                      <a:pt x="500" y="1135"/>
                    </a:lnTo>
                    <a:lnTo>
                      <a:pt x="488" y="1132"/>
                    </a:lnTo>
                    <a:lnTo>
                      <a:pt x="488" y="1132"/>
                    </a:lnTo>
                    <a:lnTo>
                      <a:pt x="482" y="1131"/>
                    </a:lnTo>
                    <a:lnTo>
                      <a:pt x="482" y="1131"/>
                    </a:lnTo>
                    <a:lnTo>
                      <a:pt x="475" y="1128"/>
                    </a:lnTo>
                    <a:lnTo>
                      <a:pt x="475" y="1128"/>
                    </a:lnTo>
                    <a:lnTo>
                      <a:pt x="463" y="1122"/>
                    </a:lnTo>
                    <a:lnTo>
                      <a:pt x="463" y="1122"/>
                    </a:lnTo>
                    <a:lnTo>
                      <a:pt x="460" y="1124"/>
                    </a:lnTo>
                    <a:lnTo>
                      <a:pt x="458" y="1124"/>
                    </a:lnTo>
                    <a:lnTo>
                      <a:pt x="458" y="1124"/>
                    </a:lnTo>
                    <a:lnTo>
                      <a:pt x="449" y="1121"/>
                    </a:lnTo>
                    <a:lnTo>
                      <a:pt x="449" y="1121"/>
                    </a:lnTo>
                    <a:lnTo>
                      <a:pt x="438" y="1121"/>
                    </a:lnTo>
                    <a:lnTo>
                      <a:pt x="438" y="1121"/>
                    </a:lnTo>
                    <a:lnTo>
                      <a:pt x="426" y="1118"/>
                    </a:lnTo>
                    <a:lnTo>
                      <a:pt x="426" y="1118"/>
                    </a:lnTo>
                    <a:lnTo>
                      <a:pt x="403" y="1112"/>
                    </a:lnTo>
                    <a:lnTo>
                      <a:pt x="403" y="1112"/>
                    </a:lnTo>
                    <a:lnTo>
                      <a:pt x="399" y="1108"/>
                    </a:lnTo>
                    <a:lnTo>
                      <a:pt x="399" y="1108"/>
                    </a:lnTo>
                    <a:lnTo>
                      <a:pt x="399" y="1108"/>
                    </a:lnTo>
                    <a:lnTo>
                      <a:pt x="398" y="1108"/>
                    </a:lnTo>
                    <a:lnTo>
                      <a:pt x="393" y="1108"/>
                    </a:lnTo>
                    <a:lnTo>
                      <a:pt x="385" y="1105"/>
                    </a:lnTo>
                    <a:lnTo>
                      <a:pt x="385" y="1105"/>
                    </a:lnTo>
                    <a:lnTo>
                      <a:pt x="385" y="1104"/>
                    </a:lnTo>
                    <a:lnTo>
                      <a:pt x="386" y="1104"/>
                    </a:lnTo>
                    <a:lnTo>
                      <a:pt x="386" y="1104"/>
                    </a:lnTo>
                    <a:lnTo>
                      <a:pt x="381" y="1101"/>
                    </a:lnTo>
                    <a:lnTo>
                      <a:pt x="381" y="1101"/>
                    </a:lnTo>
                    <a:lnTo>
                      <a:pt x="376" y="1099"/>
                    </a:lnTo>
                    <a:lnTo>
                      <a:pt x="376" y="1099"/>
                    </a:lnTo>
                    <a:lnTo>
                      <a:pt x="366" y="1095"/>
                    </a:lnTo>
                    <a:lnTo>
                      <a:pt x="366" y="1095"/>
                    </a:lnTo>
                    <a:lnTo>
                      <a:pt x="358" y="1091"/>
                    </a:lnTo>
                    <a:lnTo>
                      <a:pt x="358" y="1091"/>
                    </a:lnTo>
                    <a:lnTo>
                      <a:pt x="348" y="1088"/>
                    </a:lnTo>
                    <a:lnTo>
                      <a:pt x="348" y="1088"/>
                    </a:lnTo>
                    <a:lnTo>
                      <a:pt x="326" y="1077"/>
                    </a:lnTo>
                    <a:lnTo>
                      <a:pt x="326" y="1077"/>
                    </a:lnTo>
                    <a:lnTo>
                      <a:pt x="304" y="1067"/>
                    </a:lnTo>
                    <a:lnTo>
                      <a:pt x="304" y="1067"/>
                    </a:lnTo>
                    <a:lnTo>
                      <a:pt x="296" y="1061"/>
                    </a:lnTo>
                    <a:lnTo>
                      <a:pt x="286" y="1055"/>
                    </a:lnTo>
                    <a:lnTo>
                      <a:pt x="286" y="1055"/>
                    </a:lnTo>
                    <a:lnTo>
                      <a:pt x="271" y="1047"/>
                    </a:lnTo>
                    <a:lnTo>
                      <a:pt x="271" y="1047"/>
                    </a:lnTo>
                    <a:lnTo>
                      <a:pt x="252" y="1035"/>
                    </a:lnTo>
                    <a:lnTo>
                      <a:pt x="252" y="1035"/>
                    </a:lnTo>
                    <a:lnTo>
                      <a:pt x="244" y="1031"/>
                    </a:lnTo>
                    <a:lnTo>
                      <a:pt x="244" y="1031"/>
                    </a:lnTo>
                    <a:lnTo>
                      <a:pt x="239" y="1028"/>
                    </a:lnTo>
                    <a:lnTo>
                      <a:pt x="239" y="1028"/>
                    </a:lnTo>
                    <a:lnTo>
                      <a:pt x="235" y="1027"/>
                    </a:lnTo>
                    <a:lnTo>
                      <a:pt x="235" y="1027"/>
                    </a:lnTo>
                    <a:lnTo>
                      <a:pt x="238" y="1029"/>
                    </a:lnTo>
                    <a:lnTo>
                      <a:pt x="239" y="1032"/>
                    </a:lnTo>
                    <a:lnTo>
                      <a:pt x="239" y="1032"/>
                    </a:lnTo>
                    <a:lnTo>
                      <a:pt x="235" y="1029"/>
                    </a:lnTo>
                    <a:lnTo>
                      <a:pt x="232" y="1027"/>
                    </a:lnTo>
                    <a:lnTo>
                      <a:pt x="232" y="1027"/>
                    </a:lnTo>
                    <a:lnTo>
                      <a:pt x="237" y="1031"/>
                    </a:lnTo>
                    <a:lnTo>
                      <a:pt x="237" y="1031"/>
                    </a:lnTo>
                    <a:lnTo>
                      <a:pt x="239" y="1034"/>
                    </a:lnTo>
                    <a:lnTo>
                      <a:pt x="239" y="1034"/>
                    </a:lnTo>
                    <a:lnTo>
                      <a:pt x="242" y="1037"/>
                    </a:lnTo>
                    <a:lnTo>
                      <a:pt x="247" y="1039"/>
                    </a:lnTo>
                    <a:lnTo>
                      <a:pt x="249" y="1044"/>
                    </a:lnTo>
                    <a:lnTo>
                      <a:pt x="252" y="1044"/>
                    </a:lnTo>
                    <a:lnTo>
                      <a:pt x="252" y="1044"/>
                    </a:lnTo>
                    <a:lnTo>
                      <a:pt x="254" y="1047"/>
                    </a:lnTo>
                    <a:lnTo>
                      <a:pt x="256" y="1051"/>
                    </a:lnTo>
                    <a:lnTo>
                      <a:pt x="256" y="1051"/>
                    </a:lnTo>
                    <a:lnTo>
                      <a:pt x="272" y="1062"/>
                    </a:lnTo>
                    <a:lnTo>
                      <a:pt x="272" y="1062"/>
                    </a:lnTo>
                    <a:lnTo>
                      <a:pt x="255" y="1055"/>
                    </a:lnTo>
                    <a:lnTo>
                      <a:pt x="255" y="1055"/>
                    </a:lnTo>
                    <a:lnTo>
                      <a:pt x="272" y="1067"/>
                    </a:lnTo>
                    <a:lnTo>
                      <a:pt x="272" y="1067"/>
                    </a:lnTo>
                    <a:lnTo>
                      <a:pt x="276" y="1071"/>
                    </a:lnTo>
                    <a:lnTo>
                      <a:pt x="276" y="1071"/>
                    </a:lnTo>
                    <a:lnTo>
                      <a:pt x="281" y="1074"/>
                    </a:lnTo>
                    <a:lnTo>
                      <a:pt x="281" y="1074"/>
                    </a:lnTo>
                    <a:lnTo>
                      <a:pt x="291" y="1079"/>
                    </a:lnTo>
                    <a:lnTo>
                      <a:pt x="291" y="1079"/>
                    </a:lnTo>
                    <a:lnTo>
                      <a:pt x="301" y="1086"/>
                    </a:lnTo>
                    <a:lnTo>
                      <a:pt x="301" y="1086"/>
                    </a:lnTo>
                    <a:lnTo>
                      <a:pt x="311" y="1092"/>
                    </a:lnTo>
                    <a:lnTo>
                      <a:pt x="311" y="1092"/>
                    </a:lnTo>
                    <a:lnTo>
                      <a:pt x="321" y="1098"/>
                    </a:lnTo>
                    <a:lnTo>
                      <a:pt x="321" y="1098"/>
                    </a:lnTo>
                    <a:lnTo>
                      <a:pt x="332" y="1102"/>
                    </a:lnTo>
                    <a:lnTo>
                      <a:pt x="332" y="1102"/>
                    </a:lnTo>
                    <a:lnTo>
                      <a:pt x="335" y="1104"/>
                    </a:lnTo>
                    <a:lnTo>
                      <a:pt x="338" y="1106"/>
                    </a:lnTo>
                    <a:lnTo>
                      <a:pt x="338" y="1106"/>
                    </a:lnTo>
                    <a:lnTo>
                      <a:pt x="339" y="1105"/>
                    </a:lnTo>
                    <a:lnTo>
                      <a:pt x="339" y="1105"/>
                    </a:lnTo>
                    <a:lnTo>
                      <a:pt x="348" y="1109"/>
                    </a:lnTo>
                    <a:lnTo>
                      <a:pt x="348" y="1109"/>
                    </a:lnTo>
                    <a:lnTo>
                      <a:pt x="351" y="1112"/>
                    </a:lnTo>
                    <a:lnTo>
                      <a:pt x="356" y="1115"/>
                    </a:lnTo>
                    <a:lnTo>
                      <a:pt x="369" y="1116"/>
                    </a:lnTo>
                    <a:lnTo>
                      <a:pt x="369" y="1116"/>
                    </a:lnTo>
                    <a:lnTo>
                      <a:pt x="369" y="1118"/>
                    </a:lnTo>
                    <a:lnTo>
                      <a:pt x="368" y="1118"/>
                    </a:lnTo>
                    <a:lnTo>
                      <a:pt x="363" y="1118"/>
                    </a:lnTo>
                    <a:lnTo>
                      <a:pt x="363" y="1118"/>
                    </a:lnTo>
                    <a:lnTo>
                      <a:pt x="368" y="1119"/>
                    </a:lnTo>
                    <a:lnTo>
                      <a:pt x="369" y="1122"/>
                    </a:lnTo>
                    <a:lnTo>
                      <a:pt x="369" y="1122"/>
                    </a:lnTo>
                    <a:lnTo>
                      <a:pt x="363" y="1121"/>
                    </a:lnTo>
                    <a:lnTo>
                      <a:pt x="359" y="1119"/>
                    </a:lnTo>
                    <a:lnTo>
                      <a:pt x="359" y="1119"/>
                    </a:lnTo>
                    <a:lnTo>
                      <a:pt x="361" y="1121"/>
                    </a:lnTo>
                    <a:lnTo>
                      <a:pt x="363" y="1121"/>
                    </a:lnTo>
                    <a:lnTo>
                      <a:pt x="365" y="1121"/>
                    </a:lnTo>
                    <a:lnTo>
                      <a:pt x="366" y="1122"/>
                    </a:lnTo>
                    <a:lnTo>
                      <a:pt x="366" y="1122"/>
                    </a:lnTo>
                    <a:lnTo>
                      <a:pt x="369" y="1124"/>
                    </a:lnTo>
                    <a:lnTo>
                      <a:pt x="371" y="1124"/>
                    </a:lnTo>
                    <a:lnTo>
                      <a:pt x="371" y="1124"/>
                    </a:lnTo>
                    <a:lnTo>
                      <a:pt x="375" y="1125"/>
                    </a:lnTo>
                    <a:lnTo>
                      <a:pt x="375" y="1125"/>
                    </a:lnTo>
                    <a:lnTo>
                      <a:pt x="372" y="1125"/>
                    </a:lnTo>
                    <a:lnTo>
                      <a:pt x="369" y="1125"/>
                    </a:lnTo>
                    <a:lnTo>
                      <a:pt x="369" y="1125"/>
                    </a:lnTo>
                    <a:lnTo>
                      <a:pt x="366" y="1125"/>
                    </a:lnTo>
                    <a:lnTo>
                      <a:pt x="366" y="1125"/>
                    </a:lnTo>
                    <a:lnTo>
                      <a:pt x="366" y="1124"/>
                    </a:lnTo>
                    <a:lnTo>
                      <a:pt x="366" y="1124"/>
                    </a:lnTo>
                    <a:lnTo>
                      <a:pt x="363" y="1122"/>
                    </a:lnTo>
                    <a:lnTo>
                      <a:pt x="356" y="1119"/>
                    </a:lnTo>
                    <a:lnTo>
                      <a:pt x="356" y="1119"/>
                    </a:lnTo>
                    <a:lnTo>
                      <a:pt x="355" y="1116"/>
                    </a:lnTo>
                    <a:lnTo>
                      <a:pt x="355" y="1116"/>
                    </a:lnTo>
                    <a:lnTo>
                      <a:pt x="349" y="1115"/>
                    </a:lnTo>
                    <a:lnTo>
                      <a:pt x="345" y="1114"/>
                    </a:lnTo>
                    <a:lnTo>
                      <a:pt x="345" y="1114"/>
                    </a:lnTo>
                    <a:lnTo>
                      <a:pt x="341" y="1114"/>
                    </a:lnTo>
                    <a:lnTo>
                      <a:pt x="335" y="1111"/>
                    </a:lnTo>
                    <a:lnTo>
                      <a:pt x="335" y="1111"/>
                    </a:lnTo>
                    <a:lnTo>
                      <a:pt x="336" y="1111"/>
                    </a:lnTo>
                    <a:lnTo>
                      <a:pt x="339" y="1111"/>
                    </a:lnTo>
                    <a:lnTo>
                      <a:pt x="345" y="1114"/>
                    </a:lnTo>
                    <a:lnTo>
                      <a:pt x="345" y="1114"/>
                    </a:lnTo>
                    <a:lnTo>
                      <a:pt x="339" y="1109"/>
                    </a:lnTo>
                    <a:lnTo>
                      <a:pt x="336" y="1109"/>
                    </a:lnTo>
                    <a:lnTo>
                      <a:pt x="336" y="1109"/>
                    </a:lnTo>
                    <a:lnTo>
                      <a:pt x="336" y="1109"/>
                    </a:lnTo>
                    <a:lnTo>
                      <a:pt x="329" y="1106"/>
                    </a:lnTo>
                    <a:lnTo>
                      <a:pt x="322" y="1102"/>
                    </a:lnTo>
                    <a:lnTo>
                      <a:pt x="322" y="1102"/>
                    </a:lnTo>
                    <a:lnTo>
                      <a:pt x="308" y="1096"/>
                    </a:lnTo>
                    <a:lnTo>
                      <a:pt x="308" y="1096"/>
                    </a:lnTo>
                    <a:lnTo>
                      <a:pt x="311" y="1099"/>
                    </a:lnTo>
                    <a:lnTo>
                      <a:pt x="316" y="1101"/>
                    </a:lnTo>
                    <a:lnTo>
                      <a:pt x="316" y="1101"/>
                    </a:lnTo>
                    <a:lnTo>
                      <a:pt x="321" y="1102"/>
                    </a:lnTo>
                    <a:lnTo>
                      <a:pt x="321" y="1102"/>
                    </a:lnTo>
                    <a:lnTo>
                      <a:pt x="325" y="1105"/>
                    </a:lnTo>
                    <a:lnTo>
                      <a:pt x="325" y="1105"/>
                    </a:lnTo>
                    <a:lnTo>
                      <a:pt x="321" y="1104"/>
                    </a:lnTo>
                    <a:lnTo>
                      <a:pt x="321" y="1104"/>
                    </a:lnTo>
                    <a:lnTo>
                      <a:pt x="315" y="1101"/>
                    </a:lnTo>
                    <a:lnTo>
                      <a:pt x="315" y="1101"/>
                    </a:lnTo>
                    <a:lnTo>
                      <a:pt x="308" y="1098"/>
                    </a:lnTo>
                    <a:lnTo>
                      <a:pt x="304" y="1094"/>
                    </a:lnTo>
                    <a:lnTo>
                      <a:pt x="304" y="1094"/>
                    </a:lnTo>
                    <a:lnTo>
                      <a:pt x="292" y="1088"/>
                    </a:lnTo>
                    <a:lnTo>
                      <a:pt x="282" y="1081"/>
                    </a:lnTo>
                    <a:lnTo>
                      <a:pt x="282" y="1081"/>
                    </a:lnTo>
                    <a:lnTo>
                      <a:pt x="274" y="1077"/>
                    </a:lnTo>
                    <a:lnTo>
                      <a:pt x="274" y="1077"/>
                    </a:lnTo>
                    <a:lnTo>
                      <a:pt x="265" y="1071"/>
                    </a:lnTo>
                    <a:lnTo>
                      <a:pt x="265" y="1071"/>
                    </a:lnTo>
                    <a:lnTo>
                      <a:pt x="249" y="1059"/>
                    </a:lnTo>
                    <a:lnTo>
                      <a:pt x="249" y="1059"/>
                    </a:lnTo>
                    <a:lnTo>
                      <a:pt x="234" y="1047"/>
                    </a:lnTo>
                    <a:lnTo>
                      <a:pt x="234" y="1047"/>
                    </a:lnTo>
                    <a:lnTo>
                      <a:pt x="227" y="1041"/>
                    </a:lnTo>
                    <a:lnTo>
                      <a:pt x="227" y="1041"/>
                    </a:lnTo>
                    <a:lnTo>
                      <a:pt x="218" y="1035"/>
                    </a:lnTo>
                    <a:lnTo>
                      <a:pt x="218" y="1035"/>
                    </a:lnTo>
                    <a:lnTo>
                      <a:pt x="224" y="1042"/>
                    </a:lnTo>
                    <a:lnTo>
                      <a:pt x="224" y="1042"/>
                    </a:lnTo>
                    <a:lnTo>
                      <a:pt x="227" y="1045"/>
                    </a:lnTo>
                    <a:lnTo>
                      <a:pt x="229" y="1048"/>
                    </a:lnTo>
                    <a:lnTo>
                      <a:pt x="229" y="1048"/>
                    </a:lnTo>
                    <a:lnTo>
                      <a:pt x="237" y="1055"/>
                    </a:lnTo>
                    <a:lnTo>
                      <a:pt x="242" y="1062"/>
                    </a:lnTo>
                    <a:lnTo>
                      <a:pt x="242" y="1062"/>
                    </a:lnTo>
                    <a:lnTo>
                      <a:pt x="244" y="1062"/>
                    </a:lnTo>
                    <a:lnTo>
                      <a:pt x="245" y="1062"/>
                    </a:lnTo>
                    <a:lnTo>
                      <a:pt x="245" y="1062"/>
                    </a:lnTo>
                    <a:lnTo>
                      <a:pt x="247" y="1065"/>
                    </a:lnTo>
                    <a:lnTo>
                      <a:pt x="249" y="1068"/>
                    </a:lnTo>
                    <a:lnTo>
                      <a:pt x="255" y="1072"/>
                    </a:lnTo>
                    <a:lnTo>
                      <a:pt x="255" y="1072"/>
                    </a:lnTo>
                    <a:lnTo>
                      <a:pt x="255" y="1074"/>
                    </a:lnTo>
                    <a:lnTo>
                      <a:pt x="254" y="1074"/>
                    </a:lnTo>
                    <a:lnTo>
                      <a:pt x="251" y="1072"/>
                    </a:lnTo>
                    <a:lnTo>
                      <a:pt x="251" y="1072"/>
                    </a:lnTo>
                    <a:lnTo>
                      <a:pt x="256" y="1078"/>
                    </a:lnTo>
                    <a:lnTo>
                      <a:pt x="264" y="1084"/>
                    </a:lnTo>
                    <a:lnTo>
                      <a:pt x="264" y="1084"/>
                    </a:lnTo>
                    <a:lnTo>
                      <a:pt x="265" y="1085"/>
                    </a:lnTo>
                    <a:lnTo>
                      <a:pt x="264" y="1085"/>
                    </a:lnTo>
                    <a:lnTo>
                      <a:pt x="264" y="1084"/>
                    </a:lnTo>
                    <a:lnTo>
                      <a:pt x="264" y="1085"/>
                    </a:lnTo>
                    <a:lnTo>
                      <a:pt x="264" y="1085"/>
                    </a:lnTo>
                    <a:lnTo>
                      <a:pt x="268" y="1089"/>
                    </a:lnTo>
                    <a:lnTo>
                      <a:pt x="272" y="1092"/>
                    </a:lnTo>
                    <a:lnTo>
                      <a:pt x="284" y="1098"/>
                    </a:lnTo>
                    <a:lnTo>
                      <a:pt x="284" y="1098"/>
                    </a:lnTo>
                    <a:lnTo>
                      <a:pt x="284" y="1098"/>
                    </a:lnTo>
                    <a:lnTo>
                      <a:pt x="282" y="1098"/>
                    </a:lnTo>
                    <a:lnTo>
                      <a:pt x="279" y="1098"/>
                    </a:lnTo>
                    <a:lnTo>
                      <a:pt x="271" y="1094"/>
                    </a:lnTo>
                    <a:lnTo>
                      <a:pt x="271" y="1094"/>
                    </a:lnTo>
                    <a:lnTo>
                      <a:pt x="275" y="1098"/>
                    </a:lnTo>
                    <a:lnTo>
                      <a:pt x="275" y="1098"/>
                    </a:lnTo>
                    <a:lnTo>
                      <a:pt x="275" y="1096"/>
                    </a:lnTo>
                    <a:lnTo>
                      <a:pt x="274" y="1096"/>
                    </a:lnTo>
                    <a:lnTo>
                      <a:pt x="274" y="1096"/>
                    </a:lnTo>
                    <a:lnTo>
                      <a:pt x="279" y="1099"/>
                    </a:lnTo>
                    <a:lnTo>
                      <a:pt x="281" y="1099"/>
                    </a:lnTo>
                    <a:lnTo>
                      <a:pt x="282" y="1101"/>
                    </a:lnTo>
                    <a:lnTo>
                      <a:pt x="282" y="1101"/>
                    </a:lnTo>
                    <a:lnTo>
                      <a:pt x="284" y="1102"/>
                    </a:lnTo>
                    <a:lnTo>
                      <a:pt x="284" y="1104"/>
                    </a:lnTo>
                    <a:lnTo>
                      <a:pt x="284" y="1104"/>
                    </a:lnTo>
                    <a:lnTo>
                      <a:pt x="294" y="1109"/>
                    </a:lnTo>
                    <a:lnTo>
                      <a:pt x="302" y="1115"/>
                    </a:lnTo>
                    <a:lnTo>
                      <a:pt x="302" y="1115"/>
                    </a:lnTo>
                    <a:lnTo>
                      <a:pt x="305" y="1116"/>
                    </a:lnTo>
                    <a:lnTo>
                      <a:pt x="305" y="1114"/>
                    </a:lnTo>
                    <a:lnTo>
                      <a:pt x="305" y="1114"/>
                    </a:lnTo>
                    <a:lnTo>
                      <a:pt x="311" y="1116"/>
                    </a:lnTo>
                    <a:lnTo>
                      <a:pt x="311" y="1116"/>
                    </a:lnTo>
                    <a:lnTo>
                      <a:pt x="312" y="1119"/>
                    </a:lnTo>
                    <a:lnTo>
                      <a:pt x="312" y="1122"/>
                    </a:lnTo>
                    <a:lnTo>
                      <a:pt x="312" y="1122"/>
                    </a:lnTo>
                    <a:lnTo>
                      <a:pt x="305" y="1118"/>
                    </a:lnTo>
                    <a:lnTo>
                      <a:pt x="305" y="1118"/>
                    </a:lnTo>
                    <a:lnTo>
                      <a:pt x="298" y="1115"/>
                    </a:lnTo>
                    <a:lnTo>
                      <a:pt x="298" y="1115"/>
                    </a:lnTo>
                    <a:lnTo>
                      <a:pt x="292" y="1114"/>
                    </a:lnTo>
                    <a:lnTo>
                      <a:pt x="288" y="1112"/>
                    </a:lnTo>
                    <a:lnTo>
                      <a:pt x="284" y="1109"/>
                    </a:lnTo>
                    <a:lnTo>
                      <a:pt x="284" y="1109"/>
                    </a:lnTo>
                    <a:lnTo>
                      <a:pt x="279" y="1106"/>
                    </a:lnTo>
                    <a:lnTo>
                      <a:pt x="279" y="1106"/>
                    </a:lnTo>
                    <a:lnTo>
                      <a:pt x="269" y="1101"/>
                    </a:lnTo>
                    <a:lnTo>
                      <a:pt x="269" y="1101"/>
                    </a:lnTo>
                    <a:lnTo>
                      <a:pt x="262" y="1095"/>
                    </a:lnTo>
                    <a:lnTo>
                      <a:pt x="254" y="1088"/>
                    </a:lnTo>
                    <a:lnTo>
                      <a:pt x="254" y="1088"/>
                    </a:lnTo>
                    <a:lnTo>
                      <a:pt x="254" y="1089"/>
                    </a:lnTo>
                    <a:lnTo>
                      <a:pt x="254" y="1089"/>
                    </a:lnTo>
                    <a:lnTo>
                      <a:pt x="251" y="1088"/>
                    </a:lnTo>
                    <a:lnTo>
                      <a:pt x="244" y="1081"/>
                    </a:lnTo>
                    <a:lnTo>
                      <a:pt x="244" y="1081"/>
                    </a:lnTo>
                    <a:lnTo>
                      <a:pt x="244" y="1081"/>
                    </a:lnTo>
                    <a:lnTo>
                      <a:pt x="245" y="1082"/>
                    </a:lnTo>
                    <a:lnTo>
                      <a:pt x="249" y="1085"/>
                    </a:lnTo>
                    <a:lnTo>
                      <a:pt x="249" y="1085"/>
                    </a:lnTo>
                    <a:lnTo>
                      <a:pt x="247" y="1082"/>
                    </a:lnTo>
                    <a:lnTo>
                      <a:pt x="242" y="1081"/>
                    </a:lnTo>
                    <a:lnTo>
                      <a:pt x="235" y="1075"/>
                    </a:lnTo>
                    <a:lnTo>
                      <a:pt x="235" y="1075"/>
                    </a:lnTo>
                    <a:lnTo>
                      <a:pt x="234" y="1074"/>
                    </a:lnTo>
                    <a:lnTo>
                      <a:pt x="235" y="1074"/>
                    </a:lnTo>
                    <a:lnTo>
                      <a:pt x="235" y="1074"/>
                    </a:lnTo>
                    <a:lnTo>
                      <a:pt x="234" y="1072"/>
                    </a:lnTo>
                    <a:lnTo>
                      <a:pt x="234" y="1072"/>
                    </a:lnTo>
                    <a:lnTo>
                      <a:pt x="229" y="1071"/>
                    </a:lnTo>
                    <a:lnTo>
                      <a:pt x="225" y="1067"/>
                    </a:lnTo>
                    <a:lnTo>
                      <a:pt x="214" y="1057"/>
                    </a:lnTo>
                    <a:lnTo>
                      <a:pt x="214" y="1057"/>
                    </a:lnTo>
                    <a:lnTo>
                      <a:pt x="209" y="1054"/>
                    </a:lnTo>
                    <a:lnTo>
                      <a:pt x="205" y="1049"/>
                    </a:lnTo>
                    <a:lnTo>
                      <a:pt x="195" y="1041"/>
                    </a:lnTo>
                    <a:lnTo>
                      <a:pt x="195" y="1041"/>
                    </a:lnTo>
                    <a:lnTo>
                      <a:pt x="195" y="1042"/>
                    </a:lnTo>
                    <a:lnTo>
                      <a:pt x="197" y="1045"/>
                    </a:lnTo>
                    <a:lnTo>
                      <a:pt x="202" y="1049"/>
                    </a:lnTo>
                    <a:lnTo>
                      <a:pt x="202" y="1049"/>
                    </a:lnTo>
                    <a:lnTo>
                      <a:pt x="188" y="1038"/>
                    </a:lnTo>
                    <a:lnTo>
                      <a:pt x="188" y="1038"/>
                    </a:lnTo>
                    <a:lnTo>
                      <a:pt x="179" y="1029"/>
                    </a:lnTo>
                    <a:lnTo>
                      <a:pt x="172" y="1021"/>
                    </a:lnTo>
                    <a:lnTo>
                      <a:pt x="172" y="1021"/>
                    </a:lnTo>
                    <a:lnTo>
                      <a:pt x="165" y="1014"/>
                    </a:lnTo>
                    <a:lnTo>
                      <a:pt x="155" y="1002"/>
                    </a:lnTo>
                    <a:lnTo>
                      <a:pt x="155" y="1002"/>
                    </a:lnTo>
                    <a:lnTo>
                      <a:pt x="147" y="992"/>
                    </a:lnTo>
                    <a:lnTo>
                      <a:pt x="147" y="992"/>
                    </a:lnTo>
                    <a:lnTo>
                      <a:pt x="142" y="989"/>
                    </a:lnTo>
                    <a:lnTo>
                      <a:pt x="140" y="989"/>
                    </a:lnTo>
                    <a:lnTo>
                      <a:pt x="140" y="989"/>
                    </a:lnTo>
                    <a:lnTo>
                      <a:pt x="137" y="985"/>
                    </a:lnTo>
                    <a:lnTo>
                      <a:pt x="134" y="981"/>
                    </a:lnTo>
                    <a:lnTo>
                      <a:pt x="131" y="978"/>
                    </a:lnTo>
                    <a:lnTo>
                      <a:pt x="128" y="975"/>
                    </a:lnTo>
                    <a:lnTo>
                      <a:pt x="128" y="975"/>
                    </a:lnTo>
                    <a:lnTo>
                      <a:pt x="130" y="977"/>
                    </a:lnTo>
                    <a:lnTo>
                      <a:pt x="131" y="977"/>
                    </a:lnTo>
                    <a:lnTo>
                      <a:pt x="132" y="977"/>
                    </a:lnTo>
                    <a:lnTo>
                      <a:pt x="132" y="977"/>
                    </a:lnTo>
                    <a:lnTo>
                      <a:pt x="127" y="971"/>
                    </a:lnTo>
                    <a:lnTo>
                      <a:pt x="127" y="971"/>
                    </a:lnTo>
                    <a:lnTo>
                      <a:pt x="122" y="967"/>
                    </a:lnTo>
                    <a:lnTo>
                      <a:pt x="122" y="967"/>
                    </a:lnTo>
                    <a:lnTo>
                      <a:pt x="114" y="958"/>
                    </a:lnTo>
                    <a:lnTo>
                      <a:pt x="114" y="958"/>
                    </a:lnTo>
                    <a:lnTo>
                      <a:pt x="107" y="952"/>
                    </a:lnTo>
                    <a:lnTo>
                      <a:pt x="104" y="951"/>
                    </a:lnTo>
                    <a:lnTo>
                      <a:pt x="102" y="949"/>
                    </a:lnTo>
                    <a:lnTo>
                      <a:pt x="102" y="949"/>
                    </a:lnTo>
                    <a:lnTo>
                      <a:pt x="105" y="957"/>
                    </a:lnTo>
                    <a:lnTo>
                      <a:pt x="105" y="959"/>
                    </a:lnTo>
                    <a:lnTo>
                      <a:pt x="104" y="961"/>
                    </a:lnTo>
                    <a:lnTo>
                      <a:pt x="104" y="961"/>
                    </a:lnTo>
                    <a:lnTo>
                      <a:pt x="112" y="975"/>
                    </a:lnTo>
                    <a:lnTo>
                      <a:pt x="112" y="975"/>
                    </a:lnTo>
                    <a:lnTo>
                      <a:pt x="115" y="982"/>
                    </a:lnTo>
                    <a:lnTo>
                      <a:pt x="117" y="985"/>
                    </a:lnTo>
                    <a:lnTo>
                      <a:pt x="117" y="987"/>
                    </a:lnTo>
                    <a:lnTo>
                      <a:pt x="117" y="987"/>
                    </a:lnTo>
                    <a:lnTo>
                      <a:pt x="122" y="992"/>
                    </a:lnTo>
                    <a:lnTo>
                      <a:pt x="125" y="995"/>
                    </a:lnTo>
                    <a:lnTo>
                      <a:pt x="128" y="997"/>
                    </a:lnTo>
                    <a:lnTo>
                      <a:pt x="128" y="997"/>
                    </a:lnTo>
                    <a:lnTo>
                      <a:pt x="124" y="994"/>
                    </a:lnTo>
                    <a:lnTo>
                      <a:pt x="124" y="994"/>
                    </a:lnTo>
                    <a:lnTo>
                      <a:pt x="124" y="992"/>
                    </a:lnTo>
                    <a:lnTo>
                      <a:pt x="125" y="992"/>
                    </a:lnTo>
                    <a:lnTo>
                      <a:pt x="128" y="995"/>
                    </a:lnTo>
                    <a:lnTo>
                      <a:pt x="128" y="995"/>
                    </a:lnTo>
                    <a:lnTo>
                      <a:pt x="130" y="999"/>
                    </a:lnTo>
                    <a:lnTo>
                      <a:pt x="132" y="1004"/>
                    </a:lnTo>
                    <a:lnTo>
                      <a:pt x="132" y="1004"/>
                    </a:lnTo>
                    <a:lnTo>
                      <a:pt x="132" y="1005"/>
                    </a:lnTo>
                    <a:lnTo>
                      <a:pt x="130" y="1004"/>
                    </a:lnTo>
                    <a:lnTo>
                      <a:pt x="130" y="1004"/>
                    </a:lnTo>
                    <a:lnTo>
                      <a:pt x="132" y="1007"/>
                    </a:lnTo>
                    <a:lnTo>
                      <a:pt x="132" y="1007"/>
                    </a:lnTo>
                    <a:lnTo>
                      <a:pt x="134" y="1008"/>
                    </a:lnTo>
                    <a:lnTo>
                      <a:pt x="134" y="1008"/>
                    </a:lnTo>
                    <a:lnTo>
                      <a:pt x="137" y="1014"/>
                    </a:lnTo>
                    <a:lnTo>
                      <a:pt x="144" y="1021"/>
                    </a:lnTo>
                    <a:lnTo>
                      <a:pt x="144" y="1021"/>
                    </a:lnTo>
                    <a:lnTo>
                      <a:pt x="157" y="1035"/>
                    </a:lnTo>
                    <a:lnTo>
                      <a:pt x="157" y="1035"/>
                    </a:lnTo>
                    <a:lnTo>
                      <a:pt x="164" y="1042"/>
                    </a:lnTo>
                    <a:lnTo>
                      <a:pt x="171" y="1049"/>
                    </a:lnTo>
                    <a:lnTo>
                      <a:pt x="171" y="1049"/>
                    </a:lnTo>
                    <a:lnTo>
                      <a:pt x="175" y="1052"/>
                    </a:lnTo>
                    <a:lnTo>
                      <a:pt x="175" y="1052"/>
                    </a:lnTo>
                    <a:lnTo>
                      <a:pt x="179" y="1055"/>
                    </a:lnTo>
                    <a:lnTo>
                      <a:pt x="179" y="1055"/>
                    </a:lnTo>
                    <a:lnTo>
                      <a:pt x="188" y="1061"/>
                    </a:lnTo>
                    <a:lnTo>
                      <a:pt x="188" y="1061"/>
                    </a:lnTo>
                    <a:lnTo>
                      <a:pt x="188" y="1064"/>
                    </a:lnTo>
                    <a:lnTo>
                      <a:pt x="188" y="1064"/>
                    </a:lnTo>
                    <a:lnTo>
                      <a:pt x="184" y="1061"/>
                    </a:lnTo>
                    <a:lnTo>
                      <a:pt x="178" y="1057"/>
                    </a:lnTo>
                    <a:lnTo>
                      <a:pt x="167" y="1049"/>
                    </a:lnTo>
                    <a:lnTo>
                      <a:pt x="167" y="1049"/>
                    </a:lnTo>
                    <a:lnTo>
                      <a:pt x="168" y="1052"/>
                    </a:lnTo>
                    <a:lnTo>
                      <a:pt x="169" y="1055"/>
                    </a:lnTo>
                    <a:lnTo>
                      <a:pt x="169" y="1055"/>
                    </a:lnTo>
                    <a:lnTo>
                      <a:pt x="181" y="1064"/>
                    </a:lnTo>
                    <a:lnTo>
                      <a:pt x="191" y="1072"/>
                    </a:lnTo>
                    <a:lnTo>
                      <a:pt x="191" y="1072"/>
                    </a:lnTo>
                    <a:lnTo>
                      <a:pt x="195" y="1077"/>
                    </a:lnTo>
                    <a:lnTo>
                      <a:pt x="195" y="1077"/>
                    </a:lnTo>
                    <a:lnTo>
                      <a:pt x="201" y="1079"/>
                    </a:lnTo>
                    <a:lnTo>
                      <a:pt x="201" y="1079"/>
                    </a:lnTo>
                    <a:lnTo>
                      <a:pt x="211" y="1088"/>
                    </a:lnTo>
                    <a:lnTo>
                      <a:pt x="211" y="1088"/>
                    </a:lnTo>
                    <a:lnTo>
                      <a:pt x="211" y="1089"/>
                    </a:lnTo>
                    <a:lnTo>
                      <a:pt x="211" y="1089"/>
                    </a:lnTo>
                    <a:lnTo>
                      <a:pt x="201" y="1082"/>
                    </a:lnTo>
                    <a:lnTo>
                      <a:pt x="192" y="1078"/>
                    </a:lnTo>
                    <a:lnTo>
                      <a:pt x="192" y="1078"/>
                    </a:lnTo>
                    <a:lnTo>
                      <a:pt x="197" y="1081"/>
                    </a:lnTo>
                    <a:lnTo>
                      <a:pt x="199" y="1085"/>
                    </a:lnTo>
                    <a:lnTo>
                      <a:pt x="199" y="1085"/>
                    </a:lnTo>
                    <a:lnTo>
                      <a:pt x="199" y="1084"/>
                    </a:lnTo>
                    <a:lnTo>
                      <a:pt x="201" y="1084"/>
                    </a:lnTo>
                    <a:lnTo>
                      <a:pt x="204" y="1088"/>
                    </a:lnTo>
                    <a:lnTo>
                      <a:pt x="204" y="1088"/>
                    </a:lnTo>
                    <a:lnTo>
                      <a:pt x="205" y="1086"/>
                    </a:lnTo>
                    <a:lnTo>
                      <a:pt x="207" y="1086"/>
                    </a:lnTo>
                    <a:lnTo>
                      <a:pt x="207" y="1086"/>
                    </a:lnTo>
                    <a:lnTo>
                      <a:pt x="217" y="1095"/>
                    </a:lnTo>
                    <a:lnTo>
                      <a:pt x="217" y="1095"/>
                    </a:lnTo>
                    <a:lnTo>
                      <a:pt x="221" y="1098"/>
                    </a:lnTo>
                    <a:lnTo>
                      <a:pt x="222" y="1098"/>
                    </a:lnTo>
                    <a:lnTo>
                      <a:pt x="222" y="1096"/>
                    </a:lnTo>
                    <a:lnTo>
                      <a:pt x="222" y="1096"/>
                    </a:lnTo>
                    <a:lnTo>
                      <a:pt x="224" y="1098"/>
                    </a:lnTo>
                    <a:lnTo>
                      <a:pt x="224" y="1099"/>
                    </a:lnTo>
                    <a:lnTo>
                      <a:pt x="225" y="1099"/>
                    </a:lnTo>
                    <a:lnTo>
                      <a:pt x="227" y="1101"/>
                    </a:lnTo>
                    <a:lnTo>
                      <a:pt x="227" y="1101"/>
                    </a:lnTo>
                    <a:lnTo>
                      <a:pt x="225" y="1101"/>
                    </a:lnTo>
                    <a:lnTo>
                      <a:pt x="224" y="1101"/>
                    </a:lnTo>
                    <a:lnTo>
                      <a:pt x="224" y="1101"/>
                    </a:lnTo>
                    <a:lnTo>
                      <a:pt x="224" y="1101"/>
                    </a:lnTo>
                    <a:lnTo>
                      <a:pt x="229" y="1104"/>
                    </a:lnTo>
                    <a:lnTo>
                      <a:pt x="231" y="1104"/>
                    </a:lnTo>
                    <a:lnTo>
                      <a:pt x="231" y="1104"/>
                    </a:lnTo>
                    <a:lnTo>
                      <a:pt x="231" y="1104"/>
                    </a:lnTo>
                    <a:lnTo>
                      <a:pt x="232" y="1105"/>
                    </a:lnTo>
                    <a:lnTo>
                      <a:pt x="234" y="1105"/>
                    </a:lnTo>
                    <a:lnTo>
                      <a:pt x="234" y="1109"/>
                    </a:lnTo>
                    <a:lnTo>
                      <a:pt x="234" y="1109"/>
                    </a:lnTo>
                    <a:lnTo>
                      <a:pt x="237" y="1111"/>
                    </a:lnTo>
                    <a:lnTo>
                      <a:pt x="238" y="1111"/>
                    </a:lnTo>
                    <a:lnTo>
                      <a:pt x="239" y="1109"/>
                    </a:lnTo>
                    <a:lnTo>
                      <a:pt x="241" y="1111"/>
                    </a:lnTo>
                    <a:lnTo>
                      <a:pt x="241" y="1111"/>
                    </a:lnTo>
                    <a:lnTo>
                      <a:pt x="242" y="1112"/>
                    </a:lnTo>
                    <a:lnTo>
                      <a:pt x="242" y="1114"/>
                    </a:lnTo>
                    <a:lnTo>
                      <a:pt x="242" y="1112"/>
                    </a:lnTo>
                    <a:lnTo>
                      <a:pt x="242" y="1112"/>
                    </a:lnTo>
                    <a:lnTo>
                      <a:pt x="244" y="1115"/>
                    </a:lnTo>
                    <a:lnTo>
                      <a:pt x="245" y="1115"/>
                    </a:lnTo>
                    <a:lnTo>
                      <a:pt x="247" y="1114"/>
                    </a:lnTo>
                    <a:lnTo>
                      <a:pt x="247" y="1114"/>
                    </a:lnTo>
                    <a:lnTo>
                      <a:pt x="249" y="1116"/>
                    </a:lnTo>
                    <a:lnTo>
                      <a:pt x="251" y="1119"/>
                    </a:lnTo>
                    <a:lnTo>
                      <a:pt x="251" y="1119"/>
                    </a:lnTo>
                    <a:lnTo>
                      <a:pt x="247" y="1118"/>
                    </a:lnTo>
                    <a:lnTo>
                      <a:pt x="244" y="1116"/>
                    </a:lnTo>
                    <a:lnTo>
                      <a:pt x="244" y="1116"/>
                    </a:lnTo>
                    <a:lnTo>
                      <a:pt x="247" y="1119"/>
                    </a:lnTo>
                    <a:lnTo>
                      <a:pt x="249" y="1121"/>
                    </a:lnTo>
                    <a:lnTo>
                      <a:pt x="252" y="1121"/>
                    </a:lnTo>
                    <a:lnTo>
                      <a:pt x="252" y="1119"/>
                    </a:lnTo>
                    <a:lnTo>
                      <a:pt x="252" y="1119"/>
                    </a:lnTo>
                    <a:lnTo>
                      <a:pt x="262" y="1126"/>
                    </a:lnTo>
                    <a:lnTo>
                      <a:pt x="262" y="1126"/>
                    </a:lnTo>
                    <a:lnTo>
                      <a:pt x="268" y="1129"/>
                    </a:lnTo>
                    <a:lnTo>
                      <a:pt x="272" y="1131"/>
                    </a:lnTo>
                    <a:lnTo>
                      <a:pt x="272" y="1131"/>
                    </a:lnTo>
                    <a:lnTo>
                      <a:pt x="274" y="1132"/>
                    </a:lnTo>
                    <a:lnTo>
                      <a:pt x="274" y="1132"/>
                    </a:lnTo>
                    <a:lnTo>
                      <a:pt x="272" y="1132"/>
                    </a:lnTo>
                    <a:lnTo>
                      <a:pt x="272" y="1134"/>
                    </a:lnTo>
                    <a:lnTo>
                      <a:pt x="272" y="1134"/>
                    </a:lnTo>
                    <a:lnTo>
                      <a:pt x="259" y="1126"/>
                    </a:lnTo>
                    <a:lnTo>
                      <a:pt x="259" y="1126"/>
                    </a:lnTo>
                    <a:lnTo>
                      <a:pt x="261" y="1128"/>
                    </a:lnTo>
                    <a:lnTo>
                      <a:pt x="261" y="1129"/>
                    </a:lnTo>
                    <a:lnTo>
                      <a:pt x="256" y="1129"/>
                    </a:lnTo>
                    <a:lnTo>
                      <a:pt x="256" y="1129"/>
                    </a:lnTo>
                    <a:lnTo>
                      <a:pt x="261" y="1131"/>
                    </a:lnTo>
                    <a:lnTo>
                      <a:pt x="262" y="1132"/>
                    </a:lnTo>
                    <a:lnTo>
                      <a:pt x="262" y="1132"/>
                    </a:lnTo>
                    <a:lnTo>
                      <a:pt x="262" y="1132"/>
                    </a:lnTo>
                    <a:lnTo>
                      <a:pt x="265" y="1134"/>
                    </a:lnTo>
                    <a:lnTo>
                      <a:pt x="265" y="1134"/>
                    </a:lnTo>
                    <a:lnTo>
                      <a:pt x="266" y="1135"/>
                    </a:lnTo>
                    <a:lnTo>
                      <a:pt x="266" y="1136"/>
                    </a:lnTo>
                    <a:lnTo>
                      <a:pt x="266" y="1136"/>
                    </a:lnTo>
                    <a:lnTo>
                      <a:pt x="276" y="1141"/>
                    </a:lnTo>
                    <a:lnTo>
                      <a:pt x="285" y="1148"/>
                    </a:lnTo>
                    <a:lnTo>
                      <a:pt x="285" y="1148"/>
                    </a:lnTo>
                    <a:lnTo>
                      <a:pt x="285" y="1148"/>
                    </a:lnTo>
                    <a:lnTo>
                      <a:pt x="282" y="1146"/>
                    </a:lnTo>
                    <a:lnTo>
                      <a:pt x="279" y="1144"/>
                    </a:lnTo>
                    <a:lnTo>
                      <a:pt x="279" y="1144"/>
                    </a:lnTo>
                    <a:lnTo>
                      <a:pt x="278" y="1144"/>
                    </a:lnTo>
                    <a:lnTo>
                      <a:pt x="278" y="1144"/>
                    </a:lnTo>
                    <a:lnTo>
                      <a:pt x="278" y="1144"/>
                    </a:lnTo>
                    <a:lnTo>
                      <a:pt x="276" y="1142"/>
                    </a:lnTo>
                    <a:lnTo>
                      <a:pt x="276" y="1142"/>
                    </a:lnTo>
                    <a:lnTo>
                      <a:pt x="281" y="1146"/>
                    </a:lnTo>
                    <a:lnTo>
                      <a:pt x="288" y="1151"/>
                    </a:lnTo>
                    <a:lnTo>
                      <a:pt x="288" y="1151"/>
                    </a:lnTo>
                    <a:lnTo>
                      <a:pt x="288" y="1152"/>
                    </a:lnTo>
                    <a:lnTo>
                      <a:pt x="288" y="1152"/>
                    </a:lnTo>
                    <a:lnTo>
                      <a:pt x="286" y="1154"/>
                    </a:lnTo>
                    <a:lnTo>
                      <a:pt x="288" y="1155"/>
                    </a:lnTo>
                    <a:lnTo>
                      <a:pt x="288" y="1155"/>
                    </a:lnTo>
                    <a:lnTo>
                      <a:pt x="291" y="1155"/>
                    </a:lnTo>
                    <a:lnTo>
                      <a:pt x="295" y="1156"/>
                    </a:lnTo>
                    <a:lnTo>
                      <a:pt x="295" y="1156"/>
                    </a:lnTo>
                    <a:lnTo>
                      <a:pt x="296" y="1159"/>
                    </a:lnTo>
                    <a:lnTo>
                      <a:pt x="298" y="1162"/>
                    </a:lnTo>
                    <a:lnTo>
                      <a:pt x="298" y="1162"/>
                    </a:lnTo>
                    <a:lnTo>
                      <a:pt x="301" y="1162"/>
                    </a:lnTo>
                    <a:lnTo>
                      <a:pt x="302" y="1162"/>
                    </a:lnTo>
                    <a:lnTo>
                      <a:pt x="302" y="1162"/>
                    </a:lnTo>
                    <a:lnTo>
                      <a:pt x="304" y="1164"/>
                    </a:lnTo>
                    <a:lnTo>
                      <a:pt x="305" y="1166"/>
                    </a:lnTo>
                    <a:lnTo>
                      <a:pt x="305" y="1166"/>
                    </a:lnTo>
                    <a:lnTo>
                      <a:pt x="315" y="1171"/>
                    </a:lnTo>
                    <a:lnTo>
                      <a:pt x="315" y="1171"/>
                    </a:lnTo>
                    <a:lnTo>
                      <a:pt x="324" y="1176"/>
                    </a:lnTo>
                    <a:lnTo>
                      <a:pt x="324" y="1176"/>
                    </a:lnTo>
                    <a:lnTo>
                      <a:pt x="325" y="1178"/>
                    </a:lnTo>
                    <a:lnTo>
                      <a:pt x="324" y="1176"/>
                    </a:lnTo>
                    <a:lnTo>
                      <a:pt x="318" y="1175"/>
                    </a:lnTo>
                    <a:lnTo>
                      <a:pt x="318" y="1175"/>
                    </a:lnTo>
                    <a:lnTo>
                      <a:pt x="322" y="1178"/>
                    </a:lnTo>
                    <a:lnTo>
                      <a:pt x="325" y="1179"/>
                    </a:lnTo>
                    <a:lnTo>
                      <a:pt x="326" y="1181"/>
                    </a:lnTo>
                    <a:lnTo>
                      <a:pt x="326" y="1181"/>
                    </a:lnTo>
                    <a:lnTo>
                      <a:pt x="328" y="1181"/>
                    </a:lnTo>
                    <a:lnTo>
                      <a:pt x="329" y="1181"/>
                    </a:lnTo>
                    <a:lnTo>
                      <a:pt x="329" y="1179"/>
                    </a:lnTo>
                    <a:lnTo>
                      <a:pt x="329" y="1179"/>
                    </a:lnTo>
                    <a:lnTo>
                      <a:pt x="341" y="1186"/>
                    </a:lnTo>
                    <a:lnTo>
                      <a:pt x="341" y="1186"/>
                    </a:lnTo>
                    <a:lnTo>
                      <a:pt x="352" y="1192"/>
                    </a:lnTo>
                    <a:lnTo>
                      <a:pt x="352" y="1192"/>
                    </a:lnTo>
                    <a:lnTo>
                      <a:pt x="376" y="1202"/>
                    </a:lnTo>
                    <a:lnTo>
                      <a:pt x="376" y="1202"/>
                    </a:lnTo>
                    <a:lnTo>
                      <a:pt x="378" y="1202"/>
                    </a:lnTo>
                    <a:lnTo>
                      <a:pt x="376" y="1201"/>
                    </a:lnTo>
                    <a:lnTo>
                      <a:pt x="375" y="1199"/>
                    </a:lnTo>
                    <a:lnTo>
                      <a:pt x="375" y="1199"/>
                    </a:lnTo>
                    <a:lnTo>
                      <a:pt x="383" y="1202"/>
                    </a:lnTo>
                    <a:lnTo>
                      <a:pt x="383" y="1202"/>
                    </a:lnTo>
                    <a:lnTo>
                      <a:pt x="385" y="1204"/>
                    </a:lnTo>
                    <a:lnTo>
                      <a:pt x="388" y="1205"/>
                    </a:lnTo>
                    <a:lnTo>
                      <a:pt x="396" y="1208"/>
                    </a:lnTo>
                    <a:lnTo>
                      <a:pt x="396" y="1208"/>
                    </a:lnTo>
                    <a:lnTo>
                      <a:pt x="406" y="1211"/>
                    </a:lnTo>
                    <a:lnTo>
                      <a:pt x="415" y="1214"/>
                    </a:lnTo>
                    <a:lnTo>
                      <a:pt x="415" y="1214"/>
                    </a:lnTo>
                    <a:lnTo>
                      <a:pt x="411" y="1214"/>
                    </a:lnTo>
                    <a:lnTo>
                      <a:pt x="403" y="1214"/>
                    </a:lnTo>
                    <a:lnTo>
                      <a:pt x="403" y="1214"/>
                    </a:lnTo>
                    <a:lnTo>
                      <a:pt x="396" y="1211"/>
                    </a:lnTo>
                    <a:lnTo>
                      <a:pt x="396" y="1211"/>
                    </a:lnTo>
                    <a:lnTo>
                      <a:pt x="389" y="1209"/>
                    </a:lnTo>
                    <a:lnTo>
                      <a:pt x="389" y="1209"/>
                    </a:lnTo>
                    <a:lnTo>
                      <a:pt x="396" y="1212"/>
                    </a:lnTo>
                    <a:lnTo>
                      <a:pt x="396" y="1212"/>
                    </a:lnTo>
                    <a:lnTo>
                      <a:pt x="399" y="1214"/>
                    </a:lnTo>
                    <a:lnTo>
                      <a:pt x="401" y="1215"/>
                    </a:lnTo>
                    <a:lnTo>
                      <a:pt x="401" y="1215"/>
                    </a:lnTo>
                    <a:lnTo>
                      <a:pt x="408" y="1215"/>
                    </a:lnTo>
                    <a:lnTo>
                      <a:pt x="408" y="1215"/>
                    </a:lnTo>
                    <a:lnTo>
                      <a:pt x="411" y="1216"/>
                    </a:lnTo>
                    <a:lnTo>
                      <a:pt x="411" y="1218"/>
                    </a:lnTo>
                    <a:lnTo>
                      <a:pt x="411" y="1218"/>
                    </a:lnTo>
                    <a:lnTo>
                      <a:pt x="406" y="1216"/>
                    </a:lnTo>
                    <a:lnTo>
                      <a:pt x="402" y="1215"/>
                    </a:lnTo>
                    <a:lnTo>
                      <a:pt x="402" y="1215"/>
                    </a:lnTo>
                    <a:lnTo>
                      <a:pt x="402" y="1216"/>
                    </a:lnTo>
                    <a:lnTo>
                      <a:pt x="401" y="1216"/>
                    </a:lnTo>
                    <a:lnTo>
                      <a:pt x="396" y="1216"/>
                    </a:lnTo>
                    <a:lnTo>
                      <a:pt x="396" y="1216"/>
                    </a:lnTo>
                    <a:lnTo>
                      <a:pt x="401" y="1218"/>
                    </a:lnTo>
                    <a:lnTo>
                      <a:pt x="405" y="1219"/>
                    </a:lnTo>
                    <a:lnTo>
                      <a:pt x="409" y="1219"/>
                    </a:lnTo>
                    <a:lnTo>
                      <a:pt x="413" y="1221"/>
                    </a:lnTo>
                    <a:lnTo>
                      <a:pt x="413" y="1221"/>
                    </a:lnTo>
                    <a:lnTo>
                      <a:pt x="422" y="1222"/>
                    </a:lnTo>
                    <a:lnTo>
                      <a:pt x="422" y="1222"/>
                    </a:lnTo>
                    <a:lnTo>
                      <a:pt x="431" y="1222"/>
                    </a:lnTo>
                    <a:lnTo>
                      <a:pt x="431" y="1222"/>
                    </a:lnTo>
                    <a:lnTo>
                      <a:pt x="432" y="1224"/>
                    </a:lnTo>
                    <a:lnTo>
                      <a:pt x="432" y="1224"/>
                    </a:lnTo>
                    <a:lnTo>
                      <a:pt x="429" y="1224"/>
                    </a:lnTo>
                    <a:lnTo>
                      <a:pt x="429" y="1224"/>
                    </a:lnTo>
                    <a:lnTo>
                      <a:pt x="435" y="1226"/>
                    </a:lnTo>
                    <a:lnTo>
                      <a:pt x="440" y="1228"/>
                    </a:lnTo>
                    <a:lnTo>
                      <a:pt x="440" y="1228"/>
                    </a:lnTo>
                    <a:lnTo>
                      <a:pt x="440" y="1226"/>
                    </a:lnTo>
                    <a:lnTo>
                      <a:pt x="446" y="1228"/>
                    </a:lnTo>
                    <a:lnTo>
                      <a:pt x="446" y="1228"/>
                    </a:lnTo>
                    <a:lnTo>
                      <a:pt x="442" y="1226"/>
                    </a:lnTo>
                    <a:lnTo>
                      <a:pt x="439" y="1225"/>
                    </a:lnTo>
                    <a:lnTo>
                      <a:pt x="439" y="1225"/>
                    </a:lnTo>
                    <a:lnTo>
                      <a:pt x="445" y="1226"/>
                    </a:lnTo>
                    <a:lnTo>
                      <a:pt x="450" y="1228"/>
                    </a:lnTo>
                    <a:lnTo>
                      <a:pt x="450" y="1228"/>
                    </a:lnTo>
                    <a:lnTo>
                      <a:pt x="462" y="1228"/>
                    </a:lnTo>
                    <a:lnTo>
                      <a:pt x="462" y="1228"/>
                    </a:lnTo>
                    <a:lnTo>
                      <a:pt x="462" y="1229"/>
                    </a:lnTo>
                    <a:lnTo>
                      <a:pt x="468" y="1231"/>
                    </a:lnTo>
                    <a:lnTo>
                      <a:pt x="468" y="1231"/>
                    </a:lnTo>
                    <a:lnTo>
                      <a:pt x="469" y="1232"/>
                    </a:lnTo>
                    <a:lnTo>
                      <a:pt x="468" y="1232"/>
                    </a:lnTo>
                    <a:lnTo>
                      <a:pt x="468" y="1234"/>
                    </a:lnTo>
                    <a:lnTo>
                      <a:pt x="469" y="1234"/>
                    </a:lnTo>
                    <a:lnTo>
                      <a:pt x="469" y="1234"/>
                    </a:lnTo>
                    <a:lnTo>
                      <a:pt x="472" y="1234"/>
                    </a:lnTo>
                    <a:lnTo>
                      <a:pt x="475" y="1234"/>
                    </a:lnTo>
                    <a:lnTo>
                      <a:pt x="486" y="1234"/>
                    </a:lnTo>
                    <a:lnTo>
                      <a:pt x="486" y="1234"/>
                    </a:lnTo>
                    <a:lnTo>
                      <a:pt x="506" y="1239"/>
                    </a:lnTo>
                    <a:lnTo>
                      <a:pt x="506" y="1239"/>
                    </a:lnTo>
                    <a:lnTo>
                      <a:pt x="516" y="1238"/>
                    </a:lnTo>
                    <a:lnTo>
                      <a:pt x="527" y="1238"/>
                    </a:lnTo>
                    <a:lnTo>
                      <a:pt x="527" y="1238"/>
                    </a:lnTo>
                    <a:lnTo>
                      <a:pt x="529" y="1238"/>
                    </a:lnTo>
                    <a:lnTo>
                      <a:pt x="527" y="1239"/>
                    </a:lnTo>
                    <a:lnTo>
                      <a:pt x="525" y="1239"/>
                    </a:lnTo>
                    <a:lnTo>
                      <a:pt x="525" y="1239"/>
                    </a:lnTo>
                    <a:lnTo>
                      <a:pt x="525" y="1239"/>
                    </a:lnTo>
                    <a:lnTo>
                      <a:pt x="533" y="1241"/>
                    </a:lnTo>
                    <a:lnTo>
                      <a:pt x="540" y="1239"/>
                    </a:lnTo>
                    <a:lnTo>
                      <a:pt x="540" y="1239"/>
                    </a:lnTo>
                    <a:lnTo>
                      <a:pt x="552" y="1236"/>
                    </a:lnTo>
                    <a:lnTo>
                      <a:pt x="552" y="1236"/>
                    </a:lnTo>
                    <a:lnTo>
                      <a:pt x="545" y="1236"/>
                    </a:lnTo>
                    <a:lnTo>
                      <a:pt x="540" y="1236"/>
                    </a:lnTo>
                    <a:lnTo>
                      <a:pt x="535" y="1238"/>
                    </a:lnTo>
                    <a:lnTo>
                      <a:pt x="530" y="1238"/>
                    </a:lnTo>
                    <a:lnTo>
                      <a:pt x="530" y="1238"/>
                    </a:lnTo>
                    <a:lnTo>
                      <a:pt x="529" y="1236"/>
                    </a:lnTo>
                    <a:lnTo>
                      <a:pt x="529" y="1236"/>
                    </a:lnTo>
                    <a:lnTo>
                      <a:pt x="529" y="1236"/>
                    </a:lnTo>
                    <a:lnTo>
                      <a:pt x="525" y="1236"/>
                    </a:lnTo>
                    <a:lnTo>
                      <a:pt x="523" y="1236"/>
                    </a:lnTo>
                    <a:lnTo>
                      <a:pt x="525" y="1238"/>
                    </a:lnTo>
                    <a:lnTo>
                      <a:pt x="525" y="1238"/>
                    </a:lnTo>
                    <a:lnTo>
                      <a:pt x="515" y="1235"/>
                    </a:lnTo>
                    <a:lnTo>
                      <a:pt x="515" y="1235"/>
                    </a:lnTo>
                    <a:lnTo>
                      <a:pt x="505" y="1235"/>
                    </a:lnTo>
                    <a:lnTo>
                      <a:pt x="505" y="1235"/>
                    </a:lnTo>
                    <a:lnTo>
                      <a:pt x="492" y="1234"/>
                    </a:lnTo>
                    <a:lnTo>
                      <a:pt x="486" y="1232"/>
                    </a:lnTo>
                    <a:lnTo>
                      <a:pt x="482" y="1231"/>
                    </a:lnTo>
                    <a:lnTo>
                      <a:pt x="482" y="1231"/>
                    </a:lnTo>
                    <a:lnTo>
                      <a:pt x="490" y="1231"/>
                    </a:lnTo>
                    <a:lnTo>
                      <a:pt x="500" y="1231"/>
                    </a:lnTo>
                    <a:lnTo>
                      <a:pt x="500" y="1231"/>
                    </a:lnTo>
                    <a:lnTo>
                      <a:pt x="520" y="1235"/>
                    </a:lnTo>
                    <a:lnTo>
                      <a:pt x="520" y="1235"/>
                    </a:lnTo>
                    <a:lnTo>
                      <a:pt x="527" y="1234"/>
                    </a:lnTo>
                    <a:lnTo>
                      <a:pt x="537" y="1234"/>
                    </a:lnTo>
                    <a:lnTo>
                      <a:pt x="537" y="1234"/>
                    </a:lnTo>
                    <a:lnTo>
                      <a:pt x="543" y="1234"/>
                    </a:lnTo>
                    <a:lnTo>
                      <a:pt x="543" y="1234"/>
                    </a:lnTo>
                    <a:lnTo>
                      <a:pt x="549" y="1235"/>
                    </a:lnTo>
                    <a:lnTo>
                      <a:pt x="549" y="1235"/>
                    </a:lnTo>
                    <a:lnTo>
                      <a:pt x="560" y="1235"/>
                    </a:lnTo>
                    <a:lnTo>
                      <a:pt x="560" y="1235"/>
                    </a:lnTo>
                    <a:lnTo>
                      <a:pt x="555" y="1238"/>
                    </a:lnTo>
                    <a:lnTo>
                      <a:pt x="550" y="1241"/>
                    </a:lnTo>
                    <a:lnTo>
                      <a:pt x="550" y="1241"/>
                    </a:lnTo>
                    <a:lnTo>
                      <a:pt x="556" y="1239"/>
                    </a:lnTo>
                    <a:lnTo>
                      <a:pt x="560" y="1239"/>
                    </a:lnTo>
                    <a:lnTo>
                      <a:pt x="560" y="1239"/>
                    </a:lnTo>
                    <a:lnTo>
                      <a:pt x="567" y="1242"/>
                    </a:lnTo>
                    <a:lnTo>
                      <a:pt x="573" y="1242"/>
                    </a:lnTo>
                    <a:lnTo>
                      <a:pt x="573" y="1242"/>
                    </a:lnTo>
                    <a:lnTo>
                      <a:pt x="579" y="1241"/>
                    </a:lnTo>
                    <a:lnTo>
                      <a:pt x="585" y="1242"/>
                    </a:lnTo>
                    <a:lnTo>
                      <a:pt x="585" y="1242"/>
                    </a:lnTo>
                    <a:lnTo>
                      <a:pt x="603" y="1242"/>
                    </a:lnTo>
                    <a:lnTo>
                      <a:pt x="603" y="1242"/>
                    </a:lnTo>
                    <a:lnTo>
                      <a:pt x="602" y="1241"/>
                    </a:lnTo>
                    <a:lnTo>
                      <a:pt x="602" y="1241"/>
                    </a:lnTo>
                    <a:lnTo>
                      <a:pt x="603" y="1241"/>
                    </a:lnTo>
                    <a:lnTo>
                      <a:pt x="603" y="1241"/>
                    </a:lnTo>
                    <a:lnTo>
                      <a:pt x="603" y="1241"/>
                    </a:lnTo>
                    <a:lnTo>
                      <a:pt x="607" y="1239"/>
                    </a:lnTo>
                    <a:lnTo>
                      <a:pt x="612" y="1239"/>
                    </a:lnTo>
                    <a:lnTo>
                      <a:pt x="612" y="1239"/>
                    </a:lnTo>
                    <a:lnTo>
                      <a:pt x="615" y="1239"/>
                    </a:lnTo>
                    <a:lnTo>
                      <a:pt x="613" y="1241"/>
                    </a:lnTo>
                    <a:lnTo>
                      <a:pt x="607" y="1241"/>
                    </a:lnTo>
                    <a:lnTo>
                      <a:pt x="607" y="1241"/>
                    </a:lnTo>
                    <a:lnTo>
                      <a:pt x="610" y="1241"/>
                    </a:lnTo>
                    <a:lnTo>
                      <a:pt x="615" y="1241"/>
                    </a:lnTo>
                    <a:lnTo>
                      <a:pt x="619" y="1241"/>
                    </a:lnTo>
                    <a:lnTo>
                      <a:pt x="622" y="1239"/>
                    </a:lnTo>
                    <a:lnTo>
                      <a:pt x="622" y="1239"/>
                    </a:lnTo>
                    <a:lnTo>
                      <a:pt x="629" y="1239"/>
                    </a:lnTo>
                    <a:lnTo>
                      <a:pt x="629" y="1239"/>
                    </a:lnTo>
                    <a:lnTo>
                      <a:pt x="636" y="1239"/>
                    </a:lnTo>
                    <a:lnTo>
                      <a:pt x="636" y="1239"/>
                    </a:lnTo>
                    <a:lnTo>
                      <a:pt x="646" y="1238"/>
                    </a:lnTo>
                    <a:lnTo>
                      <a:pt x="650" y="1236"/>
                    </a:lnTo>
                    <a:lnTo>
                      <a:pt x="656" y="1236"/>
                    </a:lnTo>
                    <a:lnTo>
                      <a:pt x="656" y="1236"/>
                    </a:lnTo>
                    <a:lnTo>
                      <a:pt x="657" y="1238"/>
                    </a:lnTo>
                    <a:lnTo>
                      <a:pt x="654" y="1239"/>
                    </a:lnTo>
                    <a:lnTo>
                      <a:pt x="649" y="1242"/>
                    </a:lnTo>
                    <a:lnTo>
                      <a:pt x="649" y="1242"/>
                    </a:lnTo>
                    <a:lnTo>
                      <a:pt x="660" y="1241"/>
                    </a:lnTo>
                    <a:lnTo>
                      <a:pt x="673" y="1239"/>
                    </a:lnTo>
                    <a:lnTo>
                      <a:pt x="673" y="1239"/>
                    </a:lnTo>
                    <a:lnTo>
                      <a:pt x="676" y="1239"/>
                    </a:lnTo>
                    <a:lnTo>
                      <a:pt x="680" y="1239"/>
                    </a:lnTo>
                    <a:lnTo>
                      <a:pt x="680" y="1239"/>
                    </a:lnTo>
                    <a:lnTo>
                      <a:pt x="680" y="1239"/>
                    </a:lnTo>
                    <a:lnTo>
                      <a:pt x="677" y="1239"/>
                    </a:lnTo>
                    <a:lnTo>
                      <a:pt x="676" y="1239"/>
                    </a:lnTo>
                    <a:lnTo>
                      <a:pt x="676" y="1238"/>
                    </a:lnTo>
                    <a:lnTo>
                      <a:pt x="676" y="1238"/>
                    </a:lnTo>
                    <a:lnTo>
                      <a:pt x="666" y="1239"/>
                    </a:lnTo>
                    <a:lnTo>
                      <a:pt x="666" y="1239"/>
                    </a:lnTo>
                    <a:lnTo>
                      <a:pt x="664" y="1238"/>
                    </a:lnTo>
                    <a:lnTo>
                      <a:pt x="664" y="1238"/>
                    </a:lnTo>
                    <a:lnTo>
                      <a:pt x="659" y="1238"/>
                    </a:lnTo>
                    <a:lnTo>
                      <a:pt x="659" y="1238"/>
                    </a:lnTo>
                    <a:lnTo>
                      <a:pt x="659" y="1238"/>
                    </a:lnTo>
                    <a:lnTo>
                      <a:pt x="659" y="1238"/>
                    </a:lnTo>
                    <a:lnTo>
                      <a:pt x="662" y="1236"/>
                    </a:lnTo>
                    <a:lnTo>
                      <a:pt x="662" y="1236"/>
                    </a:lnTo>
                    <a:lnTo>
                      <a:pt x="666" y="1238"/>
                    </a:lnTo>
                    <a:lnTo>
                      <a:pt x="670" y="1238"/>
                    </a:lnTo>
                    <a:lnTo>
                      <a:pt x="670" y="1238"/>
                    </a:lnTo>
                    <a:lnTo>
                      <a:pt x="672" y="1236"/>
                    </a:lnTo>
                    <a:lnTo>
                      <a:pt x="672" y="1236"/>
                    </a:lnTo>
                    <a:lnTo>
                      <a:pt x="672" y="1236"/>
                    </a:lnTo>
                    <a:lnTo>
                      <a:pt x="672" y="1236"/>
                    </a:lnTo>
                    <a:lnTo>
                      <a:pt x="683" y="1235"/>
                    </a:lnTo>
                    <a:lnTo>
                      <a:pt x="683" y="1235"/>
                    </a:lnTo>
                    <a:lnTo>
                      <a:pt x="684" y="1236"/>
                    </a:lnTo>
                    <a:lnTo>
                      <a:pt x="682" y="1236"/>
                    </a:lnTo>
                    <a:lnTo>
                      <a:pt x="682" y="1236"/>
                    </a:lnTo>
                    <a:lnTo>
                      <a:pt x="679" y="1236"/>
                    </a:lnTo>
                    <a:lnTo>
                      <a:pt x="677" y="1236"/>
                    </a:lnTo>
                    <a:lnTo>
                      <a:pt x="677" y="1236"/>
                    </a:lnTo>
                    <a:lnTo>
                      <a:pt x="677" y="1238"/>
                    </a:lnTo>
                    <a:lnTo>
                      <a:pt x="677" y="1238"/>
                    </a:lnTo>
                    <a:lnTo>
                      <a:pt x="679" y="1239"/>
                    </a:lnTo>
                    <a:lnTo>
                      <a:pt x="679" y="1239"/>
                    </a:lnTo>
                    <a:lnTo>
                      <a:pt x="690" y="1235"/>
                    </a:lnTo>
                    <a:lnTo>
                      <a:pt x="690" y="1235"/>
                    </a:lnTo>
                    <a:lnTo>
                      <a:pt x="702" y="1232"/>
                    </a:lnTo>
                    <a:lnTo>
                      <a:pt x="702" y="1232"/>
                    </a:lnTo>
                    <a:lnTo>
                      <a:pt x="713" y="1229"/>
                    </a:lnTo>
                    <a:lnTo>
                      <a:pt x="713" y="1229"/>
                    </a:lnTo>
                    <a:lnTo>
                      <a:pt x="726" y="1225"/>
                    </a:lnTo>
                    <a:lnTo>
                      <a:pt x="726" y="1225"/>
                    </a:lnTo>
                    <a:lnTo>
                      <a:pt x="727" y="1225"/>
                    </a:lnTo>
                    <a:lnTo>
                      <a:pt x="727" y="1226"/>
                    </a:lnTo>
                    <a:lnTo>
                      <a:pt x="727" y="1226"/>
                    </a:lnTo>
                    <a:lnTo>
                      <a:pt x="727" y="1226"/>
                    </a:lnTo>
                    <a:lnTo>
                      <a:pt x="736" y="1224"/>
                    </a:lnTo>
                    <a:lnTo>
                      <a:pt x="749" y="1219"/>
                    </a:lnTo>
                    <a:lnTo>
                      <a:pt x="749" y="1219"/>
                    </a:lnTo>
                    <a:lnTo>
                      <a:pt x="747" y="1221"/>
                    </a:lnTo>
                    <a:lnTo>
                      <a:pt x="743" y="1222"/>
                    </a:lnTo>
                    <a:lnTo>
                      <a:pt x="737" y="1225"/>
                    </a:lnTo>
                    <a:lnTo>
                      <a:pt x="737" y="1225"/>
                    </a:lnTo>
                    <a:lnTo>
                      <a:pt x="734" y="1225"/>
                    </a:lnTo>
                    <a:lnTo>
                      <a:pt x="737" y="1225"/>
                    </a:lnTo>
                    <a:lnTo>
                      <a:pt x="737" y="1225"/>
                    </a:lnTo>
                    <a:lnTo>
                      <a:pt x="746" y="1222"/>
                    </a:lnTo>
                    <a:lnTo>
                      <a:pt x="746" y="1222"/>
                    </a:lnTo>
                    <a:lnTo>
                      <a:pt x="750" y="1221"/>
                    </a:lnTo>
                    <a:lnTo>
                      <a:pt x="750" y="1221"/>
                    </a:lnTo>
                    <a:lnTo>
                      <a:pt x="754" y="1221"/>
                    </a:lnTo>
                    <a:lnTo>
                      <a:pt x="754" y="1221"/>
                    </a:lnTo>
                    <a:lnTo>
                      <a:pt x="770" y="1215"/>
                    </a:lnTo>
                    <a:lnTo>
                      <a:pt x="770" y="1215"/>
                    </a:lnTo>
                    <a:lnTo>
                      <a:pt x="771" y="1216"/>
                    </a:lnTo>
                    <a:lnTo>
                      <a:pt x="770" y="1216"/>
                    </a:lnTo>
                    <a:lnTo>
                      <a:pt x="766" y="1218"/>
                    </a:lnTo>
                    <a:lnTo>
                      <a:pt x="761" y="1221"/>
                    </a:lnTo>
                    <a:lnTo>
                      <a:pt x="760" y="1222"/>
                    </a:lnTo>
                    <a:lnTo>
                      <a:pt x="760" y="1222"/>
                    </a:lnTo>
                    <a:lnTo>
                      <a:pt x="764" y="1221"/>
                    </a:lnTo>
                    <a:lnTo>
                      <a:pt x="767" y="1219"/>
                    </a:lnTo>
                    <a:lnTo>
                      <a:pt x="767" y="1219"/>
                    </a:lnTo>
                    <a:lnTo>
                      <a:pt x="780" y="1216"/>
                    </a:lnTo>
                    <a:lnTo>
                      <a:pt x="780" y="1216"/>
                    </a:lnTo>
                    <a:lnTo>
                      <a:pt x="796" y="1211"/>
                    </a:lnTo>
                    <a:lnTo>
                      <a:pt x="796" y="1211"/>
                    </a:lnTo>
                    <a:lnTo>
                      <a:pt x="810" y="1205"/>
                    </a:lnTo>
                    <a:lnTo>
                      <a:pt x="810" y="1205"/>
                    </a:lnTo>
                    <a:lnTo>
                      <a:pt x="823" y="1199"/>
                    </a:lnTo>
                    <a:lnTo>
                      <a:pt x="823" y="1199"/>
                    </a:lnTo>
                    <a:lnTo>
                      <a:pt x="823" y="1199"/>
                    </a:lnTo>
                    <a:lnTo>
                      <a:pt x="823" y="1199"/>
                    </a:lnTo>
                    <a:lnTo>
                      <a:pt x="821" y="1201"/>
                    </a:lnTo>
                    <a:lnTo>
                      <a:pt x="818" y="1202"/>
                    </a:lnTo>
                    <a:lnTo>
                      <a:pt x="821" y="1202"/>
                    </a:lnTo>
                    <a:lnTo>
                      <a:pt x="821" y="1202"/>
                    </a:lnTo>
                    <a:lnTo>
                      <a:pt x="826" y="1199"/>
                    </a:lnTo>
                    <a:lnTo>
                      <a:pt x="833" y="1195"/>
                    </a:lnTo>
                    <a:lnTo>
                      <a:pt x="833" y="1195"/>
                    </a:lnTo>
                    <a:lnTo>
                      <a:pt x="827" y="1196"/>
                    </a:lnTo>
                    <a:lnTo>
                      <a:pt x="823" y="1198"/>
                    </a:lnTo>
                    <a:lnTo>
                      <a:pt x="823" y="1198"/>
                    </a:lnTo>
                    <a:lnTo>
                      <a:pt x="821" y="1198"/>
                    </a:lnTo>
                    <a:lnTo>
                      <a:pt x="821" y="1198"/>
                    </a:lnTo>
                    <a:lnTo>
                      <a:pt x="831" y="1194"/>
                    </a:lnTo>
                    <a:lnTo>
                      <a:pt x="831" y="1194"/>
                    </a:lnTo>
                    <a:lnTo>
                      <a:pt x="836" y="1192"/>
                    </a:lnTo>
                    <a:lnTo>
                      <a:pt x="836" y="1192"/>
                    </a:lnTo>
                    <a:lnTo>
                      <a:pt x="841" y="1189"/>
                    </a:lnTo>
                    <a:lnTo>
                      <a:pt x="841" y="1189"/>
                    </a:lnTo>
                    <a:lnTo>
                      <a:pt x="843" y="1189"/>
                    </a:lnTo>
                    <a:lnTo>
                      <a:pt x="844" y="1189"/>
                    </a:lnTo>
                    <a:lnTo>
                      <a:pt x="844" y="1189"/>
                    </a:lnTo>
                    <a:lnTo>
                      <a:pt x="851" y="1186"/>
                    </a:lnTo>
                    <a:lnTo>
                      <a:pt x="858" y="1182"/>
                    </a:lnTo>
                    <a:lnTo>
                      <a:pt x="858" y="1182"/>
                    </a:lnTo>
                    <a:lnTo>
                      <a:pt x="861" y="1182"/>
                    </a:lnTo>
                    <a:lnTo>
                      <a:pt x="860" y="1184"/>
                    </a:lnTo>
                    <a:lnTo>
                      <a:pt x="860" y="1184"/>
                    </a:lnTo>
                    <a:lnTo>
                      <a:pt x="864" y="1182"/>
                    </a:lnTo>
                    <a:lnTo>
                      <a:pt x="868" y="1181"/>
                    </a:lnTo>
                    <a:lnTo>
                      <a:pt x="868" y="1181"/>
                    </a:lnTo>
                    <a:lnTo>
                      <a:pt x="868" y="1179"/>
                    </a:lnTo>
                    <a:lnTo>
                      <a:pt x="867" y="1179"/>
                    </a:lnTo>
                    <a:lnTo>
                      <a:pt x="867" y="1179"/>
                    </a:lnTo>
                    <a:lnTo>
                      <a:pt x="894" y="1168"/>
                    </a:lnTo>
                    <a:lnTo>
                      <a:pt x="894" y="1168"/>
                    </a:lnTo>
                    <a:lnTo>
                      <a:pt x="918" y="1154"/>
                    </a:lnTo>
                    <a:lnTo>
                      <a:pt x="918" y="1154"/>
                    </a:lnTo>
                    <a:lnTo>
                      <a:pt x="918" y="1154"/>
                    </a:lnTo>
                    <a:lnTo>
                      <a:pt x="918" y="1154"/>
                    </a:lnTo>
                    <a:lnTo>
                      <a:pt x="917" y="1156"/>
                    </a:lnTo>
                    <a:lnTo>
                      <a:pt x="917" y="1156"/>
                    </a:lnTo>
                    <a:lnTo>
                      <a:pt x="921" y="1154"/>
                    </a:lnTo>
                    <a:lnTo>
                      <a:pt x="921" y="1154"/>
                    </a:lnTo>
                    <a:lnTo>
                      <a:pt x="925" y="1151"/>
                    </a:lnTo>
                    <a:lnTo>
                      <a:pt x="925" y="1151"/>
                    </a:lnTo>
                    <a:lnTo>
                      <a:pt x="927" y="1149"/>
                    </a:lnTo>
                    <a:lnTo>
                      <a:pt x="927" y="1149"/>
                    </a:lnTo>
                    <a:lnTo>
                      <a:pt x="925" y="1149"/>
                    </a:lnTo>
                    <a:lnTo>
                      <a:pt x="927" y="1148"/>
                    </a:lnTo>
                    <a:lnTo>
                      <a:pt x="927" y="1148"/>
                    </a:lnTo>
                    <a:lnTo>
                      <a:pt x="934" y="1144"/>
                    </a:lnTo>
                    <a:lnTo>
                      <a:pt x="940" y="1139"/>
                    </a:lnTo>
                    <a:lnTo>
                      <a:pt x="940" y="1139"/>
                    </a:lnTo>
                    <a:lnTo>
                      <a:pt x="943" y="1139"/>
                    </a:lnTo>
                    <a:lnTo>
                      <a:pt x="945" y="1138"/>
                    </a:lnTo>
                    <a:lnTo>
                      <a:pt x="945" y="1138"/>
                    </a:lnTo>
                    <a:lnTo>
                      <a:pt x="945" y="1138"/>
                    </a:lnTo>
                    <a:lnTo>
                      <a:pt x="945" y="1136"/>
                    </a:lnTo>
                    <a:lnTo>
                      <a:pt x="945" y="1136"/>
                    </a:lnTo>
                    <a:lnTo>
                      <a:pt x="945" y="1135"/>
                    </a:lnTo>
                    <a:lnTo>
                      <a:pt x="945" y="1135"/>
                    </a:lnTo>
                    <a:lnTo>
                      <a:pt x="948" y="1134"/>
                    </a:lnTo>
                    <a:lnTo>
                      <a:pt x="951" y="1132"/>
                    </a:lnTo>
                    <a:lnTo>
                      <a:pt x="957" y="1128"/>
                    </a:lnTo>
                    <a:lnTo>
                      <a:pt x="957" y="1128"/>
                    </a:lnTo>
                    <a:lnTo>
                      <a:pt x="958" y="1128"/>
                    </a:lnTo>
                    <a:lnTo>
                      <a:pt x="961" y="1126"/>
                    </a:lnTo>
                    <a:lnTo>
                      <a:pt x="961" y="1126"/>
                    </a:lnTo>
                    <a:lnTo>
                      <a:pt x="961" y="1126"/>
                    </a:lnTo>
                    <a:lnTo>
                      <a:pt x="960" y="1126"/>
                    </a:lnTo>
                    <a:lnTo>
                      <a:pt x="960" y="1126"/>
                    </a:lnTo>
                    <a:lnTo>
                      <a:pt x="965" y="1122"/>
                    </a:lnTo>
                    <a:lnTo>
                      <a:pt x="971" y="1118"/>
                    </a:lnTo>
                    <a:lnTo>
                      <a:pt x="971" y="1118"/>
                    </a:lnTo>
                    <a:lnTo>
                      <a:pt x="977" y="1116"/>
                    </a:lnTo>
                    <a:lnTo>
                      <a:pt x="980" y="1116"/>
                    </a:lnTo>
                    <a:lnTo>
                      <a:pt x="980" y="1116"/>
                    </a:lnTo>
                    <a:lnTo>
                      <a:pt x="982" y="1114"/>
                    </a:lnTo>
                    <a:lnTo>
                      <a:pt x="980" y="1114"/>
                    </a:lnTo>
                    <a:lnTo>
                      <a:pt x="977" y="1115"/>
                    </a:lnTo>
                    <a:lnTo>
                      <a:pt x="975" y="1115"/>
                    </a:lnTo>
                    <a:lnTo>
                      <a:pt x="977" y="1114"/>
                    </a:lnTo>
                    <a:lnTo>
                      <a:pt x="977" y="1114"/>
                    </a:lnTo>
                    <a:lnTo>
                      <a:pt x="980" y="1112"/>
                    </a:lnTo>
                    <a:lnTo>
                      <a:pt x="984" y="1111"/>
                    </a:lnTo>
                    <a:lnTo>
                      <a:pt x="984" y="1111"/>
                    </a:lnTo>
                    <a:lnTo>
                      <a:pt x="990" y="1105"/>
                    </a:lnTo>
                    <a:lnTo>
                      <a:pt x="992" y="1102"/>
                    </a:lnTo>
                    <a:lnTo>
                      <a:pt x="994" y="1101"/>
                    </a:lnTo>
                    <a:lnTo>
                      <a:pt x="994" y="1101"/>
                    </a:lnTo>
                    <a:lnTo>
                      <a:pt x="1000" y="1095"/>
                    </a:lnTo>
                    <a:lnTo>
                      <a:pt x="1000" y="1095"/>
                    </a:lnTo>
                    <a:lnTo>
                      <a:pt x="1002" y="1094"/>
                    </a:lnTo>
                    <a:lnTo>
                      <a:pt x="1004" y="1094"/>
                    </a:lnTo>
                    <a:lnTo>
                      <a:pt x="1004" y="1094"/>
                    </a:lnTo>
                    <a:lnTo>
                      <a:pt x="1008" y="1089"/>
                    </a:lnTo>
                    <a:lnTo>
                      <a:pt x="1008" y="1089"/>
                    </a:lnTo>
                    <a:lnTo>
                      <a:pt x="1007" y="1089"/>
                    </a:lnTo>
                    <a:lnTo>
                      <a:pt x="1005" y="1091"/>
                    </a:lnTo>
                    <a:lnTo>
                      <a:pt x="1005" y="1091"/>
                    </a:lnTo>
                    <a:lnTo>
                      <a:pt x="1004" y="1092"/>
                    </a:lnTo>
                    <a:lnTo>
                      <a:pt x="1004" y="1092"/>
                    </a:lnTo>
                    <a:lnTo>
                      <a:pt x="1007" y="1088"/>
                    </a:lnTo>
                    <a:lnTo>
                      <a:pt x="1012" y="1084"/>
                    </a:lnTo>
                    <a:lnTo>
                      <a:pt x="1012" y="1084"/>
                    </a:lnTo>
                    <a:lnTo>
                      <a:pt x="1020" y="1077"/>
                    </a:lnTo>
                    <a:lnTo>
                      <a:pt x="1020" y="1077"/>
                    </a:lnTo>
                    <a:lnTo>
                      <a:pt x="1025" y="1071"/>
                    </a:lnTo>
                    <a:lnTo>
                      <a:pt x="1025" y="1071"/>
                    </a:lnTo>
                    <a:lnTo>
                      <a:pt x="1025" y="1074"/>
                    </a:lnTo>
                    <a:lnTo>
                      <a:pt x="1022" y="1077"/>
                    </a:lnTo>
                    <a:lnTo>
                      <a:pt x="1022" y="1077"/>
                    </a:lnTo>
                    <a:lnTo>
                      <a:pt x="1027" y="1074"/>
                    </a:lnTo>
                    <a:lnTo>
                      <a:pt x="1028" y="1071"/>
                    </a:lnTo>
                    <a:lnTo>
                      <a:pt x="1031" y="1067"/>
                    </a:lnTo>
                    <a:lnTo>
                      <a:pt x="1034" y="1064"/>
                    </a:lnTo>
                    <a:lnTo>
                      <a:pt x="1034" y="1064"/>
                    </a:lnTo>
                    <a:lnTo>
                      <a:pt x="1037" y="1061"/>
                    </a:lnTo>
                    <a:lnTo>
                      <a:pt x="1040" y="1058"/>
                    </a:lnTo>
                    <a:lnTo>
                      <a:pt x="1040" y="1058"/>
                    </a:lnTo>
                    <a:lnTo>
                      <a:pt x="1045" y="1052"/>
                    </a:lnTo>
                    <a:lnTo>
                      <a:pt x="1045" y="1052"/>
                    </a:lnTo>
                    <a:lnTo>
                      <a:pt x="1052" y="1045"/>
                    </a:lnTo>
                    <a:lnTo>
                      <a:pt x="1060" y="1038"/>
                    </a:lnTo>
                    <a:lnTo>
                      <a:pt x="1060" y="1038"/>
                    </a:lnTo>
                    <a:lnTo>
                      <a:pt x="1060" y="1039"/>
                    </a:lnTo>
                    <a:lnTo>
                      <a:pt x="1058" y="1041"/>
                    </a:lnTo>
                    <a:lnTo>
                      <a:pt x="1054" y="1045"/>
                    </a:lnTo>
                    <a:lnTo>
                      <a:pt x="1054" y="1045"/>
                    </a:lnTo>
                    <a:lnTo>
                      <a:pt x="1055" y="1045"/>
                    </a:lnTo>
                    <a:lnTo>
                      <a:pt x="1055" y="1047"/>
                    </a:lnTo>
                    <a:lnTo>
                      <a:pt x="1054" y="1048"/>
                    </a:lnTo>
                    <a:lnTo>
                      <a:pt x="1055" y="1048"/>
                    </a:lnTo>
                    <a:lnTo>
                      <a:pt x="1055" y="1048"/>
                    </a:lnTo>
                    <a:lnTo>
                      <a:pt x="1061" y="1039"/>
                    </a:lnTo>
                    <a:lnTo>
                      <a:pt x="1061" y="1039"/>
                    </a:lnTo>
                    <a:lnTo>
                      <a:pt x="1067" y="1029"/>
                    </a:lnTo>
                    <a:lnTo>
                      <a:pt x="1067" y="1029"/>
                    </a:lnTo>
                    <a:lnTo>
                      <a:pt x="1074" y="1024"/>
                    </a:lnTo>
                    <a:lnTo>
                      <a:pt x="1074" y="1024"/>
                    </a:lnTo>
                    <a:lnTo>
                      <a:pt x="1074" y="1024"/>
                    </a:lnTo>
                    <a:lnTo>
                      <a:pt x="1074" y="1025"/>
                    </a:lnTo>
                    <a:lnTo>
                      <a:pt x="1071" y="1028"/>
                    </a:lnTo>
                    <a:lnTo>
                      <a:pt x="1070" y="1031"/>
                    </a:lnTo>
                    <a:lnTo>
                      <a:pt x="1072" y="1029"/>
                    </a:lnTo>
                    <a:lnTo>
                      <a:pt x="1072" y="1029"/>
                    </a:lnTo>
                    <a:lnTo>
                      <a:pt x="1068" y="1034"/>
                    </a:lnTo>
                    <a:lnTo>
                      <a:pt x="1065" y="1038"/>
                    </a:lnTo>
                    <a:lnTo>
                      <a:pt x="1065" y="1038"/>
                    </a:lnTo>
                    <a:lnTo>
                      <a:pt x="1068" y="1035"/>
                    </a:lnTo>
                    <a:lnTo>
                      <a:pt x="1071" y="1032"/>
                    </a:lnTo>
                    <a:lnTo>
                      <a:pt x="1074" y="1029"/>
                    </a:lnTo>
                    <a:lnTo>
                      <a:pt x="1075" y="1029"/>
                    </a:lnTo>
                    <a:lnTo>
                      <a:pt x="1075" y="1029"/>
                    </a:lnTo>
                    <a:lnTo>
                      <a:pt x="1078" y="1024"/>
                    </a:lnTo>
                    <a:lnTo>
                      <a:pt x="1082" y="1017"/>
                    </a:lnTo>
                    <a:lnTo>
                      <a:pt x="1082" y="1017"/>
                    </a:lnTo>
                    <a:lnTo>
                      <a:pt x="1084" y="1017"/>
                    </a:lnTo>
                    <a:lnTo>
                      <a:pt x="1087" y="1015"/>
                    </a:lnTo>
                    <a:lnTo>
                      <a:pt x="1089" y="1012"/>
                    </a:lnTo>
                    <a:lnTo>
                      <a:pt x="1092" y="1008"/>
                    </a:lnTo>
                    <a:lnTo>
                      <a:pt x="1092" y="1008"/>
                    </a:lnTo>
                    <a:lnTo>
                      <a:pt x="1098" y="999"/>
                    </a:lnTo>
                    <a:lnTo>
                      <a:pt x="1104" y="991"/>
                    </a:lnTo>
                    <a:lnTo>
                      <a:pt x="1104" y="991"/>
                    </a:lnTo>
                    <a:lnTo>
                      <a:pt x="1102" y="991"/>
                    </a:lnTo>
                    <a:lnTo>
                      <a:pt x="1101" y="992"/>
                    </a:lnTo>
                    <a:lnTo>
                      <a:pt x="1101" y="992"/>
                    </a:lnTo>
                    <a:lnTo>
                      <a:pt x="1097" y="997"/>
                    </a:lnTo>
                    <a:lnTo>
                      <a:pt x="1097" y="997"/>
                    </a:lnTo>
                    <a:lnTo>
                      <a:pt x="1098" y="995"/>
                    </a:lnTo>
                    <a:lnTo>
                      <a:pt x="1099" y="991"/>
                    </a:lnTo>
                    <a:lnTo>
                      <a:pt x="1099" y="991"/>
                    </a:lnTo>
                    <a:lnTo>
                      <a:pt x="1105" y="985"/>
                    </a:lnTo>
                    <a:lnTo>
                      <a:pt x="1105" y="985"/>
                    </a:lnTo>
                    <a:lnTo>
                      <a:pt x="1107" y="985"/>
                    </a:lnTo>
                    <a:lnTo>
                      <a:pt x="1107" y="987"/>
                    </a:lnTo>
                    <a:lnTo>
                      <a:pt x="1105" y="989"/>
                    </a:lnTo>
                    <a:lnTo>
                      <a:pt x="1105" y="989"/>
                    </a:lnTo>
                    <a:lnTo>
                      <a:pt x="1107" y="988"/>
                    </a:lnTo>
                    <a:lnTo>
                      <a:pt x="1109" y="987"/>
                    </a:lnTo>
                    <a:lnTo>
                      <a:pt x="1109" y="987"/>
                    </a:lnTo>
                    <a:lnTo>
                      <a:pt x="1109" y="985"/>
                    </a:lnTo>
                    <a:lnTo>
                      <a:pt x="1111" y="982"/>
                    </a:lnTo>
                    <a:lnTo>
                      <a:pt x="1112" y="979"/>
                    </a:lnTo>
                    <a:lnTo>
                      <a:pt x="1115" y="975"/>
                    </a:lnTo>
                    <a:lnTo>
                      <a:pt x="1115" y="975"/>
                    </a:lnTo>
                    <a:lnTo>
                      <a:pt x="1114" y="977"/>
                    </a:lnTo>
                    <a:lnTo>
                      <a:pt x="1112" y="978"/>
                    </a:lnTo>
                    <a:lnTo>
                      <a:pt x="1109" y="981"/>
                    </a:lnTo>
                    <a:lnTo>
                      <a:pt x="1109" y="981"/>
                    </a:lnTo>
                    <a:lnTo>
                      <a:pt x="1112" y="975"/>
                    </a:lnTo>
                    <a:lnTo>
                      <a:pt x="1117" y="971"/>
                    </a:lnTo>
                    <a:lnTo>
                      <a:pt x="1117" y="971"/>
                    </a:lnTo>
                    <a:lnTo>
                      <a:pt x="1117" y="972"/>
                    </a:lnTo>
                    <a:lnTo>
                      <a:pt x="1115" y="975"/>
                    </a:lnTo>
                    <a:lnTo>
                      <a:pt x="1115" y="975"/>
                    </a:lnTo>
                    <a:lnTo>
                      <a:pt x="1117" y="972"/>
                    </a:lnTo>
                    <a:lnTo>
                      <a:pt x="1118" y="972"/>
                    </a:lnTo>
                    <a:lnTo>
                      <a:pt x="1118" y="972"/>
                    </a:lnTo>
                    <a:lnTo>
                      <a:pt x="1118" y="972"/>
                    </a:lnTo>
                    <a:lnTo>
                      <a:pt x="1119" y="971"/>
                    </a:lnTo>
                    <a:lnTo>
                      <a:pt x="1119" y="969"/>
                    </a:lnTo>
                    <a:lnTo>
                      <a:pt x="1119" y="969"/>
                    </a:lnTo>
                    <a:lnTo>
                      <a:pt x="1121" y="968"/>
                    </a:lnTo>
                    <a:lnTo>
                      <a:pt x="1121" y="968"/>
                    </a:lnTo>
                    <a:lnTo>
                      <a:pt x="1119" y="968"/>
                    </a:lnTo>
                    <a:lnTo>
                      <a:pt x="1118" y="968"/>
                    </a:lnTo>
                    <a:lnTo>
                      <a:pt x="1118" y="965"/>
                    </a:lnTo>
                    <a:lnTo>
                      <a:pt x="1118" y="965"/>
                    </a:lnTo>
                    <a:lnTo>
                      <a:pt x="1121" y="964"/>
                    </a:lnTo>
                    <a:lnTo>
                      <a:pt x="1121" y="964"/>
                    </a:lnTo>
                    <a:lnTo>
                      <a:pt x="1121" y="964"/>
                    </a:lnTo>
                    <a:lnTo>
                      <a:pt x="1122" y="964"/>
                    </a:lnTo>
                    <a:lnTo>
                      <a:pt x="1122" y="964"/>
                    </a:lnTo>
                    <a:lnTo>
                      <a:pt x="1122" y="961"/>
                    </a:lnTo>
                    <a:lnTo>
                      <a:pt x="1122" y="961"/>
                    </a:lnTo>
                    <a:lnTo>
                      <a:pt x="1122" y="961"/>
                    </a:lnTo>
                    <a:lnTo>
                      <a:pt x="1124" y="958"/>
                    </a:lnTo>
                    <a:lnTo>
                      <a:pt x="1125" y="955"/>
                    </a:lnTo>
                    <a:lnTo>
                      <a:pt x="1125" y="955"/>
                    </a:lnTo>
                    <a:lnTo>
                      <a:pt x="1127" y="955"/>
                    </a:lnTo>
                    <a:lnTo>
                      <a:pt x="1127" y="957"/>
                    </a:lnTo>
                    <a:lnTo>
                      <a:pt x="1127" y="958"/>
                    </a:lnTo>
                    <a:lnTo>
                      <a:pt x="1128" y="958"/>
                    </a:lnTo>
                    <a:lnTo>
                      <a:pt x="1128" y="958"/>
                    </a:lnTo>
                    <a:lnTo>
                      <a:pt x="1128" y="955"/>
                    </a:lnTo>
                    <a:lnTo>
                      <a:pt x="1128" y="954"/>
                    </a:lnTo>
                    <a:lnTo>
                      <a:pt x="1128" y="954"/>
                    </a:lnTo>
                    <a:lnTo>
                      <a:pt x="1129" y="951"/>
                    </a:lnTo>
                    <a:lnTo>
                      <a:pt x="1131" y="949"/>
                    </a:lnTo>
                    <a:lnTo>
                      <a:pt x="1132" y="947"/>
                    </a:lnTo>
                    <a:lnTo>
                      <a:pt x="1134" y="944"/>
                    </a:lnTo>
                    <a:lnTo>
                      <a:pt x="1134" y="944"/>
                    </a:lnTo>
                    <a:lnTo>
                      <a:pt x="1137" y="942"/>
                    </a:lnTo>
                    <a:lnTo>
                      <a:pt x="1138" y="941"/>
                    </a:lnTo>
                    <a:lnTo>
                      <a:pt x="1138" y="941"/>
                    </a:lnTo>
                    <a:lnTo>
                      <a:pt x="1142" y="934"/>
                    </a:lnTo>
                    <a:lnTo>
                      <a:pt x="1147" y="928"/>
                    </a:lnTo>
                    <a:lnTo>
                      <a:pt x="1147" y="928"/>
                    </a:lnTo>
                    <a:lnTo>
                      <a:pt x="1147" y="924"/>
                    </a:lnTo>
                    <a:lnTo>
                      <a:pt x="1148" y="921"/>
                    </a:lnTo>
                    <a:lnTo>
                      <a:pt x="1154" y="911"/>
                    </a:lnTo>
                    <a:lnTo>
                      <a:pt x="1154" y="911"/>
                    </a:lnTo>
                    <a:lnTo>
                      <a:pt x="1154" y="911"/>
                    </a:lnTo>
                    <a:lnTo>
                      <a:pt x="1154" y="914"/>
                    </a:lnTo>
                    <a:lnTo>
                      <a:pt x="1154" y="914"/>
                    </a:lnTo>
                    <a:lnTo>
                      <a:pt x="1155" y="912"/>
                    </a:lnTo>
                    <a:lnTo>
                      <a:pt x="1155" y="912"/>
                    </a:lnTo>
                    <a:lnTo>
                      <a:pt x="1157" y="908"/>
                    </a:lnTo>
                    <a:lnTo>
                      <a:pt x="1158" y="905"/>
                    </a:lnTo>
                    <a:lnTo>
                      <a:pt x="1162" y="895"/>
                    </a:lnTo>
                    <a:lnTo>
                      <a:pt x="1162" y="895"/>
                    </a:lnTo>
                    <a:lnTo>
                      <a:pt x="1164" y="894"/>
                    </a:lnTo>
                    <a:lnTo>
                      <a:pt x="1162" y="894"/>
                    </a:lnTo>
                    <a:lnTo>
                      <a:pt x="1161" y="895"/>
                    </a:lnTo>
                    <a:lnTo>
                      <a:pt x="1161" y="894"/>
                    </a:lnTo>
                    <a:lnTo>
                      <a:pt x="1161" y="894"/>
                    </a:lnTo>
                    <a:lnTo>
                      <a:pt x="1164" y="891"/>
                    </a:lnTo>
                    <a:lnTo>
                      <a:pt x="1164" y="891"/>
                    </a:lnTo>
                    <a:lnTo>
                      <a:pt x="1164" y="891"/>
                    </a:lnTo>
                    <a:lnTo>
                      <a:pt x="1165" y="891"/>
                    </a:lnTo>
                    <a:lnTo>
                      <a:pt x="1166" y="890"/>
                    </a:lnTo>
                    <a:lnTo>
                      <a:pt x="1166" y="890"/>
                    </a:lnTo>
                    <a:lnTo>
                      <a:pt x="1168" y="885"/>
                    </a:lnTo>
                    <a:lnTo>
                      <a:pt x="1168" y="884"/>
                    </a:lnTo>
                    <a:lnTo>
                      <a:pt x="1168" y="884"/>
                    </a:lnTo>
                    <a:lnTo>
                      <a:pt x="1172" y="877"/>
                    </a:lnTo>
                    <a:lnTo>
                      <a:pt x="1175" y="868"/>
                    </a:lnTo>
                    <a:lnTo>
                      <a:pt x="1175" y="868"/>
                    </a:lnTo>
                    <a:lnTo>
                      <a:pt x="1178" y="861"/>
                    </a:lnTo>
                    <a:lnTo>
                      <a:pt x="1178" y="861"/>
                    </a:lnTo>
                    <a:lnTo>
                      <a:pt x="1182" y="852"/>
                    </a:lnTo>
                    <a:lnTo>
                      <a:pt x="1182" y="852"/>
                    </a:lnTo>
                    <a:lnTo>
                      <a:pt x="1182" y="847"/>
                    </a:lnTo>
                    <a:lnTo>
                      <a:pt x="1185" y="838"/>
                    </a:lnTo>
                    <a:lnTo>
                      <a:pt x="1185" y="838"/>
                    </a:lnTo>
                    <a:lnTo>
                      <a:pt x="1186" y="835"/>
                    </a:lnTo>
                    <a:lnTo>
                      <a:pt x="1188" y="831"/>
                    </a:lnTo>
                    <a:lnTo>
                      <a:pt x="1188" y="831"/>
                    </a:lnTo>
                    <a:lnTo>
                      <a:pt x="1189" y="832"/>
                    </a:lnTo>
                    <a:lnTo>
                      <a:pt x="1188" y="835"/>
                    </a:lnTo>
                    <a:lnTo>
                      <a:pt x="1188" y="835"/>
                    </a:lnTo>
                    <a:lnTo>
                      <a:pt x="1188" y="838"/>
                    </a:lnTo>
                    <a:lnTo>
                      <a:pt x="1188" y="838"/>
                    </a:lnTo>
                    <a:lnTo>
                      <a:pt x="1186" y="841"/>
                    </a:lnTo>
                    <a:lnTo>
                      <a:pt x="1186" y="841"/>
                    </a:lnTo>
                    <a:lnTo>
                      <a:pt x="1189" y="837"/>
                    </a:lnTo>
                    <a:lnTo>
                      <a:pt x="1189" y="832"/>
                    </a:lnTo>
                    <a:lnTo>
                      <a:pt x="1189" y="832"/>
                    </a:lnTo>
                    <a:lnTo>
                      <a:pt x="1191" y="824"/>
                    </a:lnTo>
                    <a:lnTo>
                      <a:pt x="1191" y="824"/>
                    </a:lnTo>
                    <a:lnTo>
                      <a:pt x="1194" y="821"/>
                    </a:lnTo>
                    <a:lnTo>
                      <a:pt x="1196" y="818"/>
                    </a:lnTo>
                    <a:lnTo>
                      <a:pt x="1196" y="818"/>
                    </a:lnTo>
                    <a:lnTo>
                      <a:pt x="1198" y="814"/>
                    </a:lnTo>
                    <a:lnTo>
                      <a:pt x="1198" y="810"/>
                    </a:lnTo>
                    <a:lnTo>
                      <a:pt x="1198" y="810"/>
                    </a:lnTo>
                    <a:lnTo>
                      <a:pt x="1201" y="805"/>
                    </a:lnTo>
                    <a:lnTo>
                      <a:pt x="1201" y="805"/>
                    </a:lnTo>
                    <a:lnTo>
                      <a:pt x="1199" y="805"/>
                    </a:lnTo>
                    <a:lnTo>
                      <a:pt x="1199" y="804"/>
                    </a:lnTo>
                    <a:lnTo>
                      <a:pt x="1201" y="800"/>
                    </a:lnTo>
                    <a:lnTo>
                      <a:pt x="1202" y="795"/>
                    </a:lnTo>
                    <a:lnTo>
                      <a:pt x="1205" y="791"/>
                    </a:lnTo>
                    <a:lnTo>
                      <a:pt x="1205" y="791"/>
                    </a:lnTo>
                    <a:lnTo>
                      <a:pt x="1205" y="788"/>
                    </a:lnTo>
                    <a:lnTo>
                      <a:pt x="1205" y="785"/>
                    </a:lnTo>
                    <a:lnTo>
                      <a:pt x="1208" y="778"/>
                    </a:lnTo>
                    <a:lnTo>
                      <a:pt x="1208" y="778"/>
                    </a:lnTo>
                    <a:lnTo>
                      <a:pt x="1208" y="777"/>
                    </a:lnTo>
                    <a:lnTo>
                      <a:pt x="1206" y="777"/>
                    </a:lnTo>
                    <a:lnTo>
                      <a:pt x="1205" y="780"/>
                    </a:lnTo>
                    <a:lnTo>
                      <a:pt x="1205" y="780"/>
                    </a:lnTo>
                    <a:lnTo>
                      <a:pt x="1206" y="777"/>
                    </a:lnTo>
                    <a:lnTo>
                      <a:pt x="1208" y="772"/>
                    </a:lnTo>
                    <a:lnTo>
                      <a:pt x="1208" y="772"/>
                    </a:lnTo>
                    <a:lnTo>
                      <a:pt x="1209" y="771"/>
                    </a:lnTo>
                    <a:lnTo>
                      <a:pt x="1209" y="771"/>
                    </a:lnTo>
                    <a:lnTo>
                      <a:pt x="1209" y="774"/>
                    </a:lnTo>
                    <a:lnTo>
                      <a:pt x="1209" y="774"/>
                    </a:lnTo>
                    <a:lnTo>
                      <a:pt x="1212" y="767"/>
                    </a:lnTo>
                    <a:lnTo>
                      <a:pt x="1215" y="760"/>
                    </a:lnTo>
                    <a:lnTo>
                      <a:pt x="1215" y="760"/>
                    </a:lnTo>
                    <a:lnTo>
                      <a:pt x="1215" y="764"/>
                    </a:lnTo>
                    <a:lnTo>
                      <a:pt x="1215" y="764"/>
                    </a:lnTo>
                    <a:lnTo>
                      <a:pt x="1218" y="757"/>
                    </a:lnTo>
                    <a:lnTo>
                      <a:pt x="1218" y="757"/>
                    </a:lnTo>
                    <a:lnTo>
                      <a:pt x="1219" y="748"/>
                    </a:lnTo>
                    <a:lnTo>
                      <a:pt x="1219" y="748"/>
                    </a:lnTo>
                    <a:lnTo>
                      <a:pt x="1218" y="754"/>
                    </a:lnTo>
                    <a:lnTo>
                      <a:pt x="1215" y="758"/>
                    </a:lnTo>
                    <a:lnTo>
                      <a:pt x="1215" y="758"/>
                    </a:lnTo>
                    <a:lnTo>
                      <a:pt x="1214" y="761"/>
                    </a:lnTo>
                    <a:lnTo>
                      <a:pt x="1211" y="768"/>
                    </a:lnTo>
                    <a:lnTo>
                      <a:pt x="1211" y="768"/>
                    </a:lnTo>
                    <a:lnTo>
                      <a:pt x="1212" y="761"/>
                    </a:lnTo>
                    <a:lnTo>
                      <a:pt x="1214" y="757"/>
                    </a:lnTo>
                    <a:lnTo>
                      <a:pt x="1215" y="753"/>
                    </a:lnTo>
                    <a:lnTo>
                      <a:pt x="1216" y="748"/>
                    </a:lnTo>
                    <a:lnTo>
                      <a:pt x="1216" y="748"/>
                    </a:lnTo>
                    <a:lnTo>
                      <a:pt x="1216" y="750"/>
                    </a:lnTo>
                    <a:lnTo>
                      <a:pt x="1214" y="753"/>
                    </a:lnTo>
                    <a:lnTo>
                      <a:pt x="1212" y="754"/>
                    </a:lnTo>
                    <a:lnTo>
                      <a:pt x="1212" y="754"/>
                    </a:lnTo>
                    <a:lnTo>
                      <a:pt x="1212" y="754"/>
                    </a:lnTo>
                    <a:lnTo>
                      <a:pt x="1214" y="748"/>
                    </a:lnTo>
                    <a:lnTo>
                      <a:pt x="1216" y="743"/>
                    </a:lnTo>
                    <a:lnTo>
                      <a:pt x="1216" y="743"/>
                    </a:lnTo>
                    <a:lnTo>
                      <a:pt x="1215" y="738"/>
                    </a:lnTo>
                    <a:lnTo>
                      <a:pt x="1214" y="735"/>
                    </a:lnTo>
                    <a:lnTo>
                      <a:pt x="1214" y="735"/>
                    </a:lnTo>
                    <a:lnTo>
                      <a:pt x="1215" y="735"/>
                    </a:lnTo>
                    <a:lnTo>
                      <a:pt x="1216" y="733"/>
                    </a:lnTo>
                    <a:lnTo>
                      <a:pt x="1219" y="727"/>
                    </a:lnTo>
                    <a:lnTo>
                      <a:pt x="1219" y="727"/>
                    </a:lnTo>
                    <a:lnTo>
                      <a:pt x="1219" y="727"/>
                    </a:lnTo>
                    <a:lnTo>
                      <a:pt x="1221" y="728"/>
                    </a:lnTo>
                    <a:lnTo>
                      <a:pt x="1221" y="730"/>
                    </a:lnTo>
                    <a:lnTo>
                      <a:pt x="1221" y="728"/>
                    </a:lnTo>
                    <a:lnTo>
                      <a:pt x="1221" y="728"/>
                    </a:lnTo>
                    <a:lnTo>
                      <a:pt x="1221" y="725"/>
                    </a:lnTo>
                    <a:lnTo>
                      <a:pt x="1219" y="724"/>
                    </a:lnTo>
                    <a:lnTo>
                      <a:pt x="1219" y="724"/>
                    </a:lnTo>
                    <a:lnTo>
                      <a:pt x="1221" y="720"/>
                    </a:lnTo>
                    <a:lnTo>
                      <a:pt x="1221" y="720"/>
                    </a:lnTo>
                    <a:lnTo>
                      <a:pt x="1219" y="720"/>
                    </a:lnTo>
                    <a:lnTo>
                      <a:pt x="1219" y="720"/>
                    </a:lnTo>
                    <a:lnTo>
                      <a:pt x="1222" y="710"/>
                    </a:lnTo>
                    <a:lnTo>
                      <a:pt x="1222" y="710"/>
                    </a:lnTo>
                    <a:lnTo>
                      <a:pt x="1222" y="715"/>
                    </a:lnTo>
                    <a:lnTo>
                      <a:pt x="1222" y="718"/>
                    </a:lnTo>
                    <a:lnTo>
                      <a:pt x="1224" y="720"/>
                    </a:lnTo>
                    <a:lnTo>
                      <a:pt x="1224" y="718"/>
                    </a:lnTo>
                    <a:lnTo>
                      <a:pt x="1224" y="718"/>
                    </a:lnTo>
                    <a:lnTo>
                      <a:pt x="1225" y="700"/>
                    </a:lnTo>
                    <a:lnTo>
                      <a:pt x="1225" y="700"/>
                    </a:lnTo>
                    <a:lnTo>
                      <a:pt x="1226" y="691"/>
                    </a:lnTo>
                    <a:lnTo>
                      <a:pt x="1226" y="690"/>
                    </a:lnTo>
                    <a:lnTo>
                      <a:pt x="1228" y="690"/>
                    </a:lnTo>
                    <a:lnTo>
                      <a:pt x="1228" y="690"/>
                    </a:lnTo>
                    <a:lnTo>
                      <a:pt x="1228" y="685"/>
                    </a:lnTo>
                    <a:lnTo>
                      <a:pt x="1228" y="680"/>
                    </a:lnTo>
                    <a:lnTo>
                      <a:pt x="1228" y="680"/>
                    </a:lnTo>
                    <a:lnTo>
                      <a:pt x="1228" y="674"/>
                    </a:lnTo>
                    <a:lnTo>
                      <a:pt x="1228" y="668"/>
                    </a:lnTo>
                    <a:lnTo>
                      <a:pt x="1228" y="668"/>
                    </a:lnTo>
                    <a:lnTo>
                      <a:pt x="1228" y="661"/>
                    </a:lnTo>
                    <a:lnTo>
                      <a:pt x="1226" y="654"/>
                    </a:lnTo>
                    <a:lnTo>
                      <a:pt x="1226" y="654"/>
                    </a:lnTo>
                    <a:lnTo>
                      <a:pt x="1228" y="651"/>
                    </a:lnTo>
                    <a:lnTo>
                      <a:pt x="1229" y="648"/>
                    </a:lnTo>
                    <a:lnTo>
                      <a:pt x="1229" y="647"/>
                    </a:lnTo>
                    <a:lnTo>
                      <a:pt x="1229" y="647"/>
                    </a:lnTo>
                    <a:lnTo>
                      <a:pt x="1229" y="647"/>
                    </a:lnTo>
                    <a:lnTo>
                      <a:pt x="1231" y="645"/>
                    </a:lnTo>
                    <a:lnTo>
                      <a:pt x="1229" y="644"/>
                    </a:lnTo>
                    <a:lnTo>
                      <a:pt x="1228" y="638"/>
                    </a:lnTo>
                    <a:lnTo>
                      <a:pt x="1228" y="638"/>
                    </a:lnTo>
                    <a:lnTo>
                      <a:pt x="1229" y="625"/>
                    </a:lnTo>
                    <a:lnTo>
                      <a:pt x="1228" y="613"/>
                    </a:lnTo>
                    <a:lnTo>
                      <a:pt x="1228" y="613"/>
                    </a:lnTo>
                    <a:lnTo>
                      <a:pt x="1229" y="610"/>
                    </a:lnTo>
                    <a:lnTo>
                      <a:pt x="1229" y="607"/>
                    </a:lnTo>
                    <a:lnTo>
                      <a:pt x="1228" y="603"/>
                    </a:lnTo>
                    <a:lnTo>
                      <a:pt x="1228" y="603"/>
                    </a:lnTo>
                    <a:lnTo>
                      <a:pt x="1228" y="598"/>
                    </a:lnTo>
                    <a:lnTo>
                      <a:pt x="1229" y="593"/>
                    </a:lnTo>
                    <a:lnTo>
                      <a:pt x="1229" y="593"/>
                    </a:lnTo>
                    <a:lnTo>
                      <a:pt x="1226" y="597"/>
                    </a:lnTo>
                    <a:lnTo>
                      <a:pt x="1226" y="597"/>
                    </a:lnTo>
                    <a:lnTo>
                      <a:pt x="1226" y="590"/>
                    </a:lnTo>
                    <a:lnTo>
                      <a:pt x="1228" y="586"/>
                    </a:lnTo>
                    <a:lnTo>
                      <a:pt x="1228" y="586"/>
                    </a:lnTo>
                    <a:lnTo>
                      <a:pt x="1228" y="581"/>
                    </a:lnTo>
                    <a:lnTo>
                      <a:pt x="1228" y="574"/>
                    </a:lnTo>
                    <a:lnTo>
                      <a:pt x="1228" y="574"/>
                    </a:lnTo>
                    <a:lnTo>
                      <a:pt x="1226" y="574"/>
                    </a:lnTo>
                    <a:lnTo>
                      <a:pt x="1226" y="573"/>
                    </a:lnTo>
                    <a:lnTo>
                      <a:pt x="1226" y="573"/>
                    </a:lnTo>
                    <a:lnTo>
                      <a:pt x="1226" y="580"/>
                    </a:lnTo>
                    <a:lnTo>
                      <a:pt x="1226" y="580"/>
                    </a:lnTo>
                    <a:lnTo>
                      <a:pt x="1225" y="587"/>
                    </a:lnTo>
                    <a:lnTo>
                      <a:pt x="1225" y="581"/>
                    </a:lnTo>
                    <a:lnTo>
                      <a:pt x="1225" y="581"/>
                    </a:lnTo>
                    <a:lnTo>
                      <a:pt x="1225" y="576"/>
                    </a:lnTo>
                    <a:lnTo>
                      <a:pt x="1225" y="576"/>
                    </a:lnTo>
                    <a:lnTo>
                      <a:pt x="1224" y="563"/>
                    </a:lnTo>
                    <a:lnTo>
                      <a:pt x="1224" y="563"/>
                    </a:lnTo>
                    <a:lnTo>
                      <a:pt x="1225" y="561"/>
                    </a:lnTo>
                    <a:lnTo>
                      <a:pt x="1225" y="561"/>
                    </a:lnTo>
                    <a:lnTo>
                      <a:pt x="1225" y="568"/>
                    </a:lnTo>
                    <a:lnTo>
                      <a:pt x="1226" y="571"/>
                    </a:lnTo>
                    <a:lnTo>
                      <a:pt x="1226" y="573"/>
                    </a:lnTo>
                    <a:lnTo>
                      <a:pt x="1226" y="573"/>
                    </a:lnTo>
                    <a:lnTo>
                      <a:pt x="1226" y="564"/>
                    </a:lnTo>
                    <a:lnTo>
                      <a:pt x="1225" y="558"/>
                    </a:lnTo>
                    <a:lnTo>
                      <a:pt x="1226" y="554"/>
                    </a:lnTo>
                    <a:lnTo>
                      <a:pt x="1226" y="554"/>
                    </a:lnTo>
                    <a:lnTo>
                      <a:pt x="1225" y="548"/>
                    </a:lnTo>
                    <a:lnTo>
                      <a:pt x="1225" y="548"/>
                    </a:lnTo>
                    <a:lnTo>
                      <a:pt x="1224" y="548"/>
                    </a:lnTo>
                    <a:lnTo>
                      <a:pt x="1224" y="550"/>
                    </a:lnTo>
                    <a:lnTo>
                      <a:pt x="1224" y="550"/>
                    </a:lnTo>
                    <a:lnTo>
                      <a:pt x="1222" y="543"/>
                    </a:lnTo>
                    <a:lnTo>
                      <a:pt x="1221" y="536"/>
                    </a:lnTo>
                    <a:lnTo>
                      <a:pt x="1221" y="536"/>
                    </a:lnTo>
                    <a:lnTo>
                      <a:pt x="1221" y="533"/>
                    </a:lnTo>
                    <a:lnTo>
                      <a:pt x="1222" y="530"/>
                    </a:lnTo>
                    <a:lnTo>
                      <a:pt x="1222" y="530"/>
                    </a:lnTo>
                    <a:lnTo>
                      <a:pt x="1221" y="528"/>
                    </a:lnTo>
                    <a:lnTo>
                      <a:pt x="1221" y="530"/>
                    </a:lnTo>
                    <a:lnTo>
                      <a:pt x="1221" y="530"/>
                    </a:lnTo>
                    <a:lnTo>
                      <a:pt x="1219" y="527"/>
                    </a:lnTo>
                    <a:lnTo>
                      <a:pt x="1219" y="527"/>
                    </a:lnTo>
                    <a:lnTo>
                      <a:pt x="1221" y="526"/>
                    </a:lnTo>
                    <a:lnTo>
                      <a:pt x="1221" y="526"/>
                    </a:lnTo>
                    <a:lnTo>
                      <a:pt x="1221" y="526"/>
                    </a:lnTo>
                    <a:lnTo>
                      <a:pt x="1221" y="524"/>
                    </a:lnTo>
                    <a:lnTo>
                      <a:pt x="1221" y="524"/>
                    </a:lnTo>
                    <a:lnTo>
                      <a:pt x="1221" y="523"/>
                    </a:lnTo>
                    <a:lnTo>
                      <a:pt x="1219" y="523"/>
                    </a:lnTo>
                    <a:lnTo>
                      <a:pt x="1219" y="523"/>
                    </a:lnTo>
                    <a:lnTo>
                      <a:pt x="1219" y="523"/>
                    </a:lnTo>
                    <a:lnTo>
                      <a:pt x="1219" y="523"/>
                    </a:lnTo>
                    <a:lnTo>
                      <a:pt x="1218" y="508"/>
                    </a:lnTo>
                    <a:lnTo>
                      <a:pt x="1216" y="494"/>
                    </a:lnTo>
                    <a:lnTo>
                      <a:pt x="1216" y="494"/>
                    </a:lnTo>
                    <a:lnTo>
                      <a:pt x="1212" y="481"/>
                    </a:lnTo>
                    <a:lnTo>
                      <a:pt x="1211" y="470"/>
                    </a:lnTo>
                    <a:lnTo>
                      <a:pt x="1211" y="470"/>
                    </a:lnTo>
                    <a:lnTo>
                      <a:pt x="1211" y="468"/>
                    </a:lnTo>
                    <a:lnTo>
                      <a:pt x="1211" y="470"/>
                    </a:lnTo>
                    <a:lnTo>
                      <a:pt x="1212" y="471"/>
                    </a:lnTo>
                    <a:lnTo>
                      <a:pt x="1212" y="471"/>
                    </a:lnTo>
                    <a:lnTo>
                      <a:pt x="1209" y="461"/>
                    </a:lnTo>
                    <a:lnTo>
                      <a:pt x="1209" y="461"/>
                    </a:lnTo>
                    <a:lnTo>
                      <a:pt x="1208" y="457"/>
                    </a:lnTo>
                    <a:lnTo>
                      <a:pt x="1208" y="453"/>
                    </a:lnTo>
                    <a:lnTo>
                      <a:pt x="1208" y="453"/>
                    </a:lnTo>
                    <a:lnTo>
                      <a:pt x="1206" y="451"/>
                    </a:lnTo>
                    <a:lnTo>
                      <a:pt x="1206" y="454"/>
                    </a:lnTo>
                    <a:lnTo>
                      <a:pt x="1206" y="454"/>
                    </a:lnTo>
                    <a:lnTo>
                      <a:pt x="1205" y="450"/>
                    </a:lnTo>
                    <a:lnTo>
                      <a:pt x="1204" y="447"/>
                    </a:lnTo>
                    <a:lnTo>
                      <a:pt x="1204" y="447"/>
                    </a:lnTo>
                    <a:lnTo>
                      <a:pt x="1204" y="446"/>
                    </a:lnTo>
                    <a:lnTo>
                      <a:pt x="1204" y="446"/>
                    </a:lnTo>
                    <a:lnTo>
                      <a:pt x="1205" y="449"/>
                    </a:lnTo>
                    <a:lnTo>
                      <a:pt x="1205" y="449"/>
                    </a:lnTo>
                    <a:lnTo>
                      <a:pt x="1205" y="443"/>
                    </a:lnTo>
                    <a:lnTo>
                      <a:pt x="1204" y="439"/>
                    </a:lnTo>
                    <a:lnTo>
                      <a:pt x="1204" y="439"/>
                    </a:lnTo>
                    <a:lnTo>
                      <a:pt x="1202" y="437"/>
                    </a:lnTo>
                    <a:lnTo>
                      <a:pt x="1202" y="439"/>
                    </a:lnTo>
                    <a:lnTo>
                      <a:pt x="1202" y="440"/>
                    </a:lnTo>
                    <a:lnTo>
                      <a:pt x="1202" y="440"/>
                    </a:lnTo>
                    <a:lnTo>
                      <a:pt x="1201" y="437"/>
                    </a:lnTo>
                    <a:lnTo>
                      <a:pt x="1199" y="434"/>
                    </a:lnTo>
                    <a:lnTo>
                      <a:pt x="1199" y="434"/>
                    </a:lnTo>
                    <a:lnTo>
                      <a:pt x="1201" y="434"/>
                    </a:lnTo>
                    <a:lnTo>
                      <a:pt x="1201" y="433"/>
                    </a:lnTo>
                    <a:lnTo>
                      <a:pt x="1201" y="433"/>
                    </a:lnTo>
                    <a:lnTo>
                      <a:pt x="1198" y="429"/>
                    </a:lnTo>
                    <a:lnTo>
                      <a:pt x="1198" y="429"/>
                    </a:lnTo>
                    <a:lnTo>
                      <a:pt x="1198" y="426"/>
                    </a:lnTo>
                    <a:lnTo>
                      <a:pt x="1199" y="424"/>
                    </a:lnTo>
                    <a:lnTo>
                      <a:pt x="1199" y="424"/>
                    </a:lnTo>
                    <a:lnTo>
                      <a:pt x="1192" y="407"/>
                    </a:lnTo>
                    <a:lnTo>
                      <a:pt x="1192" y="407"/>
                    </a:lnTo>
                    <a:lnTo>
                      <a:pt x="1189" y="400"/>
                    </a:lnTo>
                    <a:lnTo>
                      <a:pt x="1189" y="400"/>
                    </a:lnTo>
                    <a:lnTo>
                      <a:pt x="1186" y="393"/>
                    </a:lnTo>
                    <a:lnTo>
                      <a:pt x="1186" y="393"/>
                    </a:lnTo>
                    <a:lnTo>
                      <a:pt x="1186" y="396"/>
                    </a:lnTo>
                    <a:lnTo>
                      <a:pt x="1186" y="396"/>
                    </a:lnTo>
                    <a:lnTo>
                      <a:pt x="1185" y="391"/>
                    </a:lnTo>
                    <a:lnTo>
                      <a:pt x="1182" y="387"/>
                    </a:lnTo>
                    <a:lnTo>
                      <a:pt x="1182" y="387"/>
                    </a:lnTo>
                    <a:lnTo>
                      <a:pt x="1182" y="386"/>
                    </a:lnTo>
                    <a:lnTo>
                      <a:pt x="1184" y="386"/>
                    </a:lnTo>
                    <a:lnTo>
                      <a:pt x="1185" y="387"/>
                    </a:lnTo>
                    <a:lnTo>
                      <a:pt x="1185" y="387"/>
                    </a:lnTo>
                    <a:lnTo>
                      <a:pt x="1179" y="376"/>
                    </a:lnTo>
                    <a:lnTo>
                      <a:pt x="1179" y="376"/>
                    </a:lnTo>
                    <a:lnTo>
                      <a:pt x="1175" y="369"/>
                    </a:lnTo>
                    <a:lnTo>
                      <a:pt x="1175" y="369"/>
                    </a:lnTo>
                    <a:lnTo>
                      <a:pt x="1174" y="364"/>
                    </a:lnTo>
                    <a:lnTo>
                      <a:pt x="1171" y="360"/>
                    </a:lnTo>
                    <a:lnTo>
                      <a:pt x="1171" y="360"/>
                    </a:lnTo>
                    <a:lnTo>
                      <a:pt x="1172" y="361"/>
                    </a:lnTo>
                    <a:lnTo>
                      <a:pt x="1171" y="361"/>
                    </a:lnTo>
                    <a:lnTo>
                      <a:pt x="1168" y="357"/>
                    </a:lnTo>
                    <a:lnTo>
                      <a:pt x="1168" y="357"/>
                    </a:lnTo>
                    <a:lnTo>
                      <a:pt x="1174" y="370"/>
                    </a:lnTo>
                    <a:lnTo>
                      <a:pt x="1174" y="370"/>
                    </a:lnTo>
                    <a:lnTo>
                      <a:pt x="1176" y="376"/>
                    </a:lnTo>
                    <a:lnTo>
                      <a:pt x="1176" y="376"/>
                    </a:lnTo>
                    <a:lnTo>
                      <a:pt x="1179" y="381"/>
                    </a:lnTo>
                    <a:lnTo>
                      <a:pt x="1179" y="381"/>
                    </a:lnTo>
                    <a:lnTo>
                      <a:pt x="1179" y="383"/>
                    </a:lnTo>
                    <a:lnTo>
                      <a:pt x="1179" y="381"/>
                    </a:lnTo>
                    <a:lnTo>
                      <a:pt x="1179" y="380"/>
                    </a:lnTo>
                    <a:lnTo>
                      <a:pt x="1179" y="380"/>
                    </a:lnTo>
                    <a:lnTo>
                      <a:pt x="1179" y="381"/>
                    </a:lnTo>
                    <a:lnTo>
                      <a:pt x="1181" y="383"/>
                    </a:lnTo>
                    <a:lnTo>
                      <a:pt x="1181" y="384"/>
                    </a:lnTo>
                    <a:lnTo>
                      <a:pt x="1182" y="386"/>
                    </a:lnTo>
                    <a:lnTo>
                      <a:pt x="1182" y="386"/>
                    </a:lnTo>
                    <a:lnTo>
                      <a:pt x="1182" y="396"/>
                    </a:lnTo>
                    <a:lnTo>
                      <a:pt x="1182" y="396"/>
                    </a:lnTo>
                    <a:lnTo>
                      <a:pt x="1179" y="386"/>
                    </a:lnTo>
                    <a:lnTo>
                      <a:pt x="1179" y="386"/>
                    </a:lnTo>
                    <a:lnTo>
                      <a:pt x="1175" y="374"/>
                    </a:lnTo>
                    <a:lnTo>
                      <a:pt x="1175" y="374"/>
                    </a:lnTo>
                    <a:lnTo>
                      <a:pt x="1169" y="366"/>
                    </a:lnTo>
                    <a:lnTo>
                      <a:pt x="1166" y="357"/>
                    </a:lnTo>
                    <a:lnTo>
                      <a:pt x="1166" y="357"/>
                    </a:lnTo>
                    <a:lnTo>
                      <a:pt x="1165" y="356"/>
                    </a:lnTo>
                    <a:lnTo>
                      <a:pt x="1165" y="356"/>
                    </a:lnTo>
                    <a:lnTo>
                      <a:pt x="1165" y="354"/>
                    </a:lnTo>
                    <a:lnTo>
                      <a:pt x="1165" y="354"/>
                    </a:lnTo>
                    <a:lnTo>
                      <a:pt x="1166" y="354"/>
                    </a:lnTo>
                    <a:lnTo>
                      <a:pt x="1166" y="353"/>
                    </a:lnTo>
                    <a:lnTo>
                      <a:pt x="1166" y="353"/>
                    </a:lnTo>
                    <a:lnTo>
                      <a:pt x="1162" y="349"/>
                    </a:lnTo>
                    <a:lnTo>
                      <a:pt x="1159" y="344"/>
                    </a:lnTo>
                    <a:lnTo>
                      <a:pt x="1159" y="344"/>
                    </a:lnTo>
                    <a:lnTo>
                      <a:pt x="1157" y="334"/>
                    </a:lnTo>
                    <a:lnTo>
                      <a:pt x="1157" y="334"/>
                    </a:lnTo>
                    <a:lnTo>
                      <a:pt x="1152" y="330"/>
                    </a:lnTo>
                    <a:lnTo>
                      <a:pt x="1149" y="324"/>
                    </a:lnTo>
                    <a:lnTo>
                      <a:pt x="1149" y="324"/>
                    </a:lnTo>
                    <a:lnTo>
                      <a:pt x="1152" y="327"/>
                    </a:lnTo>
                    <a:lnTo>
                      <a:pt x="1154" y="327"/>
                    </a:lnTo>
                    <a:lnTo>
                      <a:pt x="1154" y="326"/>
                    </a:lnTo>
                    <a:lnTo>
                      <a:pt x="1154" y="326"/>
                    </a:lnTo>
                    <a:lnTo>
                      <a:pt x="1157" y="330"/>
                    </a:lnTo>
                    <a:lnTo>
                      <a:pt x="1158" y="333"/>
                    </a:lnTo>
                    <a:lnTo>
                      <a:pt x="1159" y="333"/>
                    </a:lnTo>
                    <a:lnTo>
                      <a:pt x="1159" y="333"/>
                    </a:lnTo>
                    <a:lnTo>
                      <a:pt x="1158" y="329"/>
                    </a:lnTo>
                    <a:lnTo>
                      <a:pt x="1158" y="327"/>
                    </a:lnTo>
                    <a:lnTo>
                      <a:pt x="1158" y="327"/>
                    </a:lnTo>
                    <a:lnTo>
                      <a:pt x="1155" y="324"/>
                    </a:lnTo>
                    <a:lnTo>
                      <a:pt x="1152" y="321"/>
                    </a:lnTo>
                    <a:lnTo>
                      <a:pt x="1152" y="321"/>
                    </a:lnTo>
                    <a:lnTo>
                      <a:pt x="1149" y="317"/>
                    </a:lnTo>
                    <a:lnTo>
                      <a:pt x="1147" y="313"/>
                    </a:lnTo>
                    <a:lnTo>
                      <a:pt x="1147" y="313"/>
                    </a:lnTo>
                    <a:lnTo>
                      <a:pt x="1145" y="309"/>
                    </a:lnTo>
                    <a:lnTo>
                      <a:pt x="1142" y="303"/>
                    </a:lnTo>
                    <a:lnTo>
                      <a:pt x="1135" y="293"/>
                    </a:lnTo>
                    <a:lnTo>
                      <a:pt x="1135" y="293"/>
                    </a:lnTo>
                    <a:lnTo>
                      <a:pt x="1135" y="292"/>
                    </a:lnTo>
                    <a:lnTo>
                      <a:pt x="1135" y="289"/>
                    </a:lnTo>
                    <a:lnTo>
                      <a:pt x="1129" y="283"/>
                    </a:lnTo>
                    <a:lnTo>
                      <a:pt x="1129" y="283"/>
                    </a:lnTo>
                    <a:lnTo>
                      <a:pt x="1129" y="283"/>
                    </a:lnTo>
                    <a:lnTo>
                      <a:pt x="1132" y="284"/>
                    </a:lnTo>
                    <a:lnTo>
                      <a:pt x="1132" y="284"/>
                    </a:lnTo>
                    <a:lnTo>
                      <a:pt x="1125" y="274"/>
                    </a:lnTo>
                    <a:lnTo>
                      <a:pt x="1125" y="274"/>
                    </a:lnTo>
                    <a:lnTo>
                      <a:pt x="1118" y="264"/>
                    </a:lnTo>
                    <a:lnTo>
                      <a:pt x="1118" y="264"/>
                    </a:lnTo>
                    <a:lnTo>
                      <a:pt x="1118" y="264"/>
                    </a:lnTo>
                    <a:lnTo>
                      <a:pt x="1118" y="266"/>
                    </a:lnTo>
                    <a:lnTo>
                      <a:pt x="1118" y="266"/>
                    </a:lnTo>
                    <a:lnTo>
                      <a:pt x="1117" y="266"/>
                    </a:lnTo>
                    <a:lnTo>
                      <a:pt x="1117" y="266"/>
                    </a:lnTo>
                    <a:lnTo>
                      <a:pt x="1115" y="263"/>
                    </a:lnTo>
                    <a:lnTo>
                      <a:pt x="1114" y="262"/>
                    </a:lnTo>
                    <a:lnTo>
                      <a:pt x="1112" y="260"/>
                    </a:lnTo>
                    <a:lnTo>
                      <a:pt x="1112" y="260"/>
                    </a:lnTo>
                    <a:lnTo>
                      <a:pt x="1112" y="259"/>
                    </a:lnTo>
                    <a:lnTo>
                      <a:pt x="1114" y="259"/>
                    </a:lnTo>
                    <a:lnTo>
                      <a:pt x="1114" y="259"/>
                    </a:lnTo>
                    <a:lnTo>
                      <a:pt x="1112" y="257"/>
                    </a:lnTo>
                    <a:lnTo>
                      <a:pt x="1111" y="257"/>
                    </a:lnTo>
                    <a:lnTo>
                      <a:pt x="1111" y="257"/>
                    </a:lnTo>
                    <a:lnTo>
                      <a:pt x="1109" y="254"/>
                    </a:lnTo>
                    <a:lnTo>
                      <a:pt x="1109" y="254"/>
                    </a:lnTo>
                    <a:lnTo>
                      <a:pt x="1108" y="252"/>
                    </a:lnTo>
                    <a:lnTo>
                      <a:pt x="1109" y="252"/>
                    </a:lnTo>
                    <a:lnTo>
                      <a:pt x="1109" y="252"/>
                    </a:lnTo>
                    <a:lnTo>
                      <a:pt x="1102" y="243"/>
                    </a:lnTo>
                    <a:lnTo>
                      <a:pt x="1102" y="243"/>
                    </a:lnTo>
                    <a:lnTo>
                      <a:pt x="1099" y="239"/>
                    </a:lnTo>
                    <a:lnTo>
                      <a:pt x="1097" y="237"/>
                    </a:lnTo>
                    <a:lnTo>
                      <a:pt x="1097" y="237"/>
                    </a:lnTo>
                    <a:lnTo>
                      <a:pt x="1097" y="236"/>
                    </a:lnTo>
                    <a:lnTo>
                      <a:pt x="1095" y="233"/>
                    </a:lnTo>
                    <a:lnTo>
                      <a:pt x="1095" y="233"/>
                    </a:lnTo>
                    <a:lnTo>
                      <a:pt x="1094" y="233"/>
                    </a:lnTo>
                    <a:lnTo>
                      <a:pt x="1094" y="230"/>
                    </a:lnTo>
                    <a:lnTo>
                      <a:pt x="1092" y="229"/>
                    </a:lnTo>
                    <a:lnTo>
                      <a:pt x="1092" y="229"/>
                    </a:lnTo>
                    <a:lnTo>
                      <a:pt x="1085" y="222"/>
                    </a:lnTo>
                    <a:lnTo>
                      <a:pt x="1085" y="222"/>
                    </a:lnTo>
                    <a:lnTo>
                      <a:pt x="1082" y="219"/>
                    </a:lnTo>
                    <a:lnTo>
                      <a:pt x="1082" y="219"/>
                    </a:lnTo>
                    <a:lnTo>
                      <a:pt x="1078" y="213"/>
                    </a:lnTo>
                    <a:lnTo>
                      <a:pt x="1078" y="213"/>
                    </a:lnTo>
                    <a:lnTo>
                      <a:pt x="1077" y="212"/>
                    </a:lnTo>
                    <a:lnTo>
                      <a:pt x="1072" y="209"/>
                    </a:lnTo>
                    <a:lnTo>
                      <a:pt x="1067" y="202"/>
                    </a:lnTo>
                    <a:lnTo>
                      <a:pt x="1067" y="202"/>
                    </a:lnTo>
                    <a:lnTo>
                      <a:pt x="1067" y="202"/>
                    </a:lnTo>
                    <a:lnTo>
                      <a:pt x="1067" y="200"/>
                    </a:lnTo>
                    <a:lnTo>
                      <a:pt x="1067" y="200"/>
                    </a:lnTo>
                    <a:lnTo>
                      <a:pt x="1064" y="199"/>
                    </a:lnTo>
                    <a:lnTo>
                      <a:pt x="1062" y="196"/>
                    </a:lnTo>
                    <a:lnTo>
                      <a:pt x="1062" y="196"/>
                    </a:lnTo>
                    <a:lnTo>
                      <a:pt x="1058" y="193"/>
                    </a:lnTo>
                    <a:lnTo>
                      <a:pt x="1055" y="190"/>
                    </a:lnTo>
                    <a:lnTo>
                      <a:pt x="1055" y="190"/>
                    </a:lnTo>
                    <a:lnTo>
                      <a:pt x="1054" y="192"/>
                    </a:lnTo>
                    <a:lnTo>
                      <a:pt x="1055" y="193"/>
                    </a:lnTo>
                    <a:lnTo>
                      <a:pt x="1060" y="197"/>
                    </a:lnTo>
                    <a:lnTo>
                      <a:pt x="1060" y="197"/>
                    </a:lnTo>
                    <a:lnTo>
                      <a:pt x="1058" y="196"/>
                    </a:lnTo>
                    <a:lnTo>
                      <a:pt x="1054" y="193"/>
                    </a:lnTo>
                    <a:lnTo>
                      <a:pt x="1054" y="193"/>
                    </a:lnTo>
                    <a:lnTo>
                      <a:pt x="1054" y="193"/>
                    </a:lnTo>
                    <a:lnTo>
                      <a:pt x="1055" y="194"/>
                    </a:lnTo>
                    <a:lnTo>
                      <a:pt x="1058" y="199"/>
                    </a:lnTo>
                    <a:lnTo>
                      <a:pt x="1058" y="199"/>
                    </a:lnTo>
                    <a:lnTo>
                      <a:pt x="1058" y="199"/>
                    </a:lnTo>
                    <a:lnTo>
                      <a:pt x="1057" y="197"/>
                    </a:lnTo>
                    <a:lnTo>
                      <a:pt x="1054" y="196"/>
                    </a:lnTo>
                    <a:lnTo>
                      <a:pt x="1054" y="196"/>
                    </a:lnTo>
                    <a:lnTo>
                      <a:pt x="1051" y="193"/>
                    </a:lnTo>
                    <a:lnTo>
                      <a:pt x="1050" y="190"/>
                    </a:lnTo>
                    <a:lnTo>
                      <a:pt x="1047" y="189"/>
                    </a:lnTo>
                    <a:lnTo>
                      <a:pt x="1047" y="189"/>
                    </a:lnTo>
                    <a:lnTo>
                      <a:pt x="1045" y="184"/>
                    </a:lnTo>
                    <a:lnTo>
                      <a:pt x="1045" y="184"/>
                    </a:lnTo>
                    <a:lnTo>
                      <a:pt x="1045" y="184"/>
                    </a:lnTo>
                    <a:lnTo>
                      <a:pt x="1045" y="184"/>
                    </a:lnTo>
                    <a:lnTo>
                      <a:pt x="1041" y="180"/>
                    </a:lnTo>
                    <a:lnTo>
                      <a:pt x="1038" y="174"/>
                    </a:lnTo>
                    <a:lnTo>
                      <a:pt x="1038" y="174"/>
                    </a:lnTo>
                    <a:lnTo>
                      <a:pt x="1035" y="174"/>
                    </a:lnTo>
                    <a:lnTo>
                      <a:pt x="1032" y="173"/>
                    </a:lnTo>
                    <a:lnTo>
                      <a:pt x="1032" y="173"/>
                    </a:lnTo>
                    <a:lnTo>
                      <a:pt x="1037" y="174"/>
                    </a:lnTo>
                    <a:lnTo>
                      <a:pt x="1041" y="176"/>
                    </a:lnTo>
                    <a:lnTo>
                      <a:pt x="1041" y="176"/>
                    </a:lnTo>
                    <a:lnTo>
                      <a:pt x="1051" y="183"/>
                    </a:lnTo>
                    <a:lnTo>
                      <a:pt x="1051" y="183"/>
                    </a:lnTo>
                    <a:lnTo>
                      <a:pt x="1044" y="174"/>
                    </a:lnTo>
                    <a:lnTo>
                      <a:pt x="1044" y="174"/>
                    </a:lnTo>
                    <a:lnTo>
                      <a:pt x="1041" y="173"/>
                    </a:lnTo>
                    <a:lnTo>
                      <a:pt x="1040" y="172"/>
                    </a:lnTo>
                    <a:lnTo>
                      <a:pt x="1040" y="172"/>
                    </a:lnTo>
                    <a:lnTo>
                      <a:pt x="1038" y="172"/>
                    </a:lnTo>
                    <a:lnTo>
                      <a:pt x="1037" y="172"/>
                    </a:lnTo>
                    <a:lnTo>
                      <a:pt x="1037" y="172"/>
                    </a:lnTo>
                    <a:lnTo>
                      <a:pt x="1034" y="169"/>
                    </a:lnTo>
                    <a:lnTo>
                      <a:pt x="1032" y="164"/>
                    </a:lnTo>
                    <a:lnTo>
                      <a:pt x="1032" y="164"/>
                    </a:lnTo>
                    <a:lnTo>
                      <a:pt x="1031" y="164"/>
                    </a:lnTo>
                    <a:lnTo>
                      <a:pt x="1030" y="164"/>
                    </a:lnTo>
                    <a:lnTo>
                      <a:pt x="1024" y="160"/>
                    </a:lnTo>
                    <a:lnTo>
                      <a:pt x="1024" y="160"/>
                    </a:lnTo>
                    <a:lnTo>
                      <a:pt x="1018" y="154"/>
                    </a:lnTo>
                    <a:lnTo>
                      <a:pt x="1018" y="154"/>
                    </a:lnTo>
                    <a:lnTo>
                      <a:pt x="1015" y="150"/>
                    </a:lnTo>
                    <a:lnTo>
                      <a:pt x="1015" y="150"/>
                    </a:lnTo>
                    <a:lnTo>
                      <a:pt x="1014" y="150"/>
                    </a:lnTo>
                    <a:lnTo>
                      <a:pt x="1012" y="149"/>
                    </a:lnTo>
                    <a:lnTo>
                      <a:pt x="1008" y="146"/>
                    </a:lnTo>
                    <a:lnTo>
                      <a:pt x="1008" y="146"/>
                    </a:lnTo>
                    <a:lnTo>
                      <a:pt x="1012" y="150"/>
                    </a:lnTo>
                    <a:lnTo>
                      <a:pt x="1017" y="153"/>
                    </a:lnTo>
                    <a:lnTo>
                      <a:pt x="1017" y="153"/>
                    </a:lnTo>
                    <a:lnTo>
                      <a:pt x="1015" y="153"/>
                    </a:lnTo>
                    <a:lnTo>
                      <a:pt x="1011" y="150"/>
                    </a:lnTo>
                    <a:lnTo>
                      <a:pt x="1005" y="144"/>
                    </a:lnTo>
                    <a:lnTo>
                      <a:pt x="1005" y="144"/>
                    </a:lnTo>
                    <a:lnTo>
                      <a:pt x="1001" y="143"/>
                    </a:lnTo>
                    <a:lnTo>
                      <a:pt x="1001" y="143"/>
                    </a:lnTo>
                    <a:lnTo>
                      <a:pt x="1000" y="142"/>
                    </a:lnTo>
                    <a:lnTo>
                      <a:pt x="1001" y="142"/>
                    </a:lnTo>
                    <a:lnTo>
                      <a:pt x="1001" y="142"/>
                    </a:lnTo>
                    <a:lnTo>
                      <a:pt x="1000" y="140"/>
                    </a:lnTo>
                    <a:lnTo>
                      <a:pt x="998" y="140"/>
                    </a:lnTo>
                    <a:lnTo>
                      <a:pt x="998" y="142"/>
                    </a:lnTo>
                    <a:lnTo>
                      <a:pt x="1000" y="143"/>
                    </a:lnTo>
                    <a:lnTo>
                      <a:pt x="1000" y="143"/>
                    </a:lnTo>
                    <a:lnTo>
                      <a:pt x="1002" y="146"/>
                    </a:lnTo>
                    <a:lnTo>
                      <a:pt x="1005" y="147"/>
                    </a:lnTo>
                    <a:lnTo>
                      <a:pt x="1005" y="147"/>
                    </a:lnTo>
                    <a:lnTo>
                      <a:pt x="1007" y="150"/>
                    </a:lnTo>
                    <a:lnTo>
                      <a:pt x="1007" y="150"/>
                    </a:lnTo>
                    <a:lnTo>
                      <a:pt x="1000" y="144"/>
                    </a:lnTo>
                    <a:lnTo>
                      <a:pt x="994" y="140"/>
                    </a:lnTo>
                    <a:lnTo>
                      <a:pt x="994" y="140"/>
                    </a:lnTo>
                    <a:lnTo>
                      <a:pt x="995" y="140"/>
                    </a:lnTo>
                    <a:lnTo>
                      <a:pt x="997" y="140"/>
                    </a:lnTo>
                    <a:lnTo>
                      <a:pt x="998" y="140"/>
                    </a:lnTo>
                    <a:lnTo>
                      <a:pt x="997" y="137"/>
                    </a:lnTo>
                    <a:lnTo>
                      <a:pt x="997" y="137"/>
                    </a:lnTo>
                    <a:lnTo>
                      <a:pt x="997" y="139"/>
                    </a:lnTo>
                    <a:lnTo>
                      <a:pt x="995" y="137"/>
                    </a:lnTo>
                    <a:lnTo>
                      <a:pt x="991" y="135"/>
                    </a:lnTo>
                    <a:lnTo>
                      <a:pt x="991" y="135"/>
                    </a:lnTo>
                    <a:lnTo>
                      <a:pt x="991" y="135"/>
                    </a:lnTo>
                    <a:lnTo>
                      <a:pt x="992" y="135"/>
                    </a:lnTo>
                    <a:lnTo>
                      <a:pt x="988" y="130"/>
                    </a:lnTo>
                    <a:lnTo>
                      <a:pt x="988" y="130"/>
                    </a:lnTo>
                    <a:lnTo>
                      <a:pt x="987" y="132"/>
                    </a:lnTo>
                    <a:lnTo>
                      <a:pt x="982" y="129"/>
                    </a:lnTo>
                    <a:lnTo>
                      <a:pt x="982" y="129"/>
                    </a:lnTo>
                    <a:lnTo>
                      <a:pt x="981" y="127"/>
                    </a:lnTo>
                    <a:lnTo>
                      <a:pt x="978" y="125"/>
                    </a:lnTo>
                    <a:lnTo>
                      <a:pt x="975" y="123"/>
                    </a:lnTo>
                    <a:lnTo>
                      <a:pt x="973" y="120"/>
                    </a:lnTo>
                    <a:lnTo>
                      <a:pt x="973" y="120"/>
                    </a:lnTo>
                    <a:lnTo>
                      <a:pt x="988" y="130"/>
                    </a:lnTo>
                    <a:lnTo>
                      <a:pt x="997" y="136"/>
                    </a:lnTo>
                    <a:lnTo>
                      <a:pt x="1005" y="144"/>
                    </a:lnTo>
                    <a:lnTo>
                      <a:pt x="1005" y="144"/>
                    </a:lnTo>
                    <a:lnTo>
                      <a:pt x="1004" y="143"/>
                    </a:lnTo>
                    <a:lnTo>
                      <a:pt x="1005" y="143"/>
                    </a:lnTo>
                    <a:lnTo>
                      <a:pt x="1008" y="144"/>
                    </a:lnTo>
                    <a:lnTo>
                      <a:pt x="1012" y="147"/>
                    </a:lnTo>
                    <a:lnTo>
                      <a:pt x="1014" y="147"/>
                    </a:lnTo>
                    <a:lnTo>
                      <a:pt x="1014" y="147"/>
                    </a:lnTo>
                    <a:lnTo>
                      <a:pt x="1014" y="147"/>
                    </a:lnTo>
                    <a:lnTo>
                      <a:pt x="1010" y="143"/>
                    </a:lnTo>
                    <a:lnTo>
                      <a:pt x="1010" y="143"/>
                    </a:lnTo>
                    <a:lnTo>
                      <a:pt x="1007" y="142"/>
                    </a:lnTo>
                    <a:lnTo>
                      <a:pt x="1004" y="139"/>
                    </a:lnTo>
                    <a:lnTo>
                      <a:pt x="1000" y="133"/>
                    </a:lnTo>
                    <a:lnTo>
                      <a:pt x="1000" y="133"/>
                    </a:lnTo>
                    <a:lnTo>
                      <a:pt x="1000" y="135"/>
                    </a:lnTo>
                    <a:lnTo>
                      <a:pt x="998" y="133"/>
                    </a:lnTo>
                    <a:lnTo>
                      <a:pt x="997" y="133"/>
                    </a:lnTo>
                    <a:lnTo>
                      <a:pt x="997" y="135"/>
                    </a:lnTo>
                    <a:lnTo>
                      <a:pt x="997" y="135"/>
                    </a:lnTo>
                    <a:lnTo>
                      <a:pt x="992" y="132"/>
                    </a:lnTo>
                    <a:lnTo>
                      <a:pt x="988" y="129"/>
                    </a:lnTo>
                    <a:lnTo>
                      <a:pt x="988" y="129"/>
                    </a:lnTo>
                    <a:lnTo>
                      <a:pt x="988" y="129"/>
                    </a:lnTo>
                    <a:lnTo>
                      <a:pt x="990" y="129"/>
                    </a:lnTo>
                    <a:lnTo>
                      <a:pt x="991" y="130"/>
                    </a:lnTo>
                    <a:lnTo>
                      <a:pt x="992" y="130"/>
                    </a:lnTo>
                    <a:lnTo>
                      <a:pt x="991" y="129"/>
                    </a:lnTo>
                    <a:lnTo>
                      <a:pt x="991" y="129"/>
                    </a:lnTo>
                    <a:lnTo>
                      <a:pt x="992" y="129"/>
                    </a:lnTo>
                    <a:lnTo>
                      <a:pt x="994" y="130"/>
                    </a:lnTo>
                    <a:lnTo>
                      <a:pt x="995" y="132"/>
                    </a:lnTo>
                    <a:lnTo>
                      <a:pt x="997" y="132"/>
                    </a:lnTo>
                    <a:lnTo>
                      <a:pt x="997" y="132"/>
                    </a:lnTo>
                    <a:lnTo>
                      <a:pt x="997" y="130"/>
                    </a:lnTo>
                    <a:lnTo>
                      <a:pt x="995" y="129"/>
                    </a:lnTo>
                    <a:lnTo>
                      <a:pt x="995" y="129"/>
                    </a:lnTo>
                    <a:lnTo>
                      <a:pt x="991" y="127"/>
                    </a:lnTo>
                    <a:lnTo>
                      <a:pt x="990" y="126"/>
                    </a:lnTo>
                    <a:lnTo>
                      <a:pt x="988" y="122"/>
                    </a:lnTo>
                    <a:lnTo>
                      <a:pt x="988" y="122"/>
                    </a:lnTo>
                    <a:lnTo>
                      <a:pt x="985" y="122"/>
                    </a:lnTo>
                    <a:lnTo>
                      <a:pt x="980" y="119"/>
                    </a:lnTo>
                    <a:lnTo>
                      <a:pt x="980" y="119"/>
                    </a:lnTo>
                    <a:lnTo>
                      <a:pt x="968" y="110"/>
                    </a:lnTo>
                    <a:lnTo>
                      <a:pt x="968" y="110"/>
                    </a:lnTo>
                    <a:lnTo>
                      <a:pt x="967" y="110"/>
                    </a:lnTo>
                    <a:lnTo>
                      <a:pt x="968" y="110"/>
                    </a:lnTo>
                    <a:lnTo>
                      <a:pt x="971" y="113"/>
                    </a:lnTo>
                    <a:lnTo>
                      <a:pt x="971" y="113"/>
                    </a:lnTo>
                    <a:lnTo>
                      <a:pt x="964" y="110"/>
                    </a:lnTo>
                    <a:lnTo>
                      <a:pt x="958" y="106"/>
                    </a:lnTo>
                    <a:lnTo>
                      <a:pt x="953" y="103"/>
                    </a:lnTo>
                    <a:lnTo>
                      <a:pt x="948" y="102"/>
                    </a:lnTo>
                    <a:lnTo>
                      <a:pt x="948" y="102"/>
                    </a:lnTo>
                    <a:lnTo>
                      <a:pt x="947" y="100"/>
                    </a:lnTo>
                    <a:lnTo>
                      <a:pt x="948" y="99"/>
                    </a:lnTo>
                    <a:lnTo>
                      <a:pt x="948" y="99"/>
                    </a:lnTo>
                    <a:lnTo>
                      <a:pt x="950" y="99"/>
                    </a:lnTo>
                    <a:lnTo>
                      <a:pt x="950" y="99"/>
                    </a:lnTo>
                    <a:lnTo>
                      <a:pt x="964" y="109"/>
                    </a:lnTo>
                    <a:lnTo>
                      <a:pt x="964" y="109"/>
                    </a:lnTo>
                    <a:lnTo>
                      <a:pt x="967" y="109"/>
                    </a:lnTo>
                    <a:lnTo>
                      <a:pt x="967" y="107"/>
                    </a:lnTo>
                    <a:lnTo>
                      <a:pt x="967" y="107"/>
                    </a:lnTo>
                    <a:lnTo>
                      <a:pt x="964" y="106"/>
                    </a:lnTo>
                    <a:lnTo>
                      <a:pt x="963" y="105"/>
                    </a:lnTo>
                    <a:lnTo>
                      <a:pt x="963" y="105"/>
                    </a:lnTo>
                    <a:lnTo>
                      <a:pt x="961" y="105"/>
                    </a:lnTo>
                    <a:lnTo>
                      <a:pt x="961" y="106"/>
                    </a:lnTo>
                    <a:lnTo>
                      <a:pt x="961" y="106"/>
                    </a:lnTo>
                    <a:lnTo>
                      <a:pt x="957" y="102"/>
                    </a:lnTo>
                    <a:lnTo>
                      <a:pt x="950" y="97"/>
                    </a:lnTo>
                    <a:lnTo>
                      <a:pt x="950" y="97"/>
                    </a:lnTo>
                    <a:lnTo>
                      <a:pt x="943" y="93"/>
                    </a:lnTo>
                    <a:lnTo>
                      <a:pt x="937" y="92"/>
                    </a:lnTo>
                    <a:lnTo>
                      <a:pt x="937" y="92"/>
                    </a:lnTo>
                    <a:lnTo>
                      <a:pt x="938" y="92"/>
                    </a:lnTo>
                    <a:lnTo>
                      <a:pt x="938" y="90"/>
                    </a:lnTo>
                    <a:lnTo>
                      <a:pt x="935" y="89"/>
                    </a:lnTo>
                    <a:lnTo>
                      <a:pt x="931" y="86"/>
                    </a:lnTo>
                    <a:lnTo>
                      <a:pt x="930" y="83"/>
                    </a:lnTo>
                    <a:lnTo>
                      <a:pt x="930" y="83"/>
                    </a:lnTo>
                    <a:lnTo>
                      <a:pt x="924" y="80"/>
                    </a:lnTo>
                    <a:lnTo>
                      <a:pt x="924" y="80"/>
                    </a:lnTo>
                    <a:lnTo>
                      <a:pt x="924" y="80"/>
                    </a:lnTo>
                    <a:lnTo>
                      <a:pt x="925" y="82"/>
                    </a:lnTo>
                    <a:lnTo>
                      <a:pt x="930" y="85"/>
                    </a:lnTo>
                    <a:lnTo>
                      <a:pt x="930" y="85"/>
                    </a:lnTo>
                    <a:lnTo>
                      <a:pt x="928" y="86"/>
                    </a:lnTo>
                    <a:lnTo>
                      <a:pt x="925" y="85"/>
                    </a:lnTo>
                    <a:lnTo>
                      <a:pt x="925" y="85"/>
                    </a:lnTo>
                    <a:lnTo>
                      <a:pt x="917" y="83"/>
                    </a:lnTo>
                    <a:lnTo>
                      <a:pt x="917" y="83"/>
                    </a:lnTo>
                    <a:lnTo>
                      <a:pt x="917" y="80"/>
                    </a:lnTo>
                    <a:lnTo>
                      <a:pt x="918" y="82"/>
                    </a:lnTo>
                    <a:lnTo>
                      <a:pt x="923" y="82"/>
                    </a:lnTo>
                    <a:lnTo>
                      <a:pt x="924" y="82"/>
                    </a:lnTo>
                    <a:lnTo>
                      <a:pt x="924" y="82"/>
                    </a:lnTo>
                    <a:lnTo>
                      <a:pt x="920" y="79"/>
                    </a:lnTo>
                    <a:lnTo>
                      <a:pt x="914" y="77"/>
                    </a:lnTo>
                    <a:lnTo>
                      <a:pt x="914" y="77"/>
                    </a:lnTo>
                    <a:lnTo>
                      <a:pt x="914" y="79"/>
                    </a:lnTo>
                    <a:lnTo>
                      <a:pt x="914" y="80"/>
                    </a:lnTo>
                    <a:lnTo>
                      <a:pt x="914" y="80"/>
                    </a:lnTo>
                    <a:lnTo>
                      <a:pt x="910" y="79"/>
                    </a:lnTo>
                    <a:lnTo>
                      <a:pt x="905" y="76"/>
                    </a:lnTo>
                    <a:lnTo>
                      <a:pt x="905" y="76"/>
                    </a:lnTo>
                    <a:lnTo>
                      <a:pt x="910" y="79"/>
                    </a:lnTo>
                    <a:lnTo>
                      <a:pt x="913" y="80"/>
                    </a:lnTo>
                    <a:lnTo>
                      <a:pt x="915" y="82"/>
                    </a:lnTo>
                    <a:lnTo>
                      <a:pt x="918" y="85"/>
                    </a:lnTo>
                    <a:lnTo>
                      <a:pt x="918" y="85"/>
                    </a:lnTo>
                    <a:lnTo>
                      <a:pt x="927" y="87"/>
                    </a:lnTo>
                    <a:lnTo>
                      <a:pt x="935" y="92"/>
                    </a:lnTo>
                    <a:lnTo>
                      <a:pt x="935" y="92"/>
                    </a:lnTo>
                    <a:lnTo>
                      <a:pt x="935" y="92"/>
                    </a:lnTo>
                    <a:lnTo>
                      <a:pt x="933" y="92"/>
                    </a:lnTo>
                    <a:lnTo>
                      <a:pt x="928" y="89"/>
                    </a:lnTo>
                    <a:lnTo>
                      <a:pt x="928" y="89"/>
                    </a:lnTo>
                    <a:lnTo>
                      <a:pt x="928" y="89"/>
                    </a:lnTo>
                    <a:lnTo>
                      <a:pt x="930" y="90"/>
                    </a:lnTo>
                    <a:lnTo>
                      <a:pt x="933" y="92"/>
                    </a:lnTo>
                    <a:lnTo>
                      <a:pt x="933" y="92"/>
                    </a:lnTo>
                    <a:lnTo>
                      <a:pt x="933" y="92"/>
                    </a:lnTo>
                    <a:lnTo>
                      <a:pt x="931" y="92"/>
                    </a:lnTo>
                    <a:lnTo>
                      <a:pt x="927" y="92"/>
                    </a:lnTo>
                    <a:lnTo>
                      <a:pt x="927" y="92"/>
                    </a:lnTo>
                    <a:lnTo>
                      <a:pt x="921" y="89"/>
                    </a:lnTo>
                    <a:lnTo>
                      <a:pt x="921" y="89"/>
                    </a:lnTo>
                    <a:lnTo>
                      <a:pt x="918" y="86"/>
                    </a:lnTo>
                    <a:lnTo>
                      <a:pt x="918" y="86"/>
                    </a:lnTo>
                    <a:lnTo>
                      <a:pt x="915" y="85"/>
                    </a:lnTo>
                    <a:lnTo>
                      <a:pt x="915" y="85"/>
                    </a:lnTo>
                    <a:lnTo>
                      <a:pt x="900" y="76"/>
                    </a:lnTo>
                    <a:lnTo>
                      <a:pt x="900" y="76"/>
                    </a:lnTo>
                    <a:lnTo>
                      <a:pt x="893" y="72"/>
                    </a:lnTo>
                    <a:lnTo>
                      <a:pt x="893" y="72"/>
                    </a:lnTo>
                    <a:lnTo>
                      <a:pt x="886" y="69"/>
                    </a:lnTo>
                    <a:lnTo>
                      <a:pt x="886" y="69"/>
                    </a:lnTo>
                    <a:lnTo>
                      <a:pt x="887" y="70"/>
                    </a:lnTo>
                    <a:lnTo>
                      <a:pt x="888" y="72"/>
                    </a:lnTo>
                    <a:lnTo>
                      <a:pt x="887" y="72"/>
                    </a:lnTo>
                    <a:lnTo>
                      <a:pt x="887" y="72"/>
                    </a:lnTo>
                    <a:lnTo>
                      <a:pt x="891" y="73"/>
                    </a:lnTo>
                    <a:lnTo>
                      <a:pt x="893" y="73"/>
                    </a:lnTo>
                    <a:lnTo>
                      <a:pt x="894" y="75"/>
                    </a:lnTo>
                    <a:lnTo>
                      <a:pt x="894" y="75"/>
                    </a:lnTo>
                    <a:lnTo>
                      <a:pt x="890" y="75"/>
                    </a:lnTo>
                    <a:lnTo>
                      <a:pt x="890" y="75"/>
                    </a:lnTo>
                    <a:lnTo>
                      <a:pt x="886" y="72"/>
                    </a:lnTo>
                    <a:lnTo>
                      <a:pt x="884" y="70"/>
                    </a:lnTo>
                    <a:lnTo>
                      <a:pt x="884" y="70"/>
                    </a:lnTo>
                    <a:lnTo>
                      <a:pt x="884" y="72"/>
                    </a:lnTo>
                    <a:lnTo>
                      <a:pt x="883" y="72"/>
                    </a:lnTo>
                    <a:lnTo>
                      <a:pt x="880" y="70"/>
                    </a:lnTo>
                    <a:lnTo>
                      <a:pt x="876" y="69"/>
                    </a:lnTo>
                    <a:lnTo>
                      <a:pt x="873" y="67"/>
                    </a:lnTo>
                    <a:lnTo>
                      <a:pt x="873" y="67"/>
                    </a:lnTo>
                    <a:lnTo>
                      <a:pt x="876" y="67"/>
                    </a:lnTo>
                    <a:lnTo>
                      <a:pt x="881" y="70"/>
                    </a:lnTo>
                    <a:lnTo>
                      <a:pt x="881" y="70"/>
                    </a:lnTo>
                    <a:lnTo>
                      <a:pt x="881" y="69"/>
                    </a:lnTo>
                    <a:lnTo>
                      <a:pt x="883" y="69"/>
                    </a:lnTo>
                    <a:lnTo>
                      <a:pt x="886" y="69"/>
                    </a:lnTo>
                    <a:lnTo>
                      <a:pt x="886" y="69"/>
                    </a:lnTo>
                    <a:lnTo>
                      <a:pt x="878" y="63"/>
                    </a:lnTo>
                    <a:lnTo>
                      <a:pt x="878" y="63"/>
                    </a:lnTo>
                    <a:lnTo>
                      <a:pt x="888" y="67"/>
                    </a:lnTo>
                    <a:lnTo>
                      <a:pt x="888" y="67"/>
                    </a:lnTo>
                    <a:lnTo>
                      <a:pt x="894" y="70"/>
                    </a:lnTo>
                    <a:lnTo>
                      <a:pt x="894" y="70"/>
                    </a:lnTo>
                    <a:lnTo>
                      <a:pt x="901" y="72"/>
                    </a:lnTo>
                    <a:lnTo>
                      <a:pt x="901" y="72"/>
                    </a:lnTo>
                    <a:lnTo>
                      <a:pt x="900" y="70"/>
                    </a:lnTo>
                    <a:lnTo>
                      <a:pt x="900" y="70"/>
                    </a:lnTo>
                    <a:lnTo>
                      <a:pt x="895" y="67"/>
                    </a:lnTo>
                    <a:lnTo>
                      <a:pt x="895" y="67"/>
                    </a:lnTo>
                    <a:lnTo>
                      <a:pt x="897" y="69"/>
                    </a:lnTo>
                    <a:lnTo>
                      <a:pt x="895" y="69"/>
                    </a:lnTo>
                    <a:lnTo>
                      <a:pt x="893" y="69"/>
                    </a:lnTo>
                    <a:lnTo>
                      <a:pt x="893" y="69"/>
                    </a:lnTo>
                    <a:lnTo>
                      <a:pt x="881" y="63"/>
                    </a:lnTo>
                    <a:lnTo>
                      <a:pt x="871" y="59"/>
                    </a:lnTo>
                    <a:lnTo>
                      <a:pt x="871" y="59"/>
                    </a:lnTo>
                    <a:lnTo>
                      <a:pt x="873" y="60"/>
                    </a:lnTo>
                    <a:lnTo>
                      <a:pt x="873" y="60"/>
                    </a:lnTo>
                    <a:lnTo>
                      <a:pt x="873" y="60"/>
                    </a:lnTo>
                    <a:lnTo>
                      <a:pt x="881" y="66"/>
                    </a:lnTo>
                    <a:lnTo>
                      <a:pt x="881" y="66"/>
                    </a:lnTo>
                    <a:lnTo>
                      <a:pt x="878" y="66"/>
                    </a:lnTo>
                    <a:lnTo>
                      <a:pt x="874" y="65"/>
                    </a:lnTo>
                    <a:lnTo>
                      <a:pt x="874" y="65"/>
                    </a:lnTo>
                    <a:lnTo>
                      <a:pt x="873" y="63"/>
                    </a:lnTo>
                    <a:lnTo>
                      <a:pt x="874" y="63"/>
                    </a:lnTo>
                    <a:lnTo>
                      <a:pt x="874" y="63"/>
                    </a:lnTo>
                    <a:lnTo>
                      <a:pt x="871" y="62"/>
                    </a:lnTo>
                    <a:lnTo>
                      <a:pt x="870" y="62"/>
                    </a:lnTo>
                    <a:lnTo>
                      <a:pt x="868" y="62"/>
                    </a:lnTo>
                    <a:lnTo>
                      <a:pt x="866" y="60"/>
                    </a:lnTo>
                    <a:lnTo>
                      <a:pt x="866" y="60"/>
                    </a:lnTo>
                    <a:lnTo>
                      <a:pt x="867" y="59"/>
                    </a:lnTo>
                    <a:lnTo>
                      <a:pt x="868" y="59"/>
                    </a:lnTo>
                    <a:lnTo>
                      <a:pt x="868" y="59"/>
                    </a:lnTo>
                    <a:lnTo>
                      <a:pt x="868" y="59"/>
                    </a:lnTo>
                    <a:lnTo>
                      <a:pt x="861" y="56"/>
                    </a:lnTo>
                    <a:lnTo>
                      <a:pt x="853" y="53"/>
                    </a:lnTo>
                    <a:lnTo>
                      <a:pt x="853" y="53"/>
                    </a:lnTo>
                    <a:lnTo>
                      <a:pt x="844" y="50"/>
                    </a:lnTo>
                    <a:lnTo>
                      <a:pt x="837" y="47"/>
                    </a:lnTo>
                    <a:lnTo>
                      <a:pt x="837" y="47"/>
                    </a:lnTo>
                    <a:lnTo>
                      <a:pt x="837" y="47"/>
                    </a:lnTo>
                    <a:lnTo>
                      <a:pt x="837" y="47"/>
                    </a:lnTo>
                    <a:lnTo>
                      <a:pt x="834" y="45"/>
                    </a:lnTo>
                    <a:lnTo>
                      <a:pt x="834" y="45"/>
                    </a:lnTo>
                    <a:lnTo>
                      <a:pt x="828" y="43"/>
                    </a:lnTo>
                    <a:lnTo>
                      <a:pt x="821" y="42"/>
                    </a:lnTo>
                    <a:lnTo>
                      <a:pt x="821" y="42"/>
                    </a:lnTo>
                    <a:lnTo>
                      <a:pt x="824" y="43"/>
                    </a:lnTo>
                    <a:lnTo>
                      <a:pt x="826" y="45"/>
                    </a:lnTo>
                    <a:lnTo>
                      <a:pt x="826" y="45"/>
                    </a:lnTo>
                    <a:lnTo>
                      <a:pt x="817" y="43"/>
                    </a:lnTo>
                    <a:lnTo>
                      <a:pt x="810" y="40"/>
                    </a:lnTo>
                    <a:lnTo>
                      <a:pt x="810" y="40"/>
                    </a:lnTo>
                    <a:lnTo>
                      <a:pt x="810" y="39"/>
                    </a:lnTo>
                    <a:lnTo>
                      <a:pt x="811" y="39"/>
                    </a:lnTo>
                    <a:lnTo>
                      <a:pt x="811" y="39"/>
                    </a:lnTo>
                    <a:lnTo>
                      <a:pt x="816" y="40"/>
                    </a:lnTo>
                    <a:lnTo>
                      <a:pt x="820" y="42"/>
                    </a:lnTo>
                    <a:lnTo>
                      <a:pt x="820" y="42"/>
                    </a:lnTo>
                    <a:lnTo>
                      <a:pt x="818" y="42"/>
                    </a:lnTo>
                    <a:lnTo>
                      <a:pt x="820" y="40"/>
                    </a:lnTo>
                    <a:lnTo>
                      <a:pt x="820" y="40"/>
                    </a:lnTo>
                    <a:lnTo>
                      <a:pt x="820" y="39"/>
                    </a:lnTo>
                    <a:lnTo>
                      <a:pt x="820" y="39"/>
                    </a:lnTo>
                    <a:lnTo>
                      <a:pt x="816" y="39"/>
                    </a:lnTo>
                    <a:lnTo>
                      <a:pt x="811" y="37"/>
                    </a:lnTo>
                    <a:lnTo>
                      <a:pt x="811" y="37"/>
                    </a:lnTo>
                    <a:lnTo>
                      <a:pt x="800" y="36"/>
                    </a:lnTo>
                    <a:lnTo>
                      <a:pt x="800" y="36"/>
                    </a:lnTo>
                    <a:lnTo>
                      <a:pt x="803" y="37"/>
                    </a:lnTo>
                    <a:lnTo>
                      <a:pt x="807" y="37"/>
                    </a:lnTo>
                    <a:lnTo>
                      <a:pt x="807" y="37"/>
                    </a:lnTo>
                    <a:lnTo>
                      <a:pt x="806" y="39"/>
                    </a:lnTo>
                    <a:lnTo>
                      <a:pt x="803" y="37"/>
                    </a:lnTo>
                    <a:lnTo>
                      <a:pt x="796" y="36"/>
                    </a:lnTo>
                    <a:lnTo>
                      <a:pt x="796" y="36"/>
                    </a:lnTo>
                    <a:lnTo>
                      <a:pt x="796" y="35"/>
                    </a:lnTo>
                    <a:lnTo>
                      <a:pt x="794" y="35"/>
                    </a:lnTo>
                    <a:lnTo>
                      <a:pt x="794" y="35"/>
                    </a:lnTo>
                    <a:lnTo>
                      <a:pt x="790" y="35"/>
                    </a:lnTo>
                    <a:lnTo>
                      <a:pt x="786" y="33"/>
                    </a:lnTo>
                    <a:lnTo>
                      <a:pt x="786" y="33"/>
                    </a:lnTo>
                    <a:lnTo>
                      <a:pt x="783" y="32"/>
                    </a:lnTo>
                    <a:lnTo>
                      <a:pt x="783" y="32"/>
                    </a:lnTo>
                    <a:lnTo>
                      <a:pt x="780" y="30"/>
                    </a:lnTo>
                    <a:lnTo>
                      <a:pt x="780" y="30"/>
                    </a:lnTo>
                    <a:lnTo>
                      <a:pt x="774" y="30"/>
                    </a:lnTo>
                    <a:lnTo>
                      <a:pt x="774" y="30"/>
                    </a:lnTo>
                    <a:lnTo>
                      <a:pt x="774" y="29"/>
                    </a:lnTo>
                    <a:lnTo>
                      <a:pt x="774" y="29"/>
                    </a:lnTo>
                    <a:lnTo>
                      <a:pt x="779" y="29"/>
                    </a:lnTo>
                    <a:lnTo>
                      <a:pt x="783" y="29"/>
                    </a:lnTo>
                    <a:lnTo>
                      <a:pt x="784" y="29"/>
                    </a:lnTo>
                    <a:lnTo>
                      <a:pt x="784" y="29"/>
                    </a:lnTo>
                    <a:lnTo>
                      <a:pt x="781" y="29"/>
                    </a:lnTo>
                    <a:lnTo>
                      <a:pt x="781" y="29"/>
                    </a:lnTo>
                    <a:lnTo>
                      <a:pt x="780" y="27"/>
                    </a:lnTo>
                    <a:lnTo>
                      <a:pt x="780" y="27"/>
                    </a:lnTo>
                    <a:lnTo>
                      <a:pt x="781" y="27"/>
                    </a:lnTo>
                    <a:lnTo>
                      <a:pt x="780" y="26"/>
                    </a:lnTo>
                    <a:lnTo>
                      <a:pt x="780" y="26"/>
                    </a:lnTo>
                    <a:lnTo>
                      <a:pt x="773" y="25"/>
                    </a:lnTo>
                    <a:lnTo>
                      <a:pt x="771" y="25"/>
                    </a:lnTo>
                    <a:lnTo>
                      <a:pt x="771" y="26"/>
                    </a:lnTo>
                    <a:lnTo>
                      <a:pt x="771" y="26"/>
                    </a:lnTo>
                    <a:lnTo>
                      <a:pt x="769" y="26"/>
                    </a:lnTo>
                    <a:lnTo>
                      <a:pt x="766" y="25"/>
                    </a:lnTo>
                    <a:lnTo>
                      <a:pt x="760" y="23"/>
                    </a:lnTo>
                    <a:lnTo>
                      <a:pt x="760" y="23"/>
                    </a:lnTo>
                    <a:lnTo>
                      <a:pt x="760" y="22"/>
                    </a:lnTo>
                    <a:lnTo>
                      <a:pt x="761" y="22"/>
                    </a:lnTo>
                    <a:lnTo>
                      <a:pt x="764" y="23"/>
                    </a:lnTo>
                    <a:lnTo>
                      <a:pt x="764" y="23"/>
                    </a:lnTo>
                    <a:lnTo>
                      <a:pt x="763" y="22"/>
                    </a:lnTo>
                    <a:lnTo>
                      <a:pt x="757" y="20"/>
                    </a:lnTo>
                    <a:lnTo>
                      <a:pt x="757" y="20"/>
                    </a:lnTo>
                    <a:lnTo>
                      <a:pt x="751" y="19"/>
                    </a:lnTo>
                    <a:lnTo>
                      <a:pt x="750" y="19"/>
                    </a:lnTo>
                    <a:lnTo>
                      <a:pt x="750" y="17"/>
                    </a:lnTo>
                    <a:lnTo>
                      <a:pt x="750" y="17"/>
                    </a:lnTo>
                    <a:lnTo>
                      <a:pt x="741" y="17"/>
                    </a:lnTo>
                    <a:lnTo>
                      <a:pt x="741" y="17"/>
                    </a:lnTo>
                    <a:lnTo>
                      <a:pt x="744" y="19"/>
                    </a:lnTo>
                    <a:lnTo>
                      <a:pt x="744" y="20"/>
                    </a:lnTo>
                    <a:lnTo>
                      <a:pt x="744" y="20"/>
                    </a:lnTo>
                    <a:lnTo>
                      <a:pt x="740" y="19"/>
                    </a:lnTo>
                    <a:lnTo>
                      <a:pt x="739" y="17"/>
                    </a:lnTo>
                    <a:lnTo>
                      <a:pt x="739" y="17"/>
                    </a:lnTo>
                    <a:lnTo>
                      <a:pt x="733" y="17"/>
                    </a:lnTo>
                    <a:lnTo>
                      <a:pt x="727" y="16"/>
                    </a:lnTo>
                    <a:lnTo>
                      <a:pt x="727" y="16"/>
                    </a:lnTo>
                    <a:lnTo>
                      <a:pt x="713" y="12"/>
                    </a:lnTo>
                    <a:lnTo>
                      <a:pt x="713" y="12"/>
                    </a:lnTo>
                    <a:lnTo>
                      <a:pt x="706" y="12"/>
                    </a:lnTo>
                    <a:lnTo>
                      <a:pt x="697" y="10"/>
                    </a:lnTo>
                    <a:lnTo>
                      <a:pt x="697" y="10"/>
                    </a:lnTo>
                    <a:lnTo>
                      <a:pt x="689" y="9"/>
                    </a:lnTo>
                    <a:lnTo>
                      <a:pt x="680" y="7"/>
                    </a:lnTo>
                    <a:lnTo>
                      <a:pt x="680" y="7"/>
                    </a:lnTo>
                    <a:lnTo>
                      <a:pt x="680" y="9"/>
                    </a:lnTo>
                    <a:lnTo>
                      <a:pt x="683" y="9"/>
                    </a:lnTo>
                    <a:lnTo>
                      <a:pt x="687" y="10"/>
                    </a:lnTo>
                    <a:lnTo>
                      <a:pt x="687" y="10"/>
                    </a:lnTo>
                    <a:lnTo>
                      <a:pt x="684" y="10"/>
                    </a:lnTo>
                    <a:lnTo>
                      <a:pt x="680" y="10"/>
                    </a:lnTo>
                    <a:lnTo>
                      <a:pt x="669" y="9"/>
                    </a:lnTo>
                    <a:lnTo>
                      <a:pt x="669" y="9"/>
                    </a:lnTo>
                    <a:lnTo>
                      <a:pt x="669" y="9"/>
                    </a:lnTo>
                    <a:lnTo>
                      <a:pt x="669" y="9"/>
                    </a:lnTo>
                    <a:lnTo>
                      <a:pt x="672" y="9"/>
                    </a:lnTo>
                    <a:lnTo>
                      <a:pt x="674" y="9"/>
                    </a:lnTo>
                    <a:lnTo>
                      <a:pt x="674" y="7"/>
                    </a:lnTo>
                    <a:lnTo>
                      <a:pt x="674" y="7"/>
                    </a:lnTo>
                    <a:lnTo>
                      <a:pt x="670" y="6"/>
                    </a:lnTo>
                    <a:lnTo>
                      <a:pt x="669" y="5"/>
                    </a:lnTo>
                    <a:lnTo>
                      <a:pt x="669" y="5"/>
                    </a:lnTo>
                    <a:lnTo>
                      <a:pt x="656" y="9"/>
                    </a:lnTo>
                    <a:lnTo>
                      <a:pt x="656" y="9"/>
                    </a:lnTo>
                    <a:lnTo>
                      <a:pt x="653" y="7"/>
                    </a:lnTo>
                    <a:lnTo>
                      <a:pt x="652" y="7"/>
                    </a:lnTo>
                    <a:lnTo>
                      <a:pt x="649" y="6"/>
                    </a:lnTo>
                    <a:lnTo>
                      <a:pt x="649" y="6"/>
                    </a:lnTo>
                    <a:lnTo>
                      <a:pt x="642" y="6"/>
                    </a:lnTo>
                    <a:lnTo>
                      <a:pt x="639" y="6"/>
                    </a:lnTo>
                    <a:lnTo>
                      <a:pt x="637" y="5"/>
                    </a:lnTo>
                    <a:lnTo>
                      <a:pt x="637" y="5"/>
                    </a:lnTo>
                    <a:lnTo>
                      <a:pt x="637" y="5"/>
                    </a:lnTo>
                    <a:lnTo>
                      <a:pt x="624" y="6"/>
                    </a:lnTo>
                    <a:lnTo>
                      <a:pt x="612" y="5"/>
                    </a:lnTo>
                    <a:lnTo>
                      <a:pt x="612" y="5"/>
                    </a:lnTo>
                    <a:lnTo>
                      <a:pt x="609" y="5"/>
                    </a:lnTo>
                    <a:lnTo>
                      <a:pt x="610" y="3"/>
                    </a:lnTo>
                    <a:lnTo>
                      <a:pt x="612" y="3"/>
                    </a:lnTo>
                    <a:lnTo>
                      <a:pt x="610" y="2"/>
                    </a:lnTo>
                    <a:lnTo>
                      <a:pt x="610" y="2"/>
                    </a:lnTo>
                    <a:lnTo>
                      <a:pt x="607" y="3"/>
                    </a:lnTo>
                    <a:lnTo>
                      <a:pt x="607" y="3"/>
                    </a:lnTo>
                    <a:lnTo>
                      <a:pt x="609" y="5"/>
                    </a:lnTo>
                    <a:lnTo>
                      <a:pt x="606" y="5"/>
                    </a:lnTo>
                    <a:lnTo>
                      <a:pt x="606" y="5"/>
                    </a:lnTo>
                    <a:lnTo>
                      <a:pt x="603" y="5"/>
                    </a:lnTo>
                    <a:lnTo>
                      <a:pt x="602" y="5"/>
                    </a:lnTo>
                    <a:lnTo>
                      <a:pt x="597" y="3"/>
                    </a:lnTo>
                    <a:lnTo>
                      <a:pt x="597" y="3"/>
                    </a:lnTo>
                    <a:lnTo>
                      <a:pt x="593" y="3"/>
                    </a:lnTo>
                    <a:lnTo>
                      <a:pt x="587" y="3"/>
                    </a:lnTo>
                    <a:lnTo>
                      <a:pt x="587" y="3"/>
                    </a:lnTo>
                    <a:lnTo>
                      <a:pt x="589" y="2"/>
                    </a:lnTo>
                    <a:lnTo>
                      <a:pt x="587" y="2"/>
                    </a:lnTo>
                    <a:lnTo>
                      <a:pt x="583" y="0"/>
                    </a:lnTo>
                    <a:lnTo>
                      <a:pt x="583" y="0"/>
                    </a:lnTo>
                    <a:lnTo>
                      <a:pt x="583" y="2"/>
                    </a:lnTo>
                    <a:lnTo>
                      <a:pt x="580" y="2"/>
                    </a:lnTo>
                    <a:lnTo>
                      <a:pt x="580" y="2"/>
                    </a:lnTo>
                    <a:lnTo>
                      <a:pt x="579" y="2"/>
                    </a:lnTo>
                    <a:lnTo>
                      <a:pt x="580" y="2"/>
                    </a:lnTo>
                    <a:lnTo>
                      <a:pt x="585" y="3"/>
                    </a:lnTo>
                    <a:lnTo>
                      <a:pt x="585" y="3"/>
                    </a:lnTo>
                    <a:lnTo>
                      <a:pt x="580" y="3"/>
                    </a:lnTo>
                    <a:lnTo>
                      <a:pt x="575" y="3"/>
                    </a:lnTo>
                    <a:lnTo>
                      <a:pt x="575" y="3"/>
                    </a:lnTo>
                    <a:lnTo>
                      <a:pt x="575" y="3"/>
                    </a:lnTo>
                    <a:lnTo>
                      <a:pt x="576" y="3"/>
                    </a:lnTo>
                    <a:lnTo>
                      <a:pt x="580" y="3"/>
                    </a:lnTo>
                    <a:lnTo>
                      <a:pt x="580" y="3"/>
                    </a:lnTo>
                    <a:lnTo>
                      <a:pt x="580" y="5"/>
                    </a:lnTo>
                    <a:lnTo>
                      <a:pt x="579" y="6"/>
                    </a:lnTo>
                    <a:lnTo>
                      <a:pt x="579" y="6"/>
                    </a:lnTo>
                    <a:lnTo>
                      <a:pt x="575" y="6"/>
                    </a:lnTo>
                    <a:lnTo>
                      <a:pt x="572" y="7"/>
                    </a:lnTo>
                    <a:lnTo>
                      <a:pt x="572" y="7"/>
                    </a:lnTo>
                    <a:lnTo>
                      <a:pt x="570" y="6"/>
                    </a:lnTo>
                    <a:lnTo>
                      <a:pt x="572" y="6"/>
                    </a:lnTo>
                    <a:lnTo>
                      <a:pt x="573" y="5"/>
                    </a:lnTo>
                    <a:lnTo>
                      <a:pt x="573" y="5"/>
                    </a:lnTo>
                    <a:lnTo>
                      <a:pt x="570" y="5"/>
                    </a:lnTo>
                    <a:lnTo>
                      <a:pt x="567" y="7"/>
                    </a:lnTo>
                    <a:lnTo>
                      <a:pt x="567" y="7"/>
                    </a:lnTo>
                    <a:lnTo>
                      <a:pt x="552" y="7"/>
                    </a:lnTo>
                    <a:lnTo>
                      <a:pt x="552" y="7"/>
                    </a:lnTo>
                    <a:lnTo>
                      <a:pt x="553" y="6"/>
                    </a:lnTo>
                    <a:lnTo>
                      <a:pt x="555" y="5"/>
                    </a:lnTo>
                    <a:lnTo>
                      <a:pt x="555" y="5"/>
                    </a:lnTo>
                    <a:lnTo>
                      <a:pt x="547" y="5"/>
                    </a:lnTo>
                    <a:lnTo>
                      <a:pt x="547" y="5"/>
                    </a:lnTo>
                    <a:lnTo>
                      <a:pt x="543" y="5"/>
                    </a:lnTo>
                    <a:lnTo>
                      <a:pt x="539" y="5"/>
                    </a:lnTo>
                    <a:lnTo>
                      <a:pt x="539" y="5"/>
                    </a:lnTo>
                    <a:lnTo>
                      <a:pt x="533" y="3"/>
                    </a:lnTo>
                    <a:lnTo>
                      <a:pt x="523" y="3"/>
                    </a:lnTo>
                    <a:lnTo>
                      <a:pt x="523" y="3"/>
                    </a:lnTo>
                    <a:lnTo>
                      <a:pt x="527" y="3"/>
                    </a:lnTo>
                    <a:lnTo>
                      <a:pt x="529" y="5"/>
                    </a:lnTo>
                    <a:lnTo>
                      <a:pt x="530" y="5"/>
                    </a:lnTo>
                    <a:lnTo>
                      <a:pt x="530" y="5"/>
                    </a:lnTo>
                    <a:lnTo>
                      <a:pt x="525" y="6"/>
                    </a:lnTo>
                    <a:lnTo>
                      <a:pt x="519" y="6"/>
                    </a:lnTo>
                    <a:lnTo>
                      <a:pt x="519" y="6"/>
                    </a:lnTo>
                    <a:lnTo>
                      <a:pt x="519" y="7"/>
                    </a:lnTo>
                    <a:lnTo>
                      <a:pt x="519" y="7"/>
                    </a:lnTo>
                    <a:lnTo>
                      <a:pt x="519" y="7"/>
                    </a:lnTo>
                    <a:lnTo>
                      <a:pt x="516" y="9"/>
                    </a:lnTo>
                    <a:lnTo>
                      <a:pt x="516" y="9"/>
                    </a:lnTo>
                    <a:lnTo>
                      <a:pt x="525" y="7"/>
                    </a:lnTo>
                    <a:lnTo>
                      <a:pt x="529" y="7"/>
                    </a:lnTo>
                    <a:lnTo>
                      <a:pt x="530" y="7"/>
                    </a:lnTo>
                    <a:lnTo>
                      <a:pt x="530" y="7"/>
                    </a:lnTo>
                    <a:lnTo>
                      <a:pt x="532" y="7"/>
                    </a:lnTo>
                    <a:lnTo>
                      <a:pt x="529" y="9"/>
                    </a:lnTo>
                    <a:lnTo>
                      <a:pt x="529" y="9"/>
                    </a:lnTo>
                    <a:lnTo>
                      <a:pt x="526" y="9"/>
                    </a:lnTo>
                    <a:lnTo>
                      <a:pt x="522" y="10"/>
                    </a:lnTo>
                    <a:lnTo>
                      <a:pt x="522" y="10"/>
                    </a:lnTo>
                    <a:lnTo>
                      <a:pt x="519" y="10"/>
                    </a:lnTo>
                    <a:lnTo>
                      <a:pt x="520" y="10"/>
                    </a:lnTo>
                    <a:lnTo>
                      <a:pt x="520" y="9"/>
                    </a:lnTo>
                    <a:lnTo>
                      <a:pt x="519" y="9"/>
                    </a:lnTo>
                    <a:lnTo>
                      <a:pt x="519" y="9"/>
                    </a:lnTo>
                    <a:lnTo>
                      <a:pt x="519" y="10"/>
                    </a:lnTo>
                    <a:lnTo>
                      <a:pt x="516" y="10"/>
                    </a:lnTo>
                    <a:lnTo>
                      <a:pt x="509" y="12"/>
                    </a:lnTo>
                    <a:lnTo>
                      <a:pt x="509" y="12"/>
                    </a:lnTo>
                    <a:lnTo>
                      <a:pt x="508" y="13"/>
                    </a:lnTo>
                    <a:lnTo>
                      <a:pt x="509" y="13"/>
                    </a:lnTo>
                    <a:lnTo>
                      <a:pt x="513" y="12"/>
                    </a:lnTo>
                    <a:lnTo>
                      <a:pt x="513" y="12"/>
                    </a:lnTo>
                    <a:lnTo>
                      <a:pt x="508" y="15"/>
                    </a:lnTo>
                    <a:lnTo>
                      <a:pt x="508" y="15"/>
                    </a:lnTo>
                    <a:lnTo>
                      <a:pt x="503" y="13"/>
                    </a:lnTo>
                    <a:lnTo>
                      <a:pt x="502" y="13"/>
                    </a:lnTo>
                    <a:lnTo>
                      <a:pt x="502" y="13"/>
                    </a:lnTo>
                    <a:lnTo>
                      <a:pt x="502" y="13"/>
                    </a:lnTo>
                    <a:lnTo>
                      <a:pt x="496" y="15"/>
                    </a:lnTo>
                    <a:lnTo>
                      <a:pt x="493" y="15"/>
                    </a:lnTo>
                    <a:lnTo>
                      <a:pt x="493" y="15"/>
                    </a:lnTo>
                    <a:lnTo>
                      <a:pt x="493" y="15"/>
                    </a:lnTo>
                    <a:lnTo>
                      <a:pt x="493" y="15"/>
                    </a:lnTo>
                    <a:lnTo>
                      <a:pt x="490" y="15"/>
                    </a:lnTo>
                    <a:lnTo>
                      <a:pt x="489" y="16"/>
                    </a:lnTo>
                    <a:lnTo>
                      <a:pt x="489" y="16"/>
                    </a:lnTo>
                    <a:lnTo>
                      <a:pt x="486" y="17"/>
                    </a:lnTo>
                    <a:lnTo>
                      <a:pt x="482" y="19"/>
                    </a:lnTo>
                    <a:lnTo>
                      <a:pt x="482" y="19"/>
                    </a:lnTo>
                    <a:lnTo>
                      <a:pt x="482" y="17"/>
                    </a:lnTo>
                    <a:lnTo>
                      <a:pt x="483" y="17"/>
                    </a:lnTo>
                    <a:lnTo>
                      <a:pt x="486" y="16"/>
                    </a:lnTo>
                    <a:lnTo>
                      <a:pt x="486" y="16"/>
                    </a:lnTo>
                    <a:lnTo>
                      <a:pt x="475" y="17"/>
                    </a:lnTo>
                    <a:lnTo>
                      <a:pt x="470" y="19"/>
                    </a:lnTo>
                    <a:lnTo>
                      <a:pt x="468" y="20"/>
                    </a:lnTo>
                    <a:lnTo>
                      <a:pt x="468" y="20"/>
                    </a:lnTo>
                    <a:lnTo>
                      <a:pt x="462" y="22"/>
                    </a:lnTo>
                    <a:lnTo>
                      <a:pt x="460" y="20"/>
                    </a:lnTo>
                    <a:lnTo>
                      <a:pt x="462" y="20"/>
                    </a:lnTo>
                    <a:lnTo>
                      <a:pt x="462" y="20"/>
                    </a:lnTo>
                    <a:lnTo>
                      <a:pt x="459" y="20"/>
                    </a:lnTo>
                    <a:lnTo>
                      <a:pt x="459" y="20"/>
                    </a:lnTo>
                    <a:lnTo>
                      <a:pt x="455" y="23"/>
                    </a:lnTo>
                    <a:lnTo>
                      <a:pt x="455" y="23"/>
                    </a:lnTo>
                    <a:lnTo>
                      <a:pt x="448" y="26"/>
                    </a:lnTo>
                    <a:lnTo>
                      <a:pt x="448" y="26"/>
                    </a:lnTo>
                    <a:lnTo>
                      <a:pt x="440" y="29"/>
                    </a:lnTo>
                    <a:lnTo>
                      <a:pt x="438" y="33"/>
                    </a:lnTo>
                    <a:lnTo>
                      <a:pt x="438" y="33"/>
                    </a:lnTo>
                    <a:lnTo>
                      <a:pt x="429" y="36"/>
                    </a:lnTo>
                    <a:lnTo>
                      <a:pt x="429" y="36"/>
                    </a:lnTo>
                    <a:lnTo>
                      <a:pt x="428" y="36"/>
                    </a:lnTo>
                    <a:lnTo>
                      <a:pt x="429" y="35"/>
                    </a:lnTo>
                    <a:lnTo>
                      <a:pt x="429" y="33"/>
                    </a:lnTo>
                    <a:lnTo>
                      <a:pt x="426" y="33"/>
                    </a:lnTo>
                    <a:lnTo>
                      <a:pt x="426" y="33"/>
                    </a:lnTo>
                    <a:lnTo>
                      <a:pt x="432" y="32"/>
                    </a:lnTo>
                    <a:lnTo>
                      <a:pt x="432" y="32"/>
                    </a:lnTo>
                    <a:lnTo>
                      <a:pt x="436" y="30"/>
                    </a:lnTo>
                    <a:lnTo>
                      <a:pt x="436" y="30"/>
                    </a:lnTo>
                    <a:lnTo>
                      <a:pt x="440" y="27"/>
                    </a:lnTo>
                    <a:lnTo>
                      <a:pt x="440" y="27"/>
                    </a:lnTo>
                    <a:lnTo>
                      <a:pt x="438" y="27"/>
                    </a:lnTo>
                    <a:lnTo>
                      <a:pt x="438" y="27"/>
                    </a:lnTo>
                    <a:lnTo>
                      <a:pt x="438" y="27"/>
                    </a:lnTo>
                    <a:lnTo>
                      <a:pt x="439" y="27"/>
                    </a:lnTo>
                    <a:lnTo>
                      <a:pt x="439" y="27"/>
                    </a:lnTo>
                    <a:lnTo>
                      <a:pt x="433" y="30"/>
                    </a:lnTo>
                    <a:lnTo>
                      <a:pt x="429" y="30"/>
                    </a:lnTo>
                    <a:lnTo>
                      <a:pt x="429" y="30"/>
                    </a:lnTo>
                    <a:lnTo>
                      <a:pt x="428" y="30"/>
                    </a:lnTo>
                    <a:lnTo>
                      <a:pt x="429" y="30"/>
                    </a:lnTo>
                    <a:lnTo>
                      <a:pt x="429" y="30"/>
                    </a:lnTo>
                    <a:lnTo>
                      <a:pt x="433" y="27"/>
                    </a:lnTo>
                    <a:lnTo>
                      <a:pt x="433" y="27"/>
                    </a:lnTo>
                    <a:lnTo>
                      <a:pt x="431" y="29"/>
                    </a:lnTo>
                    <a:lnTo>
                      <a:pt x="429" y="29"/>
                    </a:lnTo>
                    <a:lnTo>
                      <a:pt x="429" y="29"/>
                    </a:lnTo>
                    <a:lnTo>
                      <a:pt x="426" y="30"/>
                    </a:lnTo>
                    <a:lnTo>
                      <a:pt x="423" y="30"/>
                    </a:lnTo>
                    <a:lnTo>
                      <a:pt x="423" y="30"/>
                    </a:lnTo>
                    <a:lnTo>
                      <a:pt x="421" y="33"/>
                    </a:lnTo>
                    <a:lnTo>
                      <a:pt x="415" y="35"/>
                    </a:lnTo>
                    <a:lnTo>
                      <a:pt x="402" y="37"/>
                    </a:lnTo>
                    <a:lnTo>
                      <a:pt x="402" y="37"/>
                    </a:lnTo>
                    <a:lnTo>
                      <a:pt x="398" y="40"/>
                    </a:lnTo>
                    <a:lnTo>
                      <a:pt x="398" y="40"/>
                    </a:lnTo>
                    <a:lnTo>
                      <a:pt x="399" y="42"/>
                    </a:lnTo>
                    <a:lnTo>
                      <a:pt x="403" y="40"/>
                    </a:lnTo>
                    <a:lnTo>
                      <a:pt x="403" y="40"/>
                    </a:lnTo>
                    <a:lnTo>
                      <a:pt x="403" y="39"/>
                    </a:lnTo>
                    <a:lnTo>
                      <a:pt x="405" y="39"/>
                    </a:lnTo>
                    <a:lnTo>
                      <a:pt x="411" y="37"/>
                    </a:lnTo>
                    <a:lnTo>
                      <a:pt x="411" y="37"/>
                    </a:lnTo>
                    <a:lnTo>
                      <a:pt x="409" y="37"/>
                    </a:lnTo>
                    <a:lnTo>
                      <a:pt x="406" y="39"/>
                    </a:lnTo>
                    <a:lnTo>
                      <a:pt x="406" y="39"/>
                    </a:lnTo>
                    <a:lnTo>
                      <a:pt x="409" y="39"/>
                    </a:lnTo>
                    <a:lnTo>
                      <a:pt x="415" y="37"/>
                    </a:lnTo>
                    <a:lnTo>
                      <a:pt x="426" y="33"/>
                    </a:lnTo>
                    <a:lnTo>
                      <a:pt x="426" y="33"/>
                    </a:lnTo>
                    <a:lnTo>
                      <a:pt x="411" y="39"/>
                    </a:lnTo>
                    <a:lnTo>
                      <a:pt x="411" y="39"/>
                    </a:lnTo>
                    <a:lnTo>
                      <a:pt x="402" y="43"/>
                    </a:lnTo>
                    <a:lnTo>
                      <a:pt x="402" y="43"/>
                    </a:lnTo>
                    <a:lnTo>
                      <a:pt x="393" y="46"/>
                    </a:lnTo>
                    <a:lnTo>
                      <a:pt x="393" y="46"/>
                    </a:lnTo>
                    <a:lnTo>
                      <a:pt x="376" y="53"/>
                    </a:lnTo>
                    <a:lnTo>
                      <a:pt x="376" y="53"/>
                    </a:lnTo>
                    <a:lnTo>
                      <a:pt x="372" y="55"/>
                    </a:lnTo>
                    <a:lnTo>
                      <a:pt x="372" y="55"/>
                    </a:lnTo>
                    <a:lnTo>
                      <a:pt x="368" y="56"/>
                    </a:lnTo>
                    <a:lnTo>
                      <a:pt x="368" y="56"/>
                    </a:lnTo>
                    <a:lnTo>
                      <a:pt x="361" y="60"/>
                    </a:lnTo>
                    <a:lnTo>
                      <a:pt x="361" y="60"/>
                    </a:lnTo>
                    <a:lnTo>
                      <a:pt x="361" y="60"/>
                    </a:lnTo>
                    <a:lnTo>
                      <a:pt x="361" y="60"/>
                    </a:lnTo>
                    <a:lnTo>
                      <a:pt x="362" y="59"/>
                    </a:lnTo>
                    <a:lnTo>
                      <a:pt x="362" y="59"/>
                    </a:lnTo>
                    <a:lnTo>
                      <a:pt x="358" y="60"/>
                    </a:lnTo>
                    <a:lnTo>
                      <a:pt x="353" y="63"/>
                    </a:lnTo>
                    <a:lnTo>
                      <a:pt x="353" y="63"/>
                    </a:lnTo>
                    <a:lnTo>
                      <a:pt x="352" y="63"/>
                    </a:lnTo>
                    <a:lnTo>
                      <a:pt x="351" y="63"/>
                    </a:lnTo>
                    <a:lnTo>
                      <a:pt x="345" y="66"/>
                    </a:lnTo>
                    <a:lnTo>
                      <a:pt x="345" y="66"/>
                    </a:lnTo>
                    <a:lnTo>
                      <a:pt x="345" y="66"/>
                    </a:lnTo>
                    <a:lnTo>
                      <a:pt x="345" y="65"/>
                    </a:lnTo>
                    <a:lnTo>
                      <a:pt x="346" y="63"/>
                    </a:lnTo>
                    <a:lnTo>
                      <a:pt x="348" y="62"/>
                    </a:lnTo>
                    <a:lnTo>
                      <a:pt x="345" y="63"/>
                    </a:lnTo>
                    <a:lnTo>
                      <a:pt x="345" y="63"/>
                    </a:lnTo>
                    <a:lnTo>
                      <a:pt x="341" y="66"/>
                    </a:lnTo>
                    <a:lnTo>
                      <a:pt x="332" y="70"/>
                    </a:lnTo>
                    <a:lnTo>
                      <a:pt x="332" y="70"/>
                    </a:lnTo>
                    <a:lnTo>
                      <a:pt x="326" y="75"/>
                    </a:lnTo>
                    <a:lnTo>
                      <a:pt x="324" y="76"/>
                    </a:lnTo>
                    <a:lnTo>
                      <a:pt x="319" y="77"/>
                    </a:lnTo>
                    <a:lnTo>
                      <a:pt x="319" y="77"/>
                    </a:lnTo>
                    <a:lnTo>
                      <a:pt x="315" y="80"/>
                    </a:lnTo>
                    <a:lnTo>
                      <a:pt x="315" y="80"/>
                    </a:lnTo>
                    <a:lnTo>
                      <a:pt x="309" y="85"/>
                    </a:lnTo>
                    <a:lnTo>
                      <a:pt x="309" y="85"/>
                    </a:lnTo>
                    <a:lnTo>
                      <a:pt x="299" y="87"/>
                    </a:lnTo>
                    <a:lnTo>
                      <a:pt x="288" y="95"/>
                    </a:lnTo>
                    <a:lnTo>
                      <a:pt x="288" y="95"/>
                    </a:lnTo>
                    <a:lnTo>
                      <a:pt x="275" y="103"/>
                    </a:lnTo>
                    <a:lnTo>
                      <a:pt x="261" y="112"/>
                    </a:lnTo>
                    <a:lnTo>
                      <a:pt x="261" y="112"/>
                    </a:lnTo>
                    <a:lnTo>
                      <a:pt x="261" y="112"/>
                    </a:lnTo>
                    <a:lnTo>
                      <a:pt x="259" y="115"/>
                    </a:lnTo>
                    <a:lnTo>
                      <a:pt x="258" y="116"/>
                    </a:lnTo>
                    <a:lnTo>
                      <a:pt x="255" y="116"/>
                    </a:lnTo>
                    <a:lnTo>
                      <a:pt x="255" y="116"/>
                    </a:lnTo>
                    <a:lnTo>
                      <a:pt x="252" y="119"/>
                    </a:lnTo>
                    <a:lnTo>
                      <a:pt x="254" y="120"/>
                    </a:lnTo>
                    <a:lnTo>
                      <a:pt x="254" y="120"/>
                    </a:lnTo>
                    <a:lnTo>
                      <a:pt x="249" y="123"/>
                    </a:lnTo>
                    <a:lnTo>
                      <a:pt x="249" y="123"/>
                    </a:lnTo>
                    <a:lnTo>
                      <a:pt x="249" y="122"/>
                    </a:lnTo>
                    <a:lnTo>
                      <a:pt x="251" y="117"/>
                    </a:lnTo>
                    <a:lnTo>
                      <a:pt x="251" y="117"/>
                    </a:lnTo>
                    <a:lnTo>
                      <a:pt x="248" y="120"/>
                    </a:lnTo>
                    <a:lnTo>
                      <a:pt x="248" y="122"/>
                    </a:lnTo>
                    <a:lnTo>
                      <a:pt x="247" y="123"/>
                    </a:lnTo>
                    <a:lnTo>
                      <a:pt x="244" y="125"/>
                    </a:lnTo>
                    <a:lnTo>
                      <a:pt x="244" y="125"/>
                    </a:lnTo>
                    <a:lnTo>
                      <a:pt x="244" y="126"/>
                    </a:lnTo>
                    <a:lnTo>
                      <a:pt x="242" y="127"/>
                    </a:lnTo>
                    <a:lnTo>
                      <a:pt x="237" y="132"/>
                    </a:lnTo>
                    <a:lnTo>
                      <a:pt x="237" y="132"/>
                    </a:lnTo>
                    <a:lnTo>
                      <a:pt x="235" y="132"/>
                    </a:lnTo>
                    <a:lnTo>
                      <a:pt x="235" y="132"/>
                    </a:lnTo>
                    <a:lnTo>
                      <a:pt x="238" y="127"/>
                    </a:lnTo>
                    <a:lnTo>
                      <a:pt x="238" y="127"/>
                    </a:lnTo>
                    <a:lnTo>
                      <a:pt x="234" y="130"/>
                    </a:lnTo>
                    <a:lnTo>
                      <a:pt x="234" y="130"/>
                    </a:lnTo>
                    <a:lnTo>
                      <a:pt x="231" y="135"/>
                    </a:lnTo>
                    <a:lnTo>
                      <a:pt x="231" y="135"/>
                    </a:lnTo>
                    <a:lnTo>
                      <a:pt x="222" y="140"/>
                    </a:lnTo>
                    <a:lnTo>
                      <a:pt x="222" y="140"/>
                    </a:lnTo>
                    <a:lnTo>
                      <a:pt x="217" y="147"/>
                    </a:lnTo>
                    <a:lnTo>
                      <a:pt x="211" y="154"/>
                    </a:lnTo>
                    <a:lnTo>
                      <a:pt x="211" y="154"/>
                    </a:lnTo>
                    <a:lnTo>
                      <a:pt x="207" y="157"/>
                    </a:lnTo>
                    <a:lnTo>
                      <a:pt x="204" y="160"/>
                    </a:lnTo>
                    <a:lnTo>
                      <a:pt x="204" y="160"/>
                    </a:lnTo>
                    <a:lnTo>
                      <a:pt x="202" y="160"/>
                    </a:lnTo>
                    <a:lnTo>
                      <a:pt x="202" y="159"/>
                    </a:lnTo>
                    <a:lnTo>
                      <a:pt x="202" y="157"/>
                    </a:lnTo>
                    <a:lnTo>
                      <a:pt x="201" y="159"/>
                    </a:lnTo>
                    <a:lnTo>
                      <a:pt x="201" y="159"/>
                    </a:lnTo>
                    <a:lnTo>
                      <a:pt x="199" y="162"/>
                    </a:lnTo>
                    <a:lnTo>
                      <a:pt x="201" y="162"/>
                    </a:lnTo>
                    <a:lnTo>
                      <a:pt x="201" y="162"/>
                    </a:lnTo>
                    <a:lnTo>
                      <a:pt x="198" y="166"/>
                    </a:lnTo>
                    <a:lnTo>
                      <a:pt x="195" y="169"/>
                    </a:lnTo>
                    <a:lnTo>
                      <a:pt x="195" y="169"/>
                    </a:lnTo>
                    <a:lnTo>
                      <a:pt x="194" y="169"/>
                    </a:lnTo>
                    <a:lnTo>
                      <a:pt x="194" y="169"/>
                    </a:lnTo>
                    <a:lnTo>
                      <a:pt x="194" y="166"/>
                    </a:lnTo>
                    <a:lnTo>
                      <a:pt x="199" y="160"/>
                    </a:lnTo>
                    <a:lnTo>
                      <a:pt x="199" y="160"/>
                    </a:lnTo>
                    <a:lnTo>
                      <a:pt x="198" y="160"/>
                    </a:lnTo>
                    <a:lnTo>
                      <a:pt x="199" y="159"/>
                    </a:lnTo>
                    <a:lnTo>
                      <a:pt x="199" y="159"/>
                    </a:lnTo>
                    <a:lnTo>
                      <a:pt x="187" y="167"/>
                    </a:lnTo>
                    <a:lnTo>
                      <a:pt x="187" y="167"/>
                    </a:lnTo>
                    <a:lnTo>
                      <a:pt x="184" y="170"/>
                    </a:lnTo>
                    <a:lnTo>
                      <a:pt x="184" y="170"/>
                    </a:lnTo>
                    <a:lnTo>
                      <a:pt x="181" y="173"/>
                    </a:lnTo>
                    <a:lnTo>
                      <a:pt x="181" y="173"/>
                    </a:lnTo>
                    <a:lnTo>
                      <a:pt x="175" y="180"/>
                    </a:lnTo>
                    <a:lnTo>
                      <a:pt x="175" y="180"/>
                    </a:lnTo>
                    <a:lnTo>
                      <a:pt x="175" y="182"/>
                    </a:lnTo>
                    <a:lnTo>
                      <a:pt x="175" y="179"/>
                    </a:lnTo>
                    <a:lnTo>
                      <a:pt x="175" y="177"/>
                    </a:lnTo>
                    <a:lnTo>
                      <a:pt x="174" y="179"/>
                    </a:lnTo>
                    <a:lnTo>
                      <a:pt x="174" y="179"/>
                    </a:lnTo>
                    <a:lnTo>
                      <a:pt x="171" y="182"/>
                    </a:lnTo>
                    <a:lnTo>
                      <a:pt x="167" y="186"/>
                    </a:lnTo>
                    <a:lnTo>
                      <a:pt x="167" y="186"/>
                    </a:lnTo>
                    <a:lnTo>
                      <a:pt x="162" y="192"/>
                    </a:lnTo>
                    <a:lnTo>
                      <a:pt x="162" y="192"/>
                    </a:lnTo>
                    <a:lnTo>
                      <a:pt x="158" y="196"/>
                    </a:lnTo>
                    <a:lnTo>
                      <a:pt x="158" y="196"/>
                    </a:lnTo>
                    <a:lnTo>
                      <a:pt x="157" y="200"/>
                    </a:lnTo>
                    <a:lnTo>
                      <a:pt x="157" y="200"/>
                    </a:lnTo>
                    <a:lnTo>
                      <a:pt x="155" y="199"/>
                    </a:lnTo>
                    <a:lnTo>
                      <a:pt x="154" y="199"/>
                    </a:lnTo>
                    <a:lnTo>
                      <a:pt x="154" y="199"/>
                    </a:lnTo>
                    <a:lnTo>
                      <a:pt x="152" y="202"/>
                    </a:lnTo>
                    <a:lnTo>
                      <a:pt x="152" y="203"/>
                    </a:lnTo>
                    <a:lnTo>
                      <a:pt x="152" y="203"/>
                    </a:lnTo>
                    <a:lnTo>
                      <a:pt x="151" y="203"/>
                    </a:lnTo>
                    <a:lnTo>
                      <a:pt x="151" y="203"/>
                    </a:lnTo>
                    <a:lnTo>
                      <a:pt x="151" y="203"/>
                    </a:lnTo>
                    <a:lnTo>
                      <a:pt x="151" y="203"/>
                    </a:lnTo>
                    <a:lnTo>
                      <a:pt x="147" y="207"/>
                    </a:lnTo>
                    <a:lnTo>
                      <a:pt x="145" y="210"/>
                    </a:lnTo>
                    <a:lnTo>
                      <a:pt x="145" y="210"/>
                    </a:lnTo>
                    <a:lnTo>
                      <a:pt x="145" y="210"/>
                    </a:lnTo>
                    <a:lnTo>
                      <a:pt x="142" y="213"/>
                    </a:lnTo>
                    <a:lnTo>
                      <a:pt x="142" y="213"/>
                    </a:lnTo>
                    <a:lnTo>
                      <a:pt x="142" y="213"/>
                    </a:lnTo>
                    <a:lnTo>
                      <a:pt x="142" y="212"/>
                    </a:lnTo>
                    <a:lnTo>
                      <a:pt x="144" y="210"/>
                    </a:lnTo>
                    <a:lnTo>
                      <a:pt x="144" y="210"/>
                    </a:lnTo>
                    <a:lnTo>
                      <a:pt x="141" y="213"/>
                    </a:lnTo>
                    <a:lnTo>
                      <a:pt x="141" y="213"/>
                    </a:lnTo>
                    <a:lnTo>
                      <a:pt x="137" y="217"/>
                    </a:lnTo>
                    <a:lnTo>
                      <a:pt x="137" y="217"/>
                    </a:lnTo>
                    <a:lnTo>
                      <a:pt x="131" y="224"/>
                    </a:lnTo>
                    <a:lnTo>
                      <a:pt x="131" y="224"/>
                    </a:lnTo>
                    <a:lnTo>
                      <a:pt x="124" y="232"/>
                    </a:lnTo>
                    <a:lnTo>
                      <a:pt x="121" y="237"/>
                    </a:lnTo>
                    <a:lnTo>
                      <a:pt x="121" y="237"/>
                    </a:lnTo>
                    <a:lnTo>
                      <a:pt x="115" y="244"/>
                    </a:lnTo>
                    <a:lnTo>
                      <a:pt x="111" y="249"/>
                    </a:lnTo>
                    <a:lnTo>
                      <a:pt x="111" y="249"/>
                    </a:lnTo>
                    <a:lnTo>
                      <a:pt x="108" y="257"/>
                    </a:lnTo>
                    <a:lnTo>
                      <a:pt x="104" y="266"/>
                    </a:lnTo>
                    <a:lnTo>
                      <a:pt x="104" y="266"/>
                    </a:lnTo>
                    <a:lnTo>
                      <a:pt x="110" y="260"/>
                    </a:lnTo>
                    <a:lnTo>
                      <a:pt x="110" y="260"/>
                    </a:lnTo>
                    <a:lnTo>
                      <a:pt x="105" y="264"/>
                    </a:lnTo>
                    <a:lnTo>
                      <a:pt x="105" y="264"/>
                    </a:lnTo>
                    <a:lnTo>
                      <a:pt x="102" y="269"/>
                    </a:lnTo>
                    <a:lnTo>
                      <a:pt x="102" y="269"/>
                    </a:lnTo>
                    <a:lnTo>
                      <a:pt x="102" y="269"/>
                    </a:lnTo>
                    <a:lnTo>
                      <a:pt x="102" y="267"/>
                    </a:lnTo>
                    <a:lnTo>
                      <a:pt x="104" y="266"/>
                    </a:lnTo>
                    <a:lnTo>
                      <a:pt x="104" y="266"/>
                    </a:lnTo>
                    <a:lnTo>
                      <a:pt x="90" y="283"/>
                    </a:lnTo>
                    <a:lnTo>
                      <a:pt x="90" y="283"/>
                    </a:lnTo>
                    <a:lnTo>
                      <a:pt x="90" y="283"/>
                    </a:lnTo>
                    <a:lnTo>
                      <a:pt x="90" y="283"/>
                    </a:lnTo>
                    <a:lnTo>
                      <a:pt x="90" y="280"/>
                    </a:lnTo>
                    <a:lnTo>
                      <a:pt x="90" y="280"/>
                    </a:lnTo>
                    <a:lnTo>
                      <a:pt x="87" y="284"/>
                    </a:lnTo>
                    <a:lnTo>
                      <a:pt x="84" y="290"/>
                    </a:lnTo>
                    <a:lnTo>
                      <a:pt x="84" y="290"/>
                    </a:lnTo>
                    <a:lnTo>
                      <a:pt x="84" y="292"/>
                    </a:lnTo>
                    <a:lnTo>
                      <a:pt x="82" y="296"/>
                    </a:lnTo>
                    <a:lnTo>
                      <a:pt x="77" y="304"/>
                    </a:lnTo>
                    <a:lnTo>
                      <a:pt x="77" y="304"/>
                    </a:lnTo>
                    <a:lnTo>
                      <a:pt x="70" y="314"/>
                    </a:lnTo>
                    <a:lnTo>
                      <a:pt x="70" y="314"/>
                    </a:lnTo>
                    <a:lnTo>
                      <a:pt x="65" y="324"/>
                    </a:lnTo>
                    <a:lnTo>
                      <a:pt x="70" y="316"/>
                    </a:lnTo>
                    <a:lnTo>
                      <a:pt x="70" y="316"/>
                    </a:lnTo>
                    <a:lnTo>
                      <a:pt x="75" y="306"/>
                    </a:lnTo>
                    <a:lnTo>
                      <a:pt x="75" y="306"/>
                    </a:lnTo>
                    <a:lnTo>
                      <a:pt x="87" y="289"/>
                    </a:lnTo>
                    <a:lnTo>
                      <a:pt x="87" y="289"/>
                    </a:lnTo>
                    <a:lnTo>
                      <a:pt x="84" y="296"/>
                    </a:lnTo>
                    <a:lnTo>
                      <a:pt x="80" y="301"/>
                    </a:lnTo>
                    <a:lnTo>
                      <a:pt x="80" y="301"/>
                    </a:lnTo>
                    <a:lnTo>
                      <a:pt x="81" y="301"/>
                    </a:lnTo>
                    <a:lnTo>
                      <a:pt x="82" y="300"/>
                    </a:lnTo>
                    <a:lnTo>
                      <a:pt x="85" y="294"/>
                    </a:lnTo>
                    <a:lnTo>
                      <a:pt x="85" y="294"/>
                    </a:lnTo>
                    <a:lnTo>
                      <a:pt x="82" y="303"/>
                    </a:lnTo>
                    <a:lnTo>
                      <a:pt x="82" y="303"/>
                    </a:lnTo>
                    <a:lnTo>
                      <a:pt x="81" y="303"/>
                    </a:lnTo>
                    <a:lnTo>
                      <a:pt x="80" y="304"/>
                    </a:lnTo>
                    <a:lnTo>
                      <a:pt x="80" y="304"/>
                    </a:lnTo>
                    <a:lnTo>
                      <a:pt x="77" y="310"/>
                    </a:lnTo>
                    <a:lnTo>
                      <a:pt x="77" y="314"/>
                    </a:lnTo>
                    <a:lnTo>
                      <a:pt x="77" y="314"/>
                    </a:lnTo>
                    <a:lnTo>
                      <a:pt x="74" y="319"/>
                    </a:lnTo>
                    <a:lnTo>
                      <a:pt x="71" y="324"/>
                    </a:lnTo>
                    <a:lnTo>
                      <a:pt x="71" y="324"/>
                    </a:lnTo>
                    <a:lnTo>
                      <a:pt x="71" y="323"/>
                    </a:lnTo>
                    <a:lnTo>
                      <a:pt x="72" y="320"/>
                    </a:lnTo>
                    <a:lnTo>
                      <a:pt x="72" y="320"/>
                    </a:lnTo>
                    <a:lnTo>
                      <a:pt x="74" y="317"/>
                    </a:lnTo>
                    <a:lnTo>
                      <a:pt x="74" y="317"/>
                    </a:lnTo>
                    <a:lnTo>
                      <a:pt x="74" y="313"/>
                    </a:lnTo>
                    <a:lnTo>
                      <a:pt x="74" y="313"/>
                    </a:lnTo>
                    <a:lnTo>
                      <a:pt x="72" y="314"/>
                    </a:lnTo>
                    <a:lnTo>
                      <a:pt x="72" y="314"/>
                    </a:lnTo>
                    <a:lnTo>
                      <a:pt x="72" y="313"/>
                    </a:lnTo>
                    <a:lnTo>
                      <a:pt x="72" y="313"/>
                    </a:lnTo>
                    <a:lnTo>
                      <a:pt x="71" y="320"/>
                    </a:lnTo>
                    <a:lnTo>
                      <a:pt x="70" y="326"/>
                    </a:lnTo>
                    <a:lnTo>
                      <a:pt x="65" y="330"/>
                    </a:lnTo>
                    <a:lnTo>
                      <a:pt x="65" y="330"/>
                    </a:lnTo>
                    <a:lnTo>
                      <a:pt x="65" y="331"/>
                    </a:lnTo>
                    <a:lnTo>
                      <a:pt x="65" y="330"/>
                    </a:lnTo>
                    <a:lnTo>
                      <a:pt x="65" y="327"/>
                    </a:lnTo>
                    <a:lnTo>
                      <a:pt x="65" y="327"/>
                    </a:lnTo>
                    <a:lnTo>
                      <a:pt x="64" y="330"/>
                    </a:lnTo>
                    <a:lnTo>
                      <a:pt x="63" y="334"/>
                    </a:lnTo>
                    <a:lnTo>
                      <a:pt x="61" y="339"/>
                    </a:lnTo>
                    <a:lnTo>
                      <a:pt x="60" y="343"/>
                    </a:lnTo>
                    <a:lnTo>
                      <a:pt x="60" y="343"/>
                    </a:lnTo>
                    <a:lnTo>
                      <a:pt x="58" y="344"/>
                    </a:lnTo>
                    <a:lnTo>
                      <a:pt x="58" y="343"/>
                    </a:lnTo>
                    <a:lnTo>
                      <a:pt x="57" y="343"/>
                    </a:lnTo>
                    <a:lnTo>
                      <a:pt x="55" y="344"/>
                    </a:lnTo>
                    <a:lnTo>
                      <a:pt x="55" y="344"/>
                    </a:lnTo>
                    <a:lnTo>
                      <a:pt x="55" y="344"/>
                    </a:lnTo>
                    <a:lnTo>
                      <a:pt x="57" y="344"/>
                    </a:lnTo>
                    <a:lnTo>
                      <a:pt x="57" y="344"/>
                    </a:lnTo>
                    <a:lnTo>
                      <a:pt x="55" y="347"/>
                    </a:lnTo>
                    <a:lnTo>
                      <a:pt x="55" y="349"/>
                    </a:lnTo>
                    <a:lnTo>
                      <a:pt x="55" y="350"/>
                    </a:lnTo>
                    <a:lnTo>
                      <a:pt x="55" y="350"/>
                    </a:lnTo>
                    <a:lnTo>
                      <a:pt x="54" y="354"/>
                    </a:lnTo>
                    <a:lnTo>
                      <a:pt x="53" y="357"/>
                    </a:lnTo>
                    <a:lnTo>
                      <a:pt x="53" y="357"/>
                    </a:lnTo>
                    <a:lnTo>
                      <a:pt x="53" y="357"/>
                    </a:lnTo>
                    <a:lnTo>
                      <a:pt x="51" y="361"/>
                    </a:lnTo>
                    <a:lnTo>
                      <a:pt x="50" y="364"/>
                    </a:lnTo>
                    <a:lnTo>
                      <a:pt x="50" y="364"/>
                    </a:lnTo>
                    <a:lnTo>
                      <a:pt x="50" y="360"/>
                    </a:lnTo>
                    <a:lnTo>
                      <a:pt x="50" y="359"/>
                    </a:lnTo>
                    <a:lnTo>
                      <a:pt x="48" y="357"/>
                    </a:lnTo>
                    <a:lnTo>
                      <a:pt x="48" y="357"/>
                    </a:lnTo>
                    <a:lnTo>
                      <a:pt x="45" y="369"/>
                    </a:lnTo>
                    <a:lnTo>
                      <a:pt x="45" y="369"/>
                    </a:lnTo>
                    <a:lnTo>
                      <a:pt x="44" y="370"/>
                    </a:lnTo>
                    <a:lnTo>
                      <a:pt x="43" y="371"/>
                    </a:lnTo>
                    <a:lnTo>
                      <a:pt x="43" y="371"/>
                    </a:lnTo>
                    <a:lnTo>
                      <a:pt x="34" y="391"/>
                    </a:lnTo>
                    <a:lnTo>
                      <a:pt x="34" y="391"/>
                    </a:lnTo>
                    <a:lnTo>
                      <a:pt x="33" y="391"/>
                    </a:lnTo>
                    <a:lnTo>
                      <a:pt x="34" y="390"/>
                    </a:lnTo>
                    <a:lnTo>
                      <a:pt x="34" y="384"/>
                    </a:lnTo>
                    <a:lnTo>
                      <a:pt x="34" y="384"/>
                    </a:lnTo>
                    <a:lnTo>
                      <a:pt x="33" y="390"/>
                    </a:lnTo>
                    <a:lnTo>
                      <a:pt x="31" y="394"/>
                    </a:lnTo>
                    <a:lnTo>
                      <a:pt x="31" y="399"/>
                    </a:lnTo>
                    <a:lnTo>
                      <a:pt x="28" y="404"/>
                    </a:lnTo>
                    <a:lnTo>
                      <a:pt x="28" y="404"/>
                    </a:lnTo>
                    <a:lnTo>
                      <a:pt x="27" y="409"/>
                    </a:lnTo>
                    <a:lnTo>
                      <a:pt x="27" y="411"/>
                    </a:lnTo>
                    <a:lnTo>
                      <a:pt x="27" y="411"/>
                    </a:lnTo>
                    <a:lnTo>
                      <a:pt x="27" y="413"/>
                    </a:lnTo>
                    <a:lnTo>
                      <a:pt x="27" y="411"/>
                    </a:lnTo>
                    <a:lnTo>
                      <a:pt x="30" y="407"/>
                    </a:lnTo>
                    <a:lnTo>
                      <a:pt x="30" y="407"/>
                    </a:lnTo>
                    <a:lnTo>
                      <a:pt x="28" y="411"/>
                    </a:lnTo>
                    <a:lnTo>
                      <a:pt x="28" y="411"/>
                    </a:lnTo>
                    <a:lnTo>
                      <a:pt x="24" y="421"/>
                    </a:lnTo>
                    <a:lnTo>
                      <a:pt x="24" y="421"/>
                    </a:lnTo>
                    <a:lnTo>
                      <a:pt x="23" y="426"/>
                    </a:lnTo>
                    <a:lnTo>
                      <a:pt x="23" y="426"/>
                    </a:lnTo>
                    <a:lnTo>
                      <a:pt x="21" y="431"/>
                    </a:lnTo>
                    <a:lnTo>
                      <a:pt x="21" y="431"/>
                    </a:lnTo>
                    <a:lnTo>
                      <a:pt x="20" y="429"/>
                    </a:lnTo>
                    <a:lnTo>
                      <a:pt x="21" y="426"/>
                    </a:lnTo>
                    <a:lnTo>
                      <a:pt x="21" y="426"/>
                    </a:lnTo>
                    <a:lnTo>
                      <a:pt x="24" y="419"/>
                    </a:lnTo>
                    <a:lnTo>
                      <a:pt x="24" y="419"/>
                    </a:lnTo>
                    <a:lnTo>
                      <a:pt x="27" y="409"/>
                    </a:lnTo>
                    <a:lnTo>
                      <a:pt x="27" y="409"/>
                    </a:lnTo>
                    <a:lnTo>
                      <a:pt x="23" y="417"/>
                    </a:lnTo>
                    <a:lnTo>
                      <a:pt x="21" y="421"/>
                    </a:lnTo>
                    <a:lnTo>
                      <a:pt x="20" y="427"/>
                    </a:lnTo>
                    <a:lnTo>
                      <a:pt x="20" y="427"/>
                    </a:lnTo>
                    <a:lnTo>
                      <a:pt x="18" y="429"/>
                    </a:lnTo>
                    <a:lnTo>
                      <a:pt x="18" y="429"/>
                    </a:lnTo>
                    <a:lnTo>
                      <a:pt x="18" y="427"/>
                    </a:lnTo>
                    <a:lnTo>
                      <a:pt x="17" y="429"/>
                    </a:lnTo>
                    <a:lnTo>
                      <a:pt x="17" y="429"/>
                    </a:lnTo>
                    <a:lnTo>
                      <a:pt x="17" y="434"/>
                    </a:lnTo>
                    <a:lnTo>
                      <a:pt x="14" y="441"/>
                    </a:lnTo>
                    <a:lnTo>
                      <a:pt x="14" y="441"/>
                    </a:lnTo>
                    <a:lnTo>
                      <a:pt x="13" y="450"/>
                    </a:lnTo>
                    <a:lnTo>
                      <a:pt x="13" y="450"/>
                    </a:lnTo>
                    <a:lnTo>
                      <a:pt x="11" y="454"/>
                    </a:lnTo>
                    <a:lnTo>
                      <a:pt x="11" y="454"/>
                    </a:lnTo>
                    <a:lnTo>
                      <a:pt x="10" y="458"/>
                    </a:lnTo>
                    <a:lnTo>
                      <a:pt x="10" y="458"/>
                    </a:lnTo>
                    <a:lnTo>
                      <a:pt x="10" y="458"/>
                    </a:lnTo>
                    <a:lnTo>
                      <a:pt x="10" y="457"/>
                    </a:lnTo>
                    <a:lnTo>
                      <a:pt x="10" y="453"/>
                    </a:lnTo>
                    <a:lnTo>
                      <a:pt x="10" y="453"/>
                    </a:lnTo>
                    <a:lnTo>
                      <a:pt x="8" y="457"/>
                    </a:lnTo>
                    <a:lnTo>
                      <a:pt x="7" y="460"/>
                    </a:lnTo>
                    <a:lnTo>
                      <a:pt x="7" y="460"/>
                    </a:lnTo>
                    <a:lnTo>
                      <a:pt x="4" y="468"/>
                    </a:lnTo>
                    <a:lnTo>
                      <a:pt x="3" y="478"/>
                    </a:lnTo>
                    <a:lnTo>
                      <a:pt x="3" y="478"/>
                    </a:lnTo>
                    <a:lnTo>
                      <a:pt x="1" y="483"/>
                    </a:lnTo>
                    <a:lnTo>
                      <a:pt x="0" y="487"/>
                    </a:lnTo>
                    <a:lnTo>
                      <a:pt x="0" y="487"/>
                    </a:lnTo>
                    <a:lnTo>
                      <a:pt x="0" y="501"/>
                    </a:lnTo>
                    <a:lnTo>
                      <a:pt x="0" y="501"/>
                    </a:lnTo>
                    <a:lnTo>
                      <a:pt x="1" y="493"/>
                    </a:lnTo>
                    <a:lnTo>
                      <a:pt x="3" y="486"/>
                    </a:lnTo>
                    <a:lnTo>
                      <a:pt x="3" y="486"/>
                    </a:lnTo>
                    <a:lnTo>
                      <a:pt x="3" y="484"/>
                    </a:lnTo>
                    <a:lnTo>
                      <a:pt x="3" y="484"/>
                    </a:lnTo>
                    <a:lnTo>
                      <a:pt x="3" y="484"/>
                    </a:lnTo>
                    <a:lnTo>
                      <a:pt x="3" y="480"/>
                    </a:lnTo>
                    <a:lnTo>
                      <a:pt x="4" y="476"/>
                    </a:lnTo>
                    <a:lnTo>
                      <a:pt x="4" y="476"/>
                    </a:lnTo>
                    <a:lnTo>
                      <a:pt x="5" y="476"/>
                    </a:lnTo>
                    <a:lnTo>
                      <a:pt x="4" y="477"/>
                    </a:lnTo>
                    <a:lnTo>
                      <a:pt x="4" y="480"/>
                    </a:lnTo>
                    <a:lnTo>
                      <a:pt x="4" y="480"/>
                    </a:lnTo>
                    <a:lnTo>
                      <a:pt x="8" y="473"/>
                    </a:lnTo>
                    <a:lnTo>
                      <a:pt x="10" y="468"/>
                    </a:lnTo>
                    <a:lnTo>
                      <a:pt x="10" y="463"/>
                    </a:lnTo>
                    <a:lnTo>
                      <a:pt x="10" y="463"/>
                    </a:lnTo>
                    <a:lnTo>
                      <a:pt x="13" y="458"/>
                    </a:lnTo>
                    <a:lnTo>
                      <a:pt x="14" y="453"/>
                    </a:lnTo>
                    <a:lnTo>
                      <a:pt x="14" y="453"/>
                    </a:lnTo>
                    <a:lnTo>
                      <a:pt x="18" y="439"/>
                    </a:lnTo>
                    <a:lnTo>
                      <a:pt x="18" y="439"/>
                    </a:lnTo>
                    <a:lnTo>
                      <a:pt x="20" y="437"/>
                    </a:lnTo>
                    <a:lnTo>
                      <a:pt x="21" y="434"/>
                    </a:lnTo>
                    <a:lnTo>
                      <a:pt x="21" y="434"/>
                    </a:lnTo>
                    <a:lnTo>
                      <a:pt x="24" y="426"/>
                    </a:lnTo>
                    <a:lnTo>
                      <a:pt x="24" y="426"/>
                    </a:lnTo>
                    <a:lnTo>
                      <a:pt x="28" y="417"/>
                    </a:lnTo>
                    <a:lnTo>
                      <a:pt x="28" y="417"/>
                    </a:lnTo>
                    <a:lnTo>
                      <a:pt x="34" y="400"/>
                    </a:lnTo>
                    <a:lnTo>
                      <a:pt x="34" y="400"/>
                    </a:lnTo>
                    <a:lnTo>
                      <a:pt x="35" y="399"/>
                    </a:lnTo>
                    <a:lnTo>
                      <a:pt x="38" y="394"/>
                    </a:lnTo>
                    <a:lnTo>
                      <a:pt x="40" y="391"/>
                    </a:lnTo>
                    <a:lnTo>
                      <a:pt x="40" y="391"/>
                    </a:lnTo>
                    <a:lnTo>
                      <a:pt x="40" y="393"/>
                    </a:lnTo>
                    <a:lnTo>
                      <a:pt x="40" y="393"/>
                    </a:lnTo>
                    <a:lnTo>
                      <a:pt x="44" y="381"/>
                    </a:lnTo>
                    <a:lnTo>
                      <a:pt x="44" y="381"/>
                    </a:lnTo>
                    <a:lnTo>
                      <a:pt x="40" y="387"/>
                    </a:lnTo>
                    <a:lnTo>
                      <a:pt x="40" y="387"/>
                    </a:lnTo>
                    <a:lnTo>
                      <a:pt x="43" y="380"/>
                    </a:lnTo>
                    <a:lnTo>
                      <a:pt x="43" y="380"/>
                    </a:lnTo>
                    <a:lnTo>
                      <a:pt x="44" y="380"/>
                    </a:lnTo>
                    <a:lnTo>
                      <a:pt x="44" y="381"/>
                    </a:lnTo>
                    <a:lnTo>
                      <a:pt x="44" y="381"/>
                    </a:lnTo>
                    <a:lnTo>
                      <a:pt x="45" y="379"/>
                    </a:lnTo>
                    <a:lnTo>
                      <a:pt x="48" y="374"/>
                    </a:lnTo>
                    <a:lnTo>
                      <a:pt x="48" y="374"/>
                    </a:lnTo>
                    <a:lnTo>
                      <a:pt x="48" y="373"/>
                    </a:lnTo>
                    <a:lnTo>
                      <a:pt x="48" y="371"/>
                    </a:lnTo>
                    <a:lnTo>
                      <a:pt x="48" y="371"/>
                    </a:lnTo>
                    <a:lnTo>
                      <a:pt x="51" y="369"/>
                    </a:lnTo>
                    <a:lnTo>
                      <a:pt x="53" y="364"/>
                    </a:lnTo>
                    <a:lnTo>
                      <a:pt x="53" y="364"/>
                    </a:lnTo>
                    <a:lnTo>
                      <a:pt x="54" y="361"/>
                    </a:lnTo>
                    <a:lnTo>
                      <a:pt x="55" y="359"/>
                    </a:lnTo>
                    <a:lnTo>
                      <a:pt x="55" y="359"/>
                    </a:lnTo>
                    <a:lnTo>
                      <a:pt x="55" y="359"/>
                    </a:lnTo>
                    <a:lnTo>
                      <a:pt x="55" y="360"/>
                    </a:lnTo>
                    <a:lnTo>
                      <a:pt x="55" y="361"/>
                    </a:lnTo>
                    <a:lnTo>
                      <a:pt x="57" y="360"/>
                    </a:lnTo>
                    <a:lnTo>
                      <a:pt x="57" y="360"/>
                    </a:lnTo>
                    <a:lnTo>
                      <a:pt x="58" y="354"/>
                    </a:lnTo>
                    <a:lnTo>
                      <a:pt x="63" y="346"/>
                    </a:lnTo>
                    <a:lnTo>
                      <a:pt x="63" y="346"/>
                    </a:lnTo>
                    <a:lnTo>
                      <a:pt x="67" y="339"/>
                    </a:lnTo>
                    <a:lnTo>
                      <a:pt x="71" y="334"/>
                    </a:lnTo>
                    <a:lnTo>
                      <a:pt x="71" y="334"/>
                    </a:lnTo>
                    <a:lnTo>
                      <a:pt x="71" y="331"/>
                    </a:lnTo>
                    <a:lnTo>
                      <a:pt x="71" y="331"/>
                    </a:lnTo>
                    <a:lnTo>
                      <a:pt x="71" y="329"/>
                    </a:lnTo>
                    <a:lnTo>
                      <a:pt x="71" y="329"/>
                    </a:lnTo>
                    <a:lnTo>
                      <a:pt x="72" y="326"/>
                    </a:lnTo>
                    <a:lnTo>
                      <a:pt x="72" y="326"/>
                    </a:lnTo>
                    <a:lnTo>
                      <a:pt x="75" y="324"/>
                    </a:lnTo>
                    <a:lnTo>
                      <a:pt x="78" y="323"/>
                    </a:lnTo>
                    <a:lnTo>
                      <a:pt x="78" y="323"/>
                    </a:lnTo>
                    <a:lnTo>
                      <a:pt x="78" y="319"/>
                    </a:lnTo>
                    <a:lnTo>
                      <a:pt x="78" y="319"/>
                    </a:lnTo>
                    <a:lnTo>
                      <a:pt x="81" y="316"/>
                    </a:lnTo>
                    <a:lnTo>
                      <a:pt x="81" y="316"/>
                    </a:lnTo>
                    <a:lnTo>
                      <a:pt x="85" y="309"/>
                    </a:lnTo>
                    <a:lnTo>
                      <a:pt x="85" y="309"/>
                    </a:lnTo>
                    <a:lnTo>
                      <a:pt x="95" y="293"/>
                    </a:lnTo>
                    <a:lnTo>
                      <a:pt x="95" y="293"/>
                    </a:lnTo>
                    <a:lnTo>
                      <a:pt x="97" y="289"/>
                    </a:lnTo>
                    <a:lnTo>
                      <a:pt x="98" y="286"/>
                    </a:lnTo>
                    <a:lnTo>
                      <a:pt x="98" y="286"/>
                    </a:lnTo>
                    <a:lnTo>
                      <a:pt x="97" y="287"/>
                    </a:lnTo>
                    <a:lnTo>
                      <a:pt x="95" y="290"/>
                    </a:lnTo>
                    <a:lnTo>
                      <a:pt x="95" y="292"/>
                    </a:lnTo>
                    <a:lnTo>
                      <a:pt x="94" y="294"/>
                    </a:lnTo>
                    <a:lnTo>
                      <a:pt x="94" y="294"/>
                    </a:lnTo>
                    <a:lnTo>
                      <a:pt x="94" y="293"/>
                    </a:lnTo>
                    <a:lnTo>
                      <a:pt x="91" y="294"/>
                    </a:lnTo>
                    <a:lnTo>
                      <a:pt x="91" y="294"/>
                    </a:lnTo>
                    <a:lnTo>
                      <a:pt x="92" y="289"/>
                    </a:lnTo>
                    <a:lnTo>
                      <a:pt x="95" y="284"/>
                    </a:lnTo>
                    <a:lnTo>
                      <a:pt x="98" y="282"/>
                    </a:lnTo>
                    <a:lnTo>
                      <a:pt x="101" y="280"/>
                    </a:lnTo>
                    <a:lnTo>
                      <a:pt x="101" y="280"/>
                    </a:lnTo>
                    <a:lnTo>
                      <a:pt x="100" y="283"/>
                    </a:lnTo>
                    <a:lnTo>
                      <a:pt x="98" y="284"/>
                    </a:lnTo>
                    <a:lnTo>
                      <a:pt x="97" y="286"/>
                    </a:lnTo>
                    <a:lnTo>
                      <a:pt x="95" y="289"/>
                    </a:lnTo>
                    <a:lnTo>
                      <a:pt x="95" y="289"/>
                    </a:lnTo>
                    <a:lnTo>
                      <a:pt x="100" y="284"/>
                    </a:lnTo>
                    <a:lnTo>
                      <a:pt x="100" y="286"/>
                    </a:lnTo>
                    <a:lnTo>
                      <a:pt x="100" y="287"/>
                    </a:lnTo>
                    <a:lnTo>
                      <a:pt x="100" y="287"/>
                    </a:lnTo>
                    <a:lnTo>
                      <a:pt x="112" y="270"/>
                    </a:lnTo>
                    <a:lnTo>
                      <a:pt x="112" y="270"/>
                    </a:lnTo>
                    <a:lnTo>
                      <a:pt x="112" y="272"/>
                    </a:lnTo>
                    <a:lnTo>
                      <a:pt x="112" y="272"/>
                    </a:lnTo>
                    <a:lnTo>
                      <a:pt x="117" y="267"/>
                    </a:lnTo>
                    <a:lnTo>
                      <a:pt x="117" y="267"/>
                    </a:lnTo>
                    <a:lnTo>
                      <a:pt x="114" y="272"/>
                    </a:lnTo>
                    <a:lnTo>
                      <a:pt x="110" y="276"/>
                    </a:lnTo>
                    <a:lnTo>
                      <a:pt x="110" y="276"/>
                    </a:lnTo>
                    <a:lnTo>
                      <a:pt x="110" y="277"/>
                    </a:lnTo>
                    <a:lnTo>
                      <a:pt x="110" y="276"/>
                    </a:lnTo>
                    <a:lnTo>
                      <a:pt x="111" y="276"/>
                    </a:lnTo>
                    <a:lnTo>
                      <a:pt x="111" y="277"/>
                    </a:lnTo>
                    <a:lnTo>
                      <a:pt x="111" y="277"/>
                    </a:lnTo>
                    <a:lnTo>
                      <a:pt x="114" y="272"/>
                    </a:lnTo>
                    <a:lnTo>
                      <a:pt x="118" y="267"/>
                    </a:lnTo>
                    <a:lnTo>
                      <a:pt x="118" y="267"/>
                    </a:lnTo>
                    <a:lnTo>
                      <a:pt x="118" y="266"/>
                    </a:lnTo>
                    <a:lnTo>
                      <a:pt x="117" y="266"/>
                    </a:lnTo>
                    <a:lnTo>
                      <a:pt x="114" y="269"/>
                    </a:lnTo>
                    <a:lnTo>
                      <a:pt x="114" y="269"/>
                    </a:lnTo>
                    <a:lnTo>
                      <a:pt x="120" y="262"/>
                    </a:lnTo>
                    <a:lnTo>
                      <a:pt x="125" y="253"/>
                    </a:lnTo>
                    <a:lnTo>
                      <a:pt x="125" y="253"/>
                    </a:lnTo>
                    <a:lnTo>
                      <a:pt x="124" y="252"/>
                    </a:lnTo>
                    <a:lnTo>
                      <a:pt x="122" y="252"/>
                    </a:lnTo>
                    <a:lnTo>
                      <a:pt x="122" y="250"/>
                    </a:lnTo>
                    <a:lnTo>
                      <a:pt x="122" y="250"/>
                    </a:lnTo>
                    <a:lnTo>
                      <a:pt x="125" y="249"/>
                    </a:lnTo>
                    <a:lnTo>
                      <a:pt x="125" y="249"/>
                    </a:lnTo>
                    <a:lnTo>
                      <a:pt x="127" y="249"/>
                    </a:lnTo>
                    <a:lnTo>
                      <a:pt x="128" y="247"/>
                    </a:lnTo>
                    <a:lnTo>
                      <a:pt x="128" y="247"/>
                    </a:lnTo>
                    <a:lnTo>
                      <a:pt x="128" y="249"/>
                    </a:lnTo>
                    <a:lnTo>
                      <a:pt x="127" y="252"/>
                    </a:lnTo>
                    <a:lnTo>
                      <a:pt x="127" y="252"/>
                    </a:lnTo>
                    <a:lnTo>
                      <a:pt x="131" y="247"/>
                    </a:lnTo>
                    <a:lnTo>
                      <a:pt x="131" y="247"/>
                    </a:lnTo>
                    <a:lnTo>
                      <a:pt x="137" y="240"/>
                    </a:lnTo>
                    <a:lnTo>
                      <a:pt x="137" y="240"/>
                    </a:lnTo>
                    <a:lnTo>
                      <a:pt x="142" y="234"/>
                    </a:lnTo>
                    <a:lnTo>
                      <a:pt x="148" y="230"/>
                    </a:lnTo>
                    <a:lnTo>
                      <a:pt x="148" y="230"/>
                    </a:lnTo>
                    <a:lnTo>
                      <a:pt x="151" y="224"/>
                    </a:lnTo>
                    <a:lnTo>
                      <a:pt x="151" y="224"/>
                    </a:lnTo>
                    <a:lnTo>
                      <a:pt x="157" y="219"/>
                    </a:lnTo>
                    <a:lnTo>
                      <a:pt x="157" y="219"/>
                    </a:lnTo>
                    <a:lnTo>
                      <a:pt x="167" y="209"/>
                    </a:lnTo>
                    <a:lnTo>
                      <a:pt x="167" y="209"/>
                    </a:lnTo>
                    <a:lnTo>
                      <a:pt x="167" y="209"/>
                    </a:lnTo>
                    <a:lnTo>
                      <a:pt x="167" y="209"/>
                    </a:lnTo>
                    <a:lnTo>
                      <a:pt x="165" y="212"/>
                    </a:lnTo>
                    <a:lnTo>
                      <a:pt x="164" y="214"/>
                    </a:lnTo>
                    <a:lnTo>
                      <a:pt x="164" y="216"/>
                    </a:lnTo>
                    <a:lnTo>
                      <a:pt x="164" y="216"/>
                    </a:lnTo>
                    <a:lnTo>
                      <a:pt x="167" y="213"/>
                    </a:lnTo>
                    <a:lnTo>
                      <a:pt x="168" y="210"/>
                    </a:lnTo>
                    <a:lnTo>
                      <a:pt x="169" y="209"/>
                    </a:lnTo>
                    <a:lnTo>
                      <a:pt x="171" y="209"/>
                    </a:lnTo>
                    <a:lnTo>
                      <a:pt x="171" y="209"/>
                    </a:lnTo>
                    <a:lnTo>
                      <a:pt x="171" y="207"/>
                    </a:lnTo>
                    <a:lnTo>
                      <a:pt x="169" y="207"/>
                    </a:lnTo>
                    <a:lnTo>
                      <a:pt x="169" y="207"/>
                    </a:lnTo>
                    <a:lnTo>
                      <a:pt x="172" y="202"/>
                    </a:lnTo>
                    <a:lnTo>
                      <a:pt x="172" y="202"/>
                    </a:lnTo>
                    <a:lnTo>
                      <a:pt x="177" y="197"/>
                    </a:lnTo>
                    <a:lnTo>
                      <a:pt x="177" y="197"/>
                    </a:lnTo>
                    <a:lnTo>
                      <a:pt x="187" y="190"/>
                    </a:lnTo>
                    <a:lnTo>
                      <a:pt x="187" y="190"/>
                    </a:lnTo>
                    <a:lnTo>
                      <a:pt x="188" y="187"/>
                    </a:lnTo>
                    <a:lnTo>
                      <a:pt x="189" y="183"/>
                    </a:lnTo>
                    <a:lnTo>
                      <a:pt x="189" y="183"/>
                    </a:lnTo>
                    <a:lnTo>
                      <a:pt x="194" y="180"/>
                    </a:lnTo>
                    <a:lnTo>
                      <a:pt x="194" y="180"/>
                    </a:lnTo>
                    <a:lnTo>
                      <a:pt x="197" y="177"/>
                    </a:lnTo>
                    <a:lnTo>
                      <a:pt x="197" y="177"/>
                    </a:lnTo>
                    <a:lnTo>
                      <a:pt x="198" y="177"/>
                    </a:lnTo>
                    <a:lnTo>
                      <a:pt x="198" y="179"/>
                    </a:lnTo>
                    <a:lnTo>
                      <a:pt x="197" y="180"/>
                    </a:lnTo>
                    <a:lnTo>
                      <a:pt x="197" y="180"/>
                    </a:lnTo>
                    <a:lnTo>
                      <a:pt x="191" y="183"/>
                    </a:lnTo>
                    <a:lnTo>
                      <a:pt x="191" y="183"/>
                    </a:lnTo>
                    <a:lnTo>
                      <a:pt x="191" y="184"/>
                    </a:lnTo>
                    <a:lnTo>
                      <a:pt x="191" y="184"/>
                    </a:lnTo>
                    <a:lnTo>
                      <a:pt x="191" y="184"/>
                    </a:lnTo>
                    <a:lnTo>
                      <a:pt x="189" y="187"/>
                    </a:lnTo>
                    <a:lnTo>
                      <a:pt x="189" y="187"/>
                    </a:lnTo>
                    <a:lnTo>
                      <a:pt x="194" y="183"/>
                    </a:lnTo>
                    <a:lnTo>
                      <a:pt x="197" y="180"/>
                    </a:lnTo>
                    <a:lnTo>
                      <a:pt x="199" y="179"/>
                    </a:lnTo>
                    <a:lnTo>
                      <a:pt x="199" y="179"/>
                    </a:lnTo>
                    <a:lnTo>
                      <a:pt x="197" y="182"/>
                    </a:lnTo>
                    <a:lnTo>
                      <a:pt x="197" y="182"/>
                    </a:lnTo>
                    <a:lnTo>
                      <a:pt x="194" y="184"/>
                    </a:lnTo>
                    <a:lnTo>
                      <a:pt x="194" y="184"/>
                    </a:lnTo>
                    <a:lnTo>
                      <a:pt x="195" y="186"/>
                    </a:lnTo>
                    <a:lnTo>
                      <a:pt x="197" y="183"/>
                    </a:lnTo>
                    <a:lnTo>
                      <a:pt x="197" y="183"/>
                    </a:lnTo>
                    <a:lnTo>
                      <a:pt x="201" y="180"/>
                    </a:lnTo>
                    <a:lnTo>
                      <a:pt x="201" y="180"/>
                    </a:lnTo>
                    <a:lnTo>
                      <a:pt x="201" y="182"/>
                    </a:lnTo>
                    <a:lnTo>
                      <a:pt x="204" y="179"/>
                    </a:lnTo>
                    <a:lnTo>
                      <a:pt x="214" y="172"/>
                    </a:lnTo>
                    <a:lnTo>
                      <a:pt x="214" y="172"/>
                    </a:lnTo>
                    <a:lnTo>
                      <a:pt x="214" y="169"/>
                    </a:lnTo>
                    <a:lnTo>
                      <a:pt x="217" y="164"/>
                    </a:lnTo>
                    <a:lnTo>
                      <a:pt x="217" y="164"/>
                    </a:lnTo>
                    <a:lnTo>
                      <a:pt x="217" y="166"/>
                    </a:lnTo>
                    <a:lnTo>
                      <a:pt x="218" y="166"/>
                    </a:lnTo>
                    <a:lnTo>
                      <a:pt x="219" y="166"/>
                    </a:lnTo>
                    <a:lnTo>
                      <a:pt x="221" y="166"/>
                    </a:lnTo>
                    <a:lnTo>
                      <a:pt x="221" y="166"/>
                    </a:lnTo>
                    <a:lnTo>
                      <a:pt x="224" y="163"/>
                    </a:lnTo>
                    <a:lnTo>
                      <a:pt x="224" y="163"/>
                    </a:lnTo>
                    <a:lnTo>
                      <a:pt x="222" y="162"/>
                    </a:lnTo>
                    <a:lnTo>
                      <a:pt x="224" y="160"/>
                    </a:lnTo>
                    <a:lnTo>
                      <a:pt x="227" y="156"/>
                    </a:lnTo>
                    <a:lnTo>
                      <a:pt x="227" y="156"/>
                    </a:lnTo>
                    <a:lnTo>
                      <a:pt x="234" y="152"/>
                    </a:lnTo>
                    <a:lnTo>
                      <a:pt x="238" y="147"/>
                    </a:lnTo>
                    <a:lnTo>
                      <a:pt x="242" y="144"/>
                    </a:lnTo>
                    <a:lnTo>
                      <a:pt x="242" y="144"/>
                    </a:lnTo>
                    <a:lnTo>
                      <a:pt x="244" y="143"/>
                    </a:lnTo>
                    <a:lnTo>
                      <a:pt x="244" y="144"/>
                    </a:lnTo>
                    <a:lnTo>
                      <a:pt x="244" y="146"/>
                    </a:lnTo>
                    <a:lnTo>
                      <a:pt x="244" y="146"/>
                    </a:lnTo>
                    <a:lnTo>
                      <a:pt x="251" y="142"/>
                    </a:lnTo>
                    <a:lnTo>
                      <a:pt x="258" y="139"/>
                    </a:lnTo>
                    <a:lnTo>
                      <a:pt x="258" y="139"/>
                    </a:lnTo>
                    <a:lnTo>
                      <a:pt x="261" y="135"/>
                    </a:lnTo>
                    <a:lnTo>
                      <a:pt x="256" y="136"/>
                    </a:lnTo>
                    <a:lnTo>
                      <a:pt x="256" y="136"/>
                    </a:lnTo>
                    <a:lnTo>
                      <a:pt x="254" y="139"/>
                    </a:lnTo>
                    <a:lnTo>
                      <a:pt x="251" y="140"/>
                    </a:lnTo>
                    <a:lnTo>
                      <a:pt x="247" y="143"/>
                    </a:lnTo>
                    <a:lnTo>
                      <a:pt x="247" y="143"/>
                    </a:lnTo>
                    <a:lnTo>
                      <a:pt x="249" y="140"/>
                    </a:lnTo>
                    <a:lnTo>
                      <a:pt x="252" y="139"/>
                    </a:lnTo>
                    <a:lnTo>
                      <a:pt x="258" y="133"/>
                    </a:lnTo>
                    <a:lnTo>
                      <a:pt x="258" y="133"/>
                    </a:lnTo>
                    <a:lnTo>
                      <a:pt x="259" y="135"/>
                    </a:lnTo>
                    <a:lnTo>
                      <a:pt x="261" y="133"/>
                    </a:lnTo>
                    <a:lnTo>
                      <a:pt x="265" y="132"/>
                    </a:lnTo>
                    <a:lnTo>
                      <a:pt x="265" y="132"/>
                    </a:lnTo>
                    <a:lnTo>
                      <a:pt x="272" y="127"/>
                    </a:lnTo>
                    <a:lnTo>
                      <a:pt x="272" y="127"/>
                    </a:lnTo>
                    <a:lnTo>
                      <a:pt x="278" y="125"/>
                    </a:lnTo>
                    <a:lnTo>
                      <a:pt x="278" y="125"/>
                    </a:lnTo>
                    <a:lnTo>
                      <a:pt x="269" y="129"/>
                    </a:lnTo>
                    <a:lnTo>
                      <a:pt x="269" y="129"/>
                    </a:lnTo>
                    <a:lnTo>
                      <a:pt x="271" y="129"/>
                    </a:lnTo>
                    <a:lnTo>
                      <a:pt x="274" y="127"/>
                    </a:lnTo>
                    <a:lnTo>
                      <a:pt x="281" y="123"/>
                    </a:lnTo>
                    <a:lnTo>
                      <a:pt x="281" y="123"/>
                    </a:lnTo>
                    <a:lnTo>
                      <a:pt x="281" y="122"/>
                    </a:lnTo>
                    <a:lnTo>
                      <a:pt x="281" y="120"/>
                    </a:lnTo>
                    <a:lnTo>
                      <a:pt x="281" y="120"/>
                    </a:lnTo>
                    <a:lnTo>
                      <a:pt x="284" y="117"/>
                    </a:lnTo>
                    <a:lnTo>
                      <a:pt x="285" y="117"/>
                    </a:lnTo>
                    <a:lnTo>
                      <a:pt x="285" y="119"/>
                    </a:lnTo>
                    <a:lnTo>
                      <a:pt x="286" y="119"/>
                    </a:lnTo>
                    <a:lnTo>
                      <a:pt x="286" y="119"/>
                    </a:lnTo>
                    <a:lnTo>
                      <a:pt x="288" y="117"/>
                    </a:lnTo>
                    <a:lnTo>
                      <a:pt x="291" y="116"/>
                    </a:lnTo>
                    <a:lnTo>
                      <a:pt x="291" y="116"/>
                    </a:lnTo>
                    <a:lnTo>
                      <a:pt x="291" y="115"/>
                    </a:lnTo>
                    <a:lnTo>
                      <a:pt x="294" y="113"/>
                    </a:lnTo>
                    <a:lnTo>
                      <a:pt x="294" y="113"/>
                    </a:lnTo>
                    <a:lnTo>
                      <a:pt x="301" y="110"/>
                    </a:lnTo>
                    <a:lnTo>
                      <a:pt x="301" y="110"/>
                    </a:lnTo>
                    <a:lnTo>
                      <a:pt x="299" y="110"/>
                    </a:lnTo>
                    <a:lnTo>
                      <a:pt x="299" y="109"/>
                    </a:lnTo>
                    <a:lnTo>
                      <a:pt x="305" y="105"/>
                    </a:lnTo>
                    <a:lnTo>
                      <a:pt x="305" y="105"/>
                    </a:lnTo>
                    <a:lnTo>
                      <a:pt x="306" y="105"/>
                    </a:lnTo>
                    <a:lnTo>
                      <a:pt x="305" y="106"/>
                    </a:lnTo>
                    <a:lnTo>
                      <a:pt x="304" y="107"/>
                    </a:lnTo>
                    <a:lnTo>
                      <a:pt x="306" y="107"/>
                    </a:lnTo>
                    <a:lnTo>
                      <a:pt x="306" y="107"/>
                    </a:lnTo>
                    <a:lnTo>
                      <a:pt x="308" y="105"/>
                    </a:lnTo>
                    <a:lnTo>
                      <a:pt x="309" y="103"/>
                    </a:lnTo>
                    <a:lnTo>
                      <a:pt x="314" y="100"/>
                    </a:lnTo>
                    <a:lnTo>
                      <a:pt x="314" y="100"/>
                    </a:lnTo>
                    <a:lnTo>
                      <a:pt x="315" y="100"/>
                    </a:lnTo>
                    <a:lnTo>
                      <a:pt x="312" y="102"/>
                    </a:lnTo>
                    <a:lnTo>
                      <a:pt x="311" y="103"/>
                    </a:lnTo>
                    <a:lnTo>
                      <a:pt x="311" y="105"/>
                    </a:lnTo>
                    <a:lnTo>
                      <a:pt x="311" y="105"/>
                    </a:lnTo>
                    <a:lnTo>
                      <a:pt x="315" y="102"/>
                    </a:lnTo>
                    <a:lnTo>
                      <a:pt x="318" y="97"/>
                    </a:lnTo>
                    <a:lnTo>
                      <a:pt x="318" y="97"/>
                    </a:lnTo>
                    <a:lnTo>
                      <a:pt x="321" y="97"/>
                    </a:lnTo>
                    <a:lnTo>
                      <a:pt x="319" y="99"/>
                    </a:lnTo>
                    <a:lnTo>
                      <a:pt x="318" y="100"/>
                    </a:lnTo>
                    <a:lnTo>
                      <a:pt x="316" y="100"/>
                    </a:lnTo>
                    <a:lnTo>
                      <a:pt x="316" y="100"/>
                    </a:lnTo>
                    <a:lnTo>
                      <a:pt x="324" y="99"/>
                    </a:lnTo>
                    <a:lnTo>
                      <a:pt x="328" y="96"/>
                    </a:lnTo>
                    <a:lnTo>
                      <a:pt x="336" y="89"/>
                    </a:lnTo>
                    <a:lnTo>
                      <a:pt x="336" y="89"/>
                    </a:lnTo>
                    <a:lnTo>
                      <a:pt x="339" y="89"/>
                    </a:lnTo>
                    <a:lnTo>
                      <a:pt x="342" y="89"/>
                    </a:lnTo>
                    <a:lnTo>
                      <a:pt x="342" y="89"/>
                    </a:lnTo>
                    <a:lnTo>
                      <a:pt x="349" y="85"/>
                    </a:lnTo>
                    <a:lnTo>
                      <a:pt x="355" y="80"/>
                    </a:lnTo>
                    <a:lnTo>
                      <a:pt x="355" y="80"/>
                    </a:lnTo>
                    <a:lnTo>
                      <a:pt x="356" y="82"/>
                    </a:lnTo>
                    <a:lnTo>
                      <a:pt x="356" y="82"/>
                    </a:lnTo>
                    <a:lnTo>
                      <a:pt x="356" y="83"/>
                    </a:lnTo>
                    <a:lnTo>
                      <a:pt x="356" y="83"/>
                    </a:lnTo>
                    <a:lnTo>
                      <a:pt x="352" y="86"/>
                    </a:lnTo>
                    <a:lnTo>
                      <a:pt x="352" y="86"/>
                    </a:lnTo>
                    <a:lnTo>
                      <a:pt x="351" y="86"/>
                    </a:lnTo>
                    <a:lnTo>
                      <a:pt x="351" y="86"/>
                    </a:lnTo>
                    <a:lnTo>
                      <a:pt x="352" y="85"/>
                    </a:lnTo>
                    <a:lnTo>
                      <a:pt x="352" y="85"/>
                    </a:lnTo>
                    <a:lnTo>
                      <a:pt x="345" y="89"/>
                    </a:lnTo>
                    <a:lnTo>
                      <a:pt x="336" y="93"/>
                    </a:lnTo>
                    <a:lnTo>
                      <a:pt x="336" y="93"/>
                    </a:lnTo>
                    <a:lnTo>
                      <a:pt x="343" y="90"/>
                    </a:lnTo>
                    <a:lnTo>
                      <a:pt x="351" y="87"/>
                    </a:lnTo>
                    <a:lnTo>
                      <a:pt x="351" y="87"/>
                    </a:lnTo>
                    <a:lnTo>
                      <a:pt x="351" y="87"/>
                    </a:lnTo>
                    <a:lnTo>
                      <a:pt x="349" y="87"/>
                    </a:lnTo>
                    <a:lnTo>
                      <a:pt x="348" y="89"/>
                    </a:lnTo>
                    <a:lnTo>
                      <a:pt x="349" y="89"/>
                    </a:lnTo>
                    <a:lnTo>
                      <a:pt x="349" y="89"/>
                    </a:lnTo>
                    <a:lnTo>
                      <a:pt x="335" y="96"/>
                    </a:lnTo>
                    <a:lnTo>
                      <a:pt x="335" y="96"/>
                    </a:lnTo>
                    <a:lnTo>
                      <a:pt x="335" y="96"/>
                    </a:lnTo>
                    <a:lnTo>
                      <a:pt x="335" y="96"/>
                    </a:lnTo>
                    <a:lnTo>
                      <a:pt x="335" y="97"/>
                    </a:lnTo>
                    <a:lnTo>
                      <a:pt x="335" y="97"/>
                    </a:lnTo>
                    <a:lnTo>
                      <a:pt x="334" y="97"/>
                    </a:lnTo>
                    <a:lnTo>
                      <a:pt x="332" y="97"/>
                    </a:lnTo>
                    <a:lnTo>
                      <a:pt x="331" y="97"/>
                    </a:lnTo>
                    <a:lnTo>
                      <a:pt x="329" y="97"/>
                    </a:lnTo>
                    <a:lnTo>
                      <a:pt x="329" y="97"/>
                    </a:lnTo>
                    <a:lnTo>
                      <a:pt x="325" y="100"/>
                    </a:lnTo>
                    <a:lnTo>
                      <a:pt x="325" y="100"/>
                    </a:lnTo>
                    <a:lnTo>
                      <a:pt x="324" y="102"/>
                    </a:lnTo>
                    <a:lnTo>
                      <a:pt x="324" y="103"/>
                    </a:lnTo>
                    <a:lnTo>
                      <a:pt x="319" y="106"/>
                    </a:lnTo>
                    <a:lnTo>
                      <a:pt x="315" y="107"/>
                    </a:lnTo>
                    <a:lnTo>
                      <a:pt x="311" y="112"/>
                    </a:lnTo>
                    <a:lnTo>
                      <a:pt x="311" y="112"/>
                    </a:lnTo>
                    <a:lnTo>
                      <a:pt x="308" y="112"/>
                    </a:lnTo>
                    <a:lnTo>
                      <a:pt x="308" y="110"/>
                    </a:lnTo>
                    <a:lnTo>
                      <a:pt x="308" y="110"/>
                    </a:lnTo>
                    <a:lnTo>
                      <a:pt x="305" y="112"/>
                    </a:lnTo>
                    <a:lnTo>
                      <a:pt x="305" y="112"/>
                    </a:lnTo>
                    <a:lnTo>
                      <a:pt x="305" y="113"/>
                    </a:lnTo>
                    <a:lnTo>
                      <a:pt x="305" y="113"/>
                    </a:lnTo>
                    <a:lnTo>
                      <a:pt x="306" y="115"/>
                    </a:lnTo>
                    <a:lnTo>
                      <a:pt x="305" y="116"/>
                    </a:lnTo>
                    <a:lnTo>
                      <a:pt x="305" y="116"/>
                    </a:lnTo>
                    <a:lnTo>
                      <a:pt x="309" y="115"/>
                    </a:lnTo>
                    <a:lnTo>
                      <a:pt x="314" y="112"/>
                    </a:lnTo>
                    <a:lnTo>
                      <a:pt x="314" y="112"/>
                    </a:lnTo>
                    <a:lnTo>
                      <a:pt x="314" y="112"/>
                    </a:lnTo>
                    <a:lnTo>
                      <a:pt x="312" y="112"/>
                    </a:lnTo>
                    <a:lnTo>
                      <a:pt x="311" y="112"/>
                    </a:lnTo>
                    <a:lnTo>
                      <a:pt x="311" y="112"/>
                    </a:lnTo>
                    <a:lnTo>
                      <a:pt x="315" y="109"/>
                    </a:lnTo>
                    <a:lnTo>
                      <a:pt x="321" y="106"/>
                    </a:lnTo>
                    <a:lnTo>
                      <a:pt x="321" y="106"/>
                    </a:lnTo>
                    <a:lnTo>
                      <a:pt x="321" y="107"/>
                    </a:lnTo>
                    <a:lnTo>
                      <a:pt x="319" y="109"/>
                    </a:lnTo>
                    <a:lnTo>
                      <a:pt x="318" y="110"/>
                    </a:lnTo>
                    <a:lnTo>
                      <a:pt x="318" y="110"/>
                    </a:lnTo>
                    <a:lnTo>
                      <a:pt x="311" y="115"/>
                    </a:lnTo>
                    <a:lnTo>
                      <a:pt x="306" y="117"/>
                    </a:lnTo>
                    <a:lnTo>
                      <a:pt x="306" y="117"/>
                    </a:lnTo>
                    <a:lnTo>
                      <a:pt x="304" y="119"/>
                    </a:lnTo>
                    <a:lnTo>
                      <a:pt x="304" y="117"/>
                    </a:lnTo>
                    <a:lnTo>
                      <a:pt x="304" y="117"/>
                    </a:lnTo>
                    <a:lnTo>
                      <a:pt x="301" y="119"/>
                    </a:lnTo>
                    <a:lnTo>
                      <a:pt x="301" y="119"/>
                    </a:lnTo>
                    <a:lnTo>
                      <a:pt x="299" y="122"/>
                    </a:lnTo>
                    <a:lnTo>
                      <a:pt x="295" y="125"/>
                    </a:lnTo>
                    <a:lnTo>
                      <a:pt x="285" y="132"/>
                    </a:lnTo>
                    <a:lnTo>
                      <a:pt x="274" y="139"/>
                    </a:lnTo>
                    <a:lnTo>
                      <a:pt x="264" y="146"/>
                    </a:lnTo>
                    <a:lnTo>
                      <a:pt x="264" y="146"/>
                    </a:lnTo>
                    <a:lnTo>
                      <a:pt x="265" y="143"/>
                    </a:lnTo>
                    <a:lnTo>
                      <a:pt x="265" y="143"/>
                    </a:lnTo>
                    <a:lnTo>
                      <a:pt x="264" y="142"/>
                    </a:lnTo>
                    <a:lnTo>
                      <a:pt x="264" y="142"/>
                    </a:lnTo>
                    <a:lnTo>
                      <a:pt x="281" y="132"/>
                    </a:lnTo>
                    <a:lnTo>
                      <a:pt x="298" y="120"/>
                    </a:lnTo>
                    <a:lnTo>
                      <a:pt x="298" y="120"/>
                    </a:lnTo>
                    <a:lnTo>
                      <a:pt x="298" y="120"/>
                    </a:lnTo>
                    <a:lnTo>
                      <a:pt x="296" y="120"/>
                    </a:lnTo>
                    <a:lnTo>
                      <a:pt x="292" y="125"/>
                    </a:lnTo>
                    <a:lnTo>
                      <a:pt x="292" y="125"/>
                    </a:lnTo>
                    <a:lnTo>
                      <a:pt x="288" y="126"/>
                    </a:lnTo>
                    <a:lnTo>
                      <a:pt x="288" y="126"/>
                    </a:lnTo>
                    <a:lnTo>
                      <a:pt x="289" y="125"/>
                    </a:lnTo>
                    <a:lnTo>
                      <a:pt x="289" y="125"/>
                    </a:lnTo>
                    <a:lnTo>
                      <a:pt x="279" y="130"/>
                    </a:lnTo>
                    <a:lnTo>
                      <a:pt x="279" y="130"/>
                    </a:lnTo>
                    <a:lnTo>
                      <a:pt x="279" y="130"/>
                    </a:lnTo>
                    <a:lnTo>
                      <a:pt x="279" y="129"/>
                    </a:lnTo>
                    <a:lnTo>
                      <a:pt x="279" y="129"/>
                    </a:lnTo>
                    <a:lnTo>
                      <a:pt x="276" y="130"/>
                    </a:lnTo>
                    <a:lnTo>
                      <a:pt x="276" y="130"/>
                    </a:lnTo>
                    <a:lnTo>
                      <a:pt x="274" y="133"/>
                    </a:lnTo>
                    <a:lnTo>
                      <a:pt x="269" y="136"/>
                    </a:lnTo>
                    <a:lnTo>
                      <a:pt x="269" y="136"/>
                    </a:lnTo>
                    <a:lnTo>
                      <a:pt x="268" y="137"/>
                    </a:lnTo>
                    <a:lnTo>
                      <a:pt x="266" y="136"/>
                    </a:lnTo>
                    <a:lnTo>
                      <a:pt x="266" y="136"/>
                    </a:lnTo>
                    <a:lnTo>
                      <a:pt x="265" y="136"/>
                    </a:lnTo>
                    <a:lnTo>
                      <a:pt x="265" y="136"/>
                    </a:lnTo>
                    <a:lnTo>
                      <a:pt x="255" y="144"/>
                    </a:lnTo>
                    <a:lnTo>
                      <a:pt x="248" y="152"/>
                    </a:lnTo>
                    <a:lnTo>
                      <a:pt x="248" y="152"/>
                    </a:lnTo>
                    <a:lnTo>
                      <a:pt x="247" y="152"/>
                    </a:lnTo>
                    <a:lnTo>
                      <a:pt x="247" y="152"/>
                    </a:lnTo>
                    <a:lnTo>
                      <a:pt x="247" y="150"/>
                    </a:lnTo>
                    <a:lnTo>
                      <a:pt x="247" y="150"/>
                    </a:lnTo>
                    <a:lnTo>
                      <a:pt x="247" y="150"/>
                    </a:lnTo>
                    <a:lnTo>
                      <a:pt x="248" y="150"/>
                    </a:lnTo>
                    <a:lnTo>
                      <a:pt x="248" y="150"/>
                    </a:lnTo>
                    <a:lnTo>
                      <a:pt x="249" y="147"/>
                    </a:lnTo>
                    <a:lnTo>
                      <a:pt x="249" y="147"/>
                    </a:lnTo>
                    <a:lnTo>
                      <a:pt x="241" y="153"/>
                    </a:lnTo>
                    <a:lnTo>
                      <a:pt x="234" y="160"/>
                    </a:lnTo>
                    <a:lnTo>
                      <a:pt x="234" y="160"/>
                    </a:lnTo>
                    <a:lnTo>
                      <a:pt x="228" y="166"/>
                    </a:lnTo>
                    <a:lnTo>
                      <a:pt x="228" y="166"/>
                    </a:lnTo>
                    <a:lnTo>
                      <a:pt x="225" y="167"/>
                    </a:lnTo>
                    <a:lnTo>
                      <a:pt x="221" y="169"/>
                    </a:lnTo>
                    <a:lnTo>
                      <a:pt x="221" y="169"/>
                    </a:lnTo>
                    <a:lnTo>
                      <a:pt x="221" y="170"/>
                    </a:lnTo>
                    <a:lnTo>
                      <a:pt x="222" y="170"/>
                    </a:lnTo>
                    <a:lnTo>
                      <a:pt x="227" y="169"/>
                    </a:lnTo>
                    <a:lnTo>
                      <a:pt x="227" y="169"/>
                    </a:lnTo>
                    <a:lnTo>
                      <a:pt x="224" y="170"/>
                    </a:lnTo>
                    <a:lnTo>
                      <a:pt x="222" y="172"/>
                    </a:lnTo>
                    <a:lnTo>
                      <a:pt x="219" y="174"/>
                    </a:lnTo>
                    <a:lnTo>
                      <a:pt x="217" y="176"/>
                    </a:lnTo>
                    <a:lnTo>
                      <a:pt x="217" y="176"/>
                    </a:lnTo>
                    <a:lnTo>
                      <a:pt x="215" y="177"/>
                    </a:lnTo>
                    <a:lnTo>
                      <a:pt x="215" y="176"/>
                    </a:lnTo>
                    <a:lnTo>
                      <a:pt x="215" y="174"/>
                    </a:lnTo>
                    <a:lnTo>
                      <a:pt x="214" y="174"/>
                    </a:lnTo>
                    <a:lnTo>
                      <a:pt x="214" y="174"/>
                    </a:lnTo>
                    <a:lnTo>
                      <a:pt x="214" y="176"/>
                    </a:lnTo>
                    <a:lnTo>
                      <a:pt x="215" y="174"/>
                    </a:lnTo>
                    <a:lnTo>
                      <a:pt x="215" y="174"/>
                    </a:lnTo>
                    <a:lnTo>
                      <a:pt x="205" y="184"/>
                    </a:lnTo>
                    <a:lnTo>
                      <a:pt x="195" y="193"/>
                    </a:lnTo>
                    <a:lnTo>
                      <a:pt x="195" y="193"/>
                    </a:lnTo>
                    <a:lnTo>
                      <a:pt x="195" y="194"/>
                    </a:lnTo>
                    <a:lnTo>
                      <a:pt x="197" y="194"/>
                    </a:lnTo>
                    <a:lnTo>
                      <a:pt x="201" y="190"/>
                    </a:lnTo>
                    <a:lnTo>
                      <a:pt x="201" y="190"/>
                    </a:lnTo>
                    <a:lnTo>
                      <a:pt x="198" y="196"/>
                    </a:lnTo>
                    <a:lnTo>
                      <a:pt x="197" y="199"/>
                    </a:lnTo>
                    <a:lnTo>
                      <a:pt x="194" y="200"/>
                    </a:lnTo>
                    <a:lnTo>
                      <a:pt x="194" y="200"/>
                    </a:lnTo>
                    <a:lnTo>
                      <a:pt x="194" y="200"/>
                    </a:lnTo>
                    <a:lnTo>
                      <a:pt x="194" y="199"/>
                    </a:lnTo>
                    <a:lnTo>
                      <a:pt x="195" y="197"/>
                    </a:lnTo>
                    <a:lnTo>
                      <a:pt x="195" y="197"/>
                    </a:lnTo>
                    <a:lnTo>
                      <a:pt x="195" y="197"/>
                    </a:lnTo>
                    <a:lnTo>
                      <a:pt x="194" y="197"/>
                    </a:lnTo>
                    <a:lnTo>
                      <a:pt x="192" y="199"/>
                    </a:lnTo>
                    <a:lnTo>
                      <a:pt x="191" y="200"/>
                    </a:lnTo>
                    <a:lnTo>
                      <a:pt x="189" y="202"/>
                    </a:lnTo>
                    <a:lnTo>
                      <a:pt x="189" y="202"/>
                    </a:lnTo>
                    <a:lnTo>
                      <a:pt x="189" y="203"/>
                    </a:lnTo>
                    <a:lnTo>
                      <a:pt x="187" y="207"/>
                    </a:lnTo>
                    <a:lnTo>
                      <a:pt x="187" y="207"/>
                    </a:lnTo>
                    <a:lnTo>
                      <a:pt x="185" y="207"/>
                    </a:lnTo>
                    <a:lnTo>
                      <a:pt x="187" y="206"/>
                    </a:lnTo>
                    <a:lnTo>
                      <a:pt x="187" y="206"/>
                    </a:lnTo>
                    <a:lnTo>
                      <a:pt x="184" y="207"/>
                    </a:lnTo>
                    <a:lnTo>
                      <a:pt x="182" y="210"/>
                    </a:lnTo>
                    <a:lnTo>
                      <a:pt x="181" y="212"/>
                    </a:lnTo>
                    <a:lnTo>
                      <a:pt x="179" y="214"/>
                    </a:lnTo>
                    <a:lnTo>
                      <a:pt x="179" y="214"/>
                    </a:lnTo>
                    <a:lnTo>
                      <a:pt x="178" y="213"/>
                    </a:lnTo>
                    <a:lnTo>
                      <a:pt x="179" y="212"/>
                    </a:lnTo>
                    <a:lnTo>
                      <a:pt x="179" y="210"/>
                    </a:lnTo>
                    <a:lnTo>
                      <a:pt x="178" y="212"/>
                    </a:lnTo>
                    <a:lnTo>
                      <a:pt x="178" y="212"/>
                    </a:lnTo>
                    <a:lnTo>
                      <a:pt x="177" y="214"/>
                    </a:lnTo>
                    <a:lnTo>
                      <a:pt x="175" y="217"/>
                    </a:lnTo>
                    <a:lnTo>
                      <a:pt x="175" y="217"/>
                    </a:lnTo>
                    <a:lnTo>
                      <a:pt x="172" y="220"/>
                    </a:lnTo>
                    <a:lnTo>
                      <a:pt x="172" y="220"/>
                    </a:lnTo>
                    <a:lnTo>
                      <a:pt x="174" y="217"/>
                    </a:lnTo>
                    <a:lnTo>
                      <a:pt x="174" y="216"/>
                    </a:lnTo>
                    <a:lnTo>
                      <a:pt x="174" y="216"/>
                    </a:lnTo>
                    <a:lnTo>
                      <a:pt x="174" y="216"/>
                    </a:lnTo>
                    <a:lnTo>
                      <a:pt x="169" y="219"/>
                    </a:lnTo>
                    <a:lnTo>
                      <a:pt x="165" y="222"/>
                    </a:lnTo>
                    <a:lnTo>
                      <a:pt x="165" y="222"/>
                    </a:lnTo>
                    <a:lnTo>
                      <a:pt x="159" y="227"/>
                    </a:lnTo>
                    <a:lnTo>
                      <a:pt x="155" y="233"/>
                    </a:lnTo>
                    <a:lnTo>
                      <a:pt x="147" y="244"/>
                    </a:lnTo>
                    <a:lnTo>
                      <a:pt x="147" y="244"/>
                    </a:lnTo>
                    <a:lnTo>
                      <a:pt x="147" y="243"/>
                    </a:lnTo>
                    <a:lnTo>
                      <a:pt x="145" y="243"/>
                    </a:lnTo>
                    <a:lnTo>
                      <a:pt x="141" y="249"/>
                    </a:lnTo>
                    <a:lnTo>
                      <a:pt x="141" y="249"/>
                    </a:lnTo>
                    <a:lnTo>
                      <a:pt x="134" y="257"/>
                    </a:lnTo>
                    <a:lnTo>
                      <a:pt x="134" y="257"/>
                    </a:lnTo>
                    <a:lnTo>
                      <a:pt x="128" y="263"/>
                    </a:lnTo>
                    <a:lnTo>
                      <a:pt x="128" y="263"/>
                    </a:lnTo>
                    <a:lnTo>
                      <a:pt x="130" y="262"/>
                    </a:lnTo>
                    <a:lnTo>
                      <a:pt x="132" y="257"/>
                    </a:lnTo>
                    <a:lnTo>
                      <a:pt x="135" y="254"/>
                    </a:lnTo>
                    <a:lnTo>
                      <a:pt x="137" y="250"/>
                    </a:lnTo>
                    <a:lnTo>
                      <a:pt x="137" y="250"/>
                    </a:lnTo>
                    <a:lnTo>
                      <a:pt x="132" y="256"/>
                    </a:lnTo>
                    <a:lnTo>
                      <a:pt x="128" y="260"/>
                    </a:lnTo>
                    <a:lnTo>
                      <a:pt x="125" y="266"/>
                    </a:lnTo>
                    <a:lnTo>
                      <a:pt x="122" y="269"/>
                    </a:lnTo>
                    <a:lnTo>
                      <a:pt x="122" y="269"/>
                    </a:lnTo>
                    <a:lnTo>
                      <a:pt x="122" y="270"/>
                    </a:lnTo>
                    <a:lnTo>
                      <a:pt x="122" y="270"/>
                    </a:lnTo>
                    <a:lnTo>
                      <a:pt x="124" y="269"/>
                    </a:lnTo>
                    <a:lnTo>
                      <a:pt x="124" y="269"/>
                    </a:lnTo>
                    <a:lnTo>
                      <a:pt x="122" y="273"/>
                    </a:lnTo>
                    <a:lnTo>
                      <a:pt x="120" y="277"/>
                    </a:lnTo>
                    <a:lnTo>
                      <a:pt x="120" y="277"/>
                    </a:lnTo>
                    <a:lnTo>
                      <a:pt x="115" y="282"/>
                    </a:lnTo>
                    <a:lnTo>
                      <a:pt x="111" y="287"/>
                    </a:lnTo>
                    <a:lnTo>
                      <a:pt x="107" y="293"/>
                    </a:lnTo>
                    <a:lnTo>
                      <a:pt x="104" y="296"/>
                    </a:lnTo>
                    <a:lnTo>
                      <a:pt x="104" y="296"/>
                    </a:lnTo>
                    <a:lnTo>
                      <a:pt x="100" y="303"/>
                    </a:lnTo>
                    <a:lnTo>
                      <a:pt x="100" y="303"/>
                    </a:lnTo>
                    <a:lnTo>
                      <a:pt x="97" y="307"/>
                    </a:lnTo>
                    <a:lnTo>
                      <a:pt x="97" y="307"/>
                    </a:lnTo>
                    <a:lnTo>
                      <a:pt x="94" y="313"/>
                    </a:lnTo>
                    <a:lnTo>
                      <a:pt x="91" y="319"/>
                    </a:lnTo>
                    <a:lnTo>
                      <a:pt x="91" y="319"/>
                    </a:lnTo>
                    <a:lnTo>
                      <a:pt x="94" y="317"/>
                    </a:lnTo>
                    <a:lnTo>
                      <a:pt x="95" y="316"/>
                    </a:lnTo>
                    <a:lnTo>
                      <a:pt x="95" y="316"/>
                    </a:lnTo>
                    <a:lnTo>
                      <a:pt x="91" y="323"/>
                    </a:lnTo>
                    <a:lnTo>
                      <a:pt x="88" y="327"/>
                    </a:lnTo>
                    <a:lnTo>
                      <a:pt x="85" y="329"/>
                    </a:lnTo>
                    <a:lnTo>
                      <a:pt x="82" y="329"/>
                    </a:lnTo>
                    <a:lnTo>
                      <a:pt x="82" y="329"/>
                    </a:lnTo>
                    <a:lnTo>
                      <a:pt x="82" y="330"/>
                    </a:lnTo>
                    <a:lnTo>
                      <a:pt x="84" y="330"/>
                    </a:lnTo>
                    <a:lnTo>
                      <a:pt x="84" y="331"/>
                    </a:lnTo>
                    <a:lnTo>
                      <a:pt x="85" y="333"/>
                    </a:lnTo>
                    <a:lnTo>
                      <a:pt x="85" y="333"/>
                    </a:lnTo>
                    <a:lnTo>
                      <a:pt x="77" y="344"/>
                    </a:lnTo>
                    <a:lnTo>
                      <a:pt x="77" y="344"/>
                    </a:lnTo>
                    <a:lnTo>
                      <a:pt x="77" y="344"/>
                    </a:lnTo>
                    <a:lnTo>
                      <a:pt x="78" y="343"/>
                    </a:lnTo>
                    <a:lnTo>
                      <a:pt x="80" y="337"/>
                    </a:lnTo>
                    <a:lnTo>
                      <a:pt x="80" y="337"/>
                    </a:lnTo>
                    <a:lnTo>
                      <a:pt x="75" y="344"/>
                    </a:lnTo>
                    <a:lnTo>
                      <a:pt x="70" y="354"/>
                    </a:lnTo>
                    <a:lnTo>
                      <a:pt x="70" y="354"/>
                    </a:lnTo>
                    <a:lnTo>
                      <a:pt x="68" y="356"/>
                    </a:lnTo>
                    <a:lnTo>
                      <a:pt x="68" y="354"/>
                    </a:lnTo>
                    <a:lnTo>
                      <a:pt x="68" y="354"/>
                    </a:lnTo>
                    <a:lnTo>
                      <a:pt x="67" y="354"/>
                    </a:lnTo>
                    <a:lnTo>
                      <a:pt x="67" y="356"/>
                    </a:lnTo>
                    <a:lnTo>
                      <a:pt x="65" y="360"/>
                    </a:lnTo>
                    <a:lnTo>
                      <a:pt x="65" y="360"/>
                    </a:lnTo>
                    <a:lnTo>
                      <a:pt x="65" y="361"/>
                    </a:lnTo>
                    <a:lnTo>
                      <a:pt x="65" y="360"/>
                    </a:lnTo>
                    <a:lnTo>
                      <a:pt x="67" y="359"/>
                    </a:lnTo>
                    <a:lnTo>
                      <a:pt x="67" y="359"/>
                    </a:lnTo>
                    <a:lnTo>
                      <a:pt x="58" y="374"/>
                    </a:lnTo>
                    <a:lnTo>
                      <a:pt x="58" y="374"/>
                    </a:lnTo>
                    <a:lnTo>
                      <a:pt x="54" y="383"/>
                    </a:lnTo>
                    <a:lnTo>
                      <a:pt x="50" y="391"/>
                    </a:lnTo>
                    <a:lnTo>
                      <a:pt x="50" y="391"/>
                    </a:lnTo>
                    <a:lnTo>
                      <a:pt x="47" y="396"/>
                    </a:lnTo>
                    <a:lnTo>
                      <a:pt x="47" y="396"/>
                    </a:lnTo>
                    <a:lnTo>
                      <a:pt x="45" y="400"/>
                    </a:lnTo>
                    <a:lnTo>
                      <a:pt x="44" y="403"/>
                    </a:lnTo>
                    <a:lnTo>
                      <a:pt x="44" y="403"/>
                    </a:lnTo>
                    <a:lnTo>
                      <a:pt x="41" y="410"/>
                    </a:lnTo>
                    <a:lnTo>
                      <a:pt x="38" y="417"/>
                    </a:lnTo>
                    <a:lnTo>
                      <a:pt x="35" y="424"/>
                    </a:lnTo>
                    <a:lnTo>
                      <a:pt x="31" y="430"/>
                    </a:lnTo>
                    <a:lnTo>
                      <a:pt x="31" y="430"/>
                    </a:lnTo>
                    <a:lnTo>
                      <a:pt x="30" y="439"/>
                    </a:lnTo>
                    <a:lnTo>
                      <a:pt x="27" y="446"/>
                    </a:lnTo>
                    <a:lnTo>
                      <a:pt x="27" y="446"/>
                    </a:lnTo>
                    <a:lnTo>
                      <a:pt x="24" y="453"/>
                    </a:lnTo>
                    <a:lnTo>
                      <a:pt x="24" y="453"/>
                    </a:lnTo>
                    <a:lnTo>
                      <a:pt x="21" y="460"/>
                    </a:lnTo>
                    <a:lnTo>
                      <a:pt x="21" y="460"/>
                    </a:lnTo>
                    <a:lnTo>
                      <a:pt x="21" y="453"/>
                    </a:lnTo>
                    <a:lnTo>
                      <a:pt x="21" y="453"/>
                    </a:lnTo>
                    <a:lnTo>
                      <a:pt x="21" y="447"/>
                    </a:lnTo>
                    <a:lnTo>
                      <a:pt x="21" y="447"/>
                    </a:lnTo>
                    <a:lnTo>
                      <a:pt x="20" y="456"/>
                    </a:lnTo>
                    <a:lnTo>
                      <a:pt x="20" y="456"/>
                    </a:lnTo>
                    <a:lnTo>
                      <a:pt x="18" y="464"/>
                    </a:lnTo>
                    <a:lnTo>
                      <a:pt x="18" y="464"/>
                    </a:lnTo>
                    <a:lnTo>
                      <a:pt x="15" y="471"/>
                    </a:lnTo>
                    <a:lnTo>
                      <a:pt x="14" y="476"/>
                    </a:lnTo>
                    <a:lnTo>
                      <a:pt x="14" y="476"/>
                    </a:lnTo>
                    <a:lnTo>
                      <a:pt x="15" y="477"/>
                    </a:lnTo>
                    <a:lnTo>
                      <a:pt x="17" y="480"/>
                    </a:lnTo>
                    <a:lnTo>
                      <a:pt x="17" y="483"/>
                    </a:lnTo>
                    <a:lnTo>
                      <a:pt x="18" y="483"/>
                    </a:lnTo>
                    <a:lnTo>
                      <a:pt x="20" y="483"/>
                    </a:lnTo>
                    <a:lnTo>
                      <a:pt x="20" y="483"/>
                    </a:lnTo>
                    <a:lnTo>
                      <a:pt x="17" y="491"/>
                    </a:lnTo>
                    <a:lnTo>
                      <a:pt x="17" y="491"/>
                    </a:lnTo>
                    <a:lnTo>
                      <a:pt x="14" y="500"/>
                    </a:lnTo>
                    <a:lnTo>
                      <a:pt x="14" y="500"/>
                    </a:lnTo>
                    <a:lnTo>
                      <a:pt x="15" y="498"/>
                    </a:lnTo>
                    <a:lnTo>
                      <a:pt x="15" y="497"/>
                    </a:lnTo>
                    <a:lnTo>
                      <a:pt x="18" y="490"/>
                    </a:lnTo>
                    <a:lnTo>
                      <a:pt x="18" y="490"/>
                    </a:lnTo>
                    <a:lnTo>
                      <a:pt x="21" y="483"/>
                    </a:lnTo>
                    <a:lnTo>
                      <a:pt x="21" y="483"/>
                    </a:lnTo>
                    <a:lnTo>
                      <a:pt x="21" y="481"/>
                    </a:lnTo>
                    <a:lnTo>
                      <a:pt x="23" y="481"/>
                    </a:lnTo>
                    <a:lnTo>
                      <a:pt x="23" y="481"/>
                    </a:lnTo>
                    <a:lnTo>
                      <a:pt x="21" y="484"/>
                    </a:lnTo>
                    <a:lnTo>
                      <a:pt x="20" y="487"/>
                    </a:lnTo>
                    <a:lnTo>
                      <a:pt x="20" y="487"/>
                    </a:lnTo>
                    <a:lnTo>
                      <a:pt x="20" y="490"/>
                    </a:lnTo>
                    <a:lnTo>
                      <a:pt x="20" y="493"/>
                    </a:lnTo>
                    <a:lnTo>
                      <a:pt x="18" y="497"/>
                    </a:lnTo>
                    <a:lnTo>
                      <a:pt x="18" y="501"/>
                    </a:lnTo>
                    <a:lnTo>
                      <a:pt x="18" y="501"/>
                    </a:lnTo>
                    <a:lnTo>
                      <a:pt x="17" y="501"/>
                    </a:lnTo>
                    <a:lnTo>
                      <a:pt x="15" y="506"/>
                    </a:lnTo>
                    <a:lnTo>
                      <a:pt x="15" y="506"/>
                    </a:lnTo>
                    <a:lnTo>
                      <a:pt x="15" y="506"/>
                    </a:lnTo>
                    <a:lnTo>
                      <a:pt x="15" y="507"/>
                    </a:lnTo>
                    <a:lnTo>
                      <a:pt x="15" y="514"/>
                    </a:lnTo>
                    <a:lnTo>
                      <a:pt x="15" y="514"/>
                    </a:lnTo>
                    <a:lnTo>
                      <a:pt x="13" y="520"/>
                    </a:lnTo>
                    <a:lnTo>
                      <a:pt x="13" y="523"/>
                    </a:lnTo>
                    <a:lnTo>
                      <a:pt x="13" y="524"/>
                    </a:lnTo>
                    <a:lnTo>
                      <a:pt x="13" y="524"/>
                    </a:lnTo>
                    <a:lnTo>
                      <a:pt x="11" y="527"/>
                    </a:lnTo>
                    <a:lnTo>
                      <a:pt x="10" y="530"/>
                    </a:lnTo>
                    <a:lnTo>
                      <a:pt x="10" y="530"/>
                    </a:lnTo>
                    <a:lnTo>
                      <a:pt x="10" y="531"/>
                    </a:lnTo>
                    <a:lnTo>
                      <a:pt x="10" y="530"/>
                    </a:lnTo>
                    <a:lnTo>
                      <a:pt x="10" y="526"/>
                    </a:lnTo>
                    <a:lnTo>
                      <a:pt x="10" y="526"/>
                    </a:lnTo>
                    <a:lnTo>
                      <a:pt x="8" y="534"/>
                    </a:lnTo>
                    <a:lnTo>
                      <a:pt x="7" y="541"/>
                    </a:lnTo>
                    <a:lnTo>
                      <a:pt x="7" y="541"/>
                    </a:lnTo>
                    <a:lnTo>
                      <a:pt x="5" y="543"/>
                    </a:lnTo>
                    <a:lnTo>
                      <a:pt x="5" y="541"/>
                    </a:lnTo>
                    <a:lnTo>
                      <a:pt x="5" y="540"/>
                    </a:lnTo>
                    <a:lnTo>
                      <a:pt x="4" y="540"/>
                    </a:lnTo>
                    <a:lnTo>
                      <a:pt x="4" y="540"/>
                    </a:lnTo>
                    <a:lnTo>
                      <a:pt x="5" y="544"/>
                    </a:lnTo>
                    <a:lnTo>
                      <a:pt x="5" y="546"/>
                    </a:lnTo>
                    <a:lnTo>
                      <a:pt x="4" y="548"/>
                    </a:lnTo>
                    <a:lnTo>
                      <a:pt x="4" y="548"/>
                    </a:lnTo>
                    <a:lnTo>
                      <a:pt x="5" y="551"/>
                    </a:lnTo>
                    <a:lnTo>
                      <a:pt x="5" y="551"/>
                    </a:lnTo>
                    <a:lnTo>
                      <a:pt x="7" y="548"/>
                    </a:lnTo>
                    <a:lnTo>
                      <a:pt x="7" y="548"/>
                    </a:lnTo>
                    <a:lnTo>
                      <a:pt x="7" y="554"/>
                    </a:lnTo>
                    <a:lnTo>
                      <a:pt x="8" y="557"/>
                    </a:lnTo>
                    <a:lnTo>
                      <a:pt x="8" y="557"/>
                    </a:lnTo>
                    <a:lnTo>
                      <a:pt x="8" y="558"/>
                    </a:lnTo>
                    <a:lnTo>
                      <a:pt x="7" y="561"/>
                    </a:lnTo>
                    <a:lnTo>
                      <a:pt x="7" y="563"/>
                    </a:lnTo>
                    <a:lnTo>
                      <a:pt x="7" y="564"/>
                    </a:lnTo>
                    <a:lnTo>
                      <a:pt x="7" y="564"/>
                    </a:lnTo>
                    <a:lnTo>
                      <a:pt x="7" y="566"/>
                    </a:lnTo>
                    <a:lnTo>
                      <a:pt x="8" y="564"/>
                    </a:lnTo>
                    <a:lnTo>
                      <a:pt x="8" y="560"/>
                    </a:lnTo>
                    <a:lnTo>
                      <a:pt x="8" y="560"/>
                    </a:lnTo>
                    <a:lnTo>
                      <a:pt x="8" y="564"/>
                    </a:lnTo>
                    <a:lnTo>
                      <a:pt x="8" y="570"/>
                    </a:lnTo>
                    <a:lnTo>
                      <a:pt x="8" y="570"/>
                    </a:lnTo>
                    <a:lnTo>
                      <a:pt x="7" y="570"/>
                    </a:lnTo>
                    <a:lnTo>
                      <a:pt x="7" y="568"/>
                    </a:lnTo>
                    <a:lnTo>
                      <a:pt x="7" y="567"/>
                    </a:lnTo>
                    <a:lnTo>
                      <a:pt x="5" y="568"/>
                    </a:lnTo>
                    <a:lnTo>
                      <a:pt x="5" y="568"/>
                    </a:lnTo>
                    <a:lnTo>
                      <a:pt x="5" y="573"/>
                    </a:lnTo>
                    <a:lnTo>
                      <a:pt x="5" y="574"/>
                    </a:lnTo>
                    <a:lnTo>
                      <a:pt x="4" y="574"/>
                    </a:lnTo>
                    <a:lnTo>
                      <a:pt x="4" y="574"/>
                    </a:lnTo>
                    <a:lnTo>
                      <a:pt x="5" y="581"/>
                    </a:lnTo>
                    <a:lnTo>
                      <a:pt x="5" y="588"/>
                    </a:lnTo>
                    <a:lnTo>
                      <a:pt x="1" y="603"/>
                    </a:lnTo>
                    <a:lnTo>
                      <a:pt x="1" y="603"/>
                    </a:lnTo>
                    <a:lnTo>
                      <a:pt x="4" y="607"/>
                    </a:lnTo>
                    <a:lnTo>
                      <a:pt x="4" y="607"/>
                    </a:lnTo>
                    <a:lnTo>
                      <a:pt x="4" y="604"/>
                    </a:lnTo>
                    <a:lnTo>
                      <a:pt x="5" y="601"/>
                    </a:lnTo>
                    <a:lnTo>
                      <a:pt x="5" y="601"/>
                    </a:lnTo>
                    <a:lnTo>
                      <a:pt x="5" y="600"/>
                    </a:lnTo>
                    <a:lnTo>
                      <a:pt x="5" y="600"/>
                    </a:lnTo>
                    <a:lnTo>
                      <a:pt x="4" y="601"/>
                    </a:lnTo>
                    <a:lnTo>
                      <a:pt x="4" y="601"/>
                    </a:lnTo>
                    <a:lnTo>
                      <a:pt x="5" y="587"/>
                    </a:lnTo>
                    <a:lnTo>
                      <a:pt x="8" y="573"/>
                    </a:lnTo>
                    <a:lnTo>
                      <a:pt x="8" y="573"/>
                    </a:lnTo>
                    <a:lnTo>
                      <a:pt x="8" y="578"/>
                    </a:lnTo>
                    <a:lnTo>
                      <a:pt x="7" y="586"/>
                    </a:lnTo>
                    <a:lnTo>
                      <a:pt x="7" y="591"/>
                    </a:lnTo>
                    <a:lnTo>
                      <a:pt x="7" y="597"/>
                    </a:lnTo>
                    <a:lnTo>
                      <a:pt x="7" y="597"/>
                    </a:lnTo>
                    <a:lnTo>
                      <a:pt x="8" y="584"/>
                    </a:lnTo>
                    <a:lnTo>
                      <a:pt x="8" y="584"/>
                    </a:lnTo>
                    <a:lnTo>
                      <a:pt x="8" y="591"/>
                    </a:lnTo>
                    <a:lnTo>
                      <a:pt x="8" y="596"/>
                    </a:lnTo>
                    <a:lnTo>
                      <a:pt x="10" y="598"/>
                    </a:lnTo>
                    <a:lnTo>
                      <a:pt x="10" y="598"/>
                    </a:lnTo>
                    <a:lnTo>
                      <a:pt x="8" y="600"/>
                    </a:lnTo>
                    <a:lnTo>
                      <a:pt x="8" y="600"/>
                    </a:lnTo>
                    <a:lnTo>
                      <a:pt x="7" y="598"/>
                    </a:lnTo>
                    <a:lnTo>
                      <a:pt x="7" y="601"/>
                    </a:lnTo>
                    <a:lnTo>
                      <a:pt x="7" y="601"/>
                    </a:lnTo>
                    <a:lnTo>
                      <a:pt x="7" y="607"/>
                    </a:lnTo>
                    <a:lnTo>
                      <a:pt x="7" y="607"/>
                    </a:lnTo>
                    <a:lnTo>
                      <a:pt x="7" y="608"/>
                    </a:lnTo>
                    <a:lnTo>
                      <a:pt x="7" y="608"/>
                    </a:lnTo>
                    <a:lnTo>
                      <a:pt x="5" y="606"/>
                    </a:lnTo>
                    <a:lnTo>
                      <a:pt x="5" y="606"/>
                    </a:lnTo>
                    <a:lnTo>
                      <a:pt x="5" y="608"/>
                    </a:lnTo>
                    <a:lnTo>
                      <a:pt x="5" y="613"/>
                    </a:lnTo>
                    <a:lnTo>
                      <a:pt x="5" y="613"/>
                    </a:lnTo>
                    <a:lnTo>
                      <a:pt x="5" y="614"/>
                    </a:lnTo>
                    <a:lnTo>
                      <a:pt x="5" y="617"/>
                    </a:lnTo>
                    <a:lnTo>
                      <a:pt x="7" y="620"/>
                    </a:lnTo>
                    <a:lnTo>
                      <a:pt x="7" y="621"/>
                    </a:lnTo>
                    <a:lnTo>
                      <a:pt x="7" y="621"/>
                    </a:lnTo>
                    <a:lnTo>
                      <a:pt x="7" y="624"/>
                    </a:lnTo>
                    <a:lnTo>
                      <a:pt x="5" y="624"/>
                    </a:lnTo>
                    <a:lnTo>
                      <a:pt x="4" y="624"/>
                    </a:lnTo>
                    <a:lnTo>
                      <a:pt x="4" y="625"/>
                    </a:lnTo>
                    <a:lnTo>
                      <a:pt x="4" y="625"/>
                    </a:lnTo>
                    <a:lnTo>
                      <a:pt x="4" y="635"/>
                    </a:lnTo>
                    <a:lnTo>
                      <a:pt x="4" y="635"/>
                    </a:lnTo>
                    <a:lnTo>
                      <a:pt x="3" y="643"/>
                    </a:lnTo>
                    <a:lnTo>
                      <a:pt x="3" y="643"/>
                    </a:lnTo>
                    <a:lnTo>
                      <a:pt x="3" y="650"/>
                    </a:lnTo>
                    <a:lnTo>
                      <a:pt x="3" y="655"/>
                    </a:lnTo>
                    <a:lnTo>
                      <a:pt x="3" y="655"/>
                    </a:lnTo>
                    <a:lnTo>
                      <a:pt x="3" y="657"/>
                    </a:lnTo>
                    <a:lnTo>
                      <a:pt x="3" y="655"/>
                    </a:lnTo>
                    <a:lnTo>
                      <a:pt x="1" y="651"/>
                    </a:lnTo>
                    <a:lnTo>
                      <a:pt x="1" y="651"/>
                    </a:lnTo>
                    <a:lnTo>
                      <a:pt x="1" y="661"/>
                    </a:lnTo>
                    <a:lnTo>
                      <a:pt x="1" y="671"/>
                    </a:lnTo>
                    <a:lnTo>
                      <a:pt x="1" y="671"/>
                    </a:lnTo>
                    <a:lnTo>
                      <a:pt x="3" y="674"/>
                    </a:lnTo>
                    <a:lnTo>
                      <a:pt x="5" y="675"/>
                    </a:lnTo>
                    <a:lnTo>
                      <a:pt x="5" y="675"/>
                    </a:lnTo>
                    <a:lnTo>
                      <a:pt x="5" y="683"/>
                    </a:lnTo>
                    <a:lnTo>
                      <a:pt x="7" y="685"/>
                    </a:lnTo>
                    <a:lnTo>
                      <a:pt x="8" y="687"/>
                    </a:lnTo>
                    <a:lnTo>
                      <a:pt x="8" y="687"/>
                    </a:lnTo>
                    <a:lnTo>
                      <a:pt x="7" y="688"/>
                    </a:lnTo>
                    <a:lnTo>
                      <a:pt x="7" y="688"/>
                    </a:lnTo>
                    <a:lnTo>
                      <a:pt x="7" y="687"/>
                    </a:lnTo>
                    <a:lnTo>
                      <a:pt x="5" y="688"/>
                    </a:lnTo>
                    <a:lnTo>
                      <a:pt x="5" y="688"/>
                    </a:lnTo>
                    <a:lnTo>
                      <a:pt x="7" y="694"/>
                    </a:lnTo>
                    <a:lnTo>
                      <a:pt x="7" y="694"/>
                    </a:lnTo>
                    <a:lnTo>
                      <a:pt x="7" y="700"/>
                    </a:lnTo>
                    <a:lnTo>
                      <a:pt x="7" y="700"/>
                    </a:lnTo>
                    <a:lnTo>
                      <a:pt x="8" y="703"/>
                    </a:lnTo>
                    <a:lnTo>
                      <a:pt x="10" y="705"/>
                    </a:lnTo>
                    <a:lnTo>
                      <a:pt x="10" y="705"/>
                    </a:lnTo>
                    <a:lnTo>
                      <a:pt x="8" y="705"/>
                    </a:lnTo>
                    <a:lnTo>
                      <a:pt x="7" y="704"/>
                    </a:lnTo>
                    <a:lnTo>
                      <a:pt x="7" y="701"/>
                    </a:lnTo>
                    <a:lnTo>
                      <a:pt x="5" y="701"/>
                    </a:lnTo>
                    <a:lnTo>
                      <a:pt x="5" y="701"/>
                    </a:lnTo>
                    <a:lnTo>
                      <a:pt x="5" y="698"/>
                    </a:lnTo>
                    <a:lnTo>
                      <a:pt x="5" y="697"/>
                    </a:lnTo>
                    <a:lnTo>
                      <a:pt x="5" y="694"/>
                    </a:lnTo>
                    <a:lnTo>
                      <a:pt x="4" y="693"/>
                    </a:lnTo>
                    <a:lnTo>
                      <a:pt x="4" y="693"/>
                    </a:lnTo>
                    <a:lnTo>
                      <a:pt x="4" y="694"/>
                    </a:lnTo>
                    <a:lnTo>
                      <a:pt x="4" y="698"/>
                    </a:lnTo>
                    <a:lnTo>
                      <a:pt x="5" y="707"/>
                    </a:lnTo>
                    <a:lnTo>
                      <a:pt x="5" y="707"/>
                    </a:lnTo>
                    <a:lnTo>
                      <a:pt x="5" y="710"/>
                    </a:lnTo>
                    <a:lnTo>
                      <a:pt x="5" y="713"/>
                    </a:lnTo>
                    <a:lnTo>
                      <a:pt x="5" y="713"/>
                    </a:lnTo>
                    <a:lnTo>
                      <a:pt x="8" y="724"/>
                    </a:lnTo>
                    <a:lnTo>
                      <a:pt x="8" y="724"/>
                    </a:lnTo>
                    <a:lnTo>
                      <a:pt x="8" y="728"/>
                    </a:lnTo>
                    <a:lnTo>
                      <a:pt x="8" y="733"/>
                    </a:lnTo>
                    <a:lnTo>
                      <a:pt x="8" y="733"/>
                    </a:lnTo>
                    <a:lnTo>
                      <a:pt x="10" y="734"/>
                    </a:lnTo>
                    <a:lnTo>
                      <a:pt x="10" y="733"/>
                    </a:lnTo>
                    <a:lnTo>
                      <a:pt x="10" y="733"/>
                    </a:lnTo>
                    <a:lnTo>
                      <a:pt x="11" y="740"/>
                    </a:lnTo>
                    <a:lnTo>
                      <a:pt x="11" y="745"/>
                    </a:lnTo>
                    <a:lnTo>
                      <a:pt x="11" y="745"/>
                    </a:lnTo>
                    <a:lnTo>
                      <a:pt x="13" y="750"/>
                    </a:lnTo>
                    <a:lnTo>
                      <a:pt x="14" y="754"/>
                    </a:lnTo>
                    <a:lnTo>
                      <a:pt x="14" y="754"/>
                    </a:lnTo>
                    <a:lnTo>
                      <a:pt x="14" y="750"/>
                    </a:lnTo>
                    <a:lnTo>
                      <a:pt x="14" y="747"/>
                    </a:lnTo>
                    <a:lnTo>
                      <a:pt x="13" y="743"/>
                    </a:lnTo>
                    <a:lnTo>
                      <a:pt x="13" y="738"/>
                    </a:lnTo>
                    <a:lnTo>
                      <a:pt x="13" y="738"/>
                    </a:lnTo>
                    <a:lnTo>
                      <a:pt x="13" y="737"/>
                    </a:lnTo>
                    <a:lnTo>
                      <a:pt x="14" y="737"/>
                    </a:lnTo>
                    <a:lnTo>
                      <a:pt x="14" y="735"/>
                    </a:lnTo>
                    <a:lnTo>
                      <a:pt x="14" y="733"/>
                    </a:lnTo>
                    <a:lnTo>
                      <a:pt x="14" y="733"/>
                    </a:lnTo>
                    <a:lnTo>
                      <a:pt x="15" y="735"/>
                    </a:lnTo>
                    <a:lnTo>
                      <a:pt x="15" y="738"/>
                    </a:lnTo>
                    <a:lnTo>
                      <a:pt x="15" y="743"/>
                    </a:lnTo>
                    <a:lnTo>
                      <a:pt x="15" y="743"/>
                    </a:lnTo>
                    <a:lnTo>
                      <a:pt x="17" y="744"/>
                    </a:lnTo>
                    <a:lnTo>
                      <a:pt x="17" y="741"/>
                    </a:lnTo>
                    <a:lnTo>
                      <a:pt x="17" y="738"/>
                    </a:lnTo>
                    <a:lnTo>
                      <a:pt x="17" y="738"/>
                    </a:lnTo>
                    <a:lnTo>
                      <a:pt x="17" y="738"/>
                    </a:lnTo>
                    <a:lnTo>
                      <a:pt x="15" y="734"/>
                    </a:lnTo>
                    <a:lnTo>
                      <a:pt x="15" y="731"/>
                    </a:lnTo>
                    <a:lnTo>
                      <a:pt x="15" y="731"/>
                    </a:lnTo>
                    <a:lnTo>
                      <a:pt x="14" y="727"/>
                    </a:lnTo>
                    <a:lnTo>
                      <a:pt x="14" y="725"/>
                    </a:lnTo>
                    <a:lnTo>
                      <a:pt x="14" y="725"/>
                    </a:lnTo>
                    <a:lnTo>
                      <a:pt x="14" y="730"/>
                    </a:lnTo>
                    <a:lnTo>
                      <a:pt x="14" y="731"/>
                    </a:lnTo>
                    <a:lnTo>
                      <a:pt x="13" y="731"/>
                    </a:lnTo>
                    <a:lnTo>
                      <a:pt x="13" y="731"/>
                    </a:lnTo>
                    <a:lnTo>
                      <a:pt x="13" y="727"/>
                    </a:lnTo>
                    <a:lnTo>
                      <a:pt x="11" y="723"/>
                    </a:lnTo>
                    <a:lnTo>
                      <a:pt x="11" y="723"/>
                    </a:lnTo>
                    <a:lnTo>
                      <a:pt x="13" y="723"/>
                    </a:lnTo>
                    <a:lnTo>
                      <a:pt x="13" y="723"/>
                    </a:lnTo>
                    <a:lnTo>
                      <a:pt x="14" y="720"/>
                    </a:lnTo>
                    <a:lnTo>
                      <a:pt x="14" y="720"/>
                    </a:lnTo>
                    <a:lnTo>
                      <a:pt x="13" y="720"/>
                    </a:lnTo>
                    <a:lnTo>
                      <a:pt x="13" y="717"/>
                    </a:lnTo>
                    <a:lnTo>
                      <a:pt x="13" y="710"/>
                    </a:lnTo>
                    <a:lnTo>
                      <a:pt x="13" y="710"/>
                    </a:lnTo>
                    <a:lnTo>
                      <a:pt x="14" y="710"/>
                    </a:lnTo>
                    <a:lnTo>
                      <a:pt x="14" y="714"/>
                    </a:lnTo>
                    <a:lnTo>
                      <a:pt x="14" y="714"/>
                    </a:lnTo>
                    <a:lnTo>
                      <a:pt x="14" y="707"/>
                    </a:lnTo>
                    <a:lnTo>
                      <a:pt x="14" y="697"/>
                    </a:lnTo>
                    <a:lnTo>
                      <a:pt x="14" y="697"/>
                    </a:lnTo>
                    <a:lnTo>
                      <a:pt x="14" y="694"/>
                    </a:lnTo>
                    <a:lnTo>
                      <a:pt x="14" y="690"/>
                    </a:lnTo>
                    <a:lnTo>
                      <a:pt x="15" y="685"/>
                    </a:lnTo>
                    <a:lnTo>
                      <a:pt x="15" y="683"/>
                    </a:lnTo>
                    <a:lnTo>
                      <a:pt x="15" y="683"/>
                    </a:lnTo>
                    <a:lnTo>
                      <a:pt x="14" y="677"/>
                    </a:lnTo>
                    <a:lnTo>
                      <a:pt x="13" y="671"/>
                    </a:lnTo>
                    <a:lnTo>
                      <a:pt x="13" y="671"/>
                    </a:lnTo>
                    <a:lnTo>
                      <a:pt x="14" y="671"/>
                    </a:lnTo>
                    <a:lnTo>
                      <a:pt x="14" y="671"/>
                    </a:lnTo>
                    <a:lnTo>
                      <a:pt x="15" y="674"/>
                    </a:lnTo>
                    <a:lnTo>
                      <a:pt x="15" y="674"/>
                    </a:lnTo>
                    <a:lnTo>
                      <a:pt x="15" y="671"/>
                    </a:lnTo>
                    <a:lnTo>
                      <a:pt x="15" y="667"/>
                    </a:lnTo>
                    <a:lnTo>
                      <a:pt x="15" y="667"/>
                    </a:lnTo>
                    <a:lnTo>
                      <a:pt x="15" y="660"/>
                    </a:lnTo>
                    <a:lnTo>
                      <a:pt x="15" y="660"/>
                    </a:lnTo>
                    <a:lnTo>
                      <a:pt x="14" y="660"/>
                    </a:lnTo>
                    <a:lnTo>
                      <a:pt x="14" y="663"/>
                    </a:lnTo>
                    <a:lnTo>
                      <a:pt x="14" y="663"/>
                    </a:lnTo>
                    <a:lnTo>
                      <a:pt x="13" y="657"/>
                    </a:lnTo>
                    <a:lnTo>
                      <a:pt x="13" y="654"/>
                    </a:lnTo>
                    <a:lnTo>
                      <a:pt x="13" y="654"/>
                    </a:lnTo>
                    <a:lnTo>
                      <a:pt x="13" y="654"/>
                    </a:lnTo>
                    <a:lnTo>
                      <a:pt x="14" y="653"/>
                    </a:lnTo>
                    <a:lnTo>
                      <a:pt x="14" y="650"/>
                    </a:lnTo>
                    <a:lnTo>
                      <a:pt x="14" y="650"/>
                    </a:lnTo>
                    <a:lnTo>
                      <a:pt x="14" y="648"/>
                    </a:lnTo>
                    <a:lnTo>
                      <a:pt x="14" y="650"/>
                    </a:lnTo>
                    <a:lnTo>
                      <a:pt x="15" y="653"/>
                    </a:lnTo>
                    <a:lnTo>
                      <a:pt x="15" y="653"/>
                    </a:lnTo>
                    <a:lnTo>
                      <a:pt x="15" y="644"/>
                    </a:lnTo>
                    <a:lnTo>
                      <a:pt x="15" y="640"/>
                    </a:lnTo>
                    <a:lnTo>
                      <a:pt x="17" y="635"/>
                    </a:lnTo>
                    <a:lnTo>
                      <a:pt x="17" y="635"/>
                    </a:lnTo>
                    <a:lnTo>
                      <a:pt x="15" y="633"/>
                    </a:lnTo>
                    <a:lnTo>
                      <a:pt x="15" y="630"/>
                    </a:lnTo>
                    <a:lnTo>
                      <a:pt x="17" y="625"/>
                    </a:lnTo>
                    <a:lnTo>
                      <a:pt x="15" y="621"/>
                    </a:lnTo>
                    <a:lnTo>
                      <a:pt x="15" y="621"/>
                    </a:lnTo>
                    <a:lnTo>
                      <a:pt x="17" y="621"/>
                    </a:lnTo>
                    <a:lnTo>
                      <a:pt x="17" y="620"/>
                    </a:lnTo>
                    <a:lnTo>
                      <a:pt x="17" y="617"/>
                    </a:lnTo>
                    <a:lnTo>
                      <a:pt x="18" y="615"/>
                    </a:lnTo>
                    <a:lnTo>
                      <a:pt x="18" y="615"/>
                    </a:lnTo>
                    <a:lnTo>
                      <a:pt x="18" y="623"/>
                    </a:lnTo>
                    <a:lnTo>
                      <a:pt x="17" y="628"/>
                    </a:lnTo>
                    <a:lnTo>
                      <a:pt x="17" y="628"/>
                    </a:lnTo>
                    <a:lnTo>
                      <a:pt x="18" y="633"/>
                    </a:lnTo>
                    <a:lnTo>
                      <a:pt x="18" y="638"/>
                    </a:lnTo>
                    <a:lnTo>
                      <a:pt x="15" y="650"/>
                    </a:lnTo>
                    <a:lnTo>
                      <a:pt x="15" y="650"/>
                    </a:lnTo>
                    <a:lnTo>
                      <a:pt x="18" y="651"/>
                    </a:lnTo>
                    <a:lnTo>
                      <a:pt x="20" y="655"/>
                    </a:lnTo>
                    <a:lnTo>
                      <a:pt x="20" y="655"/>
                    </a:lnTo>
                    <a:lnTo>
                      <a:pt x="18" y="651"/>
                    </a:lnTo>
                    <a:lnTo>
                      <a:pt x="18" y="645"/>
                    </a:lnTo>
                    <a:lnTo>
                      <a:pt x="18" y="634"/>
                    </a:lnTo>
                    <a:lnTo>
                      <a:pt x="18" y="634"/>
                    </a:lnTo>
                    <a:lnTo>
                      <a:pt x="20" y="623"/>
                    </a:lnTo>
                    <a:lnTo>
                      <a:pt x="20" y="617"/>
                    </a:lnTo>
                    <a:lnTo>
                      <a:pt x="18" y="613"/>
                    </a:lnTo>
                    <a:lnTo>
                      <a:pt x="18" y="613"/>
                    </a:lnTo>
                    <a:lnTo>
                      <a:pt x="18" y="601"/>
                    </a:lnTo>
                    <a:lnTo>
                      <a:pt x="20" y="591"/>
                    </a:lnTo>
                    <a:lnTo>
                      <a:pt x="20" y="591"/>
                    </a:lnTo>
                    <a:lnTo>
                      <a:pt x="18" y="590"/>
                    </a:lnTo>
                    <a:lnTo>
                      <a:pt x="18" y="593"/>
                    </a:lnTo>
                    <a:lnTo>
                      <a:pt x="18" y="593"/>
                    </a:lnTo>
                    <a:lnTo>
                      <a:pt x="17" y="586"/>
                    </a:lnTo>
                    <a:lnTo>
                      <a:pt x="17" y="586"/>
                    </a:lnTo>
                    <a:lnTo>
                      <a:pt x="18" y="578"/>
                    </a:lnTo>
                    <a:lnTo>
                      <a:pt x="18" y="578"/>
                    </a:lnTo>
                    <a:lnTo>
                      <a:pt x="18" y="584"/>
                    </a:lnTo>
                    <a:lnTo>
                      <a:pt x="18" y="590"/>
                    </a:lnTo>
                    <a:lnTo>
                      <a:pt x="18" y="590"/>
                    </a:lnTo>
                    <a:lnTo>
                      <a:pt x="21" y="580"/>
                    </a:lnTo>
                    <a:lnTo>
                      <a:pt x="21" y="580"/>
                    </a:lnTo>
                    <a:lnTo>
                      <a:pt x="20" y="574"/>
                    </a:lnTo>
                    <a:lnTo>
                      <a:pt x="20" y="574"/>
                    </a:lnTo>
                    <a:lnTo>
                      <a:pt x="21" y="570"/>
                    </a:lnTo>
                    <a:lnTo>
                      <a:pt x="21" y="570"/>
                    </a:lnTo>
                    <a:lnTo>
                      <a:pt x="21" y="568"/>
                    </a:lnTo>
                    <a:lnTo>
                      <a:pt x="23" y="570"/>
                    </a:lnTo>
                    <a:lnTo>
                      <a:pt x="23" y="573"/>
                    </a:lnTo>
                    <a:lnTo>
                      <a:pt x="23" y="573"/>
                    </a:lnTo>
                    <a:lnTo>
                      <a:pt x="23" y="568"/>
                    </a:lnTo>
                    <a:lnTo>
                      <a:pt x="23" y="567"/>
                    </a:lnTo>
                    <a:lnTo>
                      <a:pt x="23" y="564"/>
                    </a:lnTo>
                    <a:lnTo>
                      <a:pt x="23" y="558"/>
                    </a:lnTo>
                    <a:lnTo>
                      <a:pt x="23" y="558"/>
                    </a:lnTo>
                    <a:lnTo>
                      <a:pt x="23" y="558"/>
                    </a:lnTo>
                    <a:lnTo>
                      <a:pt x="21" y="560"/>
                    </a:lnTo>
                    <a:lnTo>
                      <a:pt x="21" y="560"/>
                    </a:lnTo>
                    <a:lnTo>
                      <a:pt x="21" y="553"/>
                    </a:lnTo>
                    <a:lnTo>
                      <a:pt x="21" y="553"/>
                    </a:lnTo>
                    <a:lnTo>
                      <a:pt x="23" y="554"/>
                    </a:lnTo>
                    <a:lnTo>
                      <a:pt x="23" y="553"/>
                    </a:lnTo>
                    <a:lnTo>
                      <a:pt x="24" y="548"/>
                    </a:lnTo>
                    <a:lnTo>
                      <a:pt x="24" y="548"/>
                    </a:lnTo>
                    <a:lnTo>
                      <a:pt x="28" y="536"/>
                    </a:lnTo>
                    <a:lnTo>
                      <a:pt x="28" y="536"/>
                    </a:lnTo>
                    <a:lnTo>
                      <a:pt x="27" y="548"/>
                    </a:lnTo>
                    <a:lnTo>
                      <a:pt x="27" y="548"/>
                    </a:lnTo>
                    <a:lnTo>
                      <a:pt x="25" y="556"/>
                    </a:lnTo>
                    <a:lnTo>
                      <a:pt x="25" y="557"/>
                    </a:lnTo>
                    <a:lnTo>
                      <a:pt x="27" y="558"/>
                    </a:lnTo>
                    <a:lnTo>
                      <a:pt x="27" y="558"/>
                    </a:lnTo>
                    <a:lnTo>
                      <a:pt x="25" y="568"/>
                    </a:lnTo>
                    <a:lnTo>
                      <a:pt x="24" y="578"/>
                    </a:lnTo>
                    <a:lnTo>
                      <a:pt x="24" y="578"/>
                    </a:lnTo>
                    <a:lnTo>
                      <a:pt x="24" y="577"/>
                    </a:lnTo>
                    <a:lnTo>
                      <a:pt x="25" y="574"/>
                    </a:lnTo>
                    <a:lnTo>
                      <a:pt x="25" y="574"/>
                    </a:lnTo>
                    <a:lnTo>
                      <a:pt x="27" y="567"/>
                    </a:lnTo>
                    <a:lnTo>
                      <a:pt x="27" y="567"/>
                    </a:lnTo>
                    <a:lnTo>
                      <a:pt x="27" y="573"/>
                    </a:lnTo>
                    <a:lnTo>
                      <a:pt x="27" y="577"/>
                    </a:lnTo>
                    <a:lnTo>
                      <a:pt x="27" y="577"/>
                    </a:lnTo>
                    <a:lnTo>
                      <a:pt x="25" y="578"/>
                    </a:lnTo>
                    <a:lnTo>
                      <a:pt x="25" y="581"/>
                    </a:lnTo>
                    <a:lnTo>
                      <a:pt x="25" y="583"/>
                    </a:lnTo>
                    <a:lnTo>
                      <a:pt x="24" y="584"/>
                    </a:lnTo>
                    <a:lnTo>
                      <a:pt x="24" y="584"/>
                    </a:lnTo>
                    <a:lnTo>
                      <a:pt x="24" y="588"/>
                    </a:lnTo>
                    <a:lnTo>
                      <a:pt x="25" y="588"/>
                    </a:lnTo>
                    <a:lnTo>
                      <a:pt x="27" y="587"/>
                    </a:lnTo>
                    <a:lnTo>
                      <a:pt x="27" y="587"/>
                    </a:lnTo>
                    <a:lnTo>
                      <a:pt x="27" y="590"/>
                    </a:lnTo>
                    <a:lnTo>
                      <a:pt x="25" y="591"/>
                    </a:lnTo>
                    <a:lnTo>
                      <a:pt x="24" y="593"/>
                    </a:lnTo>
                    <a:lnTo>
                      <a:pt x="24" y="593"/>
                    </a:lnTo>
                    <a:lnTo>
                      <a:pt x="25" y="597"/>
                    </a:lnTo>
                    <a:lnTo>
                      <a:pt x="25" y="601"/>
                    </a:lnTo>
                    <a:lnTo>
                      <a:pt x="25" y="601"/>
                    </a:lnTo>
                    <a:lnTo>
                      <a:pt x="24" y="604"/>
                    </a:lnTo>
                    <a:lnTo>
                      <a:pt x="23" y="606"/>
                    </a:lnTo>
                    <a:lnTo>
                      <a:pt x="23" y="606"/>
                    </a:lnTo>
                    <a:lnTo>
                      <a:pt x="24" y="610"/>
                    </a:lnTo>
                    <a:lnTo>
                      <a:pt x="23" y="613"/>
                    </a:lnTo>
                    <a:lnTo>
                      <a:pt x="23" y="613"/>
                    </a:lnTo>
                    <a:lnTo>
                      <a:pt x="23" y="621"/>
                    </a:lnTo>
                    <a:lnTo>
                      <a:pt x="24" y="630"/>
                    </a:lnTo>
                    <a:lnTo>
                      <a:pt x="24" y="630"/>
                    </a:lnTo>
                    <a:lnTo>
                      <a:pt x="23" y="631"/>
                    </a:lnTo>
                    <a:lnTo>
                      <a:pt x="23" y="631"/>
                    </a:lnTo>
                    <a:lnTo>
                      <a:pt x="23" y="630"/>
                    </a:lnTo>
                    <a:lnTo>
                      <a:pt x="21" y="630"/>
                    </a:lnTo>
                    <a:lnTo>
                      <a:pt x="21" y="630"/>
                    </a:lnTo>
                    <a:lnTo>
                      <a:pt x="21" y="620"/>
                    </a:lnTo>
                    <a:lnTo>
                      <a:pt x="21" y="617"/>
                    </a:lnTo>
                    <a:lnTo>
                      <a:pt x="20" y="615"/>
                    </a:lnTo>
                    <a:lnTo>
                      <a:pt x="20" y="615"/>
                    </a:lnTo>
                    <a:lnTo>
                      <a:pt x="21" y="620"/>
                    </a:lnTo>
                    <a:lnTo>
                      <a:pt x="21" y="624"/>
                    </a:lnTo>
                    <a:lnTo>
                      <a:pt x="21" y="624"/>
                    </a:lnTo>
                    <a:lnTo>
                      <a:pt x="20" y="627"/>
                    </a:lnTo>
                    <a:lnTo>
                      <a:pt x="20" y="627"/>
                    </a:lnTo>
                    <a:lnTo>
                      <a:pt x="21" y="631"/>
                    </a:lnTo>
                    <a:lnTo>
                      <a:pt x="20" y="637"/>
                    </a:lnTo>
                    <a:lnTo>
                      <a:pt x="20" y="637"/>
                    </a:lnTo>
                    <a:lnTo>
                      <a:pt x="21" y="640"/>
                    </a:lnTo>
                    <a:lnTo>
                      <a:pt x="23" y="640"/>
                    </a:lnTo>
                    <a:lnTo>
                      <a:pt x="23" y="640"/>
                    </a:lnTo>
                    <a:lnTo>
                      <a:pt x="24" y="643"/>
                    </a:lnTo>
                    <a:lnTo>
                      <a:pt x="24" y="643"/>
                    </a:lnTo>
                    <a:lnTo>
                      <a:pt x="24" y="647"/>
                    </a:lnTo>
                    <a:lnTo>
                      <a:pt x="24" y="647"/>
                    </a:lnTo>
                    <a:lnTo>
                      <a:pt x="24" y="648"/>
                    </a:lnTo>
                    <a:lnTo>
                      <a:pt x="23" y="648"/>
                    </a:lnTo>
                    <a:lnTo>
                      <a:pt x="21" y="645"/>
                    </a:lnTo>
                    <a:lnTo>
                      <a:pt x="21" y="645"/>
                    </a:lnTo>
                    <a:lnTo>
                      <a:pt x="21" y="650"/>
                    </a:lnTo>
                    <a:lnTo>
                      <a:pt x="21" y="655"/>
                    </a:lnTo>
                    <a:lnTo>
                      <a:pt x="21" y="655"/>
                    </a:lnTo>
                    <a:lnTo>
                      <a:pt x="21" y="657"/>
                    </a:lnTo>
                    <a:lnTo>
                      <a:pt x="23" y="655"/>
                    </a:lnTo>
                    <a:lnTo>
                      <a:pt x="23" y="655"/>
                    </a:lnTo>
                    <a:lnTo>
                      <a:pt x="23" y="665"/>
                    </a:lnTo>
                    <a:lnTo>
                      <a:pt x="23" y="670"/>
                    </a:lnTo>
                    <a:lnTo>
                      <a:pt x="24" y="675"/>
                    </a:lnTo>
                    <a:lnTo>
                      <a:pt x="24" y="675"/>
                    </a:lnTo>
                    <a:lnTo>
                      <a:pt x="25" y="693"/>
                    </a:lnTo>
                    <a:lnTo>
                      <a:pt x="25" y="693"/>
                    </a:lnTo>
                    <a:lnTo>
                      <a:pt x="25" y="700"/>
                    </a:lnTo>
                    <a:lnTo>
                      <a:pt x="25" y="707"/>
                    </a:lnTo>
                    <a:lnTo>
                      <a:pt x="25" y="707"/>
                    </a:lnTo>
                    <a:lnTo>
                      <a:pt x="27" y="713"/>
                    </a:lnTo>
                    <a:lnTo>
                      <a:pt x="27" y="718"/>
                    </a:lnTo>
                    <a:lnTo>
                      <a:pt x="27" y="718"/>
                    </a:lnTo>
                    <a:lnTo>
                      <a:pt x="30" y="720"/>
                    </a:lnTo>
                    <a:lnTo>
                      <a:pt x="31" y="721"/>
                    </a:lnTo>
                    <a:lnTo>
                      <a:pt x="31" y="721"/>
                    </a:lnTo>
                    <a:lnTo>
                      <a:pt x="33" y="713"/>
                    </a:lnTo>
                    <a:lnTo>
                      <a:pt x="33" y="713"/>
                    </a:lnTo>
                    <a:lnTo>
                      <a:pt x="31" y="711"/>
                    </a:lnTo>
                    <a:lnTo>
                      <a:pt x="28" y="708"/>
                    </a:lnTo>
                    <a:lnTo>
                      <a:pt x="28" y="708"/>
                    </a:lnTo>
                    <a:lnTo>
                      <a:pt x="28" y="701"/>
                    </a:lnTo>
                    <a:lnTo>
                      <a:pt x="25" y="694"/>
                    </a:lnTo>
                    <a:lnTo>
                      <a:pt x="25" y="694"/>
                    </a:lnTo>
                    <a:lnTo>
                      <a:pt x="27" y="693"/>
                    </a:lnTo>
                    <a:lnTo>
                      <a:pt x="28" y="695"/>
                    </a:lnTo>
                    <a:lnTo>
                      <a:pt x="30" y="700"/>
                    </a:lnTo>
                    <a:lnTo>
                      <a:pt x="30" y="700"/>
                    </a:lnTo>
                    <a:lnTo>
                      <a:pt x="30" y="693"/>
                    </a:lnTo>
                    <a:lnTo>
                      <a:pt x="30" y="690"/>
                    </a:lnTo>
                    <a:lnTo>
                      <a:pt x="31" y="690"/>
                    </a:lnTo>
                    <a:lnTo>
                      <a:pt x="31" y="690"/>
                    </a:lnTo>
                    <a:lnTo>
                      <a:pt x="30" y="678"/>
                    </a:lnTo>
                    <a:lnTo>
                      <a:pt x="30" y="673"/>
                    </a:lnTo>
                    <a:lnTo>
                      <a:pt x="30" y="667"/>
                    </a:lnTo>
                    <a:lnTo>
                      <a:pt x="30" y="667"/>
                    </a:lnTo>
                    <a:lnTo>
                      <a:pt x="33" y="681"/>
                    </a:lnTo>
                    <a:lnTo>
                      <a:pt x="33" y="681"/>
                    </a:lnTo>
                    <a:lnTo>
                      <a:pt x="33" y="675"/>
                    </a:lnTo>
                    <a:lnTo>
                      <a:pt x="33" y="671"/>
                    </a:lnTo>
                    <a:lnTo>
                      <a:pt x="33" y="671"/>
                    </a:lnTo>
                    <a:lnTo>
                      <a:pt x="31" y="670"/>
                    </a:lnTo>
                    <a:lnTo>
                      <a:pt x="33" y="667"/>
                    </a:lnTo>
                    <a:lnTo>
                      <a:pt x="33" y="667"/>
                    </a:lnTo>
                    <a:lnTo>
                      <a:pt x="31" y="661"/>
                    </a:lnTo>
                    <a:lnTo>
                      <a:pt x="31" y="661"/>
                    </a:lnTo>
                    <a:lnTo>
                      <a:pt x="31" y="654"/>
                    </a:lnTo>
                    <a:lnTo>
                      <a:pt x="31" y="654"/>
                    </a:lnTo>
                    <a:lnTo>
                      <a:pt x="31" y="648"/>
                    </a:lnTo>
                    <a:lnTo>
                      <a:pt x="31" y="641"/>
                    </a:lnTo>
                    <a:lnTo>
                      <a:pt x="31" y="641"/>
                    </a:lnTo>
                    <a:lnTo>
                      <a:pt x="33" y="640"/>
                    </a:lnTo>
                    <a:lnTo>
                      <a:pt x="33" y="641"/>
                    </a:lnTo>
                    <a:lnTo>
                      <a:pt x="34" y="644"/>
                    </a:lnTo>
                    <a:lnTo>
                      <a:pt x="34" y="644"/>
                    </a:lnTo>
                    <a:lnTo>
                      <a:pt x="34" y="640"/>
                    </a:lnTo>
                    <a:lnTo>
                      <a:pt x="34" y="635"/>
                    </a:lnTo>
                    <a:lnTo>
                      <a:pt x="34" y="635"/>
                    </a:lnTo>
                    <a:lnTo>
                      <a:pt x="33" y="637"/>
                    </a:lnTo>
                    <a:lnTo>
                      <a:pt x="31" y="643"/>
                    </a:lnTo>
                    <a:lnTo>
                      <a:pt x="31" y="643"/>
                    </a:lnTo>
                    <a:lnTo>
                      <a:pt x="30" y="641"/>
                    </a:lnTo>
                    <a:lnTo>
                      <a:pt x="30" y="641"/>
                    </a:lnTo>
                    <a:lnTo>
                      <a:pt x="30" y="634"/>
                    </a:lnTo>
                    <a:lnTo>
                      <a:pt x="30" y="634"/>
                    </a:lnTo>
                    <a:lnTo>
                      <a:pt x="30" y="633"/>
                    </a:lnTo>
                    <a:lnTo>
                      <a:pt x="30" y="634"/>
                    </a:lnTo>
                    <a:lnTo>
                      <a:pt x="31" y="634"/>
                    </a:lnTo>
                    <a:lnTo>
                      <a:pt x="31" y="631"/>
                    </a:lnTo>
                    <a:lnTo>
                      <a:pt x="31" y="631"/>
                    </a:lnTo>
                    <a:lnTo>
                      <a:pt x="30" y="630"/>
                    </a:lnTo>
                    <a:lnTo>
                      <a:pt x="30" y="628"/>
                    </a:lnTo>
                    <a:lnTo>
                      <a:pt x="30" y="628"/>
                    </a:lnTo>
                    <a:lnTo>
                      <a:pt x="30" y="624"/>
                    </a:lnTo>
                    <a:lnTo>
                      <a:pt x="30" y="624"/>
                    </a:lnTo>
                    <a:lnTo>
                      <a:pt x="30" y="623"/>
                    </a:lnTo>
                    <a:lnTo>
                      <a:pt x="31" y="624"/>
                    </a:lnTo>
                    <a:lnTo>
                      <a:pt x="31" y="625"/>
                    </a:lnTo>
                    <a:lnTo>
                      <a:pt x="31" y="625"/>
                    </a:lnTo>
                    <a:lnTo>
                      <a:pt x="31" y="631"/>
                    </a:lnTo>
                    <a:lnTo>
                      <a:pt x="31" y="634"/>
                    </a:lnTo>
                    <a:lnTo>
                      <a:pt x="31" y="635"/>
                    </a:lnTo>
                    <a:lnTo>
                      <a:pt x="31" y="635"/>
                    </a:lnTo>
                    <a:lnTo>
                      <a:pt x="33" y="610"/>
                    </a:lnTo>
                    <a:lnTo>
                      <a:pt x="35" y="584"/>
                    </a:lnTo>
                    <a:lnTo>
                      <a:pt x="38" y="560"/>
                    </a:lnTo>
                    <a:lnTo>
                      <a:pt x="44" y="534"/>
                    </a:lnTo>
                    <a:lnTo>
                      <a:pt x="44" y="534"/>
                    </a:lnTo>
                    <a:lnTo>
                      <a:pt x="43" y="531"/>
                    </a:lnTo>
                    <a:lnTo>
                      <a:pt x="44" y="526"/>
                    </a:lnTo>
                    <a:lnTo>
                      <a:pt x="45" y="521"/>
                    </a:lnTo>
                    <a:lnTo>
                      <a:pt x="47" y="518"/>
                    </a:lnTo>
                    <a:lnTo>
                      <a:pt x="47" y="518"/>
                    </a:lnTo>
                    <a:lnTo>
                      <a:pt x="45" y="518"/>
                    </a:lnTo>
                    <a:lnTo>
                      <a:pt x="45" y="518"/>
                    </a:lnTo>
                    <a:lnTo>
                      <a:pt x="44" y="518"/>
                    </a:lnTo>
                    <a:lnTo>
                      <a:pt x="43" y="517"/>
                    </a:lnTo>
                    <a:lnTo>
                      <a:pt x="43" y="517"/>
                    </a:lnTo>
                    <a:lnTo>
                      <a:pt x="44" y="513"/>
                    </a:lnTo>
                    <a:lnTo>
                      <a:pt x="45" y="511"/>
                    </a:lnTo>
                    <a:lnTo>
                      <a:pt x="45" y="508"/>
                    </a:lnTo>
                    <a:lnTo>
                      <a:pt x="47" y="506"/>
                    </a:lnTo>
                    <a:lnTo>
                      <a:pt x="47" y="506"/>
                    </a:lnTo>
                    <a:lnTo>
                      <a:pt x="47" y="506"/>
                    </a:lnTo>
                    <a:lnTo>
                      <a:pt x="47" y="507"/>
                    </a:lnTo>
                    <a:lnTo>
                      <a:pt x="47" y="507"/>
                    </a:lnTo>
                    <a:lnTo>
                      <a:pt x="48" y="500"/>
                    </a:lnTo>
                    <a:lnTo>
                      <a:pt x="50" y="491"/>
                    </a:lnTo>
                    <a:lnTo>
                      <a:pt x="50" y="491"/>
                    </a:lnTo>
                    <a:lnTo>
                      <a:pt x="51" y="493"/>
                    </a:lnTo>
                    <a:lnTo>
                      <a:pt x="53" y="493"/>
                    </a:lnTo>
                    <a:lnTo>
                      <a:pt x="54" y="487"/>
                    </a:lnTo>
                    <a:lnTo>
                      <a:pt x="57" y="478"/>
                    </a:lnTo>
                    <a:lnTo>
                      <a:pt x="60" y="471"/>
                    </a:lnTo>
                    <a:lnTo>
                      <a:pt x="60" y="471"/>
                    </a:lnTo>
                    <a:lnTo>
                      <a:pt x="60" y="470"/>
                    </a:lnTo>
                    <a:lnTo>
                      <a:pt x="60" y="470"/>
                    </a:lnTo>
                    <a:lnTo>
                      <a:pt x="58" y="473"/>
                    </a:lnTo>
                    <a:lnTo>
                      <a:pt x="58" y="473"/>
                    </a:lnTo>
                    <a:lnTo>
                      <a:pt x="60" y="467"/>
                    </a:lnTo>
                    <a:lnTo>
                      <a:pt x="63" y="461"/>
                    </a:lnTo>
                    <a:lnTo>
                      <a:pt x="63" y="461"/>
                    </a:lnTo>
                    <a:lnTo>
                      <a:pt x="63" y="461"/>
                    </a:lnTo>
                    <a:lnTo>
                      <a:pt x="61" y="461"/>
                    </a:lnTo>
                    <a:lnTo>
                      <a:pt x="61" y="461"/>
                    </a:lnTo>
                    <a:lnTo>
                      <a:pt x="61" y="461"/>
                    </a:lnTo>
                    <a:lnTo>
                      <a:pt x="61" y="461"/>
                    </a:lnTo>
                    <a:lnTo>
                      <a:pt x="64" y="456"/>
                    </a:lnTo>
                    <a:lnTo>
                      <a:pt x="64" y="456"/>
                    </a:lnTo>
                    <a:lnTo>
                      <a:pt x="63" y="450"/>
                    </a:lnTo>
                    <a:lnTo>
                      <a:pt x="63" y="450"/>
                    </a:lnTo>
                    <a:lnTo>
                      <a:pt x="64" y="447"/>
                    </a:lnTo>
                    <a:lnTo>
                      <a:pt x="64" y="447"/>
                    </a:lnTo>
                    <a:lnTo>
                      <a:pt x="65" y="446"/>
                    </a:lnTo>
                    <a:lnTo>
                      <a:pt x="65" y="441"/>
                    </a:lnTo>
                    <a:lnTo>
                      <a:pt x="65" y="441"/>
                    </a:lnTo>
                    <a:lnTo>
                      <a:pt x="67" y="441"/>
                    </a:lnTo>
                    <a:lnTo>
                      <a:pt x="67" y="441"/>
                    </a:lnTo>
                    <a:lnTo>
                      <a:pt x="67" y="444"/>
                    </a:lnTo>
                    <a:lnTo>
                      <a:pt x="67" y="444"/>
                    </a:lnTo>
                    <a:lnTo>
                      <a:pt x="68" y="441"/>
                    </a:lnTo>
                    <a:lnTo>
                      <a:pt x="68" y="441"/>
                    </a:lnTo>
                    <a:lnTo>
                      <a:pt x="70" y="439"/>
                    </a:lnTo>
                    <a:lnTo>
                      <a:pt x="70" y="439"/>
                    </a:lnTo>
                    <a:lnTo>
                      <a:pt x="72" y="434"/>
                    </a:lnTo>
                    <a:lnTo>
                      <a:pt x="72" y="434"/>
                    </a:lnTo>
                    <a:lnTo>
                      <a:pt x="77" y="420"/>
                    </a:lnTo>
                    <a:lnTo>
                      <a:pt x="77" y="420"/>
                    </a:lnTo>
                    <a:lnTo>
                      <a:pt x="78" y="420"/>
                    </a:lnTo>
                    <a:lnTo>
                      <a:pt x="78" y="421"/>
                    </a:lnTo>
                    <a:lnTo>
                      <a:pt x="78" y="421"/>
                    </a:lnTo>
                    <a:lnTo>
                      <a:pt x="80" y="414"/>
                    </a:lnTo>
                    <a:lnTo>
                      <a:pt x="80" y="414"/>
                    </a:lnTo>
                    <a:lnTo>
                      <a:pt x="82" y="407"/>
                    </a:lnTo>
                    <a:lnTo>
                      <a:pt x="82" y="407"/>
                    </a:lnTo>
                    <a:lnTo>
                      <a:pt x="88" y="393"/>
                    </a:lnTo>
                    <a:lnTo>
                      <a:pt x="88" y="393"/>
                    </a:lnTo>
                    <a:lnTo>
                      <a:pt x="90" y="393"/>
                    </a:lnTo>
                    <a:lnTo>
                      <a:pt x="90" y="393"/>
                    </a:lnTo>
                    <a:lnTo>
                      <a:pt x="90" y="393"/>
                    </a:lnTo>
                    <a:lnTo>
                      <a:pt x="92" y="381"/>
                    </a:lnTo>
                    <a:lnTo>
                      <a:pt x="92" y="381"/>
                    </a:lnTo>
                    <a:lnTo>
                      <a:pt x="95" y="379"/>
                    </a:lnTo>
                    <a:lnTo>
                      <a:pt x="94" y="381"/>
                    </a:lnTo>
                    <a:lnTo>
                      <a:pt x="94" y="381"/>
                    </a:lnTo>
                    <a:lnTo>
                      <a:pt x="98" y="373"/>
                    </a:lnTo>
                    <a:lnTo>
                      <a:pt x="104" y="364"/>
                    </a:lnTo>
                    <a:lnTo>
                      <a:pt x="104" y="364"/>
                    </a:lnTo>
                    <a:lnTo>
                      <a:pt x="108" y="356"/>
                    </a:lnTo>
                    <a:lnTo>
                      <a:pt x="112" y="347"/>
                    </a:lnTo>
                    <a:lnTo>
                      <a:pt x="112" y="347"/>
                    </a:lnTo>
                    <a:lnTo>
                      <a:pt x="114" y="346"/>
                    </a:lnTo>
                    <a:lnTo>
                      <a:pt x="114" y="346"/>
                    </a:lnTo>
                    <a:lnTo>
                      <a:pt x="114" y="346"/>
                    </a:lnTo>
                    <a:lnTo>
                      <a:pt x="115" y="346"/>
                    </a:lnTo>
                    <a:lnTo>
                      <a:pt x="115" y="346"/>
                    </a:lnTo>
                    <a:lnTo>
                      <a:pt x="114" y="349"/>
                    </a:lnTo>
                    <a:lnTo>
                      <a:pt x="112" y="351"/>
                    </a:lnTo>
                    <a:lnTo>
                      <a:pt x="112" y="351"/>
                    </a:lnTo>
                    <a:lnTo>
                      <a:pt x="120" y="336"/>
                    </a:lnTo>
                    <a:lnTo>
                      <a:pt x="125" y="327"/>
                    </a:lnTo>
                    <a:lnTo>
                      <a:pt x="130" y="320"/>
                    </a:lnTo>
                    <a:lnTo>
                      <a:pt x="130" y="320"/>
                    </a:lnTo>
                    <a:lnTo>
                      <a:pt x="130" y="319"/>
                    </a:lnTo>
                    <a:lnTo>
                      <a:pt x="130" y="320"/>
                    </a:lnTo>
                    <a:lnTo>
                      <a:pt x="128" y="321"/>
                    </a:lnTo>
                    <a:lnTo>
                      <a:pt x="127" y="321"/>
                    </a:lnTo>
                    <a:lnTo>
                      <a:pt x="127" y="320"/>
                    </a:lnTo>
                    <a:lnTo>
                      <a:pt x="127" y="320"/>
                    </a:lnTo>
                    <a:lnTo>
                      <a:pt x="132" y="314"/>
                    </a:lnTo>
                    <a:lnTo>
                      <a:pt x="137" y="309"/>
                    </a:lnTo>
                    <a:lnTo>
                      <a:pt x="137" y="309"/>
                    </a:lnTo>
                    <a:lnTo>
                      <a:pt x="137" y="307"/>
                    </a:lnTo>
                    <a:lnTo>
                      <a:pt x="135" y="309"/>
                    </a:lnTo>
                    <a:lnTo>
                      <a:pt x="132" y="314"/>
                    </a:lnTo>
                    <a:lnTo>
                      <a:pt x="132" y="314"/>
                    </a:lnTo>
                    <a:lnTo>
                      <a:pt x="135" y="309"/>
                    </a:lnTo>
                    <a:lnTo>
                      <a:pt x="138" y="303"/>
                    </a:lnTo>
                    <a:lnTo>
                      <a:pt x="138" y="303"/>
                    </a:lnTo>
                    <a:lnTo>
                      <a:pt x="138" y="304"/>
                    </a:lnTo>
                    <a:lnTo>
                      <a:pt x="140" y="307"/>
                    </a:lnTo>
                    <a:lnTo>
                      <a:pt x="140" y="307"/>
                    </a:lnTo>
                    <a:lnTo>
                      <a:pt x="147" y="294"/>
                    </a:lnTo>
                    <a:lnTo>
                      <a:pt x="147" y="294"/>
                    </a:lnTo>
                    <a:lnTo>
                      <a:pt x="151" y="287"/>
                    </a:lnTo>
                    <a:lnTo>
                      <a:pt x="157" y="280"/>
                    </a:lnTo>
                    <a:lnTo>
                      <a:pt x="157" y="280"/>
                    </a:lnTo>
                    <a:lnTo>
                      <a:pt x="157" y="282"/>
                    </a:lnTo>
                    <a:lnTo>
                      <a:pt x="157" y="282"/>
                    </a:lnTo>
                    <a:lnTo>
                      <a:pt x="157" y="282"/>
                    </a:lnTo>
                    <a:lnTo>
                      <a:pt x="157" y="282"/>
                    </a:lnTo>
                    <a:lnTo>
                      <a:pt x="161" y="277"/>
                    </a:lnTo>
                    <a:lnTo>
                      <a:pt x="161" y="277"/>
                    </a:lnTo>
                    <a:lnTo>
                      <a:pt x="162" y="274"/>
                    </a:lnTo>
                    <a:lnTo>
                      <a:pt x="164" y="272"/>
                    </a:lnTo>
                    <a:lnTo>
                      <a:pt x="164" y="272"/>
                    </a:lnTo>
                    <a:lnTo>
                      <a:pt x="165" y="272"/>
                    </a:lnTo>
                    <a:lnTo>
                      <a:pt x="168" y="269"/>
                    </a:lnTo>
                    <a:lnTo>
                      <a:pt x="168" y="269"/>
                    </a:lnTo>
                    <a:lnTo>
                      <a:pt x="172" y="263"/>
                    </a:lnTo>
                    <a:lnTo>
                      <a:pt x="178" y="256"/>
                    </a:lnTo>
                    <a:lnTo>
                      <a:pt x="178" y="256"/>
                    </a:lnTo>
                    <a:lnTo>
                      <a:pt x="178" y="256"/>
                    </a:lnTo>
                    <a:lnTo>
                      <a:pt x="178" y="257"/>
                    </a:lnTo>
                    <a:lnTo>
                      <a:pt x="175" y="260"/>
                    </a:lnTo>
                    <a:lnTo>
                      <a:pt x="175" y="260"/>
                    </a:lnTo>
                    <a:lnTo>
                      <a:pt x="178" y="257"/>
                    </a:lnTo>
                    <a:lnTo>
                      <a:pt x="181" y="254"/>
                    </a:lnTo>
                    <a:lnTo>
                      <a:pt x="185" y="246"/>
                    </a:lnTo>
                    <a:lnTo>
                      <a:pt x="185" y="246"/>
                    </a:lnTo>
                    <a:lnTo>
                      <a:pt x="187" y="244"/>
                    </a:lnTo>
                    <a:lnTo>
                      <a:pt x="187" y="246"/>
                    </a:lnTo>
                    <a:lnTo>
                      <a:pt x="185" y="250"/>
                    </a:lnTo>
                    <a:lnTo>
                      <a:pt x="185" y="250"/>
                    </a:lnTo>
                    <a:lnTo>
                      <a:pt x="192" y="240"/>
                    </a:lnTo>
                    <a:lnTo>
                      <a:pt x="195" y="236"/>
                    </a:lnTo>
                    <a:lnTo>
                      <a:pt x="199" y="232"/>
                    </a:lnTo>
                    <a:lnTo>
                      <a:pt x="199" y="232"/>
                    </a:lnTo>
                    <a:lnTo>
                      <a:pt x="199" y="232"/>
                    </a:lnTo>
                    <a:lnTo>
                      <a:pt x="199" y="233"/>
                    </a:lnTo>
                    <a:lnTo>
                      <a:pt x="198" y="234"/>
                    </a:lnTo>
                    <a:lnTo>
                      <a:pt x="197" y="236"/>
                    </a:lnTo>
                    <a:lnTo>
                      <a:pt x="197" y="236"/>
                    </a:lnTo>
                    <a:lnTo>
                      <a:pt x="201" y="233"/>
                    </a:lnTo>
                    <a:lnTo>
                      <a:pt x="205" y="229"/>
                    </a:lnTo>
                    <a:lnTo>
                      <a:pt x="205" y="229"/>
                    </a:lnTo>
                    <a:lnTo>
                      <a:pt x="204" y="232"/>
                    </a:lnTo>
                    <a:lnTo>
                      <a:pt x="204" y="233"/>
                    </a:lnTo>
                    <a:lnTo>
                      <a:pt x="205" y="232"/>
                    </a:lnTo>
                    <a:lnTo>
                      <a:pt x="205" y="232"/>
                    </a:lnTo>
                    <a:lnTo>
                      <a:pt x="202" y="234"/>
                    </a:lnTo>
                    <a:lnTo>
                      <a:pt x="201" y="237"/>
                    </a:lnTo>
                    <a:lnTo>
                      <a:pt x="201" y="237"/>
                    </a:lnTo>
                    <a:lnTo>
                      <a:pt x="205" y="233"/>
                    </a:lnTo>
                    <a:lnTo>
                      <a:pt x="208" y="230"/>
                    </a:lnTo>
                    <a:lnTo>
                      <a:pt x="208" y="230"/>
                    </a:lnTo>
                    <a:lnTo>
                      <a:pt x="208" y="229"/>
                    </a:lnTo>
                    <a:lnTo>
                      <a:pt x="208" y="227"/>
                    </a:lnTo>
                    <a:lnTo>
                      <a:pt x="211" y="224"/>
                    </a:lnTo>
                    <a:lnTo>
                      <a:pt x="211" y="224"/>
                    </a:lnTo>
                    <a:lnTo>
                      <a:pt x="211" y="224"/>
                    </a:lnTo>
                    <a:lnTo>
                      <a:pt x="211" y="224"/>
                    </a:lnTo>
                    <a:lnTo>
                      <a:pt x="208" y="226"/>
                    </a:lnTo>
                    <a:lnTo>
                      <a:pt x="208" y="226"/>
                    </a:lnTo>
                    <a:lnTo>
                      <a:pt x="212" y="220"/>
                    </a:lnTo>
                    <a:lnTo>
                      <a:pt x="217" y="214"/>
                    </a:lnTo>
                    <a:lnTo>
                      <a:pt x="217" y="214"/>
                    </a:lnTo>
                    <a:lnTo>
                      <a:pt x="218" y="214"/>
                    </a:lnTo>
                    <a:lnTo>
                      <a:pt x="218" y="214"/>
                    </a:lnTo>
                    <a:lnTo>
                      <a:pt x="218" y="216"/>
                    </a:lnTo>
                    <a:lnTo>
                      <a:pt x="219" y="216"/>
                    </a:lnTo>
                    <a:lnTo>
                      <a:pt x="219" y="216"/>
                    </a:lnTo>
                    <a:lnTo>
                      <a:pt x="222" y="210"/>
                    </a:lnTo>
                    <a:lnTo>
                      <a:pt x="222" y="210"/>
                    </a:lnTo>
                    <a:lnTo>
                      <a:pt x="224" y="209"/>
                    </a:lnTo>
                    <a:lnTo>
                      <a:pt x="224" y="207"/>
                    </a:lnTo>
                    <a:lnTo>
                      <a:pt x="224" y="207"/>
                    </a:lnTo>
                    <a:lnTo>
                      <a:pt x="235" y="199"/>
                    </a:lnTo>
                    <a:lnTo>
                      <a:pt x="244" y="190"/>
                    </a:lnTo>
                    <a:lnTo>
                      <a:pt x="244" y="190"/>
                    </a:lnTo>
                    <a:lnTo>
                      <a:pt x="244" y="190"/>
                    </a:lnTo>
                    <a:lnTo>
                      <a:pt x="245" y="186"/>
                    </a:lnTo>
                    <a:lnTo>
                      <a:pt x="245" y="186"/>
                    </a:lnTo>
                    <a:lnTo>
                      <a:pt x="247" y="187"/>
                    </a:lnTo>
                    <a:lnTo>
                      <a:pt x="247" y="187"/>
                    </a:lnTo>
                    <a:lnTo>
                      <a:pt x="248" y="187"/>
                    </a:lnTo>
                    <a:lnTo>
                      <a:pt x="252" y="186"/>
                    </a:lnTo>
                    <a:lnTo>
                      <a:pt x="252" y="186"/>
                    </a:lnTo>
                    <a:lnTo>
                      <a:pt x="249" y="189"/>
                    </a:lnTo>
                    <a:lnTo>
                      <a:pt x="245" y="192"/>
                    </a:lnTo>
                    <a:lnTo>
                      <a:pt x="245" y="192"/>
                    </a:lnTo>
                    <a:lnTo>
                      <a:pt x="248" y="190"/>
                    </a:lnTo>
                    <a:lnTo>
                      <a:pt x="251" y="189"/>
                    </a:lnTo>
                    <a:lnTo>
                      <a:pt x="256" y="183"/>
                    </a:lnTo>
                    <a:lnTo>
                      <a:pt x="256" y="183"/>
                    </a:lnTo>
                    <a:lnTo>
                      <a:pt x="256" y="182"/>
                    </a:lnTo>
                    <a:lnTo>
                      <a:pt x="256" y="180"/>
                    </a:lnTo>
                    <a:lnTo>
                      <a:pt x="256" y="180"/>
                    </a:lnTo>
                    <a:lnTo>
                      <a:pt x="261" y="179"/>
                    </a:lnTo>
                    <a:lnTo>
                      <a:pt x="264" y="177"/>
                    </a:lnTo>
                    <a:lnTo>
                      <a:pt x="264" y="177"/>
                    </a:lnTo>
                    <a:lnTo>
                      <a:pt x="266" y="174"/>
                    </a:lnTo>
                    <a:lnTo>
                      <a:pt x="268" y="172"/>
                    </a:lnTo>
                    <a:lnTo>
                      <a:pt x="268" y="172"/>
                    </a:lnTo>
                    <a:lnTo>
                      <a:pt x="272" y="170"/>
                    </a:lnTo>
                    <a:lnTo>
                      <a:pt x="275" y="167"/>
                    </a:lnTo>
                    <a:lnTo>
                      <a:pt x="278" y="164"/>
                    </a:lnTo>
                    <a:lnTo>
                      <a:pt x="278" y="164"/>
                    </a:lnTo>
                    <a:lnTo>
                      <a:pt x="279" y="164"/>
                    </a:lnTo>
                    <a:lnTo>
                      <a:pt x="282" y="164"/>
                    </a:lnTo>
                    <a:lnTo>
                      <a:pt x="282" y="164"/>
                    </a:lnTo>
                    <a:lnTo>
                      <a:pt x="279" y="167"/>
                    </a:lnTo>
                    <a:lnTo>
                      <a:pt x="275" y="169"/>
                    </a:lnTo>
                    <a:lnTo>
                      <a:pt x="275" y="169"/>
                    </a:lnTo>
                    <a:lnTo>
                      <a:pt x="288" y="162"/>
                    </a:lnTo>
                    <a:lnTo>
                      <a:pt x="288" y="162"/>
                    </a:lnTo>
                    <a:lnTo>
                      <a:pt x="294" y="157"/>
                    </a:lnTo>
                    <a:lnTo>
                      <a:pt x="294" y="157"/>
                    </a:lnTo>
                    <a:lnTo>
                      <a:pt x="301" y="153"/>
                    </a:lnTo>
                    <a:lnTo>
                      <a:pt x="301" y="153"/>
                    </a:lnTo>
                    <a:lnTo>
                      <a:pt x="314" y="144"/>
                    </a:lnTo>
                    <a:lnTo>
                      <a:pt x="314" y="144"/>
                    </a:lnTo>
                    <a:lnTo>
                      <a:pt x="321" y="140"/>
                    </a:lnTo>
                    <a:lnTo>
                      <a:pt x="321" y="140"/>
                    </a:lnTo>
                    <a:lnTo>
                      <a:pt x="328" y="136"/>
                    </a:lnTo>
                    <a:lnTo>
                      <a:pt x="328" y="136"/>
                    </a:lnTo>
                    <a:lnTo>
                      <a:pt x="326" y="137"/>
                    </a:lnTo>
                    <a:lnTo>
                      <a:pt x="325" y="140"/>
                    </a:lnTo>
                    <a:lnTo>
                      <a:pt x="325" y="140"/>
                    </a:lnTo>
                    <a:lnTo>
                      <a:pt x="329" y="137"/>
                    </a:lnTo>
                    <a:lnTo>
                      <a:pt x="335" y="135"/>
                    </a:lnTo>
                    <a:lnTo>
                      <a:pt x="335" y="135"/>
                    </a:lnTo>
                    <a:lnTo>
                      <a:pt x="336" y="133"/>
                    </a:lnTo>
                    <a:lnTo>
                      <a:pt x="335" y="132"/>
                    </a:lnTo>
                    <a:lnTo>
                      <a:pt x="335" y="132"/>
                    </a:lnTo>
                    <a:lnTo>
                      <a:pt x="342" y="129"/>
                    </a:lnTo>
                    <a:lnTo>
                      <a:pt x="342" y="129"/>
                    </a:lnTo>
                    <a:lnTo>
                      <a:pt x="351" y="125"/>
                    </a:lnTo>
                    <a:lnTo>
                      <a:pt x="351" y="125"/>
                    </a:lnTo>
                    <a:lnTo>
                      <a:pt x="359" y="120"/>
                    </a:lnTo>
                    <a:lnTo>
                      <a:pt x="366" y="115"/>
                    </a:lnTo>
                    <a:lnTo>
                      <a:pt x="366" y="115"/>
                    </a:lnTo>
                    <a:lnTo>
                      <a:pt x="368" y="115"/>
                    </a:lnTo>
                    <a:lnTo>
                      <a:pt x="366" y="116"/>
                    </a:lnTo>
                    <a:lnTo>
                      <a:pt x="365" y="117"/>
                    </a:lnTo>
                    <a:lnTo>
                      <a:pt x="365" y="117"/>
                    </a:lnTo>
                    <a:lnTo>
                      <a:pt x="365" y="117"/>
                    </a:lnTo>
                    <a:lnTo>
                      <a:pt x="368" y="116"/>
                    </a:lnTo>
                    <a:lnTo>
                      <a:pt x="368" y="116"/>
                    </a:lnTo>
                    <a:lnTo>
                      <a:pt x="371" y="115"/>
                    </a:lnTo>
                    <a:lnTo>
                      <a:pt x="371" y="115"/>
                    </a:lnTo>
                    <a:lnTo>
                      <a:pt x="378" y="112"/>
                    </a:lnTo>
                    <a:lnTo>
                      <a:pt x="378" y="112"/>
                    </a:lnTo>
                    <a:lnTo>
                      <a:pt x="378" y="112"/>
                    </a:lnTo>
                    <a:lnTo>
                      <a:pt x="378" y="110"/>
                    </a:lnTo>
                    <a:lnTo>
                      <a:pt x="378" y="110"/>
                    </a:lnTo>
                    <a:lnTo>
                      <a:pt x="389" y="106"/>
                    </a:lnTo>
                    <a:lnTo>
                      <a:pt x="395" y="105"/>
                    </a:lnTo>
                    <a:lnTo>
                      <a:pt x="398" y="102"/>
                    </a:lnTo>
                    <a:lnTo>
                      <a:pt x="398" y="102"/>
                    </a:lnTo>
                    <a:lnTo>
                      <a:pt x="401" y="102"/>
                    </a:lnTo>
                    <a:lnTo>
                      <a:pt x="403" y="102"/>
                    </a:lnTo>
                    <a:lnTo>
                      <a:pt x="403" y="102"/>
                    </a:lnTo>
                    <a:lnTo>
                      <a:pt x="408" y="99"/>
                    </a:lnTo>
                    <a:lnTo>
                      <a:pt x="411" y="97"/>
                    </a:lnTo>
                    <a:lnTo>
                      <a:pt x="413" y="97"/>
                    </a:lnTo>
                    <a:lnTo>
                      <a:pt x="413" y="97"/>
                    </a:lnTo>
                    <a:lnTo>
                      <a:pt x="418" y="95"/>
                    </a:lnTo>
                    <a:lnTo>
                      <a:pt x="418" y="95"/>
                    </a:lnTo>
                    <a:lnTo>
                      <a:pt x="421" y="93"/>
                    </a:lnTo>
                    <a:lnTo>
                      <a:pt x="421" y="93"/>
                    </a:lnTo>
                    <a:lnTo>
                      <a:pt x="423" y="93"/>
                    </a:lnTo>
                    <a:lnTo>
                      <a:pt x="423" y="93"/>
                    </a:lnTo>
                    <a:lnTo>
                      <a:pt x="431" y="90"/>
                    </a:lnTo>
                    <a:lnTo>
                      <a:pt x="438" y="87"/>
                    </a:lnTo>
                    <a:lnTo>
                      <a:pt x="438" y="87"/>
                    </a:lnTo>
                    <a:lnTo>
                      <a:pt x="439" y="87"/>
                    </a:lnTo>
                    <a:lnTo>
                      <a:pt x="440" y="87"/>
                    </a:lnTo>
                    <a:lnTo>
                      <a:pt x="440" y="89"/>
                    </a:lnTo>
                    <a:lnTo>
                      <a:pt x="440" y="89"/>
                    </a:lnTo>
                    <a:lnTo>
                      <a:pt x="448" y="85"/>
                    </a:lnTo>
                    <a:lnTo>
                      <a:pt x="448" y="85"/>
                    </a:lnTo>
                    <a:lnTo>
                      <a:pt x="452" y="85"/>
                    </a:lnTo>
                    <a:lnTo>
                      <a:pt x="455" y="85"/>
                    </a:lnTo>
                    <a:lnTo>
                      <a:pt x="455" y="85"/>
                    </a:lnTo>
                    <a:lnTo>
                      <a:pt x="462" y="82"/>
                    </a:lnTo>
                    <a:lnTo>
                      <a:pt x="462" y="82"/>
                    </a:lnTo>
                    <a:lnTo>
                      <a:pt x="463" y="82"/>
                    </a:lnTo>
                    <a:lnTo>
                      <a:pt x="463" y="82"/>
                    </a:lnTo>
                    <a:lnTo>
                      <a:pt x="466" y="80"/>
                    </a:lnTo>
                    <a:lnTo>
                      <a:pt x="468" y="80"/>
                    </a:lnTo>
                    <a:lnTo>
                      <a:pt x="468" y="80"/>
                    </a:lnTo>
                    <a:lnTo>
                      <a:pt x="468" y="80"/>
                    </a:lnTo>
                    <a:lnTo>
                      <a:pt x="473" y="79"/>
                    </a:lnTo>
                    <a:lnTo>
                      <a:pt x="473" y="79"/>
                    </a:lnTo>
                    <a:lnTo>
                      <a:pt x="482" y="77"/>
                    </a:lnTo>
                    <a:lnTo>
                      <a:pt x="482" y="77"/>
                    </a:lnTo>
                    <a:lnTo>
                      <a:pt x="482" y="76"/>
                    </a:lnTo>
                    <a:lnTo>
                      <a:pt x="482" y="76"/>
                    </a:lnTo>
                    <a:lnTo>
                      <a:pt x="488" y="75"/>
                    </a:lnTo>
                    <a:lnTo>
                      <a:pt x="488" y="75"/>
                    </a:lnTo>
                    <a:lnTo>
                      <a:pt x="486" y="75"/>
                    </a:lnTo>
                    <a:lnTo>
                      <a:pt x="485" y="76"/>
                    </a:lnTo>
                    <a:lnTo>
                      <a:pt x="485" y="76"/>
                    </a:lnTo>
                    <a:lnTo>
                      <a:pt x="500" y="73"/>
                    </a:lnTo>
                    <a:lnTo>
                      <a:pt x="500" y="73"/>
                    </a:lnTo>
                    <a:lnTo>
                      <a:pt x="496" y="75"/>
                    </a:lnTo>
                    <a:lnTo>
                      <a:pt x="495" y="75"/>
                    </a:lnTo>
                    <a:lnTo>
                      <a:pt x="493" y="76"/>
                    </a:lnTo>
                    <a:lnTo>
                      <a:pt x="493" y="76"/>
                    </a:lnTo>
                    <a:lnTo>
                      <a:pt x="503" y="75"/>
                    </a:lnTo>
                    <a:lnTo>
                      <a:pt x="503" y="75"/>
                    </a:lnTo>
                    <a:lnTo>
                      <a:pt x="502" y="76"/>
                    </a:lnTo>
                    <a:lnTo>
                      <a:pt x="500" y="77"/>
                    </a:lnTo>
                    <a:lnTo>
                      <a:pt x="500" y="77"/>
                    </a:lnTo>
                    <a:lnTo>
                      <a:pt x="495" y="77"/>
                    </a:lnTo>
                    <a:lnTo>
                      <a:pt x="492" y="77"/>
                    </a:lnTo>
                    <a:lnTo>
                      <a:pt x="489" y="79"/>
                    </a:lnTo>
                    <a:lnTo>
                      <a:pt x="489" y="79"/>
                    </a:lnTo>
                    <a:lnTo>
                      <a:pt x="490" y="79"/>
                    </a:lnTo>
                    <a:lnTo>
                      <a:pt x="492" y="79"/>
                    </a:lnTo>
                    <a:lnTo>
                      <a:pt x="493" y="79"/>
                    </a:lnTo>
                    <a:lnTo>
                      <a:pt x="496" y="79"/>
                    </a:lnTo>
                    <a:lnTo>
                      <a:pt x="496" y="79"/>
                    </a:lnTo>
                    <a:lnTo>
                      <a:pt x="496" y="80"/>
                    </a:lnTo>
                    <a:lnTo>
                      <a:pt x="495" y="80"/>
                    </a:lnTo>
                    <a:lnTo>
                      <a:pt x="489" y="82"/>
                    </a:lnTo>
                    <a:lnTo>
                      <a:pt x="489" y="82"/>
                    </a:lnTo>
                    <a:lnTo>
                      <a:pt x="489" y="82"/>
                    </a:lnTo>
                    <a:lnTo>
                      <a:pt x="489" y="82"/>
                    </a:lnTo>
                    <a:lnTo>
                      <a:pt x="490" y="80"/>
                    </a:lnTo>
                    <a:lnTo>
                      <a:pt x="490" y="80"/>
                    </a:lnTo>
                    <a:lnTo>
                      <a:pt x="486" y="82"/>
                    </a:lnTo>
                    <a:lnTo>
                      <a:pt x="483" y="83"/>
                    </a:lnTo>
                    <a:lnTo>
                      <a:pt x="483" y="83"/>
                    </a:lnTo>
                    <a:lnTo>
                      <a:pt x="479" y="85"/>
                    </a:lnTo>
                    <a:lnTo>
                      <a:pt x="479" y="85"/>
                    </a:lnTo>
                    <a:lnTo>
                      <a:pt x="476" y="85"/>
                    </a:lnTo>
                    <a:lnTo>
                      <a:pt x="476" y="85"/>
                    </a:lnTo>
                    <a:lnTo>
                      <a:pt x="473" y="85"/>
                    </a:lnTo>
                    <a:lnTo>
                      <a:pt x="473" y="85"/>
                    </a:lnTo>
                    <a:lnTo>
                      <a:pt x="478" y="83"/>
                    </a:lnTo>
                    <a:lnTo>
                      <a:pt x="478" y="83"/>
                    </a:lnTo>
                    <a:lnTo>
                      <a:pt x="479" y="83"/>
                    </a:lnTo>
                    <a:lnTo>
                      <a:pt x="479" y="83"/>
                    </a:lnTo>
                    <a:lnTo>
                      <a:pt x="482" y="82"/>
                    </a:lnTo>
                    <a:lnTo>
                      <a:pt x="485" y="80"/>
                    </a:lnTo>
                    <a:lnTo>
                      <a:pt x="485" y="80"/>
                    </a:lnTo>
                    <a:lnTo>
                      <a:pt x="485" y="80"/>
                    </a:lnTo>
                    <a:lnTo>
                      <a:pt x="482" y="80"/>
                    </a:lnTo>
                    <a:lnTo>
                      <a:pt x="482" y="80"/>
                    </a:lnTo>
                    <a:lnTo>
                      <a:pt x="485" y="79"/>
                    </a:lnTo>
                    <a:lnTo>
                      <a:pt x="485" y="79"/>
                    </a:lnTo>
                    <a:lnTo>
                      <a:pt x="486" y="79"/>
                    </a:lnTo>
                    <a:lnTo>
                      <a:pt x="486" y="79"/>
                    </a:lnTo>
                    <a:lnTo>
                      <a:pt x="486" y="79"/>
                    </a:lnTo>
                    <a:lnTo>
                      <a:pt x="488" y="79"/>
                    </a:lnTo>
                    <a:lnTo>
                      <a:pt x="488" y="79"/>
                    </a:lnTo>
                    <a:lnTo>
                      <a:pt x="489" y="77"/>
                    </a:lnTo>
                    <a:lnTo>
                      <a:pt x="489" y="77"/>
                    </a:lnTo>
                    <a:lnTo>
                      <a:pt x="485" y="77"/>
                    </a:lnTo>
                    <a:lnTo>
                      <a:pt x="485" y="77"/>
                    </a:lnTo>
                    <a:lnTo>
                      <a:pt x="489" y="76"/>
                    </a:lnTo>
                    <a:lnTo>
                      <a:pt x="489" y="76"/>
                    </a:lnTo>
                    <a:lnTo>
                      <a:pt x="478" y="79"/>
                    </a:lnTo>
                    <a:lnTo>
                      <a:pt x="478" y="79"/>
                    </a:lnTo>
                    <a:lnTo>
                      <a:pt x="470" y="82"/>
                    </a:lnTo>
                    <a:lnTo>
                      <a:pt x="470" y="82"/>
                    </a:lnTo>
                    <a:lnTo>
                      <a:pt x="463" y="83"/>
                    </a:lnTo>
                    <a:lnTo>
                      <a:pt x="463" y="83"/>
                    </a:lnTo>
                    <a:lnTo>
                      <a:pt x="463" y="83"/>
                    </a:lnTo>
                    <a:lnTo>
                      <a:pt x="462" y="85"/>
                    </a:lnTo>
                    <a:lnTo>
                      <a:pt x="460" y="85"/>
                    </a:lnTo>
                    <a:lnTo>
                      <a:pt x="459" y="86"/>
                    </a:lnTo>
                    <a:lnTo>
                      <a:pt x="459" y="86"/>
                    </a:lnTo>
                    <a:lnTo>
                      <a:pt x="473" y="80"/>
                    </a:lnTo>
                    <a:lnTo>
                      <a:pt x="473" y="80"/>
                    </a:lnTo>
                    <a:lnTo>
                      <a:pt x="475" y="82"/>
                    </a:lnTo>
                    <a:lnTo>
                      <a:pt x="473" y="83"/>
                    </a:lnTo>
                    <a:lnTo>
                      <a:pt x="468" y="86"/>
                    </a:lnTo>
                    <a:lnTo>
                      <a:pt x="455" y="90"/>
                    </a:lnTo>
                    <a:lnTo>
                      <a:pt x="455" y="90"/>
                    </a:lnTo>
                    <a:lnTo>
                      <a:pt x="452" y="90"/>
                    </a:lnTo>
                    <a:lnTo>
                      <a:pt x="450" y="89"/>
                    </a:lnTo>
                    <a:lnTo>
                      <a:pt x="450" y="87"/>
                    </a:lnTo>
                    <a:lnTo>
                      <a:pt x="449" y="86"/>
                    </a:lnTo>
                    <a:lnTo>
                      <a:pt x="449" y="86"/>
                    </a:lnTo>
                    <a:lnTo>
                      <a:pt x="448" y="87"/>
                    </a:lnTo>
                    <a:lnTo>
                      <a:pt x="445" y="89"/>
                    </a:lnTo>
                    <a:lnTo>
                      <a:pt x="442" y="89"/>
                    </a:lnTo>
                    <a:lnTo>
                      <a:pt x="439" y="92"/>
                    </a:lnTo>
                    <a:lnTo>
                      <a:pt x="439" y="92"/>
                    </a:lnTo>
                    <a:lnTo>
                      <a:pt x="446" y="89"/>
                    </a:lnTo>
                    <a:lnTo>
                      <a:pt x="449" y="89"/>
                    </a:lnTo>
                    <a:lnTo>
                      <a:pt x="449" y="90"/>
                    </a:lnTo>
                    <a:lnTo>
                      <a:pt x="449" y="90"/>
                    </a:lnTo>
                    <a:lnTo>
                      <a:pt x="449" y="90"/>
                    </a:lnTo>
                    <a:lnTo>
                      <a:pt x="445" y="90"/>
                    </a:lnTo>
                    <a:lnTo>
                      <a:pt x="443" y="92"/>
                    </a:lnTo>
                    <a:lnTo>
                      <a:pt x="440" y="93"/>
                    </a:lnTo>
                    <a:lnTo>
                      <a:pt x="436" y="95"/>
                    </a:lnTo>
                    <a:lnTo>
                      <a:pt x="436" y="95"/>
                    </a:lnTo>
                    <a:lnTo>
                      <a:pt x="433" y="95"/>
                    </a:lnTo>
                    <a:lnTo>
                      <a:pt x="433" y="93"/>
                    </a:lnTo>
                    <a:lnTo>
                      <a:pt x="433" y="93"/>
                    </a:lnTo>
                    <a:lnTo>
                      <a:pt x="432" y="93"/>
                    </a:lnTo>
                    <a:lnTo>
                      <a:pt x="428" y="96"/>
                    </a:lnTo>
                    <a:lnTo>
                      <a:pt x="428" y="96"/>
                    </a:lnTo>
                    <a:lnTo>
                      <a:pt x="429" y="96"/>
                    </a:lnTo>
                    <a:lnTo>
                      <a:pt x="429" y="96"/>
                    </a:lnTo>
                    <a:lnTo>
                      <a:pt x="429" y="96"/>
                    </a:lnTo>
                    <a:lnTo>
                      <a:pt x="423" y="100"/>
                    </a:lnTo>
                    <a:lnTo>
                      <a:pt x="423" y="100"/>
                    </a:lnTo>
                    <a:lnTo>
                      <a:pt x="416" y="103"/>
                    </a:lnTo>
                    <a:lnTo>
                      <a:pt x="416" y="103"/>
                    </a:lnTo>
                    <a:lnTo>
                      <a:pt x="402" y="109"/>
                    </a:lnTo>
                    <a:lnTo>
                      <a:pt x="402" y="109"/>
                    </a:lnTo>
                    <a:lnTo>
                      <a:pt x="408" y="107"/>
                    </a:lnTo>
                    <a:lnTo>
                      <a:pt x="412" y="106"/>
                    </a:lnTo>
                    <a:lnTo>
                      <a:pt x="412" y="106"/>
                    </a:lnTo>
                    <a:lnTo>
                      <a:pt x="402" y="112"/>
                    </a:lnTo>
                    <a:lnTo>
                      <a:pt x="396" y="113"/>
                    </a:lnTo>
                    <a:lnTo>
                      <a:pt x="393" y="113"/>
                    </a:lnTo>
                    <a:lnTo>
                      <a:pt x="393" y="113"/>
                    </a:lnTo>
                    <a:lnTo>
                      <a:pt x="398" y="112"/>
                    </a:lnTo>
                    <a:lnTo>
                      <a:pt x="398" y="112"/>
                    </a:lnTo>
                    <a:lnTo>
                      <a:pt x="401" y="109"/>
                    </a:lnTo>
                    <a:lnTo>
                      <a:pt x="401" y="109"/>
                    </a:lnTo>
                    <a:lnTo>
                      <a:pt x="401" y="107"/>
                    </a:lnTo>
                    <a:lnTo>
                      <a:pt x="399" y="109"/>
                    </a:lnTo>
                    <a:lnTo>
                      <a:pt x="398" y="109"/>
                    </a:lnTo>
                    <a:lnTo>
                      <a:pt x="398" y="107"/>
                    </a:lnTo>
                    <a:lnTo>
                      <a:pt x="398" y="107"/>
                    </a:lnTo>
                    <a:lnTo>
                      <a:pt x="389" y="113"/>
                    </a:lnTo>
                    <a:lnTo>
                      <a:pt x="386" y="115"/>
                    </a:lnTo>
                    <a:lnTo>
                      <a:pt x="382" y="115"/>
                    </a:lnTo>
                    <a:lnTo>
                      <a:pt x="382" y="115"/>
                    </a:lnTo>
                    <a:lnTo>
                      <a:pt x="379" y="117"/>
                    </a:lnTo>
                    <a:lnTo>
                      <a:pt x="376" y="119"/>
                    </a:lnTo>
                    <a:lnTo>
                      <a:pt x="376" y="119"/>
                    </a:lnTo>
                    <a:lnTo>
                      <a:pt x="375" y="119"/>
                    </a:lnTo>
                    <a:lnTo>
                      <a:pt x="375" y="120"/>
                    </a:lnTo>
                    <a:lnTo>
                      <a:pt x="375" y="120"/>
                    </a:lnTo>
                    <a:lnTo>
                      <a:pt x="375" y="120"/>
                    </a:lnTo>
                    <a:lnTo>
                      <a:pt x="369" y="123"/>
                    </a:lnTo>
                    <a:lnTo>
                      <a:pt x="362" y="126"/>
                    </a:lnTo>
                    <a:lnTo>
                      <a:pt x="362" y="126"/>
                    </a:lnTo>
                    <a:lnTo>
                      <a:pt x="356" y="129"/>
                    </a:lnTo>
                    <a:lnTo>
                      <a:pt x="352" y="130"/>
                    </a:lnTo>
                    <a:lnTo>
                      <a:pt x="352" y="130"/>
                    </a:lnTo>
                    <a:lnTo>
                      <a:pt x="346" y="135"/>
                    </a:lnTo>
                    <a:lnTo>
                      <a:pt x="341" y="137"/>
                    </a:lnTo>
                    <a:lnTo>
                      <a:pt x="341" y="137"/>
                    </a:lnTo>
                    <a:lnTo>
                      <a:pt x="341" y="136"/>
                    </a:lnTo>
                    <a:lnTo>
                      <a:pt x="341" y="136"/>
                    </a:lnTo>
                    <a:lnTo>
                      <a:pt x="339" y="137"/>
                    </a:lnTo>
                    <a:lnTo>
                      <a:pt x="338" y="137"/>
                    </a:lnTo>
                    <a:lnTo>
                      <a:pt x="336" y="140"/>
                    </a:lnTo>
                    <a:lnTo>
                      <a:pt x="336" y="140"/>
                    </a:lnTo>
                    <a:lnTo>
                      <a:pt x="335" y="140"/>
                    </a:lnTo>
                    <a:lnTo>
                      <a:pt x="334" y="139"/>
                    </a:lnTo>
                    <a:lnTo>
                      <a:pt x="335" y="137"/>
                    </a:lnTo>
                    <a:lnTo>
                      <a:pt x="335" y="137"/>
                    </a:lnTo>
                    <a:lnTo>
                      <a:pt x="329" y="140"/>
                    </a:lnTo>
                    <a:lnTo>
                      <a:pt x="326" y="142"/>
                    </a:lnTo>
                    <a:lnTo>
                      <a:pt x="324" y="142"/>
                    </a:lnTo>
                    <a:lnTo>
                      <a:pt x="324" y="142"/>
                    </a:lnTo>
                    <a:lnTo>
                      <a:pt x="324" y="143"/>
                    </a:lnTo>
                    <a:lnTo>
                      <a:pt x="325" y="143"/>
                    </a:lnTo>
                    <a:lnTo>
                      <a:pt x="325" y="144"/>
                    </a:lnTo>
                    <a:lnTo>
                      <a:pt x="324" y="146"/>
                    </a:lnTo>
                    <a:lnTo>
                      <a:pt x="324" y="146"/>
                    </a:lnTo>
                    <a:lnTo>
                      <a:pt x="326" y="144"/>
                    </a:lnTo>
                    <a:lnTo>
                      <a:pt x="328" y="143"/>
                    </a:lnTo>
                    <a:lnTo>
                      <a:pt x="328" y="142"/>
                    </a:lnTo>
                    <a:lnTo>
                      <a:pt x="332" y="140"/>
                    </a:lnTo>
                    <a:lnTo>
                      <a:pt x="332" y="140"/>
                    </a:lnTo>
                    <a:lnTo>
                      <a:pt x="332" y="140"/>
                    </a:lnTo>
                    <a:lnTo>
                      <a:pt x="332" y="142"/>
                    </a:lnTo>
                    <a:lnTo>
                      <a:pt x="329" y="144"/>
                    </a:lnTo>
                    <a:lnTo>
                      <a:pt x="329" y="144"/>
                    </a:lnTo>
                    <a:lnTo>
                      <a:pt x="324" y="147"/>
                    </a:lnTo>
                    <a:lnTo>
                      <a:pt x="318" y="149"/>
                    </a:lnTo>
                    <a:lnTo>
                      <a:pt x="318" y="149"/>
                    </a:lnTo>
                    <a:lnTo>
                      <a:pt x="314" y="152"/>
                    </a:lnTo>
                    <a:lnTo>
                      <a:pt x="308" y="156"/>
                    </a:lnTo>
                    <a:lnTo>
                      <a:pt x="308" y="156"/>
                    </a:lnTo>
                    <a:lnTo>
                      <a:pt x="306" y="154"/>
                    </a:lnTo>
                    <a:lnTo>
                      <a:pt x="308" y="153"/>
                    </a:lnTo>
                    <a:lnTo>
                      <a:pt x="312" y="150"/>
                    </a:lnTo>
                    <a:lnTo>
                      <a:pt x="312" y="150"/>
                    </a:lnTo>
                    <a:lnTo>
                      <a:pt x="308" y="153"/>
                    </a:lnTo>
                    <a:lnTo>
                      <a:pt x="304" y="156"/>
                    </a:lnTo>
                    <a:lnTo>
                      <a:pt x="304" y="156"/>
                    </a:lnTo>
                    <a:lnTo>
                      <a:pt x="306" y="156"/>
                    </a:lnTo>
                    <a:lnTo>
                      <a:pt x="306" y="156"/>
                    </a:lnTo>
                    <a:lnTo>
                      <a:pt x="304" y="159"/>
                    </a:lnTo>
                    <a:lnTo>
                      <a:pt x="304" y="160"/>
                    </a:lnTo>
                    <a:lnTo>
                      <a:pt x="304" y="160"/>
                    </a:lnTo>
                    <a:lnTo>
                      <a:pt x="299" y="162"/>
                    </a:lnTo>
                    <a:lnTo>
                      <a:pt x="295" y="164"/>
                    </a:lnTo>
                    <a:lnTo>
                      <a:pt x="295" y="164"/>
                    </a:lnTo>
                    <a:lnTo>
                      <a:pt x="292" y="167"/>
                    </a:lnTo>
                    <a:lnTo>
                      <a:pt x="288" y="169"/>
                    </a:lnTo>
                    <a:lnTo>
                      <a:pt x="288" y="169"/>
                    </a:lnTo>
                    <a:lnTo>
                      <a:pt x="286" y="170"/>
                    </a:lnTo>
                    <a:lnTo>
                      <a:pt x="284" y="173"/>
                    </a:lnTo>
                    <a:lnTo>
                      <a:pt x="281" y="174"/>
                    </a:lnTo>
                    <a:lnTo>
                      <a:pt x="279" y="174"/>
                    </a:lnTo>
                    <a:lnTo>
                      <a:pt x="279" y="174"/>
                    </a:lnTo>
                    <a:lnTo>
                      <a:pt x="276" y="179"/>
                    </a:lnTo>
                    <a:lnTo>
                      <a:pt x="274" y="183"/>
                    </a:lnTo>
                    <a:lnTo>
                      <a:pt x="274" y="183"/>
                    </a:lnTo>
                    <a:lnTo>
                      <a:pt x="264" y="189"/>
                    </a:lnTo>
                    <a:lnTo>
                      <a:pt x="264" y="189"/>
                    </a:lnTo>
                    <a:lnTo>
                      <a:pt x="264" y="190"/>
                    </a:lnTo>
                    <a:lnTo>
                      <a:pt x="262" y="192"/>
                    </a:lnTo>
                    <a:lnTo>
                      <a:pt x="262" y="192"/>
                    </a:lnTo>
                    <a:lnTo>
                      <a:pt x="256" y="196"/>
                    </a:lnTo>
                    <a:lnTo>
                      <a:pt x="254" y="197"/>
                    </a:lnTo>
                    <a:lnTo>
                      <a:pt x="252" y="197"/>
                    </a:lnTo>
                    <a:lnTo>
                      <a:pt x="252" y="197"/>
                    </a:lnTo>
                    <a:lnTo>
                      <a:pt x="248" y="203"/>
                    </a:lnTo>
                    <a:lnTo>
                      <a:pt x="248" y="203"/>
                    </a:lnTo>
                    <a:lnTo>
                      <a:pt x="245" y="204"/>
                    </a:lnTo>
                    <a:lnTo>
                      <a:pt x="245" y="203"/>
                    </a:lnTo>
                    <a:lnTo>
                      <a:pt x="247" y="202"/>
                    </a:lnTo>
                    <a:lnTo>
                      <a:pt x="245" y="202"/>
                    </a:lnTo>
                    <a:lnTo>
                      <a:pt x="245" y="202"/>
                    </a:lnTo>
                    <a:lnTo>
                      <a:pt x="241" y="207"/>
                    </a:lnTo>
                    <a:lnTo>
                      <a:pt x="235" y="212"/>
                    </a:lnTo>
                    <a:lnTo>
                      <a:pt x="235" y="212"/>
                    </a:lnTo>
                    <a:lnTo>
                      <a:pt x="234" y="214"/>
                    </a:lnTo>
                    <a:lnTo>
                      <a:pt x="232" y="219"/>
                    </a:lnTo>
                    <a:lnTo>
                      <a:pt x="232" y="219"/>
                    </a:lnTo>
                    <a:lnTo>
                      <a:pt x="231" y="219"/>
                    </a:lnTo>
                    <a:lnTo>
                      <a:pt x="231" y="216"/>
                    </a:lnTo>
                    <a:lnTo>
                      <a:pt x="231" y="214"/>
                    </a:lnTo>
                    <a:lnTo>
                      <a:pt x="229" y="216"/>
                    </a:lnTo>
                    <a:lnTo>
                      <a:pt x="229" y="216"/>
                    </a:lnTo>
                    <a:lnTo>
                      <a:pt x="229" y="219"/>
                    </a:lnTo>
                    <a:lnTo>
                      <a:pt x="225" y="223"/>
                    </a:lnTo>
                    <a:lnTo>
                      <a:pt x="217" y="230"/>
                    </a:lnTo>
                    <a:lnTo>
                      <a:pt x="217" y="230"/>
                    </a:lnTo>
                    <a:lnTo>
                      <a:pt x="214" y="236"/>
                    </a:lnTo>
                    <a:lnTo>
                      <a:pt x="214" y="236"/>
                    </a:lnTo>
                    <a:lnTo>
                      <a:pt x="209" y="240"/>
                    </a:lnTo>
                    <a:lnTo>
                      <a:pt x="209" y="240"/>
                    </a:lnTo>
                    <a:lnTo>
                      <a:pt x="209" y="237"/>
                    </a:lnTo>
                    <a:lnTo>
                      <a:pt x="209" y="237"/>
                    </a:lnTo>
                    <a:lnTo>
                      <a:pt x="207" y="240"/>
                    </a:lnTo>
                    <a:lnTo>
                      <a:pt x="207" y="240"/>
                    </a:lnTo>
                    <a:lnTo>
                      <a:pt x="207" y="240"/>
                    </a:lnTo>
                    <a:lnTo>
                      <a:pt x="207" y="239"/>
                    </a:lnTo>
                    <a:lnTo>
                      <a:pt x="209" y="234"/>
                    </a:lnTo>
                    <a:lnTo>
                      <a:pt x="209" y="234"/>
                    </a:lnTo>
                    <a:lnTo>
                      <a:pt x="208" y="236"/>
                    </a:lnTo>
                    <a:lnTo>
                      <a:pt x="208" y="236"/>
                    </a:lnTo>
                    <a:lnTo>
                      <a:pt x="205" y="236"/>
                    </a:lnTo>
                    <a:lnTo>
                      <a:pt x="205" y="236"/>
                    </a:lnTo>
                    <a:lnTo>
                      <a:pt x="205" y="239"/>
                    </a:lnTo>
                    <a:lnTo>
                      <a:pt x="204" y="242"/>
                    </a:lnTo>
                    <a:lnTo>
                      <a:pt x="204" y="242"/>
                    </a:lnTo>
                    <a:lnTo>
                      <a:pt x="202" y="244"/>
                    </a:lnTo>
                    <a:lnTo>
                      <a:pt x="201" y="244"/>
                    </a:lnTo>
                    <a:lnTo>
                      <a:pt x="198" y="246"/>
                    </a:lnTo>
                    <a:lnTo>
                      <a:pt x="195" y="247"/>
                    </a:lnTo>
                    <a:lnTo>
                      <a:pt x="195" y="247"/>
                    </a:lnTo>
                    <a:lnTo>
                      <a:pt x="192" y="252"/>
                    </a:lnTo>
                    <a:lnTo>
                      <a:pt x="188" y="256"/>
                    </a:lnTo>
                    <a:lnTo>
                      <a:pt x="188" y="256"/>
                    </a:lnTo>
                    <a:lnTo>
                      <a:pt x="192" y="253"/>
                    </a:lnTo>
                    <a:lnTo>
                      <a:pt x="197" y="247"/>
                    </a:lnTo>
                    <a:lnTo>
                      <a:pt x="197" y="247"/>
                    </a:lnTo>
                    <a:lnTo>
                      <a:pt x="198" y="247"/>
                    </a:lnTo>
                    <a:lnTo>
                      <a:pt x="202" y="246"/>
                    </a:lnTo>
                    <a:lnTo>
                      <a:pt x="202" y="246"/>
                    </a:lnTo>
                    <a:lnTo>
                      <a:pt x="199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194" y="253"/>
                    </a:lnTo>
                    <a:lnTo>
                      <a:pt x="195" y="253"/>
                    </a:lnTo>
                    <a:lnTo>
                      <a:pt x="195" y="253"/>
                    </a:lnTo>
                    <a:lnTo>
                      <a:pt x="195" y="254"/>
                    </a:lnTo>
                    <a:lnTo>
                      <a:pt x="195" y="254"/>
                    </a:lnTo>
                    <a:lnTo>
                      <a:pt x="191" y="257"/>
                    </a:lnTo>
                    <a:lnTo>
                      <a:pt x="191" y="257"/>
                    </a:lnTo>
                    <a:lnTo>
                      <a:pt x="188" y="262"/>
                    </a:lnTo>
                    <a:lnTo>
                      <a:pt x="188" y="262"/>
                    </a:lnTo>
                    <a:lnTo>
                      <a:pt x="179" y="272"/>
                    </a:lnTo>
                    <a:lnTo>
                      <a:pt x="179" y="272"/>
                    </a:lnTo>
                    <a:lnTo>
                      <a:pt x="179" y="272"/>
                    </a:lnTo>
                    <a:lnTo>
                      <a:pt x="182" y="269"/>
                    </a:lnTo>
                    <a:lnTo>
                      <a:pt x="185" y="264"/>
                    </a:lnTo>
                    <a:lnTo>
                      <a:pt x="185" y="264"/>
                    </a:lnTo>
                    <a:lnTo>
                      <a:pt x="185" y="266"/>
                    </a:lnTo>
                    <a:lnTo>
                      <a:pt x="185" y="266"/>
                    </a:lnTo>
                    <a:lnTo>
                      <a:pt x="184" y="270"/>
                    </a:lnTo>
                    <a:lnTo>
                      <a:pt x="178" y="277"/>
                    </a:lnTo>
                    <a:lnTo>
                      <a:pt x="178" y="277"/>
                    </a:lnTo>
                    <a:lnTo>
                      <a:pt x="177" y="277"/>
                    </a:lnTo>
                    <a:lnTo>
                      <a:pt x="177" y="276"/>
                    </a:lnTo>
                    <a:lnTo>
                      <a:pt x="178" y="274"/>
                    </a:lnTo>
                    <a:lnTo>
                      <a:pt x="179" y="273"/>
                    </a:lnTo>
                    <a:lnTo>
                      <a:pt x="179" y="272"/>
                    </a:lnTo>
                    <a:lnTo>
                      <a:pt x="179" y="273"/>
                    </a:lnTo>
                    <a:lnTo>
                      <a:pt x="179" y="273"/>
                    </a:lnTo>
                    <a:lnTo>
                      <a:pt x="177" y="274"/>
                    </a:lnTo>
                    <a:lnTo>
                      <a:pt x="177" y="276"/>
                    </a:lnTo>
                    <a:lnTo>
                      <a:pt x="175" y="277"/>
                    </a:lnTo>
                    <a:lnTo>
                      <a:pt x="174" y="280"/>
                    </a:lnTo>
                    <a:lnTo>
                      <a:pt x="174" y="280"/>
                    </a:lnTo>
                    <a:lnTo>
                      <a:pt x="174" y="279"/>
                    </a:lnTo>
                    <a:lnTo>
                      <a:pt x="172" y="279"/>
                    </a:lnTo>
                    <a:lnTo>
                      <a:pt x="168" y="284"/>
                    </a:lnTo>
                    <a:lnTo>
                      <a:pt x="162" y="292"/>
                    </a:lnTo>
                    <a:lnTo>
                      <a:pt x="158" y="297"/>
                    </a:lnTo>
                    <a:lnTo>
                      <a:pt x="158" y="297"/>
                    </a:lnTo>
                    <a:lnTo>
                      <a:pt x="151" y="313"/>
                    </a:lnTo>
                    <a:lnTo>
                      <a:pt x="151" y="313"/>
                    </a:lnTo>
                    <a:lnTo>
                      <a:pt x="150" y="313"/>
                    </a:lnTo>
                    <a:lnTo>
                      <a:pt x="150" y="314"/>
                    </a:lnTo>
                    <a:lnTo>
                      <a:pt x="145" y="319"/>
                    </a:lnTo>
                    <a:lnTo>
                      <a:pt x="141" y="329"/>
                    </a:lnTo>
                    <a:lnTo>
                      <a:pt x="141" y="329"/>
                    </a:lnTo>
                    <a:lnTo>
                      <a:pt x="140" y="330"/>
                    </a:lnTo>
                    <a:lnTo>
                      <a:pt x="140" y="330"/>
                    </a:lnTo>
                    <a:lnTo>
                      <a:pt x="140" y="330"/>
                    </a:lnTo>
                    <a:lnTo>
                      <a:pt x="137" y="334"/>
                    </a:lnTo>
                    <a:lnTo>
                      <a:pt x="134" y="340"/>
                    </a:lnTo>
                    <a:lnTo>
                      <a:pt x="134" y="340"/>
                    </a:lnTo>
                    <a:lnTo>
                      <a:pt x="132" y="341"/>
                    </a:lnTo>
                    <a:lnTo>
                      <a:pt x="131" y="344"/>
                    </a:lnTo>
                    <a:lnTo>
                      <a:pt x="131" y="344"/>
                    </a:lnTo>
                    <a:lnTo>
                      <a:pt x="128" y="353"/>
                    </a:lnTo>
                    <a:lnTo>
                      <a:pt x="128" y="353"/>
                    </a:lnTo>
                    <a:lnTo>
                      <a:pt x="127" y="353"/>
                    </a:lnTo>
                    <a:lnTo>
                      <a:pt x="124" y="354"/>
                    </a:lnTo>
                    <a:lnTo>
                      <a:pt x="124" y="354"/>
                    </a:lnTo>
                    <a:lnTo>
                      <a:pt x="117" y="370"/>
                    </a:lnTo>
                    <a:lnTo>
                      <a:pt x="117" y="370"/>
                    </a:lnTo>
                    <a:lnTo>
                      <a:pt x="110" y="386"/>
                    </a:lnTo>
                    <a:lnTo>
                      <a:pt x="110" y="386"/>
                    </a:lnTo>
                    <a:lnTo>
                      <a:pt x="108" y="386"/>
                    </a:lnTo>
                    <a:lnTo>
                      <a:pt x="107" y="387"/>
                    </a:lnTo>
                    <a:lnTo>
                      <a:pt x="107" y="387"/>
                    </a:lnTo>
                    <a:lnTo>
                      <a:pt x="107" y="390"/>
                    </a:lnTo>
                    <a:lnTo>
                      <a:pt x="107" y="391"/>
                    </a:lnTo>
                    <a:lnTo>
                      <a:pt x="101" y="397"/>
                    </a:lnTo>
                    <a:lnTo>
                      <a:pt x="101" y="397"/>
                    </a:lnTo>
                    <a:lnTo>
                      <a:pt x="102" y="397"/>
                    </a:lnTo>
                    <a:lnTo>
                      <a:pt x="102" y="400"/>
                    </a:lnTo>
                    <a:lnTo>
                      <a:pt x="100" y="409"/>
                    </a:lnTo>
                    <a:lnTo>
                      <a:pt x="100" y="409"/>
                    </a:lnTo>
                    <a:lnTo>
                      <a:pt x="100" y="407"/>
                    </a:lnTo>
                    <a:lnTo>
                      <a:pt x="100" y="406"/>
                    </a:lnTo>
                    <a:lnTo>
                      <a:pt x="101" y="403"/>
                    </a:lnTo>
                    <a:lnTo>
                      <a:pt x="101" y="403"/>
                    </a:lnTo>
                    <a:lnTo>
                      <a:pt x="101" y="403"/>
                    </a:lnTo>
                    <a:lnTo>
                      <a:pt x="98" y="407"/>
                    </a:lnTo>
                    <a:lnTo>
                      <a:pt x="98" y="407"/>
                    </a:lnTo>
                    <a:lnTo>
                      <a:pt x="98" y="409"/>
                    </a:lnTo>
                    <a:lnTo>
                      <a:pt x="98" y="410"/>
                    </a:lnTo>
                    <a:lnTo>
                      <a:pt x="98" y="410"/>
                    </a:lnTo>
                    <a:lnTo>
                      <a:pt x="97" y="410"/>
                    </a:lnTo>
                    <a:lnTo>
                      <a:pt x="97" y="410"/>
                    </a:lnTo>
                    <a:lnTo>
                      <a:pt x="97" y="409"/>
                    </a:lnTo>
                    <a:lnTo>
                      <a:pt x="97" y="409"/>
                    </a:lnTo>
                    <a:lnTo>
                      <a:pt x="97" y="409"/>
                    </a:lnTo>
                    <a:lnTo>
                      <a:pt x="94" y="416"/>
                    </a:lnTo>
                    <a:lnTo>
                      <a:pt x="94" y="417"/>
                    </a:lnTo>
                    <a:lnTo>
                      <a:pt x="94" y="417"/>
                    </a:lnTo>
                    <a:lnTo>
                      <a:pt x="94" y="417"/>
                    </a:lnTo>
                    <a:lnTo>
                      <a:pt x="94" y="420"/>
                    </a:lnTo>
                    <a:lnTo>
                      <a:pt x="92" y="420"/>
                    </a:lnTo>
                    <a:lnTo>
                      <a:pt x="92" y="420"/>
                    </a:lnTo>
                    <a:lnTo>
                      <a:pt x="91" y="421"/>
                    </a:lnTo>
                    <a:lnTo>
                      <a:pt x="91" y="421"/>
                    </a:lnTo>
                    <a:lnTo>
                      <a:pt x="92" y="423"/>
                    </a:lnTo>
                    <a:lnTo>
                      <a:pt x="91" y="424"/>
                    </a:lnTo>
                    <a:lnTo>
                      <a:pt x="90" y="431"/>
                    </a:lnTo>
                    <a:lnTo>
                      <a:pt x="90" y="431"/>
                    </a:lnTo>
                    <a:lnTo>
                      <a:pt x="90" y="431"/>
                    </a:lnTo>
                    <a:lnTo>
                      <a:pt x="88" y="433"/>
                    </a:lnTo>
                    <a:lnTo>
                      <a:pt x="87" y="437"/>
                    </a:lnTo>
                    <a:lnTo>
                      <a:pt x="87" y="437"/>
                    </a:lnTo>
                    <a:lnTo>
                      <a:pt x="87" y="439"/>
                    </a:lnTo>
                    <a:lnTo>
                      <a:pt x="87" y="440"/>
                    </a:lnTo>
                    <a:lnTo>
                      <a:pt x="84" y="446"/>
                    </a:lnTo>
                    <a:lnTo>
                      <a:pt x="84" y="446"/>
                    </a:lnTo>
                    <a:lnTo>
                      <a:pt x="84" y="444"/>
                    </a:lnTo>
                    <a:lnTo>
                      <a:pt x="84" y="444"/>
                    </a:lnTo>
                    <a:lnTo>
                      <a:pt x="82" y="443"/>
                    </a:lnTo>
                    <a:lnTo>
                      <a:pt x="82" y="443"/>
                    </a:lnTo>
                    <a:lnTo>
                      <a:pt x="82" y="447"/>
                    </a:lnTo>
                    <a:lnTo>
                      <a:pt x="81" y="453"/>
                    </a:lnTo>
                    <a:lnTo>
                      <a:pt x="80" y="458"/>
                    </a:lnTo>
                    <a:lnTo>
                      <a:pt x="80" y="460"/>
                    </a:lnTo>
                    <a:lnTo>
                      <a:pt x="81" y="460"/>
                    </a:lnTo>
                    <a:lnTo>
                      <a:pt x="81" y="460"/>
                    </a:lnTo>
                    <a:lnTo>
                      <a:pt x="80" y="463"/>
                    </a:lnTo>
                    <a:lnTo>
                      <a:pt x="80" y="466"/>
                    </a:lnTo>
                    <a:lnTo>
                      <a:pt x="78" y="468"/>
                    </a:lnTo>
                    <a:lnTo>
                      <a:pt x="78" y="471"/>
                    </a:lnTo>
                    <a:lnTo>
                      <a:pt x="78" y="471"/>
                    </a:lnTo>
                    <a:lnTo>
                      <a:pt x="77" y="471"/>
                    </a:lnTo>
                    <a:lnTo>
                      <a:pt x="77" y="470"/>
                    </a:lnTo>
                    <a:lnTo>
                      <a:pt x="77" y="464"/>
                    </a:lnTo>
                    <a:lnTo>
                      <a:pt x="77" y="464"/>
                    </a:lnTo>
                    <a:lnTo>
                      <a:pt x="74" y="476"/>
                    </a:lnTo>
                    <a:lnTo>
                      <a:pt x="74" y="476"/>
                    </a:lnTo>
                    <a:lnTo>
                      <a:pt x="75" y="477"/>
                    </a:lnTo>
                    <a:lnTo>
                      <a:pt x="75" y="480"/>
                    </a:lnTo>
                    <a:lnTo>
                      <a:pt x="74" y="486"/>
                    </a:lnTo>
                    <a:lnTo>
                      <a:pt x="71" y="497"/>
                    </a:lnTo>
                    <a:lnTo>
                      <a:pt x="71" y="497"/>
                    </a:lnTo>
                    <a:lnTo>
                      <a:pt x="71" y="493"/>
                    </a:lnTo>
                    <a:lnTo>
                      <a:pt x="71" y="488"/>
                    </a:lnTo>
                    <a:lnTo>
                      <a:pt x="71" y="488"/>
                    </a:lnTo>
                    <a:lnTo>
                      <a:pt x="72" y="487"/>
                    </a:lnTo>
                    <a:lnTo>
                      <a:pt x="72" y="488"/>
                    </a:lnTo>
                    <a:lnTo>
                      <a:pt x="72" y="488"/>
                    </a:lnTo>
                    <a:lnTo>
                      <a:pt x="72" y="484"/>
                    </a:lnTo>
                    <a:lnTo>
                      <a:pt x="74" y="480"/>
                    </a:lnTo>
                    <a:lnTo>
                      <a:pt x="74" y="480"/>
                    </a:lnTo>
                    <a:lnTo>
                      <a:pt x="71" y="487"/>
                    </a:lnTo>
                    <a:lnTo>
                      <a:pt x="67" y="494"/>
                    </a:lnTo>
                    <a:lnTo>
                      <a:pt x="67" y="494"/>
                    </a:lnTo>
                    <a:lnTo>
                      <a:pt x="67" y="496"/>
                    </a:lnTo>
                    <a:lnTo>
                      <a:pt x="68" y="496"/>
                    </a:lnTo>
                    <a:lnTo>
                      <a:pt x="68" y="496"/>
                    </a:lnTo>
                    <a:lnTo>
                      <a:pt x="68" y="496"/>
                    </a:lnTo>
                    <a:lnTo>
                      <a:pt x="68" y="496"/>
                    </a:lnTo>
                    <a:lnTo>
                      <a:pt x="67" y="503"/>
                    </a:lnTo>
                    <a:lnTo>
                      <a:pt x="67" y="503"/>
                    </a:lnTo>
                    <a:lnTo>
                      <a:pt x="64" y="514"/>
                    </a:lnTo>
                    <a:lnTo>
                      <a:pt x="64" y="514"/>
                    </a:lnTo>
                    <a:lnTo>
                      <a:pt x="61" y="526"/>
                    </a:lnTo>
                    <a:lnTo>
                      <a:pt x="61" y="526"/>
                    </a:lnTo>
                    <a:lnTo>
                      <a:pt x="60" y="536"/>
                    </a:lnTo>
                    <a:lnTo>
                      <a:pt x="60" y="536"/>
                    </a:lnTo>
                    <a:lnTo>
                      <a:pt x="60" y="540"/>
                    </a:lnTo>
                    <a:lnTo>
                      <a:pt x="61" y="541"/>
                    </a:lnTo>
                    <a:lnTo>
                      <a:pt x="61" y="541"/>
                    </a:lnTo>
                    <a:lnTo>
                      <a:pt x="61" y="541"/>
                    </a:lnTo>
                    <a:lnTo>
                      <a:pt x="61" y="546"/>
                    </a:lnTo>
                    <a:lnTo>
                      <a:pt x="61" y="548"/>
                    </a:lnTo>
                    <a:lnTo>
                      <a:pt x="60" y="551"/>
                    </a:lnTo>
                    <a:lnTo>
                      <a:pt x="61" y="553"/>
                    </a:lnTo>
                    <a:lnTo>
                      <a:pt x="61" y="553"/>
                    </a:lnTo>
                    <a:lnTo>
                      <a:pt x="60" y="553"/>
                    </a:lnTo>
                    <a:lnTo>
                      <a:pt x="60" y="553"/>
                    </a:lnTo>
                    <a:lnTo>
                      <a:pt x="58" y="551"/>
                    </a:lnTo>
                    <a:lnTo>
                      <a:pt x="58" y="551"/>
                    </a:lnTo>
                    <a:lnTo>
                      <a:pt x="60" y="548"/>
                    </a:lnTo>
                    <a:lnTo>
                      <a:pt x="60" y="546"/>
                    </a:lnTo>
                    <a:lnTo>
                      <a:pt x="60" y="546"/>
                    </a:lnTo>
                    <a:lnTo>
                      <a:pt x="60" y="546"/>
                    </a:lnTo>
                    <a:lnTo>
                      <a:pt x="58" y="546"/>
                    </a:lnTo>
                    <a:lnTo>
                      <a:pt x="58" y="544"/>
                    </a:lnTo>
                    <a:lnTo>
                      <a:pt x="58" y="541"/>
                    </a:lnTo>
                    <a:lnTo>
                      <a:pt x="58" y="541"/>
                    </a:lnTo>
                    <a:lnTo>
                      <a:pt x="58" y="547"/>
                    </a:lnTo>
                    <a:lnTo>
                      <a:pt x="58" y="547"/>
                    </a:lnTo>
                    <a:lnTo>
                      <a:pt x="58" y="554"/>
                    </a:lnTo>
                    <a:lnTo>
                      <a:pt x="58" y="554"/>
                    </a:lnTo>
                    <a:lnTo>
                      <a:pt x="57" y="557"/>
                    </a:lnTo>
                    <a:lnTo>
                      <a:pt x="57" y="557"/>
                    </a:lnTo>
                    <a:lnTo>
                      <a:pt x="57" y="557"/>
                    </a:lnTo>
                    <a:lnTo>
                      <a:pt x="58" y="557"/>
                    </a:lnTo>
                    <a:lnTo>
                      <a:pt x="58" y="556"/>
                    </a:lnTo>
                    <a:lnTo>
                      <a:pt x="60" y="556"/>
                    </a:lnTo>
                    <a:lnTo>
                      <a:pt x="60" y="556"/>
                    </a:lnTo>
                    <a:lnTo>
                      <a:pt x="58" y="561"/>
                    </a:lnTo>
                    <a:lnTo>
                      <a:pt x="60" y="566"/>
                    </a:lnTo>
                    <a:lnTo>
                      <a:pt x="60" y="566"/>
                    </a:lnTo>
                    <a:lnTo>
                      <a:pt x="61" y="554"/>
                    </a:lnTo>
                    <a:lnTo>
                      <a:pt x="61" y="554"/>
                    </a:lnTo>
                    <a:lnTo>
                      <a:pt x="64" y="541"/>
                    </a:lnTo>
                    <a:lnTo>
                      <a:pt x="64" y="541"/>
                    </a:lnTo>
                    <a:lnTo>
                      <a:pt x="68" y="518"/>
                    </a:lnTo>
                    <a:lnTo>
                      <a:pt x="68" y="518"/>
                    </a:lnTo>
                    <a:lnTo>
                      <a:pt x="70" y="517"/>
                    </a:lnTo>
                    <a:lnTo>
                      <a:pt x="70" y="517"/>
                    </a:lnTo>
                    <a:lnTo>
                      <a:pt x="70" y="518"/>
                    </a:lnTo>
                    <a:lnTo>
                      <a:pt x="71" y="517"/>
                    </a:lnTo>
                    <a:lnTo>
                      <a:pt x="71" y="517"/>
                    </a:lnTo>
                    <a:lnTo>
                      <a:pt x="71" y="513"/>
                    </a:lnTo>
                    <a:lnTo>
                      <a:pt x="71" y="511"/>
                    </a:lnTo>
                    <a:lnTo>
                      <a:pt x="71" y="511"/>
                    </a:lnTo>
                    <a:lnTo>
                      <a:pt x="71" y="510"/>
                    </a:lnTo>
                    <a:lnTo>
                      <a:pt x="72" y="511"/>
                    </a:lnTo>
                    <a:lnTo>
                      <a:pt x="72" y="518"/>
                    </a:lnTo>
                    <a:lnTo>
                      <a:pt x="72" y="518"/>
                    </a:lnTo>
                    <a:lnTo>
                      <a:pt x="71" y="526"/>
                    </a:lnTo>
                    <a:lnTo>
                      <a:pt x="71" y="526"/>
                    </a:lnTo>
                    <a:lnTo>
                      <a:pt x="68" y="531"/>
                    </a:lnTo>
                    <a:lnTo>
                      <a:pt x="68" y="531"/>
                    </a:lnTo>
                    <a:lnTo>
                      <a:pt x="67" y="540"/>
                    </a:lnTo>
                    <a:lnTo>
                      <a:pt x="67" y="548"/>
                    </a:lnTo>
                    <a:lnTo>
                      <a:pt x="67" y="548"/>
                    </a:lnTo>
                    <a:lnTo>
                      <a:pt x="65" y="553"/>
                    </a:lnTo>
                    <a:lnTo>
                      <a:pt x="65" y="553"/>
                    </a:lnTo>
                    <a:lnTo>
                      <a:pt x="64" y="557"/>
                    </a:lnTo>
                    <a:lnTo>
                      <a:pt x="64" y="557"/>
                    </a:lnTo>
                    <a:lnTo>
                      <a:pt x="65" y="556"/>
                    </a:lnTo>
                    <a:lnTo>
                      <a:pt x="64" y="561"/>
                    </a:lnTo>
                    <a:lnTo>
                      <a:pt x="64" y="561"/>
                    </a:lnTo>
                    <a:lnTo>
                      <a:pt x="65" y="563"/>
                    </a:lnTo>
                    <a:lnTo>
                      <a:pt x="65" y="564"/>
                    </a:lnTo>
                    <a:lnTo>
                      <a:pt x="65" y="564"/>
                    </a:lnTo>
                    <a:lnTo>
                      <a:pt x="65" y="564"/>
                    </a:lnTo>
                    <a:lnTo>
                      <a:pt x="65" y="564"/>
                    </a:lnTo>
                    <a:lnTo>
                      <a:pt x="64" y="568"/>
                    </a:lnTo>
                    <a:lnTo>
                      <a:pt x="64" y="573"/>
                    </a:lnTo>
                    <a:lnTo>
                      <a:pt x="64" y="581"/>
                    </a:lnTo>
                    <a:lnTo>
                      <a:pt x="64" y="581"/>
                    </a:lnTo>
                    <a:lnTo>
                      <a:pt x="63" y="583"/>
                    </a:lnTo>
                    <a:lnTo>
                      <a:pt x="61" y="584"/>
                    </a:lnTo>
                    <a:lnTo>
                      <a:pt x="61" y="584"/>
                    </a:lnTo>
                    <a:lnTo>
                      <a:pt x="63" y="586"/>
                    </a:lnTo>
                    <a:lnTo>
                      <a:pt x="63" y="587"/>
                    </a:lnTo>
                    <a:lnTo>
                      <a:pt x="63" y="593"/>
                    </a:lnTo>
                    <a:lnTo>
                      <a:pt x="63" y="593"/>
                    </a:lnTo>
                    <a:lnTo>
                      <a:pt x="63" y="593"/>
                    </a:lnTo>
                    <a:lnTo>
                      <a:pt x="61" y="591"/>
                    </a:lnTo>
                    <a:lnTo>
                      <a:pt x="61" y="590"/>
                    </a:lnTo>
                    <a:lnTo>
                      <a:pt x="61" y="593"/>
                    </a:lnTo>
                    <a:lnTo>
                      <a:pt x="61" y="593"/>
                    </a:lnTo>
                    <a:lnTo>
                      <a:pt x="61" y="594"/>
                    </a:lnTo>
                    <a:lnTo>
                      <a:pt x="60" y="597"/>
                    </a:lnTo>
                    <a:lnTo>
                      <a:pt x="60" y="597"/>
                    </a:lnTo>
                    <a:lnTo>
                      <a:pt x="61" y="600"/>
                    </a:lnTo>
                    <a:lnTo>
                      <a:pt x="61" y="600"/>
                    </a:lnTo>
                    <a:lnTo>
                      <a:pt x="61" y="606"/>
                    </a:lnTo>
                    <a:lnTo>
                      <a:pt x="61" y="606"/>
                    </a:lnTo>
                    <a:lnTo>
                      <a:pt x="60" y="611"/>
                    </a:lnTo>
                    <a:lnTo>
                      <a:pt x="60" y="611"/>
                    </a:lnTo>
                    <a:lnTo>
                      <a:pt x="58" y="621"/>
                    </a:lnTo>
                    <a:lnTo>
                      <a:pt x="58" y="621"/>
                    </a:lnTo>
                    <a:lnTo>
                      <a:pt x="60" y="623"/>
                    </a:lnTo>
                    <a:lnTo>
                      <a:pt x="60" y="625"/>
                    </a:lnTo>
                    <a:lnTo>
                      <a:pt x="58" y="628"/>
                    </a:lnTo>
                    <a:lnTo>
                      <a:pt x="60" y="633"/>
                    </a:lnTo>
                    <a:lnTo>
                      <a:pt x="60" y="633"/>
                    </a:lnTo>
                    <a:lnTo>
                      <a:pt x="58" y="633"/>
                    </a:lnTo>
                    <a:lnTo>
                      <a:pt x="58" y="631"/>
                    </a:lnTo>
                    <a:lnTo>
                      <a:pt x="58" y="627"/>
                    </a:lnTo>
                    <a:lnTo>
                      <a:pt x="58" y="627"/>
                    </a:lnTo>
                    <a:lnTo>
                      <a:pt x="58" y="633"/>
                    </a:lnTo>
                    <a:lnTo>
                      <a:pt x="58" y="633"/>
                    </a:lnTo>
                    <a:lnTo>
                      <a:pt x="57" y="638"/>
                    </a:lnTo>
                    <a:lnTo>
                      <a:pt x="57" y="638"/>
                    </a:lnTo>
                    <a:lnTo>
                      <a:pt x="58" y="641"/>
                    </a:lnTo>
                    <a:lnTo>
                      <a:pt x="58" y="645"/>
                    </a:lnTo>
                    <a:lnTo>
                      <a:pt x="58" y="645"/>
                    </a:lnTo>
                    <a:lnTo>
                      <a:pt x="60" y="644"/>
                    </a:lnTo>
                    <a:lnTo>
                      <a:pt x="60" y="645"/>
                    </a:lnTo>
                    <a:lnTo>
                      <a:pt x="61" y="651"/>
                    </a:lnTo>
                    <a:lnTo>
                      <a:pt x="61" y="651"/>
                    </a:lnTo>
                    <a:lnTo>
                      <a:pt x="63" y="641"/>
                    </a:lnTo>
                    <a:lnTo>
                      <a:pt x="63" y="637"/>
                    </a:lnTo>
                    <a:lnTo>
                      <a:pt x="61" y="633"/>
                    </a:lnTo>
                    <a:lnTo>
                      <a:pt x="61" y="633"/>
                    </a:lnTo>
                    <a:lnTo>
                      <a:pt x="63" y="631"/>
                    </a:lnTo>
                    <a:lnTo>
                      <a:pt x="63" y="633"/>
                    </a:lnTo>
                    <a:lnTo>
                      <a:pt x="64" y="633"/>
                    </a:lnTo>
                    <a:lnTo>
                      <a:pt x="64" y="633"/>
                    </a:lnTo>
                    <a:lnTo>
                      <a:pt x="64" y="633"/>
                    </a:lnTo>
                    <a:lnTo>
                      <a:pt x="63" y="628"/>
                    </a:lnTo>
                    <a:lnTo>
                      <a:pt x="61" y="628"/>
                    </a:lnTo>
                    <a:lnTo>
                      <a:pt x="61" y="628"/>
                    </a:lnTo>
                    <a:lnTo>
                      <a:pt x="61" y="628"/>
                    </a:lnTo>
                    <a:lnTo>
                      <a:pt x="60" y="621"/>
                    </a:lnTo>
                    <a:lnTo>
                      <a:pt x="60" y="621"/>
                    </a:lnTo>
                    <a:lnTo>
                      <a:pt x="61" y="620"/>
                    </a:lnTo>
                    <a:lnTo>
                      <a:pt x="61" y="617"/>
                    </a:lnTo>
                    <a:lnTo>
                      <a:pt x="61" y="610"/>
                    </a:lnTo>
                    <a:lnTo>
                      <a:pt x="61" y="610"/>
                    </a:lnTo>
                    <a:lnTo>
                      <a:pt x="63" y="610"/>
                    </a:lnTo>
                    <a:lnTo>
                      <a:pt x="63" y="611"/>
                    </a:lnTo>
                    <a:lnTo>
                      <a:pt x="63" y="614"/>
                    </a:lnTo>
                    <a:lnTo>
                      <a:pt x="64" y="615"/>
                    </a:lnTo>
                    <a:lnTo>
                      <a:pt x="64" y="615"/>
                    </a:lnTo>
                    <a:lnTo>
                      <a:pt x="64" y="613"/>
                    </a:lnTo>
                    <a:lnTo>
                      <a:pt x="63" y="610"/>
                    </a:lnTo>
                    <a:lnTo>
                      <a:pt x="63" y="610"/>
                    </a:lnTo>
                    <a:lnTo>
                      <a:pt x="64" y="607"/>
                    </a:lnTo>
                    <a:lnTo>
                      <a:pt x="64" y="607"/>
                    </a:lnTo>
                    <a:lnTo>
                      <a:pt x="65" y="600"/>
                    </a:lnTo>
                    <a:lnTo>
                      <a:pt x="65" y="600"/>
                    </a:lnTo>
                    <a:lnTo>
                      <a:pt x="64" y="597"/>
                    </a:lnTo>
                    <a:lnTo>
                      <a:pt x="63" y="593"/>
                    </a:lnTo>
                    <a:lnTo>
                      <a:pt x="63" y="593"/>
                    </a:lnTo>
                    <a:lnTo>
                      <a:pt x="65" y="593"/>
                    </a:lnTo>
                    <a:lnTo>
                      <a:pt x="67" y="588"/>
                    </a:lnTo>
                    <a:lnTo>
                      <a:pt x="67" y="588"/>
                    </a:lnTo>
                    <a:lnTo>
                      <a:pt x="67" y="584"/>
                    </a:lnTo>
                    <a:lnTo>
                      <a:pt x="67" y="581"/>
                    </a:lnTo>
                    <a:lnTo>
                      <a:pt x="67" y="581"/>
                    </a:lnTo>
                    <a:lnTo>
                      <a:pt x="68" y="581"/>
                    </a:lnTo>
                    <a:lnTo>
                      <a:pt x="68" y="581"/>
                    </a:lnTo>
                    <a:lnTo>
                      <a:pt x="70" y="580"/>
                    </a:lnTo>
                    <a:lnTo>
                      <a:pt x="70" y="580"/>
                    </a:lnTo>
                    <a:lnTo>
                      <a:pt x="71" y="564"/>
                    </a:lnTo>
                    <a:lnTo>
                      <a:pt x="71" y="564"/>
                    </a:lnTo>
                    <a:lnTo>
                      <a:pt x="74" y="547"/>
                    </a:lnTo>
                    <a:lnTo>
                      <a:pt x="74" y="547"/>
                    </a:lnTo>
                    <a:lnTo>
                      <a:pt x="74" y="543"/>
                    </a:lnTo>
                    <a:lnTo>
                      <a:pt x="75" y="538"/>
                    </a:lnTo>
                    <a:lnTo>
                      <a:pt x="77" y="533"/>
                    </a:lnTo>
                    <a:lnTo>
                      <a:pt x="77" y="528"/>
                    </a:lnTo>
                    <a:lnTo>
                      <a:pt x="77" y="528"/>
                    </a:lnTo>
                    <a:lnTo>
                      <a:pt x="80" y="520"/>
                    </a:lnTo>
                    <a:lnTo>
                      <a:pt x="81" y="511"/>
                    </a:lnTo>
                    <a:lnTo>
                      <a:pt x="81" y="511"/>
                    </a:lnTo>
                    <a:lnTo>
                      <a:pt x="82" y="501"/>
                    </a:lnTo>
                    <a:lnTo>
                      <a:pt x="82" y="501"/>
                    </a:lnTo>
                    <a:lnTo>
                      <a:pt x="84" y="498"/>
                    </a:lnTo>
                    <a:lnTo>
                      <a:pt x="87" y="496"/>
                    </a:lnTo>
                    <a:lnTo>
                      <a:pt x="87" y="496"/>
                    </a:lnTo>
                    <a:lnTo>
                      <a:pt x="87" y="493"/>
                    </a:lnTo>
                    <a:lnTo>
                      <a:pt x="87" y="488"/>
                    </a:lnTo>
                    <a:lnTo>
                      <a:pt x="87" y="488"/>
                    </a:lnTo>
                    <a:lnTo>
                      <a:pt x="88" y="486"/>
                    </a:lnTo>
                    <a:lnTo>
                      <a:pt x="91" y="481"/>
                    </a:lnTo>
                    <a:lnTo>
                      <a:pt x="91" y="481"/>
                    </a:lnTo>
                    <a:lnTo>
                      <a:pt x="90" y="487"/>
                    </a:lnTo>
                    <a:lnTo>
                      <a:pt x="90" y="490"/>
                    </a:lnTo>
                    <a:lnTo>
                      <a:pt x="90" y="491"/>
                    </a:lnTo>
                    <a:lnTo>
                      <a:pt x="90" y="491"/>
                    </a:lnTo>
                    <a:lnTo>
                      <a:pt x="88" y="491"/>
                    </a:lnTo>
                    <a:lnTo>
                      <a:pt x="88" y="493"/>
                    </a:lnTo>
                    <a:lnTo>
                      <a:pt x="87" y="497"/>
                    </a:lnTo>
                    <a:lnTo>
                      <a:pt x="87" y="497"/>
                    </a:lnTo>
                    <a:lnTo>
                      <a:pt x="87" y="498"/>
                    </a:lnTo>
                    <a:lnTo>
                      <a:pt x="88" y="497"/>
                    </a:lnTo>
                    <a:lnTo>
                      <a:pt x="90" y="494"/>
                    </a:lnTo>
                    <a:lnTo>
                      <a:pt x="90" y="494"/>
                    </a:lnTo>
                    <a:lnTo>
                      <a:pt x="88" y="501"/>
                    </a:lnTo>
                    <a:lnTo>
                      <a:pt x="88" y="501"/>
                    </a:lnTo>
                    <a:lnTo>
                      <a:pt x="87" y="508"/>
                    </a:lnTo>
                    <a:lnTo>
                      <a:pt x="87" y="508"/>
                    </a:lnTo>
                    <a:lnTo>
                      <a:pt x="85" y="507"/>
                    </a:lnTo>
                    <a:lnTo>
                      <a:pt x="85" y="506"/>
                    </a:lnTo>
                    <a:lnTo>
                      <a:pt x="87" y="501"/>
                    </a:lnTo>
                    <a:lnTo>
                      <a:pt x="87" y="501"/>
                    </a:lnTo>
                    <a:lnTo>
                      <a:pt x="85" y="504"/>
                    </a:lnTo>
                    <a:lnTo>
                      <a:pt x="85" y="508"/>
                    </a:lnTo>
                    <a:lnTo>
                      <a:pt x="82" y="518"/>
                    </a:lnTo>
                    <a:lnTo>
                      <a:pt x="82" y="518"/>
                    </a:lnTo>
                    <a:lnTo>
                      <a:pt x="84" y="516"/>
                    </a:lnTo>
                    <a:lnTo>
                      <a:pt x="85" y="511"/>
                    </a:lnTo>
                    <a:lnTo>
                      <a:pt x="85" y="511"/>
                    </a:lnTo>
                    <a:lnTo>
                      <a:pt x="84" y="523"/>
                    </a:lnTo>
                    <a:lnTo>
                      <a:pt x="84" y="523"/>
                    </a:lnTo>
                    <a:lnTo>
                      <a:pt x="82" y="528"/>
                    </a:lnTo>
                    <a:lnTo>
                      <a:pt x="82" y="528"/>
                    </a:lnTo>
                    <a:lnTo>
                      <a:pt x="82" y="534"/>
                    </a:lnTo>
                    <a:lnTo>
                      <a:pt x="82" y="534"/>
                    </a:lnTo>
                    <a:lnTo>
                      <a:pt x="82" y="534"/>
                    </a:lnTo>
                    <a:lnTo>
                      <a:pt x="82" y="534"/>
                    </a:lnTo>
                    <a:lnTo>
                      <a:pt x="81" y="531"/>
                    </a:lnTo>
                    <a:lnTo>
                      <a:pt x="81" y="530"/>
                    </a:lnTo>
                    <a:lnTo>
                      <a:pt x="81" y="531"/>
                    </a:lnTo>
                    <a:lnTo>
                      <a:pt x="81" y="531"/>
                    </a:lnTo>
                    <a:lnTo>
                      <a:pt x="81" y="537"/>
                    </a:lnTo>
                    <a:lnTo>
                      <a:pt x="81" y="537"/>
                    </a:lnTo>
                    <a:lnTo>
                      <a:pt x="78" y="550"/>
                    </a:lnTo>
                    <a:lnTo>
                      <a:pt x="78" y="550"/>
                    </a:lnTo>
                    <a:lnTo>
                      <a:pt x="78" y="554"/>
                    </a:lnTo>
                    <a:lnTo>
                      <a:pt x="78" y="554"/>
                    </a:lnTo>
                    <a:lnTo>
                      <a:pt x="78" y="557"/>
                    </a:lnTo>
                    <a:lnTo>
                      <a:pt x="78" y="557"/>
                    </a:lnTo>
                    <a:lnTo>
                      <a:pt x="78" y="563"/>
                    </a:lnTo>
                    <a:lnTo>
                      <a:pt x="78" y="563"/>
                    </a:lnTo>
                    <a:lnTo>
                      <a:pt x="77" y="560"/>
                    </a:lnTo>
                    <a:lnTo>
                      <a:pt x="77" y="563"/>
                    </a:lnTo>
                    <a:lnTo>
                      <a:pt x="75" y="571"/>
                    </a:lnTo>
                    <a:lnTo>
                      <a:pt x="75" y="571"/>
                    </a:lnTo>
                    <a:lnTo>
                      <a:pt x="77" y="573"/>
                    </a:lnTo>
                    <a:lnTo>
                      <a:pt x="77" y="570"/>
                    </a:lnTo>
                    <a:lnTo>
                      <a:pt x="77" y="570"/>
                    </a:lnTo>
                    <a:lnTo>
                      <a:pt x="78" y="576"/>
                    </a:lnTo>
                    <a:lnTo>
                      <a:pt x="77" y="578"/>
                    </a:lnTo>
                    <a:lnTo>
                      <a:pt x="77" y="581"/>
                    </a:lnTo>
                    <a:lnTo>
                      <a:pt x="77" y="586"/>
                    </a:lnTo>
                    <a:lnTo>
                      <a:pt x="77" y="586"/>
                    </a:lnTo>
                    <a:lnTo>
                      <a:pt x="75" y="587"/>
                    </a:lnTo>
                    <a:lnTo>
                      <a:pt x="75" y="587"/>
                    </a:lnTo>
                    <a:lnTo>
                      <a:pt x="74" y="586"/>
                    </a:lnTo>
                    <a:lnTo>
                      <a:pt x="74" y="586"/>
                    </a:lnTo>
                    <a:lnTo>
                      <a:pt x="74" y="590"/>
                    </a:lnTo>
                    <a:lnTo>
                      <a:pt x="75" y="593"/>
                    </a:lnTo>
                    <a:lnTo>
                      <a:pt x="75" y="593"/>
                    </a:lnTo>
                    <a:lnTo>
                      <a:pt x="74" y="601"/>
                    </a:lnTo>
                    <a:lnTo>
                      <a:pt x="74" y="604"/>
                    </a:lnTo>
                    <a:lnTo>
                      <a:pt x="75" y="607"/>
                    </a:lnTo>
                    <a:lnTo>
                      <a:pt x="75" y="607"/>
                    </a:lnTo>
                    <a:lnTo>
                      <a:pt x="74" y="611"/>
                    </a:lnTo>
                    <a:lnTo>
                      <a:pt x="74" y="614"/>
                    </a:lnTo>
                    <a:lnTo>
                      <a:pt x="72" y="614"/>
                    </a:lnTo>
                    <a:lnTo>
                      <a:pt x="72" y="614"/>
                    </a:lnTo>
                    <a:lnTo>
                      <a:pt x="74" y="624"/>
                    </a:lnTo>
                    <a:lnTo>
                      <a:pt x="74" y="624"/>
                    </a:lnTo>
                    <a:lnTo>
                      <a:pt x="74" y="631"/>
                    </a:lnTo>
                    <a:lnTo>
                      <a:pt x="74" y="631"/>
                    </a:lnTo>
                    <a:lnTo>
                      <a:pt x="74" y="638"/>
                    </a:lnTo>
                    <a:lnTo>
                      <a:pt x="74" y="638"/>
                    </a:lnTo>
                    <a:lnTo>
                      <a:pt x="71" y="628"/>
                    </a:lnTo>
                    <a:lnTo>
                      <a:pt x="71" y="628"/>
                    </a:lnTo>
                    <a:lnTo>
                      <a:pt x="70" y="638"/>
                    </a:lnTo>
                    <a:lnTo>
                      <a:pt x="70" y="638"/>
                    </a:lnTo>
                    <a:lnTo>
                      <a:pt x="70" y="640"/>
                    </a:lnTo>
                    <a:lnTo>
                      <a:pt x="71" y="640"/>
                    </a:lnTo>
                    <a:lnTo>
                      <a:pt x="71" y="638"/>
                    </a:lnTo>
                    <a:lnTo>
                      <a:pt x="71" y="640"/>
                    </a:lnTo>
                    <a:lnTo>
                      <a:pt x="71" y="640"/>
                    </a:lnTo>
                    <a:lnTo>
                      <a:pt x="71" y="640"/>
                    </a:lnTo>
                    <a:lnTo>
                      <a:pt x="71" y="638"/>
                    </a:lnTo>
                    <a:lnTo>
                      <a:pt x="71" y="634"/>
                    </a:lnTo>
                    <a:lnTo>
                      <a:pt x="71" y="634"/>
                    </a:lnTo>
                    <a:lnTo>
                      <a:pt x="72" y="635"/>
                    </a:lnTo>
                    <a:lnTo>
                      <a:pt x="72" y="640"/>
                    </a:lnTo>
                    <a:lnTo>
                      <a:pt x="74" y="645"/>
                    </a:lnTo>
                    <a:lnTo>
                      <a:pt x="72" y="651"/>
                    </a:lnTo>
                    <a:lnTo>
                      <a:pt x="72" y="651"/>
                    </a:lnTo>
                    <a:lnTo>
                      <a:pt x="72" y="655"/>
                    </a:lnTo>
                    <a:lnTo>
                      <a:pt x="72" y="655"/>
                    </a:lnTo>
                    <a:lnTo>
                      <a:pt x="74" y="661"/>
                    </a:lnTo>
                    <a:lnTo>
                      <a:pt x="74" y="661"/>
                    </a:lnTo>
                    <a:lnTo>
                      <a:pt x="75" y="667"/>
                    </a:lnTo>
                    <a:lnTo>
                      <a:pt x="75" y="671"/>
                    </a:lnTo>
                    <a:lnTo>
                      <a:pt x="75" y="671"/>
                    </a:lnTo>
                    <a:lnTo>
                      <a:pt x="77" y="675"/>
                    </a:lnTo>
                    <a:lnTo>
                      <a:pt x="77" y="675"/>
                    </a:lnTo>
                    <a:lnTo>
                      <a:pt x="77" y="677"/>
                    </a:lnTo>
                    <a:lnTo>
                      <a:pt x="77" y="677"/>
                    </a:lnTo>
                    <a:lnTo>
                      <a:pt x="75" y="675"/>
                    </a:lnTo>
                    <a:lnTo>
                      <a:pt x="75" y="675"/>
                    </a:lnTo>
                    <a:lnTo>
                      <a:pt x="77" y="683"/>
                    </a:lnTo>
                    <a:lnTo>
                      <a:pt x="77" y="683"/>
                    </a:lnTo>
                    <a:lnTo>
                      <a:pt x="77" y="685"/>
                    </a:lnTo>
                    <a:lnTo>
                      <a:pt x="77" y="685"/>
                    </a:lnTo>
                    <a:lnTo>
                      <a:pt x="77" y="688"/>
                    </a:lnTo>
                    <a:lnTo>
                      <a:pt x="77" y="688"/>
                    </a:lnTo>
                    <a:lnTo>
                      <a:pt x="77" y="688"/>
                    </a:lnTo>
                    <a:lnTo>
                      <a:pt x="75" y="687"/>
                    </a:lnTo>
                    <a:lnTo>
                      <a:pt x="75" y="683"/>
                    </a:lnTo>
                    <a:lnTo>
                      <a:pt x="75" y="683"/>
                    </a:lnTo>
                    <a:lnTo>
                      <a:pt x="77" y="691"/>
                    </a:lnTo>
                    <a:lnTo>
                      <a:pt x="77" y="691"/>
                    </a:lnTo>
                    <a:lnTo>
                      <a:pt x="78" y="700"/>
                    </a:lnTo>
                    <a:lnTo>
                      <a:pt x="78" y="700"/>
                    </a:lnTo>
                    <a:lnTo>
                      <a:pt x="78" y="707"/>
                    </a:lnTo>
                    <a:lnTo>
                      <a:pt x="78" y="713"/>
                    </a:lnTo>
                    <a:lnTo>
                      <a:pt x="78" y="713"/>
                    </a:lnTo>
                    <a:lnTo>
                      <a:pt x="80" y="718"/>
                    </a:lnTo>
                    <a:lnTo>
                      <a:pt x="81" y="723"/>
                    </a:lnTo>
                    <a:lnTo>
                      <a:pt x="81" y="723"/>
                    </a:lnTo>
                    <a:lnTo>
                      <a:pt x="81" y="721"/>
                    </a:lnTo>
                    <a:lnTo>
                      <a:pt x="82" y="723"/>
                    </a:lnTo>
                    <a:lnTo>
                      <a:pt x="82" y="723"/>
                    </a:lnTo>
                    <a:lnTo>
                      <a:pt x="82" y="727"/>
                    </a:lnTo>
                    <a:lnTo>
                      <a:pt x="84" y="733"/>
                    </a:lnTo>
                    <a:lnTo>
                      <a:pt x="84" y="733"/>
                    </a:lnTo>
                    <a:lnTo>
                      <a:pt x="85" y="738"/>
                    </a:lnTo>
                    <a:lnTo>
                      <a:pt x="85" y="738"/>
                    </a:lnTo>
                    <a:lnTo>
                      <a:pt x="85" y="744"/>
                    </a:lnTo>
                    <a:lnTo>
                      <a:pt x="85" y="744"/>
                    </a:lnTo>
                    <a:lnTo>
                      <a:pt x="84" y="741"/>
                    </a:lnTo>
                    <a:lnTo>
                      <a:pt x="82" y="737"/>
                    </a:lnTo>
                    <a:lnTo>
                      <a:pt x="82" y="737"/>
                    </a:lnTo>
                    <a:lnTo>
                      <a:pt x="84" y="745"/>
                    </a:lnTo>
                    <a:lnTo>
                      <a:pt x="85" y="755"/>
                    </a:lnTo>
                    <a:lnTo>
                      <a:pt x="85" y="755"/>
                    </a:lnTo>
                    <a:lnTo>
                      <a:pt x="87" y="757"/>
                    </a:lnTo>
                    <a:lnTo>
                      <a:pt x="87" y="755"/>
                    </a:lnTo>
                    <a:lnTo>
                      <a:pt x="87" y="753"/>
                    </a:lnTo>
                    <a:lnTo>
                      <a:pt x="87" y="751"/>
                    </a:lnTo>
                    <a:lnTo>
                      <a:pt x="87" y="751"/>
                    </a:lnTo>
                    <a:lnTo>
                      <a:pt x="88" y="755"/>
                    </a:lnTo>
                    <a:lnTo>
                      <a:pt x="90" y="761"/>
                    </a:lnTo>
                    <a:lnTo>
                      <a:pt x="90" y="761"/>
                    </a:lnTo>
                    <a:lnTo>
                      <a:pt x="91" y="760"/>
                    </a:lnTo>
                    <a:lnTo>
                      <a:pt x="92" y="761"/>
                    </a:lnTo>
                    <a:lnTo>
                      <a:pt x="92" y="761"/>
                    </a:lnTo>
                    <a:lnTo>
                      <a:pt x="91" y="758"/>
                    </a:lnTo>
                    <a:lnTo>
                      <a:pt x="92" y="757"/>
                    </a:lnTo>
                    <a:lnTo>
                      <a:pt x="92" y="757"/>
                    </a:lnTo>
                    <a:lnTo>
                      <a:pt x="94" y="761"/>
                    </a:lnTo>
                    <a:lnTo>
                      <a:pt x="94" y="761"/>
                    </a:lnTo>
                    <a:lnTo>
                      <a:pt x="94" y="767"/>
                    </a:lnTo>
                    <a:lnTo>
                      <a:pt x="94" y="774"/>
                    </a:lnTo>
                    <a:lnTo>
                      <a:pt x="94" y="774"/>
                    </a:lnTo>
                    <a:lnTo>
                      <a:pt x="92" y="772"/>
                    </a:lnTo>
                    <a:lnTo>
                      <a:pt x="92" y="770"/>
                    </a:lnTo>
                    <a:lnTo>
                      <a:pt x="92" y="767"/>
                    </a:lnTo>
                    <a:lnTo>
                      <a:pt x="91" y="764"/>
                    </a:lnTo>
                    <a:lnTo>
                      <a:pt x="91" y="764"/>
                    </a:lnTo>
                    <a:lnTo>
                      <a:pt x="91" y="768"/>
                    </a:lnTo>
                    <a:lnTo>
                      <a:pt x="91" y="772"/>
                    </a:lnTo>
                    <a:lnTo>
                      <a:pt x="91" y="772"/>
                    </a:lnTo>
                    <a:lnTo>
                      <a:pt x="91" y="771"/>
                    </a:lnTo>
                    <a:lnTo>
                      <a:pt x="92" y="772"/>
                    </a:lnTo>
                    <a:lnTo>
                      <a:pt x="94" y="775"/>
                    </a:lnTo>
                    <a:lnTo>
                      <a:pt x="97" y="782"/>
                    </a:lnTo>
                    <a:lnTo>
                      <a:pt x="97" y="782"/>
                    </a:lnTo>
                    <a:lnTo>
                      <a:pt x="95" y="782"/>
                    </a:lnTo>
                    <a:lnTo>
                      <a:pt x="95" y="781"/>
                    </a:lnTo>
                    <a:lnTo>
                      <a:pt x="95" y="781"/>
                    </a:lnTo>
                    <a:lnTo>
                      <a:pt x="95" y="785"/>
                    </a:lnTo>
                    <a:lnTo>
                      <a:pt x="95" y="790"/>
                    </a:lnTo>
                    <a:lnTo>
                      <a:pt x="95" y="790"/>
                    </a:lnTo>
                    <a:lnTo>
                      <a:pt x="97" y="790"/>
                    </a:lnTo>
                    <a:lnTo>
                      <a:pt x="97" y="788"/>
                    </a:lnTo>
                    <a:lnTo>
                      <a:pt x="97" y="787"/>
                    </a:lnTo>
                    <a:lnTo>
                      <a:pt x="97" y="787"/>
                    </a:lnTo>
                    <a:lnTo>
                      <a:pt x="101" y="797"/>
                    </a:lnTo>
                    <a:lnTo>
                      <a:pt x="101" y="797"/>
                    </a:lnTo>
                    <a:lnTo>
                      <a:pt x="104" y="807"/>
                    </a:lnTo>
                    <a:lnTo>
                      <a:pt x="104" y="807"/>
                    </a:lnTo>
                    <a:lnTo>
                      <a:pt x="104" y="807"/>
                    </a:lnTo>
                    <a:lnTo>
                      <a:pt x="104" y="804"/>
                    </a:lnTo>
                    <a:lnTo>
                      <a:pt x="102" y="800"/>
                    </a:lnTo>
                    <a:lnTo>
                      <a:pt x="102" y="800"/>
                    </a:lnTo>
                    <a:lnTo>
                      <a:pt x="102" y="798"/>
                    </a:lnTo>
                    <a:lnTo>
                      <a:pt x="102" y="798"/>
                    </a:lnTo>
                    <a:lnTo>
                      <a:pt x="105" y="804"/>
                    </a:lnTo>
                    <a:lnTo>
                      <a:pt x="108" y="810"/>
                    </a:lnTo>
                    <a:lnTo>
                      <a:pt x="108" y="810"/>
                    </a:lnTo>
                    <a:lnTo>
                      <a:pt x="108" y="808"/>
                    </a:lnTo>
                    <a:lnTo>
                      <a:pt x="108" y="807"/>
                    </a:lnTo>
                    <a:lnTo>
                      <a:pt x="105" y="802"/>
                    </a:lnTo>
                    <a:lnTo>
                      <a:pt x="105" y="802"/>
                    </a:lnTo>
                    <a:lnTo>
                      <a:pt x="105" y="801"/>
                    </a:lnTo>
                    <a:lnTo>
                      <a:pt x="107" y="802"/>
                    </a:lnTo>
                    <a:lnTo>
                      <a:pt x="107" y="802"/>
                    </a:lnTo>
                    <a:lnTo>
                      <a:pt x="107" y="801"/>
                    </a:lnTo>
                    <a:lnTo>
                      <a:pt x="107" y="801"/>
                    </a:lnTo>
                    <a:lnTo>
                      <a:pt x="110" y="805"/>
                    </a:lnTo>
                    <a:lnTo>
                      <a:pt x="111" y="807"/>
                    </a:lnTo>
                    <a:lnTo>
                      <a:pt x="111" y="805"/>
                    </a:lnTo>
                    <a:close/>
                    <a:moveTo>
                      <a:pt x="137" y="433"/>
                    </a:moveTo>
                    <a:lnTo>
                      <a:pt x="137" y="433"/>
                    </a:lnTo>
                    <a:lnTo>
                      <a:pt x="138" y="429"/>
                    </a:lnTo>
                    <a:lnTo>
                      <a:pt x="141" y="423"/>
                    </a:lnTo>
                    <a:lnTo>
                      <a:pt x="141" y="423"/>
                    </a:lnTo>
                    <a:lnTo>
                      <a:pt x="140" y="429"/>
                    </a:lnTo>
                    <a:lnTo>
                      <a:pt x="137" y="433"/>
                    </a:lnTo>
                    <a:close/>
                    <a:moveTo>
                      <a:pt x="326" y="213"/>
                    </a:moveTo>
                    <a:lnTo>
                      <a:pt x="326" y="213"/>
                    </a:lnTo>
                    <a:lnTo>
                      <a:pt x="322" y="217"/>
                    </a:lnTo>
                    <a:lnTo>
                      <a:pt x="322" y="219"/>
                    </a:lnTo>
                    <a:lnTo>
                      <a:pt x="324" y="219"/>
                    </a:lnTo>
                    <a:lnTo>
                      <a:pt x="324" y="219"/>
                    </a:lnTo>
                    <a:lnTo>
                      <a:pt x="318" y="223"/>
                    </a:lnTo>
                    <a:lnTo>
                      <a:pt x="311" y="227"/>
                    </a:lnTo>
                    <a:lnTo>
                      <a:pt x="311" y="227"/>
                    </a:lnTo>
                    <a:lnTo>
                      <a:pt x="312" y="224"/>
                    </a:lnTo>
                    <a:lnTo>
                      <a:pt x="314" y="222"/>
                    </a:lnTo>
                    <a:lnTo>
                      <a:pt x="314" y="222"/>
                    </a:lnTo>
                    <a:lnTo>
                      <a:pt x="316" y="220"/>
                    </a:lnTo>
                    <a:lnTo>
                      <a:pt x="318" y="220"/>
                    </a:lnTo>
                    <a:lnTo>
                      <a:pt x="318" y="220"/>
                    </a:lnTo>
                    <a:lnTo>
                      <a:pt x="318" y="219"/>
                    </a:lnTo>
                    <a:lnTo>
                      <a:pt x="318" y="219"/>
                    </a:lnTo>
                    <a:lnTo>
                      <a:pt x="318" y="219"/>
                    </a:lnTo>
                    <a:lnTo>
                      <a:pt x="322" y="216"/>
                    </a:lnTo>
                    <a:lnTo>
                      <a:pt x="324" y="214"/>
                    </a:lnTo>
                    <a:lnTo>
                      <a:pt x="326" y="213"/>
                    </a:lnTo>
                    <a:close/>
                    <a:moveTo>
                      <a:pt x="319" y="1121"/>
                    </a:moveTo>
                    <a:lnTo>
                      <a:pt x="319" y="1121"/>
                    </a:lnTo>
                    <a:lnTo>
                      <a:pt x="315" y="1121"/>
                    </a:lnTo>
                    <a:lnTo>
                      <a:pt x="312" y="1118"/>
                    </a:lnTo>
                    <a:lnTo>
                      <a:pt x="312" y="1118"/>
                    </a:lnTo>
                    <a:lnTo>
                      <a:pt x="315" y="1118"/>
                    </a:lnTo>
                    <a:lnTo>
                      <a:pt x="319" y="1121"/>
                    </a:lnTo>
                    <a:close/>
                    <a:moveTo>
                      <a:pt x="305" y="1152"/>
                    </a:moveTo>
                    <a:lnTo>
                      <a:pt x="305" y="1152"/>
                    </a:lnTo>
                    <a:lnTo>
                      <a:pt x="296" y="1149"/>
                    </a:lnTo>
                    <a:lnTo>
                      <a:pt x="291" y="1148"/>
                    </a:lnTo>
                    <a:lnTo>
                      <a:pt x="291" y="1148"/>
                    </a:lnTo>
                    <a:lnTo>
                      <a:pt x="288" y="1145"/>
                    </a:lnTo>
                    <a:lnTo>
                      <a:pt x="284" y="1144"/>
                    </a:lnTo>
                    <a:lnTo>
                      <a:pt x="284" y="1144"/>
                    </a:lnTo>
                    <a:lnTo>
                      <a:pt x="281" y="1141"/>
                    </a:lnTo>
                    <a:lnTo>
                      <a:pt x="279" y="1138"/>
                    </a:lnTo>
                    <a:lnTo>
                      <a:pt x="279" y="1138"/>
                    </a:lnTo>
                    <a:lnTo>
                      <a:pt x="276" y="1136"/>
                    </a:lnTo>
                    <a:lnTo>
                      <a:pt x="275" y="1136"/>
                    </a:lnTo>
                    <a:lnTo>
                      <a:pt x="276" y="1141"/>
                    </a:lnTo>
                    <a:lnTo>
                      <a:pt x="276" y="1141"/>
                    </a:lnTo>
                    <a:lnTo>
                      <a:pt x="274" y="1136"/>
                    </a:lnTo>
                    <a:lnTo>
                      <a:pt x="272" y="1134"/>
                    </a:lnTo>
                    <a:lnTo>
                      <a:pt x="274" y="1134"/>
                    </a:lnTo>
                    <a:lnTo>
                      <a:pt x="278" y="1134"/>
                    </a:lnTo>
                    <a:lnTo>
                      <a:pt x="278" y="1134"/>
                    </a:lnTo>
                    <a:lnTo>
                      <a:pt x="282" y="1138"/>
                    </a:lnTo>
                    <a:lnTo>
                      <a:pt x="288" y="1141"/>
                    </a:lnTo>
                    <a:lnTo>
                      <a:pt x="288" y="1141"/>
                    </a:lnTo>
                    <a:lnTo>
                      <a:pt x="294" y="1144"/>
                    </a:lnTo>
                    <a:lnTo>
                      <a:pt x="294" y="1144"/>
                    </a:lnTo>
                    <a:lnTo>
                      <a:pt x="299" y="1146"/>
                    </a:lnTo>
                    <a:lnTo>
                      <a:pt x="299" y="1146"/>
                    </a:lnTo>
                    <a:lnTo>
                      <a:pt x="299" y="1148"/>
                    </a:lnTo>
                    <a:lnTo>
                      <a:pt x="298" y="1148"/>
                    </a:lnTo>
                    <a:lnTo>
                      <a:pt x="296" y="1146"/>
                    </a:lnTo>
                    <a:lnTo>
                      <a:pt x="295" y="1146"/>
                    </a:lnTo>
                    <a:lnTo>
                      <a:pt x="295" y="1146"/>
                    </a:lnTo>
                    <a:lnTo>
                      <a:pt x="302" y="1151"/>
                    </a:lnTo>
                    <a:lnTo>
                      <a:pt x="304" y="1152"/>
                    </a:lnTo>
                    <a:lnTo>
                      <a:pt x="305" y="1152"/>
                    </a:lnTo>
                    <a:close/>
                    <a:moveTo>
                      <a:pt x="982" y="1109"/>
                    </a:moveTo>
                    <a:lnTo>
                      <a:pt x="982" y="1109"/>
                    </a:lnTo>
                    <a:lnTo>
                      <a:pt x="987" y="1105"/>
                    </a:lnTo>
                    <a:lnTo>
                      <a:pt x="992" y="1102"/>
                    </a:lnTo>
                    <a:lnTo>
                      <a:pt x="992" y="1102"/>
                    </a:lnTo>
                    <a:lnTo>
                      <a:pt x="987" y="1106"/>
                    </a:lnTo>
                    <a:lnTo>
                      <a:pt x="982" y="1109"/>
                    </a:lnTo>
                    <a:close/>
                    <a:moveTo>
                      <a:pt x="1191" y="821"/>
                    </a:moveTo>
                    <a:lnTo>
                      <a:pt x="1191" y="821"/>
                    </a:lnTo>
                    <a:lnTo>
                      <a:pt x="1194" y="817"/>
                    </a:lnTo>
                    <a:lnTo>
                      <a:pt x="1195" y="814"/>
                    </a:lnTo>
                    <a:lnTo>
                      <a:pt x="1195" y="815"/>
                    </a:lnTo>
                    <a:lnTo>
                      <a:pt x="1195" y="815"/>
                    </a:lnTo>
                    <a:lnTo>
                      <a:pt x="1192" y="821"/>
                    </a:lnTo>
                    <a:lnTo>
                      <a:pt x="1192" y="822"/>
                    </a:lnTo>
                    <a:lnTo>
                      <a:pt x="1191" y="821"/>
                    </a:lnTo>
                    <a:close/>
                    <a:moveTo>
                      <a:pt x="1224" y="553"/>
                    </a:moveTo>
                    <a:lnTo>
                      <a:pt x="1224" y="553"/>
                    </a:lnTo>
                    <a:lnTo>
                      <a:pt x="1225" y="557"/>
                    </a:lnTo>
                    <a:lnTo>
                      <a:pt x="1224" y="561"/>
                    </a:lnTo>
                    <a:lnTo>
                      <a:pt x="1224" y="561"/>
                    </a:lnTo>
                    <a:lnTo>
                      <a:pt x="1224" y="556"/>
                    </a:lnTo>
                    <a:lnTo>
                      <a:pt x="1224" y="553"/>
                    </a:lnTo>
                    <a:lnTo>
                      <a:pt x="1224" y="553"/>
                    </a:lnTo>
                    <a:close/>
                    <a:moveTo>
                      <a:pt x="38" y="386"/>
                    </a:moveTo>
                    <a:lnTo>
                      <a:pt x="38" y="386"/>
                    </a:lnTo>
                    <a:lnTo>
                      <a:pt x="35" y="393"/>
                    </a:lnTo>
                    <a:lnTo>
                      <a:pt x="31" y="400"/>
                    </a:lnTo>
                    <a:lnTo>
                      <a:pt x="31" y="400"/>
                    </a:lnTo>
                    <a:lnTo>
                      <a:pt x="35" y="391"/>
                    </a:lnTo>
                    <a:lnTo>
                      <a:pt x="37" y="387"/>
                    </a:lnTo>
                    <a:lnTo>
                      <a:pt x="38" y="386"/>
                    </a:lnTo>
                    <a:close/>
                    <a:moveTo>
                      <a:pt x="101" y="310"/>
                    </a:moveTo>
                    <a:lnTo>
                      <a:pt x="101" y="310"/>
                    </a:lnTo>
                    <a:lnTo>
                      <a:pt x="100" y="313"/>
                    </a:lnTo>
                    <a:lnTo>
                      <a:pt x="95" y="319"/>
                    </a:lnTo>
                    <a:lnTo>
                      <a:pt x="92" y="324"/>
                    </a:lnTo>
                    <a:lnTo>
                      <a:pt x="91" y="324"/>
                    </a:lnTo>
                    <a:lnTo>
                      <a:pt x="91" y="324"/>
                    </a:lnTo>
                    <a:lnTo>
                      <a:pt x="91" y="324"/>
                    </a:lnTo>
                    <a:lnTo>
                      <a:pt x="94" y="320"/>
                    </a:lnTo>
                    <a:lnTo>
                      <a:pt x="95" y="317"/>
                    </a:lnTo>
                    <a:lnTo>
                      <a:pt x="98" y="313"/>
                    </a:lnTo>
                    <a:lnTo>
                      <a:pt x="101" y="310"/>
                    </a:lnTo>
                    <a:close/>
                    <a:moveTo>
                      <a:pt x="8" y="698"/>
                    </a:moveTo>
                    <a:lnTo>
                      <a:pt x="8" y="698"/>
                    </a:lnTo>
                    <a:lnTo>
                      <a:pt x="8" y="697"/>
                    </a:lnTo>
                    <a:lnTo>
                      <a:pt x="7" y="695"/>
                    </a:lnTo>
                    <a:lnTo>
                      <a:pt x="7" y="695"/>
                    </a:lnTo>
                    <a:lnTo>
                      <a:pt x="7" y="688"/>
                    </a:lnTo>
                    <a:lnTo>
                      <a:pt x="7" y="688"/>
                    </a:lnTo>
                    <a:lnTo>
                      <a:pt x="8" y="694"/>
                    </a:lnTo>
                    <a:lnTo>
                      <a:pt x="8" y="694"/>
                    </a:lnTo>
                    <a:lnTo>
                      <a:pt x="8" y="698"/>
                    </a:lnTo>
                    <a:close/>
                    <a:moveTo>
                      <a:pt x="208" y="242"/>
                    </a:moveTo>
                    <a:lnTo>
                      <a:pt x="208" y="242"/>
                    </a:lnTo>
                    <a:lnTo>
                      <a:pt x="194" y="259"/>
                    </a:lnTo>
                    <a:lnTo>
                      <a:pt x="194" y="259"/>
                    </a:lnTo>
                    <a:lnTo>
                      <a:pt x="201" y="249"/>
                    </a:lnTo>
                    <a:lnTo>
                      <a:pt x="208" y="242"/>
                    </a:lnTo>
                    <a:close/>
                    <a:moveTo>
                      <a:pt x="98" y="413"/>
                    </a:moveTo>
                    <a:lnTo>
                      <a:pt x="98" y="413"/>
                    </a:lnTo>
                    <a:lnTo>
                      <a:pt x="95" y="420"/>
                    </a:lnTo>
                    <a:lnTo>
                      <a:pt x="95" y="420"/>
                    </a:lnTo>
                    <a:lnTo>
                      <a:pt x="94" y="423"/>
                    </a:lnTo>
                    <a:lnTo>
                      <a:pt x="92" y="423"/>
                    </a:lnTo>
                    <a:lnTo>
                      <a:pt x="92" y="423"/>
                    </a:lnTo>
                    <a:lnTo>
                      <a:pt x="94" y="420"/>
                    </a:lnTo>
                    <a:lnTo>
                      <a:pt x="94" y="420"/>
                    </a:lnTo>
                    <a:lnTo>
                      <a:pt x="95" y="417"/>
                    </a:lnTo>
                    <a:lnTo>
                      <a:pt x="95" y="417"/>
                    </a:lnTo>
                    <a:lnTo>
                      <a:pt x="97" y="414"/>
                    </a:lnTo>
                    <a:lnTo>
                      <a:pt x="98" y="413"/>
                    </a:lnTo>
                    <a:close/>
                    <a:moveTo>
                      <a:pt x="65" y="513"/>
                    </a:moveTo>
                    <a:lnTo>
                      <a:pt x="65" y="513"/>
                    </a:lnTo>
                    <a:lnTo>
                      <a:pt x="65" y="516"/>
                    </a:lnTo>
                    <a:lnTo>
                      <a:pt x="65" y="518"/>
                    </a:lnTo>
                    <a:lnTo>
                      <a:pt x="64" y="520"/>
                    </a:lnTo>
                    <a:lnTo>
                      <a:pt x="64" y="520"/>
                    </a:lnTo>
                    <a:lnTo>
                      <a:pt x="64" y="520"/>
                    </a:lnTo>
                    <a:lnTo>
                      <a:pt x="64" y="517"/>
                    </a:lnTo>
                    <a:lnTo>
                      <a:pt x="65" y="513"/>
                    </a:lnTo>
                    <a:close/>
                    <a:moveTo>
                      <a:pt x="95" y="772"/>
                    </a:moveTo>
                    <a:lnTo>
                      <a:pt x="95" y="772"/>
                    </a:lnTo>
                    <a:lnTo>
                      <a:pt x="97" y="774"/>
                    </a:lnTo>
                    <a:lnTo>
                      <a:pt x="98" y="775"/>
                    </a:lnTo>
                    <a:lnTo>
                      <a:pt x="98" y="775"/>
                    </a:lnTo>
                    <a:lnTo>
                      <a:pt x="97" y="777"/>
                    </a:lnTo>
                    <a:lnTo>
                      <a:pt x="98" y="780"/>
                    </a:lnTo>
                    <a:lnTo>
                      <a:pt x="100" y="782"/>
                    </a:lnTo>
                    <a:lnTo>
                      <a:pt x="100" y="784"/>
                    </a:lnTo>
                    <a:lnTo>
                      <a:pt x="100" y="784"/>
                    </a:lnTo>
                    <a:lnTo>
                      <a:pt x="97" y="781"/>
                    </a:lnTo>
                    <a:lnTo>
                      <a:pt x="95" y="777"/>
                    </a:lnTo>
                    <a:lnTo>
                      <a:pt x="95" y="772"/>
                    </a:lnTo>
                    <a:close/>
                    <a:moveTo>
                      <a:pt x="85" y="630"/>
                    </a:moveTo>
                    <a:lnTo>
                      <a:pt x="85" y="630"/>
                    </a:lnTo>
                    <a:lnTo>
                      <a:pt x="85" y="634"/>
                    </a:lnTo>
                    <a:lnTo>
                      <a:pt x="85" y="638"/>
                    </a:lnTo>
                    <a:lnTo>
                      <a:pt x="85" y="638"/>
                    </a:lnTo>
                    <a:lnTo>
                      <a:pt x="84" y="633"/>
                    </a:lnTo>
                    <a:lnTo>
                      <a:pt x="84" y="633"/>
                    </a:lnTo>
                    <a:lnTo>
                      <a:pt x="85" y="630"/>
                    </a:lnTo>
                    <a:close/>
                    <a:moveTo>
                      <a:pt x="112" y="496"/>
                    </a:moveTo>
                    <a:lnTo>
                      <a:pt x="112" y="496"/>
                    </a:lnTo>
                    <a:lnTo>
                      <a:pt x="112" y="500"/>
                    </a:lnTo>
                    <a:lnTo>
                      <a:pt x="110" y="506"/>
                    </a:lnTo>
                    <a:lnTo>
                      <a:pt x="110" y="506"/>
                    </a:lnTo>
                    <a:lnTo>
                      <a:pt x="111" y="500"/>
                    </a:lnTo>
                    <a:lnTo>
                      <a:pt x="112" y="496"/>
                    </a:lnTo>
                    <a:close/>
                    <a:moveTo>
                      <a:pt x="121" y="468"/>
                    </a:moveTo>
                    <a:lnTo>
                      <a:pt x="121" y="468"/>
                    </a:lnTo>
                    <a:lnTo>
                      <a:pt x="120" y="476"/>
                    </a:lnTo>
                    <a:lnTo>
                      <a:pt x="118" y="478"/>
                    </a:lnTo>
                    <a:lnTo>
                      <a:pt x="117" y="478"/>
                    </a:lnTo>
                    <a:lnTo>
                      <a:pt x="117" y="478"/>
                    </a:lnTo>
                    <a:lnTo>
                      <a:pt x="118" y="474"/>
                    </a:lnTo>
                    <a:lnTo>
                      <a:pt x="121" y="468"/>
                    </a:lnTo>
                    <a:close/>
                    <a:moveTo>
                      <a:pt x="30" y="665"/>
                    </a:moveTo>
                    <a:lnTo>
                      <a:pt x="30" y="665"/>
                    </a:lnTo>
                    <a:lnTo>
                      <a:pt x="30" y="654"/>
                    </a:lnTo>
                    <a:lnTo>
                      <a:pt x="30" y="654"/>
                    </a:lnTo>
                    <a:lnTo>
                      <a:pt x="30" y="644"/>
                    </a:lnTo>
                    <a:lnTo>
                      <a:pt x="30" y="644"/>
                    </a:lnTo>
                    <a:lnTo>
                      <a:pt x="31" y="655"/>
                    </a:lnTo>
                    <a:lnTo>
                      <a:pt x="31" y="655"/>
                    </a:lnTo>
                    <a:lnTo>
                      <a:pt x="30" y="663"/>
                    </a:lnTo>
                    <a:lnTo>
                      <a:pt x="30" y="663"/>
                    </a:lnTo>
                    <a:lnTo>
                      <a:pt x="30" y="665"/>
                    </a:lnTo>
                    <a:close/>
                    <a:moveTo>
                      <a:pt x="172" y="400"/>
                    </a:moveTo>
                    <a:lnTo>
                      <a:pt x="172" y="400"/>
                    </a:lnTo>
                    <a:lnTo>
                      <a:pt x="172" y="403"/>
                    </a:lnTo>
                    <a:lnTo>
                      <a:pt x="172" y="406"/>
                    </a:lnTo>
                    <a:lnTo>
                      <a:pt x="168" y="410"/>
                    </a:lnTo>
                    <a:lnTo>
                      <a:pt x="168" y="410"/>
                    </a:lnTo>
                    <a:lnTo>
                      <a:pt x="169" y="404"/>
                    </a:lnTo>
                    <a:lnTo>
                      <a:pt x="172" y="400"/>
                    </a:lnTo>
                    <a:close/>
                    <a:moveTo>
                      <a:pt x="88" y="506"/>
                    </a:moveTo>
                    <a:lnTo>
                      <a:pt x="88" y="506"/>
                    </a:lnTo>
                    <a:lnTo>
                      <a:pt x="88" y="510"/>
                    </a:lnTo>
                    <a:lnTo>
                      <a:pt x="87" y="516"/>
                    </a:lnTo>
                    <a:lnTo>
                      <a:pt x="87" y="516"/>
                    </a:lnTo>
                    <a:lnTo>
                      <a:pt x="87" y="508"/>
                    </a:lnTo>
                    <a:lnTo>
                      <a:pt x="87" y="506"/>
                    </a:lnTo>
                    <a:lnTo>
                      <a:pt x="88" y="506"/>
                    </a:lnTo>
                    <a:close/>
                    <a:moveTo>
                      <a:pt x="24" y="665"/>
                    </a:moveTo>
                    <a:lnTo>
                      <a:pt x="24" y="665"/>
                    </a:lnTo>
                    <a:lnTo>
                      <a:pt x="24" y="670"/>
                    </a:lnTo>
                    <a:lnTo>
                      <a:pt x="24" y="673"/>
                    </a:lnTo>
                    <a:lnTo>
                      <a:pt x="24" y="673"/>
                    </a:lnTo>
                    <a:lnTo>
                      <a:pt x="24" y="673"/>
                    </a:lnTo>
                    <a:lnTo>
                      <a:pt x="23" y="667"/>
                    </a:lnTo>
                    <a:lnTo>
                      <a:pt x="23" y="664"/>
                    </a:lnTo>
                    <a:lnTo>
                      <a:pt x="24" y="665"/>
                    </a:lnTo>
                    <a:close/>
                    <a:moveTo>
                      <a:pt x="23" y="657"/>
                    </a:moveTo>
                    <a:lnTo>
                      <a:pt x="23" y="657"/>
                    </a:lnTo>
                    <a:lnTo>
                      <a:pt x="24" y="655"/>
                    </a:lnTo>
                    <a:lnTo>
                      <a:pt x="24" y="654"/>
                    </a:lnTo>
                    <a:lnTo>
                      <a:pt x="24" y="650"/>
                    </a:lnTo>
                    <a:lnTo>
                      <a:pt x="24" y="650"/>
                    </a:lnTo>
                    <a:lnTo>
                      <a:pt x="24" y="650"/>
                    </a:lnTo>
                    <a:lnTo>
                      <a:pt x="24" y="650"/>
                    </a:lnTo>
                    <a:lnTo>
                      <a:pt x="24" y="648"/>
                    </a:lnTo>
                    <a:lnTo>
                      <a:pt x="25" y="648"/>
                    </a:lnTo>
                    <a:lnTo>
                      <a:pt x="25" y="648"/>
                    </a:lnTo>
                    <a:lnTo>
                      <a:pt x="24" y="653"/>
                    </a:lnTo>
                    <a:lnTo>
                      <a:pt x="25" y="657"/>
                    </a:lnTo>
                    <a:lnTo>
                      <a:pt x="25" y="657"/>
                    </a:lnTo>
                    <a:lnTo>
                      <a:pt x="24" y="661"/>
                    </a:lnTo>
                    <a:lnTo>
                      <a:pt x="24" y="661"/>
                    </a:lnTo>
                    <a:lnTo>
                      <a:pt x="24" y="660"/>
                    </a:lnTo>
                    <a:lnTo>
                      <a:pt x="23" y="657"/>
                    </a:lnTo>
                    <a:close/>
                    <a:moveTo>
                      <a:pt x="27" y="637"/>
                    </a:moveTo>
                    <a:lnTo>
                      <a:pt x="27" y="637"/>
                    </a:lnTo>
                    <a:lnTo>
                      <a:pt x="27" y="643"/>
                    </a:lnTo>
                    <a:lnTo>
                      <a:pt x="27" y="648"/>
                    </a:lnTo>
                    <a:lnTo>
                      <a:pt x="27" y="648"/>
                    </a:lnTo>
                    <a:lnTo>
                      <a:pt x="25" y="641"/>
                    </a:lnTo>
                    <a:lnTo>
                      <a:pt x="27" y="637"/>
                    </a:lnTo>
                    <a:close/>
                    <a:moveTo>
                      <a:pt x="72" y="506"/>
                    </a:moveTo>
                    <a:lnTo>
                      <a:pt x="72" y="506"/>
                    </a:lnTo>
                    <a:lnTo>
                      <a:pt x="72" y="500"/>
                    </a:lnTo>
                    <a:lnTo>
                      <a:pt x="72" y="500"/>
                    </a:lnTo>
                    <a:lnTo>
                      <a:pt x="74" y="503"/>
                    </a:lnTo>
                    <a:lnTo>
                      <a:pt x="75" y="504"/>
                    </a:lnTo>
                    <a:lnTo>
                      <a:pt x="75" y="506"/>
                    </a:lnTo>
                    <a:lnTo>
                      <a:pt x="74" y="508"/>
                    </a:lnTo>
                    <a:lnTo>
                      <a:pt x="74" y="508"/>
                    </a:lnTo>
                    <a:lnTo>
                      <a:pt x="74" y="508"/>
                    </a:lnTo>
                    <a:lnTo>
                      <a:pt x="74" y="507"/>
                    </a:lnTo>
                    <a:lnTo>
                      <a:pt x="74" y="506"/>
                    </a:lnTo>
                    <a:lnTo>
                      <a:pt x="72" y="506"/>
                    </a:lnTo>
                    <a:close/>
                    <a:moveTo>
                      <a:pt x="25" y="601"/>
                    </a:moveTo>
                    <a:lnTo>
                      <a:pt x="25" y="601"/>
                    </a:lnTo>
                    <a:lnTo>
                      <a:pt x="27" y="606"/>
                    </a:lnTo>
                    <a:lnTo>
                      <a:pt x="27" y="606"/>
                    </a:lnTo>
                    <a:lnTo>
                      <a:pt x="25" y="610"/>
                    </a:lnTo>
                    <a:lnTo>
                      <a:pt x="25" y="610"/>
                    </a:lnTo>
                    <a:lnTo>
                      <a:pt x="25" y="606"/>
                    </a:lnTo>
                    <a:lnTo>
                      <a:pt x="25" y="601"/>
                    </a:lnTo>
                    <a:close/>
                    <a:moveTo>
                      <a:pt x="7" y="668"/>
                    </a:moveTo>
                    <a:lnTo>
                      <a:pt x="7" y="668"/>
                    </a:lnTo>
                    <a:lnTo>
                      <a:pt x="5" y="670"/>
                    </a:lnTo>
                    <a:lnTo>
                      <a:pt x="7" y="671"/>
                    </a:lnTo>
                    <a:lnTo>
                      <a:pt x="7" y="677"/>
                    </a:lnTo>
                    <a:lnTo>
                      <a:pt x="7" y="677"/>
                    </a:lnTo>
                    <a:lnTo>
                      <a:pt x="5" y="675"/>
                    </a:lnTo>
                    <a:lnTo>
                      <a:pt x="5" y="670"/>
                    </a:lnTo>
                    <a:lnTo>
                      <a:pt x="5" y="667"/>
                    </a:lnTo>
                    <a:lnTo>
                      <a:pt x="5" y="667"/>
                    </a:lnTo>
                    <a:lnTo>
                      <a:pt x="7" y="668"/>
                    </a:lnTo>
                    <a:close/>
                    <a:moveTo>
                      <a:pt x="78" y="483"/>
                    </a:moveTo>
                    <a:lnTo>
                      <a:pt x="78" y="483"/>
                    </a:lnTo>
                    <a:lnTo>
                      <a:pt x="80" y="478"/>
                    </a:lnTo>
                    <a:lnTo>
                      <a:pt x="80" y="473"/>
                    </a:lnTo>
                    <a:lnTo>
                      <a:pt x="80" y="473"/>
                    </a:lnTo>
                    <a:lnTo>
                      <a:pt x="81" y="468"/>
                    </a:lnTo>
                    <a:lnTo>
                      <a:pt x="84" y="466"/>
                    </a:lnTo>
                    <a:lnTo>
                      <a:pt x="84" y="466"/>
                    </a:lnTo>
                    <a:lnTo>
                      <a:pt x="84" y="463"/>
                    </a:lnTo>
                    <a:lnTo>
                      <a:pt x="84" y="460"/>
                    </a:lnTo>
                    <a:lnTo>
                      <a:pt x="87" y="454"/>
                    </a:lnTo>
                    <a:lnTo>
                      <a:pt x="87" y="454"/>
                    </a:lnTo>
                    <a:lnTo>
                      <a:pt x="85" y="460"/>
                    </a:lnTo>
                    <a:lnTo>
                      <a:pt x="85" y="463"/>
                    </a:lnTo>
                    <a:lnTo>
                      <a:pt x="85" y="467"/>
                    </a:lnTo>
                    <a:lnTo>
                      <a:pt x="85" y="473"/>
                    </a:lnTo>
                    <a:lnTo>
                      <a:pt x="85" y="473"/>
                    </a:lnTo>
                    <a:lnTo>
                      <a:pt x="84" y="474"/>
                    </a:lnTo>
                    <a:lnTo>
                      <a:pt x="82" y="476"/>
                    </a:lnTo>
                    <a:lnTo>
                      <a:pt x="82" y="477"/>
                    </a:lnTo>
                    <a:lnTo>
                      <a:pt x="81" y="478"/>
                    </a:lnTo>
                    <a:lnTo>
                      <a:pt x="81" y="478"/>
                    </a:lnTo>
                    <a:lnTo>
                      <a:pt x="80" y="488"/>
                    </a:lnTo>
                    <a:lnTo>
                      <a:pt x="78" y="493"/>
                    </a:lnTo>
                    <a:lnTo>
                      <a:pt x="77" y="496"/>
                    </a:lnTo>
                    <a:lnTo>
                      <a:pt x="77" y="496"/>
                    </a:lnTo>
                    <a:lnTo>
                      <a:pt x="78" y="493"/>
                    </a:lnTo>
                    <a:lnTo>
                      <a:pt x="78" y="491"/>
                    </a:lnTo>
                    <a:lnTo>
                      <a:pt x="78" y="491"/>
                    </a:lnTo>
                    <a:lnTo>
                      <a:pt x="78" y="491"/>
                    </a:lnTo>
                    <a:lnTo>
                      <a:pt x="77" y="496"/>
                    </a:lnTo>
                    <a:lnTo>
                      <a:pt x="74" y="501"/>
                    </a:lnTo>
                    <a:lnTo>
                      <a:pt x="74" y="501"/>
                    </a:lnTo>
                    <a:lnTo>
                      <a:pt x="75" y="497"/>
                    </a:lnTo>
                    <a:lnTo>
                      <a:pt x="77" y="493"/>
                    </a:lnTo>
                    <a:lnTo>
                      <a:pt x="77" y="493"/>
                    </a:lnTo>
                    <a:lnTo>
                      <a:pt x="78" y="487"/>
                    </a:lnTo>
                    <a:lnTo>
                      <a:pt x="78" y="484"/>
                    </a:lnTo>
                    <a:lnTo>
                      <a:pt x="78" y="483"/>
                    </a:lnTo>
                    <a:close/>
                    <a:moveTo>
                      <a:pt x="151" y="397"/>
                    </a:moveTo>
                    <a:lnTo>
                      <a:pt x="151" y="397"/>
                    </a:lnTo>
                    <a:lnTo>
                      <a:pt x="151" y="399"/>
                    </a:lnTo>
                    <a:lnTo>
                      <a:pt x="151" y="400"/>
                    </a:lnTo>
                    <a:lnTo>
                      <a:pt x="148" y="406"/>
                    </a:lnTo>
                    <a:lnTo>
                      <a:pt x="148" y="406"/>
                    </a:lnTo>
                    <a:lnTo>
                      <a:pt x="148" y="401"/>
                    </a:lnTo>
                    <a:lnTo>
                      <a:pt x="151" y="397"/>
                    </a:lnTo>
                    <a:close/>
                    <a:moveTo>
                      <a:pt x="68" y="504"/>
                    </a:moveTo>
                    <a:lnTo>
                      <a:pt x="68" y="504"/>
                    </a:lnTo>
                    <a:lnTo>
                      <a:pt x="70" y="500"/>
                    </a:lnTo>
                    <a:lnTo>
                      <a:pt x="70" y="500"/>
                    </a:lnTo>
                    <a:lnTo>
                      <a:pt x="70" y="504"/>
                    </a:lnTo>
                    <a:lnTo>
                      <a:pt x="70" y="507"/>
                    </a:lnTo>
                    <a:lnTo>
                      <a:pt x="70" y="507"/>
                    </a:lnTo>
                    <a:lnTo>
                      <a:pt x="68" y="506"/>
                    </a:lnTo>
                    <a:lnTo>
                      <a:pt x="68" y="506"/>
                    </a:lnTo>
                    <a:lnTo>
                      <a:pt x="68" y="506"/>
                    </a:lnTo>
                    <a:lnTo>
                      <a:pt x="68" y="504"/>
                    </a:lnTo>
                    <a:close/>
                    <a:moveTo>
                      <a:pt x="8" y="628"/>
                    </a:moveTo>
                    <a:lnTo>
                      <a:pt x="8" y="628"/>
                    </a:lnTo>
                    <a:lnTo>
                      <a:pt x="10" y="631"/>
                    </a:lnTo>
                    <a:lnTo>
                      <a:pt x="8" y="633"/>
                    </a:lnTo>
                    <a:lnTo>
                      <a:pt x="8" y="633"/>
                    </a:lnTo>
                    <a:lnTo>
                      <a:pt x="8" y="635"/>
                    </a:lnTo>
                    <a:lnTo>
                      <a:pt x="10" y="638"/>
                    </a:lnTo>
                    <a:lnTo>
                      <a:pt x="10" y="638"/>
                    </a:lnTo>
                    <a:lnTo>
                      <a:pt x="8" y="640"/>
                    </a:lnTo>
                    <a:lnTo>
                      <a:pt x="8" y="640"/>
                    </a:lnTo>
                    <a:lnTo>
                      <a:pt x="7" y="641"/>
                    </a:lnTo>
                    <a:lnTo>
                      <a:pt x="7" y="644"/>
                    </a:lnTo>
                    <a:lnTo>
                      <a:pt x="7" y="644"/>
                    </a:lnTo>
                    <a:lnTo>
                      <a:pt x="5" y="638"/>
                    </a:lnTo>
                    <a:lnTo>
                      <a:pt x="7" y="635"/>
                    </a:lnTo>
                    <a:lnTo>
                      <a:pt x="8" y="633"/>
                    </a:lnTo>
                    <a:lnTo>
                      <a:pt x="8" y="628"/>
                    </a:lnTo>
                    <a:close/>
                    <a:moveTo>
                      <a:pt x="31" y="564"/>
                    </a:moveTo>
                    <a:lnTo>
                      <a:pt x="31" y="564"/>
                    </a:lnTo>
                    <a:lnTo>
                      <a:pt x="31" y="570"/>
                    </a:lnTo>
                    <a:lnTo>
                      <a:pt x="31" y="576"/>
                    </a:lnTo>
                    <a:lnTo>
                      <a:pt x="31" y="576"/>
                    </a:lnTo>
                    <a:lnTo>
                      <a:pt x="30" y="570"/>
                    </a:lnTo>
                    <a:lnTo>
                      <a:pt x="30" y="567"/>
                    </a:lnTo>
                    <a:lnTo>
                      <a:pt x="31" y="564"/>
                    </a:lnTo>
                    <a:close/>
                    <a:moveTo>
                      <a:pt x="15" y="607"/>
                    </a:moveTo>
                    <a:lnTo>
                      <a:pt x="15" y="607"/>
                    </a:lnTo>
                    <a:lnTo>
                      <a:pt x="14" y="608"/>
                    </a:lnTo>
                    <a:lnTo>
                      <a:pt x="14" y="607"/>
                    </a:lnTo>
                    <a:lnTo>
                      <a:pt x="13" y="604"/>
                    </a:lnTo>
                    <a:lnTo>
                      <a:pt x="13" y="604"/>
                    </a:lnTo>
                    <a:lnTo>
                      <a:pt x="13" y="598"/>
                    </a:lnTo>
                    <a:lnTo>
                      <a:pt x="13" y="594"/>
                    </a:lnTo>
                    <a:lnTo>
                      <a:pt x="13" y="594"/>
                    </a:lnTo>
                    <a:lnTo>
                      <a:pt x="14" y="596"/>
                    </a:lnTo>
                    <a:lnTo>
                      <a:pt x="15" y="600"/>
                    </a:lnTo>
                    <a:lnTo>
                      <a:pt x="15" y="600"/>
                    </a:lnTo>
                    <a:lnTo>
                      <a:pt x="14" y="601"/>
                    </a:lnTo>
                    <a:lnTo>
                      <a:pt x="14" y="603"/>
                    </a:lnTo>
                    <a:lnTo>
                      <a:pt x="15" y="607"/>
                    </a:lnTo>
                    <a:close/>
                    <a:moveTo>
                      <a:pt x="102" y="423"/>
                    </a:moveTo>
                    <a:lnTo>
                      <a:pt x="102" y="423"/>
                    </a:lnTo>
                    <a:lnTo>
                      <a:pt x="101" y="424"/>
                    </a:lnTo>
                    <a:lnTo>
                      <a:pt x="101" y="426"/>
                    </a:lnTo>
                    <a:lnTo>
                      <a:pt x="101" y="430"/>
                    </a:lnTo>
                    <a:lnTo>
                      <a:pt x="101" y="430"/>
                    </a:lnTo>
                    <a:lnTo>
                      <a:pt x="100" y="433"/>
                    </a:lnTo>
                    <a:lnTo>
                      <a:pt x="98" y="433"/>
                    </a:lnTo>
                    <a:lnTo>
                      <a:pt x="98" y="433"/>
                    </a:lnTo>
                    <a:lnTo>
                      <a:pt x="97" y="439"/>
                    </a:lnTo>
                    <a:lnTo>
                      <a:pt x="95" y="443"/>
                    </a:lnTo>
                    <a:lnTo>
                      <a:pt x="95" y="443"/>
                    </a:lnTo>
                    <a:lnTo>
                      <a:pt x="92" y="449"/>
                    </a:lnTo>
                    <a:lnTo>
                      <a:pt x="92" y="449"/>
                    </a:lnTo>
                    <a:lnTo>
                      <a:pt x="92" y="454"/>
                    </a:lnTo>
                    <a:lnTo>
                      <a:pt x="92" y="454"/>
                    </a:lnTo>
                    <a:lnTo>
                      <a:pt x="91" y="456"/>
                    </a:lnTo>
                    <a:lnTo>
                      <a:pt x="90" y="456"/>
                    </a:lnTo>
                    <a:lnTo>
                      <a:pt x="90" y="458"/>
                    </a:lnTo>
                    <a:lnTo>
                      <a:pt x="90" y="458"/>
                    </a:lnTo>
                    <a:lnTo>
                      <a:pt x="88" y="460"/>
                    </a:lnTo>
                    <a:lnTo>
                      <a:pt x="87" y="460"/>
                    </a:lnTo>
                    <a:lnTo>
                      <a:pt x="87" y="458"/>
                    </a:lnTo>
                    <a:lnTo>
                      <a:pt x="88" y="456"/>
                    </a:lnTo>
                    <a:lnTo>
                      <a:pt x="88" y="456"/>
                    </a:lnTo>
                    <a:lnTo>
                      <a:pt x="88" y="457"/>
                    </a:lnTo>
                    <a:lnTo>
                      <a:pt x="88" y="456"/>
                    </a:lnTo>
                    <a:lnTo>
                      <a:pt x="88" y="456"/>
                    </a:lnTo>
                    <a:lnTo>
                      <a:pt x="88" y="453"/>
                    </a:lnTo>
                    <a:lnTo>
                      <a:pt x="88" y="447"/>
                    </a:lnTo>
                    <a:lnTo>
                      <a:pt x="88" y="447"/>
                    </a:lnTo>
                    <a:lnTo>
                      <a:pt x="92" y="436"/>
                    </a:lnTo>
                    <a:lnTo>
                      <a:pt x="92" y="436"/>
                    </a:lnTo>
                    <a:lnTo>
                      <a:pt x="95" y="431"/>
                    </a:lnTo>
                    <a:lnTo>
                      <a:pt x="95" y="431"/>
                    </a:lnTo>
                    <a:lnTo>
                      <a:pt x="97" y="424"/>
                    </a:lnTo>
                    <a:lnTo>
                      <a:pt x="98" y="421"/>
                    </a:lnTo>
                    <a:lnTo>
                      <a:pt x="100" y="419"/>
                    </a:lnTo>
                    <a:lnTo>
                      <a:pt x="100" y="419"/>
                    </a:lnTo>
                    <a:lnTo>
                      <a:pt x="100" y="423"/>
                    </a:lnTo>
                    <a:lnTo>
                      <a:pt x="98" y="427"/>
                    </a:lnTo>
                    <a:lnTo>
                      <a:pt x="95" y="436"/>
                    </a:lnTo>
                    <a:lnTo>
                      <a:pt x="95" y="436"/>
                    </a:lnTo>
                    <a:lnTo>
                      <a:pt x="95" y="436"/>
                    </a:lnTo>
                    <a:lnTo>
                      <a:pt x="95" y="439"/>
                    </a:lnTo>
                    <a:lnTo>
                      <a:pt x="95" y="439"/>
                    </a:lnTo>
                    <a:lnTo>
                      <a:pt x="98" y="433"/>
                    </a:lnTo>
                    <a:lnTo>
                      <a:pt x="100" y="429"/>
                    </a:lnTo>
                    <a:lnTo>
                      <a:pt x="100" y="429"/>
                    </a:lnTo>
                    <a:lnTo>
                      <a:pt x="101" y="420"/>
                    </a:lnTo>
                    <a:lnTo>
                      <a:pt x="102" y="417"/>
                    </a:lnTo>
                    <a:lnTo>
                      <a:pt x="104" y="413"/>
                    </a:lnTo>
                    <a:lnTo>
                      <a:pt x="104" y="413"/>
                    </a:lnTo>
                    <a:lnTo>
                      <a:pt x="102" y="420"/>
                    </a:lnTo>
                    <a:lnTo>
                      <a:pt x="102" y="423"/>
                    </a:lnTo>
                    <a:close/>
                    <a:moveTo>
                      <a:pt x="31" y="557"/>
                    </a:moveTo>
                    <a:lnTo>
                      <a:pt x="31" y="557"/>
                    </a:lnTo>
                    <a:lnTo>
                      <a:pt x="30" y="556"/>
                    </a:lnTo>
                    <a:lnTo>
                      <a:pt x="30" y="557"/>
                    </a:lnTo>
                    <a:lnTo>
                      <a:pt x="30" y="557"/>
                    </a:lnTo>
                    <a:lnTo>
                      <a:pt x="28" y="556"/>
                    </a:lnTo>
                    <a:lnTo>
                      <a:pt x="28" y="556"/>
                    </a:lnTo>
                    <a:lnTo>
                      <a:pt x="30" y="554"/>
                    </a:lnTo>
                    <a:lnTo>
                      <a:pt x="30" y="553"/>
                    </a:lnTo>
                    <a:lnTo>
                      <a:pt x="30" y="551"/>
                    </a:lnTo>
                    <a:lnTo>
                      <a:pt x="30" y="550"/>
                    </a:lnTo>
                    <a:lnTo>
                      <a:pt x="30" y="550"/>
                    </a:lnTo>
                    <a:lnTo>
                      <a:pt x="31" y="553"/>
                    </a:lnTo>
                    <a:lnTo>
                      <a:pt x="33" y="557"/>
                    </a:lnTo>
                    <a:lnTo>
                      <a:pt x="33" y="557"/>
                    </a:lnTo>
                    <a:lnTo>
                      <a:pt x="31" y="560"/>
                    </a:lnTo>
                    <a:lnTo>
                      <a:pt x="31" y="560"/>
                    </a:lnTo>
                    <a:lnTo>
                      <a:pt x="31" y="557"/>
                    </a:lnTo>
                    <a:close/>
                    <a:moveTo>
                      <a:pt x="225" y="323"/>
                    </a:moveTo>
                    <a:lnTo>
                      <a:pt x="225" y="323"/>
                    </a:lnTo>
                    <a:lnTo>
                      <a:pt x="227" y="323"/>
                    </a:lnTo>
                    <a:lnTo>
                      <a:pt x="225" y="324"/>
                    </a:lnTo>
                    <a:lnTo>
                      <a:pt x="224" y="327"/>
                    </a:lnTo>
                    <a:lnTo>
                      <a:pt x="222" y="329"/>
                    </a:lnTo>
                    <a:lnTo>
                      <a:pt x="222" y="329"/>
                    </a:lnTo>
                    <a:lnTo>
                      <a:pt x="224" y="324"/>
                    </a:lnTo>
                    <a:lnTo>
                      <a:pt x="224" y="323"/>
                    </a:lnTo>
                    <a:lnTo>
                      <a:pt x="225" y="323"/>
                    </a:lnTo>
                    <a:close/>
                    <a:moveTo>
                      <a:pt x="184" y="344"/>
                    </a:moveTo>
                    <a:lnTo>
                      <a:pt x="184" y="344"/>
                    </a:lnTo>
                    <a:lnTo>
                      <a:pt x="182" y="349"/>
                    </a:lnTo>
                    <a:lnTo>
                      <a:pt x="182" y="349"/>
                    </a:lnTo>
                    <a:lnTo>
                      <a:pt x="179" y="351"/>
                    </a:lnTo>
                    <a:lnTo>
                      <a:pt x="179" y="351"/>
                    </a:lnTo>
                    <a:lnTo>
                      <a:pt x="178" y="353"/>
                    </a:lnTo>
                    <a:lnTo>
                      <a:pt x="178" y="353"/>
                    </a:lnTo>
                    <a:lnTo>
                      <a:pt x="178" y="353"/>
                    </a:lnTo>
                    <a:lnTo>
                      <a:pt x="181" y="349"/>
                    </a:lnTo>
                    <a:lnTo>
                      <a:pt x="184" y="344"/>
                    </a:lnTo>
                    <a:close/>
                    <a:moveTo>
                      <a:pt x="18" y="566"/>
                    </a:moveTo>
                    <a:lnTo>
                      <a:pt x="18" y="566"/>
                    </a:lnTo>
                    <a:lnTo>
                      <a:pt x="18" y="571"/>
                    </a:lnTo>
                    <a:lnTo>
                      <a:pt x="18" y="571"/>
                    </a:lnTo>
                    <a:lnTo>
                      <a:pt x="17" y="573"/>
                    </a:lnTo>
                    <a:lnTo>
                      <a:pt x="17" y="573"/>
                    </a:lnTo>
                    <a:lnTo>
                      <a:pt x="17" y="573"/>
                    </a:lnTo>
                    <a:lnTo>
                      <a:pt x="17" y="573"/>
                    </a:lnTo>
                    <a:lnTo>
                      <a:pt x="17" y="570"/>
                    </a:lnTo>
                    <a:lnTo>
                      <a:pt x="18" y="566"/>
                    </a:lnTo>
                    <a:close/>
                    <a:moveTo>
                      <a:pt x="31" y="526"/>
                    </a:moveTo>
                    <a:lnTo>
                      <a:pt x="31" y="526"/>
                    </a:lnTo>
                    <a:lnTo>
                      <a:pt x="31" y="527"/>
                    </a:lnTo>
                    <a:lnTo>
                      <a:pt x="33" y="524"/>
                    </a:lnTo>
                    <a:lnTo>
                      <a:pt x="33" y="524"/>
                    </a:lnTo>
                    <a:lnTo>
                      <a:pt x="33" y="531"/>
                    </a:lnTo>
                    <a:lnTo>
                      <a:pt x="33" y="531"/>
                    </a:lnTo>
                    <a:lnTo>
                      <a:pt x="30" y="540"/>
                    </a:lnTo>
                    <a:lnTo>
                      <a:pt x="30" y="540"/>
                    </a:lnTo>
                    <a:lnTo>
                      <a:pt x="31" y="526"/>
                    </a:lnTo>
                    <a:close/>
                    <a:moveTo>
                      <a:pt x="17" y="564"/>
                    </a:moveTo>
                    <a:lnTo>
                      <a:pt x="17" y="564"/>
                    </a:lnTo>
                    <a:lnTo>
                      <a:pt x="15" y="561"/>
                    </a:lnTo>
                    <a:lnTo>
                      <a:pt x="14" y="561"/>
                    </a:lnTo>
                    <a:lnTo>
                      <a:pt x="14" y="561"/>
                    </a:lnTo>
                    <a:lnTo>
                      <a:pt x="15" y="558"/>
                    </a:lnTo>
                    <a:lnTo>
                      <a:pt x="15" y="556"/>
                    </a:lnTo>
                    <a:lnTo>
                      <a:pt x="15" y="556"/>
                    </a:lnTo>
                    <a:lnTo>
                      <a:pt x="17" y="558"/>
                    </a:lnTo>
                    <a:lnTo>
                      <a:pt x="18" y="556"/>
                    </a:lnTo>
                    <a:lnTo>
                      <a:pt x="18" y="551"/>
                    </a:lnTo>
                    <a:lnTo>
                      <a:pt x="18" y="550"/>
                    </a:lnTo>
                    <a:lnTo>
                      <a:pt x="20" y="550"/>
                    </a:lnTo>
                    <a:lnTo>
                      <a:pt x="20" y="550"/>
                    </a:lnTo>
                    <a:lnTo>
                      <a:pt x="18" y="560"/>
                    </a:lnTo>
                    <a:lnTo>
                      <a:pt x="18" y="564"/>
                    </a:lnTo>
                    <a:lnTo>
                      <a:pt x="17" y="566"/>
                    </a:lnTo>
                    <a:lnTo>
                      <a:pt x="17" y="566"/>
                    </a:lnTo>
                    <a:lnTo>
                      <a:pt x="17" y="564"/>
                    </a:lnTo>
                    <a:close/>
                    <a:moveTo>
                      <a:pt x="38" y="507"/>
                    </a:moveTo>
                    <a:lnTo>
                      <a:pt x="38" y="507"/>
                    </a:lnTo>
                    <a:lnTo>
                      <a:pt x="37" y="508"/>
                    </a:lnTo>
                    <a:lnTo>
                      <a:pt x="37" y="511"/>
                    </a:lnTo>
                    <a:lnTo>
                      <a:pt x="35" y="518"/>
                    </a:lnTo>
                    <a:lnTo>
                      <a:pt x="35" y="518"/>
                    </a:lnTo>
                    <a:lnTo>
                      <a:pt x="34" y="514"/>
                    </a:lnTo>
                    <a:lnTo>
                      <a:pt x="35" y="510"/>
                    </a:lnTo>
                    <a:lnTo>
                      <a:pt x="37" y="507"/>
                    </a:lnTo>
                    <a:lnTo>
                      <a:pt x="38" y="506"/>
                    </a:lnTo>
                    <a:lnTo>
                      <a:pt x="38" y="507"/>
                    </a:lnTo>
                    <a:close/>
                    <a:moveTo>
                      <a:pt x="41" y="498"/>
                    </a:moveTo>
                    <a:lnTo>
                      <a:pt x="41" y="498"/>
                    </a:lnTo>
                    <a:lnTo>
                      <a:pt x="43" y="497"/>
                    </a:lnTo>
                    <a:lnTo>
                      <a:pt x="43" y="496"/>
                    </a:lnTo>
                    <a:lnTo>
                      <a:pt x="43" y="496"/>
                    </a:lnTo>
                    <a:lnTo>
                      <a:pt x="44" y="494"/>
                    </a:lnTo>
                    <a:lnTo>
                      <a:pt x="44" y="494"/>
                    </a:lnTo>
                    <a:lnTo>
                      <a:pt x="43" y="494"/>
                    </a:lnTo>
                    <a:lnTo>
                      <a:pt x="43" y="493"/>
                    </a:lnTo>
                    <a:lnTo>
                      <a:pt x="43" y="493"/>
                    </a:lnTo>
                    <a:lnTo>
                      <a:pt x="41" y="493"/>
                    </a:lnTo>
                    <a:lnTo>
                      <a:pt x="41" y="493"/>
                    </a:lnTo>
                    <a:lnTo>
                      <a:pt x="44" y="488"/>
                    </a:lnTo>
                    <a:lnTo>
                      <a:pt x="44" y="488"/>
                    </a:lnTo>
                    <a:lnTo>
                      <a:pt x="44" y="491"/>
                    </a:lnTo>
                    <a:lnTo>
                      <a:pt x="44" y="491"/>
                    </a:lnTo>
                    <a:lnTo>
                      <a:pt x="45" y="490"/>
                    </a:lnTo>
                    <a:lnTo>
                      <a:pt x="45" y="490"/>
                    </a:lnTo>
                    <a:lnTo>
                      <a:pt x="45" y="494"/>
                    </a:lnTo>
                    <a:lnTo>
                      <a:pt x="44" y="498"/>
                    </a:lnTo>
                    <a:lnTo>
                      <a:pt x="44" y="498"/>
                    </a:lnTo>
                    <a:lnTo>
                      <a:pt x="44" y="497"/>
                    </a:lnTo>
                    <a:lnTo>
                      <a:pt x="43" y="498"/>
                    </a:lnTo>
                    <a:lnTo>
                      <a:pt x="43" y="498"/>
                    </a:lnTo>
                    <a:lnTo>
                      <a:pt x="44" y="501"/>
                    </a:lnTo>
                    <a:lnTo>
                      <a:pt x="44" y="503"/>
                    </a:lnTo>
                    <a:lnTo>
                      <a:pt x="44" y="503"/>
                    </a:lnTo>
                    <a:lnTo>
                      <a:pt x="43" y="504"/>
                    </a:lnTo>
                    <a:lnTo>
                      <a:pt x="43" y="503"/>
                    </a:lnTo>
                    <a:lnTo>
                      <a:pt x="41" y="498"/>
                    </a:lnTo>
                    <a:close/>
                    <a:moveTo>
                      <a:pt x="57" y="471"/>
                    </a:moveTo>
                    <a:lnTo>
                      <a:pt x="57" y="471"/>
                    </a:lnTo>
                    <a:lnTo>
                      <a:pt x="55" y="478"/>
                    </a:lnTo>
                    <a:lnTo>
                      <a:pt x="53" y="486"/>
                    </a:lnTo>
                    <a:lnTo>
                      <a:pt x="53" y="486"/>
                    </a:lnTo>
                    <a:lnTo>
                      <a:pt x="54" y="478"/>
                    </a:lnTo>
                    <a:lnTo>
                      <a:pt x="57" y="471"/>
                    </a:lnTo>
                    <a:close/>
                    <a:moveTo>
                      <a:pt x="18" y="546"/>
                    </a:moveTo>
                    <a:lnTo>
                      <a:pt x="18" y="546"/>
                    </a:lnTo>
                    <a:lnTo>
                      <a:pt x="21" y="538"/>
                    </a:lnTo>
                    <a:lnTo>
                      <a:pt x="23" y="530"/>
                    </a:lnTo>
                    <a:lnTo>
                      <a:pt x="23" y="530"/>
                    </a:lnTo>
                    <a:lnTo>
                      <a:pt x="23" y="536"/>
                    </a:lnTo>
                    <a:lnTo>
                      <a:pt x="21" y="544"/>
                    </a:lnTo>
                    <a:lnTo>
                      <a:pt x="21" y="544"/>
                    </a:lnTo>
                    <a:lnTo>
                      <a:pt x="20" y="544"/>
                    </a:lnTo>
                    <a:lnTo>
                      <a:pt x="20" y="544"/>
                    </a:lnTo>
                    <a:lnTo>
                      <a:pt x="18" y="546"/>
                    </a:lnTo>
                    <a:close/>
                    <a:moveTo>
                      <a:pt x="110" y="397"/>
                    </a:moveTo>
                    <a:lnTo>
                      <a:pt x="110" y="397"/>
                    </a:lnTo>
                    <a:lnTo>
                      <a:pt x="110" y="401"/>
                    </a:lnTo>
                    <a:lnTo>
                      <a:pt x="110" y="401"/>
                    </a:lnTo>
                    <a:lnTo>
                      <a:pt x="107" y="406"/>
                    </a:lnTo>
                    <a:lnTo>
                      <a:pt x="107" y="410"/>
                    </a:lnTo>
                    <a:lnTo>
                      <a:pt x="107" y="410"/>
                    </a:lnTo>
                    <a:lnTo>
                      <a:pt x="104" y="411"/>
                    </a:lnTo>
                    <a:lnTo>
                      <a:pt x="104" y="411"/>
                    </a:lnTo>
                    <a:lnTo>
                      <a:pt x="107" y="404"/>
                    </a:lnTo>
                    <a:lnTo>
                      <a:pt x="110" y="397"/>
                    </a:lnTo>
                    <a:close/>
                    <a:moveTo>
                      <a:pt x="25" y="523"/>
                    </a:moveTo>
                    <a:lnTo>
                      <a:pt x="25" y="523"/>
                    </a:lnTo>
                    <a:lnTo>
                      <a:pt x="24" y="527"/>
                    </a:lnTo>
                    <a:lnTo>
                      <a:pt x="23" y="533"/>
                    </a:lnTo>
                    <a:lnTo>
                      <a:pt x="23" y="533"/>
                    </a:lnTo>
                    <a:lnTo>
                      <a:pt x="24" y="526"/>
                    </a:lnTo>
                    <a:lnTo>
                      <a:pt x="24" y="523"/>
                    </a:lnTo>
                    <a:lnTo>
                      <a:pt x="25" y="523"/>
                    </a:lnTo>
                    <a:close/>
                    <a:moveTo>
                      <a:pt x="214" y="307"/>
                    </a:moveTo>
                    <a:lnTo>
                      <a:pt x="214" y="307"/>
                    </a:lnTo>
                    <a:lnTo>
                      <a:pt x="208" y="313"/>
                    </a:lnTo>
                    <a:lnTo>
                      <a:pt x="204" y="319"/>
                    </a:lnTo>
                    <a:lnTo>
                      <a:pt x="204" y="319"/>
                    </a:lnTo>
                    <a:lnTo>
                      <a:pt x="204" y="317"/>
                    </a:lnTo>
                    <a:lnTo>
                      <a:pt x="207" y="313"/>
                    </a:lnTo>
                    <a:lnTo>
                      <a:pt x="214" y="307"/>
                    </a:lnTo>
                    <a:close/>
                    <a:moveTo>
                      <a:pt x="13" y="544"/>
                    </a:moveTo>
                    <a:lnTo>
                      <a:pt x="13" y="544"/>
                    </a:lnTo>
                    <a:lnTo>
                      <a:pt x="11" y="543"/>
                    </a:lnTo>
                    <a:lnTo>
                      <a:pt x="11" y="540"/>
                    </a:lnTo>
                    <a:lnTo>
                      <a:pt x="11" y="540"/>
                    </a:lnTo>
                    <a:lnTo>
                      <a:pt x="13" y="531"/>
                    </a:lnTo>
                    <a:lnTo>
                      <a:pt x="13" y="531"/>
                    </a:lnTo>
                    <a:lnTo>
                      <a:pt x="14" y="531"/>
                    </a:lnTo>
                    <a:lnTo>
                      <a:pt x="14" y="531"/>
                    </a:lnTo>
                    <a:lnTo>
                      <a:pt x="15" y="533"/>
                    </a:lnTo>
                    <a:lnTo>
                      <a:pt x="15" y="533"/>
                    </a:lnTo>
                    <a:lnTo>
                      <a:pt x="15" y="524"/>
                    </a:lnTo>
                    <a:lnTo>
                      <a:pt x="15" y="517"/>
                    </a:lnTo>
                    <a:lnTo>
                      <a:pt x="15" y="517"/>
                    </a:lnTo>
                    <a:lnTo>
                      <a:pt x="20" y="510"/>
                    </a:lnTo>
                    <a:lnTo>
                      <a:pt x="23" y="500"/>
                    </a:lnTo>
                    <a:lnTo>
                      <a:pt x="23" y="500"/>
                    </a:lnTo>
                    <a:lnTo>
                      <a:pt x="23" y="504"/>
                    </a:lnTo>
                    <a:lnTo>
                      <a:pt x="21" y="511"/>
                    </a:lnTo>
                    <a:lnTo>
                      <a:pt x="21" y="511"/>
                    </a:lnTo>
                    <a:lnTo>
                      <a:pt x="20" y="517"/>
                    </a:lnTo>
                    <a:lnTo>
                      <a:pt x="20" y="517"/>
                    </a:lnTo>
                    <a:lnTo>
                      <a:pt x="18" y="523"/>
                    </a:lnTo>
                    <a:lnTo>
                      <a:pt x="18" y="523"/>
                    </a:lnTo>
                    <a:lnTo>
                      <a:pt x="18" y="521"/>
                    </a:lnTo>
                    <a:lnTo>
                      <a:pt x="20" y="523"/>
                    </a:lnTo>
                    <a:lnTo>
                      <a:pt x="20" y="523"/>
                    </a:lnTo>
                    <a:lnTo>
                      <a:pt x="18" y="528"/>
                    </a:lnTo>
                    <a:lnTo>
                      <a:pt x="17" y="530"/>
                    </a:lnTo>
                    <a:lnTo>
                      <a:pt x="17" y="527"/>
                    </a:lnTo>
                    <a:lnTo>
                      <a:pt x="17" y="527"/>
                    </a:lnTo>
                    <a:lnTo>
                      <a:pt x="15" y="541"/>
                    </a:lnTo>
                    <a:lnTo>
                      <a:pt x="15" y="541"/>
                    </a:lnTo>
                    <a:lnTo>
                      <a:pt x="14" y="548"/>
                    </a:lnTo>
                    <a:lnTo>
                      <a:pt x="11" y="554"/>
                    </a:lnTo>
                    <a:lnTo>
                      <a:pt x="11" y="554"/>
                    </a:lnTo>
                    <a:lnTo>
                      <a:pt x="13" y="548"/>
                    </a:lnTo>
                    <a:lnTo>
                      <a:pt x="13" y="544"/>
                    </a:lnTo>
                    <a:close/>
                    <a:moveTo>
                      <a:pt x="38" y="490"/>
                    </a:moveTo>
                    <a:lnTo>
                      <a:pt x="38" y="490"/>
                    </a:lnTo>
                    <a:lnTo>
                      <a:pt x="40" y="494"/>
                    </a:lnTo>
                    <a:lnTo>
                      <a:pt x="38" y="500"/>
                    </a:lnTo>
                    <a:lnTo>
                      <a:pt x="38" y="500"/>
                    </a:lnTo>
                    <a:lnTo>
                      <a:pt x="38" y="497"/>
                    </a:lnTo>
                    <a:lnTo>
                      <a:pt x="38" y="496"/>
                    </a:lnTo>
                    <a:lnTo>
                      <a:pt x="38" y="494"/>
                    </a:lnTo>
                    <a:lnTo>
                      <a:pt x="38" y="490"/>
                    </a:lnTo>
                    <a:close/>
                    <a:moveTo>
                      <a:pt x="20" y="530"/>
                    </a:moveTo>
                    <a:lnTo>
                      <a:pt x="20" y="530"/>
                    </a:lnTo>
                    <a:lnTo>
                      <a:pt x="21" y="521"/>
                    </a:lnTo>
                    <a:lnTo>
                      <a:pt x="21" y="521"/>
                    </a:lnTo>
                    <a:lnTo>
                      <a:pt x="21" y="528"/>
                    </a:lnTo>
                    <a:lnTo>
                      <a:pt x="20" y="530"/>
                    </a:lnTo>
                    <a:lnTo>
                      <a:pt x="20" y="530"/>
                    </a:lnTo>
                    <a:close/>
                    <a:moveTo>
                      <a:pt x="117" y="384"/>
                    </a:moveTo>
                    <a:lnTo>
                      <a:pt x="117" y="384"/>
                    </a:lnTo>
                    <a:lnTo>
                      <a:pt x="118" y="379"/>
                    </a:lnTo>
                    <a:lnTo>
                      <a:pt x="118" y="379"/>
                    </a:lnTo>
                    <a:lnTo>
                      <a:pt x="122" y="376"/>
                    </a:lnTo>
                    <a:lnTo>
                      <a:pt x="122" y="376"/>
                    </a:lnTo>
                    <a:lnTo>
                      <a:pt x="125" y="367"/>
                    </a:lnTo>
                    <a:lnTo>
                      <a:pt x="130" y="360"/>
                    </a:lnTo>
                    <a:lnTo>
                      <a:pt x="130" y="360"/>
                    </a:lnTo>
                    <a:lnTo>
                      <a:pt x="130" y="360"/>
                    </a:lnTo>
                    <a:lnTo>
                      <a:pt x="130" y="360"/>
                    </a:lnTo>
                    <a:lnTo>
                      <a:pt x="130" y="361"/>
                    </a:lnTo>
                    <a:lnTo>
                      <a:pt x="130" y="363"/>
                    </a:lnTo>
                    <a:lnTo>
                      <a:pt x="130" y="363"/>
                    </a:lnTo>
                    <a:lnTo>
                      <a:pt x="127" y="367"/>
                    </a:lnTo>
                    <a:lnTo>
                      <a:pt x="124" y="374"/>
                    </a:lnTo>
                    <a:lnTo>
                      <a:pt x="124" y="374"/>
                    </a:lnTo>
                    <a:lnTo>
                      <a:pt x="125" y="374"/>
                    </a:lnTo>
                    <a:lnTo>
                      <a:pt x="125" y="377"/>
                    </a:lnTo>
                    <a:lnTo>
                      <a:pt x="125" y="377"/>
                    </a:lnTo>
                    <a:lnTo>
                      <a:pt x="120" y="384"/>
                    </a:lnTo>
                    <a:lnTo>
                      <a:pt x="120" y="384"/>
                    </a:lnTo>
                    <a:lnTo>
                      <a:pt x="121" y="380"/>
                    </a:lnTo>
                    <a:lnTo>
                      <a:pt x="122" y="376"/>
                    </a:lnTo>
                    <a:lnTo>
                      <a:pt x="122" y="376"/>
                    </a:lnTo>
                    <a:lnTo>
                      <a:pt x="120" y="380"/>
                    </a:lnTo>
                    <a:lnTo>
                      <a:pt x="118" y="383"/>
                    </a:lnTo>
                    <a:lnTo>
                      <a:pt x="117" y="384"/>
                    </a:lnTo>
                    <a:close/>
                    <a:moveTo>
                      <a:pt x="120" y="381"/>
                    </a:moveTo>
                    <a:lnTo>
                      <a:pt x="120" y="381"/>
                    </a:lnTo>
                    <a:lnTo>
                      <a:pt x="117" y="387"/>
                    </a:lnTo>
                    <a:lnTo>
                      <a:pt x="114" y="391"/>
                    </a:lnTo>
                    <a:lnTo>
                      <a:pt x="114" y="391"/>
                    </a:lnTo>
                    <a:lnTo>
                      <a:pt x="117" y="386"/>
                    </a:lnTo>
                    <a:lnTo>
                      <a:pt x="120" y="381"/>
                    </a:lnTo>
                    <a:close/>
                    <a:moveTo>
                      <a:pt x="27" y="501"/>
                    </a:moveTo>
                    <a:lnTo>
                      <a:pt x="27" y="501"/>
                    </a:lnTo>
                    <a:lnTo>
                      <a:pt x="28" y="500"/>
                    </a:lnTo>
                    <a:lnTo>
                      <a:pt x="28" y="500"/>
                    </a:lnTo>
                    <a:lnTo>
                      <a:pt x="28" y="501"/>
                    </a:lnTo>
                    <a:lnTo>
                      <a:pt x="30" y="500"/>
                    </a:lnTo>
                    <a:lnTo>
                      <a:pt x="30" y="500"/>
                    </a:lnTo>
                    <a:lnTo>
                      <a:pt x="30" y="504"/>
                    </a:lnTo>
                    <a:lnTo>
                      <a:pt x="27" y="508"/>
                    </a:lnTo>
                    <a:lnTo>
                      <a:pt x="27" y="508"/>
                    </a:lnTo>
                    <a:lnTo>
                      <a:pt x="27" y="506"/>
                    </a:lnTo>
                    <a:lnTo>
                      <a:pt x="27" y="501"/>
                    </a:lnTo>
                    <a:close/>
                    <a:moveTo>
                      <a:pt x="247" y="282"/>
                    </a:moveTo>
                    <a:lnTo>
                      <a:pt x="247" y="282"/>
                    </a:lnTo>
                    <a:lnTo>
                      <a:pt x="244" y="286"/>
                    </a:lnTo>
                    <a:lnTo>
                      <a:pt x="241" y="289"/>
                    </a:lnTo>
                    <a:lnTo>
                      <a:pt x="241" y="289"/>
                    </a:lnTo>
                    <a:lnTo>
                      <a:pt x="244" y="284"/>
                    </a:lnTo>
                    <a:lnTo>
                      <a:pt x="247" y="282"/>
                    </a:lnTo>
                    <a:close/>
                    <a:moveTo>
                      <a:pt x="23" y="507"/>
                    </a:moveTo>
                    <a:lnTo>
                      <a:pt x="23" y="507"/>
                    </a:lnTo>
                    <a:lnTo>
                      <a:pt x="24" y="506"/>
                    </a:lnTo>
                    <a:lnTo>
                      <a:pt x="25" y="504"/>
                    </a:lnTo>
                    <a:lnTo>
                      <a:pt x="25" y="504"/>
                    </a:lnTo>
                    <a:lnTo>
                      <a:pt x="25" y="508"/>
                    </a:lnTo>
                    <a:lnTo>
                      <a:pt x="24" y="511"/>
                    </a:lnTo>
                    <a:lnTo>
                      <a:pt x="24" y="511"/>
                    </a:lnTo>
                    <a:lnTo>
                      <a:pt x="23" y="507"/>
                    </a:lnTo>
                    <a:close/>
                    <a:moveTo>
                      <a:pt x="74" y="421"/>
                    </a:moveTo>
                    <a:lnTo>
                      <a:pt x="74" y="421"/>
                    </a:lnTo>
                    <a:lnTo>
                      <a:pt x="75" y="419"/>
                    </a:lnTo>
                    <a:lnTo>
                      <a:pt x="75" y="419"/>
                    </a:lnTo>
                    <a:lnTo>
                      <a:pt x="74" y="426"/>
                    </a:lnTo>
                    <a:lnTo>
                      <a:pt x="71" y="431"/>
                    </a:lnTo>
                    <a:lnTo>
                      <a:pt x="71" y="431"/>
                    </a:lnTo>
                    <a:lnTo>
                      <a:pt x="72" y="427"/>
                    </a:lnTo>
                    <a:lnTo>
                      <a:pt x="74" y="421"/>
                    </a:lnTo>
                    <a:close/>
                    <a:moveTo>
                      <a:pt x="30" y="488"/>
                    </a:moveTo>
                    <a:lnTo>
                      <a:pt x="30" y="488"/>
                    </a:lnTo>
                    <a:lnTo>
                      <a:pt x="33" y="480"/>
                    </a:lnTo>
                    <a:lnTo>
                      <a:pt x="35" y="471"/>
                    </a:lnTo>
                    <a:lnTo>
                      <a:pt x="35" y="471"/>
                    </a:lnTo>
                    <a:lnTo>
                      <a:pt x="34" y="481"/>
                    </a:lnTo>
                    <a:lnTo>
                      <a:pt x="33" y="486"/>
                    </a:lnTo>
                    <a:lnTo>
                      <a:pt x="31" y="490"/>
                    </a:lnTo>
                    <a:lnTo>
                      <a:pt x="31" y="490"/>
                    </a:lnTo>
                    <a:lnTo>
                      <a:pt x="31" y="488"/>
                    </a:lnTo>
                    <a:lnTo>
                      <a:pt x="31" y="488"/>
                    </a:lnTo>
                    <a:lnTo>
                      <a:pt x="30" y="488"/>
                    </a:lnTo>
                    <a:close/>
                    <a:moveTo>
                      <a:pt x="44" y="466"/>
                    </a:moveTo>
                    <a:lnTo>
                      <a:pt x="44" y="466"/>
                    </a:lnTo>
                    <a:lnTo>
                      <a:pt x="44" y="460"/>
                    </a:lnTo>
                    <a:lnTo>
                      <a:pt x="44" y="460"/>
                    </a:lnTo>
                    <a:lnTo>
                      <a:pt x="45" y="458"/>
                    </a:lnTo>
                    <a:lnTo>
                      <a:pt x="47" y="458"/>
                    </a:lnTo>
                    <a:lnTo>
                      <a:pt x="47" y="458"/>
                    </a:lnTo>
                    <a:lnTo>
                      <a:pt x="45" y="461"/>
                    </a:lnTo>
                    <a:lnTo>
                      <a:pt x="44" y="466"/>
                    </a:lnTo>
                    <a:close/>
                    <a:moveTo>
                      <a:pt x="25" y="493"/>
                    </a:moveTo>
                    <a:lnTo>
                      <a:pt x="25" y="493"/>
                    </a:lnTo>
                    <a:lnTo>
                      <a:pt x="25" y="493"/>
                    </a:lnTo>
                    <a:lnTo>
                      <a:pt x="24" y="496"/>
                    </a:lnTo>
                    <a:lnTo>
                      <a:pt x="23" y="497"/>
                    </a:lnTo>
                    <a:lnTo>
                      <a:pt x="23" y="494"/>
                    </a:lnTo>
                    <a:lnTo>
                      <a:pt x="23" y="494"/>
                    </a:lnTo>
                    <a:lnTo>
                      <a:pt x="24" y="493"/>
                    </a:lnTo>
                    <a:lnTo>
                      <a:pt x="24" y="491"/>
                    </a:lnTo>
                    <a:lnTo>
                      <a:pt x="25" y="491"/>
                    </a:lnTo>
                    <a:lnTo>
                      <a:pt x="25" y="490"/>
                    </a:lnTo>
                    <a:lnTo>
                      <a:pt x="25" y="490"/>
                    </a:lnTo>
                    <a:lnTo>
                      <a:pt x="27" y="496"/>
                    </a:lnTo>
                    <a:lnTo>
                      <a:pt x="27" y="496"/>
                    </a:lnTo>
                    <a:lnTo>
                      <a:pt x="25" y="500"/>
                    </a:lnTo>
                    <a:lnTo>
                      <a:pt x="24" y="501"/>
                    </a:lnTo>
                    <a:lnTo>
                      <a:pt x="24" y="501"/>
                    </a:lnTo>
                    <a:lnTo>
                      <a:pt x="24" y="501"/>
                    </a:lnTo>
                    <a:lnTo>
                      <a:pt x="25" y="493"/>
                    </a:lnTo>
                    <a:close/>
                    <a:moveTo>
                      <a:pt x="135" y="350"/>
                    </a:moveTo>
                    <a:lnTo>
                      <a:pt x="135" y="350"/>
                    </a:lnTo>
                    <a:lnTo>
                      <a:pt x="134" y="354"/>
                    </a:lnTo>
                    <a:lnTo>
                      <a:pt x="131" y="359"/>
                    </a:lnTo>
                    <a:lnTo>
                      <a:pt x="131" y="359"/>
                    </a:lnTo>
                    <a:lnTo>
                      <a:pt x="134" y="353"/>
                    </a:lnTo>
                    <a:lnTo>
                      <a:pt x="135" y="350"/>
                    </a:lnTo>
                    <a:lnTo>
                      <a:pt x="135" y="350"/>
                    </a:lnTo>
                    <a:close/>
                    <a:moveTo>
                      <a:pt x="54" y="437"/>
                    </a:moveTo>
                    <a:lnTo>
                      <a:pt x="54" y="437"/>
                    </a:lnTo>
                    <a:lnTo>
                      <a:pt x="50" y="449"/>
                    </a:lnTo>
                    <a:lnTo>
                      <a:pt x="50" y="449"/>
                    </a:lnTo>
                    <a:lnTo>
                      <a:pt x="51" y="443"/>
                    </a:lnTo>
                    <a:lnTo>
                      <a:pt x="54" y="437"/>
                    </a:lnTo>
                    <a:close/>
                    <a:moveTo>
                      <a:pt x="276" y="254"/>
                    </a:moveTo>
                    <a:lnTo>
                      <a:pt x="276" y="254"/>
                    </a:lnTo>
                    <a:lnTo>
                      <a:pt x="274" y="257"/>
                    </a:lnTo>
                    <a:lnTo>
                      <a:pt x="271" y="259"/>
                    </a:lnTo>
                    <a:lnTo>
                      <a:pt x="271" y="259"/>
                    </a:lnTo>
                    <a:lnTo>
                      <a:pt x="272" y="257"/>
                    </a:lnTo>
                    <a:lnTo>
                      <a:pt x="276" y="254"/>
                    </a:lnTo>
                    <a:close/>
                    <a:moveTo>
                      <a:pt x="71" y="409"/>
                    </a:moveTo>
                    <a:lnTo>
                      <a:pt x="71" y="409"/>
                    </a:lnTo>
                    <a:lnTo>
                      <a:pt x="68" y="414"/>
                    </a:lnTo>
                    <a:lnTo>
                      <a:pt x="65" y="420"/>
                    </a:lnTo>
                    <a:lnTo>
                      <a:pt x="65" y="420"/>
                    </a:lnTo>
                    <a:lnTo>
                      <a:pt x="68" y="411"/>
                    </a:lnTo>
                    <a:lnTo>
                      <a:pt x="68" y="411"/>
                    </a:lnTo>
                    <a:lnTo>
                      <a:pt x="70" y="409"/>
                    </a:lnTo>
                    <a:lnTo>
                      <a:pt x="71" y="409"/>
                    </a:lnTo>
                    <a:close/>
                    <a:moveTo>
                      <a:pt x="148" y="330"/>
                    </a:moveTo>
                    <a:lnTo>
                      <a:pt x="148" y="330"/>
                    </a:lnTo>
                    <a:lnTo>
                      <a:pt x="152" y="324"/>
                    </a:lnTo>
                    <a:lnTo>
                      <a:pt x="152" y="324"/>
                    </a:lnTo>
                    <a:lnTo>
                      <a:pt x="157" y="319"/>
                    </a:lnTo>
                    <a:lnTo>
                      <a:pt x="157" y="319"/>
                    </a:lnTo>
                    <a:lnTo>
                      <a:pt x="152" y="327"/>
                    </a:lnTo>
                    <a:lnTo>
                      <a:pt x="152" y="327"/>
                    </a:lnTo>
                    <a:lnTo>
                      <a:pt x="150" y="331"/>
                    </a:lnTo>
                    <a:lnTo>
                      <a:pt x="148" y="331"/>
                    </a:lnTo>
                    <a:lnTo>
                      <a:pt x="148" y="330"/>
                    </a:lnTo>
                    <a:close/>
                    <a:moveTo>
                      <a:pt x="30" y="446"/>
                    </a:moveTo>
                    <a:lnTo>
                      <a:pt x="30" y="446"/>
                    </a:lnTo>
                    <a:lnTo>
                      <a:pt x="30" y="449"/>
                    </a:lnTo>
                    <a:lnTo>
                      <a:pt x="30" y="449"/>
                    </a:lnTo>
                    <a:lnTo>
                      <a:pt x="31" y="444"/>
                    </a:lnTo>
                    <a:lnTo>
                      <a:pt x="31" y="444"/>
                    </a:lnTo>
                    <a:lnTo>
                      <a:pt x="31" y="449"/>
                    </a:lnTo>
                    <a:lnTo>
                      <a:pt x="30" y="453"/>
                    </a:lnTo>
                    <a:lnTo>
                      <a:pt x="30" y="453"/>
                    </a:lnTo>
                    <a:lnTo>
                      <a:pt x="33" y="447"/>
                    </a:lnTo>
                    <a:lnTo>
                      <a:pt x="35" y="443"/>
                    </a:lnTo>
                    <a:lnTo>
                      <a:pt x="35" y="443"/>
                    </a:lnTo>
                    <a:lnTo>
                      <a:pt x="37" y="441"/>
                    </a:lnTo>
                    <a:lnTo>
                      <a:pt x="37" y="441"/>
                    </a:lnTo>
                    <a:lnTo>
                      <a:pt x="37" y="444"/>
                    </a:lnTo>
                    <a:lnTo>
                      <a:pt x="37" y="444"/>
                    </a:lnTo>
                    <a:lnTo>
                      <a:pt x="37" y="444"/>
                    </a:lnTo>
                    <a:lnTo>
                      <a:pt x="35" y="446"/>
                    </a:lnTo>
                    <a:lnTo>
                      <a:pt x="34" y="450"/>
                    </a:lnTo>
                    <a:lnTo>
                      <a:pt x="34" y="450"/>
                    </a:lnTo>
                    <a:lnTo>
                      <a:pt x="33" y="453"/>
                    </a:lnTo>
                    <a:lnTo>
                      <a:pt x="33" y="456"/>
                    </a:lnTo>
                    <a:lnTo>
                      <a:pt x="33" y="456"/>
                    </a:lnTo>
                    <a:lnTo>
                      <a:pt x="31" y="460"/>
                    </a:lnTo>
                    <a:lnTo>
                      <a:pt x="31" y="460"/>
                    </a:lnTo>
                    <a:lnTo>
                      <a:pt x="30" y="463"/>
                    </a:lnTo>
                    <a:lnTo>
                      <a:pt x="30" y="463"/>
                    </a:lnTo>
                    <a:lnTo>
                      <a:pt x="27" y="467"/>
                    </a:lnTo>
                    <a:lnTo>
                      <a:pt x="25" y="473"/>
                    </a:lnTo>
                    <a:lnTo>
                      <a:pt x="25" y="473"/>
                    </a:lnTo>
                    <a:lnTo>
                      <a:pt x="25" y="474"/>
                    </a:lnTo>
                    <a:lnTo>
                      <a:pt x="25" y="473"/>
                    </a:lnTo>
                    <a:lnTo>
                      <a:pt x="27" y="473"/>
                    </a:lnTo>
                    <a:lnTo>
                      <a:pt x="27" y="473"/>
                    </a:lnTo>
                    <a:lnTo>
                      <a:pt x="27" y="473"/>
                    </a:lnTo>
                    <a:lnTo>
                      <a:pt x="24" y="477"/>
                    </a:lnTo>
                    <a:lnTo>
                      <a:pt x="24" y="477"/>
                    </a:lnTo>
                    <a:lnTo>
                      <a:pt x="23" y="477"/>
                    </a:lnTo>
                    <a:lnTo>
                      <a:pt x="21" y="470"/>
                    </a:lnTo>
                    <a:lnTo>
                      <a:pt x="21" y="470"/>
                    </a:lnTo>
                    <a:lnTo>
                      <a:pt x="23" y="470"/>
                    </a:lnTo>
                    <a:lnTo>
                      <a:pt x="24" y="470"/>
                    </a:lnTo>
                    <a:lnTo>
                      <a:pt x="24" y="470"/>
                    </a:lnTo>
                    <a:lnTo>
                      <a:pt x="24" y="467"/>
                    </a:lnTo>
                    <a:lnTo>
                      <a:pt x="25" y="464"/>
                    </a:lnTo>
                    <a:lnTo>
                      <a:pt x="25" y="464"/>
                    </a:lnTo>
                    <a:lnTo>
                      <a:pt x="23" y="467"/>
                    </a:lnTo>
                    <a:lnTo>
                      <a:pt x="23" y="467"/>
                    </a:lnTo>
                    <a:lnTo>
                      <a:pt x="24" y="461"/>
                    </a:lnTo>
                    <a:lnTo>
                      <a:pt x="24" y="461"/>
                    </a:lnTo>
                    <a:lnTo>
                      <a:pt x="23" y="461"/>
                    </a:lnTo>
                    <a:lnTo>
                      <a:pt x="23" y="461"/>
                    </a:lnTo>
                    <a:lnTo>
                      <a:pt x="24" y="457"/>
                    </a:lnTo>
                    <a:lnTo>
                      <a:pt x="25" y="453"/>
                    </a:lnTo>
                    <a:lnTo>
                      <a:pt x="25" y="453"/>
                    </a:lnTo>
                    <a:lnTo>
                      <a:pt x="25" y="456"/>
                    </a:lnTo>
                    <a:lnTo>
                      <a:pt x="25" y="457"/>
                    </a:lnTo>
                    <a:lnTo>
                      <a:pt x="25" y="457"/>
                    </a:lnTo>
                    <a:lnTo>
                      <a:pt x="30" y="446"/>
                    </a:lnTo>
                    <a:close/>
                    <a:moveTo>
                      <a:pt x="51" y="419"/>
                    </a:moveTo>
                    <a:lnTo>
                      <a:pt x="51" y="419"/>
                    </a:lnTo>
                    <a:lnTo>
                      <a:pt x="51" y="416"/>
                    </a:lnTo>
                    <a:lnTo>
                      <a:pt x="53" y="411"/>
                    </a:lnTo>
                    <a:lnTo>
                      <a:pt x="53" y="411"/>
                    </a:lnTo>
                    <a:lnTo>
                      <a:pt x="54" y="410"/>
                    </a:lnTo>
                    <a:lnTo>
                      <a:pt x="55" y="407"/>
                    </a:lnTo>
                    <a:lnTo>
                      <a:pt x="55" y="407"/>
                    </a:lnTo>
                    <a:lnTo>
                      <a:pt x="58" y="400"/>
                    </a:lnTo>
                    <a:lnTo>
                      <a:pt x="58" y="400"/>
                    </a:lnTo>
                    <a:lnTo>
                      <a:pt x="58" y="401"/>
                    </a:lnTo>
                    <a:lnTo>
                      <a:pt x="60" y="400"/>
                    </a:lnTo>
                    <a:lnTo>
                      <a:pt x="61" y="396"/>
                    </a:lnTo>
                    <a:lnTo>
                      <a:pt x="63" y="394"/>
                    </a:lnTo>
                    <a:lnTo>
                      <a:pt x="63" y="394"/>
                    </a:lnTo>
                    <a:lnTo>
                      <a:pt x="60" y="401"/>
                    </a:lnTo>
                    <a:lnTo>
                      <a:pt x="57" y="407"/>
                    </a:lnTo>
                    <a:lnTo>
                      <a:pt x="57" y="407"/>
                    </a:lnTo>
                    <a:lnTo>
                      <a:pt x="57" y="413"/>
                    </a:lnTo>
                    <a:lnTo>
                      <a:pt x="57" y="417"/>
                    </a:lnTo>
                    <a:lnTo>
                      <a:pt x="57" y="420"/>
                    </a:lnTo>
                    <a:lnTo>
                      <a:pt x="55" y="424"/>
                    </a:lnTo>
                    <a:lnTo>
                      <a:pt x="55" y="424"/>
                    </a:lnTo>
                    <a:lnTo>
                      <a:pt x="55" y="420"/>
                    </a:lnTo>
                    <a:lnTo>
                      <a:pt x="55" y="416"/>
                    </a:lnTo>
                    <a:lnTo>
                      <a:pt x="54" y="414"/>
                    </a:lnTo>
                    <a:lnTo>
                      <a:pt x="54" y="414"/>
                    </a:lnTo>
                    <a:lnTo>
                      <a:pt x="51" y="419"/>
                    </a:lnTo>
                    <a:close/>
                    <a:moveTo>
                      <a:pt x="299" y="232"/>
                    </a:moveTo>
                    <a:lnTo>
                      <a:pt x="299" y="232"/>
                    </a:lnTo>
                    <a:lnTo>
                      <a:pt x="299" y="234"/>
                    </a:lnTo>
                    <a:lnTo>
                      <a:pt x="299" y="234"/>
                    </a:lnTo>
                    <a:lnTo>
                      <a:pt x="301" y="234"/>
                    </a:lnTo>
                    <a:lnTo>
                      <a:pt x="301" y="234"/>
                    </a:lnTo>
                    <a:lnTo>
                      <a:pt x="302" y="232"/>
                    </a:lnTo>
                    <a:lnTo>
                      <a:pt x="302" y="229"/>
                    </a:lnTo>
                    <a:lnTo>
                      <a:pt x="302" y="229"/>
                    </a:lnTo>
                    <a:lnTo>
                      <a:pt x="306" y="227"/>
                    </a:lnTo>
                    <a:lnTo>
                      <a:pt x="306" y="227"/>
                    </a:lnTo>
                    <a:lnTo>
                      <a:pt x="305" y="232"/>
                    </a:lnTo>
                    <a:lnTo>
                      <a:pt x="302" y="237"/>
                    </a:lnTo>
                    <a:lnTo>
                      <a:pt x="302" y="237"/>
                    </a:lnTo>
                    <a:lnTo>
                      <a:pt x="295" y="240"/>
                    </a:lnTo>
                    <a:lnTo>
                      <a:pt x="288" y="244"/>
                    </a:lnTo>
                    <a:lnTo>
                      <a:pt x="288" y="244"/>
                    </a:lnTo>
                    <a:lnTo>
                      <a:pt x="294" y="239"/>
                    </a:lnTo>
                    <a:lnTo>
                      <a:pt x="299" y="232"/>
                    </a:lnTo>
                    <a:close/>
                    <a:moveTo>
                      <a:pt x="162" y="310"/>
                    </a:moveTo>
                    <a:lnTo>
                      <a:pt x="162" y="310"/>
                    </a:lnTo>
                    <a:lnTo>
                      <a:pt x="161" y="314"/>
                    </a:lnTo>
                    <a:lnTo>
                      <a:pt x="157" y="319"/>
                    </a:lnTo>
                    <a:lnTo>
                      <a:pt x="157" y="319"/>
                    </a:lnTo>
                    <a:lnTo>
                      <a:pt x="162" y="310"/>
                    </a:lnTo>
                    <a:close/>
                    <a:moveTo>
                      <a:pt x="20" y="470"/>
                    </a:moveTo>
                    <a:lnTo>
                      <a:pt x="20" y="470"/>
                    </a:lnTo>
                    <a:lnTo>
                      <a:pt x="20" y="471"/>
                    </a:lnTo>
                    <a:lnTo>
                      <a:pt x="20" y="470"/>
                    </a:lnTo>
                    <a:lnTo>
                      <a:pt x="21" y="470"/>
                    </a:lnTo>
                    <a:lnTo>
                      <a:pt x="21" y="471"/>
                    </a:lnTo>
                    <a:lnTo>
                      <a:pt x="21" y="471"/>
                    </a:lnTo>
                    <a:lnTo>
                      <a:pt x="20" y="474"/>
                    </a:lnTo>
                    <a:lnTo>
                      <a:pt x="20" y="476"/>
                    </a:lnTo>
                    <a:lnTo>
                      <a:pt x="18" y="474"/>
                    </a:lnTo>
                    <a:lnTo>
                      <a:pt x="20" y="470"/>
                    </a:lnTo>
                    <a:close/>
                    <a:moveTo>
                      <a:pt x="63" y="400"/>
                    </a:moveTo>
                    <a:lnTo>
                      <a:pt x="63" y="400"/>
                    </a:lnTo>
                    <a:lnTo>
                      <a:pt x="61" y="410"/>
                    </a:lnTo>
                    <a:lnTo>
                      <a:pt x="61" y="410"/>
                    </a:lnTo>
                    <a:lnTo>
                      <a:pt x="60" y="414"/>
                    </a:lnTo>
                    <a:lnTo>
                      <a:pt x="60" y="414"/>
                    </a:lnTo>
                    <a:lnTo>
                      <a:pt x="58" y="413"/>
                    </a:lnTo>
                    <a:lnTo>
                      <a:pt x="58" y="409"/>
                    </a:lnTo>
                    <a:lnTo>
                      <a:pt x="58" y="409"/>
                    </a:lnTo>
                    <a:lnTo>
                      <a:pt x="63" y="400"/>
                    </a:lnTo>
                    <a:close/>
                    <a:moveTo>
                      <a:pt x="167" y="303"/>
                    </a:moveTo>
                    <a:lnTo>
                      <a:pt x="167" y="303"/>
                    </a:lnTo>
                    <a:lnTo>
                      <a:pt x="169" y="301"/>
                    </a:lnTo>
                    <a:lnTo>
                      <a:pt x="171" y="301"/>
                    </a:lnTo>
                    <a:lnTo>
                      <a:pt x="171" y="301"/>
                    </a:lnTo>
                    <a:lnTo>
                      <a:pt x="171" y="301"/>
                    </a:lnTo>
                    <a:lnTo>
                      <a:pt x="168" y="304"/>
                    </a:lnTo>
                    <a:lnTo>
                      <a:pt x="167" y="307"/>
                    </a:lnTo>
                    <a:lnTo>
                      <a:pt x="167" y="307"/>
                    </a:lnTo>
                    <a:lnTo>
                      <a:pt x="167" y="303"/>
                    </a:lnTo>
                    <a:close/>
                    <a:moveTo>
                      <a:pt x="108" y="349"/>
                    </a:moveTo>
                    <a:lnTo>
                      <a:pt x="108" y="349"/>
                    </a:lnTo>
                    <a:lnTo>
                      <a:pt x="110" y="347"/>
                    </a:lnTo>
                    <a:lnTo>
                      <a:pt x="110" y="350"/>
                    </a:lnTo>
                    <a:lnTo>
                      <a:pt x="105" y="357"/>
                    </a:lnTo>
                    <a:lnTo>
                      <a:pt x="105" y="357"/>
                    </a:lnTo>
                    <a:lnTo>
                      <a:pt x="107" y="353"/>
                    </a:lnTo>
                    <a:lnTo>
                      <a:pt x="108" y="349"/>
                    </a:lnTo>
                    <a:close/>
                    <a:moveTo>
                      <a:pt x="35" y="439"/>
                    </a:moveTo>
                    <a:lnTo>
                      <a:pt x="35" y="439"/>
                    </a:lnTo>
                    <a:lnTo>
                      <a:pt x="37" y="436"/>
                    </a:lnTo>
                    <a:lnTo>
                      <a:pt x="38" y="434"/>
                    </a:lnTo>
                    <a:lnTo>
                      <a:pt x="38" y="436"/>
                    </a:lnTo>
                    <a:lnTo>
                      <a:pt x="38" y="436"/>
                    </a:lnTo>
                    <a:lnTo>
                      <a:pt x="35" y="440"/>
                    </a:lnTo>
                    <a:lnTo>
                      <a:pt x="35" y="440"/>
                    </a:lnTo>
                    <a:lnTo>
                      <a:pt x="35" y="439"/>
                    </a:lnTo>
                    <a:close/>
                    <a:moveTo>
                      <a:pt x="169" y="297"/>
                    </a:moveTo>
                    <a:lnTo>
                      <a:pt x="169" y="297"/>
                    </a:lnTo>
                    <a:lnTo>
                      <a:pt x="169" y="297"/>
                    </a:lnTo>
                    <a:lnTo>
                      <a:pt x="169" y="297"/>
                    </a:lnTo>
                    <a:lnTo>
                      <a:pt x="169" y="297"/>
                    </a:lnTo>
                    <a:lnTo>
                      <a:pt x="172" y="293"/>
                    </a:lnTo>
                    <a:lnTo>
                      <a:pt x="172" y="293"/>
                    </a:lnTo>
                    <a:lnTo>
                      <a:pt x="171" y="297"/>
                    </a:lnTo>
                    <a:lnTo>
                      <a:pt x="167" y="301"/>
                    </a:lnTo>
                    <a:lnTo>
                      <a:pt x="167" y="301"/>
                    </a:lnTo>
                    <a:lnTo>
                      <a:pt x="168" y="299"/>
                    </a:lnTo>
                    <a:lnTo>
                      <a:pt x="169" y="297"/>
                    </a:lnTo>
                    <a:close/>
                    <a:moveTo>
                      <a:pt x="164" y="296"/>
                    </a:moveTo>
                    <a:lnTo>
                      <a:pt x="164" y="296"/>
                    </a:lnTo>
                    <a:lnTo>
                      <a:pt x="159" y="300"/>
                    </a:lnTo>
                    <a:lnTo>
                      <a:pt x="157" y="304"/>
                    </a:lnTo>
                    <a:lnTo>
                      <a:pt x="157" y="304"/>
                    </a:lnTo>
                    <a:lnTo>
                      <a:pt x="158" y="301"/>
                    </a:lnTo>
                    <a:lnTo>
                      <a:pt x="158" y="301"/>
                    </a:lnTo>
                    <a:lnTo>
                      <a:pt x="159" y="297"/>
                    </a:lnTo>
                    <a:lnTo>
                      <a:pt x="159" y="297"/>
                    </a:lnTo>
                    <a:lnTo>
                      <a:pt x="162" y="296"/>
                    </a:lnTo>
                    <a:lnTo>
                      <a:pt x="164" y="296"/>
                    </a:lnTo>
                    <a:close/>
                    <a:moveTo>
                      <a:pt x="7" y="467"/>
                    </a:moveTo>
                    <a:lnTo>
                      <a:pt x="7" y="467"/>
                    </a:lnTo>
                    <a:lnTo>
                      <a:pt x="7" y="467"/>
                    </a:lnTo>
                    <a:lnTo>
                      <a:pt x="7" y="466"/>
                    </a:lnTo>
                    <a:lnTo>
                      <a:pt x="7" y="464"/>
                    </a:lnTo>
                    <a:lnTo>
                      <a:pt x="7" y="464"/>
                    </a:lnTo>
                    <a:lnTo>
                      <a:pt x="7" y="464"/>
                    </a:lnTo>
                    <a:lnTo>
                      <a:pt x="8" y="463"/>
                    </a:lnTo>
                    <a:lnTo>
                      <a:pt x="10" y="463"/>
                    </a:lnTo>
                    <a:lnTo>
                      <a:pt x="10" y="463"/>
                    </a:lnTo>
                    <a:lnTo>
                      <a:pt x="5" y="476"/>
                    </a:lnTo>
                    <a:lnTo>
                      <a:pt x="5" y="476"/>
                    </a:lnTo>
                    <a:lnTo>
                      <a:pt x="5" y="471"/>
                    </a:lnTo>
                    <a:lnTo>
                      <a:pt x="7" y="467"/>
                    </a:lnTo>
                    <a:close/>
                    <a:moveTo>
                      <a:pt x="353" y="197"/>
                    </a:moveTo>
                    <a:lnTo>
                      <a:pt x="353" y="197"/>
                    </a:lnTo>
                    <a:lnTo>
                      <a:pt x="351" y="199"/>
                    </a:lnTo>
                    <a:lnTo>
                      <a:pt x="348" y="200"/>
                    </a:lnTo>
                    <a:lnTo>
                      <a:pt x="348" y="200"/>
                    </a:lnTo>
                    <a:lnTo>
                      <a:pt x="351" y="197"/>
                    </a:lnTo>
                    <a:lnTo>
                      <a:pt x="353" y="197"/>
                    </a:lnTo>
                    <a:close/>
                    <a:moveTo>
                      <a:pt x="144" y="292"/>
                    </a:moveTo>
                    <a:lnTo>
                      <a:pt x="144" y="292"/>
                    </a:lnTo>
                    <a:lnTo>
                      <a:pt x="142" y="296"/>
                    </a:lnTo>
                    <a:lnTo>
                      <a:pt x="140" y="297"/>
                    </a:lnTo>
                    <a:lnTo>
                      <a:pt x="140" y="297"/>
                    </a:lnTo>
                    <a:lnTo>
                      <a:pt x="141" y="294"/>
                    </a:lnTo>
                    <a:lnTo>
                      <a:pt x="144" y="292"/>
                    </a:lnTo>
                    <a:close/>
                    <a:moveTo>
                      <a:pt x="224" y="240"/>
                    </a:moveTo>
                    <a:lnTo>
                      <a:pt x="224" y="240"/>
                    </a:lnTo>
                    <a:lnTo>
                      <a:pt x="227" y="240"/>
                    </a:lnTo>
                    <a:lnTo>
                      <a:pt x="227" y="240"/>
                    </a:lnTo>
                    <a:lnTo>
                      <a:pt x="225" y="243"/>
                    </a:lnTo>
                    <a:lnTo>
                      <a:pt x="222" y="244"/>
                    </a:lnTo>
                    <a:lnTo>
                      <a:pt x="222" y="244"/>
                    </a:lnTo>
                    <a:lnTo>
                      <a:pt x="222" y="242"/>
                    </a:lnTo>
                    <a:lnTo>
                      <a:pt x="224" y="240"/>
                    </a:lnTo>
                    <a:close/>
                    <a:moveTo>
                      <a:pt x="157" y="277"/>
                    </a:moveTo>
                    <a:lnTo>
                      <a:pt x="157" y="277"/>
                    </a:lnTo>
                    <a:lnTo>
                      <a:pt x="162" y="270"/>
                    </a:lnTo>
                    <a:lnTo>
                      <a:pt x="162" y="270"/>
                    </a:lnTo>
                    <a:lnTo>
                      <a:pt x="165" y="267"/>
                    </a:lnTo>
                    <a:lnTo>
                      <a:pt x="168" y="266"/>
                    </a:lnTo>
                    <a:lnTo>
                      <a:pt x="168" y="266"/>
                    </a:lnTo>
                    <a:lnTo>
                      <a:pt x="165" y="267"/>
                    </a:lnTo>
                    <a:lnTo>
                      <a:pt x="162" y="270"/>
                    </a:lnTo>
                    <a:lnTo>
                      <a:pt x="162" y="270"/>
                    </a:lnTo>
                    <a:lnTo>
                      <a:pt x="159" y="277"/>
                    </a:lnTo>
                    <a:lnTo>
                      <a:pt x="159" y="277"/>
                    </a:lnTo>
                    <a:lnTo>
                      <a:pt x="158" y="276"/>
                    </a:lnTo>
                    <a:lnTo>
                      <a:pt x="158" y="277"/>
                    </a:lnTo>
                    <a:lnTo>
                      <a:pt x="157" y="279"/>
                    </a:lnTo>
                    <a:lnTo>
                      <a:pt x="157" y="277"/>
                    </a:lnTo>
                    <a:close/>
                    <a:moveTo>
                      <a:pt x="396" y="174"/>
                    </a:moveTo>
                    <a:lnTo>
                      <a:pt x="396" y="174"/>
                    </a:lnTo>
                    <a:lnTo>
                      <a:pt x="392" y="179"/>
                    </a:lnTo>
                    <a:lnTo>
                      <a:pt x="386" y="180"/>
                    </a:lnTo>
                    <a:lnTo>
                      <a:pt x="386" y="180"/>
                    </a:lnTo>
                    <a:lnTo>
                      <a:pt x="392" y="176"/>
                    </a:lnTo>
                    <a:lnTo>
                      <a:pt x="395" y="174"/>
                    </a:lnTo>
                    <a:lnTo>
                      <a:pt x="396" y="174"/>
                    </a:lnTo>
                    <a:close/>
                    <a:moveTo>
                      <a:pt x="47" y="370"/>
                    </a:moveTo>
                    <a:lnTo>
                      <a:pt x="47" y="370"/>
                    </a:lnTo>
                    <a:lnTo>
                      <a:pt x="44" y="376"/>
                    </a:lnTo>
                    <a:lnTo>
                      <a:pt x="43" y="377"/>
                    </a:lnTo>
                    <a:lnTo>
                      <a:pt x="41" y="377"/>
                    </a:lnTo>
                    <a:lnTo>
                      <a:pt x="41" y="377"/>
                    </a:lnTo>
                    <a:lnTo>
                      <a:pt x="44" y="373"/>
                    </a:lnTo>
                    <a:lnTo>
                      <a:pt x="45" y="370"/>
                    </a:lnTo>
                    <a:lnTo>
                      <a:pt x="47" y="370"/>
                    </a:lnTo>
                    <a:close/>
                    <a:moveTo>
                      <a:pt x="108" y="296"/>
                    </a:moveTo>
                    <a:lnTo>
                      <a:pt x="108" y="296"/>
                    </a:lnTo>
                    <a:lnTo>
                      <a:pt x="112" y="292"/>
                    </a:lnTo>
                    <a:lnTo>
                      <a:pt x="115" y="287"/>
                    </a:lnTo>
                    <a:lnTo>
                      <a:pt x="115" y="287"/>
                    </a:lnTo>
                    <a:lnTo>
                      <a:pt x="112" y="293"/>
                    </a:lnTo>
                    <a:lnTo>
                      <a:pt x="111" y="296"/>
                    </a:lnTo>
                    <a:lnTo>
                      <a:pt x="110" y="299"/>
                    </a:lnTo>
                    <a:lnTo>
                      <a:pt x="110" y="299"/>
                    </a:lnTo>
                    <a:lnTo>
                      <a:pt x="108" y="301"/>
                    </a:lnTo>
                    <a:lnTo>
                      <a:pt x="105" y="303"/>
                    </a:lnTo>
                    <a:lnTo>
                      <a:pt x="105" y="303"/>
                    </a:lnTo>
                    <a:lnTo>
                      <a:pt x="107" y="299"/>
                    </a:lnTo>
                    <a:lnTo>
                      <a:pt x="107" y="299"/>
                    </a:lnTo>
                    <a:lnTo>
                      <a:pt x="108" y="296"/>
                    </a:lnTo>
                    <a:close/>
                    <a:moveTo>
                      <a:pt x="241" y="209"/>
                    </a:moveTo>
                    <a:lnTo>
                      <a:pt x="241" y="209"/>
                    </a:lnTo>
                    <a:lnTo>
                      <a:pt x="245" y="207"/>
                    </a:lnTo>
                    <a:lnTo>
                      <a:pt x="245" y="209"/>
                    </a:lnTo>
                    <a:lnTo>
                      <a:pt x="244" y="210"/>
                    </a:lnTo>
                    <a:lnTo>
                      <a:pt x="244" y="210"/>
                    </a:lnTo>
                    <a:lnTo>
                      <a:pt x="241" y="212"/>
                    </a:lnTo>
                    <a:lnTo>
                      <a:pt x="237" y="216"/>
                    </a:lnTo>
                    <a:lnTo>
                      <a:pt x="237" y="216"/>
                    </a:lnTo>
                    <a:lnTo>
                      <a:pt x="238" y="212"/>
                    </a:lnTo>
                    <a:lnTo>
                      <a:pt x="241" y="209"/>
                    </a:lnTo>
                    <a:close/>
                    <a:moveTo>
                      <a:pt x="88" y="297"/>
                    </a:moveTo>
                    <a:lnTo>
                      <a:pt x="88" y="297"/>
                    </a:lnTo>
                    <a:lnTo>
                      <a:pt x="87" y="303"/>
                    </a:lnTo>
                    <a:lnTo>
                      <a:pt x="84" y="309"/>
                    </a:lnTo>
                    <a:lnTo>
                      <a:pt x="84" y="309"/>
                    </a:lnTo>
                    <a:lnTo>
                      <a:pt x="85" y="301"/>
                    </a:lnTo>
                    <a:lnTo>
                      <a:pt x="87" y="299"/>
                    </a:lnTo>
                    <a:lnTo>
                      <a:pt x="88" y="297"/>
                    </a:lnTo>
                    <a:close/>
                    <a:moveTo>
                      <a:pt x="168" y="239"/>
                    </a:moveTo>
                    <a:lnTo>
                      <a:pt x="168" y="239"/>
                    </a:lnTo>
                    <a:lnTo>
                      <a:pt x="167" y="242"/>
                    </a:lnTo>
                    <a:lnTo>
                      <a:pt x="164" y="244"/>
                    </a:lnTo>
                    <a:lnTo>
                      <a:pt x="164" y="244"/>
                    </a:lnTo>
                    <a:lnTo>
                      <a:pt x="165" y="242"/>
                    </a:lnTo>
                    <a:lnTo>
                      <a:pt x="168" y="239"/>
                    </a:lnTo>
                    <a:close/>
                    <a:moveTo>
                      <a:pt x="138" y="256"/>
                    </a:moveTo>
                    <a:lnTo>
                      <a:pt x="138" y="256"/>
                    </a:lnTo>
                    <a:lnTo>
                      <a:pt x="135" y="262"/>
                    </a:lnTo>
                    <a:lnTo>
                      <a:pt x="131" y="266"/>
                    </a:lnTo>
                    <a:lnTo>
                      <a:pt x="131" y="266"/>
                    </a:lnTo>
                    <a:lnTo>
                      <a:pt x="135" y="260"/>
                    </a:lnTo>
                    <a:lnTo>
                      <a:pt x="138" y="256"/>
                    </a:lnTo>
                    <a:close/>
                    <a:moveTo>
                      <a:pt x="161" y="237"/>
                    </a:moveTo>
                    <a:lnTo>
                      <a:pt x="161" y="237"/>
                    </a:lnTo>
                    <a:lnTo>
                      <a:pt x="165" y="234"/>
                    </a:lnTo>
                    <a:lnTo>
                      <a:pt x="165" y="234"/>
                    </a:lnTo>
                    <a:lnTo>
                      <a:pt x="168" y="230"/>
                    </a:lnTo>
                    <a:lnTo>
                      <a:pt x="168" y="230"/>
                    </a:lnTo>
                    <a:lnTo>
                      <a:pt x="174" y="223"/>
                    </a:lnTo>
                    <a:lnTo>
                      <a:pt x="174" y="223"/>
                    </a:lnTo>
                    <a:lnTo>
                      <a:pt x="172" y="227"/>
                    </a:lnTo>
                    <a:lnTo>
                      <a:pt x="169" y="230"/>
                    </a:lnTo>
                    <a:lnTo>
                      <a:pt x="169" y="230"/>
                    </a:lnTo>
                    <a:lnTo>
                      <a:pt x="165" y="234"/>
                    </a:lnTo>
                    <a:lnTo>
                      <a:pt x="165" y="234"/>
                    </a:lnTo>
                    <a:lnTo>
                      <a:pt x="162" y="239"/>
                    </a:lnTo>
                    <a:lnTo>
                      <a:pt x="162" y="239"/>
                    </a:lnTo>
                    <a:lnTo>
                      <a:pt x="161" y="240"/>
                    </a:lnTo>
                    <a:lnTo>
                      <a:pt x="159" y="242"/>
                    </a:lnTo>
                    <a:lnTo>
                      <a:pt x="159" y="242"/>
                    </a:lnTo>
                    <a:lnTo>
                      <a:pt x="161" y="237"/>
                    </a:lnTo>
                    <a:close/>
                    <a:moveTo>
                      <a:pt x="242" y="189"/>
                    </a:moveTo>
                    <a:lnTo>
                      <a:pt x="242" y="189"/>
                    </a:lnTo>
                    <a:lnTo>
                      <a:pt x="238" y="196"/>
                    </a:lnTo>
                    <a:lnTo>
                      <a:pt x="231" y="200"/>
                    </a:lnTo>
                    <a:lnTo>
                      <a:pt x="231" y="200"/>
                    </a:lnTo>
                    <a:lnTo>
                      <a:pt x="237" y="194"/>
                    </a:lnTo>
                    <a:lnTo>
                      <a:pt x="242" y="189"/>
                    </a:lnTo>
                    <a:close/>
                    <a:moveTo>
                      <a:pt x="101" y="272"/>
                    </a:moveTo>
                    <a:lnTo>
                      <a:pt x="101" y="272"/>
                    </a:lnTo>
                    <a:lnTo>
                      <a:pt x="97" y="280"/>
                    </a:lnTo>
                    <a:lnTo>
                      <a:pt x="97" y="280"/>
                    </a:lnTo>
                    <a:lnTo>
                      <a:pt x="97" y="279"/>
                    </a:lnTo>
                    <a:lnTo>
                      <a:pt x="97" y="279"/>
                    </a:lnTo>
                    <a:lnTo>
                      <a:pt x="95" y="277"/>
                    </a:lnTo>
                    <a:lnTo>
                      <a:pt x="95" y="276"/>
                    </a:lnTo>
                    <a:lnTo>
                      <a:pt x="95" y="276"/>
                    </a:lnTo>
                    <a:lnTo>
                      <a:pt x="98" y="274"/>
                    </a:lnTo>
                    <a:lnTo>
                      <a:pt x="101" y="272"/>
                    </a:lnTo>
                    <a:close/>
                    <a:moveTo>
                      <a:pt x="92" y="289"/>
                    </a:moveTo>
                    <a:lnTo>
                      <a:pt x="92" y="289"/>
                    </a:lnTo>
                    <a:lnTo>
                      <a:pt x="90" y="292"/>
                    </a:lnTo>
                    <a:lnTo>
                      <a:pt x="90" y="292"/>
                    </a:lnTo>
                    <a:lnTo>
                      <a:pt x="85" y="296"/>
                    </a:lnTo>
                    <a:lnTo>
                      <a:pt x="85" y="296"/>
                    </a:lnTo>
                    <a:lnTo>
                      <a:pt x="88" y="290"/>
                    </a:lnTo>
                    <a:lnTo>
                      <a:pt x="88" y="290"/>
                    </a:lnTo>
                    <a:lnTo>
                      <a:pt x="90" y="284"/>
                    </a:lnTo>
                    <a:lnTo>
                      <a:pt x="90" y="284"/>
                    </a:lnTo>
                    <a:lnTo>
                      <a:pt x="92" y="282"/>
                    </a:lnTo>
                    <a:lnTo>
                      <a:pt x="95" y="279"/>
                    </a:lnTo>
                    <a:lnTo>
                      <a:pt x="95" y="279"/>
                    </a:lnTo>
                    <a:lnTo>
                      <a:pt x="92" y="284"/>
                    </a:lnTo>
                    <a:lnTo>
                      <a:pt x="92" y="289"/>
                    </a:lnTo>
                    <a:close/>
                    <a:moveTo>
                      <a:pt x="104" y="273"/>
                    </a:moveTo>
                    <a:lnTo>
                      <a:pt x="104" y="273"/>
                    </a:lnTo>
                    <a:lnTo>
                      <a:pt x="101" y="277"/>
                    </a:lnTo>
                    <a:lnTo>
                      <a:pt x="100" y="280"/>
                    </a:lnTo>
                    <a:lnTo>
                      <a:pt x="98" y="280"/>
                    </a:lnTo>
                    <a:lnTo>
                      <a:pt x="98" y="280"/>
                    </a:lnTo>
                    <a:lnTo>
                      <a:pt x="98" y="280"/>
                    </a:lnTo>
                    <a:lnTo>
                      <a:pt x="102" y="274"/>
                    </a:lnTo>
                    <a:lnTo>
                      <a:pt x="107" y="270"/>
                    </a:lnTo>
                    <a:lnTo>
                      <a:pt x="107" y="270"/>
                    </a:lnTo>
                    <a:lnTo>
                      <a:pt x="107" y="272"/>
                    </a:lnTo>
                    <a:lnTo>
                      <a:pt x="108" y="270"/>
                    </a:lnTo>
                    <a:lnTo>
                      <a:pt x="108" y="270"/>
                    </a:lnTo>
                    <a:lnTo>
                      <a:pt x="105" y="276"/>
                    </a:lnTo>
                    <a:lnTo>
                      <a:pt x="102" y="280"/>
                    </a:lnTo>
                    <a:lnTo>
                      <a:pt x="102" y="280"/>
                    </a:lnTo>
                    <a:lnTo>
                      <a:pt x="104" y="276"/>
                    </a:lnTo>
                    <a:lnTo>
                      <a:pt x="105" y="273"/>
                    </a:lnTo>
                    <a:lnTo>
                      <a:pt x="104" y="273"/>
                    </a:lnTo>
                    <a:close/>
                    <a:moveTo>
                      <a:pt x="168" y="223"/>
                    </a:moveTo>
                    <a:lnTo>
                      <a:pt x="168" y="223"/>
                    </a:lnTo>
                    <a:lnTo>
                      <a:pt x="164" y="227"/>
                    </a:lnTo>
                    <a:lnTo>
                      <a:pt x="161" y="230"/>
                    </a:lnTo>
                    <a:lnTo>
                      <a:pt x="161" y="230"/>
                    </a:lnTo>
                    <a:lnTo>
                      <a:pt x="165" y="224"/>
                    </a:lnTo>
                    <a:lnTo>
                      <a:pt x="167" y="223"/>
                    </a:lnTo>
                    <a:lnTo>
                      <a:pt x="168" y="223"/>
                    </a:lnTo>
                    <a:close/>
                    <a:moveTo>
                      <a:pt x="158" y="233"/>
                    </a:moveTo>
                    <a:lnTo>
                      <a:pt x="158" y="233"/>
                    </a:lnTo>
                    <a:lnTo>
                      <a:pt x="158" y="233"/>
                    </a:lnTo>
                    <a:lnTo>
                      <a:pt x="158" y="233"/>
                    </a:lnTo>
                    <a:lnTo>
                      <a:pt x="157" y="233"/>
                    </a:lnTo>
                    <a:lnTo>
                      <a:pt x="158" y="232"/>
                    </a:lnTo>
                    <a:lnTo>
                      <a:pt x="158" y="232"/>
                    </a:lnTo>
                    <a:lnTo>
                      <a:pt x="159" y="230"/>
                    </a:lnTo>
                    <a:lnTo>
                      <a:pt x="161" y="230"/>
                    </a:lnTo>
                    <a:lnTo>
                      <a:pt x="161" y="230"/>
                    </a:lnTo>
                    <a:lnTo>
                      <a:pt x="159" y="232"/>
                    </a:lnTo>
                    <a:lnTo>
                      <a:pt x="158" y="233"/>
                    </a:lnTo>
                    <a:close/>
                    <a:moveTo>
                      <a:pt x="179" y="219"/>
                    </a:moveTo>
                    <a:lnTo>
                      <a:pt x="179" y="219"/>
                    </a:lnTo>
                    <a:lnTo>
                      <a:pt x="182" y="214"/>
                    </a:lnTo>
                    <a:lnTo>
                      <a:pt x="185" y="212"/>
                    </a:lnTo>
                    <a:lnTo>
                      <a:pt x="185" y="212"/>
                    </a:lnTo>
                    <a:lnTo>
                      <a:pt x="189" y="209"/>
                    </a:lnTo>
                    <a:lnTo>
                      <a:pt x="192" y="206"/>
                    </a:lnTo>
                    <a:lnTo>
                      <a:pt x="192" y="206"/>
                    </a:lnTo>
                    <a:lnTo>
                      <a:pt x="191" y="209"/>
                    </a:lnTo>
                    <a:lnTo>
                      <a:pt x="189" y="213"/>
                    </a:lnTo>
                    <a:lnTo>
                      <a:pt x="189" y="213"/>
                    </a:lnTo>
                    <a:lnTo>
                      <a:pt x="187" y="213"/>
                    </a:lnTo>
                    <a:lnTo>
                      <a:pt x="187" y="213"/>
                    </a:lnTo>
                    <a:lnTo>
                      <a:pt x="184" y="217"/>
                    </a:lnTo>
                    <a:lnTo>
                      <a:pt x="184" y="217"/>
                    </a:lnTo>
                    <a:lnTo>
                      <a:pt x="179" y="219"/>
                    </a:lnTo>
                    <a:close/>
                    <a:moveTo>
                      <a:pt x="338" y="153"/>
                    </a:moveTo>
                    <a:lnTo>
                      <a:pt x="338" y="153"/>
                    </a:lnTo>
                    <a:lnTo>
                      <a:pt x="335" y="156"/>
                    </a:lnTo>
                    <a:lnTo>
                      <a:pt x="334" y="157"/>
                    </a:lnTo>
                    <a:lnTo>
                      <a:pt x="334" y="159"/>
                    </a:lnTo>
                    <a:lnTo>
                      <a:pt x="334" y="159"/>
                    </a:lnTo>
                    <a:lnTo>
                      <a:pt x="331" y="159"/>
                    </a:lnTo>
                    <a:lnTo>
                      <a:pt x="331" y="159"/>
                    </a:lnTo>
                    <a:lnTo>
                      <a:pt x="329" y="160"/>
                    </a:lnTo>
                    <a:lnTo>
                      <a:pt x="329" y="160"/>
                    </a:lnTo>
                    <a:lnTo>
                      <a:pt x="332" y="156"/>
                    </a:lnTo>
                    <a:lnTo>
                      <a:pt x="338" y="153"/>
                    </a:lnTo>
                    <a:close/>
                    <a:moveTo>
                      <a:pt x="469" y="146"/>
                    </a:moveTo>
                    <a:lnTo>
                      <a:pt x="469" y="146"/>
                    </a:lnTo>
                    <a:lnTo>
                      <a:pt x="472" y="144"/>
                    </a:lnTo>
                    <a:lnTo>
                      <a:pt x="473" y="144"/>
                    </a:lnTo>
                    <a:lnTo>
                      <a:pt x="473" y="144"/>
                    </a:lnTo>
                    <a:lnTo>
                      <a:pt x="473" y="144"/>
                    </a:lnTo>
                    <a:lnTo>
                      <a:pt x="469" y="146"/>
                    </a:lnTo>
                    <a:lnTo>
                      <a:pt x="468" y="146"/>
                    </a:lnTo>
                    <a:lnTo>
                      <a:pt x="469" y="146"/>
                    </a:lnTo>
                    <a:close/>
                    <a:moveTo>
                      <a:pt x="110" y="263"/>
                    </a:moveTo>
                    <a:lnTo>
                      <a:pt x="110" y="263"/>
                    </a:lnTo>
                    <a:lnTo>
                      <a:pt x="102" y="272"/>
                    </a:lnTo>
                    <a:lnTo>
                      <a:pt x="102" y="272"/>
                    </a:lnTo>
                    <a:lnTo>
                      <a:pt x="104" y="269"/>
                    </a:lnTo>
                    <a:lnTo>
                      <a:pt x="107" y="266"/>
                    </a:lnTo>
                    <a:lnTo>
                      <a:pt x="107" y="266"/>
                    </a:lnTo>
                    <a:lnTo>
                      <a:pt x="110" y="263"/>
                    </a:lnTo>
                    <a:close/>
                    <a:moveTo>
                      <a:pt x="315" y="154"/>
                    </a:moveTo>
                    <a:lnTo>
                      <a:pt x="315" y="154"/>
                    </a:lnTo>
                    <a:lnTo>
                      <a:pt x="309" y="159"/>
                    </a:lnTo>
                    <a:lnTo>
                      <a:pt x="304" y="162"/>
                    </a:lnTo>
                    <a:lnTo>
                      <a:pt x="304" y="162"/>
                    </a:lnTo>
                    <a:lnTo>
                      <a:pt x="309" y="157"/>
                    </a:lnTo>
                    <a:lnTo>
                      <a:pt x="315" y="154"/>
                    </a:lnTo>
                    <a:close/>
                    <a:moveTo>
                      <a:pt x="140" y="229"/>
                    </a:moveTo>
                    <a:lnTo>
                      <a:pt x="140" y="229"/>
                    </a:lnTo>
                    <a:lnTo>
                      <a:pt x="138" y="230"/>
                    </a:lnTo>
                    <a:lnTo>
                      <a:pt x="138" y="232"/>
                    </a:lnTo>
                    <a:lnTo>
                      <a:pt x="138" y="232"/>
                    </a:lnTo>
                    <a:lnTo>
                      <a:pt x="134" y="236"/>
                    </a:lnTo>
                    <a:lnTo>
                      <a:pt x="132" y="237"/>
                    </a:lnTo>
                    <a:lnTo>
                      <a:pt x="130" y="240"/>
                    </a:lnTo>
                    <a:lnTo>
                      <a:pt x="130" y="240"/>
                    </a:lnTo>
                    <a:lnTo>
                      <a:pt x="131" y="240"/>
                    </a:lnTo>
                    <a:lnTo>
                      <a:pt x="132" y="239"/>
                    </a:lnTo>
                    <a:lnTo>
                      <a:pt x="134" y="239"/>
                    </a:lnTo>
                    <a:lnTo>
                      <a:pt x="134" y="240"/>
                    </a:lnTo>
                    <a:lnTo>
                      <a:pt x="134" y="240"/>
                    </a:lnTo>
                    <a:lnTo>
                      <a:pt x="130" y="244"/>
                    </a:lnTo>
                    <a:lnTo>
                      <a:pt x="130" y="244"/>
                    </a:lnTo>
                    <a:lnTo>
                      <a:pt x="127" y="246"/>
                    </a:lnTo>
                    <a:lnTo>
                      <a:pt x="127" y="246"/>
                    </a:lnTo>
                    <a:lnTo>
                      <a:pt x="130" y="240"/>
                    </a:lnTo>
                    <a:lnTo>
                      <a:pt x="132" y="234"/>
                    </a:lnTo>
                    <a:lnTo>
                      <a:pt x="132" y="234"/>
                    </a:lnTo>
                    <a:lnTo>
                      <a:pt x="137" y="230"/>
                    </a:lnTo>
                    <a:lnTo>
                      <a:pt x="140" y="229"/>
                    </a:lnTo>
                    <a:close/>
                    <a:moveTo>
                      <a:pt x="282" y="162"/>
                    </a:moveTo>
                    <a:lnTo>
                      <a:pt x="282" y="162"/>
                    </a:lnTo>
                    <a:lnTo>
                      <a:pt x="288" y="157"/>
                    </a:lnTo>
                    <a:lnTo>
                      <a:pt x="291" y="154"/>
                    </a:lnTo>
                    <a:lnTo>
                      <a:pt x="295" y="154"/>
                    </a:lnTo>
                    <a:lnTo>
                      <a:pt x="295" y="154"/>
                    </a:lnTo>
                    <a:lnTo>
                      <a:pt x="285" y="162"/>
                    </a:lnTo>
                    <a:lnTo>
                      <a:pt x="285" y="162"/>
                    </a:lnTo>
                    <a:lnTo>
                      <a:pt x="282" y="163"/>
                    </a:lnTo>
                    <a:lnTo>
                      <a:pt x="282" y="162"/>
                    </a:lnTo>
                    <a:close/>
                    <a:moveTo>
                      <a:pt x="201" y="193"/>
                    </a:moveTo>
                    <a:lnTo>
                      <a:pt x="201" y="193"/>
                    </a:lnTo>
                    <a:lnTo>
                      <a:pt x="207" y="189"/>
                    </a:lnTo>
                    <a:lnTo>
                      <a:pt x="207" y="189"/>
                    </a:lnTo>
                    <a:lnTo>
                      <a:pt x="204" y="192"/>
                    </a:lnTo>
                    <a:lnTo>
                      <a:pt x="202" y="193"/>
                    </a:lnTo>
                    <a:lnTo>
                      <a:pt x="202" y="193"/>
                    </a:lnTo>
                    <a:lnTo>
                      <a:pt x="201" y="193"/>
                    </a:lnTo>
                    <a:lnTo>
                      <a:pt x="201" y="193"/>
                    </a:lnTo>
                    <a:close/>
                    <a:moveTo>
                      <a:pt x="151" y="216"/>
                    </a:moveTo>
                    <a:lnTo>
                      <a:pt x="151" y="216"/>
                    </a:lnTo>
                    <a:lnTo>
                      <a:pt x="150" y="219"/>
                    </a:lnTo>
                    <a:lnTo>
                      <a:pt x="150" y="219"/>
                    </a:lnTo>
                    <a:lnTo>
                      <a:pt x="145" y="223"/>
                    </a:lnTo>
                    <a:lnTo>
                      <a:pt x="145" y="223"/>
                    </a:lnTo>
                    <a:lnTo>
                      <a:pt x="147" y="219"/>
                    </a:lnTo>
                    <a:lnTo>
                      <a:pt x="151" y="216"/>
                    </a:lnTo>
                    <a:close/>
                    <a:moveTo>
                      <a:pt x="218" y="177"/>
                    </a:moveTo>
                    <a:lnTo>
                      <a:pt x="218" y="177"/>
                    </a:lnTo>
                    <a:lnTo>
                      <a:pt x="214" y="182"/>
                    </a:lnTo>
                    <a:lnTo>
                      <a:pt x="212" y="184"/>
                    </a:lnTo>
                    <a:lnTo>
                      <a:pt x="211" y="186"/>
                    </a:lnTo>
                    <a:lnTo>
                      <a:pt x="211" y="186"/>
                    </a:lnTo>
                    <a:lnTo>
                      <a:pt x="214" y="182"/>
                    </a:lnTo>
                    <a:lnTo>
                      <a:pt x="218" y="177"/>
                    </a:lnTo>
                    <a:close/>
                    <a:moveTo>
                      <a:pt x="245" y="162"/>
                    </a:moveTo>
                    <a:lnTo>
                      <a:pt x="245" y="162"/>
                    </a:lnTo>
                    <a:lnTo>
                      <a:pt x="242" y="164"/>
                    </a:lnTo>
                    <a:lnTo>
                      <a:pt x="241" y="166"/>
                    </a:lnTo>
                    <a:lnTo>
                      <a:pt x="241" y="167"/>
                    </a:lnTo>
                    <a:lnTo>
                      <a:pt x="241" y="167"/>
                    </a:lnTo>
                    <a:lnTo>
                      <a:pt x="237" y="169"/>
                    </a:lnTo>
                    <a:lnTo>
                      <a:pt x="237" y="169"/>
                    </a:lnTo>
                    <a:lnTo>
                      <a:pt x="241" y="164"/>
                    </a:lnTo>
                    <a:lnTo>
                      <a:pt x="245" y="162"/>
                    </a:lnTo>
                    <a:close/>
                    <a:moveTo>
                      <a:pt x="227" y="176"/>
                    </a:moveTo>
                    <a:lnTo>
                      <a:pt x="227" y="176"/>
                    </a:lnTo>
                    <a:lnTo>
                      <a:pt x="231" y="172"/>
                    </a:lnTo>
                    <a:lnTo>
                      <a:pt x="234" y="170"/>
                    </a:lnTo>
                    <a:lnTo>
                      <a:pt x="237" y="169"/>
                    </a:lnTo>
                    <a:lnTo>
                      <a:pt x="237" y="169"/>
                    </a:lnTo>
                    <a:lnTo>
                      <a:pt x="235" y="172"/>
                    </a:lnTo>
                    <a:lnTo>
                      <a:pt x="231" y="174"/>
                    </a:lnTo>
                    <a:lnTo>
                      <a:pt x="231" y="174"/>
                    </a:lnTo>
                    <a:lnTo>
                      <a:pt x="228" y="176"/>
                    </a:lnTo>
                    <a:lnTo>
                      <a:pt x="227" y="176"/>
                    </a:lnTo>
                    <a:close/>
                    <a:moveTo>
                      <a:pt x="164" y="206"/>
                    </a:moveTo>
                    <a:lnTo>
                      <a:pt x="164" y="206"/>
                    </a:lnTo>
                    <a:lnTo>
                      <a:pt x="164" y="209"/>
                    </a:lnTo>
                    <a:lnTo>
                      <a:pt x="161" y="210"/>
                    </a:lnTo>
                    <a:lnTo>
                      <a:pt x="158" y="213"/>
                    </a:lnTo>
                    <a:lnTo>
                      <a:pt x="158" y="213"/>
                    </a:lnTo>
                    <a:lnTo>
                      <a:pt x="161" y="209"/>
                    </a:lnTo>
                    <a:lnTo>
                      <a:pt x="164" y="206"/>
                    </a:lnTo>
                    <a:close/>
                    <a:moveTo>
                      <a:pt x="231" y="169"/>
                    </a:moveTo>
                    <a:lnTo>
                      <a:pt x="231" y="169"/>
                    </a:lnTo>
                    <a:lnTo>
                      <a:pt x="227" y="172"/>
                    </a:lnTo>
                    <a:lnTo>
                      <a:pt x="227" y="172"/>
                    </a:lnTo>
                    <a:lnTo>
                      <a:pt x="224" y="174"/>
                    </a:lnTo>
                    <a:lnTo>
                      <a:pt x="224" y="174"/>
                    </a:lnTo>
                    <a:lnTo>
                      <a:pt x="224" y="173"/>
                    </a:lnTo>
                    <a:lnTo>
                      <a:pt x="225" y="172"/>
                    </a:lnTo>
                    <a:lnTo>
                      <a:pt x="231" y="169"/>
                    </a:lnTo>
                    <a:close/>
                    <a:moveTo>
                      <a:pt x="239" y="157"/>
                    </a:moveTo>
                    <a:lnTo>
                      <a:pt x="239" y="157"/>
                    </a:lnTo>
                    <a:lnTo>
                      <a:pt x="235" y="163"/>
                    </a:lnTo>
                    <a:lnTo>
                      <a:pt x="234" y="166"/>
                    </a:lnTo>
                    <a:lnTo>
                      <a:pt x="234" y="166"/>
                    </a:lnTo>
                    <a:lnTo>
                      <a:pt x="231" y="167"/>
                    </a:lnTo>
                    <a:lnTo>
                      <a:pt x="229" y="167"/>
                    </a:lnTo>
                    <a:lnTo>
                      <a:pt x="229" y="167"/>
                    </a:lnTo>
                    <a:lnTo>
                      <a:pt x="232" y="163"/>
                    </a:lnTo>
                    <a:lnTo>
                      <a:pt x="237" y="160"/>
                    </a:lnTo>
                    <a:lnTo>
                      <a:pt x="237" y="160"/>
                    </a:lnTo>
                    <a:lnTo>
                      <a:pt x="234" y="162"/>
                    </a:lnTo>
                    <a:lnTo>
                      <a:pt x="234" y="162"/>
                    </a:lnTo>
                    <a:lnTo>
                      <a:pt x="232" y="162"/>
                    </a:lnTo>
                    <a:lnTo>
                      <a:pt x="232" y="162"/>
                    </a:lnTo>
                    <a:lnTo>
                      <a:pt x="239" y="157"/>
                    </a:lnTo>
                    <a:lnTo>
                      <a:pt x="245" y="154"/>
                    </a:lnTo>
                    <a:lnTo>
                      <a:pt x="245" y="154"/>
                    </a:lnTo>
                    <a:lnTo>
                      <a:pt x="245" y="156"/>
                    </a:lnTo>
                    <a:lnTo>
                      <a:pt x="244" y="157"/>
                    </a:lnTo>
                    <a:lnTo>
                      <a:pt x="244" y="157"/>
                    </a:lnTo>
                    <a:lnTo>
                      <a:pt x="241" y="159"/>
                    </a:lnTo>
                    <a:lnTo>
                      <a:pt x="241" y="157"/>
                    </a:lnTo>
                    <a:lnTo>
                      <a:pt x="239" y="157"/>
                    </a:lnTo>
                    <a:close/>
                    <a:moveTo>
                      <a:pt x="255" y="150"/>
                    </a:moveTo>
                    <a:lnTo>
                      <a:pt x="255" y="150"/>
                    </a:lnTo>
                    <a:lnTo>
                      <a:pt x="247" y="157"/>
                    </a:lnTo>
                    <a:lnTo>
                      <a:pt x="247" y="157"/>
                    </a:lnTo>
                    <a:lnTo>
                      <a:pt x="238" y="164"/>
                    </a:lnTo>
                    <a:lnTo>
                      <a:pt x="238" y="164"/>
                    </a:lnTo>
                    <a:lnTo>
                      <a:pt x="239" y="162"/>
                    </a:lnTo>
                    <a:lnTo>
                      <a:pt x="244" y="157"/>
                    </a:lnTo>
                    <a:lnTo>
                      <a:pt x="244" y="157"/>
                    </a:lnTo>
                    <a:lnTo>
                      <a:pt x="255" y="150"/>
                    </a:lnTo>
                    <a:close/>
                    <a:moveTo>
                      <a:pt x="155" y="202"/>
                    </a:moveTo>
                    <a:lnTo>
                      <a:pt x="155" y="202"/>
                    </a:lnTo>
                    <a:lnTo>
                      <a:pt x="150" y="207"/>
                    </a:lnTo>
                    <a:lnTo>
                      <a:pt x="144" y="214"/>
                    </a:lnTo>
                    <a:lnTo>
                      <a:pt x="144" y="214"/>
                    </a:lnTo>
                    <a:lnTo>
                      <a:pt x="150" y="207"/>
                    </a:lnTo>
                    <a:lnTo>
                      <a:pt x="155" y="202"/>
                    </a:lnTo>
                    <a:close/>
                    <a:moveTo>
                      <a:pt x="187" y="184"/>
                    </a:moveTo>
                    <a:lnTo>
                      <a:pt x="187" y="184"/>
                    </a:lnTo>
                    <a:lnTo>
                      <a:pt x="187" y="186"/>
                    </a:lnTo>
                    <a:lnTo>
                      <a:pt x="184" y="189"/>
                    </a:lnTo>
                    <a:lnTo>
                      <a:pt x="184" y="189"/>
                    </a:lnTo>
                    <a:lnTo>
                      <a:pt x="184" y="187"/>
                    </a:lnTo>
                    <a:lnTo>
                      <a:pt x="187" y="184"/>
                    </a:lnTo>
                    <a:close/>
                    <a:moveTo>
                      <a:pt x="177" y="183"/>
                    </a:moveTo>
                    <a:lnTo>
                      <a:pt x="177" y="183"/>
                    </a:lnTo>
                    <a:lnTo>
                      <a:pt x="178" y="183"/>
                    </a:lnTo>
                    <a:lnTo>
                      <a:pt x="177" y="184"/>
                    </a:lnTo>
                    <a:lnTo>
                      <a:pt x="177" y="186"/>
                    </a:lnTo>
                    <a:lnTo>
                      <a:pt x="177" y="186"/>
                    </a:lnTo>
                    <a:lnTo>
                      <a:pt x="177" y="186"/>
                    </a:lnTo>
                    <a:lnTo>
                      <a:pt x="177" y="186"/>
                    </a:lnTo>
                    <a:lnTo>
                      <a:pt x="179" y="183"/>
                    </a:lnTo>
                    <a:lnTo>
                      <a:pt x="181" y="180"/>
                    </a:lnTo>
                    <a:lnTo>
                      <a:pt x="184" y="180"/>
                    </a:lnTo>
                    <a:lnTo>
                      <a:pt x="184" y="180"/>
                    </a:lnTo>
                    <a:lnTo>
                      <a:pt x="177" y="187"/>
                    </a:lnTo>
                    <a:lnTo>
                      <a:pt x="171" y="193"/>
                    </a:lnTo>
                    <a:lnTo>
                      <a:pt x="171" y="193"/>
                    </a:lnTo>
                    <a:lnTo>
                      <a:pt x="172" y="189"/>
                    </a:lnTo>
                    <a:lnTo>
                      <a:pt x="175" y="186"/>
                    </a:lnTo>
                    <a:lnTo>
                      <a:pt x="177" y="183"/>
                    </a:lnTo>
                    <a:close/>
                    <a:moveTo>
                      <a:pt x="264" y="149"/>
                    </a:moveTo>
                    <a:lnTo>
                      <a:pt x="264" y="149"/>
                    </a:lnTo>
                    <a:lnTo>
                      <a:pt x="268" y="144"/>
                    </a:lnTo>
                    <a:lnTo>
                      <a:pt x="272" y="143"/>
                    </a:lnTo>
                    <a:lnTo>
                      <a:pt x="275" y="142"/>
                    </a:lnTo>
                    <a:lnTo>
                      <a:pt x="275" y="143"/>
                    </a:lnTo>
                    <a:lnTo>
                      <a:pt x="275" y="144"/>
                    </a:lnTo>
                    <a:lnTo>
                      <a:pt x="275" y="144"/>
                    </a:lnTo>
                    <a:lnTo>
                      <a:pt x="271" y="144"/>
                    </a:lnTo>
                    <a:lnTo>
                      <a:pt x="264" y="149"/>
                    </a:lnTo>
                    <a:close/>
                    <a:moveTo>
                      <a:pt x="262" y="144"/>
                    </a:moveTo>
                    <a:lnTo>
                      <a:pt x="262" y="144"/>
                    </a:lnTo>
                    <a:lnTo>
                      <a:pt x="259" y="149"/>
                    </a:lnTo>
                    <a:lnTo>
                      <a:pt x="259" y="149"/>
                    </a:lnTo>
                    <a:lnTo>
                      <a:pt x="256" y="149"/>
                    </a:lnTo>
                    <a:lnTo>
                      <a:pt x="256" y="149"/>
                    </a:lnTo>
                    <a:lnTo>
                      <a:pt x="256" y="149"/>
                    </a:lnTo>
                    <a:lnTo>
                      <a:pt x="256" y="149"/>
                    </a:lnTo>
                    <a:lnTo>
                      <a:pt x="258" y="147"/>
                    </a:lnTo>
                    <a:lnTo>
                      <a:pt x="259" y="146"/>
                    </a:lnTo>
                    <a:lnTo>
                      <a:pt x="261" y="144"/>
                    </a:lnTo>
                    <a:lnTo>
                      <a:pt x="262" y="144"/>
                    </a:lnTo>
                    <a:close/>
                    <a:moveTo>
                      <a:pt x="219" y="159"/>
                    </a:moveTo>
                    <a:lnTo>
                      <a:pt x="219" y="159"/>
                    </a:lnTo>
                    <a:lnTo>
                      <a:pt x="221" y="157"/>
                    </a:lnTo>
                    <a:lnTo>
                      <a:pt x="221" y="159"/>
                    </a:lnTo>
                    <a:lnTo>
                      <a:pt x="219" y="162"/>
                    </a:lnTo>
                    <a:lnTo>
                      <a:pt x="219" y="162"/>
                    </a:lnTo>
                    <a:lnTo>
                      <a:pt x="215" y="163"/>
                    </a:lnTo>
                    <a:lnTo>
                      <a:pt x="215" y="163"/>
                    </a:lnTo>
                    <a:lnTo>
                      <a:pt x="219" y="159"/>
                    </a:lnTo>
                    <a:close/>
                    <a:moveTo>
                      <a:pt x="201" y="164"/>
                    </a:moveTo>
                    <a:lnTo>
                      <a:pt x="201" y="164"/>
                    </a:lnTo>
                    <a:lnTo>
                      <a:pt x="202" y="164"/>
                    </a:lnTo>
                    <a:lnTo>
                      <a:pt x="202" y="166"/>
                    </a:lnTo>
                    <a:lnTo>
                      <a:pt x="201" y="169"/>
                    </a:lnTo>
                    <a:lnTo>
                      <a:pt x="201" y="169"/>
                    </a:lnTo>
                    <a:lnTo>
                      <a:pt x="198" y="170"/>
                    </a:lnTo>
                    <a:lnTo>
                      <a:pt x="198" y="169"/>
                    </a:lnTo>
                    <a:lnTo>
                      <a:pt x="198" y="167"/>
                    </a:lnTo>
                    <a:lnTo>
                      <a:pt x="201" y="164"/>
                    </a:lnTo>
                    <a:close/>
                    <a:moveTo>
                      <a:pt x="256" y="144"/>
                    </a:moveTo>
                    <a:lnTo>
                      <a:pt x="256" y="144"/>
                    </a:lnTo>
                    <a:lnTo>
                      <a:pt x="258" y="142"/>
                    </a:lnTo>
                    <a:lnTo>
                      <a:pt x="261" y="140"/>
                    </a:lnTo>
                    <a:lnTo>
                      <a:pt x="265" y="140"/>
                    </a:lnTo>
                    <a:lnTo>
                      <a:pt x="265" y="140"/>
                    </a:lnTo>
                    <a:lnTo>
                      <a:pt x="262" y="142"/>
                    </a:lnTo>
                    <a:lnTo>
                      <a:pt x="261" y="143"/>
                    </a:lnTo>
                    <a:lnTo>
                      <a:pt x="256" y="144"/>
                    </a:lnTo>
                    <a:close/>
                    <a:moveTo>
                      <a:pt x="215" y="152"/>
                    </a:moveTo>
                    <a:lnTo>
                      <a:pt x="215" y="152"/>
                    </a:lnTo>
                    <a:lnTo>
                      <a:pt x="221" y="149"/>
                    </a:lnTo>
                    <a:lnTo>
                      <a:pt x="221" y="149"/>
                    </a:lnTo>
                    <a:lnTo>
                      <a:pt x="215" y="153"/>
                    </a:lnTo>
                    <a:lnTo>
                      <a:pt x="212" y="157"/>
                    </a:lnTo>
                    <a:lnTo>
                      <a:pt x="212" y="157"/>
                    </a:lnTo>
                    <a:lnTo>
                      <a:pt x="211" y="157"/>
                    </a:lnTo>
                    <a:lnTo>
                      <a:pt x="209" y="159"/>
                    </a:lnTo>
                    <a:lnTo>
                      <a:pt x="204" y="163"/>
                    </a:lnTo>
                    <a:lnTo>
                      <a:pt x="204" y="163"/>
                    </a:lnTo>
                    <a:lnTo>
                      <a:pt x="209" y="157"/>
                    </a:lnTo>
                    <a:lnTo>
                      <a:pt x="209" y="157"/>
                    </a:lnTo>
                    <a:lnTo>
                      <a:pt x="212" y="154"/>
                    </a:lnTo>
                    <a:lnTo>
                      <a:pt x="212" y="154"/>
                    </a:lnTo>
                    <a:lnTo>
                      <a:pt x="215" y="152"/>
                    </a:lnTo>
                    <a:close/>
                    <a:moveTo>
                      <a:pt x="242" y="135"/>
                    </a:moveTo>
                    <a:lnTo>
                      <a:pt x="242" y="135"/>
                    </a:lnTo>
                    <a:lnTo>
                      <a:pt x="237" y="137"/>
                    </a:lnTo>
                    <a:lnTo>
                      <a:pt x="231" y="142"/>
                    </a:lnTo>
                    <a:lnTo>
                      <a:pt x="231" y="142"/>
                    </a:lnTo>
                    <a:lnTo>
                      <a:pt x="227" y="146"/>
                    </a:lnTo>
                    <a:lnTo>
                      <a:pt x="222" y="147"/>
                    </a:lnTo>
                    <a:lnTo>
                      <a:pt x="222" y="147"/>
                    </a:lnTo>
                    <a:lnTo>
                      <a:pt x="234" y="137"/>
                    </a:lnTo>
                    <a:lnTo>
                      <a:pt x="234" y="137"/>
                    </a:lnTo>
                    <a:lnTo>
                      <a:pt x="239" y="135"/>
                    </a:lnTo>
                    <a:lnTo>
                      <a:pt x="241" y="133"/>
                    </a:lnTo>
                    <a:lnTo>
                      <a:pt x="242" y="135"/>
                    </a:lnTo>
                    <a:close/>
                    <a:moveTo>
                      <a:pt x="237" y="139"/>
                    </a:moveTo>
                    <a:lnTo>
                      <a:pt x="237" y="139"/>
                    </a:lnTo>
                    <a:lnTo>
                      <a:pt x="237" y="139"/>
                    </a:lnTo>
                    <a:lnTo>
                      <a:pt x="237" y="140"/>
                    </a:lnTo>
                    <a:lnTo>
                      <a:pt x="237" y="140"/>
                    </a:lnTo>
                    <a:lnTo>
                      <a:pt x="237" y="142"/>
                    </a:lnTo>
                    <a:lnTo>
                      <a:pt x="237" y="142"/>
                    </a:lnTo>
                    <a:lnTo>
                      <a:pt x="231" y="144"/>
                    </a:lnTo>
                    <a:lnTo>
                      <a:pt x="231" y="144"/>
                    </a:lnTo>
                    <a:lnTo>
                      <a:pt x="234" y="142"/>
                    </a:lnTo>
                    <a:lnTo>
                      <a:pt x="237" y="139"/>
                    </a:lnTo>
                    <a:close/>
                    <a:moveTo>
                      <a:pt x="269" y="113"/>
                    </a:moveTo>
                    <a:lnTo>
                      <a:pt x="269" y="113"/>
                    </a:lnTo>
                    <a:lnTo>
                      <a:pt x="274" y="112"/>
                    </a:lnTo>
                    <a:lnTo>
                      <a:pt x="276" y="110"/>
                    </a:lnTo>
                    <a:lnTo>
                      <a:pt x="276" y="110"/>
                    </a:lnTo>
                    <a:lnTo>
                      <a:pt x="274" y="113"/>
                    </a:lnTo>
                    <a:lnTo>
                      <a:pt x="269" y="116"/>
                    </a:lnTo>
                    <a:lnTo>
                      <a:pt x="269" y="116"/>
                    </a:lnTo>
                    <a:lnTo>
                      <a:pt x="269" y="115"/>
                    </a:lnTo>
                    <a:lnTo>
                      <a:pt x="269" y="113"/>
                    </a:lnTo>
                    <a:close/>
                    <a:moveTo>
                      <a:pt x="366" y="83"/>
                    </a:moveTo>
                    <a:lnTo>
                      <a:pt x="366" y="83"/>
                    </a:lnTo>
                    <a:lnTo>
                      <a:pt x="359" y="87"/>
                    </a:lnTo>
                    <a:lnTo>
                      <a:pt x="356" y="89"/>
                    </a:lnTo>
                    <a:lnTo>
                      <a:pt x="355" y="89"/>
                    </a:lnTo>
                    <a:lnTo>
                      <a:pt x="355" y="87"/>
                    </a:lnTo>
                    <a:lnTo>
                      <a:pt x="355" y="87"/>
                    </a:lnTo>
                    <a:lnTo>
                      <a:pt x="358" y="87"/>
                    </a:lnTo>
                    <a:lnTo>
                      <a:pt x="362" y="85"/>
                    </a:lnTo>
                    <a:lnTo>
                      <a:pt x="365" y="83"/>
                    </a:lnTo>
                    <a:lnTo>
                      <a:pt x="366" y="83"/>
                    </a:lnTo>
                    <a:close/>
                    <a:moveTo>
                      <a:pt x="478" y="80"/>
                    </a:moveTo>
                    <a:lnTo>
                      <a:pt x="478" y="80"/>
                    </a:lnTo>
                    <a:lnTo>
                      <a:pt x="480" y="80"/>
                    </a:lnTo>
                    <a:lnTo>
                      <a:pt x="479" y="82"/>
                    </a:lnTo>
                    <a:lnTo>
                      <a:pt x="475" y="83"/>
                    </a:lnTo>
                    <a:lnTo>
                      <a:pt x="475" y="83"/>
                    </a:lnTo>
                    <a:lnTo>
                      <a:pt x="476" y="82"/>
                    </a:lnTo>
                    <a:lnTo>
                      <a:pt x="478" y="80"/>
                    </a:lnTo>
                    <a:close/>
                    <a:moveTo>
                      <a:pt x="363" y="83"/>
                    </a:moveTo>
                    <a:lnTo>
                      <a:pt x="363" y="83"/>
                    </a:lnTo>
                    <a:lnTo>
                      <a:pt x="359" y="86"/>
                    </a:lnTo>
                    <a:lnTo>
                      <a:pt x="356" y="86"/>
                    </a:lnTo>
                    <a:lnTo>
                      <a:pt x="356" y="86"/>
                    </a:lnTo>
                    <a:lnTo>
                      <a:pt x="358" y="83"/>
                    </a:lnTo>
                    <a:lnTo>
                      <a:pt x="359" y="83"/>
                    </a:lnTo>
                    <a:lnTo>
                      <a:pt x="361" y="82"/>
                    </a:lnTo>
                    <a:lnTo>
                      <a:pt x="361" y="82"/>
                    </a:lnTo>
                    <a:lnTo>
                      <a:pt x="361" y="83"/>
                    </a:lnTo>
                    <a:lnTo>
                      <a:pt x="362" y="83"/>
                    </a:lnTo>
                    <a:lnTo>
                      <a:pt x="363" y="83"/>
                    </a:lnTo>
                    <a:close/>
                    <a:moveTo>
                      <a:pt x="365" y="79"/>
                    </a:moveTo>
                    <a:lnTo>
                      <a:pt x="365" y="79"/>
                    </a:lnTo>
                    <a:lnTo>
                      <a:pt x="368" y="79"/>
                    </a:lnTo>
                    <a:lnTo>
                      <a:pt x="368" y="80"/>
                    </a:lnTo>
                    <a:lnTo>
                      <a:pt x="366" y="82"/>
                    </a:lnTo>
                    <a:lnTo>
                      <a:pt x="363" y="83"/>
                    </a:lnTo>
                    <a:lnTo>
                      <a:pt x="363" y="83"/>
                    </a:lnTo>
                    <a:lnTo>
                      <a:pt x="362" y="82"/>
                    </a:lnTo>
                    <a:lnTo>
                      <a:pt x="365" y="79"/>
                    </a:lnTo>
                    <a:close/>
                    <a:moveTo>
                      <a:pt x="319" y="86"/>
                    </a:moveTo>
                    <a:lnTo>
                      <a:pt x="319" y="86"/>
                    </a:lnTo>
                    <a:lnTo>
                      <a:pt x="321" y="85"/>
                    </a:lnTo>
                    <a:lnTo>
                      <a:pt x="324" y="83"/>
                    </a:lnTo>
                    <a:lnTo>
                      <a:pt x="326" y="82"/>
                    </a:lnTo>
                    <a:lnTo>
                      <a:pt x="328" y="82"/>
                    </a:lnTo>
                    <a:lnTo>
                      <a:pt x="328" y="82"/>
                    </a:lnTo>
                    <a:lnTo>
                      <a:pt x="321" y="86"/>
                    </a:lnTo>
                    <a:lnTo>
                      <a:pt x="321" y="86"/>
                    </a:lnTo>
                    <a:lnTo>
                      <a:pt x="314" y="90"/>
                    </a:lnTo>
                    <a:lnTo>
                      <a:pt x="314" y="90"/>
                    </a:lnTo>
                    <a:lnTo>
                      <a:pt x="319" y="86"/>
                    </a:lnTo>
                    <a:close/>
                    <a:moveTo>
                      <a:pt x="365" y="77"/>
                    </a:moveTo>
                    <a:lnTo>
                      <a:pt x="361" y="80"/>
                    </a:lnTo>
                    <a:lnTo>
                      <a:pt x="358" y="80"/>
                    </a:lnTo>
                    <a:lnTo>
                      <a:pt x="358" y="80"/>
                    </a:lnTo>
                    <a:lnTo>
                      <a:pt x="361" y="77"/>
                    </a:lnTo>
                    <a:lnTo>
                      <a:pt x="365" y="77"/>
                    </a:lnTo>
                    <a:close/>
                    <a:moveTo>
                      <a:pt x="385" y="75"/>
                    </a:moveTo>
                    <a:lnTo>
                      <a:pt x="385" y="75"/>
                    </a:lnTo>
                    <a:lnTo>
                      <a:pt x="388" y="73"/>
                    </a:lnTo>
                    <a:lnTo>
                      <a:pt x="391" y="73"/>
                    </a:lnTo>
                    <a:lnTo>
                      <a:pt x="392" y="73"/>
                    </a:lnTo>
                    <a:lnTo>
                      <a:pt x="396" y="72"/>
                    </a:lnTo>
                    <a:lnTo>
                      <a:pt x="396" y="72"/>
                    </a:lnTo>
                    <a:lnTo>
                      <a:pt x="389" y="75"/>
                    </a:lnTo>
                    <a:lnTo>
                      <a:pt x="386" y="75"/>
                    </a:lnTo>
                    <a:lnTo>
                      <a:pt x="385" y="75"/>
                    </a:lnTo>
                    <a:close/>
                    <a:moveTo>
                      <a:pt x="399" y="72"/>
                    </a:moveTo>
                    <a:lnTo>
                      <a:pt x="403" y="70"/>
                    </a:lnTo>
                    <a:lnTo>
                      <a:pt x="403" y="70"/>
                    </a:lnTo>
                    <a:lnTo>
                      <a:pt x="398" y="75"/>
                    </a:lnTo>
                    <a:lnTo>
                      <a:pt x="396" y="75"/>
                    </a:lnTo>
                    <a:lnTo>
                      <a:pt x="395" y="75"/>
                    </a:lnTo>
                    <a:lnTo>
                      <a:pt x="395" y="75"/>
                    </a:lnTo>
                    <a:lnTo>
                      <a:pt x="398" y="73"/>
                    </a:lnTo>
                    <a:lnTo>
                      <a:pt x="399" y="72"/>
                    </a:lnTo>
                    <a:close/>
                    <a:moveTo>
                      <a:pt x="510" y="72"/>
                    </a:moveTo>
                    <a:lnTo>
                      <a:pt x="510" y="72"/>
                    </a:lnTo>
                    <a:lnTo>
                      <a:pt x="503" y="73"/>
                    </a:lnTo>
                    <a:lnTo>
                      <a:pt x="503" y="73"/>
                    </a:lnTo>
                    <a:lnTo>
                      <a:pt x="526" y="69"/>
                    </a:lnTo>
                    <a:lnTo>
                      <a:pt x="526" y="69"/>
                    </a:lnTo>
                    <a:lnTo>
                      <a:pt x="547" y="66"/>
                    </a:lnTo>
                    <a:lnTo>
                      <a:pt x="547" y="66"/>
                    </a:lnTo>
                    <a:lnTo>
                      <a:pt x="545" y="67"/>
                    </a:lnTo>
                    <a:lnTo>
                      <a:pt x="542" y="67"/>
                    </a:lnTo>
                    <a:lnTo>
                      <a:pt x="539" y="67"/>
                    </a:lnTo>
                    <a:lnTo>
                      <a:pt x="535" y="69"/>
                    </a:lnTo>
                    <a:lnTo>
                      <a:pt x="535" y="69"/>
                    </a:lnTo>
                    <a:lnTo>
                      <a:pt x="539" y="69"/>
                    </a:lnTo>
                    <a:lnTo>
                      <a:pt x="539" y="69"/>
                    </a:lnTo>
                    <a:lnTo>
                      <a:pt x="539" y="70"/>
                    </a:lnTo>
                    <a:lnTo>
                      <a:pt x="539" y="70"/>
                    </a:lnTo>
                    <a:lnTo>
                      <a:pt x="535" y="70"/>
                    </a:lnTo>
                    <a:lnTo>
                      <a:pt x="530" y="69"/>
                    </a:lnTo>
                    <a:lnTo>
                      <a:pt x="530" y="69"/>
                    </a:lnTo>
                    <a:lnTo>
                      <a:pt x="525" y="70"/>
                    </a:lnTo>
                    <a:lnTo>
                      <a:pt x="525" y="70"/>
                    </a:lnTo>
                    <a:lnTo>
                      <a:pt x="520" y="70"/>
                    </a:lnTo>
                    <a:lnTo>
                      <a:pt x="518" y="72"/>
                    </a:lnTo>
                    <a:lnTo>
                      <a:pt x="518" y="72"/>
                    </a:lnTo>
                    <a:lnTo>
                      <a:pt x="522" y="72"/>
                    </a:lnTo>
                    <a:lnTo>
                      <a:pt x="526" y="72"/>
                    </a:lnTo>
                    <a:lnTo>
                      <a:pt x="526" y="72"/>
                    </a:lnTo>
                    <a:lnTo>
                      <a:pt x="523" y="73"/>
                    </a:lnTo>
                    <a:lnTo>
                      <a:pt x="519" y="75"/>
                    </a:lnTo>
                    <a:lnTo>
                      <a:pt x="519" y="75"/>
                    </a:lnTo>
                    <a:lnTo>
                      <a:pt x="518" y="73"/>
                    </a:lnTo>
                    <a:lnTo>
                      <a:pt x="518" y="73"/>
                    </a:lnTo>
                    <a:lnTo>
                      <a:pt x="518" y="73"/>
                    </a:lnTo>
                    <a:lnTo>
                      <a:pt x="515" y="73"/>
                    </a:lnTo>
                    <a:lnTo>
                      <a:pt x="515" y="73"/>
                    </a:lnTo>
                    <a:lnTo>
                      <a:pt x="515" y="73"/>
                    </a:lnTo>
                    <a:lnTo>
                      <a:pt x="515" y="75"/>
                    </a:lnTo>
                    <a:lnTo>
                      <a:pt x="516" y="75"/>
                    </a:lnTo>
                    <a:lnTo>
                      <a:pt x="515" y="76"/>
                    </a:lnTo>
                    <a:lnTo>
                      <a:pt x="515" y="76"/>
                    </a:lnTo>
                    <a:lnTo>
                      <a:pt x="508" y="76"/>
                    </a:lnTo>
                    <a:lnTo>
                      <a:pt x="508" y="76"/>
                    </a:lnTo>
                    <a:lnTo>
                      <a:pt x="510" y="75"/>
                    </a:lnTo>
                    <a:lnTo>
                      <a:pt x="512" y="73"/>
                    </a:lnTo>
                    <a:lnTo>
                      <a:pt x="510" y="72"/>
                    </a:lnTo>
                    <a:close/>
                    <a:moveTo>
                      <a:pt x="383" y="70"/>
                    </a:moveTo>
                    <a:lnTo>
                      <a:pt x="383" y="70"/>
                    </a:lnTo>
                    <a:lnTo>
                      <a:pt x="388" y="70"/>
                    </a:lnTo>
                    <a:lnTo>
                      <a:pt x="392" y="69"/>
                    </a:lnTo>
                    <a:lnTo>
                      <a:pt x="399" y="66"/>
                    </a:lnTo>
                    <a:lnTo>
                      <a:pt x="399" y="66"/>
                    </a:lnTo>
                    <a:lnTo>
                      <a:pt x="398" y="67"/>
                    </a:lnTo>
                    <a:lnTo>
                      <a:pt x="398" y="69"/>
                    </a:lnTo>
                    <a:lnTo>
                      <a:pt x="398" y="69"/>
                    </a:lnTo>
                    <a:lnTo>
                      <a:pt x="395" y="70"/>
                    </a:lnTo>
                    <a:lnTo>
                      <a:pt x="395" y="70"/>
                    </a:lnTo>
                    <a:lnTo>
                      <a:pt x="392" y="72"/>
                    </a:lnTo>
                    <a:lnTo>
                      <a:pt x="392" y="70"/>
                    </a:lnTo>
                    <a:lnTo>
                      <a:pt x="392" y="70"/>
                    </a:lnTo>
                    <a:lnTo>
                      <a:pt x="392" y="69"/>
                    </a:lnTo>
                    <a:lnTo>
                      <a:pt x="392" y="69"/>
                    </a:lnTo>
                    <a:lnTo>
                      <a:pt x="388" y="72"/>
                    </a:lnTo>
                    <a:lnTo>
                      <a:pt x="382" y="73"/>
                    </a:lnTo>
                    <a:lnTo>
                      <a:pt x="382" y="73"/>
                    </a:lnTo>
                    <a:lnTo>
                      <a:pt x="381" y="75"/>
                    </a:lnTo>
                    <a:lnTo>
                      <a:pt x="381" y="73"/>
                    </a:lnTo>
                    <a:lnTo>
                      <a:pt x="383" y="70"/>
                    </a:lnTo>
                    <a:close/>
                    <a:moveTo>
                      <a:pt x="343" y="75"/>
                    </a:moveTo>
                    <a:lnTo>
                      <a:pt x="343" y="75"/>
                    </a:lnTo>
                    <a:lnTo>
                      <a:pt x="338" y="79"/>
                    </a:lnTo>
                    <a:lnTo>
                      <a:pt x="334" y="80"/>
                    </a:lnTo>
                    <a:lnTo>
                      <a:pt x="334" y="80"/>
                    </a:lnTo>
                    <a:lnTo>
                      <a:pt x="338" y="77"/>
                    </a:lnTo>
                    <a:lnTo>
                      <a:pt x="343" y="75"/>
                    </a:lnTo>
                    <a:close/>
                    <a:moveTo>
                      <a:pt x="428" y="67"/>
                    </a:moveTo>
                    <a:lnTo>
                      <a:pt x="428" y="67"/>
                    </a:lnTo>
                    <a:lnTo>
                      <a:pt x="423" y="70"/>
                    </a:lnTo>
                    <a:lnTo>
                      <a:pt x="423" y="70"/>
                    </a:lnTo>
                    <a:lnTo>
                      <a:pt x="421" y="70"/>
                    </a:lnTo>
                    <a:lnTo>
                      <a:pt x="421" y="70"/>
                    </a:lnTo>
                    <a:lnTo>
                      <a:pt x="423" y="69"/>
                    </a:lnTo>
                    <a:lnTo>
                      <a:pt x="428" y="67"/>
                    </a:lnTo>
                    <a:close/>
                    <a:moveTo>
                      <a:pt x="459" y="50"/>
                    </a:moveTo>
                    <a:lnTo>
                      <a:pt x="459" y="50"/>
                    </a:lnTo>
                    <a:lnTo>
                      <a:pt x="465" y="49"/>
                    </a:lnTo>
                    <a:lnTo>
                      <a:pt x="465" y="49"/>
                    </a:lnTo>
                    <a:lnTo>
                      <a:pt x="459" y="50"/>
                    </a:lnTo>
                    <a:lnTo>
                      <a:pt x="455" y="52"/>
                    </a:lnTo>
                    <a:lnTo>
                      <a:pt x="448" y="50"/>
                    </a:lnTo>
                    <a:lnTo>
                      <a:pt x="448" y="50"/>
                    </a:lnTo>
                    <a:lnTo>
                      <a:pt x="442" y="53"/>
                    </a:lnTo>
                    <a:lnTo>
                      <a:pt x="442" y="53"/>
                    </a:lnTo>
                    <a:lnTo>
                      <a:pt x="436" y="55"/>
                    </a:lnTo>
                    <a:lnTo>
                      <a:pt x="436" y="55"/>
                    </a:lnTo>
                    <a:lnTo>
                      <a:pt x="429" y="56"/>
                    </a:lnTo>
                    <a:lnTo>
                      <a:pt x="429" y="56"/>
                    </a:lnTo>
                    <a:lnTo>
                      <a:pt x="418" y="60"/>
                    </a:lnTo>
                    <a:lnTo>
                      <a:pt x="418" y="60"/>
                    </a:lnTo>
                    <a:lnTo>
                      <a:pt x="415" y="63"/>
                    </a:lnTo>
                    <a:lnTo>
                      <a:pt x="412" y="66"/>
                    </a:lnTo>
                    <a:lnTo>
                      <a:pt x="412" y="66"/>
                    </a:lnTo>
                    <a:lnTo>
                      <a:pt x="411" y="66"/>
                    </a:lnTo>
                    <a:lnTo>
                      <a:pt x="409" y="66"/>
                    </a:lnTo>
                    <a:lnTo>
                      <a:pt x="406" y="67"/>
                    </a:lnTo>
                    <a:lnTo>
                      <a:pt x="403" y="69"/>
                    </a:lnTo>
                    <a:lnTo>
                      <a:pt x="403" y="69"/>
                    </a:lnTo>
                    <a:lnTo>
                      <a:pt x="412" y="63"/>
                    </a:lnTo>
                    <a:lnTo>
                      <a:pt x="418" y="59"/>
                    </a:lnTo>
                    <a:lnTo>
                      <a:pt x="418" y="59"/>
                    </a:lnTo>
                    <a:lnTo>
                      <a:pt x="425" y="57"/>
                    </a:lnTo>
                    <a:lnTo>
                      <a:pt x="432" y="55"/>
                    </a:lnTo>
                    <a:lnTo>
                      <a:pt x="446" y="49"/>
                    </a:lnTo>
                    <a:lnTo>
                      <a:pt x="446" y="49"/>
                    </a:lnTo>
                    <a:lnTo>
                      <a:pt x="443" y="50"/>
                    </a:lnTo>
                    <a:lnTo>
                      <a:pt x="442" y="52"/>
                    </a:lnTo>
                    <a:lnTo>
                      <a:pt x="442" y="52"/>
                    </a:lnTo>
                    <a:lnTo>
                      <a:pt x="442" y="52"/>
                    </a:lnTo>
                    <a:lnTo>
                      <a:pt x="453" y="47"/>
                    </a:lnTo>
                    <a:lnTo>
                      <a:pt x="453" y="47"/>
                    </a:lnTo>
                    <a:lnTo>
                      <a:pt x="450" y="47"/>
                    </a:lnTo>
                    <a:lnTo>
                      <a:pt x="450" y="47"/>
                    </a:lnTo>
                    <a:lnTo>
                      <a:pt x="450" y="47"/>
                    </a:lnTo>
                    <a:lnTo>
                      <a:pt x="450" y="47"/>
                    </a:lnTo>
                    <a:lnTo>
                      <a:pt x="459" y="45"/>
                    </a:lnTo>
                    <a:lnTo>
                      <a:pt x="463" y="43"/>
                    </a:lnTo>
                    <a:lnTo>
                      <a:pt x="465" y="43"/>
                    </a:lnTo>
                    <a:lnTo>
                      <a:pt x="465" y="43"/>
                    </a:lnTo>
                    <a:lnTo>
                      <a:pt x="460" y="45"/>
                    </a:lnTo>
                    <a:lnTo>
                      <a:pt x="456" y="47"/>
                    </a:lnTo>
                    <a:lnTo>
                      <a:pt x="455" y="49"/>
                    </a:lnTo>
                    <a:lnTo>
                      <a:pt x="456" y="49"/>
                    </a:lnTo>
                    <a:lnTo>
                      <a:pt x="456" y="49"/>
                    </a:lnTo>
                    <a:lnTo>
                      <a:pt x="459" y="47"/>
                    </a:lnTo>
                    <a:lnTo>
                      <a:pt x="463" y="46"/>
                    </a:lnTo>
                    <a:lnTo>
                      <a:pt x="463" y="46"/>
                    </a:lnTo>
                    <a:lnTo>
                      <a:pt x="472" y="46"/>
                    </a:lnTo>
                    <a:lnTo>
                      <a:pt x="472" y="46"/>
                    </a:lnTo>
                    <a:lnTo>
                      <a:pt x="462" y="47"/>
                    </a:lnTo>
                    <a:lnTo>
                      <a:pt x="459" y="49"/>
                    </a:lnTo>
                    <a:lnTo>
                      <a:pt x="458" y="50"/>
                    </a:lnTo>
                    <a:lnTo>
                      <a:pt x="459" y="50"/>
                    </a:lnTo>
                    <a:close/>
                    <a:moveTo>
                      <a:pt x="463" y="46"/>
                    </a:moveTo>
                    <a:lnTo>
                      <a:pt x="463" y="46"/>
                    </a:lnTo>
                    <a:lnTo>
                      <a:pt x="465" y="45"/>
                    </a:lnTo>
                    <a:lnTo>
                      <a:pt x="465" y="45"/>
                    </a:lnTo>
                    <a:lnTo>
                      <a:pt x="470" y="42"/>
                    </a:lnTo>
                    <a:lnTo>
                      <a:pt x="470" y="42"/>
                    </a:lnTo>
                    <a:lnTo>
                      <a:pt x="470" y="43"/>
                    </a:lnTo>
                    <a:lnTo>
                      <a:pt x="472" y="43"/>
                    </a:lnTo>
                    <a:lnTo>
                      <a:pt x="476" y="42"/>
                    </a:lnTo>
                    <a:lnTo>
                      <a:pt x="476" y="42"/>
                    </a:lnTo>
                    <a:lnTo>
                      <a:pt x="470" y="45"/>
                    </a:lnTo>
                    <a:lnTo>
                      <a:pt x="470" y="45"/>
                    </a:lnTo>
                    <a:lnTo>
                      <a:pt x="463" y="46"/>
                    </a:lnTo>
                    <a:close/>
                    <a:moveTo>
                      <a:pt x="343" y="75"/>
                    </a:moveTo>
                    <a:lnTo>
                      <a:pt x="343" y="75"/>
                    </a:lnTo>
                    <a:lnTo>
                      <a:pt x="346" y="73"/>
                    </a:lnTo>
                    <a:lnTo>
                      <a:pt x="346" y="73"/>
                    </a:lnTo>
                    <a:lnTo>
                      <a:pt x="351" y="70"/>
                    </a:lnTo>
                    <a:lnTo>
                      <a:pt x="351" y="70"/>
                    </a:lnTo>
                    <a:lnTo>
                      <a:pt x="359" y="67"/>
                    </a:lnTo>
                    <a:lnTo>
                      <a:pt x="359" y="67"/>
                    </a:lnTo>
                    <a:lnTo>
                      <a:pt x="349" y="73"/>
                    </a:lnTo>
                    <a:lnTo>
                      <a:pt x="349" y="73"/>
                    </a:lnTo>
                    <a:lnTo>
                      <a:pt x="346" y="75"/>
                    </a:lnTo>
                    <a:lnTo>
                      <a:pt x="343" y="75"/>
                    </a:lnTo>
                    <a:close/>
                    <a:moveTo>
                      <a:pt x="389" y="67"/>
                    </a:moveTo>
                    <a:lnTo>
                      <a:pt x="389" y="67"/>
                    </a:lnTo>
                    <a:lnTo>
                      <a:pt x="386" y="67"/>
                    </a:lnTo>
                    <a:lnTo>
                      <a:pt x="382" y="69"/>
                    </a:lnTo>
                    <a:lnTo>
                      <a:pt x="382" y="69"/>
                    </a:lnTo>
                    <a:lnTo>
                      <a:pt x="385" y="67"/>
                    </a:lnTo>
                    <a:lnTo>
                      <a:pt x="386" y="66"/>
                    </a:lnTo>
                    <a:lnTo>
                      <a:pt x="389" y="66"/>
                    </a:lnTo>
                    <a:lnTo>
                      <a:pt x="389" y="67"/>
                    </a:lnTo>
                    <a:close/>
                    <a:moveTo>
                      <a:pt x="409" y="60"/>
                    </a:moveTo>
                    <a:lnTo>
                      <a:pt x="409" y="60"/>
                    </a:lnTo>
                    <a:lnTo>
                      <a:pt x="403" y="63"/>
                    </a:lnTo>
                    <a:lnTo>
                      <a:pt x="401" y="65"/>
                    </a:lnTo>
                    <a:lnTo>
                      <a:pt x="399" y="63"/>
                    </a:lnTo>
                    <a:lnTo>
                      <a:pt x="399" y="63"/>
                    </a:lnTo>
                    <a:lnTo>
                      <a:pt x="409" y="60"/>
                    </a:lnTo>
                    <a:close/>
                    <a:moveTo>
                      <a:pt x="368" y="63"/>
                    </a:moveTo>
                    <a:lnTo>
                      <a:pt x="368" y="63"/>
                    </a:lnTo>
                    <a:lnTo>
                      <a:pt x="365" y="66"/>
                    </a:lnTo>
                    <a:lnTo>
                      <a:pt x="361" y="67"/>
                    </a:lnTo>
                    <a:lnTo>
                      <a:pt x="361" y="67"/>
                    </a:lnTo>
                    <a:lnTo>
                      <a:pt x="363" y="65"/>
                    </a:lnTo>
                    <a:lnTo>
                      <a:pt x="368" y="63"/>
                    </a:lnTo>
                    <a:close/>
                    <a:moveTo>
                      <a:pt x="559" y="66"/>
                    </a:moveTo>
                    <a:lnTo>
                      <a:pt x="559" y="66"/>
                    </a:lnTo>
                    <a:lnTo>
                      <a:pt x="556" y="67"/>
                    </a:lnTo>
                    <a:lnTo>
                      <a:pt x="556" y="67"/>
                    </a:lnTo>
                    <a:lnTo>
                      <a:pt x="555" y="67"/>
                    </a:lnTo>
                    <a:lnTo>
                      <a:pt x="553" y="69"/>
                    </a:lnTo>
                    <a:lnTo>
                      <a:pt x="553" y="69"/>
                    </a:lnTo>
                    <a:lnTo>
                      <a:pt x="552" y="69"/>
                    </a:lnTo>
                    <a:lnTo>
                      <a:pt x="553" y="67"/>
                    </a:lnTo>
                    <a:lnTo>
                      <a:pt x="556" y="66"/>
                    </a:lnTo>
                    <a:lnTo>
                      <a:pt x="559" y="66"/>
                    </a:lnTo>
                    <a:close/>
                    <a:moveTo>
                      <a:pt x="570" y="65"/>
                    </a:moveTo>
                    <a:lnTo>
                      <a:pt x="570" y="65"/>
                    </a:lnTo>
                    <a:lnTo>
                      <a:pt x="570" y="66"/>
                    </a:lnTo>
                    <a:lnTo>
                      <a:pt x="567" y="66"/>
                    </a:lnTo>
                    <a:lnTo>
                      <a:pt x="562" y="69"/>
                    </a:lnTo>
                    <a:lnTo>
                      <a:pt x="562" y="69"/>
                    </a:lnTo>
                    <a:lnTo>
                      <a:pt x="559" y="67"/>
                    </a:lnTo>
                    <a:lnTo>
                      <a:pt x="559" y="67"/>
                    </a:lnTo>
                    <a:lnTo>
                      <a:pt x="565" y="66"/>
                    </a:lnTo>
                    <a:lnTo>
                      <a:pt x="570" y="65"/>
                    </a:lnTo>
                    <a:close/>
                    <a:moveTo>
                      <a:pt x="439" y="50"/>
                    </a:moveTo>
                    <a:lnTo>
                      <a:pt x="439" y="50"/>
                    </a:lnTo>
                    <a:lnTo>
                      <a:pt x="432" y="53"/>
                    </a:lnTo>
                    <a:lnTo>
                      <a:pt x="429" y="55"/>
                    </a:lnTo>
                    <a:lnTo>
                      <a:pt x="429" y="53"/>
                    </a:lnTo>
                    <a:lnTo>
                      <a:pt x="429" y="53"/>
                    </a:lnTo>
                    <a:lnTo>
                      <a:pt x="433" y="52"/>
                    </a:lnTo>
                    <a:lnTo>
                      <a:pt x="439" y="50"/>
                    </a:lnTo>
                    <a:close/>
                    <a:moveTo>
                      <a:pt x="416" y="47"/>
                    </a:moveTo>
                    <a:lnTo>
                      <a:pt x="416" y="47"/>
                    </a:lnTo>
                    <a:lnTo>
                      <a:pt x="412" y="49"/>
                    </a:lnTo>
                    <a:lnTo>
                      <a:pt x="409" y="50"/>
                    </a:lnTo>
                    <a:lnTo>
                      <a:pt x="409" y="50"/>
                    </a:lnTo>
                    <a:lnTo>
                      <a:pt x="412" y="47"/>
                    </a:lnTo>
                    <a:lnTo>
                      <a:pt x="416" y="47"/>
                    </a:lnTo>
                    <a:close/>
                    <a:moveTo>
                      <a:pt x="483" y="43"/>
                    </a:moveTo>
                    <a:lnTo>
                      <a:pt x="483" y="43"/>
                    </a:lnTo>
                    <a:lnTo>
                      <a:pt x="492" y="40"/>
                    </a:lnTo>
                    <a:lnTo>
                      <a:pt x="492" y="40"/>
                    </a:lnTo>
                    <a:lnTo>
                      <a:pt x="489" y="43"/>
                    </a:lnTo>
                    <a:lnTo>
                      <a:pt x="483" y="45"/>
                    </a:lnTo>
                    <a:lnTo>
                      <a:pt x="483" y="45"/>
                    </a:lnTo>
                    <a:lnTo>
                      <a:pt x="485" y="43"/>
                    </a:lnTo>
                    <a:lnTo>
                      <a:pt x="483" y="43"/>
                    </a:lnTo>
                    <a:lnTo>
                      <a:pt x="483" y="43"/>
                    </a:lnTo>
                    <a:lnTo>
                      <a:pt x="483" y="43"/>
                    </a:lnTo>
                    <a:close/>
                    <a:moveTo>
                      <a:pt x="508" y="40"/>
                    </a:moveTo>
                    <a:lnTo>
                      <a:pt x="508" y="40"/>
                    </a:lnTo>
                    <a:lnTo>
                      <a:pt x="512" y="40"/>
                    </a:lnTo>
                    <a:lnTo>
                      <a:pt x="512" y="40"/>
                    </a:lnTo>
                    <a:lnTo>
                      <a:pt x="510" y="42"/>
                    </a:lnTo>
                    <a:lnTo>
                      <a:pt x="510" y="42"/>
                    </a:lnTo>
                    <a:lnTo>
                      <a:pt x="510" y="42"/>
                    </a:lnTo>
                    <a:lnTo>
                      <a:pt x="510" y="43"/>
                    </a:lnTo>
                    <a:lnTo>
                      <a:pt x="510" y="43"/>
                    </a:lnTo>
                    <a:lnTo>
                      <a:pt x="508" y="43"/>
                    </a:lnTo>
                    <a:lnTo>
                      <a:pt x="506" y="43"/>
                    </a:lnTo>
                    <a:lnTo>
                      <a:pt x="508" y="45"/>
                    </a:lnTo>
                    <a:lnTo>
                      <a:pt x="506" y="45"/>
                    </a:lnTo>
                    <a:lnTo>
                      <a:pt x="506" y="45"/>
                    </a:lnTo>
                    <a:lnTo>
                      <a:pt x="502" y="46"/>
                    </a:lnTo>
                    <a:lnTo>
                      <a:pt x="498" y="46"/>
                    </a:lnTo>
                    <a:lnTo>
                      <a:pt x="498" y="46"/>
                    </a:lnTo>
                    <a:lnTo>
                      <a:pt x="503" y="43"/>
                    </a:lnTo>
                    <a:lnTo>
                      <a:pt x="508" y="40"/>
                    </a:lnTo>
                    <a:close/>
                    <a:moveTo>
                      <a:pt x="493" y="37"/>
                    </a:moveTo>
                    <a:lnTo>
                      <a:pt x="493" y="37"/>
                    </a:lnTo>
                    <a:lnTo>
                      <a:pt x="496" y="37"/>
                    </a:lnTo>
                    <a:lnTo>
                      <a:pt x="498" y="37"/>
                    </a:lnTo>
                    <a:lnTo>
                      <a:pt x="496" y="39"/>
                    </a:lnTo>
                    <a:lnTo>
                      <a:pt x="496" y="39"/>
                    </a:lnTo>
                    <a:lnTo>
                      <a:pt x="489" y="40"/>
                    </a:lnTo>
                    <a:lnTo>
                      <a:pt x="489" y="40"/>
                    </a:lnTo>
                    <a:lnTo>
                      <a:pt x="485" y="40"/>
                    </a:lnTo>
                    <a:lnTo>
                      <a:pt x="482" y="42"/>
                    </a:lnTo>
                    <a:lnTo>
                      <a:pt x="482" y="42"/>
                    </a:lnTo>
                    <a:lnTo>
                      <a:pt x="488" y="39"/>
                    </a:lnTo>
                    <a:lnTo>
                      <a:pt x="493" y="37"/>
                    </a:lnTo>
                    <a:close/>
                    <a:moveTo>
                      <a:pt x="779" y="150"/>
                    </a:moveTo>
                    <a:lnTo>
                      <a:pt x="779" y="150"/>
                    </a:lnTo>
                    <a:lnTo>
                      <a:pt x="780" y="152"/>
                    </a:lnTo>
                    <a:lnTo>
                      <a:pt x="780" y="152"/>
                    </a:lnTo>
                    <a:lnTo>
                      <a:pt x="776" y="152"/>
                    </a:lnTo>
                    <a:lnTo>
                      <a:pt x="776" y="152"/>
                    </a:lnTo>
                    <a:lnTo>
                      <a:pt x="773" y="150"/>
                    </a:lnTo>
                    <a:lnTo>
                      <a:pt x="773" y="150"/>
                    </a:lnTo>
                    <a:lnTo>
                      <a:pt x="774" y="150"/>
                    </a:lnTo>
                    <a:lnTo>
                      <a:pt x="774" y="150"/>
                    </a:lnTo>
                    <a:lnTo>
                      <a:pt x="779" y="150"/>
                    </a:lnTo>
                    <a:close/>
                    <a:moveTo>
                      <a:pt x="619" y="63"/>
                    </a:moveTo>
                    <a:lnTo>
                      <a:pt x="619" y="63"/>
                    </a:lnTo>
                    <a:lnTo>
                      <a:pt x="624" y="62"/>
                    </a:lnTo>
                    <a:lnTo>
                      <a:pt x="629" y="63"/>
                    </a:lnTo>
                    <a:lnTo>
                      <a:pt x="629" y="63"/>
                    </a:lnTo>
                    <a:lnTo>
                      <a:pt x="624" y="66"/>
                    </a:lnTo>
                    <a:lnTo>
                      <a:pt x="623" y="66"/>
                    </a:lnTo>
                    <a:lnTo>
                      <a:pt x="619" y="66"/>
                    </a:lnTo>
                    <a:lnTo>
                      <a:pt x="619" y="66"/>
                    </a:lnTo>
                    <a:lnTo>
                      <a:pt x="622" y="65"/>
                    </a:lnTo>
                    <a:lnTo>
                      <a:pt x="622" y="63"/>
                    </a:lnTo>
                    <a:lnTo>
                      <a:pt x="619" y="63"/>
                    </a:lnTo>
                    <a:close/>
                    <a:moveTo>
                      <a:pt x="532" y="37"/>
                    </a:moveTo>
                    <a:lnTo>
                      <a:pt x="532" y="37"/>
                    </a:lnTo>
                    <a:lnTo>
                      <a:pt x="527" y="37"/>
                    </a:lnTo>
                    <a:lnTo>
                      <a:pt x="527" y="37"/>
                    </a:lnTo>
                    <a:lnTo>
                      <a:pt x="527" y="36"/>
                    </a:lnTo>
                    <a:lnTo>
                      <a:pt x="527" y="36"/>
                    </a:lnTo>
                    <a:lnTo>
                      <a:pt x="513" y="39"/>
                    </a:lnTo>
                    <a:lnTo>
                      <a:pt x="513" y="39"/>
                    </a:lnTo>
                    <a:lnTo>
                      <a:pt x="508" y="40"/>
                    </a:lnTo>
                    <a:lnTo>
                      <a:pt x="502" y="39"/>
                    </a:lnTo>
                    <a:lnTo>
                      <a:pt x="502" y="39"/>
                    </a:lnTo>
                    <a:lnTo>
                      <a:pt x="516" y="37"/>
                    </a:lnTo>
                    <a:lnTo>
                      <a:pt x="516" y="37"/>
                    </a:lnTo>
                    <a:lnTo>
                      <a:pt x="523" y="36"/>
                    </a:lnTo>
                    <a:lnTo>
                      <a:pt x="523" y="36"/>
                    </a:lnTo>
                    <a:lnTo>
                      <a:pt x="529" y="35"/>
                    </a:lnTo>
                    <a:lnTo>
                      <a:pt x="529" y="35"/>
                    </a:lnTo>
                    <a:lnTo>
                      <a:pt x="529" y="35"/>
                    </a:lnTo>
                    <a:lnTo>
                      <a:pt x="529" y="35"/>
                    </a:lnTo>
                    <a:lnTo>
                      <a:pt x="532" y="36"/>
                    </a:lnTo>
                    <a:lnTo>
                      <a:pt x="532" y="36"/>
                    </a:lnTo>
                    <a:lnTo>
                      <a:pt x="532" y="35"/>
                    </a:lnTo>
                    <a:lnTo>
                      <a:pt x="537" y="35"/>
                    </a:lnTo>
                    <a:lnTo>
                      <a:pt x="537" y="35"/>
                    </a:lnTo>
                    <a:lnTo>
                      <a:pt x="537" y="35"/>
                    </a:lnTo>
                    <a:lnTo>
                      <a:pt x="537" y="36"/>
                    </a:lnTo>
                    <a:lnTo>
                      <a:pt x="537" y="36"/>
                    </a:lnTo>
                    <a:lnTo>
                      <a:pt x="540" y="35"/>
                    </a:lnTo>
                    <a:lnTo>
                      <a:pt x="545" y="33"/>
                    </a:lnTo>
                    <a:lnTo>
                      <a:pt x="545" y="33"/>
                    </a:lnTo>
                    <a:lnTo>
                      <a:pt x="543" y="33"/>
                    </a:lnTo>
                    <a:lnTo>
                      <a:pt x="546" y="33"/>
                    </a:lnTo>
                    <a:lnTo>
                      <a:pt x="552" y="32"/>
                    </a:lnTo>
                    <a:lnTo>
                      <a:pt x="552" y="32"/>
                    </a:lnTo>
                    <a:lnTo>
                      <a:pt x="549" y="33"/>
                    </a:lnTo>
                    <a:lnTo>
                      <a:pt x="543" y="36"/>
                    </a:lnTo>
                    <a:lnTo>
                      <a:pt x="543" y="36"/>
                    </a:lnTo>
                    <a:lnTo>
                      <a:pt x="536" y="36"/>
                    </a:lnTo>
                    <a:lnTo>
                      <a:pt x="532" y="37"/>
                    </a:lnTo>
                    <a:close/>
                    <a:moveTo>
                      <a:pt x="446" y="27"/>
                    </a:moveTo>
                    <a:lnTo>
                      <a:pt x="446" y="27"/>
                    </a:lnTo>
                    <a:lnTo>
                      <a:pt x="450" y="26"/>
                    </a:lnTo>
                    <a:lnTo>
                      <a:pt x="453" y="25"/>
                    </a:lnTo>
                    <a:lnTo>
                      <a:pt x="459" y="22"/>
                    </a:lnTo>
                    <a:lnTo>
                      <a:pt x="459" y="22"/>
                    </a:lnTo>
                    <a:lnTo>
                      <a:pt x="460" y="22"/>
                    </a:lnTo>
                    <a:lnTo>
                      <a:pt x="460" y="23"/>
                    </a:lnTo>
                    <a:lnTo>
                      <a:pt x="460" y="23"/>
                    </a:lnTo>
                    <a:lnTo>
                      <a:pt x="455" y="26"/>
                    </a:lnTo>
                    <a:lnTo>
                      <a:pt x="455" y="26"/>
                    </a:lnTo>
                    <a:lnTo>
                      <a:pt x="452" y="27"/>
                    </a:lnTo>
                    <a:lnTo>
                      <a:pt x="448" y="29"/>
                    </a:lnTo>
                    <a:lnTo>
                      <a:pt x="448" y="29"/>
                    </a:lnTo>
                    <a:lnTo>
                      <a:pt x="445" y="29"/>
                    </a:lnTo>
                    <a:lnTo>
                      <a:pt x="446" y="27"/>
                    </a:lnTo>
                    <a:close/>
                    <a:moveTo>
                      <a:pt x="530" y="32"/>
                    </a:moveTo>
                    <a:lnTo>
                      <a:pt x="530" y="32"/>
                    </a:lnTo>
                    <a:lnTo>
                      <a:pt x="545" y="32"/>
                    </a:lnTo>
                    <a:lnTo>
                      <a:pt x="545" y="32"/>
                    </a:lnTo>
                    <a:lnTo>
                      <a:pt x="535" y="33"/>
                    </a:lnTo>
                    <a:lnTo>
                      <a:pt x="535" y="33"/>
                    </a:lnTo>
                    <a:lnTo>
                      <a:pt x="532" y="33"/>
                    </a:lnTo>
                    <a:lnTo>
                      <a:pt x="529" y="33"/>
                    </a:lnTo>
                    <a:lnTo>
                      <a:pt x="530" y="32"/>
                    </a:lnTo>
                    <a:close/>
                    <a:moveTo>
                      <a:pt x="488" y="23"/>
                    </a:moveTo>
                    <a:lnTo>
                      <a:pt x="488" y="23"/>
                    </a:lnTo>
                    <a:lnTo>
                      <a:pt x="485" y="25"/>
                    </a:lnTo>
                    <a:lnTo>
                      <a:pt x="479" y="26"/>
                    </a:lnTo>
                    <a:lnTo>
                      <a:pt x="479" y="26"/>
                    </a:lnTo>
                    <a:lnTo>
                      <a:pt x="483" y="23"/>
                    </a:lnTo>
                    <a:lnTo>
                      <a:pt x="488" y="23"/>
                    </a:lnTo>
                    <a:close/>
                    <a:moveTo>
                      <a:pt x="480" y="17"/>
                    </a:moveTo>
                    <a:lnTo>
                      <a:pt x="480" y="17"/>
                    </a:lnTo>
                    <a:lnTo>
                      <a:pt x="476" y="19"/>
                    </a:lnTo>
                    <a:lnTo>
                      <a:pt x="472" y="22"/>
                    </a:lnTo>
                    <a:lnTo>
                      <a:pt x="472" y="22"/>
                    </a:lnTo>
                    <a:lnTo>
                      <a:pt x="476" y="20"/>
                    </a:lnTo>
                    <a:lnTo>
                      <a:pt x="476" y="22"/>
                    </a:lnTo>
                    <a:lnTo>
                      <a:pt x="476" y="22"/>
                    </a:lnTo>
                    <a:lnTo>
                      <a:pt x="476" y="22"/>
                    </a:lnTo>
                    <a:lnTo>
                      <a:pt x="468" y="23"/>
                    </a:lnTo>
                    <a:lnTo>
                      <a:pt x="465" y="23"/>
                    </a:lnTo>
                    <a:lnTo>
                      <a:pt x="463" y="23"/>
                    </a:lnTo>
                    <a:lnTo>
                      <a:pt x="463" y="23"/>
                    </a:lnTo>
                    <a:lnTo>
                      <a:pt x="470" y="20"/>
                    </a:lnTo>
                    <a:lnTo>
                      <a:pt x="480" y="17"/>
                    </a:lnTo>
                    <a:close/>
                    <a:moveTo>
                      <a:pt x="557" y="32"/>
                    </a:moveTo>
                    <a:lnTo>
                      <a:pt x="557" y="32"/>
                    </a:lnTo>
                    <a:lnTo>
                      <a:pt x="559" y="33"/>
                    </a:lnTo>
                    <a:lnTo>
                      <a:pt x="562" y="32"/>
                    </a:lnTo>
                    <a:lnTo>
                      <a:pt x="565" y="32"/>
                    </a:lnTo>
                    <a:lnTo>
                      <a:pt x="565" y="33"/>
                    </a:lnTo>
                    <a:lnTo>
                      <a:pt x="565" y="33"/>
                    </a:lnTo>
                    <a:lnTo>
                      <a:pt x="559" y="33"/>
                    </a:lnTo>
                    <a:lnTo>
                      <a:pt x="556" y="33"/>
                    </a:lnTo>
                    <a:lnTo>
                      <a:pt x="557" y="32"/>
                    </a:lnTo>
                    <a:close/>
                    <a:moveTo>
                      <a:pt x="533" y="23"/>
                    </a:moveTo>
                    <a:lnTo>
                      <a:pt x="533" y="23"/>
                    </a:lnTo>
                    <a:lnTo>
                      <a:pt x="520" y="26"/>
                    </a:lnTo>
                    <a:lnTo>
                      <a:pt x="520" y="26"/>
                    </a:lnTo>
                    <a:lnTo>
                      <a:pt x="527" y="23"/>
                    </a:lnTo>
                    <a:lnTo>
                      <a:pt x="532" y="23"/>
                    </a:lnTo>
                    <a:lnTo>
                      <a:pt x="533" y="23"/>
                    </a:lnTo>
                    <a:close/>
                    <a:moveTo>
                      <a:pt x="492" y="17"/>
                    </a:moveTo>
                    <a:lnTo>
                      <a:pt x="492" y="17"/>
                    </a:lnTo>
                    <a:lnTo>
                      <a:pt x="489" y="19"/>
                    </a:lnTo>
                    <a:lnTo>
                      <a:pt x="489" y="19"/>
                    </a:lnTo>
                    <a:lnTo>
                      <a:pt x="483" y="20"/>
                    </a:lnTo>
                    <a:lnTo>
                      <a:pt x="479" y="20"/>
                    </a:lnTo>
                    <a:lnTo>
                      <a:pt x="479" y="20"/>
                    </a:lnTo>
                    <a:lnTo>
                      <a:pt x="479" y="20"/>
                    </a:lnTo>
                    <a:lnTo>
                      <a:pt x="485" y="19"/>
                    </a:lnTo>
                    <a:lnTo>
                      <a:pt x="488" y="17"/>
                    </a:lnTo>
                    <a:lnTo>
                      <a:pt x="492" y="17"/>
                    </a:lnTo>
                    <a:close/>
                    <a:moveTo>
                      <a:pt x="605" y="29"/>
                    </a:moveTo>
                    <a:lnTo>
                      <a:pt x="605" y="29"/>
                    </a:lnTo>
                    <a:lnTo>
                      <a:pt x="592" y="30"/>
                    </a:lnTo>
                    <a:lnTo>
                      <a:pt x="592" y="30"/>
                    </a:lnTo>
                    <a:lnTo>
                      <a:pt x="583" y="30"/>
                    </a:lnTo>
                    <a:lnTo>
                      <a:pt x="583" y="30"/>
                    </a:lnTo>
                    <a:lnTo>
                      <a:pt x="577" y="32"/>
                    </a:lnTo>
                    <a:lnTo>
                      <a:pt x="577" y="32"/>
                    </a:lnTo>
                    <a:lnTo>
                      <a:pt x="579" y="32"/>
                    </a:lnTo>
                    <a:lnTo>
                      <a:pt x="579" y="33"/>
                    </a:lnTo>
                    <a:lnTo>
                      <a:pt x="577" y="33"/>
                    </a:lnTo>
                    <a:lnTo>
                      <a:pt x="577" y="33"/>
                    </a:lnTo>
                    <a:lnTo>
                      <a:pt x="576" y="32"/>
                    </a:lnTo>
                    <a:lnTo>
                      <a:pt x="575" y="32"/>
                    </a:lnTo>
                    <a:lnTo>
                      <a:pt x="567" y="32"/>
                    </a:lnTo>
                    <a:lnTo>
                      <a:pt x="567" y="32"/>
                    </a:lnTo>
                    <a:lnTo>
                      <a:pt x="572" y="30"/>
                    </a:lnTo>
                    <a:lnTo>
                      <a:pt x="573" y="30"/>
                    </a:lnTo>
                    <a:lnTo>
                      <a:pt x="573" y="29"/>
                    </a:lnTo>
                    <a:lnTo>
                      <a:pt x="573" y="29"/>
                    </a:lnTo>
                    <a:lnTo>
                      <a:pt x="579" y="29"/>
                    </a:lnTo>
                    <a:lnTo>
                      <a:pt x="579" y="29"/>
                    </a:lnTo>
                    <a:lnTo>
                      <a:pt x="587" y="29"/>
                    </a:lnTo>
                    <a:lnTo>
                      <a:pt x="587" y="29"/>
                    </a:lnTo>
                    <a:lnTo>
                      <a:pt x="596" y="29"/>
                    </a:lnTo>
                    <a:lnTo>
                      <a:pt x="605" y="29"/>
                    </a:lnTo>
                    <a:close/>
                    <a:moveTo>
                      <a:pt x="836" y="174"/>
                    </a:moveTo>
                    <a:lnTo>
                      <a:pt x="836" y="174"/>
                    </a:lnTo>
                    <a:lnTo>
                      <a:pt x="830" y="173"/>
                    </a:lnTo>
                    <a:lnTo>
                      <a:pt x="828" y="172"/>
                    </a:lnTo>
                    <a:lnTo>
                      <a:pt x="827" y="170"/>
                    </a:lnTo>
                    <a:lnTo>
                      <a:pt x="827" y="170"/>
                    </a:lnTo>
                    <a:lnTo>
                      <a:pt x="833" y="172"/>
                    </a:lnTo>
                    <a:lnTo>
                      <a:pt x="834" y="173"/>
                    </a:lnTo>
                    <a:lnTo>
                      <a:pt x="836" y="174"/>
                    </a:lnTo>
                    <a:close/>
                    <a:moveTo>
                      <a:pt x="693" y="69"/>
                    </a:moveTo>
                    <a:lnTo>
                      <a:pt x="693" y="69"/>
                    </a:lnTo>
                    <a:lnTo>
                      <a:pt x="696" y="69"/>
                    </a:lnTo>
                    <a:lnTo>
                      <a:pt x="700" y="69"/>
                    </a:lnTo>
                    <a:lnTo>
                      <a:pt x="700" y="69"/>
                    </a:lnTo>
                    <a:lnTo>
                      <a:pt x="700" y="70"/>
                    </a:lnTo>
                    <a:lnTo>
                      <a:pt x="700" y="70"/>
                    </a:lnTo>
                    <a:lnTo>
                      <a:pt x="696" y="72"/>
                    </a:lnTo>
                    <a:lnTo>
                      <a:pt x="696" y="72"/>
                    </a:lnTo>
                    <a:lnTo>
                      <a:pt x="686" y="70"/>
                    </a:lnTo>
                    <a:lnTo>
                      <a:pt x="686" y="70"/>
                    </a:lnTo>
                    <a:lnTo>
                      <a:pt x="692" y="70"/>
                    </a:lnTo>
                    <a:lnTo>
                      <a:pt x="692" y="70"/>
                    </a:lnTo>
                    <a:lnTo>
                      <a:pt x="693" y="69"/>
                    </a:lnTo>
                    <a:close/>
                    <a:moveTo>
                      <a:pt x="515" y="15"/>
                    </a:moveTo>
                    <a:lnTo>
                      <a:pt x="515" y="15"/>
                    </a:lnTo>
                    <a:lnTo>
                      <a:pt x="505" y="16"/>
                    </a:lnTo>
                    <a:lnTo>
                      <a:pt x="493" y="17"/>
                    </a:lnTo>
                    <a:lnTo>
                      <a:pt x="493" y="17"/>
                    </a:lnTo>
                    <a:lnTo>
                      <a:pt x="498" y="16"/>
                    </a:lnTo>
                    <a:lnTo>
                      <a:pt x="498" y="16"/>
                    </a:lnTo>
                    <a:lnTo>
                      <a:pt x="515" y="15"/>
                    </a:lnTo>
                    <a:close/>
                    <a:moveTo>
                      <a:pt x="622" y="40"/>
                    </a:moveTo>
                    <a:lnTo>
                      <a:pt x="622" y="40"/>
                    </a:lnTo>
                    <a:lnTo>
                      <a:pt x="612" y="40"/>
                    </a:lnTo>
                    <a:lnTo>
                      <a:pt x="607" y="39"/>
                    </a:lnTo>
                    <a:lnTo>
                      <a:pt x="606" y="39"/>
                    </a:lnTo>
                    <a:lnTo>
                      <a:pt x="606" y="39"/>
                    </a:lnTo>
                    <a:lnTo>
                      <a:pt x="615" y="39"/>
                    </a:lnTo>
                    <a:lnTo>
                      <a:pt x="615" y="39"/>
                    </a:lnTo>
                    <a:lnTo>
                      <a:pt x="619" y="39"/>
                    </a:lnTo>
                    <a:lnTo>
                      <a:pt x="622" y="40"/>
                    </a:lnTo>
                    <a:close/>
                    <a:moveTo>
                      <a:pt x="612" y="33"/>
                    </a:moveTo>
                    <a:lnTo>
                      <a:pt x="612" y="33"/>
                    </a:lnTo>
                    <a:lnTo>
                      <a:pt x="620" y="35"/>
                    </a:lnTo>
                    <a:lnTo>
                      <a:pt x="629" y="35"/>
                    </a:lnTo>
                    <a:lnTo>
                      <a:pt x="629" y="35"/>
                    </a:lnTo>
                    <a:lnTo>
                      <a:pt x="616" y="36"/>
                    </a:lnTo>
                    <a:lnTo>
                      <a:pt x="607" y="35"/>
                    </a:lnTo>
                    <a:lnTo>
                      <a:pt x="607" y="35"/>
                    </a:lnTo>
                    <a:lnTo>
                      <a:pt x="610" y="35"/>
                    </a:lnTo>
                    <a:lnTo>
                      <a:pt x="612" y="33"/>
                    </a:lnTo>
                    <a:close/>
                    <a:moveTo>
                      <a:pt x="523" y="12"/>
                    </a:moveTo>
                    <a:lnTo>
                      <a:pt x="523" y="12"/>
                    </a:lnTo>
                    <a:lnTo>
                      <a:pt x="523" y="13"/>
                    </a:lnTo>
                    <a:lnTo>
                      <a:pt x="525" y="13"/>
                    </a:lnTo>
                    <a:lnTo>
                      <a:pt x="525" y="13"/>
                    </a:lnTo>
                    <a:lnTo>
                      <a:pt x="525" y="13"/>
                    </a:lnTo>
                    <a:lnTo>
                      <a:pt x="525" y="13"/>
                    </a:lnTo>
                    <a:lnTo>
                      <a:pt x="520" y="15"/>
                    </a:lnTo>
                    <a:lnTo>
                      <a:pt x="516" y="15"/>
                    </a:lnTo>
                    <a:lnTo>
                      <a:pt x="516" y="15"/>
                    </a:lnTo>
                    <a:lnTo>
                      <a:pt x="519" y="13"/>
                    </a:lnTo>
                    <a:lnTo>
                      <a:pt x="523" y="12"/>
                    </a:lnTo>
                    <a:close/>
                    <a:moveTo>
                      <a:pt x="546" y="10"/>
                    </a:moveTo>
                    <a:lnTo>
                      <a:pt x="546" y="10"/>
                    </a:lnTo>
                    <a:lnTo>
                      <a:pt x="540" y="12"/>
                    </a:lnTo>
                    <a:lnTo>
                      <a:pt x="535" y="13"/>
                    </a:lnTo>
                    <a:lnTo>
                      <a:pt x="535" y="13"/>
                    </a:lnTo>
                    <a:lnTo>
                      <a:pt x="540" y="10"/>
                    </a:lnTo>
                    <a:lnTo>
                      <a:pt x="546" y="10"/>
                    </a:lnTo>
                    <a:close/>
                    <a:moveTo>
                      <a:pt x="613" y="29"/>
                    </a:moveTo>
                    <a:lnTo>
                      <a:pt x="613" y="29"/>
                    </a:lnTo>
                    <a:lnTo>
                      <a:pt x="617" y="29"/>
                    </a:lnTo>
                    <a:lnTo>
                      <a:pt x="620" y="29"/>
                    </a:lnTo>
                    <a:lnTo>
                      <a:pt x="624" y="30"/>
                    </a:lnTo>
                    <a:lnTo>
                      <a:pt x="624" y="30"/>
                    </a:lnTo>
                    <a:lnTo>
                      <a:pt x="622" y="32"/>
                    </a:lnTo>
                    <a:lnTo>
                      <a:pt x="622" y="32"/>
                    </a:lnTo>
                    <a:lnTo>
                      <a:pt x="619" y="32"/>
                    </a:lnTo>
                    <a:lnTo>
                      <a:pt x="619" y="32"/>
                    </a:lnTo>
                    <a:lnTo>
                      <a:pt x="620" y="30"/>
                    </a:lnTo>
                    <a:lnTo>
                      <a:pt x="619" y="30"/>
                    </a:lnTo>
                    <a:lnTo>
                      <a:pt x="613" y="29"/>
                    </a:lnTo>
                    <a:close/>
                    <a:moveTo>
                      <a:pt x="535" y="7"/>
                    </a:moveTo>
                    <a:lnTo>
                      <a:pt x="535" y="7"/>
                    </a:lnTo>
                    <a:lnTo>
                      <a:pt x="543" y="6"/>
                    </a:lnTo>
                    <a:lnTo>
                      <a:pt x="543" y="6"/>
                    </a:lnTo>
                    <a:lnTo>
                      <a:pt x="549" y="6"/>
                    </a:lnTo>
                    <a:lnTo>
                      <a:pt x="549" y="6"/>
                    </a:lnTo>
                    <a:lnTo>
                      <a:pt x="553" y="6"/>
                    </a:lnTo>
                    <a:lnTo>
                      <a:pt x="553" y="6"/>
                    </a:lnTo>
                    <a:lnTo>
                      <a:pt x="549" y="6"/>
                    </a:lnTo>
                    <a:lnTo>
                      <a:pt x="547" y="7"/>
                    </a:lnTo>
                    <a:lnTo>
                      <a:pt x="546" y="9"/>
                    </a:lnTo>
                    <a:lnTo>
                      <a:pt x="543" y="9"/>
                    </a:lnTo>
                    <a:lnTo>
                      <a:pt x="543" y="9"/>
                    </a:lnTo>
                    <a:lnTo>
                      <a:pt x="540" y="9"/>
                    </a:lnTo>
                    <a:lnTo>
                      <a:pt x="540" y="7"/>
                    </a:lnTo>
                    <a:lnTo>
                      <a:pt x="540" y="7"/>
                    </a:lnTo>
                    <a:lnTo>
                      <a:pt x="539" y="7"/>
                    </a:lnTo>
                    <a:lnTo>
                      <a:pt x="539" y="7"/>
                    </a:lnTo>
                    <a:lnTo>
                      <a:pt x="537" y="9"/>
                    </a:lnTo>
                    <a:lnTo>
                      <a:pt x="535" y="10"/>
                    </a:lnTo>
                    <a:lnTo>
                      <a:pt x="535" y="10"/>
                    </a:lnTo>
                    <a:lnTo>
                      <a:pt x="533" y="9"/>
                    </a:lnTo>
                    <a:lnTo>
                      <a:pt x="533" y="9"/>
                    </a:lnTo>
                    <a:lnTo>
                      <a:pt x="535" y="7"/>
                    </a:lnTo>
                    <a:close/>
                    <a:moveTo>
                      <a:pt x="562" y="9"/>
                    </a:moveTo>
                    <a:lnTo>
                      <a:pt x="562" y="9"/>
                    </a:lnTo>
                    <a:lnTo>
                      <a:pt x="557" y="12"/>
                    </a:lnTo>
                    <a:lnTo>
                      <a:pt x="557" y="12"/>
                    </a:lnTo>
                    <a:lnTo>
                      <a:pt x="553" y="10"/>
                    </a:lnTo>
                    <a:lnTo>
                      <a:pt x="547" y="10"/>
                    </a:lnTo>
                    <a:lnTo>
                      <a:pt x="547" y="10"/>
                    </a:lnTo>
                    <a:lnTo>
                      <a:pt x="550" y="10"/>
                    </a:lnTo>
                    <a:lnTo>
                      <a:pt x="550" y="10"/>
                    </a:lnTo>
                    <a:lnTo>
                      <a:pt x="555" y="10"/>
                    </a:lnTo>
                    <a:lnTo>
                      <a:pt x="562" y="9"/>
                    </a:lnTo>
                    <a:close/>
                    <a:moveTo>
                      <a:pt x="650" y="32"/>
                    </a:moveTo>
                    <a:lnTo>
                      <a:pt x="650" y="32"/>
                    </a:lnTo>
                    <a:lnTo>
                      <a:pt x="639" y="32"/>
                    </a:lnTo>
                    <a:lnTo>
                      <a:pt x="639" y="32"/>
                    </a:lnTo>
                    <a:lnTo>
                      <a:pt x="634" y="32"/>
                    </a:lnTo>
                    <a:lnTo>
                      <a:pt x="633" y="30"/>
                    </a:lnTo>
                    <a:lnTo>
                      <a:pt x="633" y="30"/>
                    </a:lnTo>
                    <a:lnTo>
                      <a:pt x="633" y="30"/>
                    </a:lnTo>
                    <a:lnTo>
                      <a:pt x="637" y="30"/>
                    </a:lnTo>
                    <a:lnTo>
                      <a:pt x="637" y="30"/>
                    </a:lnTo>
                    <a:lnTo>
                      <a:pt x="642" y="30"/>
                    </a:lnTo>
                    <a:lnTo>
                      <a:pt x="642" y="30"/>
                    </a:lnTo>
                    <a:lnTo>
                      <a:pt x="646" y="30"/>
                    </a:lnTo>
                    <a:lnTo>
                      <a:pt x="650" y="32"/>
                    </a:lnTo>
                    <a:close/>
                    <a:moveTo>
                      <a:pt x="683" y="39"/>
                    </a:moveTo>
                    <a:lnTo>
                      <a:pt x="683" y="39"/>
                    </a:lnTo>
                    <a:lnTo>
                      <a:pt x="679" y="39"/>
                    </a:lnTo>
                    <a:lnTo>
                      <a:pt x="674" y="39"/>
                    </a:lnTo>
                    <a:lnTo>
                      <a:pt x="674" y="39"/>
                    </a:lnTo>
                    <a:lnTo>
                      <a:pt x="677" y="39"/>
                    </a:lnTo>
                    <a:lnTo>
                      <a:pt x="683" y="39"/>
                    </a:lnTo>
                    <a:close/>
                    <a:moveTo>
                      <a:pt x="684" y="36"/>
                    </a:moveTo>
                    <a:lnTo>
                      <a:pt x="684" y="36"/>
                    </a:lnTo>
                    <a:lnTo>
                      <a:pt x="670" y="35"/>
                    </a:lnTo>
                    <a:lnTo>
                      <a:pt x="664" y="33"/>
                    </a:lnTo>
                    <a:lnTo>
                      <a:pt x="663" y="33"/>
                    </a:lnTo>
                    <a:lnTo>
                      <a:pt x="662" y="32"/>
                    </a:lnTo>
                    <a:lnTo>
                      <a:pt x="662" y="32"/>
                    </a:lnTo>
                    <a:lnTo>
                      <a:pt x="674" y="35"/>
                    </a:lnTo>
                    <a:lnTo>
                      <a:pt x="674" y="35"/>
                    </a:lnTo>
                    <a:lnTo>
                      <a:pt x="682" y="35"/>
                    </a:lnTo>
                    <a:lnTo>
                      <a:pt x="684" y="36"/>
                    </a:lnTo>
                    <a:close/>
                    <a:moveTo>
                      <a:pt x="720" y="50"/>
                    </a:moveTo>
                    <a:lnTo>
                      <a:pt x="720" y="50"/>
                    </a:lnTo>
                    <a:lnTo>
                      <a:pt x="716" y="50"/>
                    </a:lnTo>
                    <a:lnTo>
                      <a:pt x="711" y="49"/>
                    </a:lnTo>
                    <a:lnTo>
                      <a:pt x="711" y="49"/>
                    </a:lnTo>
                    <a:lnTo>
                      <a:pt x="716" y="49"/>
                    </a:lnTo>
                    <a:lnTo>
                      <a:pt x="720" y="50"/>
                    </a:lnTo>
                    <a:close/>
                    <a:moveTo>
                      <a:pt x="714" y="43"/>
                    </a:moveTo>
                    <a:lnTo>
                      <a:pt x="714" y="43"/>
                    </a:lnTo>
                    <a:lnTo>
                      <a:pt x="719" y="46"/>
                    </a:lnTo>
                    <a:lnTo>
                      <a:pt x="723" y="46"/>
                    </a:lnTo>
                    <a:lnTo>
                      <a:pt x="733" y="49"/>
                    </a:lnTo>
                    <a:lnTo>
                      <a:pt x="733" y="49"/>
                    </a:lnTo>
                    <a:lnTo>
                      <a:pt x="729" y="49"/>
                    </a:lnTo>
                    <a:lnTo>
                      <a:pt x="721" y="47"/>
                    </a:lnTo>
                    <a:lnTo>
                      <a:pt x="721" y="47"/>
                    </a:lnTo>
                    <a:lnTo>
                      <a:pt x="710" y="45"/>
                    </a:lnTo>
                    <a:lnTo>
                      <a:pt x="710" y="45"/>
                    </a:lnTo>
                    <a:lnTo>
                      <a:pt x="711" y="45"/>
                    </a:lnTo>
                    <a:lnTo>
                      <a:pt x="714" y="43"/>
                    </a:lnTo>
                    <a:close/>
                    <a:moveTo>
                      <a:pt x="717" y="43"/>
                    </a:moveTo>
                    <a:lnTo>
                      <a:pt x="717" y="43"/>
                    </a:lnTo>
                    <a:lnTo>
                      <a:pt x="721" y="43"/>
                    </a:lnTo>
                    <a:lnTo>
                      <a:pt x="721" y="43"/>
                    </a:lnTo>
                    <a:lnTo>
                      <a:pt x="724" y="43"/>
                    </a:lnTo>
                    <a:lnTo>
                      <a:pt x="724" y="43"/>
                    </a:lnTo>
                    <a:lnTo>
                      <a:pt x="727" y="43"/>
                    </a:lnTo>
                    <a:lnTo>
                      <a:pt x="731" y="45"/>
                    </a:lnTo>
                    <a:lnTo>
                      <a:pt x="731" y="45"/>
                    </a:lnTo>
                    <a:lnTo>
                      <a:pt x="727" y="45"/>
                    </a:lnTo>
                    <a:lnTo>
                      <a:pt x="726" y="46"/>
                    </a:lnTo>
                    <a:lnTo>
                      <a:pt x="726" y="46"/>
                    </a:lnTo>
                    <a:lnTo>
                      <a:pt x="719" y="45"/>
                    </a:lnTo>
                    <a:lnTo>
                      <a:pt x="716" y="43"/>
                    </a:lnTo>
                    <a:lnTo>
                      <a:pt x="717" y="43"/>
                    </a:lnTo>
                    <a:close/>
                    <a:moveTo>
                      <a:pt x="754" y="52"/>
                    </a:moveTo>
                    <a:lnTo>
                      <a:pt x="754" y="52"/>
                    </a:lnTo>
                    <a:lnTo>
                      <a:pt x="749" y="52"/>
                    </a:lnTo>
                    <a:lnTo>
                      <a:pt x="749" y="52"/>
                    </a:lnTo>
                    <a:lnTo>
                      <a:pt x="744" y="50"/>
                    </a:lnTo>
                    <a:lnTo>
                      <a:pt x="744" y="50"/>
                    </a:lnTo>
                    <a:lnTo>
                      <a:pt x="749" y="49"/>
                    </a:lnTo>
                    <a:lnTo>
                      <a:pt x="749" y="49"/>
                    </a:lnTo>
                    <a:lnTo>
                      <a:pt x="751" y="50"/>
                    </a:lnTo>
                    <a:lnTo>
                      <a:pt x="754" y="52"/>
                    </a:lnTo>
                    <a:close/>
                    <a:moveTo>
                      <a:pt x="687" y="15"/>
                    </a:moveTo>
                    <a:lnTo>
                      <a:pt x="687" y="15"/>
                    </a:lnTo>
                    <a:lnTo>
                      <a:pt x="682" y="15"/>
                    </a:lnTo>
                    <a:lnTo>
                      <a:pt x="676" y="13"/>
                    </a:lnTo>
                    <a:lnTo>
                      <a:pt x="676" y="13"/>
                    </a:lnTo>
                    <a:lnTo>
                      <a:pt x="682" y="13"/>
                    </a:lnTo>
                    <a:lnTo>
                      <a:pt x="687" y="15"/>
                    </a:lnTo>
                    <a:close/>
                    <a:moveTo>
                      <a:pt x="686" y="13"/>
                    </a:moveTo>
                    <a:lnTo>
                      <a:pt x="686" y="13"/>
                    </a:lnTo>
                    <a:lnTo>
                      <a:pt x="679" y="13"/>
                    </a:lnTo>
                    <a:lnTo>
                      <a:pt x="677" y="12"/>
                    </a:lnTo>
                    <a:lnTo>
                      <a:pt x="676" y="12"/>
                    </a:lnTo>
                    <a:lnTo>
                      <a:pt x="676" y="12"/>
                    </a:lnTo>
                    <a:lnTo>
                      <a:pt x="682" y="12"/>
                    </a:lnTo>
                    <a:lnTo>
                      <a:pt x="683" y="12"/>
                    </a:lnTo>
                    <a:lnTo>
                      <a:pt x="686" y="13"/>
                    </a:lnTo>
                    <a:close/>
                    <a:moveTo>
                      <a:pt x="702" y="19"/>
                    </a:moveTo>
                    <a:lnTo>
                      <a:pt x="702" y="19"/>
                    </a:lnTo>
                    <a:lnTo>
                      <a:pt x="702" y="19"/>
                    </a:lnTo>
                    <a:lnTo>
                      <a:pt x="702" y="20"/>
                    </a:lnTo>
                    <a:lnTo>
                      <a:pt x="703" y="20"/>
                    </a:lnTo>
                    <a:lnTo>
                      <a:pt x="703" y="20"/>
                    </a:lnTo>
                    <a:lnTo>
                      <a:pt x="699" y="22"/>
                    </a:lnTo>
                    <a:lnTo>
                      <a:pt x="696" y="20"/>
                    </a:lnTo>
                    <a:lnTo>
                      <a:pt x="696" y="20"/>
                    </a:lnTo>
                    <a:lnTo>
                      <a:pt x="697" y="20"/>
                    </a:lnTo>
                    <a:lnTo>
                      <a:pt x="697" y="19"/>
                    </a:lnTo>
                    <a:lnTo>
                      <a:pt x="699" y="19"/>
                    </a:lnTo>
                    <a:lnTo>
                      <a:pt x="702" y="19"/>
                    </a:lnTo>
                    <a:close/>
                    <a:moveTo>
                      <a:pt x="703" y="12"/>
                    </a:moveTo>
                    <a:lnTo>
                      <a:pt x="703" y="12"/>
                    </a:lnTo>
                    <a:lnTo>
                      <a:pt x="700" y="13"/>
                    </a:lnTo>
                    <a:lnTo>
                      <a:pt x="699" y="13"/>
                    </a:lnTo>
                    <a:lnTo>
                      <a:pt x="699" y="15"/>
                    </a:lnTo>
                    <a:lnTo>
                      <a:pt x="699" y="15"/>
                    </a:lnTo>
                    <a:lnTo>
                      <a:pt x="703" y="15"/>
                    </a:lnTo>
                    <a:lnTo>
                      <a:pt x="706" y="16"/>
                    </a:lnTo>
                    <a:lnTo>
                      <a:pt x="706" y="16"/>
                    </a:lnTo>
                    <a:lnTo>
                      <a:pt x="697" y="16"/>
                    </a:lnTo>
                    <a:lnTo>
                      <a:pt x="697" y="16"/>
                    </a:lnTo>
                    <a:lnTo>
                      <a:pt x="693" y="16"/>
                    </a:lnTo>
                    <a:lnTo>
                      <a:pt x="689" y="16"/>
                    </a:lnTo>
                    <a:lnTo>
                      <a:pt x="689" y="16"/>
                    </a:lnTo>
                    <a:lnTo>
                      <a:pt x="693" y="15"/>
                    </a:lnTo>
                    <a:lnTo>
                      <a:pt x="694" y="13"/>
                    </a:lnTo>
                    <a:lnTo>
                      <a:pt x="694" y="13"/>
                    </a:lnTo>
                    <a:lnTo>
                      <a:pt x="697" y="12"/>
                    </a:lnTo>
                    <a:lnTo>
                      <a:pt x="703" y="12"/>
                    </a:lnTo>
                    <a:close/>
                    <a:moveTo>
                      <a:pt x="791" y="67"/>
                    </a:moveTo>
                    <a:lnTo>
                      <a:pt x="791" y="67"/>
                    </a:lnTo>
                    <a:lnTo>
                      <a:pt x="786" y="67"/>
                    </a:lnTo>
                    <a:lnTo>
                      <a:pt x="783" y="66"/>
                    </a:lnTo>
                    <a:lnTo>
                      <a:pt x="783" y="65"/>
                    </a:lnTo>
                    <a:lnTo>
                      <a:pt x="783" y="65"/>
                    </a:lnTo>
                    <a:lnTo>
                      <a:pt x="787" y="66"/>
                    </a:lnTo>
                    <a:lnTo>
                      <a:pt x="791" y="67"/>
                    </a:lnTo>
                    <a:close/>
                    <a:moveTo>
                      <a:pt x="719" y="19"/>
                    </a:moveTo>
                    <a:lnTo>
                      <a:pt x="719" y="19"/>
                    </a:lnTo>
                    <a:lnTo>
                      <a:pt x="714" y="20"/>
                    </a:lnTo>
                    <a:lnTo>
                      <a:pt x="710" y="19"/>
                    </a:lnTo>
                    <a:lnTo>
                      <a:pt x="710" y="19"/>
                    </a:lnTo>
                    <a:lnTo>
                      <a:pt x="714" y="19"/>
                    </a:lnTo>
                    <a:lnTo>
                      <a:pt x="719" y="19"/>
                    </a:lnTo>
                    <a:close/>
                    <a:moveTo>
                      <a:pt x="781" y="57"/>
                    </a:moveTo>
                    <a:lnTo>
                      <a:pt x="781" y="57"/>
                    </a:lnTo>
                    <a:lnTo>
                      <a:pt x="790" y="60"/>
                    </a:lnTo>
                    <a:lnTo>
                      <a:pt x="794" y="62"/>
                    </a:lnTo>
                    <a:lnTo>
                      <a:pt x="797" y="63"/>
                    </a:lnTo>
                    <a:lnTo>
                      <a:pt x="797" y="63"/>
                    </a:lnTo>
                    <a:lnTo>
                      <a:pt x="804" y="65"/>
                    </a:lnTo>
                    <a:lnTo>
                      <a:pt x="804" y="65"/>
                    </a:lnTo>
                    <a:lnTo>
                      <a:pt x="807" y="66"/>
                    </a:lnTo>
                    <a:lnTo>
                      <a:pt x="808" y="66"/>
                    </a:lnTo>
                    <a:lnTo>
                      <a:pt x="808" y="66"/>
                    </a:lnTo>
                    <a:lnTo>
                      <a:pt x="813" y="69"/>
                    </a:lnTo>
                    <a:lnTo>
                      <a:pt x="813" y="69"/>
                    </a:lnTo>
                    <a:lnTo>
                      <a:pt x="808" y="67"/>
                    </a:lnTo>
                    <a:lnTo>
                      <a:pt x="807" y="67"/>
                    </a:lnTo>
                    <a:lnTo>
                      <a:pt x="807" y="67"/>
                    </a:lnTo>
                    <a:lnTo>
                      <a:pt x="800" y="65"/>
                    </a:lnTo>
                    <a:lnTo>
                      <a:pt x="797" y="65"/>
                    </a:lnTo>
                    <a:lnTo>
                      <a:pt x="796" y="66"/>
                    </a:lnTo>
                    <a:lnTo>
                      <a:pt x="796" y="66"/>
                    </a:lnTo>
                    <a:lnTo>
                      <a:pt x="794" y="65"/>
                    </a:lnTo>
                    <a:lnTo>
                      <a:pt x="794" y="65"/>
                    </a:lnTo>
                    <a:lnTo>
                      <a:pt x="794" y="63"/>
                    </a:lnTo>
                    <a:lnTo>
                      <a:pt x="794" y="63"/>
                    </a:lnTo>
                    <a:lnTo>
                      <a:pt x="794" y="63"/>
                    </a:lnTo>
                    <a:lnTo>
                      <a:pt x="789" y="63"/>
                    </a:lnTo>
                    <a:lnTo>
                      <a:pt x="789" y="63"/>
                    </a:lnTo>
                    <a:lnTo>
                      <a:pt x="787" y="62"/>
                    </a:lnTo>
                    <a:lnTo>
                      <a:pt x="786" y="60"/>
                    </a:lnTo>
                    <a:lnTo>
                      <a:pt x="786" y="59"/>
                    </a:lnTo>
                    <a:lnTo>
                      <a:pt x="781" y="57"/>
                    </a:lnTo>
                    <a:close/>
                    <a:moveTo>
                      <a:pt x="818" y="72"/>
                    </a:moveTo>
                    <a:lnTo>
                      <a:pt x="818" y="72"/>
                    </a:lnTo>
                    <a:lnTo>
                      <a:pt x="818" y="73"/>
                    </a:lnTo>
                    <a:lnTo>
                      <a:pt x="818" y="73"/>
                    </a:lnTo>
                    <a:lnTo>
                      <a:pt x="816" y="73"/>
                    </a:lnTo>
                    <a:lnTo>
                      <a:pt x="810" y="72"/>
                    </a:lnTo>
                    <a:lnTo>
                      <a:pt x="807" y="70"/>
                    </a:lnTo>
                    <a:lnTo>
                      <a:pt x="807" y="70"/>
                    </a:lnTo>
                    <a:lnTo>
                      <a:pt x="807" y="69"/>
                    </a:lnTo>
                    <a:lnTo>
                      <a:pt x="808" y="69"/>
                    </a:lnTo>
                    <a:lnTo>
                      <a:pt x="808" y="69"/>
                    </a:lnTo>
                    <a:lnTo>
                      <a:pt x="813" y="70"/>
                    </a:lnTo>
                    <a:lnTo>
                      <a:pt x="814" y="72"/>
                    </a:lnTo>
                    <a:lnTo>
                      <a:pt x="816" y="72"/>
                    </a:lnTo>
                    <a:lnTo>
                      <a:pt x="818" y="72"/>
                    </a:lnTo>
                    <a:close/>
                    <a:moveTo>
                      <a:pt x="830" y="75"/>
                    </a:moveTo>
                    <a:lnTo>
                      <a:pt x="830" y="75"/>
                    </a:lnTo>
                    <a:lnTo>
                      <a:pt x="833" y="76"/>
                    </a:lnTo>
                    <a:lnTo>
                      <a:pt x="831" y="76"/>
                    </a:lnTo>
                    <a:lnTo>
                      <a:pt x="826" y="76"/>
                    </a:lnTo>
                    <a:lnTo>
                      <a:pt x="826" y="76"/>
                    </a:lnTo>
                    <a:lnTo>
                      <a:pt x="823" y="75"/>
                    </a:lnTo>
                    <a:lnTo>
                      <a:pt x="821" y="73"/>
                    </a:lnTo>
                    <a:lnTo>
                      <a:pt x="821" y="73"/>
                    </a:lnTo>
                    <a:lnTo>
                      <a:pt x="826" y="75"/>
                    </a:lnTo>
                    <a:lnTo>
                      <a:pt x="830" y="75"/>
                    </a:lnTo>
                    <a:close/>
                    <a:moveTo>
                      <a:pt x="851" y="92"/>
                    </a:moveTo>
                    <a:lnTo>
                      <a:pt x="851" y="92"/>
                    </a:lnTo>
                    <a:lnTo>
                      <a:pt x="847" y="90"/>
                    </a:lnTo>
                    <a:lnTo>
                      <a:pt x="843" y="87"/>
                    </a:lnTo>
                    <a:lnTo>
                      <a:pt x="843" y="87"/>
                    </a:lnTo>
                    <a:lnTo>
                      <a:pt x="848" y="89"/>
                    </a:lnTo>
                    <a:lnTo>
                      <a:pt x="851" y="92"/>
                    </a:lnTo>
                    <a:close/>
                    <a:moveTo>
                      <a:pt x="1021" y="327"/>
                    </a:moveTo>
                    <a:lnTo>
                      <a:pt x="1021" y="327"/>
                    </a:lnTo>
                    <a:lnTo>
                      <a:pt x="1025" y="331"/>
                    </a:lnTo>
                    <a:lnTo>
                      <a:pt x="1027" y="333"/>
                    </a:lnTo>
                    <a:lnTo>
                      <a:pt x="1027" y="334"/>
                    </a:lnTo>
                    <a:lnTo>
                      <a:pt x="1027" y="334"/>
                    </a:lnTo>
                    <a:lnTo>
                      <a:pt x="1024" y="330"/>
                    </a:lnTo>
                    <a:lnTo>
                      <a:pt x="1021" y="330"/>
                    </a:lnTo>
                    <a:lnTo>
                      <a:pt x="1021" y="330"/>
                    </a:lnTo>
                    <a:lnTo>
                      <a:pt x="1021" y="327"/>
                    </a:lnTo>
                    <a:close/>
                    <a:moveTo>
                      <a:pt x="908" y="115"/>
                    </a:moveTo>
                    <a:lnTo>
                      <a:pt x="908" y="115"/>
                    </a:lnTo>
                    <a:lnTo>
                      <a:pt x="908" y="116"/>
                    </a:lnTo>
                    <a:lnTo>
                      <a:pt x="908" y="116"/>
                    </a:lnTo>
                    <a:lnTo>
                      <a:pt x="904" y="115"/>
                    </a:lnTo>
                    <a:lnTo>
                      <a:pt x="904" y="115"/>
                    </a:lnTo>
                    <a:lnTo>
                      <a:pt x="900" y="113"/>
                    </a:lnTo>
                    <a:lnTo>
                      <a:pt x="898" y="112"/>
                    </a:lnTo>
                    <a:lnTo>
                      <a:pt x="898" y="110"/>
                    </a:lnTo>
                    <a:lnTo>
                      <a:pt x="898" y="110"/>
                    </a:lnTo>
                    <a:lnTo>
                      <a:pt x="900" y="112"/>
                    </a:lnTo>
                    <a:lnTo>
                      <a:pt x="903" y="113"/>
                    </a:lnTo>
                    <a:lnTo>
                      <a:pt x="908" y="115"/>
                    </a:lnTo>
                    <a:close/>
                    <a:moveTo>
                      <a:pt x="1031" y="339"/>
                    </a:moveTo>
                    <a:lnTo>
                      <a:pt x="1031" y="339"/>
                    </a:lnTo>
                    <a:lnTo>
                      <a:pt x="1037" y="347"/>
                    </a:lnTo>
                    <a:lnTo>
                      <a:pt x="1038" y="350"/>
                    </a:lnTo>
                    <a:lnTo>
                      <a:pt x="1040" y="353"/>
                    </a:lnTo>
                    <a:lnTo>
                      <a:pt x="1040" y="353"/>
                    </a:lnTo>
                    <a:lnTo>
                      <a:pt x="1038" y="350"/>
                    </a:lnTo>
                    <a:lnTo>
                      <a:pt x="1037" y="350"/>
                    </a:lnTo>
                    <a:lnTo>
                      <a:pt x="1035" y="350"/>
                    </a:lnTo>
                    <a:lnTo>
                      <a:pt x="1034" y="350"/>
                    </a:lnTo>
                    <a:lnTo>
                      <a:pt x="1034" y="350"/>
                    </a:lnTo>
                    <a:lnTo>
                      <a:pt x="1034" y="347"/>
                    </a:lnTo>
                    <a:lnTo>
                      <a:pt x="1034" y="347"/>
                    </a:lnTo>
                    <a:lnTo>
                      <a:pt x="1035" y="346"/>
                    </a:lnTo>
                    <a:lnTo>
                      <a:pt x="1035" y="346"/>
                    </a:lnTo>
                    <a:lnTo>
                      <a:pt x="1031" y="341"/>
                    </a:lnTo>
                    <a:lnTo>
                      <a:pt x="1030" y="340"/>
                    </a:lnTo>
                    <a:lnTo>
                      <a:pt x="1031" y="339"/>
                    </a:lnTo>
                    <a:close/>
                    <a:moveTo>
                      <a:pt x="1047" y="364"/>
                    </a:moveTo>
                    <a:lnTo>
                      <a:pt x="1047" y="364"/>
                    </a:lnTo>
                    <a:lnTo>
                      <a:pt x="1044" y="360"/>
                    </a:lnTo>
                    <a:lnTo>
                      <a:pt x="1042" y="357"/>
                    </a:lnTo>
                    <a:lnTo>
                      <a:pt x="1042" y="357"/>
                    </a:lnTo>
                    <a:lnTo>
                      <a:pt x="1044" y="359"/>
                    </a:lnTo>
                    <a:lnTo>
                      <a:pt x="1047" y="361"/>
                    </a:lnTo>
                    <a:lnTo>
                      <a:pt x="1047" y="363"/>
                    </a:lnTo>
                    <a:lnTo>
                      <a:pt x="1047" y="364"/>
                    </a:lnTo>
                    <a:lnTo>
                      <a:pt x="1047" y="364"/>
                    </a:lnTo>
                    <a:close/>
                    <a:moveTo>
                      <a:pt x="921" y="92"/>
                    </a:moveTo>
                    <a:lnTo>
                      <a:pt x="921" y="92"/>
                    </a:lnTo>
                    <a:lnTo>
                      <a:pt x="915" y="90"/>
                    </a:lnTo>
                    <a:lnTo>
                      <a:pt x="915" y="90"/>
                    </a:lnTo>
                    <a:lnTo>
                      <a:pt x="911" y="86"/>
                    </a:lnTo>
                    <a:lnTo>
                      <a:pt x="911" y="86"/>
                    </a:lnTo>
                    <a:lnTo>
                      <a:pt x="917" y="89"/>
                    </a:lnTo>
                    <a:lnTo>
                      <a:pt x="917" y="89"/>
                    </a:lnTo>
                    <a:lnTo>
                      <a:pt x="921" y="92"/>
                    </a:lnTo>
                    <a:close/>
                    <a:moveTo>
                      <a:pt x="941" y="102"/>
                    </a:moveTo>
                    <a:lnTo>
                      <a:pt x="941" y="102"/>
                    </a:lnTo>
                    <a:lnTo>
                      <a:pt x="943" y="102"/>
                    </a:lnTo>
                    <a:lnTo>
                      <a:pt x="945" y="103"/>
                    </a:lnTo>
                    <a:lnTo>
                      <a:pt x="948" y="106"/>
                    </a:lnTo>
                    <a:lnTo>
                      <a:pt x="948" y="106"/>
                    </a:lnTo>
                    <a:lnTo>
                      <a:pt x="948" y="106"/>
                    </a:lnTo>
                    <a:lnTo>
                      <a:pt x="950" y="105"/>
                    </a:lnTo>
                    <a:lnTo>
                      <a:pt x="954" y="106"/>
                    </a:lnTo>
                    <a:lnTo>
                      <a:pt x="954" y="106"/>
                    </a:lnTo>
                    <a:lnTo>
                      <a:pt x="955" y="107"/>
                    </a:lnTo>
                    <a:lnTo>
                      <a:pt x="955" y="107"/>
                    </a:lnTo>
                    <a:lnTo>
                      <a:pt x="953" y="107"/>
                    </a:lnTo>
                    <a:lnTo>
                      <a:pt x="950" y="107"/>
                    </a:lnTo>
                    <a:lnTo>
                      <a:pt x="950" y="107"/>
                    </a:lnTo>
                    <a:lnTo>
                      <a:pt x="951" y="109"/>
                    </a:lnTo>
                    <a:lnTo>
                      <a:pt x="951" y="109"/>
                    </a:lnTo>
                    <a:lnTo>
                      <a:pt x="953" y="109"/>
                    </a:lnTo>
                    <a:lnTo>
                      <a:pt x="955" y="110"/>
                    </a:lnTo>
                    <a:lnTo>
                      <a:pt x="955" y="110"/>
                    </a:lnTo>
                    <a:lnTo>
                      <a:pt x="958" y="113"/>
                    </a:lnTo>
                    <a:lnTo>
                      <a:pt x="960" y="115"/>
                    </a:lnTo>
                    <a:lnTo>
                      <a:pt x="960" y="115"/>
                    </a:lnTo>
                    <a:lnTo>
                      <a:pt x="960" y="115"/>
                    </a:lnTo>
                    <a:lnTo>
                      <a:pt x="953" y="110"/>
                    </a:lnTo>
                    <a:lnTo>
                      <a:pt x="944" y="106"/>
                    </a:lnTo>
                    <a:lnTo>
                      <a:pt x="944" y="106"/>
                    </a:lnTo>
                    <a:lnTo>
                      <a:pt x="937" y="103"/>
                    </a:lnTo>
                    <a:lnTo>
                      <a:pt x="937" y="102"/>
                    </a:lnTo>
                    <a:lnTo>
                      <a:pt x="938" y="100"/>
                    </a:lnTo>
                    <a:lnTo>
                      <a:pt x="938" y="100"/>
                    </a:lnTo>
                    <a:lnTo>
                      <a:pt x="930" y="96"/>
                    </a:lnTo>
                    <a:lnTo>
                      <a:pt x="925" y="95"/>
                    </a:lnTo>
                    <a:lnTo>
                      <a:pt x="924" y="92"/>
                    </a:lnTo>
                    <a:lnTo>
                      <a:pt x="924" y="92"/>
                    </a:lnTo>
                    <a:lnTo>
                      <a:pt x="933" y="96"/>
                    </a:lnTo>
                    <a:lnTo>
                      <a:pt x="938" y="99"/>
                    </a:lnTo>
                    <a:lnTo>
                      <a:pt x="941" y="102"/>
                    </a:lnTo>
                    <a:close/>
                    <a:moveTo>
                      <a:pt x="948" y="103"/>
                    </a:moveTo>
                    <a:lnTo>
                      <a:pt x="948" y="103"/>
                    </a:lnTo>
                    <a:lnTo>
                      <a:pt x="944" y="102"/>
                    </a:lnTo>
                    <a:lnTo>
                      <a:pt x="944" y="102"/>
                    </a:lnTo>
                    <a:lnTo>
                      <a:pt x="941" y="99"/>
                    </a:lnTo>
                    <a:lnTo>
                      <a:pt x="941" y="99"/>
                    </a:lnTo>
                    <a:lnTo>
                      <a:pt x="933" y="95"/>
                    </a:lnTo>
                    <a:lnTo>
                      <a:pt x="933" y="95"/>
                    </a:lnTo>
                    <a:lnTo>
                      <a:pt x="941" y="97"/>
                    </a:lnTo>
                    <a:lnTo>
                      <a:pt x="941" y="97"/>
                    </a:lnTo>
                    <a:lnTo>
                      <a:pt x="945" y="100"/>
                    </a:lnTo>
                    <a:lnTo>
                      <a:pt x="945" y="100"/>
                    </a:lnTo>
                    <a:lnTo>
                      <a:pt x="948" y="103"/>
                    </a:lnTo>
                    <a:close/>
                    <a:moveTo>
                      <a:pt x="1079" y="417"/>
                    </a:moveTo>
                    <a:lnTo>
                      <a:pt x="1079" y="417"/>
                    </a:lnTo>
                    <a:lnTo>
                      <a:pt x="1082" y="426"/>
                    </a:lnTo>
                    <a:lnTo>
                      <a:pt x="1082" y="426"/>
                    </a:lnTo>
                    <a:lnTo>
                      <a:pt x="1084" y="429"/>
                    </a:lnTo>
                    <a:lnTo>
                      <a:pt x="1084" y="431"/>
                    </a:lnTo>
                    <a:lnTo>
                      <a:pt x="1084" y="431"/>
                    </a:lnTo>
                    <a:lnTo>
                      <a:pt x="1081" y="424"/>
                    </a:lnTo>
                    <a:lnTo>
                      <a:pt x="1079" y="420"/>
                    </a:lnTo>
                    <a:lnTo>
                      <a:pt x="1079" y="417"/>
                    </a:lnTo>
                    <a:close/>
                    <a:moveTo>
                      <a:pt x="967" y="113"/>
                    </a:moveTo>
                    <a:lnTo>
                      <a:pt x="967" y="113"/>
                    </a:lnTo>
                    <a:lnTo>
                      <a:pt x="968" y="116"/>
                    </a:lnTo>
                    <a:lnTo>
                      <a:pt x="968" y="117"/>
                    </a:lnTo>
                    <a:lnTo>
                      <a:pt x="968" y="117"/>
                    </a:lnTo>
                    <a:lnTo>
                      <a:pt x="968" y="117"/>
                    </a:lnTo>
                    <a:lnTo>
                      <a:pt x="964" y="113"/>
                    </a:lnTo>
                    <a:lnTo>
                      <a:pt x="960" y="112"/>
                    </a:lnTo>
                    <a:lnTo>
                      <a:pt x="960" y="112"/>
                    </a:lnTo>
                    <a:lnTo>
                      <a:pt x="960" y="110"/>
                    </a:lnTo>
                    <a:lnTo>
                      <a:pt x="961" y="110"/>
                    </a:lnTo>
                    <a:lnTo>
                      <a:pt x="967" y="113"/>
                    </a:lnTo>
                    <a:close/>
                    <a:moveTo>
                      <a:pt x="982" y="129"/>
                    </a:moveTo>
                    <a:lnTo>
                      <a:pt x="982" y="129"/>
                    </a:lnTo>
                    <a:lnTo>
                      <a:pt x="985" y="132"/>
                    </a:lnTo>
                    <a:lnTo>
                      <a:pt x="987" y="133"/>
                    </a:lnTo>
                    <a:lnTo>
                      <a:pt x="988" y="135"/>
                    </a:lnTo>
                    <a:lnTo>
                      <a:pt x="988" y="135"/>
                    </a:lnTo>
                    <a:lnTo>
                      <a:pt x="982" y="132"/>
                    </a:lnTo>
                    <a:lnTo>
                      <a:pt x="981" y="129"/>
                    </a:lnTo>
                    <a:lnTo>
                      <a:pt x="982" y="129"/>
                    </a:lnTo>
                    <a:close/>
                    <a:moveTo>
                      <a:pt x="980" y="119"/>
                    </a:moveTo>
                    <a:lnTo>
                      <a:pt x="980" y="119"/>
                    </a:lnTo>
                    <a:lnTo>
                      <a:pt x="981" y="122"/>
                    </a:lnTo>
                    <a:lnTo>
                      <a:pt x="980" y="122"/>
                    </a:lnTo>
                    <a:lnTo>
                      <a:pt x="980" y="122"/>
                    </a:lnTo>
                    <a:lnTo>
                      <a:pt x="977" y="119"/>
                    </a:lnTo>
                    <a:lnTo>
                      <a:pt x="977" y="119"/>
                    </a:lnTo>
                    <a:lnTo>
                      <a:pt x="974" y="116"/>
                    </a:lnTo>
                    <a:lnTo>
                      <a:pt x="974" y="116"/>
                    </a:lnTo>
                    <a:lnTo>
                      <a:pt x="980" y="119"/>
                    </a:lnTo>
                    <a:close/>
                    <a:moveTo>
                      <a:pt x="1097" y="463"/>
                    </a:moveTo>
                    <a:lnTo>
                      <a:pt x="1097" y="463"/>
                    </a:lnTo>
                    <a:lnTo>
                      <a:pt x="1095" y="461"/>
                    </a:lnTo>
                    <a:lnTo>
                      <a:pt x="1094" y="460"/>
                    </a:lnTo>
                    <a:lnTo>
                      <a:pt x="1094" y="460"/>
                    </a:lnTo>
                    <a:lnTo>
                      <a:pt x="1094" y="457"/>
                    </a:lnTo>
                    <a:lnTo>
                      <a:pt x="1092" y="453"/>
                    </a:lnTo>
                    <a:lnTo>
                      <a:pt x="1092" y="453"/>
                    </a:lnTo>
                    <a:lnTo>
                      <a:pt x="1095" y="457"/>
                    </a:lnTo>
                    <a:lnTo>
                      <a:pt x="1097" y="463"/>
                    </a:lnTo>
                    <a:close/>
                    <a:moveTo>
                      <a:pt x="1015" y="154"/>
                    </a:moveTo>
                    <a:lnTo>
                      <a:pt x="1015" y="154"/>
                    </a:lnTo>
                    <a:lnTo>
                      <a:pt x="1017" y="157"/>
                    </a:lnTo>
                    <a:lnTo>
                      <a:pt x="1018" y="159"/>
                    </a:lnTo>
                    <a:lnTo>
                      <a:pt x="1018" y="159"/>
                    </a:lnTo>
                    <a:lnTo>
                      <a:pt x="1020" y="159"/>
                    </a:lnTo>
                    <a:lnTo>
                      <a:pt x="1021" y="159"/>
                    </a:lnTo>
                    <a:lnTo>
                      <a:pt x="1021" y="159"/>
                    </a:lnTo>
                    <a:lnTo>
                      <a:pt x="1022" y="162"/>
                    </a:lnTo>
                    <a:lnTo>
                      <a:pt x="1024" y="163"/>
                    </a:lnTo>
                    <a:lnTo>
                      <a:pt x="1024" y="164"/>
                    </a:lnTo>
                    <a:lnTo>
                      <a:pt x="1021" y="163"/>
                    </a:lnTo>
                    <a:lnTo>
                      <a:pt x="1021" y="163"/>
                    </a:lnTo>
                    <a:lnTo>
                      <a:pt x="1014" y="157"/>
                    </a:lnTo>
                    <a:lnTo>
                      <a:pt x="1014" y="157"/>
                    </a:lnTo>
                    <a:lnTo>
                      <a:pt x="1007" y="150"/>
                    </a:lnTo>
                    <a:lnTo>
                      <a:pt x="1007" y="150"/>
                    </a:lnTo>
                    <a:lnTo>
                      <a:pt x="1015" y="154"/>
                    </a:lnTo>
                    <a:close/>
                    <a:moveTo>
                      <a:pt x="1098" y="478"/>
                    </a:moveTo>
                    <a:lnTo>
                      <a:pt x="1099" y="476"/>
                    </a:lnTo>
                    <a:lnTo>
                      <a:pt x="1099" y="476"/>
                    </a:lnTo>
                    <a:lnTo>
                      <a:pt x="1099" y="477"/>
                    </a:lnTo>
                    <a:lnTo>
                      <a:pt x="1101" y="480"/>
                    </a:lnTo>
                    <a:lnTo>
                      <a:pt x="1099" y="480"/>
                    </a:lnTo>
                    <a:lnTo>
                      <a:pt x="1098" y="478"/>
                    </a:lnTo>
                    <a:close/>
                    <a:moveTo>
                      <a:pt x="1035" y="176"/>
                    </a:moveTo>
                    <a:lnTo>
                      <a:pt x="1035" y="176"/>
                    </a:lnTo>
                    <a:lnTo>
                      <a:pt x="1040" y="179"/>
                    </a:lnTo>
                    <a:lnTo>
                      <a:pt x="1042" y="183"/>
                    </a:lnTo>
                    <a:lnTo>
                      <a:pt x="1042" y="183"/>
                    </a:lnTo>
                    <a:lnTo>
                      <a:pt x="1038" y="180"/>
                    </a:lnTo>
                    <a:lnTo>
                      <a:pt x="1035" y="176"/>
                    </a:lnTo>
                    <a:lnTo>
                      <a:pt x="1035" y="176"/>
                    </a:lnTo>
                    <a:lnTo>
                      <a:pt x="1037" y="177"/>
                    </a:lnTo>
                    <a:lnTo>
                      <a:pt x="1035" y="176"/>
                    </a:lnTo>
                    <a:close/>
                    <a:moveTo>
                      <a:pt x="1114" y="518"/>
                    </a:moveTo>
                    <a:lnTo>
                      <a:pt x="1114" y="518"/>
                    </a:lnTo>
                    <a:lnTo>
                      <a:pt x="1114" y="526"/>
                    </a:lnTo>
                    <a:lnTo>
                      <a:pt x="1114" y="526"/>
                    </a:lnTo>
                    <a:lnTo>
                      <a:pt x="1112" y="526"/>
                    </a:lnTo>
                    <a:lnTo>
                      <a:pt x="1112" y="524"/>
                    </a:lnTo>
                    <a:lnTo>
                      <a:pt x="1111" y="523"/>
                    </a:lnTo>
                    <a:lnTo>
                      <a:pt x="1111" y="523"/>
                    </a:lnTo>
                    <a:lnTo>
                      <a:pt x="1112" y="524"/>
                    </a:lnTo>
                    <a:lnTo>
                      <a:pt x="1112" y="523"/>
                    </a:lnTo>
                    <a:lnTo>
                      <a:pt x="1112" y="520"/>
                    </a:lnTo>
                    <a:lnTo>
                      <a:pt x="1112" y="520"/>
                    </a:lnTo>
                    <a:lnTo>
                      <a:pt x="1111" y="521"/>
                    </a:lnTo>
                    <a:lnTo>
                      <a:pt x="1109" y="520"/>
                    </a:lnTo>
                    <a:lnTo>
                      <a:pt x="1109" y="520"/>
                    </a:lnTo>
                    <a:lnTo>
                      <a:pt x="1109" y="517"/>
                    </a:lnTo>
                    <a:lnTo>
                      <a:pt x="1109" y="514"/>
                    </a:lnTo>
                    <a:lnTo>
                      <a:pt x="1109" y="514"/>
                    </a:lnTo>
                    <a:lnTo>
                      <a:pt x="1111" y="517"/>
                    </a:lnTo>
                    <a:lnTo>
                      <a:pt x="1111" y="517"/>
                    </a:lnTo>
                    <a:lnTo>
                      <a:pt x="1112" y="517"/>
                    </a:lnTo>
                    <a:lnTo>
                      <a:pt x="1114" y="518"/>
                    </a:lnTo>
                    <a:close/>
                    <a:moveTo>
                      <a:pt x="1062" y="199"/>
                    </a:moveTo>
                    <a:lnTo>
                      <a:pt x="1062" y="199"/>
                    </a:lnTo>
                    <a:lnTo>
                      <a:pt x="1070" y="207"/>
                    </a:lnTo>
                    <a:lnTo>
                      <a:pt x="1072" y="210"/>
                    </a:lnTo>
                    <a:lnTo>
                      <a:pt x="1074" y="213"/>
                    </a:lnTo>
                    <a:lnTo>
                      <a:pt x="1074" y="213"/>
                    </a:lnTo>
                    <a:lnTo>
                      <a:pt x="1067" y="204"/>
                    </a:lnTo>
                    <a:lnTo>
                      <a:pt x="1067" y="204"/>
                    </a:lnTo>
                    <a:lnTo>
                      <a:pt x="1070" y="210"/>
                    </a:lnTo>
                    <a:lnTo>
                      <a:pt x="1070" y="210"/>
                    </a:lnTo>
                    <a:lnTo>
                      <a:pt x="1065" y="206"/>
                    </a:lnTo>
                    <a:lnTo>
                      <a:pt x="1062" y="204"/>
                    </a:lnTo>
                    <a:lnTo>
                      <a:pt x="1062" y="204"/>
                    </a:lnTo>
                    <a:lnTo>
                      <a:pt x="1062" y="202"/>
                    </a:lnTo>
                    <a:lnTo>
                      <a:pt x="1062" y="199"/>
                    </a:lnTo>
                    <a:close/>
                    <a:moveTo>
                      <a:pt x="1117" y="538"/>
                    </a:moveTo>
                    <a:lnTo>
                      <a:pt x="1117" y="538"/>
                    </a:lnTo>
                    <a:lnTo>
                      <a:pt x="1115" y="537"/>
                    </a:lnTo>
                    <a:lnTo>
                      <a:pt x="1114" y="536"/>
                    </a:lnTo>
                    <a:lnTo>
                      <a:pt x="1114" y="536"/>
                    </a:lnTo>
                    <a:lnTo>
                      <a:pt x="1115" y="534"/>
                    </a:lnTo>
                    <a:lnTo>
                      <a:pt x="1115" y="534"/>
                    </a:lnTo>
                    <a:lnTo>
                      <a:pt x="1117" y="536"/>
                    </a:lnTo>
                    <a:lnTo>
                      <a:pt x="1117" y="538"/>
                    </a:lnTo>
                    <a:close/>
                    <a:moveTo>
                      <a:pt x="1078" y="217"/>
                    </a:moveTo>
                    <a:lnTo>
                      <a:pt x="1078" y="217"/>
                    </a:lnTo>
                    <a:lnTo>
                      <a:pt x="1079" y="222"/>
                    </a:lnTo>
                    <a:lnTo>
                      <a:pt x="1078" y="223"/>
                    </a:lnTo>
                    <a:lnTo>
                      <a:pt x="1078" y="223"/>
                    </a:lnTo>
                    <a:lnTo>
                      <a:pt x="1078" y="223"/>
                    </a:lnTo>
                    <a:lnTo>
                      <a:pt x="1077" y="223"/>
                    </a:lnTo>
                    <a:lnTo>
                      <a:pt x="1077" y="223"/>
                    </a:lnTo>
                    <a:lnTo>
                      <a:pt x="1074" y="219"/>
                    </a:lnTo>
                    <a:lnTo>
                      <a:pt x="1074" y="219"/>
                    </a:lnTo>
                    <a:lnTo>
                      <a:pt x="1075" y="219"/>
                    </a:lnTo>
                    <a:lnTo>
                      <a:pt x="1075" y="217"/>
                    </a:lnTo>
                    <a:lnTo>
                      <a:pt x="1075" y="217"/>
                    </a:lnTo>
                    <a:lnTo>
                      <a:pt x="1078" y="217"/>
                    </a:lnTo>
                    <a:close/>
                    <a:moveTo>
                      <a:pt x="1117" y="547"/>
                    </a:moveTo>
                    <a:lnTo>
                      <a:pt x="1117" y="547"/>
                    </a:lnTo>
                    <a:lnTo>
                      <a:pt x="1115" y="543"/>
                    </a:lnTo>
                    <a:lnTo>
                      <a:pt x="1115" y="540"/>
                    </a:lnTo>
                    <a:lnTo>
                      <a:pt x="1115" y="540"/>
                    </a:lnTo>
                    <a:lnTo>
                      <a:pt x="1117" y="543"/>
                    </a:lnTo>
                    <a:lnTo>
                      <a:pt x="1117" y="547"/>
                    </a:lnTo>
                    <a:close/>
                    <a:moveTo>
                      <a:pt x="1088" y="229"/>
                    </a:moveTo>
                    <a:lnTo>
                      <a:pt x="1088" y="229"/>
                    </a:lnTo>
                    <a:lnTo>
                      <a:pt x="1082" y="222"/>
                    </a:lnTo>
                    <a:lnTo>
                      <a:pt x="1077" y="214"/>
                    </a:lnTo>
                    <a:lnTo>
                      <a:pt x="1077" y="214"/>
                    </a:lnTo>
                    <a:lnTo>
                      <a:pt x="1085" y="224"/>
                    </a:lnTo>
                    <a:lnTo>
                      <a:pt x="1085" y="224"/>
                    </a:lnTo>
                    <a:lnTo>
                      <a:pt x="1085" y="224"/>
                    </a:lnTo>
                    <a:lnTo>
                      <a:pt x="1085" y="226"/>
                    </a:lnTo>
                    <a:lnTo>
                      <a:pt x="1085" y="226"/>
                    </a:lnTo>
                    <a:lnTo>
                      <a:pt x="1087" y="227"/>
                    </a:lnTo>
                    <a:lnTo>
                      <a:pt x="1088" y="229"/>
                    </a:lnTo>
                    <a:close/>
                    <a:moveTo>
                      <a:pt x="1092" y="237"/>
                    </a:moveTo>
                    <a:lnTo>
                      <a:pt x="1092" y="237"/>
                    </a:lnTo>
                    <a:lnTo>
                      <a:pt x="1092" y="237"/>
                    </a:lnTo>
                    <a:lnTo>
                      <a:pt x="1092" y="237"/>
                    </a:lnTo>
                    <a:lnTo>
                      <a:pt x="1092" y="239"/>
                    </a:lnTo>
                    <a:lnTo>
                      <a:pt x="1092" y="239"/>
                    </a:lnTo>
                    <a:lnTo>
                      <a:pt x="1085" y="232"/>
                    </a:lnTo>
                    <a:lnTo>
                      <a:pt x="1079" y="223"/>
                    </a:lnTo>
                    <a:lnTo>
                      <a:pt x="1079" y="223"/>
                    </a:lnTo>
                    <a:lnTo>
                      <a:pt x="1082" y="224"/>
                    </a:lnTo>
                    <a:lnTo>
                      <a:pt x="1085" y="226"/>
                    </a:lnTo>
                    <a:lnTo>
                      <a:pt x="1085" y="226"/>
                    </a:lnTo>
                    <a:lnTo>
                      <a:pt x="1092" y="237"/>
                    </a:lnTo>
                    <a:close/>
                    <a:moveTo>
                      <a:pt x="1121" y="570"/>
                    </a:moveTo>
                    <a:lnTo>
                      <a:pt x="1121" y="570"/>
                    </a:lnTo>
                    <a:lnTo>
                      <a:pt x="1119" y="566"/>
                    </a:lnTo>
                    <a:lnTo>
                      <a:pt x="1118" y="566"/>
                    </a:lnTo>
                    <a:lnTo>
                      <a:pt x="1118" y="566"/>
                    </a:lnTo>
                    <a:lnTo>
                      <a:pt x="1118" y="566"/>
                    </a:lnTo>
                    <a:lnTo>
                      <a:pt x="1118" y="561"/>
                    </a:lnTo>
                    <a:lnTo>
                      <a:pt x="1117" y="557"/>
                    </a:lnTo>
                    <a:lnTo>
                      <a:pt x="1117" y="557"/>
                    </a:lnTo>
                    <a:lnTo>
                      <a:pt x="1118" y="558"/>
                    </a:lnTo>
                    <a:lnTo>
                      <a:pt x="1119" y="557"/>
                    </a:lnTo>
                    <a:lnTo>
                      <a:pt x="1119" y="557"/>
                    </a:lnTo>
                    <a:lnTo>
                      <a:pt x="1119" y="557"/>
                    </a:lnTo>
                    <a:lnTo>
                      <a:pt x="1119" y="557"/>
                    </a:lnTo>
                    <a:lnTo>
                      <a:pt x="1121" y="563"/>
                    </a:lnTo>
                    <a:lnTo>
                      <a:pt x="1121" y="563"/>
                    </a:lnTo>
                    <a:lnTo>
                      <a:pt x="1121" y="570"/>
                    </a:lnTo>
                    <a:close/>
                    <a:moveTo>
                      <a:pt x="1101" y="242"/>
                    </a:moveTo>
                    <a:lnTo>
                      <a:pt x="1101" y="242"/>
                    </a:lnTo>
                    <a:lnTo>
                      <a:pt x="1101" y="243"/>
                    </a:lnTo>
                    <a:lnTo>
                      <a:pt x="1101" y="244"/>
                    </a:lnTo>
                    <a:lnTo>
                      <a:pt x="1101" y="244"/>
                    </a:lnTo>
                    <a:lnTo>
                      <a:pt x="1104" y="246"/>
                    </a:lnTo>
                    <a:lnTo>
                      <a:pt x="1104" y="246"/>
                    </a:lnTo>
                    <a:lnTo>
                      <a:pt x="1104" y="247"/>
                    </a:lnTo>
                    <a:lnTo>
                      <a:pt x="1104" y="249"/>
                    </a:lnTo>
                    <a:lnTo>
                      <a:pt x="1101" y="246"/>
                    </a:lnTo>
                    <a:lnTo>
                      <a:pt x="1101" y="246"/>
                    </a:lnTo>
                    <a:lnTo>
                      <a:pt x="1099" y="243"/>
                    </a:lnTo>
                    <a:lnTo>
                      <a:pt x="1098" y="242"/>
                    </a:lnTo>
                    <a:lnTo>
                      <a:pt x="1098" y="242"/>
                    </a:lnTo>
                    <a:lnTo>
                      <a:pt x="1098" y="242"/>
                    </a:lnTo>
                    <a:lnTo>
                      <a:pt x="1098" y="242"/>
                    </a:lnTo>
                    <a:lnTo>
                      <a:pt x="1095" y="240"/>
                    </a:lnTo>
                    <a:lnTo>
                      <a:pt x="1095" y="240"/>
                    </a:lnTo>
                    <a:lnTo>
                      <a:pt x="1094" y="237"/>
                    </a:lnTo>
                    <a:lnTo>
                      <a:pt x="1094" y="237"/>
                    </a:lnTo>
                    <a:lnTo>
                      <a:pt x="1098" y="240"/>
                    </a:lnTo>
                    <a:lnTo>
                      <a:pt x="1101" y="242"/>
                    </a:lnTo>
                    <a:close/>
                    <a:moveTo>
                      <a:pt x="1107" y="257"/>
                    </a:moveTo>
                    <a:lnTo>
                      <a:pt x="1107" y="257"/>
                    </a:lnTo>
                    <a:lnTo>
                      <a:pt x="1109" y="262"/>
                    </a:lnTo>
                    <a:lnTo>
                      <a:pt x="1114" y="266"/>
                    </a:lnTo>
                    <a:lnTo>
                      <a:pt x="1114" y="266"/>
                    </a:lnTo>
                    <a:lnTo>
                      <a:pt x="1108" y="262"/>
                    </a:lnTo>
                    <a:lnTo>
                      <a:pt x="1107" y="259"/>
                    </a:lnTo>
                    <a:lnTo>
                      <a:pt x="1107" y="257"/>
                    </a:lnTo>
                    <a:close/>
                    <a:moveTo>
                      <a:pt x="1124" y="276"/>
                    </a:moveTo>
                    <a:lnTo>
                      <a:pt x="1124" y="276"/>
                    </a:lnTo>
                    <a:lnTo>
                      <a:pt x="1127" y="280"/>
                    </a:lnTo>
                    <a:lnTo>
                      <a:pt x="1129" y="284"/>
                    </a:lnTo>
                    <a:lnTo>
                      <a:pt x="1129" y="284"/>
                    </a:lnTo>
                    <a:lnTo>
                      <a:pt x="1127" y="282"/>
                    </a:lnTo>
                    <a:lnTo>
                      <a:pt x="1124" y="277"/>
                    </a:lnTo>
                    <a:lnTo>
                      <a:pt x="1124" y="277"/>
                    </a:lnTo>
                    <a:lnTo>
                      <a:pt x="1124" y="279"/>
                    </a:lnTo>
                    <a:lnTo>
                      <a:pt x="1124" y="279"/>
                    </a:lnTo>
                    <a:lnTo>
                      <a:pt x="1124" y="279"/>
                    </a:lnTo>
                    <a:lnTo>
                      <a:pt x="1124" y="276"/>
                    </a:lnTo>
                    <a:close/>
                    <a:moveTo>
                      <a:pt x="1135" y="300"/>
                    </a:moveTo>
                    <a:lnTo>
                      <a:pt x="1135" y="300"/>
                    </a:lnTo>
                    <a:lnTo>
                      <a:pt x="1132" y="294"/>
                    </a:lnTo>
                    <a:lnTo>
                      <a:pt x="1129" y="290"/>
                    </a:lnTo>
                    <a:lnTo>
                      <a:pt x="1129" y="290"/>
                    </a:lnTo>
                    <a:lnTo>
                      <a:pt x="1134" y="296"/>
                    </a:lnTo>
                    <a:lnTo>
                      <a:pt x="1134" y="296"/>
                    </a:lnTo>
                    <a:lnTo>
                      <a:pt x="1135" y="299"/>
                    </a:lnTo>
                    <a:lnTo>
                      <a:pt x="1135" y="300"/>
                    </a:lnTo>
                    <a:close/>
                    <a:moveTo>
                      <a:pt x="1134" y="297"/>
                    </a:moveTo>
                    <a:lnTo>
                      <a:pt x="1134" y="297"/>
                    </a:lnTo>
                    <a:lnTo>
                      <a:pt x="1135" y="300"/>
                    </a:lnTo>
                    <a:lnTo>
                      <a:pt x="1135" y="300"/>
                    </a:lnTo>
                    <a:lnTo>
                      <a:pt x="1137" y="303"/>
                    </a:lnTo>
                    <a:lnTo>
                      <a:pt x="1135" y="303"/>
                    </a:lnTo>
                    <a:lnTo>
                      <a:pt x="1135" y="303"/>
                    </a:lnTo>
                    <a:lnTo>
                      <a:pt x="1132" y="299"/>
                    </a:lnTo>
                    <a:lnTo>
                      <a:pt x="1132" y="299"/>
                    </a:lnTo>
                    <a:lnTo>
                      <a:pt x="1134" y="299"/>
                    </a:lnTo>
                    <a:lnTo>
                      <a:pt x="1134" y="299"/>
                    </a:lnTo>
                    <a:lnTo>
                      <a:pt x="1134" y="297"/>
                    </a:lnTo>
                    <a:close/>
                    <a:moveTo>
                      <a:pt x="1147" y="320"/>
                    </a:moveTo>
                    <a:lnTo>
                      <a:pt x="1147" y="320"/>
                    </a:lnTo>
                    <a:lnTo>
                      <a:pt x="1141" y="313"/>
                    </a:lnTo>
                    <a:lnTo>
                      <a:pt x="1137" y="306"/>
                    </a:lnTo>
                    <a:lnTo>
                      <a:pt x="1137" y="306"/>
                    </a:lnTo>
                    <a:lnTo>
                      <a:pt x="1142" y="313"/>
                    </a:lnTo>
                    <a:lnTo>
                      <a:pt x="1147" y="320"/>
                    </a:lnTo>
                    <a:close/>
                    <a:moveTo>
                      <a:pt x="1152" y="323"/>
                    </a:moveTo>
                    <a:lnTo>
                      <a:pt x="1152" y="323"/>
                    </a:lnTo>
                    <a:lnTo>
                      <a:pt x="1149" y="321"/>
                    </a:lnTo>
                    <a:lnTo>
                      <a:pt x="1147" y="317"/>
                    </a:lnTo>
                    <a:lnTo>
                      <a:pt x="1142" y="310"/>
                    </a:lnTo>
                    <a:lnTo>
                      <a:pt x="1142" y="310"/>
                    </a:lnTo>
                    <a:lnTo>
                      <a:pt x="1148" y="316"/>
                    </a:lnTo>
                    <a:lnTo>
                      <a:pt x="1152" y="323"/>
                    </a:lnTo>
                    <a:close/>
                    <a:moveTo>
                      <a:pt x="1161" y="350"/>
                    </a:moveTo>
                    <a:lnTo>
                      <a:pt x="1161" y="350"/>
                    </a:lnTo>
                    <a:lnTo>
                      <a:pt x="1161" y="350"/>
                    </a:lnTo>
                    <a:lnTo>
                      <a:pt x="1161" y="353"/>
                    </a:lnTo>
                    <a:lnTo>
                      <a:pt x="1161" y="353"/>
                    </a:lnTo>
                    <a:lnTo>
                      <a:pt x="1157" y="347"/>
                    </a:lnTo>
                    <a:lnTo>
                      <a:pt x="1154" y="340"/>
                    </a:lnTo>
                    <a:lnTo>
                      <a:pt x="1154" y="340"/>
                    </a:lnTo>
                    <a:lnTo>
                      <a:pt x="1158" y="347"/>
                    </a:lnTo>
                    <a:lnTo>
                      <a:pt x="1161" y="350"/>
                    </a:lnTo>
                    <a:close/>
                    <a:moveTo>
                      <a:pt x="1192" y="411"/>
                    </a:moveTo>
                    <a:lnTo>
                      <a:pt x="1192" y="411"/>
                    </a:lnTo>
                    <a:lnTo>
                      <a:pt x="1191" y="410"/>
                    </a:lnTo>
                    <a:lnTo>
                      <a:pt x="1191" y="411"/>
                    </a:lnTo>
                    <a:lnTo>
                      <a:pt x="1192" y="416"/>
                    </a:lnTo>
                    <a:lnTo>
                      <a:pt x="1192" y="416"/>
                    </a:lnTo>
                    <a:lnTo>
                      <a:pt x="1189" y="410"/>
                    </a:lnTo>
                    <a:lnTo>
                      <a:pt x="1189" y="409"/>
                    </a:lnTo>
                    <a:lnTo>
                      <a:pt x="1191" y="407"/>
                    </a:lnTo>
                    <a:lnTo>
                      <a:pt x="1191" y="407"/>
                    </a:lnTo>
                    <a:lnTo>
                      <a:pt x="1191" y="410"/>
                    </a:lnTo>
                    <a:lnTo>
                      <a:pt x="1192" y="411"/>
                    </a:lnTo>
                    <a:close/>
                    <a:moveTo>
                      <a:pt x="1172" y="874"/>
                    </a:moveTo>
                    <a:lnTo>
                      <a:pt x="1172" y="874"/>
                    </a:lnTo>
                    <a:lnTo>
                      <a:pt x="1171" y="878"/>
                    </a:lnTo>
                    <a:lnTo>
                      <a:pt x="1168" y="881"/>
                    </a:lnTo>
                    <a:lnTo>
                      <a:pt x="1168" y="881"/>
                    </a:lnTo>
                    <a:lnTo>
                      <a:pt x="1169" y="874"/>
                    </a:lnTo>
                    <a:lnTo>
                      <a:pt x="1172" y="868"/>
                    </a:lnTo>
                    <a:lnTo>
                      <a:pt x="1172" y="868"/>
                    </a:lnTo>
                    <a:lnTo>
                      <a:pt x="1174" y="865"/>
                    </a:lnTo>
                    <a:lnTo>
                      <a:pt x="1174" y="865"/>
                    </a:lnTo>
                    <a:lnTo>
                      <a:pt x="1172" y="871"/>
                    </a:lnTo>
                    <a:lnTo>
                      <a:pt x="1172" y="874"/>
                    </a:lnTo>
                    <a:close/>
                    <a:moveTo>
                      <a:pt x="1154" y="907"/>
                    </a:moveTo>
                    <a:lnTo>
                      <a:pt x="1154" y="907"/>
                    </a:lnTo>
                    <a:lnTo>
                      <a:pt x="1157" y="904"/>
                    </a:lnTo>
                    <a:lnTo>
                      <a:pt x="1158" y="900"/>
                    </a:lnTo>
                    <a:lnTo>
                      <a:pt x="1159" y="898"/>
                    </a:lnTo>
                    <a:lnTo>
                      <a:pt x="1161" y="898"/>
                    </a:lnTo>
                    <a:lnTo>
                      <a:pt x="1161" y="898"/>
                    </a:lnTo>
                    <a:lnTo>
                      <a:pt x="1157" y="904"/>
                    </a:lnTo>
                    <a:lnTo>
                      <a:pt x="1155" y="907"/>
                    </a:lnTo>
                    <a:lnTo>
                      <a:pt x="1154" y="907"/>
                    </a:lnTo>
                    <a:close/>
                    <a:moveTo>
                      <a:pt x="798" y="1096"/>
                    </a:moveTo>
                    <a:lnTo>
                      <a:pt x="798" y="1096"/>
                    </a:lnTo>
                    <a:lnTo>
                      <a:pt x="800" y="1095"/>
                    </a:lnTo>
                    <a:lnTo>
                      <a:pt x="800" y="1095"/>
                    </a:lnTo>
                    <a:lnTo>
                      <a:pt x="798" y="1095"/>
                    </a:lnTo>
                    <a:lnTo>
                      <a:pt x="798" y="1095"/>
                    </a:lnTo>
                    <a:lnTo>
                      <a:pt x="796" y="1095"/>
                    </a:lnTo>
                    <a:lnTo>
                      <a:pt x="798" y="1092"/>
                    </a:lnTo>
                    <a:lnTo>
                      <a:pt x="798" y="1092"/>
                    </a:lnTo>
                    <a:lnTo>
                      <a:pt x="801" y="1092"/>
                    </a:lnTo>
                    <a:lnTo>
                      <a:pt x="804" y="1092"/>
                    </a:lnTo>
                    <a:lnTo>
                      <a:pt x="804" y="1092"/>
                    </a:lnTo>
                    <a:lnTo>
                      <a:pt x="803" y="1094"/>
                    </a:lnTo>
                    <a:lnTo>
                      <a:pt x="801" y="1095"/>
                    </a:lnTo>
                    <a:lnTo>
                      <a:pt x="798" y="1096"/>
                    </a:lnTo>
                    <a:close/>
                    <a:moveTo>
                      <a:pt x="807" y="1089"/>
                    </a:moveTo>
                    <a:lnTo>
                      <a:pt x="807" y="1089"/>
                    </a:lnTo>
                    <a:lnTo>
                      <a:pt x="810" y="1088"/>
                    </a:lnTo>
                    <a:lnTo>
                      <a:pt x="810" y="1088"/>
                    </a:lnTo>
                    <a:lnTo>
                      <a:pt x="811" y="1086"/>
                    </a:lnTo>
                    <a:lnTo>
                      <a:pt x="811" y="1085"/>
                    </a:lnTo>
                    <a:lnTo>
                      <a:pt x="813" y="1085"/>
                    </a:lnTo>
                    <a:lnTo>
                      <a:pt x="813" y="1085"/>
                    </a:lnTo>
                    <a:lnTo>
                      <a:pt x="813" y="1085"/>
                    </a:lnTo>
                    <a:lnTo>
                      <a:pt x="814" y="1086"/>
                    </a:lnTo>
                    <a:lnTo>
                      <a:pt x="814" y="1086"/>
                    </a:lnTo>
                    <a:lnTo>
                      <a:pt x="814" y="1086"/>
                    </a:lnTo>
                    <a:lnTo>
                      <a:pt x="813" y="1088"/>
                    </a:lnTo>
                    <a:lnTo>
                      <a:pt x="811" y="1089"/>
                    </a:lnTo>
                    <a:lnTo>
                      <a:pt x="810" y="1091"/>
                    </a:lnTo>
                    <a:lnTo>
                      <a:pt x="807" y="1094"/>
                    </a:lnTo>
                    <a:lnTo>
                      <a:pt x="807" y="1094"/>
                    </a:lnTo>
                    <a:lnTo>
                      <a:pt x="804" y="1092"/>
                    </a:lnTo>
                    <a:lnTo>
                      <a:pt x="806" y="1091"/>
                    </a:lnTo>
                    <a:lnTo>
                      <a:pt x="807" y="1089"/>
                    </a:lnTo>
                    <a:close/>
                    <a:moveTo>
                      <a:pt x="1094" y="1001"/>
                    </a:moveTo>
                    <a:lnTo>
                      <a:pt x="1094" y="1001"/>
                    </a:lnTo>
                    <a:lnTo>
                      <a:pt x="1091" y="1007"/>
                    </a:lnTo>
                    <a:lnTo>
                      <a:pt x="1087" y="1009"/>
                    </a:lnTo>
                    <a:lnTo>
                      <a:pt x="1087" y="1009"/>
                    </a:lnTo>
                    <a:lnTo>
                      <a:pt x="1088" y="1007"/>
                    </a:lnTo>
                    <a:lnTo>
                      <a:pt x="1091" y="1002"/>
                    </a:lnTo>
                    <a:lnTo>
                      <a:pt x="1091" y="1002"/>
                    </a:lnTo>
                    <a:lnTo>
                      <a:pt x="1092" y="1001"/>
                    </a:lnTo>
                    <a:lnTo>
                      <a:pt x="1092" y="1001"/>
                    </a:lnTo>
                    <a:lnTo>
                      <a:pt x="1092" y="1002"/>
                    </a:lnTo>
                    <a:lnTo>
                      <a:pt x="1094" y="1001"/>
                    </a:lnTo>
                    <a:close/>
                    <a:moveTo>
                      <a:pt x="786" y="1101"/>
                    </a:moveTo>
                    <a:lnTo>
                      <a:pt x="786" y="1101"/>
                    </a:lnTo>
                    <a:lnTo>
                      <a:pt x="784" y="1101"/>
                    </a:lnTo>
                    <a:lnTo>
                      <a:pt x="783" y="1101"/>
                    </a:lnTo>
                    <a:lnTo>
                      <a:pt x="783" y="1099"/>
                    </a:lnTo>
                    <a:lnTo>
                      <a:pt x="783" y="1099"/>
                    </a:lnTo>
                    <a:lnTo>
                      <a:pt x="786" y="1098"/>
                    </a:lnTo>
                    <a:lnTo>
                      <a:pt x="789" y="1096"/>
                    </a:lnTo>
                    <a:lnTo>
                      <a:pt x="790" y="1096"/>
                    </a:lnTo>
                    <a:lnTo>
                      <a:pt x="790" y="1096"/>
                    </a:lnTo>
                    <a:lnTo>
                      <a:pt x="786" y="1101"/>
                    </a:lnTo>
                    <a:close/>
                    <a:moveTo>
                      <a:pt x="1077" y="1019"/>
                    </a:moveTo>
                    <a:lnTo>
                      <a:pt x="1077" y="1019"/>
                    </a:lnTo>
                    <a:lnTo>
                      <a:pt x="1079" y="1015"/>
                    </a:lnTo>
                    <a:lnTo>
                      <a:pt x="1082" y="1012"/>
                    </a:lnTo>
                    <a:lnTo>
                      <a:pt x="1082" y="1012"/>
                    </a:lnTo>
                    <a:lnTo>
                      <a:pt x="1081" y="1017"/>
                    </a:lnTo>
                    <a:lnTo>
                      <a:pt x="1078" y="1019"/>
                    </a:lnTo>
                    <a:lnTo>
                      <a:pt x="1078" y="1019"/>
                    </a:lnTo>
                    <a:lnTo>
                      <a:pt x="1077" y="1019"/>
                    </a:lnTo>
                    <a:close/>
                    <a:moveTo>
                      <a:pt x="783" y="1102"/>
                    </a:moveTo>
                    <a:lnTo>
                      <a:pt x="783" y="1102"/>
                    </a:lnTo>
                    <a:lnTo>
                      <a:pt x="780" y="1104"/>
                    </a:lnTo>
                    <a:lnTo>
                      <a:pt x="777" y="1104"/>
                    </a:lnTo>
                    <a:lnTo>
                      <a:pt x="777" y="1104"/>
                    </a:lnTo>
                    <a:lnTo>
                      <a:pt x="779" y="1102"/>
                    </a:lnTo>
                    <a:lnTo>
                      <a:pt x="780" y="1101"/>
                    </a:lnTo>
                    <a:lnTo>
                      <a:pt x="780" y="1101"/>
                    </a:lnTo>
                    <a:lnTo>
                      <a:pt x="780" y="1102"/>
                    </a:lnTo>
                    <a:lnTo>
                      <a:pt x="783" y="1102"/>
                    </a:lnTo>
                    <a:close/>
                    <a:moveTo>
                      <a:pt x="800" y="1206"/>
                    </a:moveTo>
                    <a:lnTo>
                      <a:pt x="800" y="1206"/>
                    </a:lnTo>
                    <a:lnTo>
                      <a:pt x="806" y="1204"/>
                    </a:lnTo>
                    <a:lnTo>
                      <a:pt x="811" y="1202"/>
                    </a:lnTo>
                    <a:lnTo>
                      <a:pt x="811" y="1202"/>
                    </a:lnTo>
                    <a:lnTo>
                      <a:pt x="808" y="1204"/>
                    </a:lnTo>
                    <a:lnTo>
                      <a:pt x="808" y="1204"/>
                    </a:lnTo>
                    <a:lnTo>
                      <a:pt x="804" y="1206"/>
                    </a:lnTo>
                    <a:lnTo>
                      <a:pt x="804" y="1206"/>
                    </a:lnTo>
                    <a:lnTo>
                      <a:pt x="801" y="1206"/>
                    </a:lnTo>
                    <a:lnTo>
                      <a:pt x="800" y="1206"/>
                    </a:lnTo>
                    <a:close/>
                    <a:moveTo>
                      <a:pt x="781" y="1212"/>
                    </a:moveTo>
                    <a:lnTo>
                      <a:pt x="781" y="1212"/>
                    </a:lnTo>
                    <a:lnTo>
                      <a:pt x="790" y="1209"/>
                    </a:lnTo>
                    <a:lnTo>
                      <a:pt x="798" y="1208"/>
                    </a:lnTo>
                    <a:lnTo>
                      <a:pt x="798" y="1208"/>
                    </a:lnTo>
                    <a:lnTo>
                      <a:pt x="790" y="1211"/>
                    </a:lnTo>
                    <a:lnTo>
                      <a:pt x="781" y="1212"/>
                    </a:lnTo>
                    <a:close/>
                    <a:moveTo>
                      <a:pt x="774" y="1215"/>
                    </a:moveTo>
                    <a:lnTo>
                      <a:pt x="774" y="1215"/>
                    </a:lnTo>
                    <a:lnTo>
                      <a:pt x="779" y="1214"/>
                    </a:lnTo>
                    <a:lnTo>
                      <a:pt x="779" y="1214"/>
                    </a:lnTo>
                    <a:lnTo>
                      <a:pt x="781" y="1214"/>
                    </a:lnTo>
                    <a:lnTo>
                      <a:pt x="781" y="1214"/>
                    </a:lnTo>
                    <a:lnTo>
                      <a:pt x="779" y="1215"/>
                    </a:lnTo>
                    <a:lnTo>
                      <a:pt x="774" y="1215"/>
                    </a:lnTo>
                    <a:close/>
                    <a:moveTo>
                      <a:pt x="432" y="1148"/>
                    </a:moveTo>
                    <a:lnTo>
                      <a:pt x="432" y="1148"/>
                    </a:lnTo>
                    <a:lnTo>
                      <a:pt x="431" y="1146"/>
                    </a:lnTo>
                    <a:lnTo>
                      <a:pt x="431" y="1145"/>
                    </a:lnTo>
                    <a:lnTo>
                      <a:pt x="435" y="1145"/>
                    </a:lnTo>
                    <a:lnTo>
                      <a:pt x="435" y="1145"/>
                    </a:lnTo>
                    <a:lnTo>
                      <a:pt x="443" y="1148"/>
                    </a:lnTo>
                    <a:lnTo>
                      <a:pt x="455" y="1149"/>
                    </a:lnTo>
                    <a:lnTo>
                      <a:pt x="455" y="1149"/>
                    </a:lnTo>
                    <a:lnTo>
                      <a:pt x="456" y="1151"/>
                    </a:lnTo>
                    <a:lnTo>
                      <a:pt x="456" y="1151"/>
                    </a:lnTo>
                    <a:lnTo>
                      <a:pt x="456" y="1152"/>
                    </a:lnTo>
                    <a:lnTo>
                      <a:pt x="456" y="1152"/>
                    </a:lnTo>
                    <a:lnTo>
                      <a:pt x="450" y="1151"/>
                    </a:lnTo>
                    <a:lnTo>
                      <a:pt x="450" y="1151"/>
                    </a:lnTo>
                    <a:lnTo>
                      <a:pt x="445" y="1151"/>
                    </a:lnTo>
                    <a:lnTo>
                      <a:pt x="445" y="1151"/>
                    </a:lnTo>
                    <a:lnTo>
                      <a:pt x="432" y="1148"/>
                    </a:lnTo>
                    <a:close/>
                    <a:moveTo>
                      <a:pt x="405" y="1136"/>
                    </a:moveTo>
                    <a:lnTo>
                      <a:pt x="405" y="1136"/>
                    </a:lnTo>
                    <a:lnTo>
                      <a:pt x="403" y="1135"/>
                    </a:lnTo>
                    <a:lnTo>
                      <a:pt x="403" y="1134"/>
                    </a:lnTo>
                    <a:lnTo>
                      <a:pt x="403" y="1134"/>
                    </a:lnTo>
                    <a:lnTo>
                      <a:pt x="423" y="1141"/>
                    </a:lnTo>
                    <a:lnTo>
                      <a:pt x="423" y="1141"/>
                    </a:lnTo>
                    <a:lnTo>
                      <a:pt x="405" y="1136"/>
                    </a:lnTo>
                    <a:close/>
                    <a:moveTo>
                      <a:pt x="563" y="1236"/>
                    </a:moveTo>
                    <a:lnTo>
                      <a:pt x="563" y="1236"/>
                    </a:lnTo>
                    <a:lnTo>
                      <a:pt x="569" y="1235"/>
                    </a:lnTo>
                    <a:lnTo>
                      <a:pt x="569" y="1235"/>
                    </a:lnTo>
                    <a:lnTo>
                      <a:pt x="573" y="1235"/>
                    </a:lnTo>
                    <a:lnTo>
                      <a:pt x="573" y="1235"/>
                    </a:lnTo>
                    <a:lnTo>
                      <a:pt x="577" y="1236"/>
                    </a:lnTo>
                    <a:lnTo>
                      <a:pt x="577" y="1236"/>
                    </a:lnTo>
                    <a:lnTo>
                      <a:pt x="570" y="1236"/>
                    </a:lnTo>
                    <a:lnTo>
                      <a:pt x="563" y="1236"/>
                    </a:lnTo>
                    <a:close/>
                    <a:moveTo>
                      <a:pt x="373" y="1126"/>
                    </a:moveTo>
                    <a:lnTo>
                      <a:pt x="373" y="1126"/>
                    </a:lnTo>
                    <a:lnTo>
                      <a:pt x="386" y="1129"/>
                    </a:lnTo>
                    <a:lnTo>
                      <a:pt x="392" y="1131"/>
                    </a:lnTo>
                    <a:lnTo>
                      <a:pt x="396" y="1131"/>
                    </a:lnTo>
                    <a:lnTo>
                      <a:pt x="396" y="1131"/>
                    </a:lnTo>
                    <a:lnTo>
                      <a:pt x="399" y="1134"/>
                    </a:lnTo>
                    <a:lnTo>
                      <a:pt x="399" y="1134"/>
                    </a:lnTo>
                    <a:lnTo>
                      <a:pt x="388" y="1132"/>
                    </a:lnTo>
                    <a:lnTo>
                      <a:pt x="388" y="1132"/>
                    </a:lnTo>
                    <a:lnTo>
                      <a:pt x="382" y="1129"/>
                    </a:lnTo>
                    <a:lnTo>
                      <a:pt x="373" y="1126"/>
                    </a:lnTo>
                    <a:close/>
                    <a:moveTo>
                      <a:pt x="479" y="1232"/>
                    </a:moveTo>
                    <a:lnTo>
                      <a:pt x="479" y="1232"/>
                    </a:lnTo>
                    <a:lnTo>
                      <a:pt x="472" y="1231"/>
                    </a:lnTo>
                    <a:lnTo>
                      <a:pt x="472" y="1231"/>
                    </a:lnTo>
                    <a:lnTo>
                      <a:pt x="470" y="1229"/>
                    </a:lnTo>
                    <a:lnTo>
                      <a:pt x="472" y="1229"/>
                    </a:lnTo>
                    <a:lnTo>
                      <a:pt x="473" y="1228"/>
                    </a:lnTo>
                    <a:lnTo>
                      <a:pt x="470" y="1226"/>
                    </a:lnTo>
                    <a:lnTo>
                      <a:pt x="470" y="1226"/>
                    </a:lnTo>
                    <a:lnTo>
                      <a:pt x="476" y="1226"/>
                    </a:lnTo>
                    <a:lnTo>
                      <a:pt x="482" y="1229"/>
                    </a:lnTo>
                    <a:lnTo>
                      <a:pt x="482" y="1229"/>
                    </a:lnTo>
                    <a:lnTo>
                      <a:pt x="478" y="1228"/>
                    </a:lnTo>
                    <a:lnTo>
                      <a:pt x="475" y="1228"/>
                    </a:lnTo>
                    <a:lnTo>
                      <a:pt x="475" y="1229"/>
                    </a:lnTo>
                    <a:lnTo>
                      <a:pt x="479" y="1232"/>
                    </a:lnTo>
                    <a:close/>
                    <a:moveTo>
                      <a:pt x="308" y="1085"/>
                    </a:moveTo>
                    <a:lnTo>
                      <a:pt x="308" y="1085"/>
                    </a:lnTo>
                    <a:lnTo>
                      <a:pt x="306" y="1084"/>
                    </a:lnTo>
                    <a:lnTo>
                      <a:pt x="308" y="1084"/>
                    </a:lnTo>
                    <a:lnTo>
                      <a:pt x="309" y="1084"/>
                    </a:lnTo>
                    <a:lnTo>
                      <a:pt x="309" y="1084"/>
                    </a:lnTo>
                    <a:lnTo>
                      <a:pt x="312" y="1085"/>
                    </a:lnTo>
                    <a:lnTo>
                      <a:pt x="315" y="1088"/>
                    </a:lnTo>
                    <a:lnTo>
                      <a:pt x="315" y="1088"/>
                    </a:lnTo>
                    <a:lnTo>
                      <a:pt x="311" y="1086"/>
                    </a:lnTo>
                    <a:lnTo>
                      <a:pt x="308" y="1085"/>
                    </a:lnTo>
                    <a:close/>
                    <a:moveTo>
                      <a:pt x="328" y="1129"/>
                    </a:moveTo>
                    <a:lnTo>
                      <a:pt x="328" y="1129"/>
                    </a:lnTo>
                    <a:lnTo>
                      <a:pt x="324" y="1128"/>
                    </a:lnTo>
                    <a:lnTo>
                      <a:pt x="319" y="1128"/>
                    </a:lnTo>
                    <a:lnTo>
                      <a:pt x="319" y="1128"/>
                    </a:lnTo>
                    <a:lnTo>
                      <a:pt x="318" y="1126"/>
                    </a:lnTo>
                    <a:lnTo>
                      <a:pt x="318" y="1125"/>
                    </a:lnTo>
                    <a:lnTo>
                      <a:pt x="319" y="1125"/>
                    </a:lnTo>
                    <a:lnTo>
                      <a:pt x="319" y="1125"/>
                    </a:lnTo>
                    <a:lnTo>
                      <a:pt x="319" y="1125"/>
                    </a:lnTo>
                    <a:lnTo>
                      <a:pt x="316" y="1124"/>
                    </a:lnTo>
                    <a:lnTo>
                      <a:pt x="316" y="1124"/>
                    </a:lnTo>
                    <a:lnTo>
                      <a:pt x="322" y="1126"/>
                    </a:lnTo>
                    <a:lnTo>
                      <a:pt x="325" y="1126"/>
                    </a:lnTo>
                    <a:lnTo>
                      <a:pt x="325" y="1125"/>
                    </a:lnTo>
                    <a:lnTo>
                      <a:pt x="325" y="1125"/>
                    </a:lnTo>
                    <a:lnTo>
                      <a:pt x="326" y="1128"/>
                    </a:lnTo>
                    <a:lnTo>
                      <a:pt x="328" y="1129"/>
                    </a:lnTo>
                    <a:close/>
                    <a:moveTo>
                      <a:pt x="349" y="1176"/>
                    </a:moveTo>
                    <a:lnTo>
                      <a:pt x="349" y="1176"/>
                    </a:lnTo>
                    <a:lnTo>
                      <a:pt x="353" y="1178"/>
                    </a:lnTo>
                    <a:lnTo>
                      <a:pt x="356" y="1179"/>
                    </a:lnTo>
                    <a:lnTo>
                      <a:pt x="356" y="1179"/>
                    </a:lnTo>
                    <a:lnTo>
                      <a:pt x="351" y="1178"/>
                    </a:lnTo>
                    <a:lnTo>
                      <a:pt x="349" y="1176"/>
                    </a:lnTo>
                    <a:lnTo>
                      <a:pt x="349" y="1176"/>
                    </a:lnTo>
                    <a:close/>
                    <a:moveTo>
                      <a:pt x="321" y="1161"/>
                    </a:moveTo>
                    <a:lnTo>
                      <a:pt x="321" y="1161"/>
                    </a:lnTo>
                    <a:lnTo>
                      <a:pt x="329" y="1164"/>
                    </a:lnTo>
                    <a:lnTo>
                      <a:pt x="336" y="1168"/>
                    </a:lnTo>
                    <a:lnTo>
                      <a:pt x="336" y="1168"/>
                    </a:lnTo>
                    <a:lnTo>
                      <a:pt x="328" y="1165"/>
                    </a:lnTo>
                    <a:lnTo>
                      <a:pt x="321" y="1161"/>
                    </a:lnTo>
                    <a:close/>
                    <a:moveTo>
                      <a:pt x="301" y="1148"/>
                    </a:moveTo>
                    <a:lnTo>
                      <a:pt x="301" y="1148"/>
                    </a:lnTo>
                    <a:lnTo>
                      <a:pt x="305" y="1149"/>
                    </a:lnTo>
                    <a:lnTo>
                      <a:pt x="309" y="1154"/>
                    </a:lnTo>
                    <a:lnTo>
                      <a:pt x="309" y="1154"/>
                    </a:lnTo>
                    <a:lnTo>
                      <a:pt x="305" y="1151"/>
                    </a:lnTo>
                    <a:lnTo>
                      <a:pt x="301" y="1148"/>
                    </a:lnTo>
                    <a:close/>
                    <a:moveTo>
                      <a:pt x="298" y="1154"/>
                    </a:moveTo>
                    <a:lnTo>
                      <a:pt x="298" y="1154"/>
                    </a:lnTo>
                    <a:lnTo>
                      <a:pt x="296" y="1152"/>
                    </a:lnTo>
                    <a:lnTo>
                      <a:pt x="295" y="1152"/>
                    </a:lnTo>
                    <a:lnTo>
                      <a:pt x="295" y="1152"/>
                    </a:lnTo>
                    <a:lnTo>
                      <a:pt x="294" y="1151"/>
                    </a:lnTo>
                    <a:lnTo>
                      <a:pt x="296" y="1151"/>
                    </a:lnTo>
                    <a:lnTo>
                      <a:pt x="301" y="1155"/>
                    </a:lnTo>
                    <a:lnTo>
                      <a:pt x="301" y="1155"/>
                    </a:lnTo>
                    <a:lnTo>
                      <a:pt x="298" y="1154"/>
                    </a:lnTo>
                    <a:close/>
                    <a:moveTo>
                      <a:pt x="152" y="1009"/>
                    </a:moveTo>
                    <a:lnTo>
                      <a:pt x="152" y="1009"/>
                    </a:lnTo>
                    <a:lnTo>
                      <a:pt x="155" y="1011"/>
                    </a:lnTo>
                    <a:lnTo>
                      <a:pt x="159" y="1015"/>
                    </a:lnTo>
                    <a:lnTo>
                      <a:pt x="159" y="1015"/>
                    </a:lnTo>
                    <a:lnTo>
                      <a:pt x="157" y="1014"/>
                    </a:lnTo>
                    <a:lnTo>
                      <a:pt x="152" y="10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3" name="ïṣḻídé"/>
              <p:cNvSpPr/>
              <p:nvPr/>
            </p:nvSpPr>
            <p:spPr bwMode="auto">
              <a:xfrm>
                <a:off x="1635797" y="1546020"/>
                <a:ext cx="3784411" cy="3815131"/>
              </a:xfrm>
              <a:custGeom>
                <a:avLst/>
                <a:gdLst>
                  <a:gd name="T0" fmla="*/ 88 w 1231"/>
                  <a:gd name="T1" fmla="*/ 651 h 1242"/>
                  <a:gd name="T2" fmla="*/ 98 w 1231"/>
                  <a:gd name="T3" fmla="*/ 551 h 1242"/>
                  <a:gd name="T4" fmla="*/ 184 w 1231"/>
                  <a:gd name="T5" fmla="*/ 344 h 1242"/>
                  <a:gd name="T6" fmla="*/ 1057 w 1231"/>
                  <a:gd name="T7" fmla="*/ 376 h 1242"/>
                  <a:gd name="T8" fmla="*/ 808 w 1231"/>
                  <a:gd name="T9" fmla="*/ 162 h 1242"/>
                  <a:gd name="T10" fmla="*/ 455 w 1231"/>
                  <a:gd name="T11" fmla="*/ 147 h 1242"/>
                  <a:gd name="T12" fmla="*/ 224 w 1231"/>
                  <a:gd name="T13" fmla="*/ 306 h 1242"/>
                  <a:gd name="T14" fmla="*/ 134 w 1231"/>
                  <a:gd name="T15" fmla="*/ 473 h 1242"/>
                  <a:gd name="T16" fmla="*/ 108 w 1231"/>
                  <a:gd name="T17" fmla="*/ 637 h 1242"/>
                  <a:gd name="T18" fmla="*/ 120 w 1231"/>
                  <a:gd name="T19" fmla="*/ 570 h 1242"/>
                  <a:gd name="T20" fmla="*/ 177 w 1231"/>
                  <a:gd name="T21" fmla="*/ 397 h 1242"/>
                  <a:gd name="T22" fmla="*/ 445 w 1231"/>
                  <a:gd name="T23" fmla="*/ 169 h 1242"/>
                  <a:gd name="T24" fmla="*/ 984 w 1231"/>
                  <a:gd name="T25" fmla="*/ 304 h 1242"/>
                  <a:gd name="T26" fmla="*/ 964 w 1231"/>
                  <a:gd name="T27" fmla="*/ 978 h 1242"/>
                  <a:gd name="T28" fmla="*/ 820 w 1231"/>
                  <a:gd name="T29" fmla="*/ 1078 h 1242"/>
                  <a:gd name="T30" fmla="*/ 438 w 1231"/>
                  <a:gd name="T31" fmla="*/ 1121 h 1242"/>
                  <a:gd name="T32" fmla="*/ 369 w 1231"/>
                  <a:gd name="T33" fmla="*/ 1122 h 1242"/>
                  <a:gd name="T34" fmla="*/ 264 w 1231"/>
                  <a:gd name="T35" fmla="*/ 1084 h 1242"/>
                  <a:gd name="T36" fmla="*/ 130 w 1231"/>
                  <a:gd name="T37" fmla="*/ 977 h 1242"/>
                  <a:gd name="T38" fmla="*/ 224 w 1231"/>
                  <a:gd name="T39" fmla="*/ 1099 h 1242"/>
                  <a:gd name="T40" fmla="*/ 315 w 1231"/>
                  <a:gd name="T41" fmla="*/ 1171 h 1242"/>
                  <a:gd name="T42" fmla="*/ 506 w 1231"/>
                  <a:gd name="T43" fmla="*/ 1239 h 1242"/>
                  <a:gd name="T44" fmla="*/ 677 w 1231"/>
                  <a:gd name="T45" fmla="*/ 1239 h 1242"/>
                  <a:gd name="T46" fmla="*/ 841 w 1231"/>
                  <a:gd name="T47" fmla="*/ 1189 h 1242"/>
                  <a:gd name="T48" fmla="*/ 1031 w 1231"/>
                  <a:gd name="T49" fmla="*/ 1067 h 1242"/>
                  <a:gd name="T50" fmla="*/ 1121 w 1231"/>
                  <a:gd name="T51" fmla="*/ 964 h 1242"/>
                  <a:gd name="T52" fmla="*/ 1208 w 1231"/>
                  <a:gd name="T53" fmla="*/ 777 h 1242"/>
                  <a:gd name="T54" fmla="*/ 1229 w 1231"/>
                  <a:gd name="T55" fmla="*/ 593 h 1242"/>
                  <a:gd name="T56" fmla="*/ 1199 w 1231"/>
                  <a:gd name="T57" fmla="*/ 424 h 1242"/>
                  <a:gd name="T58" fmla="*/ 1118 w 1231"/>
                  <a:gd name="T59" fmla="*/ 264 h 1242"/>
                  <a:gd name="T60" fmla="*/ 1030 w 1231"/>
                  <a:gd name="T61" fmla="*/ 164 h 1242"/>
                  <a:gd name="T62" fmla="*/ 988 w 1231"/>
                  <a:gd name="T63" fmla="*/ 122 h 1242"/>
                  <a:gd name="T64" fmla="*/ 893 w 1231"/>
                  <a:gd name="T65" fmla="*/ 72 h 1242"/>
                  <a:gd name="T66" fmla="*/ 816 w 1231"/>
                  <a:gd name="T67" fmla="*/ 39 h 1242"/>
                  <a:gd name="T68" fmla="*/ 642 w 1231"/>
                  <a:gd name="T69" fmla="*/ 6 h 1242"/>
                  <a:gd name="T70" fmla="*/ 509 w 1231"/>
                  <a:gd name="T71" fmla="*/ 12 h 1242"/>
                  <a:gd name="T72" fmla="*/ 402 w 1231"/>
                  <a:gd name="T73" fmla="*/ 43 h 1242"/>
                  <a:gd name="T74" fmla="*/ 199 w 1231"/>
                  <a:gd name="T75" fmla="*/ 160 h 1242"/>
                  <a:gd name="T76" fmla="*/ 82 w 1231"/>
                  <a:gd name="T77" fmla="*/ 300 h 1242"/>
                  <a:gd name="T78" fmla="*/ 27 w 1231"/>
                  <a:gd name="T79" fmla="*/ 409 h 1242"/>
                  <a:gd name="T80" fmla="*/ 63 w 1231"/>
                  <a:gd name="T81" fmla="*/ 346 h 1242"/>
                  <a:gd name="T82" fmla="*/ 165 w 1231"/>
                  <a:gd name="T83" fmla="*/ 212 h 1242"/>
                  <a:gd name="T84" fmla="*/ 269 w 1231"/>
                  <a:gd name="T85" fmla="*/ 129 h 1242"/>
                  <a:gd name="T86" fmla="*/ 308 w 1231"/>
                  <a:gd name="T87" fmla="*/ 110 h 1242"/>
                  <a:gd name="T88" fmla="*/ 215 w 1231"/>
                  <a:gd name="T89" fmla="*/ 174 h 1242"/>
                  <a:gd name="T90" fmla="*/ 95 w 1231"/>
                  <a:gd name="T91" fmla="*/ 316 h 1242"/>
                  <a:gd name="T92" fmla="*/ 13 w 1231"/>
                  <a:gd name="T93" fmla="*/ 520 h 1242"/>
                  <a:gd name="T94" fmla="*/ 5 w 1231"/>
                  <a:gd name="T95" fmla="*/ 624 h 1242"/>
                  <a:gd name="T96" fmla="*/ 11 w 1231"/>
                  <a:gd name="T97" fmla="*/ 723 h 1242"/>
                  <a:gd name="T98" fmla="*/ 21 w 1231"/>
                  <a:gd name="T99" fmla="*/ 568 h 1242"/>
                  <a:gd name="T100" fmla="*/ 24 w 1231"/>
                  <a:gd name="T101" fmla="*/ 675 h 1242"/>
                  <a:gd name="T102" fmla="*/ 47 w 1231"/>
                  <a:gd name="T103" fmla="*/ 506 h 1242"/>
                  <a:gd name="T104" fmla="*/ 138 w 1231"/>
                  <a:gd name="T105" fmla="*/ 304 h 1242"/>
                  <a:gd name="T106" fmla="*/ 256 w 1231"/>
                  <a:gd name="T107" fmla="*/ 180 h 1242"/>
                  <a:gd name="T108" fmla="*/ 482 w 1231"/>
                  <a:gd name="T109" fmla="*/ 77 h 1242"/>
                  <a:gd name="T110" fmla="*/ 449 w 1231"/>
                  <a:gd name="T111" fmla="*/ 89 h 1242"/>
                  <a:gd name="T112" fmla="*/ 308 w 1231"/>
                  <a:gd name="T113" fmla="*/ 153 h 1242"/>
                  <a:gd name="T114" fmla="*/ 179 w 1231"/>
                  <a:gd name="T115" fmla="*/ 272 h 1242"/>
                  <a:gd name="T116" fmla="*/ 87 w 1231"/>
                  <a:gd name="T117" fmla="*/ 440 h 1242"/>
                  <a:gd name="T118" fmla="*/ 71 w 1231"/>
                  <a:gd name="T119" fmla="*/ 517 h 1242"/>
                  <a:gd name="T120" fmla="*/ 64 w 1231"/>
                  <a:gd name="T121" fmla="*/ 615 h 1242"/>
                  <a:gd name="T122" fmla="*/ 77 w 1231"/>
                  <a:gd name="T123" fmla="*/ 570 h 1242"/>
                  <a:gd name="T124" fmla="*/ 87 w 1231"/>
                  <a:gd name="T125" fmla="*/ 751 h 1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31" h="1242">
                    <a:moveTo>
                      <a:pt x="111" y="805"/>
                    </a:moveTo>
                    <a:lnTo>
                      <a:pt x="111" y="805"/>
                    </a:lnTo>
                    <a:lnTo>
                      <a:pt x="110" y="802"/>
                    </a:lnTo>
                    <a:lnTo>
                      <a:pt x="110" y="804"/>
                    </a:lnTo>
                    <a:lnTo>
                      <a:pt x="110" y="804"/>
                    </a:lnTo>
                    <a:lnTo>
                      <a:pt x="108" y="800"/>
                    </a:lnTo>
                    <a:lnTo>
                      <a:pt x="108" y="800"/>
                    </a:lnTo>
                    <a:lnTo>
                      <a:pt x="107" y="797"/>
                    </a:lnTo>
                    <a:lnTo>
                      <a:pt x="105" y="795"/>
                    </a:lnTo>
                    <a:lnTo>
                      <a:pt x="105" y="795"/>
                    </a:lnTo>
                    <a:lnTo>
                      <a:pt x="102" y="787"/>
                    </a:lnTo>
                    <a:lnTo>
                      <a:pt x="102" y="787"/>
                    </a:lnTo>
                    <a:lnTo>
                      <a:pt x="98" y="778"/>
                    </a:lnTo>
                    <a:lnTo>
                      <a:pt x="98" y="778"/>
                    </a:lnTo>
                    <a:lnTo>
                      <a:pt x="98" y="772"/>
                    </a:lnTo>
                    <a:lnTo>
                      <a:pt x="97" y="767"/>
                    </a:lnTo>
                    <a:lnTo>
                      <a:pt x="95" y="761"/>
                    </a:lnTo>
                    <a:lnTo>
                      <a:pt x="94" y="755"/>
                    </a:lnTo>
                    <a:lnTo>
                      <a:pt x="94" y="755"/>
                    </a:lnTo>
                    <a:lnTo>
                      <a:pt x="95" y="758"/>
                    </a:lnTo>
                    <a:lnTo>
                      <a:pt x="97" y="761"/>
                    </a:lnTo>
                    <a:lnTo>
                      <a:pt x="97" y="761"/>
                    </a:lnTo>
                    <a:lnTo>
                      <a:pt x="98" y="765"/>
                    </a:lnTo>
                    <a:lnTo>
                      <a:pt x="101" y="768"/>
                    </a:lnTo>
                    <a:lnTo>
                      <a:pt x="101" y="768"/>
                    </a:lnTo>
                    <a:lnTo>
                      <a:pt x="98" y="760"/>
                    </a:lnTo>
                    <a:lnTo>
                      <a:pt x="97" y="753"/>
                    </a:lnTo>
                    <a:lnTo>
                      <a:pt x="97" y="753"/>
                    </a:lnTo>
                    <a:lnTo>
                      <a:pt x="95" y="745"/>
                    </a:lnTo>
                    <a:lnTo>
                      <a:pt x="92" y="738"/>
                    </a:lnTo>
                    <a:lnTo>
                      <a:pt x="92" y="738"/>
                    </a:lnTo>
                    <a:lnTo>
                      <a:pt x="92" y="734"/>
                    </a:lnTo>
                    <a:lnTo>
                      <a:pt x="92" y="731"/>
                    </a:lnTo>
                    <a:lnTo>
                      <a:pt x="91" y="728"/>
                    </a:lnTo>
                    <a:lnTo>
                      <a:pt x="91" y="728"/>
                    </a:lnTo>
                    <a:lnTo>
                      <a:pt x="92" y="727"/>
                    </a:lnTo>
                    <a:lnTo>
                      <a:pt x="92" y="727"/>
                    </a:lnTo>
                    <a:lnTo>
                      <a:pt x="95" y="731"/>
                    </a:lnTo>
                    <a:lnTo>
                      <a:pt x="95" y="731"/>
                    </a:lnTo>
                    <a:lnTo>
                      <a:pt x="95" y="728"/>
                    </a:lnTo>
                    <a:lnTo>
                      <a:pt x="94" y="725"/>
                    </a:lnTo>
                    <a:lnTo>
                      <a:pt x="94" y="725"/>
                    </a:lnTo>
                    <a:lnTo>
                      <a:pt x="94" y="725"/>
                    </a:lnTo>
                    <a:lnTo>
                      <a:pt x="92" y="725"/>
                    </a:lnTo>
                    <a:lnTo>
                      <a:pt x="91" y="724"/>
                    </a:lnTo>
                    <a:lnTo>
                      <a:pt x="91" y="725"/>
                    </a:lnTo>
                    <a:lnTo>
                      <a:pt x="91" y="725"/>
                    </a:lnTo>
                    <a:lnTo>
                      <a:pt x="91" y="721"/>
                    </a:lnTo>
                    <a:lnTo>
                      <a:pt x="90" y="715"/>
                    </a:lnTo>
                    <a:lnTo>
                      <a:pt x="90" y="715"/>
                    </a:lnTo>
                    <a:lnTo>
                      <a:pt x="88" y="710"/>
                    </a:lnTo>
                    <a:lnTo>
                      <a:pt x="88" y="710"/>
                    </a:lnTo>
                    <a:lnTo>
                      <a:pt x="87" y="704"/>
                    </a:lnTo>
                    <a:lnTo>
                      <a:pt x="87" y="704"/>
                    </a:lnTo>
                    <a:lnTo>
                      <a:pt x="90" y="711"/>
                    </a:lnTo>
                    <a:lnTo>
                      <a:pt x="90" y="711"/>
                    </a:lnTo>
                    <a:lnTo>
                      <a:pt x="91" y="715"/>
                    </a:lnTo>
                    <a:lnTo>
                      <a:pt x="91" y="715"/>
                    </a:lnTo>
                    <a:lnTo>
                      <a:pt x="92" y="721"/>
                    </a:lnTo>
                    <a:lnTo>
                      <a:pt x="92" y="721"/>
                    </a:lnTo>
                    <a:lnTo>
                      <a:pt x="94" y="718"/>
                    </a:lnTo>
                    <a:lnTo>
                      <a:pt x="92" y="713"/>
                    </a:lnTo>
                    <a:lnTo>
                      <a:pt x="92" y="713"/>
                    </a:lnTo>
                    <a:lnTo>
                      <a:pt x="90" y="707"/>
                    </a:lnTo>
                    <a:lnTo>
                      <a:pt x="90" y="707"/>
                    </a:lnTo>
                    <a:lnTo>
                      <a:pt x="88" y="701"/>
                    </a:lnTo>
                    <a:lnTo>
                      <a:pt x="88" y="701"/>
                    </a:lnTo>
                    <a:lnTo>
                      <a:pt x="90" y="700"/>
                    </a:lnTo>
                    <a:lnTo>
                      <a:pt x="88" y="697"/>
                    </a:lnTo>
                    <a:lnTo>
                      <a:pt x="88" y="690"/>
                    </a:lnTo>
                    <a:lnTo>
                      <a:pt x="88" y="690"/>
                    </a:lnTo>
                    <a:lnTo>
                      <a:pt x="87" y="690"/>
                    </a:lnTo>
                    <a:lnTo>
                      <a:pt x="87" y="690"/>
                    </a:lnTo>
                    <a:lnTo>
                      <a:pt x="87" y="690"/>
                    </a:lnTo>
                    <a:lnTo>
                      <a:pt x="85" y="687"/>
                    </a:lnTo>
                    <a:lnTo>
                      <a:pt x="85" y="687"/>
                    </a:lnTo>
                    <a:lnTo>
                      <a:pt x="87" y="687"/>
                    </a:lnTo>
                    <a:lnTo>
                      <a:pt x="87" y="685"/>
                    </a:lnTo>
                    <a:lnTo>
                      <a:pt x="87" y="685"/>
                    </a:lnTo>
                    <a:lnTo>
                      <a:pt x="84" y="660"/>
                    </a:lnTo>
                    <a:lnTo>
                      <a:pt x="84" y="660"/>
                    </a:lnTo>
                    <a:lnTo>
                      <a:pt x="84" y="660"/>
                    </a:lnTo>
                    <a:lnTo>
                      <a:pt x="84" y="660"/>
                    </a:lnTo>
                    <a:lnTo>
                      <a:pt x="88" y="680"/>
                    </a:lnTo>
                    <a:lnTo>
                      <a:pt x="88" y="680"/>
                    </a:lnTo>
                    <a:lnTo>
                      <a:pt x="88" y="668"/>
                    </a:lnTo>
                    <a:lnTo>
                      <a:pt x="88" y="658"/>
                    </a:lnTo>
                    <a:lnTo>
                      <a:pt x="88" y="658"/>
                    </a:lnTo>
                    <a:lnTo>
                      <a:pt x="87" y="658"/>
                    </a:lnTo>
                    <a:lnTo>
                      <a:pt x="87" y="660"/>
                    </a:lnTo>
                    <a:lnTo>
                      <a:pt x="87" y="663"/>
                    </a:lnTo>
                    <a:lnTo>
                      <a:pt x="87" y="663"/>
                    </a:lnTo>
                    <a:lnTo>
                      <a:pt x="85" y="657"/>
                    </a:lnTo>
                    <a:lnTo>
                      <a:pt x="85" y="657"/>
                    </a:lnTo>
                    <a:lnTo>
                      <a:pt x="87" y="655"/>
                    </a:lnTo>
                    <a:lnTo>
                      <a:pt x="87" y="654"/>
                    </a:lnTo>
                    <a:lnTo>
                      <a:pt x="88" y="654"/>
                    </a:lnTo>
                    <a:lnTo>
                      <a:pt x="88" y="651"/>
                    </a:lnTo>
                    <a:lnTo>
                      <a:pt x="88" y="651"/>
                    </a:lnTo>
                    <a:lnTo>
                      <a:pt x="87" y="648"/>
                    </a:lnTo>
                    <a:lnTo>
                      <a:pt x="87" y="648"/>
                    </a:lnTo>
                    <a:lnTo>
                      <a:pt x="87" y="651"/>
                    </a:lnTo>
                    <a:lnTo>
                      <a:pt x="87" y="651"/>
                    </a:lnTo>
                    <a:lnTo>
                      <a:pt x="85" y="653"/>
                    </a:lnTo>
                    <a:lnTo>
                      <a:pt x="85" y="654"/>
                    </a:lnTo>
                    <a:lnTo>
                      <a:pt x="85" y="655"/>
                    </a:lnTo>
                    <a:lnTo>
                      <a:pt x="85" y="655"/>
                    </a:lnTo>
                    <a:lnTo>
                      <a:pt x="85" y="657"/>
                    </a:lnTo>
                    <a:lnTo>
                      <a:pt x="84" y="655"/>
                    </a:lnTo>
                    <a:lnTo>
                      <a:pt x="84" y="650"/>
                    </a:lnTo>
                    <a:lnTo>
                      <a:pt x="84" y="650"/>
                    </a:lnTo>
                    <a:lnTo>
                      <a:pt x="84" y="651"/>
                    </a:lnTo>
                    <a:lnTo>
                      <a:pt x="84" y="650"/>
                    </a:lnTo>
                    <a:lnTo>
                      <a:pt x="85" y="647"/>
                    </a:lnTo>
                    <a:lnTo>
                      <a:pt x="85" y="648"/>
                    </a:lnTo>
                    <a:lnTo>
                      <a:pt x="85" y="648"/>
                    </a:lnTo>
                    <a:lnTo>
                      <a:pt x="85" y="644"/>
                    </a:lnTo>
                    <a:lnTo>
                      <a:pt x="84" y="640"/>
                    </a:lnTo>
                    <a:lnTo>
                      <a:pt x="84" y="640"/>
                    </a:lnTo>
                    <a:lnTo>
                      <a:pt x="85" y="640"/>
                    </a:lnTo>
                    <a:lnTo>
                      <a:pt x="85" y="641"/>
                    </a:lnTo>
                    <a:lnTo>
                      <a:pt x="87" y="647"/>
                    </a:lnTo>
                    <a:lnTo>
                      <a:pt x="87" y="647"/>
                    </a:lnTo>
                    <a:lnTo>
                      <a:pt x="87" y="648"/>
                    </a:lnTo>
                    <a:lnTo>
                      <a:pt x="88" y="647"/>
                    </a:lnTo>
                    <a:lnTo>
                      <a:pt x="88" y="647"/>
                    </a:lnTo>
                    <a:lnTo>
                      <a:pt x="90" y="647"/>
                    </a:lnTo>
                    <a:lnTo>
                      <a:pt x="90" y="647"/>
                    </a:lnTo>
                    <a:lnTo>
                      <a:pt x="90" y="641"/>
                    </a:lnTo>
                    <a:lnTo>
                      <a:pt x="90" y="637"/>
                    </a:lnTo>
                    <a:lnTo>
                      <a:pt x="90" y="637"/>
                    </a:lnTo>
                    <a:lnTo>
                      <a:pt x="91" y="638"/>
                    </a:lnTo>
                    <a:lnTo>
                      <a:pt x="92" y="643"/>
                    </a:lnTo>
                    <a:lnTo>
                      <a:pt x="92" y="643"/>
                    </a:lnTo>
                    <a:lnTo>
                      <a:pt x="92" y="640"/>
                    </a:lnTo>
                    <a:lnTo>
                      <a:pt x="92" y="637"/>
                    </a:lnTo>
                    <a:lnTo>
                      <a:pt x="92" y="634"/>
                    </a:lnTo>
                    <a:lnTo>
                      <a:pt x="92" y="631"/>
                    </a:lnTo>
                    <a:lnTo>
                      <a:pt x="92" y="631"/>
                    </a:lnTo>
                    <a:lnTo>
                      <a:pt x="92" y="631"/>
                    </a:lnTo>
                    <a:lnTo>
                      <a:pt x="92" y="634"/>
                    </a:lnTo>
                    <a:lnTo>
                      <a:pt x="91" y="637"/>
                    </a:lnTo>
                    <a:lnTo>
                      <a:pt x="91" y="637"/>
                    </a:lnTo>
                    <a:lnTo>
                      <a:pt x="91" y="633"/>
                    </a:lnTo>
                    <a:lnTo>
                      <a:pt x="91" y="628"/>
                    </a:lnTo>
                    <a:lnTo>
                      <a:pt x="91" y="628"/>
                    </a:lnTo>
                    <a:lnTo>
                      <a:pt x="90" y="631"/>
                    </a:lnTo>
                    <a:lnTo>
                      <a:pt x="90" y="631"/>
                    </a:lnTo>
                    <a:lnTo>
                      <a:pt x="88" y="630"/>
                    </a:lnTo>
                    <a:lnTo>
                      <a:pt x="88" y="630"/>
                    </a:lnTo>
                    <a:lnTo>
                      <a:pt x="87" y="625"/>
                    </a:lnTo>
                    <a:lnTo>
                      <a:pt x="87" y="625"/>
                    </a:lnTo>
                    <a:lnTo>
                      <a:pt x="88" y="624"/>
                    </a:lnTo>
                    <a:lnTo>
                      <a:pt x="88" y="625"/>
                    </a:lnTo>
                    <a:lnTo>
                      <a:pt x="90" y="625"/>
                    </a:lnTo>
                    <a:lnTo>
                      <a:pt x="90" y="624"/>
                    </a:lnTo>
                    <a:lnTo>
                      <a:pt x="90" y="624"/>
                    </a:lnTo>
                    <a:lnTo>
                      <a:pt x="88" y="618"/>
                    </a:lnTo>
                    <a:lnTo>
                      <a:pt x="90" y="608"/>
                    </a:lnTo>
                    <a:lnTo>
                      <a:pt x="90" y="608"/>
                    </a:lnTo>
                    <a:lnTo>
                      <a:pt x="91" y="601"/>
                    </a:lnTo>
                    <a:lnTo>
                      <a:pt x="91" y="598"/>
                    </a:lnTo>
                    <a:lnTo>
                      <a:pt x="92" y="598"/>
                    </a:lnTo>
                    <a:lnTo>
                      <a:pt x="92" y="598"/>
                    </a:lnTo>
                    <a:lnTo>
                      <a:pt x="91" y="594"/>
                    </a:lnTo>
                    <a:lnTo>
                      <a:pt x="91" y="593"/>
                    </a:lnTo>
                    <a:lnTo>
                      <a:pt x="91" y="593"/>
                    </a:lnTo>
                    <a:lnTo>
                      <a:pt x="91" y="593"/>
                    </a:lnTo>
                    <a:lnTo>
                      <a:pt x="91" y="590"/>
                    </a:lnTo>
                    <a:lnTo>
                      <a:pt x="92" y="590"/>
                    </a:lnTo>
                    <a:lnTo>
                      <a:pt x="92" y="588"/>
                    </a:lnTo>
                    <a:lnTo>
                      <a:pt x="94" y="588"/>
                    </a:lnTo>
                    <a:lnTo>
                      <a:pt x="94" y="588"/>
                    </a:lnTo>
                    <a:lnTo>
                      <a:pt x="94" y="596"/>
                    </a:lnTo>
                    <a:lnTo>
                      <a:pt x="94" y="603"/>
                    </a:lnTo>
                    <a:lnTo>
                      <a:pt x="94" y="603"/>
                    </a:lnTo>
                    <a:lnTo>
                      <a:pt x="95" y="594"/>
                    </a:lnTo>
                    <a:lnTo>
                      <a:pt x="95" y="583"/>
                    </a:lnTo>
                    <a:lnTo>
                      <a:pt x="95" y="583"/>
                    </a:lnTo>
                    <a:lnTo>
                      <a:pt x="97" y="581"/>
                    </a:lnTo>
                    <a:lnTo>
                      <a:pt x="97" y="581"/>
                    </a:lnTo>
                    <a:lnTo>
                      <a:pt x="97" y="583"/>
                    </a:lnTo>
                    <a:lnTo>
                      <a:pt x="98" y="581"/>
                    </a:lnTo>
                    <a:lnTo>
                      <a:pt x="98" y="581"/>
                    </a:lnTo>
                    <a:lnTo>
                      <a:pt x="97" y="574"/>
                    </a:lnTo>
                    <a:lnTo>
                      <a:pt x="100" y="566"/>
                    </a:lnTo>
                    <a:lnTo>
                      <a:pt x="100" y="566"/>
                    </a:lnTo>
                    <a:lnTo>
                      <a:pt x="98" y="563"/>
                    </a:lnTo>
                    <a:lnTo>
                      <a:pt x="97" y="563"/>
                    </a:lnTo>
                    <a:lnTo>
                      <a:pt x="97" y="563"/>
                    </a:lnTo>
                    <a:lnTo>
                      <a:pt x="97" y="563"/>
                    </a:lnTo>
                    <a:lnTo>
                      <a:pt x="97" y="561"/>
                    </a:lnTo>
                    <a:lnTo>
                      <a:pt x="97" y="558"/>
                    </a:lnTo>
                    <a:lnTo>
                      <a:pt x="97" y="554"/>
                    </a:lnTo>
                    <a:lnTo>
                      <a:pt x="98" y="551"/>
                    </a:lnTo>
                    <a:lnTo>
                      <a:pt x="98" y="551"/>
                    </a:lnTo>
                    <a:lnTo>
                      <a:pt x="98" y="551"/>
                    </a:lnTo>
                    <a:lnTo>
                      <a:pt x="97" y="551"/>
                    </a:lnTo>
                    <a:lnTo>
                      <a:pt x="98" y="548"/>
                    </a:lnTo>
                    <a:lnTo>
                      <a:pt x="98" y="544"/>
                    </a:lnTo>
                    <a:lnTo>
                      <a:pt x="97" y="543"/>
                    </a:lnTo>
                    <a:lnTo>
                      <a:pt x="97" y="543"/>
                    </a:lnTo>
                    <a:lnTo>
                      <a:pt x="98" y="540"/>
                    </a:lnTo>
                    <a:lnTo>
                      <a:pt x="100" y="541"/>
                    </a:lnTo>
                    <a:lnTo>
                      <a:pt x="100" y="544"/>
                    </a:lnTo>
                    <a:lnTo>
                      <a:pt x="100" y="543"/>
                    </a:lnTo>
                    <a:lnTo>
                      <a:pt x="100" y="543"/>
                    </a:lnTo>
                    <a:lnTo>
                      <a:pt x="100" y="538"/>
                    </a:lnTo>
                    <a:lnTo>
                      <a:pt x="101" y="533"/>
                    </a:lnTo>
                    <a:lnTo>
                      <a:pt x="101" y="533"/>
                    </a:lnTo>
                    <a:lnTo>
                      <a:pt x="102" y="534"/>
                    </a:lnTo>
                    <a:lnTo>
                      <a:pt x="102" y="536"/>
                    </a:lnTo>
                    <a:lnTo>
                      <a:pt x="102" y="536"/>
                    </a:lnTo>
                    <a:lnTo>
                      <a:pt x="101" y="550"/>
                    </a:lnTo>
                    <a:lnTo>
                      <a:pt x="101" y="550"/>
                    </a:lnTo>
                    <a:lnTo>
                      <a:pt x="100" y="557"/>
                    </a:lnTo>
                    <a:lnTo>
                      <a:pt x="100" y="557"/>
                    </a:lnTo>
                    <a:lnTo>
                      <a:pt x="100" y="563"/>
                    </a:lnTo>
                    <a:lnTo>
                      <a:pt x="100" y="563"/>
                    </a:lnTo>
                    <a:lnTo>
                      <a:pt x="101" y="560"/>
                    </a:lnTo>
                    <a:lnTo>
                      <a:pt x="101" y="558"/>
                    </a:lnTo>
                    <a:lnTo>
                      <a:pt x="101" y="556"/>
                    </a:lnTo>
                    <a:lnTo>
                      <a:pt x="101" y="556"/>
                    </a:lnTo>
                    <a:lnTo>
                      <a:pt x="102" y="547"/>
                    </a:lnTo>
                    <a:lnTo>
                      <a:pt x="104" y="537"/>
                    </a:lnTo>
                    <a:lnTo>
                      <a:pt x="104" y="537"/>
                    </a:lnTo>
                    <a:lnTo>
                      <a:pt x="107" y="527"/>
                    </a:lnTo>
                    <a:lnTo>
                      <a:pt x="107" y="527"/>
                    </a:lnTo>
                    <a:lnTo>
                      <a:pt x="108" y="518"/>
                    </a:lnTo>
                    <a:lnTo>
                      <a:pt x="108" y="518"/>
                    </a:lnTo>
                    <a:lnTo>
                      <a:pt x="111" y="507"/>
                    </a:lnTo>
                    <a:lnTo>
                      <a:pt x="111" y="507"/>
                    </a:lnTo>
                    <a:lnTo>
                      <a:pt x="114" y="496"/>
                    </a:lnTo>
                    <a:lnTo>
                      <a:pt x="114" y="496"/>
                    </a:lnTo>
                    <a:lnTo>
                      <a:pt x="118" y="486"/>
                    </a:lnTo>
                    <a:lnTo>
                      <a:pt x="118" y="486"/>
                    </a:lnTo>
                    <a:lnTo>
                      <a:pt x="120" y="481"/>
                    </a:lnTo>
                    <a:lnTo>
                      <a:pt x="121" y="478"/>
                    </a:lnTo>
                    <a:lnTo>
                      <a:pt x="121" y="478"/>
                    </a:lnTo>
                    <a:lnTo>
                      <a:pt x="125" y="468"/>
                    </a:lnTo>
                    <a:lnTo>
                      <a:pt x="125" y="468"/>
                    </a:lnTo>
                    <a:lnTo>
                      <a:pt x="125" y="466"/>
                    </a:lnTo>
                    <a:lnTo>
                      <a:pt x="125" y="461"/>
                    </a:lnTo>
                    <a:lnTo>
                      <a:pt x="128" y="454"/>
                    </a:lnTo>
                    <a:lnTo>
                      <a:pt x="128" y="454"/>
                    </a:lnTo>
                    <a:lnTo>
                      <a:pt x="130" y="456"/>
                    </a:lnTo>
                    <a:lnTo>
                      <a:pt x="130" y="454"/>
                    </a:lnTo>
                    <a:lnTo>
                      <a:pt x="130" y="454"/>
                    </a:lnTo>
                    <a:lnTo>
                      <a:pt x="130" y="453"/>
                    </a:lnTo>
                    <a:lnTo>
                      <a:pt x="131" y="450"/>
                    </a:lnTo>
                    <a:lnTo>
                      <a:pt x="131" y="449"/>
                    </a:lnTo>
                    <a:lnTo>
                      <a:pt x="132" y="447"/>
                    </a:lnTo>
                    <a:lnTo>
                      <a:pt x="132" y="447"/>
                    </a:lnTo>
                    <a:lnTo>
                      <a:pt x="134" y="440"/>
                    </a:lnTo>
                    <a:lnTo>
                      <a:pt x="138" y="433"/>
                    </a:lnTo>
                    <a:lnTo>
                      <a:pt x="141" y="426"/>
                    </a:lnTo>
                    <a:lnTo>
                      <a:pt x="144" y="417"/>
                    </a:lnTo>
                    <a:lnTo>
                      <a:pt x="144" y="417"/>
                    </a:lnTo>
                    <a:lnTo>
                      <a:pt x="144" y="419"/>
                    </a:lnTo>
                    <a:lnTo>
                      <a:pt x="144" y="417"/>
                    </a:lnTo>
                    <a:lnTo>
                      <a:pt x="144" y="413"/>
                    </a:lnTo>
                    <a:lnTo>
                      <a:pt x="144" y="413"/>
                    </a:lnTo>
                    <a:lnTo>
                      <a:pt x="145" y="413"/>
                    </a:lnTo>
                    <a:lnTo>
                      <a:pt x="145" y="414"/>
                    </a:lnTo>
                    <a:lnTo>
                      <a:pt x="144" y="416"/>
                    </a:lnTo>
                    <a:lnTo>
                      <a:pt x="145" y="417"/>
                    </a:lnTo>
                    <a:lnTo>
                      <a:pt x="145" y="417"/>
                    </a:lnTo>
                    <a:lnTo>
                      <a:pt x="147" y="414"/>
                    </a:lnTo>
                    <a:lnTo>
                      <a:pt x="147" y="414"/>
                    </a:lnTo>
                    <a:lnTo>
                      <a:pt x="148" y="411"/>
                    </a:lnTo>
                    <a:lnTo>
                      <a:pt x="148" y="411"/>
                    </a:lnTo>
                    <a:lnTo>
                      <a:pt x="151" y="404"/>
                    </a:lnTo>
                    <a:lnTo>
                      <a:pt x="151" y="404"/>
                    </a:lnTo>
                    <a:lnTo>
                      <a:pt x="157" y="391"/>
                    </a:lnTo>
                    <a:lnTo>
                      <a:pt x="157" y="391"/>
                    </a:lnTo>
                    <a:lnTo>
                      <a:pt x="158" y="391"/>
                    </a:lnTo>
                    <a:lnTo>
                      <a:pt x="161" y="389"/>
                    </a:lnTo>
                    <a:lnTo>
                      <a:pt x="162" y="384"/>
                    </a:lnTo>
                    <a:lnTo>
                      <a:pt x="162" y="381"/>
                    </a:lnTo>
                    <a:lnTo>
                      <a:pt x="162" y="381"/>
                    </a:lnTo>
                    <a:lnTo>
                      <a:pt x="165" y="379"/>
                    </a:lnTo>
                    <a:lnTo>
                      <a:pt x="167" y="377"/>
                    </a:lnTo>
                    <a:lnTo>
                      <a:pt x="167" y="377"/>
                    </a:lnTo>
                    <a:lnTo>
                      <a:pt x="167" y="374"/>
                    </a:lnTo>
                    <a:lnTo>
                      <a:pt x="168" y="370"/>
                    </a:lnTo>
                    <a:lnTo>
                      <a:pt x="168" y="370"/>
                    </a:lnTo>
                    <a:lnTo>
                      <a:pt x="174" y="363"/>
                    </a:lnTo>
                    <a:lnTo>
                      <a:pt x="174" y="363"/>
                    </a:lnTo>
                    <a:lnTo>
                      <a:pt x="179" y="354"/>
                    </a:lnTo>
                    <a:lnTo>
                      <a:pt x="179" y="354"/>
                    </a:lnTo>
                    <a:lnTo>
                      <a:pt x="182" y="349"/>
                    </a:lnTo>
                    <a:lnTo>
                      <a:pt x="182" y="349"/>
                    </a:lnTo>
                    <a:lnTo>
                      <a:pt x="184" y="344"/>
                    </a:lnTo>
                    <a:lnTo>
                      <a:pt x="184" y="344"/>
                    </a:lnTo>
                    <a:lnTo>
                      <a:pt x="189" y="340"/>
                    </a:lnTo>
                    <a:lnTo>
                      <a:pt x="194" y="331"/>
                    </a:lnTo>
                    <a:lnTo>
                      <a:pt x="194" y="331"/>
                    </a:lnTo>
                    <a:lnTo>
                      <a:pt x="197" y="329"/>
                    </a:lnTo>
                    <a:lnTo>
                      <a:pt x="197" y="329"/>
                    </a:lnTo>
                    <a:lnTo>
                      <a:pt x="198" y="324"/>
                    </a:lnTo>
                    <a:lnTo>
                      <a:pt x="198" y="324"/>
                    </a:lnTo>
                    <a:lnTo>
                      <a:pt x="201" y="321"/>
                    </a:lnTo>
                    <a:lnTo>
                      <a:pt x="204" y="320"/>
                    </a:lnTo>
                    <a:lnTo>
                      <a:pt x="204" y="320"/>
                    </a:lnTo>
                    <a:lnTo>
                      <a:pt x="198" y="327"/>
                    </a:lnTo>
                    <a:lnTo>
                      <a:pt x="198" y="327"/>
                    </a:lnTo>
                    <a:lnTo>
                      <a:pt x="201" y="326"/>
                    </a:lnTo>
                    <a:lnTo>
                      <a:pt x="204" y="321"/>
                    </a:lnTo>
                    <a:lnTo>
                      <a:pt x="209" y="311"/>
                    </a:lnTo>
                    <a:lnTo>
                      <a:pt x="209" y="311"/>
                    </a:lnTo>
                    <a:lnTo>
                      <a:pt x="215" y="306"/>
                    </a:lnTo>
                    <a:lnTo>
                      <a:pt x="218" y="303"/>
                    </a:lnTo>
                    <a:lnTo>
                      <a:pt x="219" y="300"/>
                    </a:lnTo>
                    <a:lnTo>
                      <a:pt x="219" y="300"/>
                    </a:lnTo>
                    <a:lnTo>
                      <a:pt x="221" y="299"/>
                    </a:lnTo>
                    <a:lnTo>
                      <a:pt x="224" y="297"/>
                    </a:lnTo>
                    <a:lnTo>
                      <a:pt x="224" y="297"/>
                    </a:lnTo>
                    <a:lnTo>
                      <a:pt x="229" y="289"/>
                    </a:lnTo>
                    <a:lnTo>
                      <a:pt x="229" y="289"/>
                    </a:lnTo>
                    <a:lnTo>
                      <a:pt x="237" y="280"/>
                    </a:lnTo>
                    <a:lnTo>
                      <a:pt x="237" y="280"/>
                    </a:lnTo>
                    <a:lnTo>
                      <a:pt x="242" y="276"/>
                    </a:lnTo>
                    <a:lnTo>
                      <a:pt x="242" y="276"/>
                    </a:lnTo>
                    <a:lnTo>
                      <a:pt x="248" y="269"/>
                    </a:lnTo>
                    <a:lnTo>
                      <a:pt x="248" y="269"/>
                    </a:lnTo>
                    <a:lnTo>
                      <a:pt x="264" y="254"/>
                    </a:lnTo>
                    <a:lnTo>
                      <a:pt x="264" y="254"/>
                    </a:lnTo>
                    <a:lnTo>
                      <a:pt x="286" y="234"/>
                    </a:lnTo>
                    <a:lnTo>
                      <a:pt x="311" y="216"/>
                    </a:lnTo>
                    <a:lnTo>
                      <a:pt x="336" y="200"/>
                    </a:lnTo>
                    <a:lnTo>
                      <a:pt x="362" y="184"/>
                    </a:lnTo>
                    <a:lnTo>
                      <a:pt x="362" y="184"/>
                    </a:lnTo>
                    <a:lnTo>
                      <a:pt x="376" y="177"/>
                    </a:lnTo>
                    <a:lnTo>
                      <a:pt x="389" y="170"/>
                    </a:lnTo>
                    <a:lnTo>
                      <a:pt x="389" y="170"/>
                    </a:lnTo>
                    <a:lnTo>
                      <a:pt x="403" y="164"/>
                    </a:lnTo>
                    <a:lnTo>
                      <a:pt x="418" y="157"/>
                    </a:lnTo>
                    <a:lnTo>
                      <a:pt x="431" y="152"/>
                    </a:lnTo>
                    <a:lnTo>
                      <a:pt x="431" y="152"/>
                    </a:lnTo>
                    <a:lnTo>
                      <a:pt x="445" y="147"/>
                    </a:lnTo>
                    <a:lnTo>
                      <a:pt x="445" y="147"/>
                    </a:lnTo>
                    <a:lnTo>
                      <a:pt x="459" y="143"/>
                    </a:lnTo>
                    <a:lnTo>
                      <a:pt x="475" y="139"/>
                    </a:lnTo>
                    <a:lnTo>
                      <a:pt x="475" y="139"/>
                    </a:lnTo>
                    <a:lnTo>
                      <a:pt x="503" y="130"/>
                    </a:lnTo>
                    <a:lnTo>
                      <a:pt x="533" y="125"/>
                    </a:lnTo>
                    <a:lnTo>
                      <a:pt x="563" y="122"/>
                    </a:lnTo>
                    <a:lnTo>
                      <a:pt x="593" y="119"/>
                    </a:lnTo>
                    <a:lnTo>
                      <a:pt x="607" y="119"/>
                    </a:lnTo>
                    <a:lnTo>
                      <a:pt x="607" y="119"/>
                    </a:lnTo>
                    <a:lnTo>
                      <a:pt x="616" y="119"/>
                    </a:lnTo>
                    <a:lnTo>
                      <a:pt x="623" y="119"/>
                    </a:lnTo>
                    <a:lnTo>
                      <a:pt x="630" y="119"/>
                    </a:lnTo>
                    <a:lnTo>
                      <a:pt x="634" y="119"/>
                    </a:lnTo>
                    <a:lnTo>
                      <a:pt x="639" y="119"/>
                    </a:lnTo>
                    <a:lnTo>
                      <a:pt x="653" y="120"/>
                    </a:lnTo>
                    <a:lnTo>
                      <a:pt x="653" y="120"/>
                    </a:lnTo>
                    <a:lnTo>
                      <a:pt x="669" y="122"/>
                    </a:lnTo>
                    <a:lnTo>
                      <a:pt x="683" y="123"/>
                    </a:lnTo>
                    <a:lnTo>
                      <a:pt x="697" y="126"/>
                    </a:lnTo>
                    <a:lnTo>
                      <a:pt x="706" y="127"/>
                    </a:lnTo>
                    <a:lnTo>
                      <a:pt x="706" y="127"/>
                    </a:lnTo>
                    <a:lnTo>
                      <a:pt x="713" y="129"/>
                    </a:lnTo>
                    <a:lnTo>
                      <a:pt x="713" y="129"/>
                    </a:lnTo>
                    <a:lnTo>
                      <a:pt x="741" y="135"/>
                    </a:lnTo>
                    <a:lnTo>
                      <a:pt x="771" y="143"/>
                    </a:lnTo>
                    <a:lnTo>
                      <a:pt x="800" y="153"/>
                    </a:lnTo>
                    <a:lnTo>
                      <a:pt x="827" y="164"/>
                    </a:lnTo>
                    <a:lnTo>
                      <a:pt x="854" y="177"/>
                    </a:lnTo>
                    <a:lnTo>
                      <a:pt x="880" y="193"/>
                    </a:lnTo>
                    <a:lnTo>
                      <a:pt x="905" y="209"/>
                    </a:lnTo>
                    <a:lnTo>
                      <a:pt x="930" y="227"/>
                    </a:lnTo>
                    <a:lnTo>
                      <a:pt x="930" y="227"/>
                    </a:lnTo>
                    <a:lnTo>
                      <a:pt x="953" y="246"/>
                    </a:lnTo>
                    <a:lnTo>
                      <a:pt x="975" y="266"/>
                    </a:lnTo>
                    <a:lnTo>
                      <a:pt x="995" y="289"/>
                    </a:lnTo>
                    <a:lnTo>
                      <a:pt x="1015" y="311"/>
                    </a:lnTo>
                    <a:lnTo>
                      <a:pt x="1015" y="311"/>
                    </a:lnTo>
                    <a:lnTo>
                      <a:pt x="1034" y="336"/>
                    </a:lnTo>
                    <a:lnTo>
                      <a:pt x="1050" y="361"/>
                    </a:lnTo>
                    <a:lnTo>
                      <a:pt x="1065" y="387"/>
                    </a:lnTo>
                    <a:lnTo>
                      <a:pt x="1078" y="414"/>
                    </a:lnTo>
                    <a:lnTo>
                      <a:pt x="1078" y="414"/>
                    </a:lnTo>
                    <a:lnTo>
                      <a:pt x="1078" y="416"/>
                    </a:lnTo>
                    <a:lnTo>
                      <a:pt x="1078" y="416"/>
                    </a:lnTo>
                    <a:lnTo>
                      <a:pt x="1075" y="414"/>
                    </a:lnTo>
                    <a:lnTo>
                      <a:pt x="1075" y="414"/>
                    </a:lnTo>
                    <a:lnTo>
                      <a:pt x="1070" y="397"/>
                    </a:lnTo>
                    <a:lnTo>
                      <a:pt x="1070" y="397"/>
                    </a:lnTo>
                    <a:lnTo>
                      <a:pt x="1060" y="381"/>
                    </a:lnTo>
                    <a:lnTo>
                      <a:pt x="1058" y="377"/>
                    </a:lnTo>
                    <a:lnTo>
                      <a:pt x="1057" y="376"/>
                    </a:lnTo>
                    <a:lnTo>
                      <a:pt x="1055" y="374"/>
                    </a:lnTo>
                    <a:lnTo>
                      <a:pt x="1055" y="374"/>
                    </a:lnTo>
                    <a:lnTo>
                      <a:pt x="1051" y="366"/>
                    </a:lnTo>
                    <a:lnTo>
                      <a:pt x="1051" y="366"/>
                    </a:lnTo>
                    <a:lnTo>
                      <a:pt x="1047" y="359"/>
                    </a:lnTo>
                    <a:lnTo>
                      <a:pt x="1047" y="359"/>
                    </a:lnTo>
                    <a:lnTo>
                      <a:pt x="1041" y="350"/>
                    </a:lnTo>
                    <a:lnTo>
                      <a:pt x="1041" y="350"/>
                    </a:lnTo>
                    <a:lnTo>
                      <a:pt x="1040" y="349"/>
                    </a:lnTo>
                    <a:lnTo>
                      <a:pt x="1037" y="346"/>
                    </a:lnTo>
                    <a:lnTo>
                      <a:pt x="1037" y="346"/>
                    </a:lnTo>
                    <a:lnTo>
                      <a:pt x="1037" y="346"/>
                    </a:lnTo>
                    <a:lnTo>
                      <a:pt x="1040" y="347"/>
                    </a:lnTo>
                    <a:lnTo>
                      <a:pt x="1040" y="347"/>
                    </a:lnTo>
                    <a:lnTo>
                      <a:pt x="1035" y="343"/>
                    </a:lnTo>
                    <a:lnTo>
                      <a:pt x="1034" y="340"/>
                    </a:lnTo>
                    <a:lnTo>
                      <a:pt x="1032" y="337"/>
                    </a:lnTo>
                    <a:lnTo>
                      <a:pt x="1032" y="337"/>
                    </a:lnTo>
                    <a:lnTo>
                      <a:pt x="1031" y="337"/>
                    </a:lnTo>
                    <a:lnTo>
                      <a:pt x="1031" y="337"/>
                    </a:lnTo>
                    <a:lnTo>
                      <a:pt x="1031" y="337"/>
                    </a:lnTo>
                    <a:lnTo>
                      <a:pt x="1030" y="337"/>
                    </a:lnTo>
                    <a:lnTo>
                      <a:pt x="1030" y="337"/>
                    </a:lnTo>
                    <a:lnTo>
                      <a:pt x="1025" y="330"/>
                    </a:lnTo>
                    <a:lnTo>
                      <a:pt x="1021" y="321"/>
                    </a:lnTo>
                    <a:lnTo>
                      <a:pt x="1021" y="321"/>
                    </a:lnTo>
                    <a:lnTo>
                      <a:pt x="1014" y="313"/>
                    </a:lnTo>
                    <a:lnTo>
                      <a:pt x="1014" y="313"/>
                    </a:lnTo>
                    <a:lnTo>
                      <a:pt x="1007" y="306"/>
                    </a:lnTo>
                    <a:lnTo>
                      <a:pt x="1007" y="306"/>
                    </a:lnTo>
                    <a:lnTo>
                      <a:pt x="997" y="293"/>
                    </a:lnTo>
                    <a:lnTo>
                      <a:pt x="997" y="293"/>
                    </a:lnTo>
                    <a:lnTo>
                      <a:pt x="985" y="282"/>
                    </a:lnTo>
                    <a:lnTo>
                      <a:pt x="985" y="282"/>
                    </a:lnTo>
                    <a:lnTo>
                      <a:pt x="984" y="280"/>
                    </a:lnTo>
                    <a:lnTo>
                      <a:pt x="985" y="280"/>
                    </a:lnTo>
                    <a:lnTo>
                      <a:pt x="985" y="280"/>
                    </a:lnTo>
                    <a:lnTo>
                      <a:pt x="980" y="276"/>
                    </a:lnTo>
                    <a:lnTo>
                      <a:pt x="980" y="276"/>
                    </a:lnTo>
                    <a:lnTo>
                      <a:pt x="975" y="270"/>
                    </a:lnTo>
                    <a:lnTo>
                      <a:pt x="975" y="270"/>
                    </a:lnTo>
                    <a:lnTo>
                      <a:pt x="965" y="260"/>
                    </a:lnTo>
                    <a:lnTo>
                      <a:pt x="965" y="260"/>
                    </a:lnTo>
                    <a:lnTo>
                      <a:pt x="955" y="252"/>
                    </a:lnTo>
                    <a:lnTo>
                      <a:pt x="955" y="252"/>
                    </a:lnTo>
                    <a:lnTo>
                      <a:pt x="947" y="246"/>
                    </a:lnTo>
                    <a:lnTo>
                      <a:pt x="947" y="246"/>
                    </a:lnTo>
                    <a:lnTo>
                      <a:pt x="947" y="243"/>
                    </a:lnTo>
                    <a:lnTo>
                      <a:pt x="945" y="242"/>
                    </a:lnTo>
                    <a:lnTo>
                      <a:pt x="945" y="242"/>
                    </a:lnTo>
                    <a:lnTo>
                      <a:pt x="945" y="243"/>
                    </a:lnTo>
                    <a:lnTo>
                      <a:pt x="945" y="244"/>
                    </a:lnTo>
                    <a:lnTo>
                      <a:pt x="945" y="244"/>
                    </a:lnTo>
                    <a:lnTo>
                      <a:pt x="943" y="242"/>
                    </a:lnTo>
                    <a:lnTo>
                      <a:pt x="943" y="242"/>
                    </a:lnTo>
                    <a:lnTo>
                      <a:pt x="940" y="239"/>
                    </a:lnTo>
                    <a:lnTo>
                      <a:pt x="940" y="239"/>
                    </a:lnTo>
                    <a:lnTo>
                      <a:pt x="934" y="234"/>
                    </a:lnTo>
                    <a:lnTo>
                      <a:pt x="934" y="234"/>
                    </a:lnTo>
                    <a:lnTo>
                      <a:pt x="923" y="224"/>
                    </a:lnTo>
                    <a:lnTo>
                      <a:pt x="923" y="224"/>
                    </a:lnTo>
                    <a:lnTo>
                      <a:pt x="911" y="216"/>
                    </a:lnTo>
                    <a:lnTo>
                      <a:pt x="911" y="216"/>
                    </a:lnTo>
                    <a:lnTo>
                      <a:pt x="904" y="212"/>
                    </a:lnTo>
                    <a:lnTo>
                      <a:pt x="904" y="212"/>
                    </a:lnTo>
                    <a:lnTo>
                      <a:pt x="898" y="207"/>
                    </a:lnTo>
                    <a:lnTo>
                      <a:pt x="898" y="207"/>
                    </a:lnTo>
                    <a:lnTo>
                      <a:pt x="895" y="206"/>
                    </a:lnTo>
                    <a:lnTo>
                      <a:pt x="891" y="203"/>
                    </a:lnTo>
                    <a:lnTo>
                      <a:pt x="883" y="197"/>
                    </a:lnTo>
                    <a:lnTo>
                      <a:pt x="883" y="197"/>
                    </a:lnTo>
                    <a:lnTo>
                      <a:pt x="873" y="192"/>
                    </a:lnTo>
                    <a:lnTo>
                      <a:pt x="870" y="190"/>
                    </a:lnTo>
                    <a:lnTo>
                      <a:pt x="867" y="187"/>
                    </a:lnTo>
                    <a:lnTo>
                      <a:pt x="867" y="187"/>
                    </a:lnTo>
                    <a:lnTo>
                      <a:pt x="856" y="183"/>
                    </a:lnTo>
                    <a:lnTo>
                      <a:pt x="856" y="183"/>
                    </a:lnTo>
                    <a:lnTo>
                      <a:pt x="847" y="176"/>
                    </a:lnTo>
                    <a:lnTo>
                      <a:pt x="847" y="176"/>
                    </a:lnTo>
                    <a:lnTo>
                      <a:pt x="846" y="176"/>
                    </a:lnTo>
                    <a:lnTo>
                      <a:pt x="846" y="177"/>
                    </a:lnTo>
                    <a:lnTo>
                      <a:pt x="846" y="177"/>
                    </a:lnTo>
                    <a:lnTo>
                      <a:pt x="844" y="177"/>
                    </a:lnTo>
                    <a:lnTo>
                      <a:pt x="844" y="177"/>
                    </a:lnTo>
                    <a:lnTo>
                      <a:pt x="841" y="176"/>
                    </a:lnTo>
                    <a:lnTo>
                      <a:pt x="841" y="176"/>
                    </a:lnTo>
                    <a:lnTo>
                      <a:pt x="841" y="174"/>
                    </a:lnTo>
                    <a:lnTo>
                      <a:pt x="841" y="174"/>
                    </a:lnTo>
                    <a:lnTo>
                      <a:pt x="841" y="174"/>
                    </a:lnTo>
                    <a:lnTo>
                      <a:pt x="834" y="172"/>
                    </a:lnTo>
                    <a:lnTo>
                      <a:pt x="827" y="169"/>
                    </a:lnTo>
                    <a:lnTo>
                      <a:pt x="827" y="169"/>
                    </a:lnTo>
                    <a:lnTo>
                      <a:pt x="827" y="167"/>
                    </a:lnTo>
                    <a:lnTo>
                      <a:pt x="828" y="167"/>
                    </a:lnTo>
                    <a:lnTo>
                      <a:pt x="828" y="167"/>
                    </a:lnTo>
                    <a:lnTo>
                      <a:pt x="818" y="164"/>
                    </a:lnTo>
                    <a:lnTo>
                      <a:pt x="818" y="164"/>
                    </a:lnTo>
                    <a:lnTo>
                      <a:pt x="808" y="162"/>
                    </a:lnTo>
                    <a:lnTo>
                      <a:pt x="808" y="162"/>
                    </a:lnTo>
                    <a:lnTo>
                      <a:pt x="808" y="160"/>
                    </a:lnTo>
                    <a:lnTo>
                      <a:pt x="808" y="160"/>
                    </a:lnTo>
                    <a:lnTo>
                      <a:pt x="804" y="157"/>
                    </a:lnTo>
                    <a:lnTo>
                      <a:pt x="804" y="157"/>
                    </a:lnTo>
                    <a:lnTo>
                      <a:pt x="803" y="159"/>
                    </a:lnTo>
                    <a:lnTo>
                      <a:pt x="800" y="157"/>
                    </a:lnTo>
                    <a:lnTo>
                      <a:pt x="800" y="157"/>
                    </a:lnTo>
                    <a:lnTo>
                      <a:pt x="797" y="154"/>
                    </a:lnTo>
                    <a:lnTo>
                      <a:pt x="797" y="154"/>
                    </a:lnTo>
                    <a:lnTo>
                      <a:pt x="793" y="154"/>
                    </a:lnTo>
                    <a:lnTo>
                      <a:pt x="789" y="152"/>
                    </a:lnTo>
                    <a:lnTo>
                      <a:pt x="783" y="150"/>
                    </a:lnTo>
                    <a:lnTo>
                      <a:pt x="776" y="149"/>
                    </a:lnTo>
                    <a:lnTo>
                      <a:pt x="776" y="149"/>
                    </a:lnTo>
                    <a:lnTo>
                      <a:pt x="774" y="147"/>
                    </a:lnTo>
                    <a:lnTo>
                      <a:pt x="776" y="147"/>
                    </a:lnTo>
                    <a:lnTo>
                      <a:pt x="776" y="147"/>
                    </a:lnTo>
                    <a:lnTo>
                      <a:pt x="753" y="140"/>
                    </a:lnTo>
                    <a:lnTo>
                      <a:pt x="753" y="140"/>
                    </a:lnTo>
                    <a:lnTo>
                      <a:pt x="743" y="137"/>
                    </a:lnTo>
                    <a:lnTo>
                      <a:pt x="736" y="137"/>
                    </a:lnTo>
                    <a:lnTo>
                      <a:pt x="736" y="137"/>
                    </a:lnTo>
                    <a:lnTo>
                      <a:pt x="729" y="135"/>
                    </a:lnTo>
                    <a:lnTo>
                      <a:pt x="729" y="135"/>
                    </a:lnTo>
                    <a:lnTo>
                      <a:pt x="724" y="135"/>
                    </a:lnTo>
                    <a:lnTo>
                      <a:pt x="720" y="135"/>
                    </a:lnTo>
                    <a:lnTo>
                      <a:pt x="720" y="135"/>
                    </a:lnTo>
                    <a:lnTo>
                      <a:pt x="710" y="130"/>
                    </a:lnTo>
                    <a:lnTo>
                      <a:pt x="710" y="130"/>
                    </a:lnTo>
                    <a:lnTo>
                      <a:pt x="706" y="130"/>
                    </a:lnTo>
                    <a:lnTo>
                      <a:pt x="706" y="130"/>
                    </a:lnTo>
                    <a:lnTo>
                      <a:pt x="703" y="130"/>
                    </a:lnTo>
                    <a:lnTo>
                      <a:pt x="703" y="130"/>
                    </a:lnTo>
                    <a:lnTo>
                      <a:pt x="690" y="127"/>
                    </a:lnTo>
                    <a:lnTo>
                      <a:pt x="690" y="127"/>
                    </a:lnTo>
                    <a:lnTo>
                      <a:pt x="677" y="126"/>
                    </a:lnTo>
                    <a:lnTo>
                      <a:pt x="677" y="126"/>
                    </a:lnTo>
                    <a:lnTo>
                      <a:pt x="664" y="125"/>
                    </a:lnTo>
                    <a:lnTo>
                      <a:pt x="659" y="123"/>
                    </a:lnTo>
                    <a:lnTo>
                      <a:pt x="652" y="123"/>
                    </a:lnTo>
                    <a:lnTo>
                      <a:pt x="652" y="123"/>
                    </a:lnTo>
                    <a:lnTo>
                      <a:pt x="626" y="122"/>
                    </a:lnTo>
                    <a:lnTo>
                      <a:pt x="626" y="122"/>
                    </a:lnTo>
                    <a:lnTo>
                      <a:pt x="613" y="122"/>
                    </a:lnTo>
                    <a:lnTo>
                      <a:pt x="613" y="122"/>
                    </a:lnTo>
                    <a:lnTo>
                      <a:pt x="606" y="122"/>
                    </a:lnTo>
                    <a:lnTo>
                      <a:pt x="606" y="122"/>
                    </a:lnTo>
                    <a:lnTo>
                      <a:pt x="599" y="122"/>
                    </a:lnTo>
                    <a:lnTo>
                      <a:pt x="599" y="122"/>
                    </a:lnTo>
                    <a:lnTo>
                      <a:pt x="597" y="123"/>
                    </a:lnTo>
                    <a:lnTo>
                      <a:pt x="597" y="123"/>
                    </a:lnTo>
                    <a:lnTo>
                      <a:pt x="597" y="123"/>
                    </a:lnTo>
                    <a:lnTo>
                      <a:pt x="589" y="122"/>
                    </a:lnTo>
                    <a:lnTo>
                      <a:pt x="589" y="122"/>
                    </a:lnTo>
                    <a:lnTo>
                      <a:pt x="580" y="123"/>
                    </a:lnTo>
                    <a:lnTo>
                      <a:pt x="580" y="123"/>
                    </a:lnTo>
                    <a:lnTo>
                      <a:pt x="572" y="123"/>
                    </a:lnTo>
                    <a:lnTo>
                      <a:pt x="572" y="123"/>
                    </a:lnTo>
                    <a:lnTo>
                      <a:pt x="563" y="125"/>
                    </a:lnTo>
                    <a:lnTo>
                      <a:pt x="563" y="125"/>
                    </a:lnTo>
                    <a:lnTo>
                      <a:pt x="555" y="126"/>
                    </a:lnTo>
                    <a:lnTo>
                      <a:pt x="555" y="126"/>
                    </a:lnTo>
                    <a:lnTo>
                      <a:pt x="536" y="127"/>
                    </a:lnTo>
                    <a:lnTo>
                      <a:pt x="536" y="127"/>
                    </a:lnTo>
                    <a:lnTo>
                      <a:pt x="519" y="132"/>
                    </a:lnTo>
                    <a:lnTo>
                      <a:pt x="519" y="132"/>
                    </a:lnTo>
                    <a:lnTo>
                      <a:pt x="516" y="130"/>
                    </a:lnTo>
                    <a:lnTo>
                      <a:pt x="516" y="130"/>
                    </a:lnTo>
                    <a:lnTo>
                      <a:pt x="509" y="133"/>
                    </a:lnTo>
                    <a:lnTo>
                      <a:pt x="503" y="135"/>
                    </a:lnTo>
                    <a:lnTo>
                      <a:pt x="503" y="135"/>
                    </a:lnTo>
                    <a:lnTo>
                      <a:pt x="490" y="137"/>
                    </a:lnTo>
                    <a:lnTo>
                      <a:pt x="490" y="137"/>
                    </a:lnTo>
                    <a:lnTo>
                      <a:pt x="490" y="139"/>
                    </a:lnTo>
                    <a:lnTo>
                      <a:pt x="490" y="139"/>
                    </a:lnTo>
                    <a:lnTo>
                      <a:pt x="489" y="142"/>
                    </a:lnTo>
                    <a:lnTo>
                      <a:pt x="485" y="143"/>
                    </a:lnTo>
                    <a:lnTo>
                      <a:pt x="485" y="143"/>
                    </a:lnTo>
                    <a:lnTo>
                      <a:pt x="483" y="142"/>
                    </a:lnTo>
                    <a:lnTo>
                      <a:pt x="479" y="142"/>
                    </a:lnTo>
                    <a:lnTo>
                      <a:pt x="479" y="142"/>
                    </a:lnTo>
                    <a:lnTo>
                      <a:pt x="479" y="142"/>
                    </a:lnTo>
                    <a:lnTo>
                      <a:pt x="482" y="140"/>
                    </a:lnTo>
                    <a:lnTo>
                      <a:pt x="483" y="139"/>
                    </a:lnTo>
                    <a:lnTo>
                      <a:pt x="486" y="139"/>
                    </a:lnTo>
                    <a:lnTo>
                      <a:pt x="486" y="139"/>
                    </a:lnTo>
                    <a:lnTo>
                      <a:pt x="486" y="139"/>
                    </a:lnTo>
                    <a:lnTo>
                      <a:pt x="486" y="139"/>
                    </a:lnTo>
                    <a:lnTo>
                      <a:pt x="483" y="139"/>
                    </a:lnTo>
                    <a:lnTo>
                      <a:pt x="480" y="139"/>
                    </a:lnTo>
                    <a:lnTo>
                      <a:pt x="480" y="140"/>
                    </a:lnTo>
                    <a:lnTo>
                      <a:pt x="480" y="140"/>
                    </a:lnTo>
                    <a:lnTo>
                      <a:pt x="472" y="142"/>
                    </a:lnTo>
                    <a:lnTo>
                      <a:pt x="472" y="142"/>
                    </a:lnTo>
                    <a:lnTo>
                      <a:pt x="463" y="144"/>
                    </a:lnTo>
                    <a:lnTo>
                      <a:pt x="463" y="144"/>
                    </a:lnTo>
                    <a:lnTo>
                      <a:pt x="455" y="147"/>
                    </a:lnTo>
                    <a:lnTo>
                      <a:pt x="446" y="150"/>
                    </a:lnTo>
                    <a:lnTo>
                      <a:pt x="446" y="150"/>
                    </a:lnTo>
                    <a:lnTo>
                      <a:pt x="443" y="152"/>
                    </a:lnTo>
                    <a:lnTo>
                      <a:pt x="439" y="153"/>
                    </a:lnTo>
                    <a:lnTo>
                      <a:pt x="431" y="156"/>
                    </a:lnTo>
                    <a:lnTo>
                      <a:pt x="431" y="156"/>
                    </a:lnTo>
                    <a:lnTo>
                      <a:pt x="429" y="156"/>
                    </a:lnTo>
                    <a:lnTo>
                      <a:pt x="431" y="156"/>
                    </a:lnTo>
                    <a:lnTo>
                      <a:pt x="431" y="156"/>
                    </a:lnTo>
                    <a:lnTo>
                      <a:pt x="423" y="159"/>
                    </a:lnTo>
                    <a:lnTo>
                      <a:pt x="419" y="160"/>
                    </a:lnTo>
                    <a:lnTo>
                      <a:pt x="419" y="160"/>
                    </a:lnTo>
                    <a:lnTo>
                      <a:pt x="415" y="162"/>
                    </a:lnTo>
                    <a:lnTo>
                      <a:pt x="415" y="162"/>
                    </a:lnTo>
                    <a:lnTo>
                      <a:pt x="401" y="167"/>
                    </a:lnTo>
                    <a:lnTo>
                      <a:pt x="401" y="167"/>
                    </a:lnTo>
                    <a:lnTo>
                      <a:pt x="401" y="169"/>
                    </a:lnTo>
                    <a:lnTo>
                      <a:pt x="401" y="170"/>
                    </a:lnTo>
                    <a:lnTo>
                      <a:pt x="401" y="170"/>
                    </a:lnTo>
                    <a:lnTo>
                      <a:pt x="389" y="174"/>
                    </a:lnTo>
                    <a:lnTo>
                      <a:pt x="389" y="174"/>
                    </a:lnTo>
                    <a:lnTo>
                      <a:pt x="378" y="182"/>
                    </a:lnTo>
                    <a:lnTo>
                      <a:pt x="378" y="182"/>
                    </a:lnTo>
                    <a:lnTo>
                      <a:pt x="366" y="187"/>
                    </a:lnTo>
                    <a:lnTo>
                      <a:pt x="366" y="187"/>
                    </a:lnTo>
                    <a:lnTo>
                      <a:pt x="356" y="192"/>
                    </a:lnTo>
                    <a:lnTo>
                      <a:pt x="356" y="192"/>
                    </a:lnTo>
                    <a:lnTo>
                      <a:pt x="356" y="192"/>
                    </a:lnTo>
                    <a:lnTo>
                      <a:pt x="358" y="192"/>
                    </a:lnTo>
                    <a:lnTo>
                      <a:pt x="358" y="192"/>
                    </a:lnTo>
                    <a:lnTo>
                      <a:pt x="346" y="197"/>
                    </a:lnTo>
                    <a:lnTo>
                      <a:pt x="336" y="204"/>
                    </a:lnTo>
                    <a:lnTo>
                      <a:pt x="336" y="204"/>
                    </a:lnTo>
                    <a:lnTo>
                      <a:pt x="314" y="219"/>
                    </a:lnTo>
                    <a:lnTo>
                      <a:pt x="314" y="219"/>
                    </a:lnTo>
                    <a:lnTo>
                      <a:pt x="306" y="226"/>
                    </a:lnTo>
                    <a:lnTo>
                      <a:pt x="306" y="226"/>
                    </a:lnTo>
                    <a:lnTo>
                      <a:pt x="296" y="233"/>
                    </a:lnTo>
                    <a:lnTo>
                      <a:pt x="296" y="233"/>
                    </a:lnTo>
                    <a:lnTo>
                      <a:pt x="286" y="242"/>
                    </a:lnTo>
                    <a:lnTo>
                      <a:pt x="286" y="242"/>
                    </a:lnTo>
                    <a:lnTo>
                      <a:pt x="276" y="249"/>
                    </a:lnTo>
                    <a:lnTo>
                      <a:pt x="276" y="249"/>
                    </a:lnTo>
                    <a:lnTo>
                      <a:pt x="276" y="250"/>
                    </a:lnTo>
                    <a:lnTo>
                      <a:pt x="276" y="250"/>
                    </a:lnTo>
                    <a:lnTo>
                      <a:pt x="276" y="252"/>
                    </a:lnTo>
                    <a:lnTo>
                      <a:pt x="276" y="253"/>
                    </a:lnTo>
                    <a:lnTo>
                      <a:pt x="276" y="253"/>
                    </a:lnTo>
                    <a:lnTo>
                      <a:pt x="274" y="256"/>
                    </a:lnTo>
                    <a:lnTo>
                      <a:pt x="274" y="256"/>
                    </a:lnTo>
                    <a:lnTo>
                      <a:pt x="274" y="254"/>
                    </a:lnTo>
                    <a:lnTo>
                      <a:pt x="272" y="254"/>
                    </a:lnTo>
                    <a:lnTo>
                      <a:pt x="268" y="257"/>
                    </a:lnTo>
                    <a:lnTo>
                      <a:pt x="268" y="257"/>
                    </a:lnTo>
                    <a:lnTo>
                      <a:pt x="259" y="264"/>
                    </a:lnTo>
                    <a:lnTo>
                      <a:pt x="259" y="264"/>
                    </a:lnTo>
                    <a:lnTo>
                      <a:pt x="259" y="266"/>
                    </a:lnTo>
                    <a:lnTo>
                      <a:pt x="261" y="264"/>
                    </a:lnTo>
                    <a:lnTo>
                      <a:pt x="264" y="262"/>
                    </a:lnTo>
                    <a:lnTo>
                      <a:pt x="264" y="262"/>
                    </a:lnTo>
                    <a:lnTo>
                      <a:pt x="265" y="263"/>
                    </a:lnTo>
                    <a:lnTo>
                      <a:pt x="264" y="264"/>
                    </a:lnTo>
                    <a:lnTo>
                      <a:pt x="261" y="267"/>
                    </a:lnTo>
                    <a:lnTo>
                      <a:pt x="261" y="267"/>
                    </a:lnTo>
                    <a:lnTo>
                      <a:pt x="255" y="270"/>
                    </a:lnTo>
                    <a:lnTo>
                      <a:pt x="249" y="274"/>
                    </a:lnTo>
                    <a:lnTo>
                      <a:pt x="249" y="274"/>
                    </a:lnTo>
                    <a:lnTo>
                      <a:pt x="244" y="280"/>
                    </a:lnTo>
                    <a:lnTo>
                      <a:pt x="239" y="286"/>
                    </a:lnTo>
                    <a:lnTo>
                      <a:pt x="239" y="286"/>
                    </a:lnTo>
                    <a:lnTo>
                      <a:pt x="238" y="287"/>
                    </a:lnTo>
                    <a:lnTo>
                      <a:pt x="238" y="287"/>
                    </a:lnTo>
                    <a:lnTo>
                      <a:pt x="239" y="287"/>
                    </a:lnTo>
                    <a:lnTo>
                      <a:pt x="238" y="289"/>
                    </a:lnTo>
                    <a:lnTo>
                      <a:pt x="238" y="289"/>
                    </a:lnTo>
                    <a:lnTo>
                      <a:pt x="235" y="292"/>
                    </a:lnTo>
                    <a:lnTo>
                      <a:pt x="235" y="292"/>
                    </a:lnTo>
                    <a:lnTo>
                      <a:pt x="235" y="292"/>
                    </a:lnTo>
                    <a:lnTo>
                      <a:pt x="237" y="289"/>
                    </a:lnTo>
                    <a:lnTo>
                      <a:pt x="237" y="289"/>
                    </a:lnTo>
                    <a:lnTo>
                      <a:pt x="234" y="292"/>
                    </a:lnTo>
                    <a:lnTo>
                      <a:pt x="231" y="296"/>
                    </a:lnTo>
                    <a:lnTo>
                      <a:pt x="231" y="296"/>
                    </a:lnTo>
                    <a:lnTo>
                      <a:pt x="232" y="294"/>
                    </a:lnTo>
                    <a:lnTo>
                      <a:pt x="232" y="296"/>
                    </a:lnTo>
                    <a:lnTo>
                      <a:pt x="232" y="297"/>
                    </a:lnTo>
                    <a:lnTo>
                      <a:pt x="232" y="297"/>
                    </a:lnTo>
                    <a:lnTo>
                      <a:pt x="234" y="294"/>
                    </a:lnTo>
                    <a:lnTo>
                      <a:pt x="237" y="293"/>
                    </a:lnTo>
                    <a:lnTo>
                      <a:pt x="237" y="293"/>
                    </a:lnTo>
                    <a:lnTo>
                      <a:pt x="234" y="297"/>
                    </a:lnTo>
                    <a:lnTo>
                      <a:pt x="234" y="297"/>
                    </a:lnTo>
                    <a:lnTo>
                      <a:pt x="231" y="301"/>
                    </a:lnTo>
                    <a:lnTo>
                      <a:pt x="231" y="301"/>
                    </a:lnTo>
                    <a:lnTo>
                      <a:pt x="228" y="304"/>
                    </a:lnTo>
                    <a:lnTo>
                      <a:pt x="224" y="307"/>
                    </a:lnTo>
                    <a:lnTo>
                      <a:pt x="224" y="307"/>
                    </a:lnTo>
                    <a:lnTo>
                      <a:pt x="224" y="306"/>
                    </a:lnTo>
                    <a:lnTo>
                      <a:pt x="225" y="304"/>
                    </a:lnTo>
                    <a:lnTo>
                      <a:pt x="229" y="300"/>
                    </a:lnTo>
                    <a:lnTo>
                      <a:pt x="229" y="300"/>
                    </a:lnTo>
                    <a:lnTo>
                      <a:pt x="227" y="301"/>
                    </a:lnTo>
                    <a:lnTo>
                      <a:pt x="228" y="300"/>
                    </a:lnTo>
                    <a:lnTo>
                      <a:pt x="231" y="296"/>
                    </a:lnTo>
                    <a:lnTo>
                      <a:pt x="231" y="296"/>
                    </a:lnTo>
                    <a:lnTo>
                      <a:pt x="227" y="299"/>
                    </a:lnTo>
                    <a:lnTo>
                      <a:pt x="225" y="301"/>
                    </a:lnTo>
                    <a:lnTo>
                      <a:pt x="222" y="304"/>
                    </a:lnTo>
                    <a:lnTo>
                      <a:pt x="219" y="307"/>
                    </a:lnTo>
                    <a:lnTo>
                      <a:pt x="219" y="307"/>
                    </a:lnTo>
                    <a:lnTo>
                      <a:pt x="219" y="309"/>
                    </a:lnTo>
                    <a:lnTo>
                      <a:pt x="221" y="307"/>
                    </a:lnTo>
                    <a:lnTo>
                      <a:pt x="222" y="307"/>
                    </a:lnTo>
                    <a:lnTo>
                      <a:pt x="222" y="307"/>
                    </a:lnTo>
                    <a:lnTo>
                      <a:pt x="219" y="310"/>
                    </a:lnTo>
                    <a:lnTo>
                      <a:pt x="219" y="310"/>
                    </a:lnTo>
                    <a:lnTo>
                      <a:pt x="219" y="310"/>
                    </a:lnTo>
                    <a:lnTo>
                      <a:pt x="222" y="309"/>
                    </a:lnTo>
                    <a:lnTo>
                      <a:pt x="222" y="309"/>
                    </a:lnTo>
                    <a:lnTo>
                      <a:pt x="218" y="316"/>
                    </a:lnTo>
                    <a:lnTo>
                      <a:pt x="215" y="323"/>
                    </a:lnTo>
                    <a:lnTo>
                      <a:pt x="215" y="323"/>
                    </a:lnTo>
                    <a:lnTo>
                      <a:pt x="212" y="324"/>
                    </a:lnTo>
                    <a:lnTo>
                      <a:pt x="212" y="324"/>
                    </a:lnTo>
                    <a:lnTo>
                      <a:pt x="211" y="324"/>
                    </a:lnTo>
                    <a:lnTo>
                      <a:pt x="211" y="324"/>
                    </a:lnTo>
                    <a:lnTo>
                      <a:pt x="208" y="330"/>
                    </a:lnTo>
                    <a:lnTo>
                      <a:pt x="207" y="333"/>
                    </a:lnTo>
                    <a:lnTo>
                      <a:pt x="205" y="336"/>
                    </a:lnTo>
                    <a:lnTo>
                      <a:pt x="205" y="336"/>
                    </a:lnTo>
                    <a:lnTo>
                      <a:pt x="204" y="336"/>
                    </a:lnTo>
                    <a:lnTo>
                      <a:pt x="205" y="334"/>
                    </a:lnTo>
                    <a:lnTo>
                      <a:pt x="205" y="334"/>
                    </a:lnTo>
                    <a:lnTo>
                      <a:pt x="205" y="330"/>
                    </a:lnTo>
                    <a:lnTo>
                      <a:pt x="205" y="330"/>
                    </a:lnTo>
                    <a:lnTo>
                      <a:pt x="204" y="334"/>
                    </a:lnTo>
                    <a:lnTo>
                      <a:pt x="204" y="336"/>
                    </a:lnTo>
                    <a:lnTo>
                      <a:pt x="204" y="336"/>
                    </a:lnTo>
                    <a:lnTo>
                      <a:pt x="204" y="336"/>
                    </a:lnTo>
                    <a:lnTo>
                      <a:pt x="202" y="339"/>
                    </a:lnTo>
                    <a:lnTo>
                      <a:pt x="199" y="343"/>
                    </a:lnTo>
                    <a:lnTo>
                      <a:pt x="199" y="343"/>
                    </a:lnTo>
                    <a:lnTo>
                      <a:pt x="198" y="343"/>
                    </a:lnTo>
                    <a:lnTo>
                      <a:pt x="198" y="341"/>
                    </a:lnTo>
                    <a:lnTo>
                      <a:pt x="198" y="341"/>
                    </a:lnTo>
                    <a:lnTo>
                      <a:pt x="197" y="343"/>
                    </a:lnTo>
                    <a:lnTo>
                      <a:pt x="197" y="343"/>
                    </a:lnTo>
                    <a:lnTo>
                      <a:pt x="195" y="347"/>
                    </a:lnTo>
                    <a:lnTo>
                      <a:pt x="192" y="353"/>
                    </a:lnTo>
                    <a:lnTo>
                      <a:pt x="192" y="353"/>
                    </a:lnTo>
                    <a:lnTo>
                      <a:pt x="189" y="359"/>
                    </a:lnTo>
                    <a:lnTo>
                      <a:pt x="187" y="359"/>
                    </a:lnTo>
                    <a:lnTo>
                      <a:pt x="187" y="359"/>
                    </a:lnTo>
                    <a:lnTo>
                      <a:pt x="184" y="364"/>
                    </a:lnTo>
                    <a:lnTo>
                      <a:pt x="181" y="370"/>
                    </a:lnTo>
                    <a:lnTo>
                      <a:pt x="181" y="370"/>
                    </a:lnTo>
                    <a:lnTo>
                      <a:pt x="178" y="373"/>
                    </a:lnTo>
                    <a:lnTo>
                      <a:pt x="175" y="377"/>
                    </a:lnTo>
                    <a:lnTo>
                      <a:pt x="174" y="381"/>
                    </a:lnTo>
                    <a:lnTo>
                      <a:pt x="172" y="383"/>
                    </a:lnTo>
                    <a:lnTo>
                      <a:pt x="172" y="383"/>
                    </a:lnTo>
                    <a:lnTo>
                      <a:pt x="171" y="386"/>
                    </a:lnTo>
                    <a:lnTo>
                      <a:pt x="171" y="389"/>
                    </a:lnTo>
                    <a:lnTo>
                      <a:pt x="167" y="393"/>
                    </a:lnTo>
                    <a:lnTo>
                      <a:pt x="167" y="393"/>
                    </a:lnTo>
                    <a:lnTo>
                      <a:pt x="162" y="400"/>
                    </a:lnTo>
                    <a:lnTo>
                      <a:pt x="162" y="400"/>
                    </a:lnTo>
                    <a:lnTo>
                      <a:pt x="161" y="406"/>
                    </a:lnTo>
                    <a:lnTo>
                      <a:pt x="161" y="406"/>
                    </a:lnTo>
                    <a:lnTo>
                      <a:pt x="155" y="417"/>
                    </a:lnTo>
                    <a:lnTo>
                      <a:pt x="155" y="417"/>
                    </a:lnTo>
                    <a:lnTo>
                      <a:pt x="150" y="427"/>
                    </a:lnTo>
                    <a:lnTo>
                      <a:pt x="150" y="427"/>
                    </a:lnTo>
                    <a:lnTo>
                      <a:pt x="150" y="429"/>
                    </a:lnTo>
                    <a:lnTo>
                      <a:pt x="150" y="427"/>
                    </a:lnTo>
                    <a:lnTo>
                      <a:pt x="150" y="426"/>
                    </a:lnTo>
                    <a:lnTo>
                      <a:pt x="148" y="427"/>
                    </a:lnTo>
                    <a:lnTo>
                      <a:pt x="148" y="427"/>
                    </a:lnTo>
                    <a:lnTo>
                      <a:pt x="145" y="437"/>
                    </a:lnTo>
                    <a:lnTo>
                      <a:pt x="142" y="446"/>
                    </a:lnTo>
                    <a:lnTo>
                      <a:pt x="138" y="454"/>
                    </a:lnTo>
                    <a:lnTo>
                      <a:pt x="135" y="463"/>
                    </a:lnTo>
                    <a:lnTo>
                      <a:pt x="135" y="463"/>
                    </a:lnTo>
                    <a:lnTo>
                      <a:pt x="138" y="458"/>
                    </a:lnTo>
                    <a:lnTo>
                      <a:pt x="138" y="458"/>
                    </a:lnTo>
                    <a:lnTo>
                      <a:pt x="138" y="460"/>
                    </a:lnTo>
                    <a:lnTo>
                      <a:pt x="140" y="460"/>
                    </a:lnTo>
                    <a:lnTo>
                      <a:pt x="140" y="460"/>
                    </a:lnTo>
                    <a:lnTo>
                      <a:pt x="137" y="464"/>
                    </a:lnTo>
                    <a:lnTo>
                      <a:pt x="135" y="467"/>
                    </a:lnTo>
                    <a:lnTo>
                      <a:pt x="135" y="467"/>
                    </a:lnTo>
                    <a:lnTo>
                      <a:pt x="131" y="476"/>
                    </a:lnTo>
                    <a:lnTo>
                      <a:pt x="131" y="476"/>
                    </a:lnTo>
                    <a:lnTo>
                      <a:pt x="132" y="476"/>
                    </a:lnTo>
                    <a:lnTo>
                      <a:pt x="132" y="476"/>
                    </a:lnTo>
                    <a:lnTo>
                      <a:pt x="134" y="473"/>
                    </a:lnTo>
                    <a:lnTo>
                      <a:pt x="134" y="473"/>
                    </a:lnTo>
                    <a:lnTo>
                      <a:pt x="134" y="473"/>
                    </a:lnTo>
                    <a:lnTo>
                      <a:pt x="134" y="474"/>
                    </a:lnTo>
                    <a:lnTo>
                      <a:pt x="132" y="477"/>
                    </a:lnTo>
                    <a:lnTo>
                      <a:pt x="132" y="478"/>
                    </a:lnTo>
                    <a:lnTo>
                      <a:pt x="132" y="478"/>
                    </a:lnTo>
                    <a:lnTo>
                      <a:pt x="131" y="480"/>
                    </a:lnTo>
                    <a:lnTo>
                      <a:pt x="131" y="483"/>
                    </a:lnTo>
                    <a:lnTo>
                      <a:pt x="131" y="483"/>
                    </a:lnTo>
                    <a:lnTo>
                      <a:pt x="131" y="487"/>
                    </a:lnTo>
                    <a:lnTo>
                      <a:pt x="131" y="487"/>
                    </a:lnTo>
                    <a:lnTo>
                      <a:pt x="128" y="493"/>
                    </a:lnTo>
                    <a:lnTo>
                      <a:pt x="128" y="493"/>
                    </a:lnTo>
                    <a:lnTo>
                      <a:pt x="127" y="498"/>
                    </a:lnTo>
                    <a:lnTo>
                      <a:pt x="125" y="506"/>
                    </a:lnTo>
                    <a:lnTo>
                      <a:pt x="125" y="506"/>
                    </a:lnTo>
                    <a:lnTo>
                      <a:pt x="124" y="507"/>
                    </a:lnTo>
                    <a:lnTo>
                      <a:pt x="122" y="504"/>
                    </a:lnTo>
                    <a:lnTo>
                      <a:pt x="122" y="504"/>
                    </a:lnTo>
                    <a:lnTo>
                      <a:pt x="121" y="507"/>
                    </a:lnTo>
                    <a:lnTo>
                      <a:pt x="121" y="511"/>
                    </a:lnTo>
                    <a:lnTo>
                      <a:pt x="121" y="511"/>
                    </a:lnTo>
                    <a:lnTo>
                      <a:pt x="121" y="511"/>
                    </a:lnTo>
                    <a:lnTo>
                      <a:pt x="121" y="511"/>
                    </a:lnTo>
                    <a:lnTo>
                      <a:pt x="122" y="508"/>
                    </a:lnTo>
                    <a:lnTo>
                      <a:pt x="122" y="508"/>
                    </a:lnTo>
                    <a:lnTo>
                      <a:pt x="122" y="513"/>
                    </a:lnTo>
                    <a:lnTo>
                      <a:pt x="122" y="517"/>
                    </a:lnTo>
                    <a:lnTo>
                      <a:pt x="122" y="517"/>
                    </a:lnTo>
                    <a:lnTo>
                      <a:pt x="121" y="517"/>
                    </a:lnTo>
                    <a:lnTo>
                      <a:pt x="121" y="514"/>
                    </a:lnTo>
                    <a:lnTo>
                      <a:pt x="121" y="514"/>
                    </a:lnTo>
                    <a:lnTo>
                      <a:pt x="120" y="524"/>
                    </a:lnTo>
                    <a:lnTo>
                      <a:pt x="117" y="534"/>
                    </a:lnTo>
                    <a:lnTo>
                      <a:pt x="117" y="534"/>
                    </a:lnTo>
                    <a:lnTo>
                      <a:pt x="117" y="534"/>
                    </a:lnTo>
                    <a:lnTo>
                      <a:pt x="117" y="534"/>
                    </a:lnTo>
                    <a:lnTo>
                      <a:pt x="115" y="534"/>
                    </a:lnTo>
                    <a:lnTo>
                      <a:pt x="115" y="536"/>
                    </a:lnTo>
                    <a:lnTo>
                      <a:pt x="115" y="536"/>
                    </a:lnTo>
                    <a:lnTo>
                      <a:pt x="115" y="541"/>
                    </a:lnTo>
                    <a:lnTo>
                      <a:pt x="114" y="551"/>
                    </a:lnTo>
                    <a:lnTo>
                      <a:pt x="112" y="560"/>
                    </a:lnTo>
                    <a:lnTo>
                      <a:pt x="112" y="567"/>
                    </a:lnTo>
                    <a:lnTo>
                      <a:pt x="112" y="567"/>
                    </a:lnTo>
                    <a:lnTo>
                      <a:pt x="111" y="571"/>
                    </a:lnTo>
                    <a:lnTo>
                      <a:pt x="110" y="573"/>
                    </a:lnTo>
                    <a:lnTo>
                      <a:pt x="110" y="570"/>
                    </a:lnTo>
                    <a:lnTo>
                      <a:pt x="110" y="570"/>
                    </a:lnTo>
                    <a:lnTo>
                      <a:pt x="110" y="574"/>
                    </a:lnTo>
                    <a:lnTo>
                      <a:pt x="111" y="576"/>
                    </a:lnTo>
                    <a:lnTo>
                      <a:pt x="111" y="576"/>
                    </a:lnTo>
                    <a:lnTo>
                      <a:pt x="110" y="578"/>
                    </a:lnTo>
                    <a:lnTo>
                      <a:pt x="108" y="580"/>
                    </a:lnTo>
                    <a:lnTo>
                      <a:pt x="108" y="580"/>
                    </a:lnTo>
                    <a:lnTo>
                      <a:pt x="108" y="583"/>
                    </a:lnTo>
                    <a:lnTo>
                      <a:pt x="108" y="583"/>
                    </a:lnTo>
                    <a:lnTo>
                      <a:pt x="108" y="586"/>
                    </a:lnTo>
                    <a:lnTo>
                      <a:pt x="108" y="586"/>
                    </a:lnTo>
                    <a:lnTo>
                      <a:pt x="108" y="583"/>
                    </a:lnTo>
                    <a:lnTo>
                      <a:pt x="110" y="580"/>
                    </a:lnTo>
                    <a:lnTo>
                      <a:pt x="110" y="580"/>
                    </a:lnTo>
                    <a:lnTo>
                      <a:pt x="110" y="581"/>
                    </a:lnTo>
                    <a:lnTo>
                      <a:pt x="110" y="581"/>
                    </a:lnTo>
                    <a:lnTo>
                      <a:pt x="110" y="581"/>
                    </a:lnTo>
                    <a:lnTo>
                      <a:pt x="108" y="596"/>
                    </a:lnTo>
                    <a:lnTo>
                      <a:pt x="108" y="596"/>
                    </a:lnTo>
                    <a:lnTo>
                      <a:pt x="108" y="603"/>
                    </a:lnTo>
                    <a:lnTo>
                      <a:pt x="108" y="603"/>
                    </a:lnTo>
                    <a:lnTo>
                      <a:pt x="108" y="607"/>
                    </a:lnTo>
                    <a:lnTo>
                      <a:pt x="108" y="607"/>
                    </a:lnTo>
                    <a:lnTo>
                      <a:pt x="108" y="611"/>
                    </a:lnTo>
                    <a:lnTo>
                      <a:pt x="108" y="611"/>
                    </a:lnTo>
                    <a:lnTo>
                      <a:pt x="107" y="611"/>
                    </a:lnTo>
                    <a:lnTo>
                      <a:pt x="105" y="614"/>
                    </a:lnTo>
                    <a:lnTo>
                      <a:pt x="105" y="614"/>
                    </a:lnTo>
                    <a:lnTo>
                      <a:pt x="107" y="615"/>
                    </a:lnTo>
                    <a:lnTo>
                      <a:pt x="107" y="614"/>
                    </a:lnTo>
                    <a:lnTo>
                      <a:pt x="108" y="611"/>
                    </a:lnTo>
                    <a:lnTo>
                      <a:pt x="108" y="611"/>
                    </a:lnTo>
                    <a:lnTo>
                      <a:pt x="110" y="615"/>
                    </a:lnTo>
                    <a:lnTo>
                      <a:pt x="108" y="620"/>
                    </a:lnTo>
                    <a:lnTo>
                      <a:pt x="108" y="623"/>
                    </a:lnTo>
                    <a:lnTo>
                      <a:pt x="108" y="627"/>
                    </a:lnTo>
                    <a:lnTo>
                      <a:pt x="108" y="627"/>
                    </a:lnTo>
                    <a:lnTo>
                      <a:pt x="108" y="630"/>
                    </a:lnTo>
                    <a:lnTo>
                      <a:pt x="107" y="628"/>
                    </a:lnTo>
                    <a:lnTo>
                      <a:pt x="105" y="627"/>
                    </a:lnTo>
                    <a:lnTo>
                      <a:pt x="105" y="627"/>
                    </a:lnTo>
                    <a:lnTo>
                      <a:pt x="105" y="627"/>
                    </a:lnTo>
                    <a:lnTo>
                      <a:pt x="105" y="630"/>
                    </a:lnTo>
                    <a:lnTo>
                      <a:pt x="107" y="630"/>
                    </a:lnTo>
                    <a:lnTo>
                      <a:pt x="108" y="631"/>
                    </a:lnTo>
                    <a:lnTo>
                      <a:pt x="108" y="631"/>
                    </a:lnTo>
                    <a:lnTo>
                      <a:pt x="110" y="633"/>
                    </a:lnTo>
                    <a:lnTo>
                      <a:pt x="108" y="634"/>
                    </a:lnTo>
                    <a:lnTo>
                      <a:pt x="108" y="637"/>
                    </a:lnTo>
                    <a:lnTo>
                      <a:pt x="108" y="637"/>
                    </a:lnTo>
                    <a:lnTo>
                      <a:pt x="107" y="635"/>
                    </a:lnTo>
                    <a:lnTo>
                      <a:pt x="107" y="634"/>
                    </a:lnTo>
                    <a:lnTo>
                      <a:pt x="107" y="634"/>
                    </a:lnTo>
                    <a:lnTo>
                      <a:pt x="107" y="638"/>
                    </a:lnTo>
                    <a:lnTo>
                      <a:pt x="107" y="641"/>
                    </a:lnTo>
                    <a:lnTo>
                      <a:pt x="108" y="641"/>
                    </a:lnTo>
                    <a:lnTo>
                      <a:pt x="108" y="641"/>
                    </a:lnTo>
                    <a:lnTo>
                      <a:pt x="107" y="647"/>
                    </a:lnTo>
                    <a:lnTo>
                      <a:pt x="105" y="653"/>
                    </a:lnTo>
                    <a:lnTo>
                      <a:pt x="105" y="653"/>
                    </a:lnTo>
                    <a:lnTo>
                      <a:pt x="107" y="658"/>
                    </a:lnTo>
                    <a:lnTo>
                      <a:pt x="107" y="665"/>
                    </a:lnTo>
                    <a:lnTo>
                      <a:pt x="107" y="665"/>
                    </a:lnTo>
                    <a:lnTo>
                      <a:pt x="108" y="665"/>
                    </a:lnTo>
                    <a:lnTo>
                      <a:pt x="108" y="665"/>
                    </a:lnTo>
                    <a:lnTo>
                      <a:pt x="110" y="668"/>
                    </a:lnTo>
                    <a:lnTo>
                      <a:pt x="111" y="663"/>
                    </a:lnTo>
                    <a:lnTo>
                      <a:pt x="111" y="663"/>
                    </a:lnTo>
                    <a:lnTo>
                      <a:pt x="110" y="660"/>
                    </a:lnTo>
                    <a:lnTo>
                      <a:pt x="110" y="657"/>
                    </a:lnTo>
                    <a:lnTo>
                      <a:pt x="110" y="657"/>
                    </a:lnTo>
                    <a:lnTo>
                      <a:pt x="110" y="655"/>
                    </a:lnTo>
                    <a:lnTo>
                      <a:pt x="110" y="657"/>
                    </a:lnTo>
                    <a:lnTo>
                      <a:pt x="110" y="657"/>
                    </a:lnTo>
                    <a:lnTo>
                      <a:pt x="108" y="643"/>
                    </a:lnTo>
                    <a:lnTo>
                      <a:pt x="110" y="637"/>
                    </a:lnTo>
                    <a:lnTo>
                      <a:pt x="110" y="635"/>
                    </a:lnTo>
                    <a:lnTo>
                      <a:pt x="111" y="635"/>
                    </a:lnTo>
                    <a:lnTo>
                      <a:pt x="111" y="635"/>
                    </a:lnTo>
                    <a:lnTo>
                      <a:pt x="111" y="633"/>
                    </a:lnTo>
                    <a:lnTo>
                      <a:pt x="110" y="630"/>
                    </a:lnTo>
                    <a:lnTo>
                      <a:pt x="110" y="630"/>
                    </a:lnTo>
                    <a:lnTo>
                      <a:pt x="111" y="628"/>
                    </a:lnTo>
                    <a:lnTo>
                      <a:pt x="111" y="630"/>
                    </a:lnTo>
                    <a:lnTo>
                      <a:pt x="112" y="634"/>
                    </a:lnTo>
                    <a:lnTo>
                      <a:pt x="112" y="634"/>
                    </a:lnTo>
                    <a:lnTo>
                      <a:pt x="112" y="627"/>
                    </a:lnTo>
                    <a:lnTo>
                      <a:pt x="112" y="625"/>
                    </a:lnTo>
                    <a:lnTo>
                      <a:pt x="111" y="625"/>
                    </a:lnTo>
                    <a:lnTo>
                      <a:pt x="111" y="625"/>
                    </a:lnTo>
                    <a:lnTo>
                      <a:pt x="111" y="620"/>
                    </a:lnTo>
                    <a:lnTo>
                      <a:pt x="111" y="615"/>
                    </a:lnTo>
                    <a:lnTo>
                      <a:pt x="111" y="613"/>
                    </a:lnTo>
                    <a:lnTo>
                      <a:pt x="111" y="613"/>
                    </a:lnTo>
                    <a:lnTo>
                      <a:pt x="111" y="613"/>
                    </a:lnTo>
                    <a:lnTo>
                      <a:pt x="111" y="614"/>
                    </a:lnTo>
                    <a:lnTo>
                      <a:pt x="112" y="615"/>
                    </a:lnTo>
                    <a:lnTo>
                      <a:pt x="112" y="615"/>
                    </a:lnTo>
                    <a:lnTo>
                      <a:pt x="112" y="615"/>
                    </a:lnTo>
                    <a:lnTo>
                      <a:pt x="114" y="613"/>
                    </a:lnTo>
                    <a:lnTo>
                      <a:pt x="112" y="608"/>
                    </a:lnTo>
                    <a:lnTo>
                      <a:pt x="112" y="608"/>
                    </a:lnTo>
                    <a:lnTo>
                      <a:pt x="114" y="606"/>
                    </a:lnTo>
                    <a:lnTo>
                      <a:pt x="114" y="606"/>
                    </a:lnTo>
                    <a:lnTo>
                      <a:pt x="115" y="606"/>
                    </a:lnTo>
                    <a:lnTo>
                      <a:pt x="115" y="606"/>
                    </a:lnTo>
                    <a:lnTo>
                      <a:pt x="114" y="603"/>
                    </a:lnTo>
                    <a:lnTo>
                      <a:pt x="114" y="603"/>
                    </a:lnTo>
                    <a:lnTo>
                      <a:pt x="114" y="604"/>
                    </a:lnTo>
                    <a:lnTo>
                      <a:pt x="114" y="604"/>
                    </a:lnTo>
                    <a:lnTo>
                      <a:pt x="114" y="598"/>
                    </a:lnTo>
                    <a:lnTo>
                      <a:pt x="115" y="593"/>
                    </a:lnTo>
                    <a:lnTo>
                      <a:pt x="115" y="593"/>
                    </a:lnTo>
                    <a:lnTo>
                      <a:pt x="114" y="593"/>
                    </a:lnTo>
                    <a:lnTo>
                      <a:pt x="114" y="593"/>
                    </a:lnTo>
                    <a:lnTo>
                      <a:pt x="114" y="593"/>
                    </a:lnTo>
                    <a:lnTo>
                      <a:pt x="114" y="586"/>
                    </a:lnTo>
                    <a:lnTo>
                      <a:pt x="114" y="586"/>
                    </a:lnTo>
                    <a:lnTo>
                      <a:pt x="115" y="587"/>
                    </a:lnTo>
                    <a:lnTo>
                      <a:pt x="115" y="587"/>
                    </a:lnTo>
                    <a:lnTo>
                      <a:pt x="115" y="580"/>
                    </a:lnTo>
                    <a:lnTo>
                      <a:pt x="115" y="574"/>
                    </a:lnTo>
                    <a:lnTo>
                      <a:pt x="115" y="574"/>
                    </a:lnTo>
                    <a:lnTo>
                      <a:pt x="118" y="561"/>
                    </a:lnTo>
                    <a:lnTo>
                      <a:pt x="118" y="561"/>
                    </a:lnTo>
                    <a:lnTo>
                      <a:pt x="118" y="561"/>
                    </a:lnTo>
                    <a:lnTo>
                      <a:pt x="118" y="563"/>
                    </a:lnTo>
                    <a:lnTo>
                      <a:pt x="118" y="566"/>
                    </a:lnTo>
                    <a:lnTo>
                      <a:pt x="118" y="566"/>
                    </a:lnTo>
                    <a:lnTo>
                      <a:pt x="120" y="561"/>
                    </a:lnTo>
                    <a:lnTo>
                      <a:pt x="120" y="557"/>
                    </a:lnTo>
                    <a:lnTo>
                      <a:pt x="120" y="557"/>
                    </a:lnTo>
                    <a:lnTo>
                      <a:pt x="120" y="563"/>
                    </a:lnTo>
                    <a:lnTo>
                      <a:pt x="118" y="568"/>
                    </a:lnTo>
                    <a:lnTo>
                      <a:pt x="118" y="568"/>
                    </a:lnTo>
                    <a:lnTo>
                      <a:pt x="120" y="573"/>
                    </a:lnTo>
                    <a:lnTo>
                      <a:pt x="118" y="577"/>
                    </a:lnTo>
                    <a:lnTo>
                      <a:pt x="118" y="577"/>
                    </a:lnTo>
                    <a:lnTo>
                      <a:pt x="117" y="583"/>
                    </a:lnTo>
                    <a:lnTo>
                      <a:pt x="117" y="583"/>
                    </a:lnTo>
                    <a:lnTo>
                      <a:pt x="118" y="588"/>
                    </a:lnTo>
                    <a:lnTo>
                      <a:pt x="118" y="588"/>
                    </a:lnTo>
                    <a:lnTo>
                      <a:pt x="118" y="583"/>
                    </a:lnTo>
                    <a:lnTo>
                      <a:pt x="118" y="583"/>
                    </a:lnTo>
                    <a:lnTo>
                      <a:pt x="118" y="578"/>
                    </a:lnTo>
                    <a:lnTo>
                      <a:pt x="118" y="578"/>
                    </a:lnTo>
                    <a:lnTo>
                      <a:pt x="120" y="570"/>
                    </a:lnTo>
                    <a:lnTo>
                      <a:pt x="120" y="570"/>
                    </a:lnTo>
                    <a:lnTo>
                      <a:pt x="122" y="554"/>
                    </a:lnTo>
                    <a:lnTo>
                      <a:pt x="122" y="554"/>
                    </a:lnTo>
                    <a:lnTo>
                      <a:pt x="121" y="554"/>
                    </a:lnTo>
                    <a:lnTo>
                      <a:pt x="121" y="554"/>
                    </a:lnTo>
                    <a:lnTo>
                      <a:pt x="120" y="557"/>
                    </a:lnTo>
                    <a:lnTo>
                      <a:pt x="120" y="557"/>
                    </a:lnTo>
                    <a:lnTo>
                      <a:pt x="121" y="554"/>
                    </a:lnTo>
                    <a:lnTo>
                      <a:pt x="122" y="551"/>
                    </a:lnTo>
                    <a:lnTo>
                      <a:pt x="122" y="550"/>
                    </a:lnTo>
                    <a:lnTo>
                      <a:pt x="124" y="546"/>
                    </a:lnTo>
                    <a:lnTo>
                      <a:pt x="124" y="546"/>
                    </a:lnTo>
                    <a:lnTo>
                      <a:pt x="121" y="551"/>
                    </a:lnTo>
                    <a:lnTo>
                      <a:pt x="121" y="551"/>
                    </a:lnTo>
                    <a:lnTo>
                      <a:pt x="121" y="548"/>
                    </a:lnTo>
                    <a:lnTo>
                      <a:pt x="121" y="547"/>
                    </a:lnTo>
                    <a:lnTo>
                      <a:pt x="122" y="546"/>
                    </a:lnTo>
                    <a:lnTo>
                      <a:pt x="121" y="543"/>
                    </a:lnTo>
                    <a:lnTo>
                      <a:pt x="121" y="543"/>
                    </a:lnTo>
                    <a:lnTo>
                      <a:pt x="122" y="543"/>
                    </a:lnTo>
                    <a:lnTo>
                      <a:pt x="122" y="543"/>
                    </a:lnTo>
                    <a:lnTo>
                      <a:pt x="122" y="544"/>
                    </a:lnTo>
                    <a:lnTo>
                      <a:pt x="122" y="544"/>
                    </a:lnTo>
                    <a:lnTo>
                      <a:pt x="124" y="543"/>
                    </a:lnTo>
                    <a:lnTo>
                      <a:pt x="124" y="540"/>
                    </a:lnTo>
                    <a:lnTo>
                      <a:pt x="124" y="540"/>
                    </a:lnTo>
                    <a:lnTo>
                      <a:pt x="124" y="536"/>
                    </a:lnTo>
                    <a:lnTo>
                      <a:pt x="125" y="528"/>
                    </a:lnTo>
                    <a:lnTo>
                      <a:pt x="130" y="514"/>
                    </a:lnTo>
                    <a:lnTo>
                      <a:pt x="130" y="514"/>
                    </a:lnTo>
                    <a:lnTo>
                      <a:pt x="130" y="514"/>
                    </a:lnTo>
                    <a:lnTo>
                      <a:pt x="130" y="517"/>
                    </a:lnTo>
                    <a:lnTo>
                      <a:pt x="128" y="518"/>
                    </a:lnTo>
                    <a:lnTo>
                      <a:pt x="128" y="520"/>
                    </a:lnTo>
                    <a:lnTo>
                      <a:pt x="128" y="520"/>
                    </a:lnTo>
                    <a:lnTo>
                      <a:pt x="131" y="511"/>
                    </a:lnTo>
                    <a:lnTo>
                      <a:pt x="131" y="511"/>
                    </a:lnTo>
                    <a:lnTo>
                      <a:pt x="132" y="501"/>
                    </a:lnTo>
                    <a:lnTo>
                      <a:pt x="132" y="501"/>
                    </a:lnTo>
                    <a:lnTo>
                      <a:pt x="135" y="491"/>
                    </a:lnTo>
                    <a:lnTo>
                      <a:pt x="138" y="483"/>
                    </a:lnTo>
                    <a:lnTo>
                      <a:pt x="138" y="483"/>
                    </a:lnTo>
                    <a:lnTo>
                      <a:pt x="140" y="484"/>
                    </a:lnTo>
                    <a:lnTo>
                      <a:pt x="140" y="486"/>
                    </a:lnTo>
                    <a:lnTo>
                      <a:pt x="140" y="486"/>
                    </a:lnTo>
                    <a:lnTo>
                      <a:pt x="141" y="484"/>
                    </a:lnTo>
                    <a:lnTo>
                      <a:pt x="141" y="481"/>
                    </a:lnTo>
                    <a:lnTo>
                      <a:pt x="140" y="480"/>
                    </a:lnTo>
                    <a:lnTo>
                      <a:pt x="140" y="480"/>
                    </a:lnTo>
                    <a:lnTo>
                      <a:pt x="141" y="477"/>
                    </a:lnTo>
                    <a:lnTo>
                      <a:pt x="141" y="477"/>
                    </a:lnTo>
                    <a:lnTo>
                      <a:pt x="142" y="477"/>
                    </a:lnTo>
                    <a:lnTo>
                      <a:pt x="144" y="474"/>
                    </a:lnTo>
                    <a:lnTo>
                      <a:pt x="144" y="474"/>
                    </a:lnTo>
                    <a:lnTo>
                      <a:pt x="144" y="473"/>
                    </a:lnTo>
                    <a:lnTo>
                      <a:pt x="142" y="474"/>
                    </a:lnTo>
                    <a:lnTo>
                      <a:pt x="142" y="476"/>
                    </a:lnTo>
                    <a:lnTo>
                      <a:pt x="141" y="474"/>
                    </a:lnTo>
                    <a:lnTo>
                      <a:pt x="141" y="474"/>
                    </a:lnTo>
                    <a:lnTo>
                      <a:pt x="144" y="468"/>
                    </a:lnTo>
                    <a:lnTo>
                      <a:pt x="144" y="468"/>
                    </a:lnTo>
                    <a:lnTo>
                      <a:pt x="145" y="463"/>
                    </a:lnTo>
                    <a:lnTo>
                      <a:pt x="145" y="463"/>
                    </a:lnTo>
                    <a:lnTo>
                      <a:pt x="147" y="457"/>
                    </a:lnTo>
                    <a:lnTo>
                      <a:pt x="150" y="453"/>
                    </a:lnTo>
                    <a:lnTo>
                      <a:pt x="150" y="453"/>
                    </a:lnTo>
                    <a:lnTo>
                      <a:pt x="150" y="450"/>
                    </a:lnTo>
                    <a:lnTo>
                      <a:pt x="150" y="447"/>
                    </a:lnTo>
                    <a:lnTo>
                      <a:pt x="152" y="441"/>
                    </a:lnTo>
                    <a:lnTo>
                      <a:pt x="152" y="441"/>
                    </a:lnTo>
                    <a:lnTo>
                      <a:pt x="154" y="440"/>
                    </a:lnTo>
                    <a:lnTo>
                      <a:pt x="155" y="439"/>
                    </a:lnTo>
                    <a:lnTo>
                      <a:pt x="155" y="439"/>
                    </a:lnTo>
                    <a:lnTo>
                      <a:pt x="158" y="430"/>
                    </a:lnTo>
                    <a:lnTo>
                      <a:pt x="161" y="421"/>
                    </a:lnTo>
                    <a:lnTo>
                      <a:pt x="161" y="421"/>
                    </a:lnTo>
                    <a:lnTo>
                      <a:pt x="162" y="421"/>
                    </a:lnTo>
                    <a:lnTo>
                      <a:pt x="161" y="424"/>
                    </a:lnTo>
                    <a:lnTo>
                      <a:pt x="159" y="429"/>
                    </a:lnTo>
                    <a:lnTo>
                      <a:pt x="159" y="429"/>
                    </a:lnTo>
                    <a:lnTo>
                      <a:pt x="164" y="421"/>
                    </a:lnTo>
                    <a:lnTo>
                      <a:pt x="164" y="421"/>
                    </a:lnTo>
                    <a:lnTo>
                      <a:pt x="165" y="413"/>
                    </a:lnTo>
                    <a:lnTo>
                      <a:pt x="165" y="413"/>
                    </a:lnTo>
                    <a:lnTo>
                      <a:pt x="167" y="411"/>
                    </a:lnTo>
                    <a:lnTo>
                      <a:pt x="167" y="413"/>
                    </a:lnTo>
                    <a:lnTo>
                      <a:pt x="168" y="413"/>
                    </a:lnTo>
                    <a:lnTo>
                      <a:pt x="168" y="411"/>
                    </a:lnTo>
                    <a:lnTo>
                      <a:pt x="168" y="411"/>
                    </a:lnTo>
                    <a:lnTo>
                      <a:pt x="168" y="416"/>
                    </a:lnTo>
                    <a:lnTo>
                      <a:pt x="167" y="417"/>
                    </a:lnTo>
                    <a:lnTo>
                      <a:pt x="167" y="419"/>
                    </a:lnTo>
                    <a:lnTo>
                      <a:pt x="167" y="419"/>
                    </a:lnTo>
                    <a:lnTo>
                      <a:pt x="174" y="404"/>
                    </a:lnTo>
                    <a:lnTo>
                      <a:pt x="174" y="404"/>
                    </a:lnTo>
                    <a:lnTo>
                      <a:pt x="175" y="400"/>
                    </a:lnTo>
                    <a:lnTo>
                      <a:pt x="175" y="400"/>
                    </a:lnTo>
                    <a:lnTo>
                      <a:pt x="177" y="397"/>
                    </a:lnTo>
                    <a:lnTo>
                      <a:pt x="177" y="397"/>
                    </a:lnTo>
                    <a:lnTo>
                      <a:pt x="178" y="390"/>
                    </a:lnTo>
                    <a:lnTo>
                      <a:pt x="178" y="390"/>
                    </a:lnTo>
                    <a:lnTo>
                      <a:pt x="179" y="389"/>
                    </a:lnTo>
                    <a:lnTo>
                      <a:pt x="181" y="390"/>
                    </a:lnTo>
                    <a:lnTo>
                      <a:pt x="181" y="391"/>
                    </a:lnTo>
                    <a:lnTo>
                      <a:pt x="181" y="391"/>
                    </a:lnTo>
                    <a:lnTo>
                      <a:pt x="185" y="384"/>
                    </a:lnTo>
                    <a:lnTo>
                      <a:pt x="185" y="384"/>
                    </a:lnTo>
                    <a:lnTo>
                      <a:pt x="188" y="377"/>
                    </a:lnTo>
                    <a:lnTo>
                      <a:pt x="188" y="377"/>
                    </a:lnTo>
                    <a:lnTo>
                      <a:pt x="198" y="366"/>
                    </a:lnTo>
                    <a:lnTo>
                      <a:pt x="198" y="366"/>
                    </a:lnTo>
                    <a:lnTo>
                      <a:pt x="198" y="363"/>
                    </a:lnTo>
                    <a:lnTo>
                      <a:pt x="201" y="360"/>
                    </a:lnTo>
                    <a:lnTo>
                      <a:pt x="201" y="360"/>
                    </a:lnTo>
                    <a:lnTo>
                      <a:pt x="204" y="356"/>
                    </a:lnTo>
                    <a:lnTo>
                      <a:pt x="204" y="356"/>
                    </a:lnTo>
                    <a:lnTo>
                      <a:pt x="204" y="356"/>
                    </a:lnTo>
                    <a:lnTo>
                      <a:pt x="204" y="356"/>
                    </a:lnTo>
                    <a:lnTo>
                      <a:pt x="202" y="356"/>
                    </a:lnTo>
                    <a:lnTo>
                      <a:pt x="204" y="354"/>
                    </a:lnTo>
                    <a:lnTo>
                      <a:pt x="204" y="354"/>
                    </a:lnTo>
                    <a:lnTo>
                      <a:pt x="208" y="349"/>
                    </a:lnTo>
                    <a:lnTo>
                      <a:pt x="212" y="341"/>
                    </a:lnTo>
                    <a:lnTo>
                      <a:pt x="212" y="341"/>
                    </a:lnTo>
                    <a:lnTo>
                      <a:pt x="217" y="336"/>
                    </a:lnTo>
                    <a:lnTo>
                      <a:pt x="217" y="336"/>
                    </a:lnTo>
                    <a:lnTo>
                      <a:pt x="218" y="334"/>
                    </a:lnTo>
                    <a:lnTo>
                      <a:pt x="219" y="334"/>
                    </a:lnTo>
                    <a:lnTo>
                      <a:pt x="219" y="334"/>
                    </a:lnTo>
                    <a:lnTo>
                      <a:pt x="225" y="327"/>
                    </a:lnTo>
                    <a:lnTo>
                      <a:pt x="225" y="327"/>
                    </a:lnTo>
                    <a:lnTo>
                      <a:pt x="231" y="319"/>
                    </a:lnTo>
                    <a:lnTo>
                      <a:pt x="231" y="319"/>
                    </a:lnTo>
                    <a:lnTo>
                      <a:pt x="237" y="311"/>
                    </a:lnTo>
                    <a:lnTo>
                      <a:pt x="241" y="306"/>
                    </a:lnTo>
                    <a:lnTo>
                      <a:pt x="241" y="306"/>
                    </a:lnTo>
                    <a:lnTo>
                      <a:pt x="245" y="303"/>
                    </a:lnTo>
                    <a:lnTo>
                      <a:pt x="245" y="303"/>
                    </a:lnTo>
                    <a:lnTo>
                      <a:pt x="248" y="300"/>
                    </a:lnTo>
                    <a:lnTo>
                      <a:pt x="248" y="300"/>
                    </a:lnTo>
                    <a:lnTo>
                      <a:pt x="251" y="296"/>
                    </a:lnTo>
                    <a:lnTo>
                      <a:pt x="255" y="294"/>
                    </a:lnTo>
                    <a:lnTo>
                      <a:pt x="255" y="294"/>
                    </a:lnTo>
                    <a:lnTo>
                      <a:pt x="258" y="289"/>
                    </a:lnTo>
                    <a:lnTo>
                      <a:pt x="262" y="283"/>
                    </a:lnTo>
                    <a:lnTo>
                      <a:pt x="262" y="283"/>
                    </a:lnTo>
                    <a:lnTo>
                      <a:pt x="264" y="283"/>
                    </a:lnTo>
                    <a:lnTo>
                      <a:pt x="265" y="283"/>
                    </a:lnTo>
                    <a:lnTo>
                      <a:pt x="265" y="283"/>
                    </a:lnTo>
                    <a:lnTo>
                      <a:pt x="276" y="272"/>
                    </a:lnTo>
                    <a:lnTo>
                      <a:pt x="276" y="272"/>
                    </a:lnTo>
                    <a:lnTo>
                      <a:pt x="284" y="266"/>
                    </a:lnTo>
                    <a:lnTo>
                      <a:pt x="289" y="260"/>
                    </a:lnTo>
                    <a:lnTo>
                      <a:pt x="295" y="254"/>
                    </a:lnTo>
                    <a:lnTo>
                      <a:pt x="295" y="254"/>
                    </a:lnTo>
                    <a:lnTo>
                      <a:pt x="298" y="252"/>
                    </a:lnTo>
                    <a:lnTo>
                      <a:pt x="302" y="250"/>
                    </a:lnTo>
                    <a:lnTo>
                      <a:pt x="302" y="250"/>
                    </a:lnTo>
                    <a:lnTo>
                      <a:pt x="315" y="240"/>
                    </a:lnTo>
                    <a:lnTo>
                      <a:pt x="315" y="240"/>
                    </a:lnTo>
                    <a:lnTo>
                      <a:pt x="315" y="239"/>
                    </a:lnTo>
                    <a:lnTo>
                      <a:pt x="314" y="240"/>
                    </a:lnTo>
                    <a:lnTo>
                      <a:pt x="314" y="240"/>
                    </a:lnTo>
                    <a:lnTo>
                      <a:pt x="325" y="232"/>
                    </a:lnTo>
                    <a:lnTo>
                      <a:pt x="325" y="232"/>
                    </a:lnTo>
                    <a:lnTo>
                      <a:pt x="335" y="224"/>
                    </a:lnTo>
                    <a:lnTo>
                      <a:pt x="338" y="223"/>
                    </a:lnTo>
                    <a:lnTo>
                      <a:pt x="341" y="222"/>
                    </a:lnTo>
                    <a:lnTo>
                      <a:pt x="341" y="222"/>
                    </a:lnTo>
                    <a:lnTo>
                      <a:pt x="346" y="217"/>
                    </a:lnTo>
                    <a:lnTo>
                      <a:pt x="346" y="217"/>
                    </a:lnTo>
                    <a:lnTo>
                      <a:pt x="358" y="210"/>
                    </a:lnTo>
                    <a:lnTo>
                      <a:pt x="358" y="210"/>
                    </a:lnTo>
                    <a:lnTo>
                      <a:pt x="361" y="207"/>
                    </a:lnTo>
                    <a:lnTo>
                      <a:pt x="363" y="207"/>
                    </a:lnTo>
                    <a:lnTo>
                      <a:pt x="369" y="204"/>
                    </a:lnTo>
                    <a:lnTo>
                      <a:pt x="369" y="204"/>
                    </a:lnTo>
                    <a:lnTo>
                      <a:pt x="369" y="203"/>
                    </a:lnTo>
                    <a:lnTo>
                      <a:pt x="369" y="203"/>
                    </a:lnTo>
                    <a:lnTo>
                      <a:pt x="369" y="203"/>
                    </a:lnTo>
                    <a:lnTo>
                      <a:pt x="378" y="199"/>
                    </a:lnTo>
                    <a:lnTo>
                      <a:pt x="378" y="199"/>
                    </a:lnTo>
                    <a:lnTo>
                      <a:pt x="382" y="196"/>
                    </a:lnTo>
                    <a:lnTo>
                      <a:pt x="382" y="196"/>
                    </a:lnTo>
                    <a:lnTo>
                      <a:pt x="386" y="193"/>
                    </a:lnTo>
                    <a:lnTo>
                      <a:pt x="386" y="193"/>
                    </a:lnTo>
                    <a:lnTo>
                      <a:pt x="392" y="193"/>
                    </a:lnTo>
                    <a:lnTo>
                      <a:pt x="392" y="193"/>
                    </a:lnTo>
                    <a:lnTo>
                      <a:pt x="405" y="186"/>
                    </a:lnTo>
                    <a:lnTo>
                      <a:pt x="405" y="186"/>
                    </a:lnTo>
                    <a:lnTo>
                      <a:pt x="418" y="180"/>
                    </a:lnTo>
                    <a:lnTo>
                      <a:pt x="418" y="180"/>
                    </a:lnTo>
                    <a:lnTo>
                      <a:pt x="431" y="174"/>
                    </a:lnTo>
                    <a:lnTo>
                      <a:pt x="443" y="170"/>
                    </a:lnTo>
                    <a:lnTo>
                      <a:pt x="443" y="170"/>
                    </a:lnTo>
                    <a:lnTo>
                      <a:pt x="445" y="169"/>
                    </a:lnTo>
                    <a:lnTo>
                      <a:pt x="445" y="169"/>
                    </a:lnTo>
                    <a:lnTo>
                      <a:pt x="490" y="154"/>
                    </a:lnTo>
                    <a:lnTo>
                      <a:pt x="515" y="149"/>
                    </a:lnTo>
                    <a:lnTo>
                      <a:pt x="537" y="144"/>
                    </a:lnTo>
                    <a:lnTo>
                      <a:pt x="537" y="144"/>
                    </a:lnTo>
                    <a:lnTo>
                      <a:pt x="540" y="144"/>
                    </a:lnTo>
                    <a:lnTo>
                      <a:pt x="540" y="144"/>
                    </a:lnTo>
                    <a:lnTo>
                      <a:pt x="545" y="143"/>
                    </a:lnTo>
                    <a:lnTo>
                      <a:pt x="545" y="143"/>
                    </a:lnTo>
                    <a:lnTo>
                      <a:pt x="555" y="142"/>
                    </a:lnTo>
                    <a:lnTo>
                      <a:pt x="555" y="142"/>
                    </a:lnTo>
                    <a:lnTo>
                      <a:pt x="562" y="142"/>
                    </a:lnTo>
                    <a:lnTo>
                      <a:pt x="562" y="142"/>
                    </a:lnTo>
                    <a:lnTo>
                      <a:pt x="565" y="142"/>
                    </a:lnTo>
                    <a:lnTo>
                      <a:pt x="565" y="142"/>
                    </a:lnTo>
                    <a:lnTo>
                      <a:pt x="567" y="140"/>
                    </a:lnTo>
                    <a:lnTo>
                      <a:pt x="567" y="140"/>
                    </a:lnTo>
                    <a:lnTo>
                      <a:pt x="579" y="140"/>
                    </a:lnTo>
                    <a:lnTo>
                      <a:pt x="579" y="140"/>
                    </a:lnTo>
                    <a:lnTo>
                      <a:pt x="589" y="139"/>
                    </a:lnTo>
                    <a:lnTo>
                      <a:pt x="589" y="139"/>
                    </a:lnTo>
                    <a:lnTo>
                      <a:pt x="597" y="140"/>
                    </a:lnTo>
                    <a:lnTo>
                      <a:pt x="597" y="140"/>
                    </a:lnTo>
                    <a:lnTo>
                      <a:pt x="602" y="139"/>
                    </a:lnTo>
                    <a:lnTo>
                      <a:pt x="602" y="139"/>
                    </a:lnTo>
                    <a:lnTo>
                      <a:pt x="606" y="139"/>
                    </a:lnTo>
                    <a:lnTo>
                      <a:pt x="610" y="139"/>
                    </a:lnTo>
                    <a:lnTo>
                      <a:pt x="610" y="139"/>
                    </a:lnTo>
                    <a:lnTo>
                      <a:pt x="615" y="139"/>
                    </a:lnTo>
                    <a:lnTo>
                      <a:pt x="620" y="140"/>
                    </a:lnTo>
                    <a:lnTo>
                      <a:pt x="620" y="140"/>
                    </a:lnTo>
                    <a:lnTo>
                      <a:pt x="633" y="139"/>
                    </a:lnTo>
                    <a:lnTo>
                      <a:pt x="633" y="139"/>
                    </a:lnTo>
                    <a:lnTo>
                      <a:pt x="647" y="140"/>
                    </a:lnTo>
                    <a:lnTo>
                      <a:pt x="647" y="140"/>
                    </a:lnTo>
                    <a:lnTo>
                      <a:pt x="662" y="142"/>
                    </a:lnTo>
                    <a:lnTo>
                      <a:pt x="676" y="142"/>
                    </a:lnTo>
                    <a:lnTo>
                      <a:pt x="676" y="142"/>
                    </a:lnTo>
                    <a:lnTo>
                      <a:pt x="679" y="143"/>
                    </a:lnTo>
                    <a:lnTo>
                      <a:pt x="679" y="143"/>
                    </a:lnTo>
                    <a:lnTo>
                      <a:pt x="697" y="146"/>
                    </a:lnTo>
                    <a:lnTo>
                      <a:pt x="697" y="146"/>
                    </a:lnTo>
                    <a:lnTo>
                      <a:pt x="714" y="149"/>
                    </a:lnTo>
                    <a:lnTo>
                      <a:pt x="714" y="149"/>
                    </a:lnTo>
                    <a:lnTo>
                      <a:pt x="731" y="153"/>
                    </a:lnTo>
                    <a:lnTo>
                      <a:pt x="749" y="156"/>
                    </a:lnTo>
                    <a:lnTo>
                      <a:pt x="749" y="156"/>
                    </a:lnTo>
                    <a:lnTo>
                      <a:pt x="756" y="159"/>
                    </a:lnTo>
                    <a:lnTo>
                      <a:pt x="763" y="162"/>
                    </a:lnTo>
                    <a:lnTo>
                      <a:pt x="763" y="162"/>
                    </a:lnTo>
                    <a:lnTo>
                      <a:pt x="770" y="163"/>
                    </a:lnTo>
                    <a:lnTo>
                      <a:pt x="770" y="163"/>
                    </a:lnTo>
                    <a:lnTo>
                      <a:pt x="777" y="167"/>
                    </a:lnTo>
                    <a:lnTo>
                      <a:pt x="777" y="167"/>
                    </a:lnTo>
                    <a:lnTo>
                      <a:pt x="783" y="167"/>
                    </a:lnTo>
                    <a:lnTo>
                      <a:pt x="787" y="169"/>
                    </a:lnTo>
                    <a:lnTo>
                      <a:pt x="787" y="169"/>
                    </a:lnTo>
                    <a:lnTo>
                      <a:pt x="796" y="172"/>
                    </a:lnTo>
                    <a:lnTo>
                      <a:pt x="796" y="172"/>
                    </a:lnTo>
                    <a:lnTo>
                      <a:pt x="818" y="183"/>
                    </a:lnTo>
                    <a:lnTo>
                      <a:pt x="841" y="193"/>
                    </a:lnTo>
                    <a:lnTo>
                      <a:pt x="841" y="193"/>
                    </a:lnTo>
                    <a:lnTo>
                      <a:pt x="854" y="200"/>
                    </a:lnTo>
                    <a:lnTo>
                      <a:pt x="854" y="200"/>
                    </a:lnTo>
                    <a:lnTo>
                      <a:pt x="866" y="207"/>
                    </a:lnTo>
                    <a:lnTo>
                      <a:pt x="873" y="212"/>
                    </a:lnTo>
                    <a:lnTo>
                      <a:pt x="873" y="212"/>
                    </a:lnTo>
                    <a:lnTo>
                      <a:pt x="876" y="213"/>
                    </a:lnTo>
                    <a:lnTo>
                      <a:pt x="878" y="214"/>
                    </a:lnTo>
                    <a:lnTo>
                      <a:pt x="890" y="223"/>
                    </a:lnTo>
                    <a:lnTo>
                      <a:pt x="890" y="223"/>
                    </a:lnTo>
                    <a:lnTo>
                      <a:pt x="903" y="230"/>
                    </a:lnTo>
                    <a:lnTo>
                      <a:pt x="914" y="239"/>
                    </a:lnTo>
                    <a:lnTo>
                      <a:pt x="914" y="239"/>
                    </a:lnTo>
                    <a:lnTo>
                      <a:pt x="924" y="247"/>
                    </a:lnTo>
                    <a:lnTo>
                      <a:pt x="924" y="247"/>
                    </a:lnTo>
                    <a:lnTo>
                      <a:pt x="935" y="257"/>
                    </a:lnTo>
                    <a:lnTo>
                      <a:pt x="938" y="259"/>
                    </a:lnTo>
                    <a:lnTo>
                      <a:pt x="938" y="259"/>
                    </a:lnTo>
                    <a:lnTo>
                      <a:pt x="940" y="260"/>
                    </a:lnTo>
                    <a:lnTo>
                      <a:pt x="938" y="260"/>
                    </a:lnTo>
                    <a:lnTo>
                      <a:pt x="938" y="260"/>
                    </a:lnTo>
                    <a:lnTo>
                      <a:pt x="950" y="269"/>
                    </a:lnTo>
                    <a:lnTo>
                      <a:pt x="950" y="269"/>
                    </a:lnTo>
                    <a:lnTo>
                      <a:pt x="960" y="277"/>
                    </a:lnTo>
                    <a:lnTo>
                      <a:pt x="960" y="277"/>
                    </a:lnTo>
                    <a:lnTo>
                      <a:pt x="970" y="287"/>
                    </a:lnTo>
                    <a:lnTo>
                      <a:pt x="970" y="287"/>
                    </a:lnTo>
                    <a:lnTo>
                      <a:pt x="980" y="297"/>
                    </a:lnTo>
                    <a:lnTo>
                      <a:pt x="980" y="297"/>
                    </a:lnTo>
                    <a:lnTo>
                      <a:pt x="981" y="301"/>
                    </a:lnTo>
                    <a:lnTo>
                      <a:pt x="981" y="301"/>
                    </a:lnTo>
                    <a:lnTo>
                      <a:pt x="984" y="303"/>
                    </a:lnTo>
                    <a:lnTo>
                      <a:pt x="984" y="303"/>
                    </a:lnTo>
                    <a:lnTo>
                      <a:pt x="984" y="303"/>
                    </a:lnTo>
                    <a:lnTo>
                      <a:pt x="987" y="306"/>
                    </a:lnTo>
                    <a:lnTo>
                      <a:pt x="987" y="306"/>
                    </a:lnTo>
                    <a:lnTo>
                      <a:pt x="985" y="306"/>
                    </a:lnTo>
                    <a:lnTo>
                      <a:pt x="984" y="304"/>
                    </a:lnTo>
                    <a:lnTo>
                      <a:pt x="984" y="304"/>
                    </a:lnTo>
                    <a:lnTo>
                      <a:pt x="987" y="307"/>
                    </a:lnTo>
                    <a:lnTo>
                      <a:pt x="988" y="309"/>
                    </a:lnTo>
                    <a:lnTo>
                      <a:pt x="988" y="309"/>
                    </a:lnTo>
                    <a:lnTo>
                      <a:pt x="1005" y="330"/>
                    </a:lnTo>
                    <a:lnTo>
                      <a:pt x="1022" y="353"/>
                    </a:lnTo>
                    <a:lnTo>
                      <a:pt x="1037" y="377"/>
                    </a:lnTo>
                    <a:lnTo>
                      <a:pt x="1051" y="400"/>
                    </a:lnTo>
                    <a:lnTo>
                      <a:pt x="1051" y="400"/>
                    </a:lnTo>
                    <a:lnTo>
                      <a:pt x="1054" y="407"/>
                    </a:lnTo>
                    <a:lnTo>
                      <a:pt x="1057" y="413"/>
                    </a:lnTo>
                    <a:lnTo>
                      <a:pt x="1062" y="426"/>
                    </a:lnTo>
                    <a:lnTo>
                      <a:pt x="1062" y="426"/>
                    </a:lnTo>
                    <a:lnTo>
                      <a:pt x="1065" y="431"/>
                    </a:lnTo>
                    <a:lnTo>
                      <a:pt x="1068" y="439"/>
                    </a:lnTo>
                    <a:lnTo>
                      <a:pt x="1068" y="439"/>
                    </a:lnTo>
                    <a:lnTo>
                      <a:pt x="1074" y="451"/>
                    </a:lnTo>
                    <a:lnTo>
                      <a:pt x="1079" y="464"/>
                    </a:lnTo>
                    <a:lnTo>
                      <a:pt x="1079" y="464"/>
                    </a:lnTo>
                    <a:lnTo>
                      <a:pt x="1084" y="477"/>
                    </a:lnTo>
                    <a:lnTo>
                      <a:pt x="1088" y="490"/>
                    </a:lnTo>
                    <a:lnTo>
                      <a:pt x="1088" y="490"/>
                    </a:lnTo>
                    <a:lnTo>
                      <a:pt x="1089" y="497"/>
                    </a:lnTo>
                    <a:lnTo>
                      <a:pt x="1091" y="503"/>
                    </a:lnTo>
                    <a:lnTo>
                      <a:pt x="1091" y="503"/>
                    </a:lnTo>
                    <a:lnTo>
                      <a:pt x="1098" y="530"/>
                    </a:lnTo>
                    <a:lnTo>
                      <a:pt x="1104" y="557"/>
                    </a:lnTo>
                    <a:lnTo>
                      <a:pt x="1107" y="584"/>
                    </a:lnTo>
                    <a:lnTo>
                      <a:pt x="1108" y="613"/>
                    </a:lnTo>
                    <a:lnTo>
                      <a:pt x="1108" y="613"/>
                    </a:lnTo>
                    <a:lnTo>
                      <a:pt x="1108" y="640"/>
                    </a:lnTo>
                    <a:lnTo>
                      <a:pt x="1107" y="668"/>
                    </a:lnTo>
                    <a:lnTo>
                      <a:pt x="1104" y="697"/>
                    </a:lnTo>
                    <a:lnTo>
                      <a:pt x="1099" y="724"/>
                    </a:lnTo>
                    <a:lnTo>
                      <a:pt x="1099" y="724"/>
                    </a:lnTo>
                    <a:lnTo>
                      <a:pt x="1099" y="727"/>
                    </a:lnTo>
                    <a:lnTo>
                      <a:pt x="1099" y="727"/>
                    </a:lnTo>
                    <a:lnTo>
                      <a:pt x="1097" y="743"/>
                    </a:lnTo>
                    <a:lnTo>
                      <a:pt x="1097" y="743"/>
                    </a:lnTo>
                    <a:lnTo>
                      <a:pt x="1092" y="757"/>
                    </a:lnTo>
                    <a:lnTo>
                      <a:pt x="1092" y="757"/>
                    </a:lnTo>
                    <a:lnTo>
                      <a:pt x="1088" y="772"/>
                    </a:lnTo>
                    <a:lnTo>
                      <a:pt x="1088" y="772"/>
                    </a:lnTo>
                    <a:lnTo>
                      <a:pt x="1087" y="780"/>
                    </a:lnTo>
                    <a:lnTo>
                      <a:pt x="1087" y="780"/>
                    </a:lnTo>
                    <a:lnTo>
                      <a:pt x="1084" y="787"/>
                    </a:lnTo>
                    <a:lnTo>
                      <a:pt x="1084" y="787"/>
                    </a:lnTo>
                    <a:lnTo>
                      <a:pt x="1082" y="791"/>
                    </a:lnTo>
                    <a:lnTo>
                      <a:pt x="1082" y="792"/>
                    </a:lnTo>
                    <a:lnTo>
                      <a:pt x="1081" y="794"/>
                    </a:lnTo>
                    <a:lnTo>
                      <a:pt x="1081" y="794"/>
                    </a:lnTo>
                    <a:lnTo>
                      <a:pt x="1079" y="801"/>
                    </a:lnTo>
                    <a:lnTo>
                      <a:pt x="1075" y="810"/>
                    </a:lnTo>
                    <a:lnTo>
                      <a:pt x="1075" y="810"/>
                    </a:lnTo>
                    <a:lnTo>
                      <a:pt x="1075" y="814"/>
                    </a:lnTo>
                    <a:lnTo>
                      <a:pt x="1075" y="814"/>
                    </a:lnTo>
                    <a:lnTo>
                      <a:pt x="1071" y="824"/>
                    </a:lnTo>
                    <a:lnTo>
                      <a:pt x="1067" y="834"/>
                    </a:lnTo>
                    <a:lnTo>
                      <a:pt x="1067" y="834"/>
                    </a:lnTo>
                    <a:lnTo>
                      <a:pt x="1055" y="857"/>
                    </a:lnTo>
                    <a:lnTo>
                      <a:pt x="1051" y="862"/>
                    </a:lnTo>
                    <a:lnTo>
                      <a:pt x="1048" y="868"/>
                    </a:lnTo>
                    <a:lnTo>
                      <a:pt x="1042" y="880"/>
                    </a:lnTo>
                    <a:lnTo>
                      <a:pt x="1042" y="880"/>
                    </a:lnTo>
                    <a:lnTo>
                      <a:pt x="1035" y="891"/>
                    </a:lnTo>
                    <a:lnTo>
                      <a:pt x="1035" y="891"/>
                    </a:lnTo>
                    <a:lnTo>
                      <a:pt x="1028" y="901"/>
                    </a:lnTo>
                    <a:lnTo>
                      <a:pt x="1028" y="901"/>
                    </a:lnTo>
                    <a:lnTo>
                      <a:pt x="1024" y="907"/>
                    </a:lnTo>
                    <a:lnTo>
                      <a:pt x="1021" y="912"/>
                    </a:lnTo>
                    <a:lnTo>
                      <a:pt x="1021" y="912"/>
                    </a:lnTo>
                    <a:lnTo>
                      <a:pt x="1012" y="922"/>
                    </a:lnTo>
                    <a:lnTo>
                      <a:pt x="1012" y="922"/>
                    </a:lnTo>
                    <a:lnTo>
                      <a:pt x="1011" y="925"/>
                    </a:lnTo>
                    <a:lnTo>
                      <a:pt x="1011" y="925"/>
                    </a:lnTo>
                    <a:lnTo>
                      <a:pt x="1004" y="934"/>
                    </a:lnTo>
                    <a:lnTo>
                      <a:pt x="1000" y="941"/>
                    </a:lnTo>
                    <a:lnTo>
                      <a:pt x="1000" y="941"/>
                    </a:lnTo>
                    <a:lnTo>
                      <a:pt x="997" y="941"/>
                    </a:lnTo>
                    <a:lnTo>
                      <a:pt x="997" y="941"/>
                    </a:lnTo>
                    <a:lnTo>
                      <a:pt x="995" y="944"/>
                    </a:lnTo>
                    <a:lnTo>
                      <a:pt x="994" y="945"/>
                    </a:lnTo>
                    <a:lnTo>
                      <a:pt x="991" y="948"/>
                    </a:lnTo>
                    <a:lnTo>
                      <a:pt x="991" y="948"/>
                    </a:lnTo>
                    <a:lnTo>
                      <a:pt x="982" y="959"/>
                    </a:lnTo>
                    <a:lnTo>
                      <a:pt x="982" y="959"/>
                    </a:lnTo>
                    <a:lnTo>
                      <a:pt x="970" y="972"/>
                    </a:lnTo>
                    <a:lnTo>
                      <a:pt x="970" y="972"/>
                    </a:lnTo>
                    <a:lnTo>
                      <a:pt x="968" y="972"/>
                    </a:lnTo>
                    <a:lnTo>
                      <a:pt x="968" y="971"/>
                    </a:lnTo>
                    <a:lnTo>
                      <a:pt x="968" y="971"/>
                    </a:lnTo>
                    <a:lnTo>
                      <a:pt x="967" y="975"/>
                    </a:lnTo>
                    <a:lnTo>
                      <a:pt x="965" y="977"/>
                    </a:lnTo>
                    <a:lnTo>
                      <a:pt x="963" y="978"/>
                    </a:lnTo>
                    <a:lnTo>
                      <a:pt x="963" y="978"/>
                    </a:lnTo>
                    <a:lnTo>
                      <a:pt x="963" y="978"/>
                    </a:lnTo>
                    <a:lnTo>
                      <a:pt x="964" y="978"/>
                    </a:lnTo>
                    <a:lnTo>
                      <a:pt x="964" y="978"/>
                    </a:lnTo>
                    <a:lnTo>
                      <a:pt x="961" y="981"/>
                    </a:lnTo>
                    <a:lnTo>
                      <a:pt x="958" y="985"/>
                    </a:lnTo>
                    <a:lnTo>
                      <a:pt x="958" y="985"/>
                    </a:lnTo>
                    <a:lnTo>
                      <a:pt x="957" y="985"/>
                    </a:lnTo>
                    <a:lnTo>
                      <a:pt x="957" y="984"/>
                    </a:lnTo>
                    <a:lnTo>
                      <a:pt x="957" y="984"/>
                    </a:lnTo>
                    <a:lnTo>
                      <a:pt x="954" y="989"/>
                    </a:lnTo>
                    <a:lnTo>
                      <a:pt x="947" y="995"/>
                    </a:lnTo>
                    <a:lnTo>
                      <a:pt x="947" y="995"/>
                    </a:lnTo>
                    <a:lnTo>
                      <a:pt x="947" y="995"/>
                    </a:lnTo>
                    <a:lnTo>
                      <a:pt x="947" y="994"/>
                    </a:lnTo>
                    <a:lnTo>
                      <a:pt x="951" y="989"/>
                    </a:lnTo>
                    <a:lnTo>
                      <a:pt x="951" y="989"/>
                    </a:lnTo>
                    <a:lnTo>
                      <a:pt x="945" y="997"/>
                    </a:lnTo>
                    <a:lnTo>
                      <a:pt x="945" y="997"/>
                    </a:lnTo>
                    <a:lnTo>
                      <a:pt x="938" y="1002"/>
                    </a:lnTo>
                    <a:lnTo>
                      <a:pt x="933" y="1008"/>
                    </a:lnTo>
                    <a:lnTo>
                      <a:pt x="933" y="1008"/>
                    </a:lnTo>
                    <a:lnTo>
                      <a:pt x="927" y="1014"/>
                    </a:lnTo>
                    <a:lnTo>
                      <a:pt x="927" y="1014"/>
                    </a:lnTo>
                    <a:lnTo>
                      <a:pt x="921" y="1015"/>
                    </a:lnTo>
                    <a:lnTo>
                      <a:pt x="921" y="1015"/>
                    </a:lnTo>
                    <a:lnTo>
                      <a:pt x="921" y="1015"/>
                    </a:lnTo>
                    <a:lnTo>
                      <a:pt x="921" y="1017"/>
                    </a:lnTo>
                    <a:lnTo>
                      <a:pt x="921" y="1017"/>
                    </a:lnTo>
                    <a:lnTo>
                      <a:pt x="924" y="1015"/>
                    </a:lnTo>
                    <a:lnTo>
                      <a:pt x="924" y="1015"/>
                    </a:lnTo>
                    <a:lnTo>
                      <a:pt x="918" y="1022"/>
                    </a:lnTo>
                    <a:lnTo>
                      <a:pt x="911" y="1028"/>
                    </a:lnTo>
                    <a:lnTo>
                      <a:pt x="911" y="1028"/>
                    </a:lnTo>
                    <a:lnTo>
                      <a:pt x="907" y="1029"/>
                    </a:lnTo>
                    <a:lnTo>
                      <a:pt x="907" y="1029"/>
                    </a:lnTo>
                    <a:lnTo>
                      <a:pt x="907" y="1028"/>
                    </a:lnTo>
                    <a:lnTo>
                      <a:pt x="907" y="1028"/>
                    </a:lnTo>
                    <a:lnTo>
                      <a:pt x="904" y="1031"/>
                    </a:lnTo>
                    <a:lnTo>
                      <a:pt x="903" y="1032"/>
                    </a:lnTo>
                    <a:lnTo>
                      <a:pt x="900" y="1034"/>
                    </a:lnTo>
                    <a:lnTo>
                      <a:pt x="900" y="1034"/>
                    </a:lnTo>
                    <a:lnTo>
                      <a:pt x="898" y="1035"/>
                    </a:lnTo>
                    <a:lnTo>
                      <a:pt x="900" y="1035"/>
                    </a:lnTo>
                    <a:lnTo>
                      <a:pt x="903" y="1032"/>
                    </a:lnTo>
                    <a:lnTo>
                      <a:pt x="903" y="1032"/>
                    </a:lnTo>
                    <a:lnTo>
                      <a:pt x="895" y="1039"/>
                    </a:lnTo>
                    <a:lnTo>
                      <a:pt x="887" y="1045"/>
                    </a:lnTo>
                    <a:lnTo>
                      <a:pt x="887" y="1045"/>
                    </a:lnTo>
                    <a:lnTo>
                      <a:pt x="887" y="1045"/>
                    </a:lnTo>
                    <a:lnTo>
                      <a:pt x="888" y="1044"/>
                    </a:lnTo>
                    <a:lnTo>
                      <a:pt x="888" y="1044"/>
                    </a:lnTo>
                    <a:lnTo>
                      <a:pt x="886" y="1045"/>
                    </a:lnTo>
                    <a:lnTo>
                      <a:pt x="883" y="1045"/>
                    </a:lnTo>
                    <a:lnTo>
                      <a:pt x="883" y="1045"/>
                    </a:lnTo>
                    <a:lnTo>
                      <a:pt x="884" y="1047"/>
                    </a:lnTo>
                    <a:lnTo>
                      <a:pt x="883" y="1048"/>
                    </a:lnTo>
                    <a:lnTo>
                      <a:pt x="878" y="1051"/>
                    </a:lnTo>
                    <a:lnTo>
                      <a:pt x="878" y="1051"/>
                    </a:lnTo>
                    <a:lnTo>
                      <a:pt x="867" y="1057"/>
                    </a:lnTo>
                    <a:lnTo>
                      <a:pt x="867" y="1057"/>
                    </a:lnTo>
                    <a:lnTo>
                      <a:pt x="857" y="1064"/>
                    </a:lnTo>
                    <a:lnTo>
                      <a:pt x="857" y="1064"/>
                    </a:lnTo>
                    <a:lnTo>
                      <a:pt x="846" y="1071"/>
                    </a:lnTo>
                    <a:lnTo>
                      <a:pt x="846" y="1071"/>
                    </a:lnTo>
                    <a:lnTo>
                      <a:pt x="840" y="1074"/>
                    </a:lnTo>
                    <a:lnTo>
                      <a:pt x="836" y="1075"/>
                    </a:lnTo>
                    <a:lnTo>
                      <a:pt x="836" y="1075"/>
                    </a:lnTo>
                    <a:lnTo>
                      <a:pt x="833" y="1078"/>
                    </a:lnTo>
                    <a:lnTo>
                      <a:pt x="828" y="1081"/>
                    </a:lnTo>
                    <a:lnTo>
                      <a:pt x="828" y="1081"/>
                    </a:lnTo>
                    <a:lnTo>
                      <a:pt x="823" y="1084"/>
                    </a:lnTo>
                    <a:lnTo>
                      <a:pt x="823" y="1084"/>
                    </a:lnTo>
                    <a:lnTo>
                      <a:pt x="818" y="1085"/>
                    </a:lnTo>
                    <a:lnTo>
                      <a:pt x="818" y="1085"/>
                    </a:lnTo>
                    <a:lnTo>
                      <a:pt x="820" y="1084"/>
                    </a:lnTo>
                    <a:lnTo>
                      <a:pt x="823" y="1082"/>
                    </a:lnTo>
                    <a:lnTo>
                      <a:pt x="823" y="1082"/>
                    </a:lnTo>
                    <a:lnTo>
                      <a:pt x="828" y="1079"/>
                    </a:lnTo>
                    <a:lnTo>
                      <a:pt x="828" y="1079"/>
                    </a:lnTo>
                    <a:lnTo>
                      <a:pt x="824" y="1081"/>
                    </a:lnTo>
                    <a:lnTo>
                      <a:pt x="824" y="1081"/>
                    </a:lnTo>
                    <a:lnTo>
                      <a:pt x="837" y="1071"/>
                    </a:lnTo>
                    <a:lnTo>
                      <a:pt x="837" y="1071"/>
                    </a:lnTo>
                    <a:lnTo>
                      <a:pt x="838" y="1071"/>
                    </a:lnTo>
                    <a:lnTo>
                      <a:pt x="840" y="1071"/>
                    </a:lnTo>
                    <a:lnTo>
                      <a:pt x="844" y="1068"/>
                    </a:lnTo>
                    <a:lnTo>
                      <a:pt x="844" y="1068"/>
                    </a:lnTo>
                    <a:lnTo>
                      <a:pt x="853" y="1062"/>
                    </a:lnTo>
                    <a:lnTo>
                      <a:pt x="853" y="1062"/>
                    </a:lnTo>
                    <a:lnTo>
                      <a:pt x="844" y="1067"/>
                    </a:lnTo>
                    <a:lnTo>
                      <a:pt x="844" y="1067"/>
                    </a:lnTo>
                    <a:lnTo>
                      <a:pt x="840" y="1068"/>
                    </a:lnTo>
                    <a:lnTo>
                      <a:pt x="840" y="1068"/>
                    </a:lnTo>
                    <a:lnTo>
                      <a:pt x="834" y="1071"/>
                    </a:lnTo>
                    <a:lnTo>
                      <a:pt x="834" y="1071"/>
                    </a:lnTo>
                    <a:lnTo>
                      <a:pt x="826" y="1077"/>
                    </a:lnTo>
                    <a:lnTo>
                      <a:pt x="826" y="1077"/>
                    </a:lnTo>
                    <a:lnTo>
                      <a:pt x="818" y="1081"/>
                    </a:lnTo>
                    <a:lnTo>
                      <a:pt x="818" y="1081"/>
                    </a:lnTo>
                    <a:lnTo>
                      <a:pt x="818" y="1081"/>
                    </a:lnTo>
                    <a:lnTo>
                      <a:pt x="820" y="1078"/>
                    </a:lnTo>
                    <a:lnTo>
                      <a:pt x="820" y="1078"/>
                    </a:lnTo>
                    <a:lnTo>
                      <a:pt x="810" y="1084"/>
                    </a:lnTo>
                    <a:lnTo>
                      <a:pt x="806" y="1086"/>
                    </a:lnTo>
                    <a:lnTo>
                      <a:pt x="804" y="1089"/>
                    </a:lnTo>
                    <a:lnTo>
                      <a:pt x="804" y="1089"/>
                    </a:lnTo>
                    <a:lnTo>
                      <a:pt x="803" y="1089"/>
                    </a:lnTo>
                    <a:lnTo>
                      <a:pt x="801" y="1089"/>
                    </a:lnTo>
                    <a:lnTo>
                      <a:pt x="800" y="1089"/>
                    </a:lnTo>
                    <a:lnTo>
                      <a:pt x="800" y="1089"/>
                    </a:lnTo>
                    <a:lnTo>
                      <a:pt x="793" y="1092"/>
                    </a:lnTo>
                    <a:lnTo>
                      <a:pt x="793" y="1092"/>
                    </a:lnTo>
                    <a:lnTo>
                      <a:pt x="787" y="1095"/>
                    </a:lnTo>
                    <a:lnTo>
                      <a:pt x="787" y="1095"/>
                    </a:lnTo>
                    <a:lnTo>
                      <a:pt x="780" y="1099"/>
                    </a:lnTo>
                    <a:lnTo>
                      <a:pt x="780" y="1099"/>
                    </a:lnTo>
                    <a:lnTo>
                      <a:pt x="773" y="1102"/>
                    </a:lnTo>
                    <a:lnTo>
                      <a:pt x="773" y="1102"/>
                    </a:lnTo>
                    <a:lnTo>
                      <a:pt x="751" y="1109"/>
                    </a:lnTo>
                    <a:lnTo>
                      <a:pt x="751" y="1109"/>
                    </a:lnTo>
                    <a:lnTo>
                      <a:pt x="741" y="1114"/>
                    </a:lnTo>
                    <a:lnTo>
                      <a:pt x="730" y="1118"/>
                    </a:lnTo>
                    <a:lnTo>
                      <a:pt x="730" y="1118"/>
                    </a:lnTo>
                    <a:lnTo>
                      <a:pt x="723" y="1119"/>
                    </a:lnTo>
                    <a:lnTo>
                      <a:pt x="723" y="1119"/>
                    </a:lnTo>
                    <a:lnTo>
                      <a:pt x="716" y="1121"/>
                    </a:lnTo>
                    <a:lnTo>
                      <a:pt x="716" y="1121"/>
                    </a:lnTo>
                    <a:lnTo>
                      <a:pt x="703" y="1126"/>
                    </a:lnTo>
                    <a:lnTo>
                      <a:pt x="703" y="1126"/>
                    </a:lnTo>
                    <a:lnTo>
                      <a:pt x="687" y="1129"/>
                    </a:lnTo>
                    <a:lnTo>
                      <a:pt x="687" y="1129"/>
                    </a:lnTo>
                    <a:lnTo>
                      <a:pt x="677" y="1131"/>
                    </a:lnTo>
                    <a:lnTo>
                      <a:pt x="677" y="1131"/>
                    </a:lnTo>
                    <a:lnTo>
                      <a:pt x="667" y="1132"/>
                    </a:lnTo>
                    <a:lnTo>
                      <a:pt x="667" y="1132"/>
                    </a:lnTo>
                    <a:lnTo>
                      <a:pt x="657" y="1135"/>
                    </a:lnTo>
                    <a:lnTo>
                      <a:pt x="656" y="1135"/>
                    </a:lnTo>
                    <a:lnTo>
                      <a:pt x="653" y="1135"/>
                    </a:lnTo>
                    <a:lnTo>
                      <a:pt x="653" y="1135"/>
                    </a:lnTo>
                    <a:lnTo>
                      <a:pt x="647" y="1135"/>
                    </a:lnTo>
                    <a:lnTo>
                      <a:pt x="647" y="1135"/>
                    </a:lnTo>
                    <a:lnTo>
                      <a:pt x="637" y="1135"/>
                    </a:lnTo>
                    <a:lnTo>
                      <a:pt x="637" y="1135"/>
                    </a:lnTo>
                    <a:lnTo>
                      <a:pt x="627" y="1135"/>
                    </a:lnTo>
                    <a:lnTo>
                      <a:pt x="627" y="1135"/>
                    </a:lnTo>
                    <a:lnTo>
                      <a:pt x="629" y="1136"/>
                    </a:lnTo>
                    <a:lnTo>
                      <a:pt x="629" y="1136"/>
                    </a:lnTo>
                    <a:lnTo>
                      <a:pt x="623" y="1138"/>
                    </a:lnTo>
                    <a:lnTo>
                      <a:pt x="617" y="1138"/>
                    </a:lnTo>
                    <a:lnTo>
                      <a:pt x="615" y="1139"/>
                    </a:lnTo>
                    <a:lnTo>
                      <a:pt x="615" y="1141"/>
                    </a:lnTo>
                    <a:lnTo>
                      <a:pt x="615" y="1141"/>
                    </a:lnTo>
                    <a:lnTo>
                      <a:pt x="606" y="1142"/>
                    </a:lnTo>
                    <a:lnTo>
                      <a:pt x="606" y="1142"/>
                    </a:lnTo>
                    <a:lnTo>
                      <a:pt x="602" y="1142"/>
                    </a:lnTo>
                    <a:lnTo>
                      <a:pt x="599" y="1141"/>
                    </a:lnTo>
                    <a:lnTo>
                      <a:pt x="599" y="1141"/>
                    </a:lnTo>
                    <a:lnTo>
                      <a:pt x="582" y="1142"/>
                    </a:lnTo>
                    <a:lnTo>
                      <a:pt x="582" y="1142"/>
                    </a:lnTo>
                    <a:lnTo>
                      <a:pt x="566" y="1142"/>
                    </a:lnTo>
                    <a:lnTo>
                      <a:pt x="566" y="1142"/>
                    </a:lnTo>
                    <a:lnTo>
                      <a:pt x="559" y="1141"/>
                    </a:lnTo>
                    <a:lnTo>
                      <a:pt x="559" y="1141"/>
                    </a:lnTo>
                    <a:lnTo>
                      <a:pt x="555" y="1141"/>
                    </a:lnTo>
                    <a:lnTo>
                      <a:pt x="552" y="1139"/>
                    </a:lnTo>
                    <a:lnTo>
                      <a:pt x="552" y="1139"/>
                    </a:lnTo>
                    <a:lnTo>
                      <a:pt x="536" y="1135"/>
                    </a:lnTo>
                    <a:lnTo>
                      <a:pt x="536" y="1135"/>
                    </a:lnTo>
                    <a:lnTo>
                      <a:pt x="532" y="1136"/>
                    </a:lnTo>
                    <a:lnTo>
                      <a:pt x="532" y="1136"/>
                    </a:lnTo>
                    <a:lnTo>
                      <a:pt x="532" y="1138"/>
                    </a:lnTo>
                    <a:lnTo>
                      <a:pt x="532" y="1138"/>
                    </a:lnTo>
                    <a:lnTo>
                      <a:pt x="526" y="1136"/>
                    </a:lnTo>
                    <a:lnTo>
                      <a:pt x="522" y="1135"/>
                    </a:lnTo>
                    <a:lnTo>
                      <a:pt x="522" y="1135"/>
                    </a:lnTo>
                    <a:lnTo>
                      <a:pt x="518" y="1135"/>
                    </a:lnTo>
                    <a:lnTo>
                      <a:pt x="513" y="1134"/>
                    </a:lnTo>
                    <a:lnTo>
                      <a:pt x="513" y="1134"/>
                    </a:lnTo>
                    <a:lnTo>
                      <a:pt x="510" y="1135"/>
                    </a:lnTo>
                    <a:lnTo>
                      <a:pt x="506" y="1135"/>
                    </a:lnTo>
                    <a:lnTo>
                      <a:pt x="506" y="1135"/>
                    </a:lnTo>
                    <a:lnTo>
                      <a:pt x="509" y="1136"/>
                    </a:lnTo>
                    <a:lnTo>
                      <a:pt x="512" y="1136"/>
                    </a:lnTo>
                    <a:lnTo>
                      <a:pt x="512" y="1136"/>
                    </a:lnTo>
                    <a:lnTo>
                      <a:pt x="500" y="1135"/>
                    </a:lnTo>
                    <a:lnTo>
                      <a:pt x="488" y="1132"/>
                    </a:lnTo>
                    <a:lnTo>
                      <a:pt x="488" y="1132"/>
                    </a:lnTo>
                    <a:lnTo>
                      <a:pt x="482" y="1131"/>
                    </a:lnTo>
                    <a:lnTo>
                      <a:pt x="482" y="1131"/>
                    </a:lnTo>
                    <a:lnTo>
                      <a:pt x="475" y="1128"/>
                    </a:lnTo>
                    <a:lnTo>
                      <a:pt x="475" y="1128"/>
                    </a:lnTo>
                    <a:lnTo>
                      <a:pt x="463" y="1122"/>
                    </a:lnTo>
                    <a:lnTo>
                      <a:pt x="463" y="1122"/>
                    </a:lnTo>
                    <a:lnTo>
                      <a:pt x="460" y="1124"/>
                    </a:lnTo>
                    <a:lnTo>
                      <a:pt x="458" y="1124"/>
                    </a:lnTo>
                    <a:lnTo>
                      <a:pt x="458" y="1124"/>
                    </a:lnTo>
                    <a:lnTo>
                      <a:pt x="449" y="1121"/>
                    </a:lnTo>
                    <a:lnTo>
                      <a:pt x="449" y="1121"/>
                    </a:lnTo>
                    <a:lnTo>
                      <a:pt x="438" y="1121"/>
                    </a:lnTo>
                    <a:lnTo>
                      <a:pt x="438" y="1121"/>
                    </a:lnTo>
                    <a:lnTo>
                      <a:pt x="426" y="1118"/>
                    </a:lnTo>
                    <a:lnTo>
                      <a:pt x="426" y="1118"/>
                    </a:lnTo>
                    <a:lnTo>
                      <a:pt x="403" y="1112"/>
                    </a:lnTo>
                    <a:lnTo>
                      <a:pt x="403" y="1112"/>
                    </a:lnTo>
                    <a:lnTo>
                      <a:pt x="399" y="1108"/>
                    </a:lnTo>
                    <a:lnTo>
                      <a:pt x="399" y="1108"/>
                    </a:lnTo>
                    <a:lnTo>
                      <a:pt x="399" y="1108"/>
                    </a:lnTo>
                    <a:lnTo>
                      <a:pt x="398" y="1108"/>
                    </a:lnTo>
                    <a:lnTo>
                      <a:pt x="393" y="1108"/>
                    </a:lnTo>
                    <a:lnTo>
                      <a:pt x="385" y="1105"/>
                    </a:lnTo>
                    <a:lnTo>
                      <a:pt x="385" y="1105"/>
                    </a:lnTo>
                    <a:lnTo>
                      <a:pt x="385" y="1104"/>
                    </a:lnTo>
                    <a:lnTo>
                      <a:pt x="386" y="1104"/>
                    </a:lnTo>
                    <a:lnTo>
                      <a:pt x="386" y="1104"/>
                    </a:lnTo>
                    <a:lnTo>
                      <a:pt x="381" y="1101"/>
                    </a:lnTo>
                    <a:lnTo>
                      <a:pt x="381" y="1101"/>
                    </a:lnTo>
                    <a:lnTo>
                      <a:pt x="376" y="1099"/>
                    </a:lnTo>
                    <a:lnTo>
                      <a:pt x="376" y="1099"/>
                    </a:lnTo>
                    <a:lnTo>
                      <a:pt x="366" y="1095"/>
                    </a:lnTo>
                    <a:lnTo>
                      <a:pt x="366" y="1095"/>
                    </a:lnTo>
                    <a:lnTo>
                      <a:pt x="358" y="1091"/>
                    </a:lnTo>
                    <a:lnTo>
                      <a:pt x="358" y="1091"/>
                    </a:lnTo>
                    <a:lnTo>
                      <a:pt x="348" y="1088"/>
                    </a:lnTo>
                    <a:lnTo>
                      <a:pt x="348" y="1088"/>
                    </a:lnTo>
                    <a:lnTo>
                      <a:pt x="326" y="1077"/>
                    </a:lnTo>
                    <a:lnTo>
                      <a:pt x="326" y="1077"/>
                    </a:lnTo>
                    <a:lnTo>
                      <a:pt x="304" y="1067"/>
                    </a:lnTo>
                    <a:lnTo>
                      <a:pt x="304" y="1067"/>
                    </a:lnTo>
                    <a:lnTo>
                      <a:pt x="296" y="1061"/>
                    </a:lnTo>
                    <a:lnTo>
                      <a:pt x="286" y="1055"/>
                    </a:lnTo>
                    <a:lnTo>
                      <a:pt x="286" y="1055"/>
                    </a:lnTo>
                    <a:lnTo>
                      <a:pt x="271" y="1047"/>
                    </a:lnTo>
                    <a:lnTo>
                      <a:pt x="271" y="1047"/>
                    </a:lnTo>
                    <a:lnTo>
                      <a:pt x="252" y="1035"/>
                    </a:lnTo>
                    <a:lnTo>
                      <a:pt x="252" y="1035"/>
                    </a:lnTo>
                    <a:lnTo>
                      <a:pt x="244" y="1031"/>
                    </a:lnTo>
                    <a:lnTo>
                      <a:pt x="244" y="1031"/>
                    </a:lnTo>
                    <a:lnTo>
                      <a:pt x="239" y="1028"/>
                    </a:lnTo>
                    <a:lnTo>
                      <a:pt x="239" y="1028"/>
                    </a:lnTo>
                    <a:lnTo>
                      <a:pt x="235" y="1027"/>
                    </a:lnTo>
                    <a:lnTo>
                      <a:pt x="235" y="1027"/>
                    </a:lnTo>
                    <a:lnTo>
                      <a:pt x="238" y="1029"/>
                    </a:lnTo>
                    <a:lnTo>
                      <a:pt x="239" y="1032"/>
                    </a:lnTo>
                    <a:lnTo>
                      <a:pt x="239" y="1032"/>
                    </a:lnTo>
                    <a:lnTo>
                      <a:pt x="235" y="1029"/>
                    </a:lnTo>
                    <a:lnTo>
                      <a:pt x="232" y="1027"/>
                    </a:lnTo>
                    <a:lnTo>
                      <a:pt x="232" y="1027"/>
                    </a:lnTo>
                    <a:lnTo>
                      <a:pt x="237" y="1031"/>
                    </a:lnTo>
                    <a:lnTo>
                      <a:pt x="237" y="1031"/>
                    </a:lnTo>
                    <a:lnTo>
                      <a:pt x="239" y="1034"/>
                    </a:lnTo>
                    <a:lnTo>
                      <a:pt x="239" y="1034"/>
                    </a:lnTo>
                    <a:lnTo>
                      <a:pt x="242" y="1037"/>
                    </a:lnTo>
                    <a:lnTo>
                      <a:pt x="247" y="1039"/>
                    </a:lnTo>
                    <a:lnTo>
                      <a:pt x="249" y="1044"/>
                    </a:lnTo>
                    <a:lnTo>
                      <a:pt x="252" y="1044"/>
                    </a:lnTo>
                    <a:lnTo>
                      <a:pt x="252" y="1044"/>
                    </a:lnTo>
                    <a:lnTo>
                      <a:pt x="254" y="1047"/>
                    </a:lnTo>
                    <a:lnTo>
                      <a:pt x="256" y="1051"/>
                    </a:lnTo>
                    <a:lnTo>
                      <a:pt x="256" y="1051"/>
                    </a:lnTo>
                    <a:lnTo>
                      <a:pt x="272" y="1062"/>
                    </a:lnTo>
                    <a:lnTo>
                      <a:pt x="272" y="1062"/>
                    </a:lnTo>
                    <a:lnTo>
                      <a:pt x="255" y="1055"/>
                    </a:lnTo>
                    <a:lnTo>
                      <a:pt x="255" y="1055"/>
                    </a:lnTo>
                    <a:lnTo>
                      <a:pt x="272" y="1067"/>
                    </a:lnTo>
                    <a:lnTo>
                      <a:pt x="272" y="1067"/>
                    </a:lnTo>
                    <a:lnTo>
                      <a:pt x="276" y="1071"/>
                    </a:lnTo>
                    <a:lnTo>
                      <a:pt x="276" y="1071"/>
                    </a:lnTo>
                    <a:lnTo>
                      <a:pt x="281" y="1074"/>
                    </a:lnTo>
                    <a:lnTo>
                      <a:pt x="281" y="1074"/>
                    </a:lnTo>
                    <a:lnTo>
                      <a:pt x="291" y="1079"/>
                    </a:lnTo>
                    <a:lnTo>
                      <a:pt x="291" y="1079"/>
                    </a:lnTo>
                    <a:lnTo>
                      <a:pt x="301" y="1086"/>
                    </a:lnTo>
                    <a:lnTo>
                      <a:pt x="301" y="1086"/>
                    </a:lnTo>
                    <a:lnTo>
                      <a:pt x="311" y="1092"/>
                    </a:lnTo>
                    <a:lnTo>
                      <a:pt x="311" y="1092"/>
                    </a:lnTo>
                    <a:lnTo>
                      <a:pt x="321" y="1098"/>
                    </a:lnTo>
                    <a:lnTo>
                      <a:pt x="321" y="1098"/>
                    </a:lnTo>
                    <a:lnTo>
                      <a:pt x="332" y="1102"/>
                    </a:lnTo>
                    <a:lnTo>
                      <a:pt x="332" y="1102"/>
                    </a:lnTo>
                    <a:lnTo>
                      <a:pt x="335" y="1104"/>
                    </a:lnTo>
                    <a:lnTo>
                      <a:pt x="338" y="1106"/>
                    </a:lnTo>
                    <a:lnTo>
                      <a:pt x="338" y="1106"/>
                    </a:lnTo>
                    <a:lnTo>
                      <a:pt x="339" y="1105"/>
                    </a:lnTo>
                    <a:lnTo>
                      <a:pt x="339" y="1105"/>
                    </a:lnTo>
                    <a:lnTo>
                      <a:pt x="348" y="1109"/>
                    </a:lnTo>
                    <a:lnTo>
                      <a:pt x="348" y="1109"/>
                    </a:lnTo>
                    <a:lnTo>
                      <a:pt x="351" y="1112"/>
                    </a:lnTo>
                    <a:lnTo>
                      <a:pt x="356" y="1115"/>
                    </a:lnTo>
                    <a:lnTo>
                      <a:pt x="369" y="1116"/>
                    </a:lnTo>
                    <a:lnTo>
                      <a:pt x="369" y="1116"/>
                    </a:lnTo>
                    <a:lnTo>
                      <a:pt x="369" y="1118"/>
                    </a:lnTo>
                    <a:lnTo>
                      <a:pt x="368" y="1118"/>
                    </a:lnTo>
                    <a:lnTo>
                      <a:pt x="363" y="1118"/>
                    </a:lnTo>
                    <a:lnTo>
                      <a:pt x="363" y="1118"/>
                    </a:lnTo>
                    <a:lnTo>
                      <a:pt x="368" y="1119"/>
                    </a:lnTo>
                    <a:lnTo>
                      <a:pt x="369" y="1122"/>
                    </a:lnTo>
                    <a:lnTo>
                      <a:pt x="369" y="1122"/>
                    </a:lnTo>
                    <a:lnTo>
                      <a:pt x="363" y="1121"/>
                    </a:lnTo>
                    <a:lnTo>
                      <a:pt x="359" y="1119"/>
                    </a:lnTo>
                    <a:lnTo>
                      <a:pt x="359" y="1119"/>
                    </a:lnTo>
                    <a:lnTo>
                      <a:pt x="361" y="1121"/>
                    </a:lnTo>
                    <a:lnTo>
                      <a:pt x="363" y="1121"/>
                    </a:lnTo>
                    <a:lnTo>
                      <a:pt x="365" y="1121"/>
                    </a:lnTo>
                    <a:lnTo>
                      <a:pt x="366" y="1122"/>
                    </a:lnTo>
                    <a:lnTo>
                      <a:pt x="366" y="1122"/>
                    </a:lnTo>
                    <a:lnTo>
                      <a:pt x="369" y="1124"/>
                    </a:lnTo>
                    <a:lnTo>
                      <a:pt x="371" y="1124"/>
                    </a:lnTo>
                    <a:lnTo>
                      <a:pt x="371" y="1124"/>
                    </a:lnTo>
                    <a:lnTo>
                      <a:pt x="375" y="1125"/>
                    </a:lnTo>
                    <a:lnTo>
                      <a:pt x="375" y="1125"/>
                    </a:lnTo>
                    <a:lnTo>
                      <a:pt x="372" y="1125"/>
                    </a:lnTo>
                    <a:lnTo>
                      <a:pt x="369" y="1125"/>
                    </a:lnTo>
                    <a:lnTo>
                      <a:pt x="369" y="1125"/>
                    </a:lnTo>
                    <a:lnTo>
                      <a:pt x="366" y="1125"/>
                    </a:lnTo>
                    <a:lnTo>
                      <a:pt x="366" y="1125"/>
                    </a:lnTo>
                    <a:lnTo>
                      <a:pt x="366" y="1124"/>
                    </a:lnTo>
                    <a:lnTo>
                      <a:pt x="366" y="1124"/>
                    </a:lnTo>
                    <a:lnTo>
                      <a:pt x="363" y="1122"/>
                    </a:lnTo>
                    <a:lnTo>
                      <a:pt x="356" y="1119"/>
                    </a:lnTo>
                    <a:lnTo>
                      <a:pt x="356" y="1119"/>
                    </a:lnTo>
                    <a:lnTo>
                      <a:pt x="355" y="1116"/>
                    </a:lnTo>
                    <a:lnTo>
                      <a:pt x="355" y="1116"/>
                    </a:lnTo>
                    <a:lnTo>
                      <a:pt x="349" y="1115"/>
                    </a:lnTo>
                    <a:lnTo>
                      <a:pt x="345" y="1114"/>
                    </a:lnTo>
                    <a:lnTo>
                      <a:pt x="345" y="1114"/>
                    </a:lnTo>
                    <a:lnTo>
                      <a:pt x="341" y="1114"/>
                    </a:lnTo>
                    <a:lnTo>
                      <a:pt x="335" y="1111"/>
                    </a:lnTo>
                    <a:lnTo>
                      <a:pt x="335" y="1111"/>
                    </a:lnTo>
                    <a:lnTo>
                      <a:pt x="336" y="1111"/>
                    </a:lnTo>
                    <a:lnTo>
                      <a:pt x="339" y="1111"/>
                    </a:lnTo>
                    <a:lnTo>
                      <a:pt x="345" y="1114"/>
                    </a:lnTo>
                    <a:lnTo>
                      <a:pt x="345" y="1114"/>
                    </a:lnTo>
                    <a:lnTo>
                      <a:pt x="339" y="1109"/>
                    </a:lnTo>
                    <a:lnTo>
                      <a:pt x="336" y="1109"/>
                    </a:lnTo>
                    <a:lnTo>
                      <a:pt x="336" y="1109"/>
                    </a:lnTo>
                    <a:lnTo>
                      <a:pt x="336" y="1109"/>
                    </a:lnTo>
                    <a:lnTo>
                      <a:pt x="329" y="1106"/>
                    </a:lnTo>
                    <a:lnTo>
                      <a:pt x="322" y="1102"/>
                    </a:lnTo>
                    <a:lnTo>
                      <a:pt x="322" y="1102"/>
                    </a:lnTo>
                    <a:lnTo>
                      <a:pt x="308" y="1096"/>
                    </a:lnTo>
                    <a:lnTo>
                      <a:pt x="308" y="1096"/>
                    </a:lnTo>
                    <a:lnTo>
                      <a:pt x="311" y="1099"/>
                    </a:lnTo>
                    <a:lnTo>
                      <a:pt x="316" y="1101"/>
                    </a:lnTo>
                    <a:lnTo>
                      <a:pt x="316" y="1101"/>
                    </a:lnTo>
                    <a:lnTo>
                      <a:pt x="321" y="1102"/>
                    </a:lnTo>
                    <a:lnTo>
                      <a:pt x="321" y="1102"/>
                    </a:lnTo>
                    <a:lnTo>
                      <a:pt x="325" y="1105"/>
                    </a:lnTo>
                    <a:lnTo>
                      <a:pt x="325" y="1105"/>
                    </a:lnTo>
                    <a:lnTo>
                      <a:pt x="321" y="1104"/>
                    </a:lnTo>
                    <a:lnTo>
                      <a:pt x="321" y="1104"/>
                    </a:lnTo>
                    <a:lnTo>
                      <a:pt x="315" y="1101"/>
                    </a:lnTo>
                    <a:lnTo>
                      <a:pt x="315" y="1101"/>
                    </a:lnTo>
                    <a:lnTo>
                      <a:pt x="308" y="1098"/>
                    </a:lnTo>
                    <a:lnTo>
                      <a:pt x="304" y="1094"/>
                    </a:lnTo>
                    <a:lnTo>
                      <a:pt x="304" y="1094"/>
                    </a:lnTo>
                    <a:lnTo>
                      <a:pt x="292" y="1088"/>
                    </a:lnTo>
                    <a:lnTo>
                      <a:pt x="282" y="1081"/>
                    </a:lnTo>
                    <a:lnTo>
                      <a:pt x="282" y="1081"/>
                    </a:lnTo>
                    <a:lnTo>
                      <a:pt x="274" y="1077"/>
                    </a:lnTo>
                    <a:lnTo>
                      <a:pt x="274" y="1077"/>
                    </a:lnTo>
                    <a:lnTo>
                      <a:pt x="265" y="1071"/>
                    </a:lnTo>
                    <a:lnTo>
                      <a:pt x="265" y="1071"/>
                    </a:lnTo>
                    <a:lnTo>
                      <a:pt x="249" y="1059"/>
                    </a:lnTo>
                    <a:lnTo>
                      <a:pt x="249" y="1059"/>
                    </a:lnTo>
                    <a:lnTo>
                      <a:pt x="234" y="1047"/>
                    </a:lnTo>
                    <a:lnTo>
                      <a:pt x="234" y="1047"/>
                    </a:lnTo>
                    <a:lnTo>
                      <a:pt x="227" y="1041"/>
                    </a:lnTo>
                    <a:lnTo>
                      <a:pt x="227" y="1041"/>
                    </a:lnTo>
                    <a:lnTo>
                      <a:pt x="218" y="1035"/>
                    </a:lnTo>
                    <a:lnTo>
                      <a:pt x="218" y="1035"/>
                    </a:lnTo>
                    <a:lnTo>
                      <a:pt x="224" y="1042"/>
                    </a:lnTo>
                    <a:lnTo>
                      <a:pt x="224" y="1042"/>
                    </a:lnTo>
                    <a:lnTo>
                      <a:pt x="227" y="1045"/>
                    </a:lnTo>
                    <a:lnTo>
                      <a:pt x="229" y="1048"/>
                    </a:lnTo>
                    <a:lnTo>
                      <a:pt x="229" y="1048"/>
                    </a:lnTo>
                    <a:lnTo>
                      <a:pt x="237" y="1055"/>
                    </a:lnTo>
                    <a:lnTo>
                      <a:pt x="242" y="1062"/>
                    </a:lnTo>
                    <a:lnTo>
                      <a:pt x="242" y="1062"/>
                    </a:lnTo>
                    <a:lnTo>
                      <a:pt x="244" y="1062"/>
                    </a:lnTo>
                    <a:lnTo>
                      <a:pt x="245" y="1062"/>
                    </a:lnTo>
                    <a:lnTo>
                      <a:pt x="245" y="1062"/>
                    </a:lnTo>
                    <a:lnTo>
                      <a:pt x="247" y="1065"/>
                    </a:lnTo>
                    <a:lnTo>
                      <a:pt x="249" y="1068"/>
                    </a:lnTo>
                    <a:lnTo>
                      <a:pt x="255" y="1072"/>
                    </a:lnTo>
                    <a:lnTo>
                      <a:pt x="255" y="1072"/>
                    </a:lnTo>
                    <a:lnTo>
                      <a:pt x="255" y="1074"/>
                    </a:lnTo>
                    <a:lnTo>
                      <a:pt x="254" y="1074"/>
                    </a:lnTo>
                    <a:lnTo>
                      <a:pt x="251" y="1072"/>
                    </a:lnTo>
                    <a:lnTo>
                      <a:pt x="251" y="1072"/>
                    </a:lnTo>
                    <a:lnTo>
                      <a:pt x="256" y="1078"/>
                    </a:lnTo>
                    <a:lnTo>
                      <a:pt x="264" y="1084"/>
                    </a:lnTo>
                    <a:lnTo>
                      <a:pt x="264" y="1084"/>
                    </a:lnTo>
                    <a:lnTo>
                      <a:pt x="265" y="1085"/>
                    </a:lnTo>
                    <a:lnTo>
                      <a:pt x="264" y="1085"/>
                    </a:lnTo>
                    <a:lnTo>
                      <a:pt x="264" y="1084"/>
                    </a:lnTo>
                    <a:lnTo>
                      <a:pt x="264" y="1085"/>
                    </a:lnTo>
                    <a:lnTo>
                      <a:pt x="264" y="1085"/>
                    </a:lnTo>
                    <a:lnTo>
                      <a:pt x="268" y="1089"/>
                    </a:lnTo>
                    <a:lnTo>
                      <a:pt x="272" y="1092"/>
                    </a:lnTo>
                    <a:lnTo>
                      <a:pt x="284" y="1098"/>
                    </a:lnTo>
                    <a:lnTo>
                      <a:pt x="284" y="1098"/>
                    </a:lnTo>
                    <a:lnTo>
                      <a:pt x="284" y="1098"/>
                    </a:lnTo>
                    <a:lnTo>
                      <a:pt x="282" y="1098"/>
                    </a:lnTo>
                    <a:lnTo>
                      <a:pt x="279" y="1098"/>
                    </a:lnTo>
                    <a:lnTo>
                      <a:pt x="271" y="1094"/>
                    </a:lnTo>
                    <a:lnTo>
                      <a:pt x="271" y="1094"/>
                    </a:lnTo>
                    <a:lnTo>
                      <a:pt x="275" y="1098"/>
                    </a:lnTo>
                    <a:lnTo>
                      <a:pt x="275" y="1098"/>
                    </a:lnTo>
                    <a:lnTo>
                      <a:pt x="275" y="1096"/>
                    </a:lnTo>
                    <a:lnTo>
                      <a:pt x="274" y="1096"/>
                    </a:lnTo>
                    <a:lnTo>
                      <a:pt x="274" y="1096"/>
                    </a:lnTo>
                    <a:lnTo>
                      <a:pt x="279" y="1099"/>
                    </a:lnTo>
                    <a:lnTo>
                      <a:pt x="281" y="1099"/>
                    </a:lnTo>
                    <a:lnTo>
                      <a:pt x="282" y="1101"/>
                    </a:lnTo>
                    <a:lnTo>
                      <a:pt x="282" y="1101"/>
                    </a:lnTo>
                    <a:lnTo>
                      <a:pt x="284" y="1102"/>
                    </a:lnTo>
                    <a:lnTo>
                      <a:pt x="284" y="1104"/>
                    </a:lnTo>
                    <a:lnTo>
                      <a:pt x="284" y="1104"/>
                    </a:lnTo>
                    <a:lnTo>
                      <a:pt x="294" y="1109"/>
                    </a:lnTo>
                    <a:lnTo>
                      <a:pt x="302" y="1115"/>
                    </a:lnTo>
                    <a:lnTo>
                      <a:pt x="302" y="1115"/>
                    </a:lnTo>
                    <a:lnTo>
                      <a:pt x="305" y="1116"/>
                    </a:lnTo>
                    <a:lnTo>
                      <a:pt x="305" y="1114"/>
                    </a:lnTo>
                    <a:lnTo>
                      <a:pt x="305" y="1114"/>
                    </a:lnTo>
                    <a:lnTo>
                      <a:pt x="311" y="1116"/>
                    </a:lnTo>
                    <a:lnTo>
                      <a:pt x="311" y="1116"/>
                    </a:lnTo>
                    <a:lnTo>
                      <a:pt x="312" y="1119"/>
                    </a:lnTo>
                    <a:lnTo>
                      <a:pt x="312" y="1122"/>
                    </a:lnTo>
                    <a:lnTo>
                      <a:pt x="312" y="1122"/>
                    </a:lnTo>
                    <a:lnTo>
                      <a:pt x="305" y="1118"/>
                    </a:lnTo>
                    <a:lnTo>
                      <a:pt x="305" y="1118"/>
                    </a:lnTo>
                    <a:lnTo>
                      <a:pt x="298" y="1115"/>
                    </a:lnTo>
                    <a:lnTo>
                      <a:pt x="298" y="1115"/>
                    </a:lnTo>
                    <a:lnTo>
                      <a:pt x="292" y="1114"/>
                    </a:lnTo>
                    <a:lnTo>
                      <a:pt x="288" y="1112"/>
                    </a:lnTo>
                    <a:lnTo>
                      <a:pt x="284" y="1109"/>
                    </a:lnTo>
                    <a:lnTo>
                      <a:pt x="284" y="1109"/>
                    </a:lnTo>
                    <a:lnTo>
                      <a:pt x="279" y="1106"/>
                    </a:lnTo>
                    <a:lnTo>
                      <a:pt x="279" y="1106"/>
                    </a:lnTo>
                    <a:lnTo>
                      <a:pt x="269" y="1101"/>
                    </a:lnTo>
                    <a:lnTo>
                      <a:pt x="269" y="1101"/>
                    </a:lnTo>
                    <a:lnTo>
                      <a:pt x="262" y="1095"/>
                    </a:lnTo>
                    <a:lnTo>
                      <a:pt x="254" y="1088"/>
                    </a:lnTo>
                    <a:lnTo>
                      <a:pt x="254" y="1088"/>
                    </a:lnTo>
                    <a:lnTo>
                      <a:pt x="254" y="1089"/>
                    </a:lnTo>
                    <a:lnTo>
                      <a:pt x="254" y="1089"/>
                    </a:lnTo>
                    <a:lnTo>
                      <a:pt x="251" y="1088"/>
                    </a:lnTo>
                    <a:lnTo>
                      <a:pt x="244" y="1081"/>
                    </a:lnTo>
                    <a:lnTo>
                      <a:pt x="244" y="1081"/>
                    </a:lnTo>
                    <a:lnTo>
                      <a:pt x="244" y="1081"/>
                    </a:lnTo>
                    <a:lnTo>
                      <a:pt x="245" y="1082"/>
                    </a:lnTo>
                    <a:lnTo>
                      <a:pt x="249" y="1085"/>
                    </a:lnTo>
                    <a:lnTo>
                      <a:pt x="249" y="1085"/>
                    </a:lnTo>
                    <a:lnTo>
                      <a:pt x="247" y="1082"/>
                    </a:lnTo>
                    <a:lnTo>
                      <a:pt x="242" y="1081"/>
                    </a:lnTo>
                    <a:lnTo>
                      <a:pt x="235" y="1075"/>
                    </a:lnTo>
                    <a:lnTo>
                      <a:pt x="235" y="1075"/>
                    </a:lnTo>
                    <a:lnTo>
                      <a:pt x="234" y="1074"/>
                    </a:lnTo>
                    <a:lnTo>
                      <a:pt x="235" y="1074"/>
                    </a:lnTo>
                    <a:lnTo>
                      <a:pt x="235" y="1074"/>
                    </a:lnTo>
                    <a:lnTo>
                      <a:pt x="234" y="1072"/>
                    </a:lnTo>
                    <a:lnTo>
                      <a:pt x="234" y="1072"/>
                    </a:lnTo>
                    <a:lnTo>
                      <a:pt x="229" y="1071"/>
                    </a:lnTo>
                    <a:lnTo>
                      <a:pt x="225" y="1067"/>
                    </a:lnTo>
                    <a:lnTo>
                      <a:pt x="214" y="1057"/>
                    </a:lnTo>
                    <a:lnTo>
                      <a:pt x="214" y="1057"/>
                    </a:lnTo>
                    <a:lnTo>
                      <a:pt x="209" y="1054"/>
                    </a:lnTo>
                    <a:lnTo>
                      <a:pt x="205" y="1049"/>
                    </a:lnTo>
                    <a:lnTo>
                      <a:pt x="195" y="1041"/>
                    </a:lnTo>
                    <a:lnTo>
                      <a:pt x="195" y="1041"/>
                    </a:lnTo>
                    <a:lnTo>
                      <a:pt x="195" y="1042"/>
                    </a:lnTo>
                    <a:lnTo>
                      <a:pt x="197" y="1045"/>
                    </a:lnTo>
                    <a:lnTo>
                      <a:pt x="202" y="1049"/>
                    </a:lnTo>
                    <a:lnTo>
                      <a:pt x="202" y="1049"/>
                    </a:lnTo>
                    <a:lnTo>
                      <a:pt x="188" y="1038"/>
                    </a:lnTo>
                    <a:lnTo>
                      <a:pt x="188" y="1038"/>
                    </a:lnTo>
                    <a:lnTo>
                      <a:pt x="179" y="1029"/>
                    </a:lnTo>
                    <a:lnTo>
                      <a:pt x="172" y="1021"/>
                    </a:lnTo>
                    <a:lnTo>
                      <a:pt x="172" y="1021"/>
                    </a:lnTo>
                    <a:lnTo>
                      <a:pt x="165" y="1014"/>
                    </a:lnTo>
                    <a:lnTo>
                      <a:pt x="155" y="1002"/>
                    </a:lnTo>
                    <a:lnTo>
                      <a:pt x="155" y="1002"/>
                    </a:lnTo>
                    <a:lnTo>
                      <a:pt x="147" y="992"/>
                    </a:lnTo>
                    <a:lnTo>
                      <a:pt x="147" y="992"/>
                    </a:lnTo>
                    <a:lnTo>
                      <a:pt x="142" y="989"/>
                    </a:lnTo>
                    <a:lnTo>
                      <a:pt x="140" y="989"/>
                    </a:lnTo>
                    <a:lnTo>
                      <a:pt x="140" y="989"/>
                    </a:lnTo>
                    <a:lnTo>
                      <a:pt x="137" y="985"/>
                    </a:lnTo>
                    <a:lnTo>
                      <a:pt x="134" y="981"/>
                    </a:lnTo>
                    <a:lnTo>
                      <a:pt x="131" y="978"/>
                    </a:lnTo>
                    <a:lnTo>
                      <a:pt x="128" y="975"/>
                    </a:lnTo>
                    <a:lnTo>
                      <a:pt x="128" y="975"/>
                    </a:lnTo>
                    <a:lnTo>
                      <a:pt x="130" y="977"/>
                    </a:lnTo>
                    <a:lnTo>
                      <a:pt x="131" y="977"/>
                    </a:lnTo>
                    <a:lnTo>
                      <a:pt x="132" y="977"/>
                    </a:lnTo>
                    <a:lnTo>
                      <a:pt x="132" y="977"/>
                    </a:lnTo>
                    <a:lnTo>
                      <a:pt x="127" y="971"/>
                    </a:lnTo>
                    <a:lnTo>
                      <a:pt x="127" y="971"/>
                    </a:lnTo>
                    <a:lnTo>
                      <a:pt x="122" y="967"/>
                    </a:lnTo>
                    <a:lnTo>
                      <a:pt x="122" y="967"/>
                    </a:lnTo>
                    <a:lnTo>
                      <a:pt x="114" y="958"/>
                    </a:lnTo>
                    <a:lnTo>
                      <a:pt x="114" y="958"/>
                    </a:lnTo>
                    <a:lnTo>
                      <a:pt x="107" y="952"/>
                    </a:lnTo>
                    <a:lnTo>
                      <a:pt x="104" y="951"/>
                    </a:lnTo>
                    <a:lnTo>
                      <a:pt x="102" y="949"/>
                    </a:lnTo>
                    <a:lnTo>
                      <a:pt x="102" y="949"/>
                    </a:lnTo>
                    <a:lnTo>
                      <a:pt x="105" y="957"/>
                    </a:lnTo>
                    <a:lnTo>
                      <a:pt x="105" y="959"/>
                    </a:lnTo>
                    <a:lnTo>
                      <a:pt x="104" y="961"/>
                    </a:lnTo>
                    <a:lnTo>
                      <a:pt x="104" y="961"/>
                    </a:lnTo>
                    <a:lnTo>
                      <a:pt x="112" y="975"/>
                    </a:lnTo>
                    <a:lnTo>
                      <a:pt x="112" y="975"/>
                    </a:lnTo>
                    <a:lnTo>
                      <a:pt x="115" y="982"/>
                    </a:lnTo>
                    <a:lnTo>
                      <a:pt x="117" y="985"/>
                    </a:lnTo>
                    <a:lnTo>
                      <a:pt x="117" y="987"/>
                    </a:lnTo>
                    <a:lnTo>
                      <a:pt x="117" y="987"/>
                    </a:lnTo>
                    <a:lnTo>
                      <a:pt x="122" y="992"/>
                    </a:lnTo>
                    <a:lnTo>
                      <a:pt x="125" y="995"/>
                    </a:lnTo>
                    <a:lnTo>
                      <a:pt x="128" y="997"/>
                    </a:lnTo>
                    <a:lnTo>
                      <a:pt x="128" y="997"/>
                    </a:lnTo>
                    <a:lnTo>
                      <a:pt x="124" y="994"/>
                    </a:lnTo>
                    <a:lnTo>
                      <a:pt x="124" y="994"/>
                    </a:lnTo>
                    <a:lnTo>
                      <a:pt x="124" y="992"/>
                    </a:lnTo>
                    <a:lnTo>
                      <a:pt x="125" y="992"/>
                    </a:lnTo>
                    <a:lnTo>
                      <a:pt x="128" y="995"/>
                    </a:lnTo>
                    <a:lnTo>
                      <a:pt x="128" y="995"/>
                    </a:lnTo>
                    <a:lnTo>
                      <a:pt x="130" y="999"/>
                    </a:lnTo>
                    <a:lnTo>
                      <a:pt x="132" y="1004"/>
                    </a:lnTo>
                    <a:lnTo>
                      <a:pt x="132" y="1004"/>
                    </a:lnTo>
                    <a:lnTo>
                      <a:pt x="132" y="1005"/>
                    </a:lnTo>
                    <a:lnTo>
                      <a:pt x="130" y="1004"/>
                    </a:lnTo>
                    <a:lnTo>
                      <a:pt x="130" y="1004"/>
                    </a:lnTo>
                    <a:lnTo>
                      <a:pt x="132" y="1007"/>
                    </a:lnTo>
                    <a:lnTo>
                      <a:pt x="132" y="1007"/>
                    </a:lnTo>
                    <a:lnTo>
                      <a:pt x="134" y="1008"/>
                    </a:lnTo>
                    <a:lnTo>
                      <a:pt x="134" y="1008"/>
                    </a:lnTo>
                    <a:lnTo>
                      <a:pt x="137" y="1014"/>
                    </a:lnTo>
                    <a:lnTo>
                      <a:pt x="144" y="1021"/>
                    </a:lnTo>
                    <a:lnTo>
                      <a:pt x="144" y="1021"/>
                    </a:lnTo>
                    <a:lnTo>
                      <a:pt x="157" y="1035"/>
                    </a:lnTo>
                    <a:lnTo>
                      <a:pt x="157" y="1035"/>
                    </a:lnTo>
                    <a:lnTo>
                      <a:pt x="164" y="1042"/>
                    </a:lnTo>
                    <a:lnTo>
                      <a:pt x="171" y="1049"/>
                    </a:lnTo>
                    <a:lnTo>
                      <a:pt x="171" y="1049"/>
                    </a:lnTo>
                    <a:lnTo>
                      <a:pt x="175" y="1052"/>
                    </a:lnTo>
                    <a:lnTo>
                      <a:pt x="175" y="1052"/>
                    </a:lnTo>
                    <a:lnTo>
                      <a:pt x="179" y="1055"/>
                    </a:lnTo>
                    <a:lnTo>
                      <a:pt x="179" y="1055"/>
                    </a:lnTo>
                    <a:lnTo>
                      <a:pt x="188" y="1061"/>
                    </a:lnTo>
                    <a:lnTo>
                      <a:pt x="188" y="1061"/>
                    </a:lnTo>
                    <a:lnTo>
                      <a:pt x="188" y="1064"/>
                    </a:lnTo>
                    <a:lnTo>
                      <a:pt x="188" y="1064"/>
                    </a:lnTo>
                    <a:lnTo>
                      <a:pt x="184" y="1061"/>
                    </a:lnTo>
                    <a:lnTo>
                      <a:pt x="178" y="1057"/>
                    </a:lnTo>
                    <a:lnTo>
                      <a:pt x="167" y="1049"/>
                    </a:lnTo>
                    <a:lnTo>
                      <a:pt x="167" y="1049"/>
                    </a:lnTo>
                    <a:lnTo>
                      <a:pt x="168" y="1052"/>
                    </a:lnTo>
                    <a:lnTo>
                      <a:pt x="169" y="1055"/>
                    </a:lnTo>
                    <a:lnTo>
                      <a:pt x="169" y="1055"/>
                    </a:lnTo>
                    <a:lnTo>
                      <a:pt x="181" y="1064"/>
                    </a:lnTo>
                    <a:lnTo>
                      <a:pt x="191" y="1072"/>
                    </a:lnTo>
                    <a:lnTo>
                      <a:pt x="191" y="1072"/>
                    </a:lnTo>
                    <a:lnTo>
                      <a:pt x="195" y="1077"/>
                    </a:lnTo>
                    <a:lnTo>
                      <a:pt x="195" y="1077"/>
                    </a:lnTo>
                    <a:lnTo>
                      <a:pt x="201" y="1079"/>
                    </a:lnTo>
                    <a:lnTo>
                      <a:pt x="201" y="1079"/>
                    </a:lnTo>
                    <a:lnTo>
                      <a:pt x="211" y="1088"/>
                    </a:lnTo>
                    <a:lnTo>
                      <a:pt x="211" y="1088"/>
                    </a:lnTo>
                    <a:lnTo>
                      <a:pt x="211" y="1089"/>
                    </a:lnTo>
                    <a:lnTo>
                      <a:pt x="211" y="1089"/>
                    </a:lnTo>
                    <a:lnTo>
                      <a:pt x="201" y="1082"/>
                    </a:lnTo>
                    <a:lnTo>
                      <a:pt x="192" y="1078"/>
                    </a:lnTo>
                    <a:lnTo>
                      <a:pt x="192" y="1078"/>
                    </a:lnTo>
                    <a:lnTo>
                      <a:pt x="197" y="1081"/>
                    </a:lnTo>
                    <a:lnTo>
                      <a:pt x="199" y="1085"/>
                    </a:lnTo>
                    <a:lnTo>
                      <a:pt x="199" y="1085"/>
                    </a:lnTo>
                    <a:lnTo>
                      <a:pt x="199" y="1084"/>
                    </a:lnTo>
                    <a:lnTo>
                      <a:pt x="201" y="1084"/>
                    </a:lnTo>
                    <a:lnTo>
                      <a:pt x="204" y="1088"/>
                    </a:lnTo>
                    <a:lnTo>
                      <a:pt x="204" y="1088"/>
                    </a:lnTo>
                    <a:lnTo>
                      <a:pt x="205" y="1086"/>
                    </a:lnTo>
                    <a:lnTo>
                      <a:pt x="207" y="1086"/>
                    </a:lnTo>
                    <a:lnTo>
                      <a:pt x="207" y="1086"/>
                    </a:lnTo>
                    <a:lnTo>
                      <a:pt x="217" y="1095"/>
                    </a:lnTo>
                    <a:lnTo>
                      <a:pt x="217" y="1095"/>
                    </a:lnTo>
                    <a:lnTo>
                      <a:pt x="221" y="1098"/>
                    </a:lnTo>
                    <a:lnTo>
                      <a:pt x="222" y="1098"/>
                    </a:lnTo>
                    <a:lnTo>
                      <a:pt x="222" y="1096"/>
                    </a:lnTo>
                    <a:lnTo>
                      <a:pt x="222" y="1096"/>
                    </a:lnTo>
                    <a:lnTo>
                      <a:pt x="224" y="1098"/>
                    </a:lnTo>
                    <a:lnTo>
                      <a:pt x="224" y="1099"/>
                    </a:lnTo>
                    <a:lnTo>
                      <a:pt x="225" y="1099"/>
                    </a:lnTo>
                    <a:lnTo>
                      <a:pt x="227" y="1101"/>
                    </a:lnTo>
                    <a:lnTo>
                      <a:pt x="227" y="1101"/>
                    </a:lnTo>
                    <a:lnTo>
                      <a:pt x="225" y="1101"/>
                    </a:lnTo>
                    <a:lnTo>
                      <a:pt x="224" y="1101"/>
                    </a:lnTo>
                    <a:lnTo>
                      <a:pt x="224" y="1101"/>
                    </a:lnTo>
                    <a:lnTo>
                      <a:pt x="224" y="1101"/>
                    </a:lnTo>
                    <a:lnTo>
                      <a:pt x="229" y="1104"/>
                    </a:lnTo>
                    <a:lnTo>
                      <a:pt x="231" y="1104"/>
                    </a:lnTo>
                    <a:lnTo>
                      <a:pt x="231" y="1104"/>
                    </a:lnTo>
                    <a:lnTo>
                      <a:pt x="231" y="1104"/>
                    </a:lnTo>
                    <a:lnTo>
                      <a:pt x="232" y="1105"/>
                    </a:lnTo>
                    <a:lnTo>
                      <a:pt x="234" y="1105"/>
                    </a:lnTo>
                    <a:lnTo>
                      <a:pt x="234" y="1109"/>
                    </a:lnTo>
                    <a:lnTo>
                      <a:pt x="234" y="1109"/>
                    </a:lnTo>
                    <a:lnTo>
                      <a:pt x="237" y="1111"/>
                    </a:lnTo>
                    <a:lnTo>
                      <a:pt x="238" y="1111"/>
                    </a:lnTo>
                    <a:lnTo>
                      <a:pt x="239" y="1109"/>
                    </a:lnTo>
                    <a:lnTo>
                      <a:pt x="241" y="1111"/>
                    </a:lnTo>
                    <a:lnTo>
                      <a:pt x="241" y="1111"/>
                    </a:lnTo>
                    <a:lnTo>
                      <a:pt x="242" y="1112"/>
                    </a:lnTo>
                    <a:lnTo>
                      <a:pt x="242" y="1114"/>
                    </a:lnTo>
                    <a:lnTo>
                      <a:pt x="242" y="1112"/>
                    </a:lnTo>
                    <a:lnTo>
                      <a:pt x="242" y="1112"/>
                    </a:lnTo>
                    <a:lnTo>
                      <a:pt x="244" y="1115"/>
                    </a:lnTo>
                    <a:lnTo>
                      <a:pt x="245" y="1115"/>
                    </a:lnTo>
                    <a:lnTo>
                      <a:pt x="247" y="1114"/>
                    </a:lnTo>
                    <a:lnTo>
                      <a:pt x="247" y="1114"/>
                    </a:lnTo>
                    <a:lnTo>
                      <a:pt x="249" y="1116"/>
                    </a:lnTo>
                    <a:lnTo>
                      <a:pt x="251" y="1119"/>
                    </a:lnTo>
                    <a:lnTo>
                      <a:pt x="251" y="1119"/>
                    </a:lnTo>
                    <a:lnTo>
                      <a:pt x="247" y="1118"/>
                    </a:lnTo>
                    <a:lnTo>
                      <a:pt x="244" y="1116"/>
                    </a:lnTo>
                    <a:lnTo>
                      <a:pt x="244" y="1116"/>
                    </a:lnTo>
                    <a:lnTo>
                      <a:pt x="247" y="1119"/>
                    </a:lnTo>
                    <a:lnTo>
                      <a:pt x="249" y="1121"/>
                    </a:lnTo>
                    <a:lnTo>
                      <a:pt x="252" y="1121"/>
                    </a:lnTo>
                    <a:lnTo>
                      <a:pt x="252" y="1119"/>
                    </a:lnTo>
                    <a:lnTo>
                      <a:pt x="252" y="1119"/>
                    </a:lnTo>
                    <a:lnTo>
                      <a:pt x="262" y="1126"/>
                    </a:lnTo>
                    <a:lnTo>
                      <a:pt x="262" y="1126"/>
                    </a:lnTo>
                    <a:lnTo>
                      <a:pt x="268" y="1129"/>
                    </a:lnTo>
                    <a:lnTo>
                      <a:pt x="272" y="1131"/>
                    </a:lnTo>
                    <a:lnTo>
                      <a:pt x="272" y="1131"/>
                    </a:lnTo>
                    <a:lnTo>
                      <a:pt x="274" y="1132"/>
                    </a:lnTo>
                    <a:lnTo>
                      <a:pt x="274" y="1132"/>
                    </a:lnTo>
                    <a:lnTo>
                      <a:pt x="272" y="1132"/>
                    </a:lnTo>
                    <a:lnTo>
                      <a:pt x="272" y="1134"/>
                    </a:lnTo>
                    <a:lnTo>
                      <a:pt x="272" y="1134"/>
                    </a:lnTo>
                    <a:lnTo>
                      <a:pt x="259" y="1126"/>
                    </a:lnTo>
                    <a:lnTo>
                      <a:pt x="259" y="1126"/>
                    </a:lnTo>
                    <a:lnTo>
                      <a:pt x="261" y="1128"/>
                    </a:lnTo>
                    <a:lnTo>
                      <a:pt x="261" y="1129"/>
                    </a:lnTo>
                    <a:lnTo>
                      <a:pt x="256" y="1129"/>
                    </a:lnTo>
                    <a:lnTo>
                      <a:pt x="256" y="1129"/>
                    </a:lnTo>
                    <a:lnTo>
                      <a:pt x="261" y="1131"/>
                    </a:lnTo>
                    <a:lnTo>
                      <a:pt x="262" y="1132"/>
                    </a:lnTo>
                    <a:lnTo>
                      <a:pt x="262" y="1132"/>
                    </a:lnTo>
                    <a:lnTo>
                      <a:pt x="262" y="1132"/>
                    </a:lnTo>
                    <a:lnTo>
                      <a:pt x="265" y="1134"/>
                    </a:lnTo>
                    <a:lnTo>
                      <a:pt x="265" y="1134"/>
                    </a:lnTo>
                    <a:lnTo>
                      <a:pt x="266" y="1135"/>
                    </a:lnTo>
                    <a:lnTo>
                      <a:pt x="266" y="1136"/>
                    </a:lnTo>
                    <a:lnTo>
                      <a:pt x="266" y="1136"/>
                    </a:lnTo>
                    <a:lnTo>
                      <a:pt x="276" y="1141"/>
                    </a:lnTo>
                    <a:lnTo>
                      <a:pt x="285" y="1148"/>
                    </a:lnTo>
                    <a:lnTo>
                      <a:pt x="285" y="1148"/>
                    </a:lnTo>
                    <a:lnTo>
                      <a:pt x="285" y="1148"/>
                    </a:lnTo>
                    <a:lnTo>
                      <a:pt x="282" y="1146"/>
                    </a:lnTo>
                    <a:lnTo>
                      <a:pt x="279" y="1144"/>
                    </a:lnTo>
                    <a:lnTo>
                      <a:pt x="279" y="1144"/>
                    </a:lnTo>
                    <a:lnTo>
                      <a:pt x="278" y="1144"/>
                    </a:lnTo>
                    <a:lnTo>
                      <a:pt x="278" y="1144"/>
                    </a:lnTo>
                    <a:lnTo>
                      <a:pt x="278" y="1144"/>
                    </a:lnTo>
                    <a:lnTo>
                      <a:pt x="276" y="1142"/>
                    </a:lnTo>
                    <a:lnTo>
                      <a:pt x="276" y="1142"/>
                    </a:lnTo>
                    <a:lnTo>
                      <a:pt x="281" y="1146"/>
                    </a:lnTo>
                    <a:lnTo>
                      <a:pt x="288" y="1151"/>
                    </a:lnTo>
                    <a:lnTo>
                      <a:pt x="288" y="1151"/>
                    </a:lnTo>
                    <a:lnTo>
                      <a:pt x="288" y="1152"/>
                    </a:lnTo>
                    <a:lnTo>
                      <a:pt x="288" y="1152"/>
                    </a:lnTo>
                    <a:lnTo>
                      <a:pt x="286" y="1154"/>
                    </a:lnTo>
                    <a:lnTo>
                      <a:pt x="288" y="1155"/>
                    </a:lnTo>
                    <a:lnTo>
                      <a:pt x="288" y="1155"/>
                    </a:lnTo>
                    <a:lnTo>
                      <a:pt x="291" y="1155"/>
                    </a:lnTo>
                    <a:lnTo>
                      <a:pt x="295" y="1156"/>
                    </a:lnTo>
                    <a:lnTo>
                      <a:pt x="295" y="1156"/>
                    </a:lnTo>
                    <a:lnTo>
                      <a:pt x="296" y="1159"/>
                    </a:lnTo>
                    <a:lnTo>
                      <a:pt x="298" y="1162"/>
                    </a:lnTo>
                    <a:lnTo>
                      <a:pt x="298" y="1162"/>
                    </a:lnTo>
                    <a:lnTo>
                      <a:pt x="301" y="1162"/>
                    </a:lnTo>
                    <a:lnTo>
                      <a:pt x="302" y="1162"/>
                    </a:lnTo>
                    <a:lnTo>
                      <a:pt x="302" y="1162"/>
                    </a:lnTo>
                    <a:lnTo>
                      <a:pt x="304" y="1164"/>
                    </a:lnTo>
                    <a:lnTo>
                      <a:pt x="305" y="1166"/>
                    </a:lnTo>
                    <a:lnTo>
                      <a:pt x="305" y="1166"/>
                    </a:lnTo>
                    <a:lnTo>
                      <a:pt x="315" y="1171"/>
                    </a:lnTo>
                    <a:lnTo>
                      <a:pt x="315" y="1171"/>
                    </a:lnTo>
                    <a:lnTo>
                      <a:pt x="324" y="1176"/>
                    </a:lnTo>
                    <a:lnTo>
                      <a:pt x="324" y="1176"/>
                    </a:lnTo>
                    <a:lnTo>
                      <a:pt x="325" y="1178"/>
                    </a:lnTo>
                    <a:lnTo>
                      <a:pt x="324" y="1176"/>
                    </a:lnTo>
                    <a:lnTo>
                      <a:pt x="318" y="1175"/>
                    </a:lnTo>
                    <a:lnTo>
                      <a:pt x="318" y="1175"/>
                    </a:lnTo>
                    <a:lnTo>
                      <a:pt x="322" y="1178"/>
                    </a:lnTo>
                    <a:lnTo>
                      <a:pt x="325" y="1179"/>
                    </a:lnTo>
                    <a:lnTo>
                      <a:pt x="326" y="1181"/>
                    </a:lnTo>
                    <a:lnTo>
                      <a:pt x="326" y="1181"/>
                    </a:lnTo>
                    <a:lnTo>
                      <a:pt x="328" y="1181"/>
                    </a:lnTo>
                    <a:lnTo>
                      <a:pt x="329" y="1181"/>
                    </a:lnTo>
                    <a:lnTo>
                      <a:pt x="329" y="1179"/>
                    </a:lnTo>
                    <a:lnTo>
                      <a:pt x="329" y="1179"/>
                    </a:lnTo>
                    <a:lnTo>
                      <a:pt x="341" y="1186"/>
                    </a:lnTo>
                    <a:lnTo>
                      <a:pt x="341" y="1186"/>
                    </a:lnTo>
                    <a:lnTo>
                      <a:pt x="352" y="1192"/>
                    </a:lnTo>
                    <a:lnTo>
                      <a:pt x="352" y="1192"/>
                    </a:lnTo>
                    <a:lnTo>
                      <a:pt x="376" y="1202"/>
                    </a:lnTo>
                    <a:lnTo>
                      <a:pt x="376" y="1202"/>
                    </a:lnTo>
                    <a:lnTo>
                      <a:pt x="378" y="1202"/>
                    </a:lnTo>
                    <a:lnTo>
                      <a:pt x="376" y="1201"/>
                    </a:lnTo>
                    <a:lnTo>
                      <a:pt x="375" y="1199"/>
                    </a:lnTo>
                    <a:lnTo>
                      <a:pt x="375" y="1199"/>
                    </a:lnTo>
                    <a:lnTo>
                      <a:pt x="383" y="1202"/>
                    </a:lnTo>
                    <a:lnTo>
                      <a:pt x="383" y="1202"/>
                    </a:lnTo>
                    <a:lnTo>
                      <a:pt x="385" y="1204"/>
                    </a:lnTo>
                    <a:lnTo>
                      <a:pt x="388" y="1205"/>
                    </a:lnTo>
                    <a:lnTo>
                      <a:pt x="396" y="1208"/>
                    </a:lnTo>
                    <a:lnTo>
                      <a:pt x="396" y="1208"/>
                    </a:lnTo>
                    <a:lnTo>
                      <a:pt x="406" y="1211"/>
                    </a:lnTo>
                    <a:lnTo>
                      <a:pt x="415" y="1214"/>
                    </a:lnTo>
                    <a:lnTo>
                      <a:pt x="415" y="1214"/>
                    </a:lnTo>
                    <a:lnTo>
                      <a:pt x="411" y="1214"/>
                    </a:lnTo>
                    <a:lnTo>
                      <a:pt x="403" y="1214"/>
                    </a:lnTo>
                    <a:lnTo>
                      <a:pt x="403" y="1214"/>
                    </a:lnTo>
                    <a:lnTo>
                      <a:pt x="396" y="1211"/>
                    </a:lnTo>
                    <a:lnTo>
                      <a:pt x="396" y="1211"/>
                    </a:lnTo>
                    <a:lnTo>
                      <a:pt x="389" y="1209"/>
                    </a:lnTo>
                    <a:lnTo>
                      <a:pt x="389" y="1209"/>
                    </a:lnTo>
                    <a:lnTo>
                      <a:pt x="396" y="1212"/>
                    </a:lnTo>
                    <a:lnTo>
                      <a:pt x="396" y="1212"/>
                    </a:lnTo>
                    <a:lnTo>
                      <a:pt x="399" y="1214"/>
                    </a:lnTo>
                    <a:lnTo>
                      <a:pt x="401" y="1215"/>
                    </a:lnTo>
                    <a:lnTo>
                      <a:pt x="401" y="1215"/>
                    </a:lnTo>
                    <a:lnTo>
                      <a:pt x="408" y="1215"/>
                    </a:lnTo>
                    <a:lnTo>
                      <a:pt x="408" y="1215"/>
                    </a:lnTo>
                    <a:lnTo>
                      <a:pt x="411" y="1216"/>
                    </a:lnTo>
                    <a:lnTo>
                      <a:pt x="411" y="1218"/>
                    </a:lnTo>
                    <a:lnTo>
                      <a:pt x="411" y="1218"/>
                    </a:lnTo>
                    <a:lnTo>
                      <a:pt x="406" y="1216"/>
                    </a:lnTo>
                    <a:lnTo>
                      <a:pt x="402" y="1215"/>
                    </a:lnTo>
                    <a:lnTo>
                      <a:pt x="402" y="1215"/>
                    </a:lnTo>
                    <a:lnTo>
                      <a:pt x="402" y="1216"/>
                    </a:lnTo>
                    <a:lnTo>
                      <a:pt x="401" y="1216"/>
                    </a:lnTo>
                    <a:lnTo>
                      <a:pt x="396" y="1216"/>
                    </a:lnTo>
                    <a:lnTo>
                      <a:pt x="396" y="1216"/>
                    </a:lnTo>
                    <a:lnTo>
                      <a:pt x="401" y="1218"/>
                    </a:lnTo>
                    <a:lnTo>
                      <a:pt x="405" y="1219"/>
                    </a:lnTo>
                    <a:lnTo>
                      <a:pt x="409" y="1219"/>
                    </a:lnTo>
                    <a:lnTo>
                      <a:pt x="413" y="1221"/>
                    </a:lnTo>
                    <a:lnTo>
                      <a:pt x="413" y="1221"/>
                    </a:lnTo>
                    <a:lnTo>
                      <a:pt x="422" y="1222"/>
                    </a:lnTo>
                    <a:lnTo>
                      <a:pt x="422" y="1222"/>
                    </a:lnTo>
                    <a:lnTo>
                      <a:pt x="431" y="1222"/>
                    </a:lnTo>
                    <a:lnTo>
                      <a:pt x="431" y="1222"/>
                    </a:lnTo>
                    <a:lnTo>
                      <a:pt x="432" y="1224"/>
                    </a:lnTo>
                    <a:lnTo>
                      <a:pt x="432" y="1224"/>
                    </a:lnTo>
                    <a:lnTo>
                      <a:pt x="429" y="1224"/>
                    </a:lnTo>
                    <a:lnTo>
                      <a:pt x="429" y="1224"/>
                    </a:lnTo>
                    <a:lnTo>
                      <a:pt x="435" y="1226"/>
                    </a:lnTo>
                    <a:lnTo>
                      <a:pt x="440" y="1228"/>
                    </a:lnTo>
                    <a:lnTo>
                      <a:pt x="440" y="1228"/>
                    </a:lnTo>
                    <a:lnTo>
                      <a:pt x="440" y="1226"/>
                    </a:lnTo>
                    <a:lnTo>
                      <a:pt x="446" y="1228"/>
                    </a:lnTo>
                    <a:lnTo>
                      <a:pt x="446" y="1228"/>
                    </a:lnTo>
                    <a:lnTo>
                      <a:pt x="442" y="1226"/>
                    </a:lnTo>
                    <a:lnTo>
                      <a:pt x="439" y="1225"/>
                    </a:lnTo>
                    <a:lnTo>
                      <a:pt x="439" y="1225"/>
                    </a:lnTo>
                    <a:lnTo>
                      <a:pt x="445" y="1226"/>
                    </a:lnTo>
                    <a:lnTo>
                      <a:pt x="450" y="1228"/>
                    </a:lnTo>
                    <a:lnTo>
                      <a:pt x="450" y="1228"/>
                    </a:lnTo>
                    <a:lnTo>
                      <a:pt x="462" y="1228"/>
                    </a:lnTo>
                    <a:lnTo>
                      <a:pt x="462" y="1228"/>
                    </a:lnTo>
                    <a:lnTo>
                      <a:pt x="462" y="1229"/>
                    </a:lnTo>
                    <a:lnTo>
                      <a:pt x="468" y="1231"/>
                    </a:lnTo>
                    <a:lnTo>
                      <a:pt x="468" y="1231"/>
                    </a:lnTo>
                    <a:lnTo>
                      <a:pt x="469" y="1232"/>
                    </a:lnTo>
                    <a:lnTo>
                      <a:pt x="468" y="1232"/>
                    </a:lnTo>
                    <a:lnTo>
                      <a:pt x="468" y="1234"/>
                    </a:lnTo>
                    <a:lnTo>
                      <a:pt x="469" y="1234"/>
                    </a:lnTo>
                    <a:lnTo>
                      <a:pt x="469" y="1234"/>
                    </a:lnTo>
                    <a:lnTo>
                      <a:pt x="472" y="1234"/>
                    </a:lnTo>
                    <a:lnTo>
                      <a:pt x="475" y="1234"/>
                    </a:lnTo>
                    <a:lnTo>
                      <a:pt x="486" y="1234"/>
                    </a:lnTo>
                    <a:lnTo>
                      <a:pt x="486" y="1234"/>
                    </a:lnTo>
                    <a:lnTo>
                      <a:pt x="506" y="1239"/>
                    </a:lnTo>
                    <a:lnTo>
                      <a:pt x="506" y="1239"/>
                    </a:lnTo>
                    <a:lnTo>
                      <a:pt x="516" y="1238"/>
                    </a:lnTo>
                    <a:lnTo>
                      <a:pt x="527" y="1238"/>
                    </a:lnTo>
                    <a:lnTo>
                      <a:pt x="527" y="1238"/>
                    </a:lnTo>
                    <a:lnTo>
                      <a:pt x="529" y="1238"/>
                    </a:lnTo>
                    <a:lnTo>
                      <a:pt x="527" y="1239"/>
                    </a:lnTo>
                    <a:lnTo>
                      <a:pt x="525" y="1239"/>
                    </a:lnTo>
                    <a:lnTo>
                      <a:pt x="525" y="1239"/>
                    </a:lnTo>
                    <a:lnTo>
                      <a:pt x="525" y="1239"/>
                    </a:lnTo>
                    <a:lnTo>
                      <a:pt x="533" y="1241"/>
                    </a:lnTo>
                    <a:lnTo>
                      <a:pt x="540" y="1239"/>
                    </a:lnTo>
                    <a:lnTo>
                      <a:pt x="540" y="1239"/>
                    </a:lnTo>
                    <a:lnTo>
                      <a:pt x="552" y="1236"/>
                    </a:lnTo>
                    <a:lnTo>
                      <a:pt x="552" y="1236"/>
                    </a:lnTo>
                    <a:lnTo>
                      <a:pt x="545" y="1236"/>
                    </a:lnTo>
                    <a:lnTo>
                      <a:pt x="540" y="1236"/>
                    </a:lnTo>
                    <a:lnTo>
                      <a:pt x="535" y="1238"/>
                    </a:lnTo>
                    <a:lnTo>
                      <a:pt x="530" y="1238"/>
                    </a:lnTo>
                    <a:lnTo>
                      <a:pt x="530" y="1238"/>
                    </a:lnTo>
                    <a:lnTo>
                      <a:pt x="529" y="1236"/>
                    </a:lnTo>
                    <a:lnTo>
                      <a:pt x="529" y="1236"/>
                    </a:lnTo>
                    <a:lnTo>
                      <a:pt x="529" y="1236"/>
                    </a:lnTo>
                    <a:lnTo>
                      <a:pt x="525" y="1236"/>
                    </a:lnTo>
                    <a:lnTo>
                      <a:pt x="523" y="1236"/>
                    </a:lnTo>
                    <a:lnTo>
                      <a:pt x="525" y="1238"/>
                    </a:lnTo>
                    <a:lnTo>
                      <a:pt x="525" y="1238"/>
                    </a:lnTo>
                    <a:lnTo>
                      <a:pt x="515" y="1235"/>
                    </a:lnTo>
                    <a:lnTo>
                      <a:pt x="515" y="1235"/>
                    </a:lnTo>
                    <a:lnTo>
                      <a:pt x="505" y="1235"/>
                    </a:lnTo>
                    <a:lnTo>
                      <a:pt x="505" y="1235"/>
                    </a:lnTo>
                    <a:lnTo>
                      <a:pt x="492" y="1234"/>
                    </a:lnTo>
                    <a:lnTo>
                      <a:pt x="486" y="1232"/>
                    </a:lnTo>
                    <a:lnTo>
                      <a:pt x="482" y="1231"/>
                    </a:lnTo>
                    <a:lnTo>
                      <a:pt x="482" y="1231"/>
                    </a:lnTo>
                    <a:lnTo>
                      <a:pt x="490" y="1231"/>
                    </a:lnTo>
                    <a:lnTo>
                      <a:pt x="500" y="1231"/>
                    </a:lnTo>
                    <a:lnTo>
                      <a:pt x="500" y="1231"/>
                    </a:lnTo>
                    <a:lnTo>
                      <a:pt x="520" y="1235"/>
                    </a:lnTo>
                    <a:lnTo>
                      <a:pt x="520" y="1235"/>
                    </a:lnTo>
                    <a:lnTo>
                      <a:pt x="527" y="1234"/>
                    </a:lnTo>
                    <a:lnTo>
                      <a:pt x="537" y="1234"/>
                    </a:lnTo>
                    <a:lnTo>
                      <a:pt x="537" y="1234"/>
                    </a:lnTo>
                    <a:lnTo>
                      <a:pt x="543" y="1234"/>
                    </a:lnTo>
                    <a:lnTo>
                      <a:pt x="543" y="1234"/>
                    </a:lnTo>
                    <a:lnTo>
                      <a:pt x="549" y="1235"/>
                    </a:lnTo>
                    <a:lnTo>
                      <a:pt x="549" y="1235"/>
                    </a:lnTo>
                    <a:lnTo>
                      <a:pt x="560" y="1235"/>
                    </a:lnTo>
                    <a:lnTo>
                      <a:pt x="560" y="1235"/>
                    </a:lnTo>
                    <a:lnTo>
                      <a:pt x="555" y="1238"/>
                    </a:lnTo>
                    <a:lnTo>
                      <a:pt x="550" y="1241"/>
                    </a:lnTo>
                    <a:lnTo>
                      <a:pt x="550" y="1241"/>
                    </a:lnTo>
                    <a:lnTo>
                      <a:pt x="556" y="1239"/>
                    </a:lnTo>
                    <a:lnTo>
                      <a:pt x="560" y="1239"/>
                    </a:lnTo>
                    <a:lnTo>
                      <a:pt x="560" y="1239"/>
                    </a:lnTo>
                    <a:lnTo>
                      <a:pt x="567" y="1242"/>
                    </a:lnTo>
                    <a:lnTo>
                      <a:pt x="573" y="1242"/>
                    </a:lnTo>
                    <a:lnTo>
                      <a:pt x="573" y="1242"/>
                    </a:lnTo>
                    <a:lnTo>
                      <a:pt x="579" y="1241"/>
                    </a:lnTo>
                    <a:lnTo>
                      <a:pt x="585" y="1242"/>
                    </a:lnTo>
                    <a:lnTo>
                      <a:pt x="585" y="1242"/>
                    </a:lnTo>
                    <a:lnTo>
                      <a:pt x="603" y="1242"/>
                    </a:lnTo>
                    <a:lnTo>
                      <a:pt x="603" y="1242"/>
                    </a:lnTo>
                    <a:lnTo>
                      <a:pt x="602" y="1241"/>
                    </a:lnTo>
                    <a:lnTo>
                      <a:pt x="602" y="1241"/>
                    </a:lnTo>
                    <a:lnTo>
                      <a:pt x="603" y="1241"/>
                    </a:lnTo>
                    <a:lnTo>
                      <a:pt x="603" y="1241"/>
                    </a:lnTo>
                    <a:lnTo>
                      <a:pt x="603" y="1241"/>
                    </a:lnTo>
                    <a:lnTo>
                      <a:pt x="607" y="1239"/>
                    </a:lnTo>
                    <a:lnTo>
                      <a:pt x="612" y="1239"/>
                    </a:lnTo>
                    <a:lnTo>
                      <a:pt x="612" y="1239"/>
                    </a:lnTo>
                    <a:lnTo>
                      <a:pt x="615" y="1239"/>
                    </a:lnTo>
                    <a:lnTo>
                      <a:pt x="613" y="1241"/>
                    </a:lnTo>
                    <a:lnTo>
                      <a:pt x="607" y="1241"/>
                    </a:lnTo>
                    <a:lnTo>
                      <a:pt x="607" y="1241"/>
                    </a:lnTo>
                    <a:lnTo>
                      <a:pt x="610" y="1241"/>
                    </a:lnTo>
                    <a:lnTo>
                      <a:pt x="615" y="1241"/>
                    </a:lnTo>
                    <a:lnTo>
                      <a:pt x="619" y="1241"/>
                    </a:lnTo>
                    <a:lnTo>
                      <a:pt x="622" y="1239"/>
                    </a:lnTo>
                    <a:lnTo>
                      <a:pt x="622" y="1239"/>
                    </a:lnTo>
                    <a:lnTo>
                      <a:pt x="629" y="1239"/>
                    </a:lnTo>
                    <a:lnTo>
                      <a:pt x="629" y="1239"/>
                    </a:lnTo>
                    <a:lnTo>
                      <a:pt x="636" y="1239"/>
                    </a:lnTo>
                    <a:lnTo>
                      <a:pt x="636" y="1239"/>
                    </a:lnTo>
                    <a:lnTo>
                      <a:pt x="646" y="1238"/>
                    </a:lnTo>
                    <a:lnTo>
                      <a:pt x="650" y="1236"/>
                    </a:lnTo>
                    <a:lnTo>
                      <a:pt x="656" y="1236"/>
                    </a:lnTo>
                    <a:lnTo>
                      <a:pt x="656" y="1236"/>
                    </a:lnTo>
                    <a:lnTo>
                      <a:pt x="657" y="1238"/>
                    </a:lnTo>
                    <a:lnTo>
                      <a:pt x="654" y="1239"/>
                    </a:lnTo>
                    <a:lnTo>
                      <a:pt x="649" y="1242"/>
                    </a:lnTo>
                    <a:lnTo>
                      <a:pt x="649" y="1242"/>
                    </a:lnTo>
                    <a:lnTo>
                      <a:pt x="660" y="1241"/>
                    </a:lnTo>
                    <a:lnTo>
                      <a:pt x="673" y="1239"/>
                    </a:lnTo>
                    <a:lnTo>
                      <a:pt x="673" y="1239"/>
                    </a:lnTo>
                    <a:lnTo>
                      <a:pt x="676" y="1239"/>
                    </a:lnTo>
                    <a:lnTo>
                      <a:pt x="680" y="1239"/>
                    </a:lnTo>
                    <a:lnTo>
                      <a:pt x="680" y="1239"/>
                    </a:lnTo>
                    <a:lnTo>
                      <a:pt x="680" y="1239"/>
                    </a:lnTo>
                    <a:lnTo>
                      <a:pt x="677" y="1239"/>
                    </a:lnTo>
                    <a:lnTo>
                      <a:pt x="676" y="1239"/>
                    </a:lnTo>
                    <a:lnTo>
                      <a:pt x="676" y="1238"/>
                    </a:lnTo>
                    <a:lnTo>
                      <a:pt x="676" y="1238"/>
                    </a:lnTo>
                    <a:lnTo>
                      <a:pt x="666" y="1239"/>
                    </a:lnTo>
                    <a:lnTo>
                      <a:pt x="666" y="1239"/>
                    </a:lnTo>
                    <a:lnTo>
                      <a:pt x="664" y="1238"/>
                    </a:lnTo>
                    <a:lnTo>
                      <a:pt x="664" y="1238"/>
                    </a:lnTo>
                    <a:lnTo>
                      <a:pt x="659" y="1238"/>
                    </a:lnTo>
                    <a:lnTo>
                      <a:pt x="659" y="1238"/>
                    </a:lnTo>
                    <a:lnTo>
                      <a:pt x="659" y="1238"/>
                    </a:lnTo>
                    <a:lnTo>
                      <a:pt x="659" y="1238"/>
                    </a:lnTo>
                    <a:lnTo>
                      <a:pt x="662" y="1236"/>
                    </a:lnTo>
                    <a:lnTo>
                      <a:pt x="662" y="1236"/>
                    </a:lnTo>
                    <a:lnTo>
                      <a:pt x="666" y="1238"/>
                    </a:lnTo>
                    <a:lnTo>
                      <a:pt x="670" y="1238"/>
                    </a:lnTo>
                    <a:lnTo>
                      <a:pt x="670" y="1238"/>
                    </a:lnTo>
                    <a:lnTo>
                      <a:pt x="672" y="1236"/>
                    </a:lnTo>
                    <a:lnTo>
                      <a:pt x="672" y="1236"/>
                    </a:lnTo>
                    <a:lnTo>
                      <a:pt x="672" y="1236"/>
                    </a:lnTo>
                    <a:lnTo>
                      <a:pt x="672" y="1236"/>
                    </a:lnTo>
                    <a:lnTo>
                      <a:pt x="683" y="1235"/>
                    </a:lnTo>
                    <a:lnTo>
                      <a:pt x="683" y="1235"/>
                    </a:lnTo>
                    <a:lnTo>
                      <a:pt x="684" y="1236"/>
                    </a:lnTo>
                    <a:lnTo>
                      <a:pt x="682" y="1236"/>
                    </a:lnTo>
                    <a:lnTo>
                      <a:pt x="682" y="1236"/>
                    </a:lnTo>
                    <a:lnTo>
                      <a:pt x="679" y="1236"/>
                    </a:lnTo>
                    <a:lnTo>
                      <a:pt x="677" y="1236"/>
                    </a:lnTo>
                    <a:lnTo>
                      <a:pt x="677" y="1236"/>
                    </a:lnTo>
                    <a:lnTo>
                      <a:pt x="677" y="1238"/>
                    </a:lnTo>
                    <a:lnTo>
                      <a:pt x="677" y="1238"/>
                    </a:lnTo>
                    <a:lnTo>
                      <a:pt x="679" y="1239"/>
                    </a:lnTo>
                    <a:lnTo>
                      <a:pt x="679" y="1239"/>
                    </a:lnTo>
                    <a:lnTo>
                      <a:pt x="690" y="1235"/>
                    </a:lnTo>
                    <a:lnTo>
                      <a:pt x="690" y="1235"/>
                    </a:lnTo>
                    <a:lnTo>
                      <a:pt x="702" y="1232"/>
                    </a:lnTo>
                    <a:lnTo>
                      <a:pt x="702" y="1232"/>
                    </a:lnTo>
                    <a:lnTo>
                      <a:pt x="713" y="1229"/>
                    </a:lnTo>
                    <a:lnTo>
                      <a:pt x="713" y="1229"/>
                    </a:lnTo>
                    <a:lnTo>
                      <a:pt x="726" y="1225"/>
                    </a:lnTo>
                    <a:lnTo>
                      <a:pt x="726" y="1225"/>
                    </a:lnTo>
                    <a:lnTo>
                      <a:pt x="727" y="1225"/>
                    </a:lnTo>
                    <a:lnTo>
                      <a:pt x="727" y="1226"/>
                    </a:lnTo>
                    <a:lnTo>
                      <a:pt x="727" y="1226"/>
                    </a:lnTo>
                    <a:lnTo>
                      <a:pt x="727" y="1226"/>
                    </a:lnTo>
                    <a:lnTo>
                      <a:pt x="736" y="1224"/>
                    </a:lnTo>
                    <a:lnTo>
                      <a:pt x="749" y="1219"/>
                    </a:lnTo>
                    <a:lnTo>
                      <a:pt x="749" y="1219"/>
                    </a:lnTo>
                    <a:lnTo>
                      <a:pt x="747" y="1221"/>
                    </a:lnTo>
                    <a:lnTo>
                      <a:pt x="743" y="1222"/>
                    </a:lnTo>
                    <a:lnTo>
                      <a:pt x="737" y="1225"/>
                    </a:lnTo>
                    <a:lnTo>
                      <a:pt x="737" y="1225"/>
                    </a:lnTo>
                    <a:lnTo>
                      <a:pt x="734" y="1225"/>
                    </a:lnTo>
                    <a:lnTo>
                      <a:pt x="737" y="1225"/>
                    </a:lnTo>
                    <a:lnTo>
                      <a:pt x="737" y="1225"/>
                    </a:lnTo>
                    <a:lnTo>
                      <a:pt x="746" y="1222"/>
                    </a:lnTo>
                    <a:lnTo>
                      <a:pt x="746" y="1222"/>
                    </a:lnTo>
                    <a:lnTo>
                      <a:pt x="750" y="1221"/>
                    </a:lnTo>
                    <a:lnTo>
                      <a:pt x="750" y="1221"/>
                    </a:lnTo>
                    <a:lnTo>
                      <a:pt x="754" y="1221"/>
                    </a:lnTo>
                    <a:lnTo>
                      <a:pt x="754" y="1221"/>
                    </a:lnTo>
                    <a:lnTo>
                      <a:pt x="770" y="1215"/>
                    </a:lnTo>
                    <a:lnTo>
                      <a:pt x="770" y="1215"/>
                    </a:lnTo>
                    <a:lnTo>
                      <a:pt x="771" y="1216"/>
                    </a:lnTo>
                    <a:lnTo>
                      <a:pt x="770" y="1216"/>
                    </a:lnTo>
                    <a:lnTo>
                      <a:pt x="766" y="1218"/>
                    </a:lnTo>
                    <a:lnTo>
                      <a:pt x="761" y="1221"/>
                    </a:lnTo>
                    <a:lnTo>
                      <a:pt x="760" y="1222"/>
                    </a:lnTo>
                    <a:lnTo>
                      <a:pt x="760" y="1222"/>
                    </a:lnTo>
                    <a:lnTo>
                      <a:pt x="764" y="1221"/>
                    </a:lnTo>
                    <a:lnTo>
                      <a:pt x="767" y="1219"/>
                    </a:lnTo>
                    <a:lnTo>
                      <a:pt x="767" y="1219"/>
                    </a:lnTo>
                    <a:lnTo>
                      <a:pt x="780" y="1216"/>
                    </a:lnTo>
                    <a:lnTo>
                      <a:pt x="780" y="1216"/>
                    </a:lnTo>
                    <a:lnTo>
                      <a:pt x="796" y="1211"/>
                    </a:lnTo>
                    <a:lnTo>
                      <a:pt x="796" y="1211"/>
                    </a:lnTo>
                    <a:lnTo>
                      <a:pt x="810" y="1205"/>
                    </a:lnTo>
                    <a:lnTo>
                      <a:pt x="810" y="1205"/>
                    </a:lnTo>
                    <a:lnTo>
                      <a:pt x="823" y="1199"/>
                    </a:lnTo>
                    <a:lnTo>
                      <a:pt x="823" y="1199"/>
                    </a:lnTo>
                    <a:lnTo>
                      <a:pt x="823" y="1199"/>
                    </a:lnTo>
                    <a:lnTo>
                      <a:pt x="823" y="1199"/>
                    </a:lnTo>
                    <a:lnTo>
                      <a:pt x="821" y="1201"/>
                    </a:lnTo>
                    <a:lnTo>
                      <a:pt x="818" y="1202"/>
                    </a:lnTo>
                    <a:lnTo>
                      <a:pt x="821" y="1202"/>
                    </a:lnTo>
                    <a:lnTo>
                      <a:pt x="821" y="1202"/>
                    </a:lnTo>
                    <a:lnTo>
                      <a:pt x="826" y="1199"/>
                    </a:lnTo>
                    <a:lnTo>
                      <a:pt x="833" y="1195"/>
                    </a:lnTo>
                    <a:lnTo>
                      <a:pt x="833" y="1195"/>
                    </a:lnTo>
                    <a:lnTo>
                      <a:pt x="827" y="1196"/>
                    </a:lnTo>
                    <a:lnTo>
                      <a:pt x="823" y="1198"/>
                    </a:lnTo>
                    <a:lnTo>
                      <a:pt x="823" y="1198"/>
                    </a:lnTo>
                    <a:lnTo>
                      <a:pt x="821" y="1198"/>
                    </a:lnTo>
                    <a:lnTo>
                      <a:pt x="821" y="1198"/>
                    </a:lnTo>
                    <a:lnTo>
                      <a:pt x="831" y="1194"/>
                    </a:lnTo>
                    <a:lnTo>
                      <a:pt x="831" y="1194"/>
                    </a:lnTo>
                    <a:lnTo>
                      <a:pt x="836" y="1192"/>
                    </a:lnTo>
                    <a:lnTo>
                      <a:pt x="836" y="1192"/>
                    </a:lnTo>
                    <a:lnTo>
                      <a:pt x="841" y="1189"/>
                    </a:lnTo>
                    <a:lnTo>
                      <a:pt x="841" y="1189"/>
                    </a:lnTo>
                    <a:lnTo>
                      <a:pt x="843" y="1189"/>
                    </a:lnTo>
                    <a:lnTo>
                      <a:pt x="844" y="1189"/>
                    </a:lnTo>
                    <a:lnTo>
                      <a:pt x="844" y="1189"/>
                    </a:lnTo>
                    <a:lnTo>
                      <a:pt x="851" y="1186"/>
                    </a:lnTo>
                    <a:lnTo>
                      <a:pt x="858" y="1182"/>
                    </a:lnTo>
                    <a:lnTo>
                      <a:pt x="858" y="1182"/>
                    </a:lnTo>
                    <a:lnTo>
                      <a:pt x="861" y="1182"/>
                    </a:lnTo>
                    <a:lnTo>
                      <a:pt x="860" y="1184"/>
                    </a:lnTo>
                    <a:lnTo>
                      <a:pt x="860" y="1184"/>
                    </a:lnTo>
                    <a:lnTo>
                      <a:pt x="864" y="1182"/>
                    </a:lnTo>
                    <a:lnTo>
                      <a:pt x="868" y="1181"/>
                    </a:lnTo>
                    <a:lnTo>
                      <a:pt x="868" y="1181"/>
                    </a:lnTo>
                    <a:lnTo>
                      <a:pt x="868" y="1179"/>
                    </a:lnTo>
                    <a:lnTo>
                      <a:pt x="867" y="1179"/>
                    </a:lnTo>
                    <a:lnTo>
                      <a:pt x="867" y="1179"/>
                    </a:lnTo>
                    <a:lnTo>
                      <a:pt x="894" y="1168"/>
                    </a:lnTo>
                    <a:lnTo>
                      <a:pt x="894" y="1168"/>
                    </a:lnTo>
                    <a:lnTo>
                      <a:pt x="918" y="1154"/>
                    </a:lnTo>
                    <a:lnTo>
                      <a:pt x="918" y="1154"/>
                    </a:lnTo>
                    <a:lnTo>
                      <a:pt x="918" y="1154"/>
                    </a:lnTo>
                    <a:lnTo>
                      <a:pt x="918" y="1154"/>
                    </a:lnTo>
                    <a:lnTo>
                      <a:pt x="917" y="1156"/>
                    </a:lnTo>
                    <a:lnTo>
                      <a:pt x="917" y="1156"/>
                    </a:lnTo>
                    <a:lnTo>
                      <a:pt x="921" y="1154"/>
                    </a:lnTo>
                    <a:lnTo>
                      <a:pt x="921" y="1154"/>
                    </a:lnTo>
                    <a:lnTo>
                      <a:pt x="925" y="1151"/>
                    </a:lnTo>
                    <a:lnTo>
                      <a:pt x="925" y="1151"/>
                    </a:lnTo>
                    <a:lnTo>
                      <a:pt x="927" y="1149"/>
                    </a:lnTo>
                    <a:lnTo>
                      <a:pt x="927" y="1149"/>
                    </a:lnTo>
                    <a:lnTo>
                      <a:pt x="925" y="1149"/>
                    </a:lnTo>
                    <a:lnTo>
                      <a:pt x="927" y="1148"/>
                    </a:lnTo>
                    <a:lnTo>
                      <a:pt x="927" y="1148"/>
                    </a:lnTo>
                    <a:lnTo>
                      <a:pt x="934" y="1144"/>
                    </a:lnTo>
                    <a:lnTo>
                      <a:pt x="940" y="1139"/>
                    </a:lnTo>
                    <a:lnTo>
                      <a:pt x="940" y="1139"/>
                    </a:lnTo>
                    <a:lnTo>
                      <a:pt x="943" y="1139"/>
                    </a:lnTo>
                    <a:lnTo>
                      <a:pt x="945" y="1138"/>
                    </a:lnTo>
                    <a:lnTo>
                      <a:pt x="945" y="1138"/>
                    </a:lnTo>
                    <a:lnTo>
                      <a:pt x="945" y="1138"/>
                    </a:lnTo>
                    <a:lnTo>
                      <a:pt x="945" y="1136"/>
                    </a:lnTo>
                    <a:lnTo>
                      <a:pt x="945" y="1136"/>
                    </a:lnTo>
                    <a:lnTo>
                      <a:pt x="945" y="1135"/>
                    </a:lnTo>
                    <a:lnTo>
                      <a:pt x="945" y="1135"/>
                    </a:lnTo>
                    <a:lnTo>
                      <a:pt x="948" y="1134"/>
                    </a:lnTo>
                    <a:lnTo>
                      <a:pt x="951" y="1132"/>
                    </a:lnTo>
                    <a:lnTo>
                      <a:pt x="957" y="1128"/>
                    </a:lnTo>
                    <a:lnTo>
                      <a:pt x="957" y="1128"/>
                    </a:lnTo>
                    <a:lnTo>
                      <a:pt x="958" y="1128"/>
                    </a:lnTo>
                    <a:lnTo>
                      <a:pt x="961" y="1126"/>
                    </a:lnTo>
                    <a:lnTo>
                      <a:pt x="961" y="1126"/>
                    </a:lnTo>
                    <a:lnTo>
                      <a:pt x="961" y="1126"/>
                    </a:lnTo>
                    <a:lnTo>
                      <a:pt x="960" y="1126"/>
                    </a:lnTo>
                    <a:lnTo>
                      <a:pt x="960" y="1126"/>
                    </a:lnTo>
                    <a:lnTo>
                      <a:pt x="965" y="1122"/>
                    </a:lnTo>
                    <a:lnTo>
                      <a:pt x="971" y="1118"/>
                    </a:lnTo>
                    <a:lnTo>
                      <a:pt x="971" y="1118"/>
                    </a:lnTo>
                    <a:lnTo>
                      <a:pt x="977" y="1116"/>
                    </a:lnTo>
                    <a:lnTo>
                      <a:pt x="980" y="1116"/>
                    </a:lnTo>
                    <a:lnTo>
                      <a:pt x="980" y="1116"/>
                    </a:lnTo>
                    <a:lnTo>
                      <a:pt x="982" y="1114"/>
                    </a:lnTo>
                    <a:lnTo>
                      <a:pt x="980" y="1114"/>
                    </a:lnTo>
                    <a:lnTo>
                      <a:pt x="977" y="1115"/>
                    </a:lnTo>
                    <a:lnTo>
                      <a:pt x="975" y="1115"/>
                    </a:lnTo>
                    <a:lnTo>
                      <a:pt x="977" y="1114"/>
                    </a:lnTo>
                    <a:lnTo>
                      <a:pt x="977" y="1114"/>
                    </a:lnTo>
                    <a:lnTo>
                      <a:pt x="980" y="1112"/>
                    </a:lnTo>
                    <a:lnTo>
                      <a:pt x="984" y="1111"/>
                    </a:lnTo>
                    <a:lnTo>
                      <a:pt x="984" y="1111"/>
                    </a:lnTo>
                    <a:lnTo>
                      <a:pt x="990" y="1105"/>
                    </a:lnTo>
                    <a:lnTo>
                      <a:pt x="992" y="1102"/>
                    </a:lnTo>
                    <a:lnTo>
                      <a:pt x="994" y="1101"/>
                    </a:lnTo>
                    <a:lnTo>
                      <a:pt x="994" y="1101"/>
                    </a:lnTo>
                    <a:lnTo>
                      <a:pt x="1000" y="1095"/>
                    </a:lnTo>
                    <a:lnTo>
                      <a:pt x="1000" y="1095"/>
                    </a:lnTo>
                    <a:lnTo>
                      <a:pt x="1002" y="1094"/>
                    </a:lnTo>
                    <a:lnTo>
                      <a:pt x="1004" y="1094"/>
                    </a:lnTo>
                    <a:lnTo>
                      <a:pt x="1004" y="1094"/>
                    </a:lnTo>
                    <a:lnTo>
                      <a:pt x="1008" y="1089"/>
                    </a:lnTo>
                    <a:lnTo>
                      <a:pt x="1008" y="1089"/>
                    </a:lnTo>
                    <a:lnTo>
                      <a:pt x="1007" y="1089"/>
                    </a:lnTo>
                    <a:lnTo>
                      <a:pt x="1005" y="1091"/>
                    </a:lnTo>
                    <a:lnTo>
                      <a:pt x="1005" y="1091"/>
                    </a:lnTo>
                    <a:lnTo>
                      <a:pt x="1004" y="1092"/>
                    </a:lnTo>
                    <a:lnTo>
                      <a:pt x="1004" y="1092"/>
                    </a:lnTo>
                    <a:lnTo>
                      <a:pt x="1007" y="1088"/>
                    </a:lnTo>
                    <a:lnTo>
                      <a:pt x="1012" y="1084"/>
                    </a:lnTo>
                    <a:lnTo>
                      <a:pt x="1012" y="1084"/>
                    </a:lnTo>
                    <a:lnTo>
                      <a:pt x="1020" y="1077"/>
                    </a:lnTo>
                    <a:lnTo>
                      <a:pt x="1020" y="1077"/>
                    </a:lnTo>
                    <a:lnTo>
                      <a:pt x="1025" y="1071"/>
                    </a:lnTo>
                    <a:lnTo>
                      <a:pt x="1025" y="1071"/>
                    </a:lnTo>
                    <a:lnTo>
                      <a:pt x="1025" y="1074"/>
                    </a:lnTo>
                    <a:lnTo>
                      <a:pt x="1022" y="1077"/>
                    </a:lnTo>
                    <a:lnTo>
                      <a:pt x="1022" y="1077"/>
                    </a:lnTo>
                    <a:lnTo>
                      <a:pt x="1027" y="1074"/>
                    </a:lnTo>
                    <a:lnTo>
                      <a:pt x="1028" y="1071"/>
                    </a:lnTo>
                    <a:lnTo>
                      <a:pt x="1031" y="1067"/>
                    </a:lnTo>
                    <a:lnTo>
                      <a:pt x="1034" y="1064"/>
                    </a:lnTo>
                    <a:lnTo>
                      <a:pt x="1034" y="1064"/>
                    </a:lnTo>
                    <a:lnTo>
                      <a:pt x="1037" y="1061"/>
                    </a:lnTo>
                    <a:lnTo>
                      <a:pt x="1040" y="1058"/>
                    </a:lnTo>
                    <a:lnTo>
                      <a:pt x="1040" y="1058"/>
                    </a:lnTo>
                    <a:lnTo>
                      <a:pt x="1045" y="1052"/>
                    </a:lnTo>
                    <a:lnTo>
                      <a:pt x="1045" y="1052"/>
                    </a:lnTo>
                    <a:lnTo>
                      <a:pt x="1052" y="1045"/>
                    </a:lnTo>
                    <a:lnTo>
                      <a:pt x="1060" y="1038"/>
                    </a:lnTo>
                    <a:lnTo>
                      <a:pt x="1060" y="1038"/>
                    </a:lnTo>
                    <a:lnTo>
                      <a:pt x="1060" y="1039"/>
                    </a:lnTo>
                    <a:lnTo>
                      <a:pt x="1058" y="1041"/>
                    </a:lnTo>
                    <a:lnTo>
                      <a:pt x="1054" y="1045"/>
                    </a:lnTo>
                    <a:lnTo>
                      <a:pt x="1054" y="1045"/>
                    </a:lnTo>
                    <a:lnTo>
                      <a:pt x="1055" y="1045"/>
                    </a:lnTo>
                    <a:lnTo>
                      <a:pt x="1055" y="1047"/>
                    </a:lnTo>
                    <a:lnTo>
                      <a:pt x="1054" y="1048"/>
                    </a:lnTo>
                    <a:lnTo>
                      <a:pt x="1055" y="1048"/>
                    </a:lnTo>
                    <a:lnTo>
                      <a:pt x="1055" y="1048"/>
                    </a:lnTo>
                    <a:lnTo>
                      <a:pt x="1061" y="1039"/>
                    </a:lnTo>
                    <a:lnTo>
                      <a:pt x="1061" y="1039"/>
                    </a:lnTo>
                    <a:lnTo>
                      <a:pt x="1067" y="1029"/>
                    </a:lnTo>
                    <a:lnTo>
                      <a:pt x="1067" y="1029"/>
                    </a:lnTo>
                    <a:lnTo>
                      <a:pt x="1074" y="1024"/>
                    </a:lnTo>
                    <a:lnTo>
                      <a:pt x="1074" y="1024"/>
                    </a:lnTo>
                    <a:lnTo>
                      <a:pt x="1074" y="1024"/>
                    </a:lnTo>
                    <a:lnTo>
                      <a:pt x="1074" y="1025"/>
                    </a:lnTo>
                    <a:lnTo>
                      <a:pt x="1071" y="1028"/>
                    </a:lnTo>
                    <a:lnTo>
                      <a:pt x="1070" y="1031"/>
                    </a:lnTo>
                    <a:lnTo>
                      <a:pt x="1072" y="1029"/>
                    </a:lnTo>
                    <a:lnTo>
                      <a:pt x="1072" y="1029"/>
                    </a:lnTo>
                    <a:lnTo>
                      <a:pt x="1068" y="1034"/>
                    </a:lnTo>
                    <a:lnTo>
                      <a:pt x="1065" y="1038"/>
                    </a:lnTo>
                    <a:lnTo>
                      <a:pt x="1065" y="1038"/>
                    </a:lnTo>
                    <a:lnTo>
                      <a:pt x="1068" y="1035"/>
                    </a:lnTo>
                    <a:lnTo>
                      <a:pt x="1071" y="1032"/>
                    </a:lnTo>
                    <a:lnTo>
                      <a:pt x="1074" y="1029"/>
                    </a:lnTo>
                    <a:lnTo>
                      <a:pt x="1075" y="1029"/>
                    </a:lnTo>
                    <a:lnTo>
                      <a:pt x="1075" y="1029"/>
                    </a:lnTo>
                    <a:lnTo>
                      <a:pt x="1078" y="1024"/>
                    </a:lnTo>
                    <a:lnTo>
                      <a:pt x="1082" y="1017"/>
                    </a:lnTo>
                    <a:lnTo>
                      <a:pt x="1082" y="1017"/>
                    </a:lnTo>
                    <a:lnTo>
                      <a:pt x="1084" y="1017"/>
                    </a:lnTo>
                    <a:lnTo>
                      <a:pt x="1087" y="1015"/>
                    </a:lnTo>
                    <a:lnTo>
                      <a:pt x="1089" y="1012"/>
                    </a:lnTo>
                    <a:lnTo>
                      <a:pt x="1092" y="1008"/>
                    </a:lnTo>
                    <a:lnTo>
                      <a:pt x="1092" y="1008"/>
                    </a:lnTo>
                    <a:lnTo>
                      <a:pt x="1098" y="999"/>
                    </a:lnTo>
                    <a:lnTo>
                      <a:pt x="1104" y="991"/>
                    </a:lnTo>
                    <a:lnTo>
                      <a:pt x="1104" y="991"/>
                    </a:lnTo>
                    <a:lnTo>
                      <a:pt x="1102" y="991"/>
                    </a:lnTo>
                    <a:lnTo>
                      <a:pt x="1101" y="992"/>
                    </a:lnTo>
                    <a:lnTo>
                      <a:pt x="1101" y="992"/>
                    </a:lnTo>
                    <a:lnTo>
                      <a:pt x="1097" y="997"/>
                    </a:lnTo>
                    <a:lnTo>
                      <a:pt x="1097" y="997"/>
                    </a:lnTo>
                    <a:lnTo>
                      <a:pt x="1098" y="995"/>
                    </a:lnTo>
                    <a:lnTo>
                      <a:pt x="1099" y="991"/>
                    </a:lnTo>
                    <a:lnTo>
                      <a:pt x="1099" y="991"/>
                    </a:lnTo>
                    <a:lnTo>
                      <a:pt x="1105" y="985"/>
                    </a:lnTo>
                    <a:lnTo>
                      <a:pt x="1105" y="985"/>
                    </a:lnTo>
                    <a:lnTo>
                      <a:pt x="1107" y="985"/>
                    </a:lnTo>
                    <a:lnTo>
                      <a:pt x="1107" y="987"/>
                    </a:lnTo>
                    <a:lnTo>
                      <a:pt x="1105" y="989"/>
                    </a:lnTo>
                    <a:lnTo>
                      <a:pt x="1105" y="989"/>
                    </a:lnTo>
                    <a:lnTo>
                      <a:pt x="1107" y="988"/>
                    </a:lnTo>
                    <a:lnTo>
                      <a:pt x="1109" y="987"/>
                    </a:lnTo>
                    <a:lnTo>
                      <a:pt x="1109" y="987"/>
                    </a:lnTo>
                    <a:lnTo>
                      <a:pt x="1109" y="985"/>
                    </a:lnTo>
                    <a:lnTo>
                      <a:pt x="1111" y="982"/>
                    </a:lnTo>
                    <a:lnTo>
                      <a:pt x="1112" y="979"/>
                    </a:lnTo>
                    <a:lnTo>
                      <a:pt x="1115" y="975"/>
                    </a:lnTo>
                    <a:lnTo>
                      <a:pt x="1115" y="975"/>
                    </a:lnTo>
                    <a:lnTo>
                      <a:pt x="1114" y="977"/>
                    </a:lnTo>
                    <a:lnTo>
                      <a:pt x="1112" y="978"/>
                    </a:lnTo>
                    <a:lnTo>
                      <a:pt x="1109" y="981"/>
                    </a:lnTo>
                    <a:lnTo>
                      <a:pt x="1109" y="981"/>
                    </a:lnTo>
                    <a:lnTo>
                      <a:pt x="1112" y="975"/>
                    </a:lnTo>
                    <a:lnTo>
                      <a:pt x="1117" y="971"/>
                    </a:lnTo>
                    <a:lnTo>
                      <a:pt x="1117" y="971"/>
                    </a:lnTo>
                    <a:lnTo>
                      <a:pt x="1117" y="972"/>
                    </a:lnTo>
                    <a:lnTo>
                      <a:pt x="1115" y="975"/>
                    </a:lnTo>
                    <a:lnTo>
                      <a:pt x="1115" y="975"/>
                    </a:lnTo>
                    <a:lnTo>
                      <a:pt x="1117" y="972"/>
                    </a:lnTo>
                    <a:lnTo>
                      <a:pt x="1118" y="972"/>
                    </a:lnTo>
                    <a:lnTo>
                      <a:pt x="1118" y="972"/>
                    </a:lnTo>
                    <a:lnTo>
                      <a:pt x="1118" y="972"/>
                    </a:lnTo>
                    <a:lnTo>
                      <a:pt x="1119" y="971"/>
                    </a:lnTo>
                    <a:lnTo>
                      <a:pt x="1119" y="969"/>
                    </a:lnTo>
                    <a:lnTo>
                      <a:pt x="1119" y="969"/>
                    </a:lnTo>
                    <a:lnTo>
                      <a:pt x="1121" y="968"/>
                    </a:lnTo>
                    <a:lnTo>
                      <a:pt x="1121" y="968"/>
                    </a:lnTo>
                    <a:lnTo>
                      <a:pt x="1119" y="968"/>
                    </a:lnTo>
                    <a:lnTo>
                      <a:pt x="1118" y="968"/>
                    </a:lnTo>
                    <a:lnTo>
                      <a:pt x="1118" y="965"/>
                    </a:lnTo>
                    <a:lnTo>
                      <a:pt x="1118" y="965"/>
                    </a:lnTo>
                    <a:lnTo>
                      <a:pt x="1121" y="964"/>
                    </a:lnTo>
                    <a:lnTo>
                      <a:pt x="1121" y="964"/>
                    </a:lnTo>
                    <a:lnTo>
                      <a:pt x="1121" y="964"/>
                    </a:lnTo>
                    <a:lnTo>
                      <a:pt x="1122" y="964"/>
                    </a:lnTo>
                    <a:lnTo>
                      <a:pt x="1122" y="964"/>
                    </a:lnTo>
                    <a:lnTo>
                      <a:pt x="1122" y="961"/>
                    </a:lnTo>
                    <a:lnTo>
                      <a:pt x="1122" y="961"/>
                    </a:lnTo>
                    <a:lnTo>
                      <a:pt x="1122" y="961"/>
                    </a:lnTo>
                    <a:lnTo>
                      <a:pt x="1124" y="958"/>
                    </a:lnTo>
                    <a:lnTo>
                      <a:pt x="1125" y="955"/>
                    </a:lnTo>
                    <a:lnTo>
                      <a:pt x="1125" y="955"/>
                    </a:lnTo>
                    <a:lnTo>
                      <a:pt x="1127" y="955"/>
                    </a:lnTo>
                    <a:lnTo>
                      <a:pt x="1127" y="957"/>
                    </a:lnTo>
                    <a:lnTo>
                      <a:pt x="1127" y="958"/>
                    </a:lnTo>
                    <a:lnTo>
                      <a:pt x="1128" y="958"/>
                    </a:lnTo>
                    <a:lnTo>
                      <a:pt x="1128" y="958"/>
                    </a:lnTo>
                    <a:lnTo>
                      <a:pt x="1128" y="955"/>
                    </a:lnTo>
                    <a:lnTo>
                      <a:pt x="1128" y="954"/>
                    </a:lnTo>
                    <a:lnTo>
                      <a:pt x="1128" y="954"/>
                    </a:lnTo>
                    <a:lnTo>
                      <a:pt x="1129" y="951"/>
                    </a:lnTo>
                    <a:lnTo>
                      <a:pt x="1131" y="949"/>
                    </a:lnTo>
                    <a:lnTo>
                      <a:pt x="1132" y="947"/>
                    </a:lnTo>
                    <a:lnTo>
                      <a:pt x="1134" y="944"/>
                    </a:lnTo>
                    <a:lnTo>
                      <a:pt x="1134" y="944"/>
                    </a:lnTo>
                    <a:lnTo>
                      <a:pt x="1137" y="942"/>
                    </a:lnTo>
                    <a:lnTo>
                      <a:pt x="1138" y="941"/>
                    </a:lnTo>
                    <a:lnTo>
                      <a:pt x="1138" y="941"/>
                    </a:lnTo>
                    <a:lnTo>
                      <a:pt x="1142" y="934"/>
                    </a:lnTo>
                    <a:lnTo>
                      <a:pt x="1147" y="928"/>
                    </a:lnTo>
                    <a:lnTo>
                      <a:pt x="1147" y="928"/>
                    </a:lnTo>
                    <a:lnTo>
                      <a:pt x="1147" y="924"/>
                    </a:lnTo>
                    <a:lnTo>
                      <a:pt x="1148" y="921"/>
                    </a:lnTo>
                    <a:lnTo>
                      <a:pt x="1154" y="911"/>
                    </a:lnTo>
                    <a:lnTo>
                      <a:pt x="1154" y="911"/>
                    </a:lnTo>
                    <a:lnTo>
                      <a:pt x="1154" y="911"/>
                    </a:lnTo>
                    <a:lnTo>
                      <a:pt x="1154" y="914"/>
                    </a:lnTo>
                    <a:lnTo>
                      <a:pt x="1154" y="914"/>
                    </a:lnTo>
                    <a:lnTo>
                      <a:pt x="1155" y="912"/>
                    </a:lnTo>
                    <a:lnTo>
                      <a:pt x="1155" y="912"/>
                    </a:lnTo>
                    <a:lnTo>
                      <a:pt x="1157" y="908"/>
                    </a:lnTo>
                    <a:lnTo>
                      <a:pt x="1158" y="905"/>
                    </a:lnTo>
                    <a:lnTo>
                      <a:pt x="1162" y="895"/>
                    </a:lnTo>
                    <a:lnTo>
                      <a:pt x="1162" y="895"/>
                    </a:lnTo>
                    <a:lnTo>
                      <a:pt x="1164" y="894"/>
                    </a:lnTo>
                    <a:lnTo>
                      <a:pt x="1162" y="894"/>
                    </a:lnTo>
                    <a:lnTo>
                      <a:pt x="1161" y="895"/>
                    </a:lnTo>
                    <a:lnTo>
                      <a:pt x="1161" y="894"/>
                    </a:lnTo>
                    <a:lnTo>
                      <a:pt x="1161" y="894"/>
                    </a:lnTo>
                    <a:lnTo>
                      <a:pt x="1164" y="891"/>
                    </a:lnTo>
                    <a:lnTo>
                      <a:pt x="1164" y="891"/>
                    </a:lnTo>
                    <a:lnTo>
                      <a:pt x="1164" y="891"/>
                    </a:lnTo>
                    <a:lnTo>
                      <a:pt x="1165" y="891"/>
                    </a:lnTo>
                    <a:lnTo>
                      <a:pt x="1166" y="890"/>
                    </a:lnTo>
                    <a:lnTo>
                      <a:pt x="1166" y="890"/>
                    </a:lnTo>
                    <a:lnTo>
                      <a:pt x="1168" y="885"/>
                    </a:lnTo>
                    <a:lnTo>
                      <a:pt x="1168" y="884"/>
                    </a:lnTo>
                    <a:lnTo>
                      <a:pt x="1168" y="884"/>
                    </a:lnTo>
                    <a:lnTo>
                      <a:pt x="1172" y="877"/>
                    </a:lnTo>
                    <a:lnTo>
                      <a:pt x="1175" y="868"/>
                    </a:lnTo>
                    <a:lnTo>
                      <a:pt x="1175" y="868"/>
                    </a:lnTo>
                    <a:lnTo>
                      <a:pt x="1178" y="861"/>
                    </a:lnTo>
                    <a:lnTo>
                      <a:pt x="1178" y="861"/>
                    </a:lnTo>
                    <a:lnTo>
                      <a:pt x="1182" y="852"/>
                    </a:lnTo>
                    <a:lnTo>
                      <a:pt x="1182" y="852"/>
                    </a:lnTo>
                    <a:lnTo>
                      <a:pt x="1182" y="847"/>
                    </a:lnTo>
                    <a:lnTo>
                      <a:pt x="1185" y="838"/>
                    </a:lnTo>
                    <a:lnTo>
                      <a:pt x="1185" y="838"/>
                    </a:lnTo>
                    <a:lnTo>
                      <a:pt x="1186" y="835"/>
                    </a:lnTo>
                    <a:lnTo>
                      <a:pt x="1188" y="831"/>
                    </a:lnTo>
                    <a:lnTo>
                      <a:pt x="1188" y="831"/>
                    </a:lnTo>
                    <a:lnTo>
                      <a:pt x="1189" y="832"/>
                    </a:lnTo>
                    <a:lnTo>
                      <a:pt x="1188" y="835"/>
                    </a:lnTo>
                    <a:lnTo>
                      <a:pt x="1188" y="835"/>
                    </a:lnTo>
                    <a:lnTo>
                      <a:pt x="1188" y="838"/>
                    </a:lnTo>
                    <a:lnTo>
                      <a:pt x="1188" y="838"/>
                    </a:lnTo>
                    <a:lnTo>
                      <a:pt x="1186" y="841"/>
                    </a:lnTo>
                    <a:lnTo>
                      <a:pt x="1186" y="841"/>
                    </a:lnTo>
                    <a:lnTo>
                      <a:pt x="1189" y="837"/>
                    </a:lnTo>
                    <a:lnTo>
                      <a:pt x="1189" y="832"/>
                    </a:lnTo>
                    <a:lnTo>
                      <a:pt x="1189" y="832"/>
                    </a:lnTo>
                    <a:lnTo>
                      <a:pt x="1191" y="824"/>
                    </a:lnTo>
                    <a:lnTo>
                      <a:pt x="1191" y="824"/>
                    </a:lnTo>
                    <a:lnTo>
                      <a:pt x="1194" y="821"/>
                    </a:lnTo>
                    <a:lnTo>
                      <a:pt x="1196" y="818"/>
                    </a:lnTo>
                    <a:lnTo>
                      <a:pt x="1196" y="818"/>
                    </a:lnTo>
                    <a:lnTo>
                      <a:pt x="1198" y="814"/>
                    </a:lnTo>
                    <a:lnTo>
                      <a:pt x="1198" y="810"/>
                    </a:lnTo>
                    <a:lnTo>
                      <a:pt x="1198" y="810"/>
                    </a:lnTo>
                    <a:lnTo>
                      <a:pt x="1201" y="805"/>
                    </a:lnTo>
                    <a:lnTo>
                      <a:pt x="1201" y="805"/>
                    </a:lnTo>
                    <a:lnTo>
                      <a:pt x="1199" y="805"/>
                    </a:lnTo>
                    <a:lnTo>
                      <a:pt x="1199" y="804"/>
                    </a:lnTo>
                    <a:lnTo>
                      <a:pt x="1201" y="800"/>
                    </a:lnTo>
                    <a:lnTo>
                      <a:pt x="1202" y="795"/>
                    </a:lnTo>
                    <a:lnTo>
                      <a:pt x="1205" y="791"/>
                    </a:lnTo>
                    <a:lnTo>
                      <a:pt x="1205" y="791"/>
                    </a:lnTo>
                    <a:lnTo>
                      <a:pt x="1205" y="788"/>
                    </a:lnTo>
                    <a:lnTo>
                      <a:pt x="1205" y="785"/>
                    </a:lnTo>
                    <a:lnTo>
                      <a:pt x="1208" y="778"/>
                    </a:lnTo>
                    <a:lnTo>
                      <a:pt x="1208" y="778"/>
                    </a:lnTo>
                    <a:lnTo>
                      <a:pt x="1208" y="777"/>
                    </a:lnTo>
                    <a:lnTo>
                      <a:pt x="1206" y="777"/>
                    </a:lnTo>
                    <a:lnTo>
                      <a:pt x="1205" y="780"/>
                    </a:lnTo>
                    <a:lnTo>
                      <a:pt x="1205" y="780"/>
                    </a:lnTo>
                    <a:lnTo>
                      <a:pt x="1206" y="777"/>
                    </a:lnTo>
                    <a:lnTo>
                      <a:pt x="1208" y="772"/>
                    </a:lnTo>
                    <a:lnTo>
                      <a:pt x="1208" y="772"/>
                    </a:lnTo>
                    <a:lnTo>
                      <a:pt x="1209" y="771"/>
                    </a:lnTo>
                    <a:lnTo>
                      <a:pt x="1209" y="771"/>
                    </a:lnTo>
                    <a:lnTo>
                      <a:pt x="1209" y="774"/>
                    </a:lnTo>
                    <a:lnTo>
                      <a:pt x="1209" y="774"/>
                    </a:lnTo>
                    <a:lnTo>
                      <a:pt x="1212" y="767"/>
                    </a:lnTo>
                    <a:lnTo>
                      <a:pt x="1215" y="760"/>
                    </a:lnTo>
                    <a:lnTo>
                      <a:pt x="1215" y="760"/>
                    </a:lnTo>
                    <a:lnTo>
                      <a:pt x="1215" y="764"/>
                    </a:lnTo>
                    <a:lnTo>
                      <a:pt x="1215" y="764"/>
                    </a:lnTo>
                    <a:lnTo>
                      <a:pt x="1218" y="757"/>
                    </a:lnTo>
                    <a:lnTo>
                      <a:pt x="1218" y="757"/>
                    </a:lnTo>
                    <a:lnTo>
                      <a:pt x="1219" y="748"/>
                    </a:lnTo>
                    <a:lnTo>
                      <a:pt x="1219" y="748"/>
                    </a:lnTo>
                    <a:lnTo>
                      <a:pt x="1218" y="754"/>
                    </a:lnTo>
                    <a:lnTo>
                      <a:pt x="1215" y="758"/>
                    </a:lnTo>
                    <a:lnTo>
                      <a:pt x="1215" y="758"/>
                    </a:lnTo>
                    <a:lnTo>
                      <a:pt x="1214" y="761"/>
                    </a:lnTo>
                    <a:lnTo>
                      <a:pt x="1211" y="768"/>
                    </a:lnTo>
                    <a:lnTo>
                      <a:pt x="1211" y="768"/>
                    </a:lnTo>
                    <a:lnTo>
                      <a:pt x="1212" y="761"/>
                    </a:lnTo>
                    <a:lnTo>
                      <a:pt x="1214" y="757"/>
                    </a:lnTo>
                    <a:lnTo>
                      <a:pt x="1215" y="753"/>
                    </a:lnTo>
                    <a:lnTo>
                      <a:pt x="1216" y="748"/>
                    </a:lnTo>
                    <a:lnTo>
                      <a:pt x="1216" y="748"/>
                    </a:lnTo>
                    <a:lnTo>
                      <a:pt x="1216" y="750"/>
                    </a:lnTo>
                    <a:lnTo>
                      <a:pt x="1214" y="753"/>
                    </a:lnTo>
                    <a:lnTo>
                      <a:pt x="1212" y="754"/>
                    </a:lnTo>
                    <a:lnTo>
                      <a:pt x="1212" y="754"/>
                    </a:lnTo>
                    <a:lnTo>
                      <a:pt x="1212" y="754"/>
                    </a:lnTo>
                    <a:lnTo>
                      <a:pt x="1214" y="748"/>
                    </a:lnTo>
                    <a:lnTo>
                      <a:pt x="1216" y="743"/>
                    </a:lnTo>
                    <a:lnTo>
                      <a:pt x="1216" y="743"/>
                    </a:lnTo>
                    <a:lnTo>
                      <a:pt x="1215" y="738"/>
                    </a:lnTo>
                    <a:lnTo>
                      <a:pt x="1214" y="735"/>
                    </a:lnTo>
                    <a:lnTo>
                      <a:pt x="1214" y="735"/>
                    </a:lnTo>
                    <a:lnTo>
                      <a:pt x="1215" y="735"/>
                    </a:lnTo>
                    <a:lnTo>
                      <a:pt x="1216" y="733"/>
                    </a:lnTo>
                    <a:lnTo>
                      <a:pt x="1219" y="727"/>
                    </a:lnTo>
                    <a:lnTo>
                      <a:pt x="1219" y="727"/>
                    </a:lnTo>
                    <a:lnTo>
                      <a:pt x="1219" y="727"/>
                    </a:lnTo>
                    <a:lnTo>
                      <a:pt x="1221" y="728"/>
                    </a:lnTo>
                    <a:lnTo>
                      <a:pt x="1221" y="730"/>
                    </a:lnTo>
                    <a:lnTo>
                      <a:pt x="1221" y="728"/>
                    </a:lnTo>
                    <a:lnTo>
                      <a:pt x="1221" y="728"/>
                    </a:lnTo>
                    <a:lnTo>
                      <a:pt x="1221" y="725"/>
                    </a:lnTo>
                    <a:lnTo>
                      <a:pt x="1219" y="724"/>
                    </a:lnTo>
                    <a:lnTo>
                      <a:pt x="1219" y="724"/>
                    </a:lnTo>
                    <a:lnTo>
                      <a:pt x="1221" y="720"/>
                    </a:lnTo>
                    <a:lnTo>
                      <a:pt x="1221" y="720"/>
                    </a:lnTo>
                    <a:lnTo>
                      <a:pt x="1219" y="720"/>
                    </a:lnTo>
                    <a:lnTo>
                      <a:pt x="1219" y="720"/>
                    </a:lnTo>
                    <a:lnTo>
                      <a:pt x="1222" y="710"/>
                    </a:lnTo>
                    <a:lnTo>
                      <a:pt x="1222" y="710"/>
                    </a:lnTo>
                    <a:lnTo>
                      <a:pt x="1222" y="715"/>
                    </a:lnTo>
                    <a:lnTo>
                      <a:pt x="1222" y="718"/>
                    </a:lnTo>
                    <a:lnTo>
                      <a:pt x="1224" y="720"/>
                    </a:lnTo>
                    <a:lnTo>
                      <a:pt x="1224" y="718"/>
                    </a:lnTo>
                    <a:lnTo>
                      <a:pt x="1224" y="718"/>
                    </a:lnTo>
                    <a:lnTo>
                      <a:pt x="1225" y="700"/>
                    </a:lnTo>
                    <a:lnTo>
                      <a:pt x="1225" y="700"/>
                    </a:lnTo>
                    <a:lnTo>
                      <a:pt x="1226" y="691"/>
                    </a:lnTo>
                    <a:lnTo>
                      <a:pt x="1226" y="690"/>
                    </a:lnTo>
                    <a:lnTo>
                      <a:pt x="1228" y="690"/>
                    </a:lnTo>
                    <a:lnTo>
                      <a:pt x="1228" y="690"/>
                    </a:lnTo>
                    <a:lnTo>
                      <a:pt x="1228" y="685"/>
                    </a:lnTo>
                    <a:lnTo>
                      <a:pt x="1228" y="680"/>
                    </a:lnTo>
                    <a:lnTo>
                      <a:pt x="1228" y="680"/>
                    </a:lnTo>
                    <a:lnTo>
                      <a:pt x="1228" y="674"/>
                    </a:lnTo>
                    <a:lnTo>
                      <a:pt x="1228" y="668"/>
                    </a:lnTo>
                    <a:lnTo>
                      <a:pt x="1228" y="668"/>
                    </a:lnTo>
                    <a:lnTo>
                      <a:pt x="1228" y="661"/>
                    </a:lnTo>
                    <a:lnTo>
                      <a:pt x="1226" y="654"/>
                    </a:lnTo>
                    <a:lnTo>
                      <a:pt x="1226" y="654"/>
                    </a:lnTo>
                    <a:lnTo>
                      <a:pt x="1228" y="651"/>
                    </a:lnTo>
                    <a:lnTo>
                      <a:pt x="1229" y="648"/>
                    </a:lnTo>
                    <a:lnTo>
                      <a:pt x="1229" y="647"/>
                    </a:lnTo>
                    <a:lnTo>
                      <a:pt x="1229" y="647"/>
                    </a:lnTo>
                    <a:lnTo>
                      <a:pt x="1229" y="647"/>
                    </a:lnTo>
                    <a:lnTo>
                      <a:pt x="1231" y="645"/>
                    </a:lnTo>
                    <a:lnTo>
                      <a:pt x="1229" y="644"/>
                    </a:lnTo>
                    <a:lnTo>
                      <a:pt x="1228" y="638"/>
                    </a:lnTo>
                    <a:lnTo>
                      <a:pt x="1228" y="638"/>
                    </a:lnTo>
                    <a:lnTo>
                      <a:pt x="1229" y="625"/>
                    </a:lnTo>
                    <a:lnTo>
                      <a:pt x="1228" y="613"/>
                    </a:lnTo>
                    <a:lnTo>
                      <a:pt x="1228" y="613"/>
                    </a:lnTo>
                    <a:lnTo>
                      <a:pt x="1229" y="610"/>
                    </a:lnTo>
                    <a:lnTo>
                      <a:pt x="1229" y="607"/>
                    </a:lnTo>
                    <a:lnTo>
                      <a:pt x="1228" y="603"/>
                    </a:lnTo>
                    <a:lnTo>
                      <a:pt x="1228" y="603"/>
                    </a:lnTo>
                    <a:lnTo>
                      <a:pt x="1228" y="598"/>
                    </a:lnTo>
                    <a:lnTo>
                      <a:pt x="1229" y="593"/>
                    </a:lnTo>
                    <a:lnTo>
                      <a:pt x="1229" y="593"/>
                    </a:lnTo>
                    <a:lnTo>
                      <a:pt x="1226" y="597"/>
                    </a:lnTo>
                    <a:lnTo>
                      <a:pt x="1226" y="597"/>
                    </a:lnTo>
                    <a:lnTo>
                      <a:pt x="1226" y="590"/>
                    </a:lnTo>
                    <a:lnTo>
                      <a:pt x="1228" y="586"/>
                    </a:lnTo>
                    <a:lnTo>
                      <a:pt x="1228" y="586"/>
                    </a:lnTo>
                    <a:lnTo>
                      <a:pt x="1228" y="581"/>
                    </a:lnTo>
                    <a:lnTo>
                      <a:pt x="1228" y="574"/>
                    </a:lnTo>
                    <a:lnTo>
                      <a:pt x="1228" y="574"/>
                    </a:lnTo>
                    <a:lnTo>
                      <a:pt x="1226" y="574"/>
                    </a:lnTo>
                    <a:lnTo>
                      <a:pt x="1226" y="573"/>
                    </a:lnTo>
                    <a:lnTo>
                      <a:pt x="1226" y="573"/>
                    </a:lnTo>
                    <a:lnTo>
                      <a:pt x="1226" y="580"/>
                    </a:lnTo>
                    <a:lnTo>
                      <a:pt x="1226" y="580"/>
                    </a:lnTo>
                    <a:lnTo>
                      <a:pt x="1225" y="587"/>
                    </a:lnTo>
                    <a:lnTo>
                      <a:pt x="1225" y="581"/>
                    </a:lnTo>
                    <a:lnTo>
                      <a:pt x="1225" y="581"/>
                    </a:lnTo>
                    <a:lnTo>
                      <a:pt x="1225" y="576"/>
                    </a:lnTo>
                    <a:lnTo>
                      <a:pt x="1225" y="576"/>
                    </a:lnTo>
                    <a:lnTo>
                      <a:pt x="1224" y="563"/>
                    </a:lnTo>
                    <a:lnTo>
                      <a:pt x="1224" y="563"/>
                    </a:lnTo>
                    <a:lnTo>
                      <a:pt x="1225" y="561"/>
                    </a:lnTo>
                    <a:lnTo>
                      <a:pt x="1225" y="561"/>
                    </a:lnTo>
                    <a:lnTo>
                      <a:pt x="1225" y="568"/>
                    </a:lnTo>
                    <a:lnTo>
                      <a:pt x="1226" y="571"/>
                    </a:lnTo>
                    <a:lnTo>
                      <a:pt x="1226" y="573"/>
                    </a:lnTo>
                    <a:lnTo>
                      <a:pt x="1226" y="573"/>
                    </a:lnTo>
                    <a:lnTo>
                      <a:pt x="1226" y="564"/>
                    </a:lnTo>
                    <a:lnTo>
                      <a:pt x="1225" y="558"/>
                    </a:lnTo>
                    <a:lnTo>
                      <a:pt x="1226" y="554"/>
                    </a:lnTo>
                    <a:lnTo>
                      <a:pt x="1226" y="554"/>
                    </a:lnTo>
                    <a:lnTo>
                      <a:pt x="1225" y="548"/>
                    </a:lnTo>
                    <a:lnTo>
                      <a:pt x="1225" y="548"/>
                    </a:lnTo>
                    <a:lnTo>
                      <a:pt x="1224" y="548"/>
                    </a:lnTo>
                    <a:lnTo>
                      <a:pt x="1224" y="550"/>
                    </a:lnTo>
                    <a:lnTo>
                      <a:pt x="1224" y="550"/>
                    </a:lnTo>
                    <a:lnTo>
                      <a:pt x="1222" y="543"/>
                    </a:lnTo>
                    <a:lnTo>
                      <a:pt x="1221" y="536"/>
                    </a:lnTo>
                    <a:lnTo>
                      <a:pt x="1221" y="536"/>
                    </a:lnTo>
                    <a:lnTo>
                      <a:pt x="1221" y="533"/>
                    </a:lnTo>
                    <a:lnTo>
                      <a:pt x="1222" y="530"/>
                    </a:lnTo>
                    <a:lnTo>
                      <a:pt x="1222" y="530"/>
                    </a:lnTo>
                    <a:lnTo>
                      <a:pt x="1221" y="528"/>
                    </a:lnTo>
                    <a:lnTo>
                      <a:pt x="1221" y="530"/>
                    </a:lnTo>
                    <a:lnTo>
                      <a:pt x="1221" y="530"/>
                    </a:lnTo>
                    <a:lnTo>
                      <a:pt x="1219" y="527"/>
                    </a:lnTo>
                    <a:lnTo>
                      <a:pt x="1219" y="527"/>
                    </a:lnTo>
                    <a:lnTo>
                      <a:pt x="1221" y="526"/>
                    </a:lnTo>
                    <a:lnTo>
                      <a:pt x="1221" y="526"/>
                    </a:lnTo>
                    <a:lnTo>
                      <a:pt x="1221" y="526"/>
                    </a:lnTo>
                    <a:lnTo>
                      <a:pt x="1221" y="524"/>
                    </a:lnTo>
                    <a:lnTo>
                      <a:pt x="1221" y="524"/>
                    </a:lnTo>
                    <a:lnTo>
                      <a:pt x="1221" y="523"/>
                    </a:lnTo>
                    <a:lnTo>
                      <a:pt x="1219" y="523"/>
                    </a:lnTo>
                    <a:lnTo>
                      <a:pt x="1219" y="523"/>
                    </a:lnTo>
                    <a:lnTo>
                      <a:pt x="1219" y="523"/>
                    </a:lnTo>
                    <a:lnTo>
                      <a:pt x="1219" y="523"/>
                    </a:lnTo>
                    <a:lnTo>
                      <a:pt x="1218" y="508"/>
                    </a:lnTo>
                    <a:lnTo>
                      <a:pt x="1216" y="494"/>
                    </a:lnTo>
                    <a:lnTo>
                      <a:pt x="1216" y="494"/>
                    </a:lnTo>
                    <a:lnTo>
                      <a:pt x="1212" y="481"/>
                    </a:lnTo>
                    <a:lnTo>
                      <a:pt x="1211" y="470"/>
                    </a:lnTo>
                    <a:lnTo>
                      <a:pt x="1211" y="470"/>
                    </a:lnTo>
                    <a:lnTo>
                      <a:pt x="1211" y="468"/>
                    </a:lnTo>
                    <a:lnTo>
                      <a:pt x="1211" y="470"/>
                    </a:lnTo>
                    <a:lnTo>
                      <a:pt x="1212" y="471"/>
                    </a:lnTo>
                    <a:lnTo>
                      <a:pt x="1212" y="471"/>
                    </a:lnTo>
                    <a:lnTo>
                      <a:pt x="1209" y="461"/>
                    </a:lnTo>
                    <a:lnTo>
                      <a:pt x="1209" y="461"/>
                    </a:lnTo>
                    <a:lnTo>
                      <a:pt x="1208" y="457"/>
                    </a:lnTo>
                    <a:lnTo>
                      <a:pt x="1208" y="453"/>
                    </a:lnTo>
                    <a:lnTo>
                      <a:pt x="1208" y="453"/>
                    </a:lnTo>
                    <a:lnTo>
                      <a:pt x="1206" y="451"/>
                    </a:lnTo>
                    <a:lnTo>
                      <a:pt x="1206" y="454"/>
                    </a:lnTo>
                    <a:lnTo>
                      <a:pt x="1206" y="454"/>
                    </a:lnTo>
                    <a:lnTo>
                      <a:pt x="1205" y="450"/>
                    </a:lnTo>
                    <a:lnTo>
                      <a:pt x="1204" y="447"/>
                    </a:lnTo>
                    <a:lnTo>
                      <a:pt x="1204" y="447"/>
                    </a:lnTo>
                    <a:lnTo>
                      <a:pt x="1204" y="446"/>
                    </a:lnTo>
                    <a:lnTo>
                      <a:pt x="1204" y="446"/>
                    </a:lnTo>
                    <a:lnTo>
                      <a:pt x="1205" y="449"/>
                    </a:lnTo>
                    <a:lnTo>
                      <a:pt x="1205" y="449"/>
                    </a:lnTo>
                    <a:lnTo>
                      <a:pt x="1205" y="443"/>
                    </a:lnTo>
                    <a:lnTo>
                      <a:pt x="1204" y="439"/>
                    </a:lnTo>
                    <a:lnTo>
                      <a:pt x="1204" y="439"/>
                    </a:lnTo>
                    <a:lnTo>
                      <a:pt x="1202" y="437"/>
                    </a:lnTo>
                    <a:lnTo>
                      <a:pt x="1202" y="439"/>
                    </a:lnTo>
                    <a:lnTo>
                      <a:pt x="1202" y="440"/>
                    </a:lnTo>
                    <a:lnTo>
                      <a:pt x="1202" y="440"/>
                    </a:lnTo>
                    <a:lnTo>
                      <a:pt x="1201" y="437"/>
                    </a:lnTo>
                    <a:lnTo>
                      <a:pt x="1199" y="434"/>
                    </a:lnTo>
                    <a:lnTo>
                      <a:pt x="1199" y="434"/>
                    </a:lnTo>
                    <a:lnTo>
                      <a:pt x="1201" y="434"/>
                    </a:lnTo>
                    <a:lnTo>
                      <a:pt x="1201" y="433"/>
                    </a:lnTo>
                    <a:lnTo>
                      <a:pt x="1201" y="433"/>
                    </a:lnTo>
                    <a:lnTo>
                      <a:pt x="1198" y="429"/>
                    </a:lnTo>
                    <a:lnTo>
                      <a:pt x="1198" y="429"/>
                    </a:lnTo>
                    <a:lnTo>
                      <a:pt x="1198" y="426"/>
                    </a:lnTo>
                    <a:lnTo>
                      <a:pt x="1199" y="424"/>
                    </a:lnTo>
                    <a:lnTo>
                      <a:pt x="1199" y="424"/>
                    </a:lnTo>
                    <a:lnTo>
                      <a:pt x="1192" y="407"/>
                    </a:lnTo>
                    <a:lnTo>
                      <a:pt x="1192" y="407"/>
                    </a:lnTo>
                    <a:lnTo>
                      <a:pt x="1189" y="400"/>
                    </a:lnTo>
                    <a:lnTo>
                      <a:pt x="1189" y="400"/>
                    </a:lnTo>
                    <a:lnTo>
                      <a:pt x="1186" y="393"/>
                    </a:lnTo>
                    <a:lnTo>
                      <a:pt x="1186" y="393"/>
                    </a:lnTo>
                    <a:lnTo>
                      <a:pt x="1186" y="396"/>
                    </a:lnTo>
                    <a:lnTo>
                      <a:pt x="1186" y="396"/>
                    </a:lnTo>
                    <a:lnTo>
                      <a:pt x="1185" y="391"/>
                    </a:lnTo>
                    <a:lnTo>
                      <a:pt x="1182" y="387"/>
                    </a:lnTo>
                    <a:lnTo>
                      <a:pt x="1182" y="387"/>
                    </a:lnTo>
                    <a:lnTo>
                      <a:pt x="1182" y="386"/>
                    </a:lnTo>
                    <a:lnTo>
                      <a:pt x="1184" y="386"/>
                    </a:lnTo>
                    <a:lnTo>
                      <a:pt x="1185" y="387"/>
                    </a:lnTo>
                    <a:lnTo>
                      <a:pt x="1185" y="387"/>
                    </a:lnTo>
                    <a:lnTo>
                      <a:pt x="1179" y="376"/>
                    </a:lnTo>
                    <a:lnTo>
                      <a:pt x="1179" y="376"/>
                    </a:lnTo>
                    <a:lnTo>
                      <a:pt x="1175" y="369"/>
                    </a:lnTo>
                    <a:lnTo>
                      <a:pt x="1175" y="369"/>
                    </a:lnTo>
                    <a:lnTo>
                      <a:pt x="1174" y="364"/>
                    </a:lnTo>
                    <a:lnTo>
                      <a:pt x="1171" y="360"/>
                    </a:lnTo>
                    <a:lnTo>
                      <a:pt x="1171" y="360"/>
                    </a:lnTo>
                    <a:lnTo>
                      <a:pt x="1172" y="361"/>
                    </a:lnTo>
                    <a:lnTo>
                      <a:pt x="1171" y="361"/>
                    </a:lnTo>
                    <a:lnTo>
                      <a:pt x="1168" y="357"/>
                    </a:lnTo>
                    <a:lnTo>
                      <a:pt x="1168" y="357"/>
                    </a:lnTo>
                    <a:lnTo>
                      <a:pt x="1174" y="370"/>
                    </a:lnTo>
                    <a:lnTo>
                      <a:pt x="1174" y="370"/>
                    </a:lnTo>
                    <a:lnTo>
                      <a:pt x="1176" y="376"/>
                    </a:lnTo>
                    <a:lnTo>
                      <a:pt x="1176" y="376"/>
                    </a:lnTo>
                    <a:lnTo>
                      <a:pt x="1179" y="381"/>
                    </a:lnTo>
                    <a:lnTo>
                      <a:pt x="1179" y="381"/>
                    </a:lnTo>
                    <a:lnTo>
                      <a:pt x="1179" y="383"/>
                    </a:lnTo>
                    <a:lnTo>
                      <a:pt x="1179" y="381"/>
                    </a:lnTo>
                    <a:lnTo>
                      <a:pt x="1179" y="380"/>
                    </a:lnTo>
                    <a:lnTo>
                      <a:pt x="1179" y="380"/>
                    </a:lnTo>
                    <a:lnTo>
                      <a:pt x="1179" y="381"/>
                    </a:lnTo>
                    <a:lnTo>
                      <a:pt x="1181" y="383"/>
                    </a:lnTo>
                    <a:lnTo>
                      <a:pt x="1181" y="384"/>
                    </a:lnTo>
                    <a:lnTo>
                      <a:pt x="1182" y="386"/>
                    </a:lnTo>
                    <a:lnTo>
                      <a:pt x="1182" y="386"/>
                    </a:lnTo>
                    <a:lnTo>
                      <a:pt x="1182" y="396"/>
                    </a:lnTo>
                    <a:lnTo>
                      <a:pt x="1182" y="396"/>
                    </a:lnTo>
                    <a:lnTo>
                      <a:pt x="1179" y="386"/>
                    </a:lnTo>
                    <a:lnTo>
                      <a:pt x="1179" y="386"/>
                    </a:lnTo>
                    <a:lnTo>
                      <a:pt x="1175" y="374"/>
                    </a:lnTo>
                    <a:lnTo>
                      <a:pt x="1175" y="374"/>
                    </a:lnTo>
                    <a:lnTo>
                      <a:pt x="1169" y="366"/>
                    </a:lnTo>
                    <a:lnTo>
                      <a:pt x="1166" y="357"/>
                    </a:lnTo>
                    <a:lnTo>
                      <a:pt x="1166" y="357"/>
                    </a:lnTo>
                    <a:lnTo>
                      <a:pt x="1165" y="356"/>
                    </a:lnTo>
                    <a:lnTo>
                      <a:pt x="1165" y="356"/>
                    </a:lnTo>
                    <a:lnTo>
                      <a:pt x="1165" y="354"/>
                    </a:lnTo>
                    <a:lnTo>
                      <a:pt x="1165" y="354"/>
                    </a:lnTo>
                    <a:lnTo>
                      <a:pt x="1166" y="354"/>
                    </a:lnTo>
                    <a:lnTo>
                      <a:pt x="1166" y="353"/>
                    </a:lnTo>
                    <a:lnTo>
                      <a:pt x="1166" y="353"/>
                    </a:lnTo>
                    <a:lnTo>
                      <a:pt x="1162" y="349"/>
                    </a:lnTo>
                    <a:lnTo>
                      <a:pt x="1159" y="344"/>
                    </a:lnTo>
                    <a:lnTo>
                      <a:pt x="1159" y="344"/>
                    </a:lnTo>
                    <a:lnTo>
                      <a:pt x="1157" y="334"/>
                    </a:lnTo>
                    <a:lnTo>
                      <a:pt x="1157" y="334"/>
                    </a:lnTo>
                    <a:lnTo>
                      <a:pt x="1152" y="330"/>
                    </a:lnTo>
                    <a:lnTo>
                      <a:pt x="1149" y="324"/>
                    </a:lnTo>
                    <a:lnTo>
                      <a:pt x="1149" y="324"/>
                    </a:lnTo>
                    <a:lnTo>
                      <a:pt x="1152" y="327"/>
                    </a:lnTo>
                    <a:lnTo>
                      <a:pt x="1154" y="327"/>
                    </a:lnTo>
                    <a:lnTo>
                      <a:pt x="1154" y="326"/>
                    </a:lnTo>
                    <a:lnTo>
                      <a:pt x="1154" y="326"/>
                    </a:lnTo>
                    <a:lnTo>
                      <a:pt x="1157" y="330"/>
                    </a:lnTo>
                    <a:lnTo>
                      <a:pt x="1158" y="333"/>
                    </a:lnTo>
                    <a:lnTo>
                      <a:pt x="1159" y="333"/>
                    </a:lnTo>
                    <a:lnTo>
                      <a:pt x="1159" y="333"/>
                    </a:lnTo>
                    <a:lnTo>
                      <a:pt x="1158" y="329"/>
                    </a:lnTo>
                    <a:lnTo>
                      <a:pt x="1158" y="327"/>
                    </a:lnTo>
                    <a:lnTo>
                      <a:pt x="1158" y="327"/>
                    </a:lnTo>
                    <a:lnTo>
                      <a:pt x="1155" y="324"/>
                    </a:lnTo>
                    <a:lnTo>
                      <a:pt x="1152" y="321"/>
                    </a:lnTo>
                    <a:lnTo>
                      <a:pt x="1152" y="321"/>
                    </a:lnTo>
                    <a:lnTo>
                      <a:pt x="1149" y="317"/>
                    </a:lnTo>
                    <a:lnTo>
                      <a:pt x="1147" y="313"/>
                    </a:lnTo>
                    <a:lnTo>
                      <a:pt x="1147" y="313"/>
                    </a:lnTo>
                    <a:lnTo>
                      <a:pt x="1145" y="309"/>
                    </a:lnTo>
                    <a:lnTo>
                      <a:pt x="1142" y="303"/>
                    </a:lnTo>
                    <a:lnTo>
                      <a:pt x="1135" y="293"/>
                    </a:lnTo>
                    <a:lnTo>
                      <a:pt x="1135" y="293"/>
                    </a:lnTo>
                    <a:lnTo>
                      <a:pt x="1135" y="292"/>
                    </a:lnTo>
                    <a:lnTo>
                      <a:pt x="1135" y="289"/>
                    </a:lnTo>
                    <a:lnTo>
                      <a:pt x="1129" y="283"/>
                    </a:lnTo>
                    <a:lnTo>
                      <a:pt x="1129" y="283"/>
                    </a:lnTo>
                    <a:lnTo>
                      <a:pt x="1129" y="283"/>
                    </a:lnTo>
                    <a:lnTo>
                      <a:pt x="1132" y="284"/>
                    </a:lnTo>
                    <a:lnTo>
                      <a:pt x="1132" y="284"/>
                    </a:lnTo>
                    <a:lnTo>
                      <a:pt x="1125" y="274"/>
                    </a:lnTo>
                    <a:lnTo>
                      <a:pt x="1125" y="274"/>
                    </a:lnTo>
                    <a:lnTo>
                      <a:pt x="1118" y="264"/>
                    </a:lnTo>
                    <a:lnTo>
                      <a:pt x="1118" y="264"/>
                    </a:lnTo>
                    <a:lnTo>
                      <a:pt x="1118" y="264"/>
                    </a:lnTo>
                    <a:lnTo>
                      <a:pt x="1118" y="266"/>
                    </a:lnTo>
                    <a:lnTo>
                      <a:pt x="1118" y="266"/>
                    </a:lnTo>
                    <a:lnTo>
                      <a:pt x="1117" y="266"/>
                    </a:lnTo>
                    <a:lnTo>
                      <a:pt x="1117" y="266"/>
                    </a:lnTo>
                    <a:lnTo>
                      <a:pt x="1115" y="263"/>
                    </a:lnTo>
                    <a:lnTo>
                      <a:pt x="1114" y="262"/>
                    </a:lnTo>
                    <a:lnTo>
                      <a:pt x="1112" y="260"/>
                    </a:lnTo>
                    <a:lnTo>
                      <a:pt x="1112" y="260"/>
                    </a:lnTo>
                    <a:lnTo>
                      <a:pt x="1112" y="259"/>
                    </a:lnTo>
                    <a:lnTo>
                      <a:pt x="1114" y="259"/>
                    </a:lnTo>
                    <a:lnTo>
                      <a:pt x="1114" y="259"/>
                    </a:lnTo>
                    <a:lnTo>
                      <a:pt x="1112" y="257"/>
                    </a:lnTo>
                    <a:lnTo>
                      <a:pt x="1111" y="257"/>
                    </a:lnTo>
                    <a:lnTo>
                      <a:pt x="1111" y="257"/>
                    </a:lnTo>
                    <a:lnTo>
                      <a:pt x="1109" y="254"/>
                    </a:lnTo>
                    <a:lnTo>
                      <a:pt x="1109" y="254"/>
                    </a:lnTo>
                    <a:lnTo>
                      <a:pt x="1108" y="252"/>
                    </a:lnTo>
                    <a:lnTo>
                      <a:pt x="1109" y="252"/>
                    </a:lnTo>
                    <a:lnTo>
                      <a:pt x="1109" y="252"/>
                    </a:lnTo>
                    <a:lnTo>
                      <a:pt x="1102" y="243"/>
                    </a:lnTo>
                    <a:lnTo>
                      <a:pt x="1102" y="243"/>
                    </a:lnTo>
                    <a:lnTo>
                      <a:pt x="1099" y="239"/>
                    </a:lnTo>
                    <a:lnTo>
                      <a:pt x="1097" y="237"/>
                    </a:lnTo>
                    <a:lnTo>
                      <a:pt x="1097" y="237"/>
                    </a:lnTo>
                    <a:lnTo>
                      <a:pt x="1097" y="236"/>
                    </a:lnTo>
                    <a:lnTo>
                      <a:pt x="1095" y="233"/>
                    </a:lnTo>
                    <a:lnTo>
                      <a:pt x="1095" y="233"/>
                    </a:lnTo>
                    <a:lnTo>
                      <a:pt x="1094" y="233"/>
                    </a:lnTo>
                    <a:lnTo>
                      <a:pt x="1094" y="230"/>
                    </a:lnTo>
                    <a:lnTo>
                      <a:pt x="1092" y="229"/>
                    </a:lnTo>
                    <a:lnTo>
                      <a:pt x="1092" y="229"/>
                    </a:lnTo>
                    <a:lnTo>
                      <a:pt x="1085" y="222"/>
                    </a:lnTo>
                    <a:lnTo>
                      <a:pt x="1085" y="222"/>
                    </a:lnTo>
                    <a:lnTo>
                      <a:pt x="1082" y="219"/>
                    </a:lnTo>
                    <a:lnTo>
                      <a:pt x="1082" y="219"/>
                    </a:lnTo>
                    <a:lnTo>
                      <a:pt x="1078" y="213"/>
                    </a:lnTo>
                    <a:lnTo>
                      <a:pt x="1078" y="213"/>
                    </a:lnTo>
                    <a:lnTo>
                      <a:pt x="1077" y="212"/>
                    </a:lnTo>
                    <a:lnTo>
                      <a:pt x="1072" y="209"/>
                    </a:lnTo>
                    <a:lnTo>
                      <a:pt x="1067" y="202"/>
                    </a:lnTo>
                    <a:lnTo>
                      <a:pt x="1067" y="202"/>
                    </a:lnTo>
                    <a:lnTo>
                      <a:pt x="1067" y="202"/>
                    </a:lnTo>
                    <a:lnTo>
                      <a:pt x="1067" y="200"/>
                    </a:lnTo>
                    <a:lnTo>
                      <a:pt x="1067" y="200"/>
                    </a:lnTo>
                    <a:lnTo>
                      <a:pt x="1064" y="199"/>
                    </a:lnTo>
                    <a:lnTo>
                      <a:pt x="1062" y="196"/>
                    </a:lnTo>
                    <a:lnTo>
                      <a:pt x="1062" y="196"/>
                    </a:lnTo>
                    <a:lnTo>
                      <a:pt x="1058" y="193"/>
                    </a:lnTo>
                    <a:lnTo>
                      <a:pt x="1055" y="190"/>
                    </a:lnTo>
                    <a:lnTo>
                      <a:pt x="1055" y="190"/>
                    </a:lnTo>
                    <a:lnTo>
                      <a:pt x="1054" y="192"/>
                    </a:lnTo>
                    <a:lnTo>
                      <a:pt x="1055" y="193"/>
                    </a:lnTo>
                    <a:lnTo>
                      <a:pt x="1060" y="197"/>
                    </a:lnTo>
                    <a:lnTo>
                      <a:pt x="1060" y="197"/>
                    </a:lnTo>
                    <a:lnTo>
                      <a:pt x="1058" y="196"/>
                    </a:lnTo>
                    <a:lnTo>
                      <a:pt x="1054" y="193"/>
                    </a:lnTo>
                    <a:lnTo>
                      <a:pt x="1054" y="193"/>
                    </a:lnTo>
                    <a:lnTo>
                      <a:pt x="1054" y="193"/>
                    </a:lnTo>
                    <a:lnTo>
                      <a:pt x="1055" y="194"/>
                    </a:lnTo>
                    <a:lnTo>
                      <a:pt x="1058" y="199"/>
                    </a:lnTo>
                    <a:lnTo>
                      <a:pt x="1058" y="199"/>
                    </a:lnTo>
                    <a:lnTo>
                      <a:pt x="1058" y="199"/>
                    </a:lnTo>
                    <a:lnTo>
                      <a:pt x="1057" y="197"/>
                    </a:lnTo>
                    <a:lnTo>
                      <a:pt x="1054" y="196"/>
                    </a:lnTo>
                    <a:lnTo>
                      <a:pt x="1054" y="196"/>
                    </a:lnTo>
                    <a:lnTo>
                      <a:pt x="1051" y="193"/>
                    </a:lnTo>
                    <a:lnTo>
                      <a:pt x="1050" y="190"/>
                    </a:lnTo>
                    <a:lnTo>
                      <a:pt x="1047" y="189"/>
                    </a:lnTo>
                    <a:lnTo>
                      <a:pt x="1047" y="189"/>
                    </a:lnTo>
                    <a:lnTo>
                      <a:pt x="1045" y="184"/>
                    </a:lnTo>
                    <a:lnTo>
                      <a:pt x="1045" y="184"/>
                    </a:lnTo>
                    <a:lnTo>
                      <a:pt x="1045" y="184"/>
                    </a:lnTo>
                    <a:lnTo>
                      <a:pt x="1045" y="184"/>
                    </a:lnTo>
                    <a:lnTo>
                      <a:pt x="1041" y="180"/>
                    </a:lnTo>
                    <a:lnTo>
                      <a:pt x="1038" y="174"/>
                    </a:lnTo>
                    <a:lnTo>
                      <a:pt x="1038" y="174"/>
                    </a:lnTo>
                    <a:lnTo>
                      <a:pt x="1035" y="174"/>
                    </a:lnTo>
                    <a:lnTo>
                      <a:pt x="1032" y="173"/>
                    </a:lnTo>
                    <a:lnTo>
                      <a:pt x="1032" y="173"/>
                    </a:lnTo>
                    <a:lnTo>
                      <a:pt x="1037" y="174"/>
                    </a:lnTo>
                    <a:lnTo>
                      <a:pt x="1041" y="176"/>
                    </a:lnTo>
                    <a:lnTo>
                      <a:pt x="1041" y="176"/>
                    </a:lnTo>
                    <a:lnTo>
                      <a:pt x="1051" y="183"/>
                    </a:lnTo>
                    <a:lnTo>
                      <a:pt x="1051" y="183"/>
                    </a:lnTo>
                    <a:lnTo>
                      <a:pt x="1044" y="174"/>
                    </a:lnTo>
                    <a:lnTo>
                      <a:pt x="1044" y="174"/>
                    </a:lnTo>
                    <a:lnTo>
                      <a:pt x="1041" y="173"/>
                    </a:lnTo>
                    <a:lnTo>
                      <a:pt x="1040" y="172"/>
                    </a:lnTo>
                    <a:lnTo>
                      <a:pt x="1040" y="172"/>
                    </a:lnTo>
                    <a:lnTo>
                      <a:pt x="1038" y="172"/>
                    </a:lnTo>
                    <a:lnTo>
                      <a:pt x="1037" y="172"/>
                    </a:lnTo>
                    <a:lnTo>
                      <a:pt x="1037" y="172"/>
                    </a:lnTo>
                    <a:lnTo>
                      <a:pt x="1034" y="169"/>
                    </a:lnTo>
                    <a:lnTo>
                      <a:pt x="1032" y="164"/>
                    </a:lnTo>
                    <a:lnTo>
                      <a:pt x="1032" y="164"/>
                    </a:lnTo>
                    <a:lnTo>
                      <a:pt x="1031" y="164"/>
                    </a:lnTo>
                    <a:lnTo>
                      <a:pt x="1030" y="164"/>
                    </a:lnTo>
                    <a:lnTo>
                      <a:pt x="1024" y="160"/>
                    </a:lnTo>
                    <a:lnTo>
                      <a:pt x="1024" y="160"/>
                    </a:lnTo>
                    <a:lnTo>
                      <a:pt x="1018" y="154"/>
                    </a:lnTo>
                    <a:lnTo>
                      <a:pt x="1018" y="154"/>
                    </a:lnTo>
                    <a:lnTo>
                      <a:pt x="1015" y="150"/>
                    </a:lnTo>
                    <a:lnTo>
                      <a:pt x="1015" y="150"/>
                    </a:lnTo>
                    <a:lnTo>
                      <a:pt x="1014" y="150"/>
                    </a:lnTo>
                    <a:lnTo>
                      <a:pt x="1012" y="149"/>
                    </a:lnTo>
                    <a:lnTo>
                      <a:pt x="1008" y="146"/>
                    </a:lnTo>
                    <a:lnTo>
                      <a:pt x="1008" y="146"/>
                    </a:lnTo>
                    <a:lnTo>
                      <a:pt x="1012" y="150"/>
                    </a:lnTo>
                    <a:lnTo>
                      <a:pt x="1017" y="153"/>
                    </a:lnTo>
                    <a:lnTo>
                      <a:pt x="1017" y="153"/>
                    </a:lnTo>
                    <a:lnTo>
                      <a:pt x="1015" y="153"/>
                    </a:lnTo>
                    <a:lnTo>
                      <a:pt x="1011" y="150"/>
                    </a:lnTo>
                    <a:lnTo>
                      <a:pt x="1005" y="144"/>
                    </a:lnTo>
                    <a:lnTo>
                      <a:pt x="1005" y="144"/>
                    </a:lnTo>
                    <a:lnTo>
                      <a:pt x="1001" y="143"/>
                    </a:lnTo>
                    <a:lnTo>
                      <a:pt x="1001" y="143"/>
                    </a:lnTo>
                    <a:lnTo>
                      <a:pt x="1000" y="142"/>
                    </a:lnTo>
                    <a:lnTo>
                      <a:pt x="1001" y="142"/>
                    </a:lnTo>
                    <a:lnTo>
                      <a:pt x="1001" y="142"/>
                    </a:lnTo>
                    <a:lnTo>
                      <a:pt x="1000" y="140"/>
                    </a:lnTo>
                    <a:lnTo>
                      <a:pt x="998" y="140"/>
                    </a:lnTo>
                    <a:lnTo>
                      <a:pt x="998" y="142"/>
                    </a:lnTo>
                    <a:lnTo>
                      <a:pt x="1000" y="143"/>
                    </a:lnTo>
                    <a:lnTo>
                      <a:pt x="1000" y="143"/>
                    </a:lnTo>
                    <a:lnTo>
                      <a:pt x="1002" y="146"/>
                    </a:lnTo>
                    <a:lnTo>
                      <a:pt x="1005" y="147"/>
                    </a:lnTo>
                    <a:lnTo>
                      <a:pt x="1005" y="147"/>
                    </a:lnTo>
                    <a:lnTo>
                      <a:pt x="1007" y="150"/>
                    </a:lnTo>
                    <a:lnTo>
                      <a:pt x="1007" y="150"/>
                    </a:lnTo>
                    <a:lnTo>
                      <a:pt x="1000" y="144"/>
                    </a:lnTo>
                    <a:lnTo>
                      <a:pt x="994" y="140"/>
                    </a:lnTo>
                    <a:lnTo>
                      <a:pt x="994" y="140"/>
                    </a:lnTo>
                    <a:lnTo>
                      <a:pt x="995" y="140"/>
                    </a:lnTo>
                    <a:lnTo>
                      <a:pt x="997" y="140"/>
                    </a:lnTo>
                    <a:lnTo>
                      <a:pt x="998" y="140"/>
                    </a:lnTo>
                    <a:lnTo>
                      <a:pt x="997" y="137"/>
                    </a:lnTo>
                    <a:lnTo>
                      <a:pt x="997" y="137"/>
                    </a:lnTo>
                    <a:lnTo>
                      <a:pt x="997" y="139"/>
                    </a:lnTo>
                    <a:lnTo>
                      <a:pt x="995" y="137"/>
                    </a:lnTo>
                    <a:lnTo>
                      <a:pt x="991" y="135"/>
                    </a:lnTo>
                    <a:lnTo>
                      <a:pt x="991" y="135"/>
                    </a:lnTo>
                    <a:lnTo>
                      <a:pt x="991" y="135"/>
                    </a:lnTo>
                    <a:lnTo>
                      <a:pt x="992" y="135"/>
                    </a:lnTo>
                    <a:lnTo>
                      <a:pt x="988" y="130"/>
                    </a:lnTo>
                    <a:lnTo>
                      <a:pt x="988" y="130"/>
                    </a:lnTo>
                    <a:lnTo>
                      <a:pt x="987" y="132"/>
                    </a:lnTo>
                    <a:lnTo>
                      <a:pt x="982" y="129"/>
                    </a:lnTo>
                    <a:lnTo>
                      <a:pt x="982" y="129"/>
                    </a:lnTo>
                    <a:lnTo>
                      <a:pt x="981" y="127"/>
                    </a:lnTo>
                    <a:lnTo>
                      <a:pt x="978" y="125"/>
                    </a:lnTo>
                    <a:lnTo>
                      <a:pt x="975" y="123"/>
                    </a:lnTo>
                    <a:lnTo>
                      <a:pt x="973" y="120"/>
                    </a:lnTo>
                    <a:lnTo>
                      <a:pt x="973" y="120"/>
                    </a:lnTo>
                    <a:lnTo>
                      <a:pt x="988" y="130"/>
                    </a:lnTo>
                    <a:lnTo>
                      <a:pt x="997" y="136"/>
                    </a:lnTo>
                    <a:lnTo>
                      <a:pt x="1005" y="144"/>
                    </a:lnTo>
                    <a:lnTo>
                      <a:pt x="1005" y="144"/>
                    </a:lnTo>
                    <a:lnTo>
                      <a:pt x="1004" y="143"/>
                    </a:lnTo>
                    <a:lnTo>
                      <a:pt x="1005" y="143"/>
                    </a:lnTo>
                    <a:lnTo>
                      <a:pt x="1008" y="144"/>
                    </a:lnTo>
                    <a:lnTo>
                      <a:pt x="1012" y="147"/>
                    </a:lnTo>
                    <a:lnTo>
                      <a:pt x="1014" y="147"/>
                    </a:lnTo>
                    <a:lnTo>
                      <a:pt x="1014" y="147"/>
                    </a:lnTo>
                    <a:lnTo>
                      <a:pt x="1014" y="147"/>
                    </a:lnTo>
                    <a:lnTo>
                      <a:pt x="1010" y="143"/>
                    </a:lnTo>
                    <a:lnTo>
                      <a:pt x="1010" y="143"/>
                    </a:lnTo>
                    <a:lnTo>
                      <a:pt x="1007" y="142"/>
                    </a:lnTo>
                    <a:lnTo>
                      <a:pt x="1004" y="139"/>
                    </a:lnTo>
                    <a:lnTo>
                      <a:pt x="1000" y="133"/>
                    </a:lnTo>
                    <a:lnTo>
                      <a:pt x="1000" y="133"/>
                    </a:lnTo>
                    <a:lnTo>
                      <a:pt x="1000" y="135"/>
                    </a:lnTo>
                    <a:lnTo>
                      <a:pt x="998" y="133"/>
                    </a:lnTo>
                    <a:lnTo>
                      <a:pt x="997" y="133"/>
                    </a:lnTo>
                    <a:lnTo>
                      <a:pt x="997" y="135"/>
                    </a:lnTo>
                    <a:lnTo>
                      <a:pt x="997" y="135"/>
                    </a:lnTo>
                    <a:lnTo>
                      <a:pt x="992" y="132"/>
                    </a:lnTo>
                    <a:lnTo>
                      <a:pt x="988" y="129"/>
                    </a:lnTo>
                    <a:lnTo>
                      <a:pt x="988" y="129"/>
                    </a:lnTo>
                    <a:lnTo>
                      <a:pt x="988" y="129"/>
                    </a:lnTo>
                    <a:lnTo>
                      <a:pt x="990" y="129"/>
                    </a:lnTo>
                    <a:lnTo>
                      <a:pt x="991" y="130"/>
                    </a:lnTo>
                    <a:lnTo>
                      <a:pt x="992" y="130"/>
                    </a:lnTo>
                    <a:lnTo>
                      <a:pt x="991" y="129"/>
                    </a:lnTo>
                    <a:lnTo>
                      <a:pt x="991" y="129"/>
                    </a:lnTo>
                    <a:lnTo>
                      <a:pt x="992" y="129"/>
                    </a:lnTo>
                    <a:lnTo>
                      <a:pt x="994" y="130"/>
                    </a:lnTo>
                    <a:lnTo>
                      <a:pt x="995" y="132"/>
                    </a:lnTo>
                    <a:lnTo>
                      <a:pt x="997" y="132"/>
                    </a:lnTo>
                    <a:lnTo>
                      <a:pt x="997" y="132"/>
                    </a:lnTo>
                    <a:lnTo>
                      <a:pt x="997" y="130"/>
                    </a:lnTo>
                    <a:lnTo>
                      <a:pt x="995" y="129"/>
                    </a:lnTo>
                    <a:lnTo>
                      <a:pt x="995" y="129"/>
                    </a:lnTo>
                    <a:lnTo>
                      <a:pt x="991" y="127"/>
                    </a:lnTo>
                    <a:lnTo>
                      <a:pt x="990" y="126"/>
                    </a:lnTo>
                    <a:lnTo>
                      <a:pt x="988" y="122"/>
                    </a:lnTo>
                    <a:lnTo>
                      <a:pt x="988" y="122"/>
                    </a:lnTo>
                    <a:lnTo>
                      <a:pt x="985" y="122"/>
                    </a:lnTo>
                    <a:lnTo>
                      <a:pt x="980" y="119"/>
                    </a:lnTo>
                    <a:lnTo>
                      <a:pt x="980" y="119"/>
                    </a:lnTo>
                    <a:lnTo>
                      <a:pt x="968" y="110"/>
                    </a:lnTo>
                    <a:lnTo>
                      <a:pt x="968" y="110"/>
                    </a:lnTo>
                    <a:lnTo>
                      <a:pt x="967" y="110"/>
                    </a:lnTo>
                    <a:lnTo>
                      <a:pt x="968" y="110"/>
                    </a:lnTo>
                    <a:lnTo>
                      <a:pt x="971" y="113"/>
                    </a:lnTo>
                    <a:lnTo>
                      <a:pt x="971" y="113"/>
                    </a:lnTo>
                    <a:lnTo>
                      <a:pt x="964" y="110"/>
                    </a:lnTo>
                    <a:lnTo>
                      <a:pt x="958" y="106"/>
                    </a:lnTo>
                    <a:lnTo>
                      <a:pt x="953" y="103"/>
                    </a:lnTo>
                    <a:lnTo>
                      <a:pt x="948" y="102"/>
                    </a:lnTo>
                    <a:lnTo>
                      <a:pt x="948" y="102"/>
                    </a:lnTo>
                    <a:lnTo>
                      <a:pt x="947" y="100"/>
                    </a:lnTo>
                    <a:lnTo>
                      <a:pt x="948" y="99"/>
                    </a:lnTo>
                    <a:lnTo>
                      <a:pt x="948" y="99"/>
                    </a:lnTo>
                    <a:lnTo>
                      <a:pt x="950" y="99"/>
                    </a:lnTo>
                    <a:lnTo>
                      <a:pt x="950" y="99"/>
                    </a:lnTo>
                    <a:lnTo>
                      <a:pt x="964" y="109"/>
                    </a:lnTo>
                    <a:lnTo>
                      <a:pt x="964" y="109"/>
                    </a:lnTo>
                    <a:lnTo>
                      <a:pt x="967" y="109"/>
                    </a:lnTo>
                    <a:lnTo>
                      <a:pt x="967" y="107"/>
                    </a:lnTo>
                    <a:lnTo>
                      <a:pt x="967" y="107"/>
                    </a:lnTo>
                    <a:lnTo>
                      <a:pt x="964" y="106"/>
                    </a:lnTo>
                    <a:lnTo>
                      <a:pt x="963" y="105"/>
                    </a:lnTo>
                    <a:lnTo>
                      <a:pt x="963" y="105"/>
                    </a:lnTo>
                    <a:lnTo>
                      <a:pt x="961" y="105"/>
                    </a:lnTo>
                    <a:lnTo>
                      <a:pt x="961" y="106"/>
                    </a:lnTo>
                    <a:lnTo>
                      <a:pt x="961" y="106"/>
                    </a:lnTo>
                    <a:lnTo>
                      <a:pt x="957" y="102"/>
                    </a:lnTo>
                    <a:lnTo>
                      <a:pt x="950" y="97"/>
                    </a:lnTo>
                    <a:lnTo>
                      <a:pt x="950" y="97"/>
                    </a:lnTo>
                    <a:lnTo>
                      <a:pt x="943" y="93"/>
                    </a:lnTo>
                    <a:lnTo>
                      <a:pt x="937" y="92"/>
                    </a:lnTo>
                    <a:lnTo>
                      <a:pt x="937" y="92"/>
                    </a:lnTo>
                    <a:lnTo>
                      <a:pt x="938" y="92"/>
                    </a:lnTo>
                    <a:lnTo>
                      <a:pt x="938" y="90"/>
                    </a:lnTo>
                    <a:lnTo>
                      <a:pt x="935" y="89"/>
                    </a:lnTo>
                    <a:lnTo>
                      <a:pt x="931" y="86"/>
                    </a:lnTo>
                    <a:lnTo>
                      <a:pt x="930" y="83"/>
                    </a:lnTo>
                    <a:lnTo>
                      <a:pt x="930" y="83"/>
                    </a:lnTo>
                    <a:lnTo>
                      <a:pt x="924" y="80"/>
                    </a:lnTo>
                    <a:lnTo>
                      <a:pt x="924" y="80"/>
                    </a:lnTo>
                    <a:lnTo>
                      <a:pt x="924" y="80"/>
                    </a:lnTo>
                    <a:lnTo>
                      <a:pt x="925" y="82"/>
                    </a:lnTo>
                    <a:lnTo>
                      <a:pt x="930" y="85"/>
                    </a:lnTo>
                    <a:lnTo>
                      <a:pt x="930" y="85"/>
                    </a:lnTo>
                    <a:lnTo>
                      <a:pt x="928" y="86"/>
                    </a:lnTo>
                    <a:lnTo>
                      <a:pt x="925" y="85"/>
                    </a:lnTo>
                    <a:lnTo>
                      <a:pt x="925" y="85"/>
                    </a:lnTo>
                    <a:lnTo>
                      <a:pt x="917" y="83"/>
                    </a:lnTo>
                    <a:lnTo>
                      <a:pt x="917" y="83"/>
                    </a:lnTo>
                    <a:lnTo>
                      <a:pt x="917" y="80"/>
                    </a:lnTo>
                    <a:lnTo>
                      <a:pt x="918" y="82"/>
                    </a:lnTo>
                    <a:lnTo>
                      <a:pt x="923" y="82"/>
                    </a:lnTo>
                    <a:lnTo>
                      <a:pt x="924" y="82"/>
                    </a:lnTo>
                    <a:lnTo>
                      <a:pt x="924" y="82"/>
                    </a:lnTo>
                    <a:lnTo>
                      <a:pt x="920" y="79"/>
                    </a:lnTo>
                    <a:lnTo>
                      <a:pt x="914" y="77"/>
                    </a:lnTo>
                    <a:lnTo>
                      <a:pt x="914" y="77"/>
                    </a:lnTo>
                    <a:lnTo>
                      <a:pt x="914" y="79"/>
                    </a:lnTo>
                    <a:lnTo>
                      <a:pt x="914" y="80"/>
                    </a:lnTo>
                    <a:lnTo>
                      <a:pt x="914" y="80"/>
                    </a:lnTo>
                    <a:lnTo>
                      <a:pt x="910" y="79"/>
                    </a:lnTo>
                    <a:lnTo>
                      <a:pt x="905" y="76"/>
                    </a:lnTo>
                    <a:lnTo>
                      <a:pt x="905" y="76"/>
                    </a:lnTo>
                    <a:lnTo>
                      <a:pt x="910" y="79"/>
                    </a:lnTo>
                    <a:lnTo>
                      <a:pt x="913" y="80"/>
                    </a:lnTo>
                    <a:lnTo>
                      <a:pt x="915" y="82"/>
                    </a:lnTo>
                    <a:lnTo>
                      <a:pt x="918" y="85"/>
                    </a:lnTo>
                    <a:lnTo>
                      <a:pt x="918" y="85"/>
                    </a:lnTo>
                    <a:lnTo>
                      <a:pt x="927" y="87"/>
                    </a:lnTo>
                    <a:lnTo>
                      <a:pt x="935" y="92"/>
                    </a:lnTo>
                    <a:lnTo>
                      <a:pt x="935" y="92"/>
                    </a:lnTo>
                    <a:lnTo>
                      <a:pt x="935" y="92"/>
                    </a:lnTo>
                    <a:lnTo>
                      <a:pt x="933" y="92"/>
                    </a:lnTo>
                    <a:lnTo>
                      <a:pt x="928" y="89"/>
                    </a:lnTo>
                    <a:lnTo>
                      <a:pt x="928" y="89"/>
                    </a:lnTo>
                    <a:lnTo>
                      <a:pt x="928" y="89"/>
                    </a:lnTo>
                    <a:lnTo>
                      <a:pt x="930" y="90"/>
                    </a:lnTo>
                    <a:lnTo>
                      <a:pt x="933" y="92"/>
                    </a:lnTo>
                    <a:lnTo>
                      <a:pt x="933" y="92"/>
                    </a:lnTo>
                    <a:lnTo>
                      <a:pt x="933" y="92"/>
                    </a:lnTo>
                    <a:lnTo>
                      <a:pt x="931" y="92"/>
                    </a:lnTo>
                    <a:lnTo>
                      <a:pt x="927" y="92"/>
                    </a:lnTo>
                    <a:lnTo>
                      <a:pt x="927" y="92"/>
                    </a:lnTo>
                    <a:lnTo>
                      <a:pt x="921" y="89"/>
                    </a:lnTo>
                    <a:lnTo>
                      <a:pt x="921" y="89"/>
                    </a:lnTo>
                    <a:lnTo>
                      <a:pt x="918" y="86"/>
                    </a:lnTo>
                    <a:lnTo>
                      <a:pt x="918" y="86"/>
                    </a:lnTo>
                    <a:lnTo>
                      <a:pt x="915" y="85"/>
                    </a:lnTo>
                    <a:lnTo>
                      <a:pt x="915" y="85"/>
                    </a:lnTo>
                    <a:lnTo>
                      <a:pt x="900" y="76"/>
                    </a:lnTo>
                    <a:lnTo>
                      <a:pt x="900" y="76"/>
                    </a:lnTo>
                    <a:lnTo>
                      <a:pt x="893" y="72"/>
                    </a:lnTo>
                    <a:lnTo>
                      <a:pt x="893" y="72"/>
                    </a:lnTo>
                    <a:lnTo>
                      <a:pt x="886" y="69"/>
                    </a:lnTo>
                    <a:lnTo>
                      <a:pt x="886" y="69"/>
                    </a:lnTo>
                    <a:lnTo>
                      <a:pt x="887" y="70"/>
                    </a:lnTo>
                    <a:lnTo>
                      <a:pt x="888" y="72"/>
                    </a:lnTo>
                    <a:lnTo>
                      <a:pt x="887" y="72"/>
                    </a:lnTo>
                    <a:lnTo>
                      <a:pt x="887" y="72"/>
                    </a:lnTo>
                    <a:lnTo>
                      <a:pt x="891" y="73"/>
                    </a:lnTo>
                    <a:lnTo>
                      <a:pt x="893" y="73"/>
                    </a:lnTo>
                    <a:lnTo>
                      <a:pt x="894" y="75"/>
                    </a:lnTo>
                    <a:lnTo>
                      <a:pt x="894" y="75"/>
                    </a:lnTo>
                    <a:lnTo>
                      <a:pt x="890" y="75"/>
                    </a:lnTo>
                    <a:lnTo>
                      <a:pt x="890" y="75"/>
                    </a:lnTo>
                    <a:lnTo>
                      <a:pt x="886" y="72"/>
                    </a:lnTo>
                    <a:lnTo>
                      <a:pt x="884" y="70"/>
                    </a:lnTo>
                    <a:lnTo>
                      <a:pt x="884" y="70"/>
                    </a:lnTo>
                    <a:lnTo>
                      <a:pt x="884" y="72"/>
                    </a:lnTo>
                    <a:lnTo>
                      <a:pt x="883" y="72"/>
                    </a:lnTo>
                    <a:lnTo>
                      <a:pt x="880" y="70"/>
                    </a:lnTo>
                    <a:lnTo>
                      <a:pt x="876" y="69"/>
                    </a:lnTo>
                    <a:lnTo>
                      <a:pt x="873" y="67"/>
                    </a:lnTo>
                    <a:lnTo>
                      <a:pt x="873" y="67"/>
                    </a:lnTo>
                    <a:lnTo>
                      <a:pt x="876" y="67"/>
                    </a:lnTo>
                    <a:lnTo>
                      <a:pt x="881" y="70"/>
                    </a:lnTo>
                    <a:lnTo>
                      <a:pt x="881" y="70"/>
                    </a:lnTo>
                    <a:lnTo>
                      <a:pt x="881" y="69"/>
                    </a:lnTo>
                    <a:lnTo>
                      <a:pt x="883" y="69"/>
                    </a:lnTo>
                    <a:lnTo>
                      <a:pt x="886" y="69"/>
                    </a:lnTo>
                    <a:lnTo>
                      <a:pt x="886" y="69"/>
                    </a:lnTo>
                    <a:lnTo>
                      <a:pt x="878" y="63"/>
                    </a:lnTo>
                    <a:lnTo>
                      <a:pt x="878" y="63"/>
                    </a:lnTo>
                    <a:lnTo>
                      <a:pt x="888" y="67"/>
                    </a:lnTo>
                    <a:lnTo>
                      <a:pt x="888" y="67"/>
                    </a:lnTo>
                    <a:lnTo>
                      <a:pt x="894" y="70"/>
                    </a:lnTo>
                    <a:lnTo>
                      <a:pt x="894" y="70"/>
                    </a:lnTo>
                    <a:lnTo>
                      <a:pt x="901" y="72"/>
                    </a:lnTo>
                    <a:lnTo>
                      <a:pt x="901" y="72"/>
                    </a:lnTo>
                    <a:lnTo>
                      <a:pt x="900" y="70"/>
                    </a:lnTo>
                    <a:lnTo>
                      <a:pt x="900" y="70"/>
                    </a:lnTo>
                    <a:lnTo>
                      <a:pt x="895" y="67"/>
                    </a:lnTo>
                    <a:lnTo>
                      <a:pt x="895" y="67"/>
                    </a:lnTo>
                    <a:lnTo>
                      <a:pt x="897" y="69"/>
                    </a:lnTo>
                    <a:lnTo>
                      <a:pt x="895" y="69"/>
                    </a:lnTo>
                    <a:lnTo>
                      <a:pt x="893" y="69"/>
                    </a:lnTo>
                    <a:lnTo>
                      <a:pt x="893" y="69"/>
                    </a:lnTo>
                    <a:lnTo>
                      <a:pt x="881" y="63"/>
                    </a:lnTo>
                    <a:lnTo>
                      <a:pt x="871" y="59"/>
                    </a:lnTo>
                    <a:lnTo>
                      <a:pt x="871" y="59"/>
                    </a:lnTo>
                    <a:lnTo>
                      <a:pt x="873" y="60"/>
                    </a:lnTo>
                    <a:lnTo>
                      <a:pt x="873" y="60"/>
                    </a:lnTo>
                    <a:lnTo>
                      <a:pt x="873" y="60"/>
                    </a:lnTo>
                    <a:lnTo>
                      <a:pt x="881" y="66"/>
                    </a:lnTo>
                    <a:lnTo>
                      <a:pt x="881" y="66"/>
                    </a:lnTo>
                    <a:lnTo>
                      <a:pt x="878" y="66"/>
                    </a:lnTo>
                    <a:lnTo>
                      <a:pt x="874" y="65"/>
                    </a:lnTo>
                    <a:lnTo>
                      <a:pt x="874" y="65"/>
                    </a:lnTo>
                    <a:lnTo>
                      <a:pt x="873" y="63"/>
                    </a:lnTo>
                    <a:lnTo>
                      <a:pt x="874" y="63"/>
                    </a:lnTo>
                    <a:lnTo>
                      <a:pt x="874" y="63"/>
                    </a:lnTo>
                    <a:lnTo>
                      <a:pt x="871" y="62"/>
                    </a:lnTo>
                    <a:lnTo>
                      <a:pt x="870" y="62"/>
                    </a:lnTo>
                    <a:lnTo>
                      <a:pt x="868" y="62"/>
                    </a:lnTo>
                    <a:lnTo>
                      <a:pt x="866" y="60"/>
                    </a:lnTo>
                    <a:lnTo>
                      <a:pt x="866" y="60"/>
                    </a:lnTo>
                    <a:lnTo>
                      <a:pt x="867" y="59"/>
                    </a:lnTo>
                    <a:lnTo>
                      <a:pt x="868" y="59"/>
                    </a:lnTo>
                    <a:lnTo>
                      <a:pt x="868" y="59"/>
                    </a:lnTo>
                    <a:lnTo>
                      <a:pt x="868" y="59"/>
                    </a:lnTo>
                    <a:lnTo>
                      <a:pt x="861" y="56"/>
                    </a:lnTo>
                    <a:lnTo>
                      <a:pt x="853" y="53"/>
                    </a:lnTo>
                    <a:lnTo>
                      <a:pt x="853" y="53"/>
                    </a:lnTo>
                    <a:lnTo>
                      <a:pt x="844" y="50"/>
                    </a:lnTo>
                    <a:lnTo>
                      <a:pt x="837" y="47"/>
                    </a:lnTo>
                    <a:lnTo>
                      <a:pt x="837" y="47"/>
                    </a:lnTo>
                    <a:lnTo>
                      <a:pt x="837" y="47"/>
                    </a:lnTo>
                    <a:lnTo>
                      <a:pt x="837" y="47"/>
                    </a:lnTo>
                    <a:lnTo>
                      <a:pt x="834" y="45"/>
                    </a:lnTo>
                    <a:lnTo>
                      <a:pt x="834" y="45"/>
                    </a:lnTo>
                    <a:lnTo>
                      <a:pt x="828" y="43"/>
                    </a:lnTo>
                    <a:lnTo>
                      <a:pt x="821" y="42"/>
                    </a:lnTo>
                    <a:lnTo>
                      <a:pt x="821" y="42"/>
                    </a:lnTo>
                    <a:lnTo>
                      <a:pt x="824" y="43"/>
                    </a:lnTo>
                    <a:lnTo>
                      <a:pt x="826" y="45"/>
                    </a:lnTo>
                    <a:lnTo>
                      <a:pt x="826" y="45"/>
                    </a:lnTo>
                    <a:lnTo>
                      <a:pt x="817" y="43"/>
                    </a:lnTo>
                    <a:lnTo>
                      <a:pt x="810" y="40"/>
                    </a:lnTo>
                    <a:lnTo>
                      <a:pt x="810" y="40"/>
                    </a:lnTo>
                    <a:lnTo>
                      <a:pt x="810" y="39"/>
                    </a:lnTo>
                    <a:lnTo>
                      <a:pt x="811" y="39"/>
                    </a:lnTo>
                    <a:lnTo>
                      <a:pt x="811" y="39"/>
                    </a:lnTo>
                    <a:lnTo>
                      <a:pt x="816" y="40"/>
                    </a:lnTo>
                    <a:lnTo>
                      <a:pt x="820" y="42"/>
                    </a:lnTo>
                    <a:lnTo>
                      <a:pt x="820" y="42"/>
                    </a:lnTo>
                    <a:lnTo>
                      <a:pt x="818" y="42"/>
                    </a:lnTo>
                    <a:lnTo>
                      <a:pt x="820" y="40"/>
                    </a:lnTo>
                    <a:lnTo>
                      <a:pt x="820" y="40"/>
                    </a:lnTo>
                    <a:lnTo>
                      <a:pt x="820" y="39"/>
                    </a:lnTo>
                    <a:lnTo>
                      <a:pt x="820" y="39"/>
                    </a:lnTo>
                    <a:lnTo>
                      <a:pt x="816" y="39"/>
                    </a:lnTo>
                    <a:lnTo>
                      <a:pt x="811" y="37"/>
                    </a:lnTo>
                    <a:lnTo>
                      <a:pt x="811" y="37"/>
                    </a:lnTo>
                    <a:lnTo>
                      <a:pt x="800" y="36"/>
                    </a:lnTo>
                    <a:lnTo>
                      <a:pt x="800" y="36"/>
                    </a:lnTo>
                    <a:lnTo>
                      <a:pt x="803" y="37"/>
                    </a:lnTo>
                    <a:lnTo>
                      <a:pt x="807" y="37"/>
                    </a:lnTo>
                    <a:lnTo>
                      <a:pt x="807" y="37"/>
                    </a:lnTo>
                    <a:lnTo>
                      <a:pt x="806" y="39"/>
                    </a:lnTo>
                    <a:lnTo>
                      <a:pt x="803" y="37"/>
                    </a:lnTo>
                    <a:lnTo>
                      <a:pt x="796" y="36"/>
                    </a:lnTo>
                    <a:lnTo>
                      <a:pt x="796" y="36"/>
                    </a:lnTo>
                    <a:lnTo>
                      <a:pt x="796" y="35"/>
                    </a:lnTo>
                    <a:lnTo>
                      <a:pt x="794" y="35"/>
                    </a:lnTo>
                    <a:lnTo>
                      <a:pt x="794" y="35"/>
                    </a:lnTo>
                    <a:lnTo>
                      <a:pt x="790" y="35"/>
                    </a:lnTo>
                    <a:lnTo>
                      <a:pt x="786" y="33"/>
                    </a:lnTo>
                    <a:lnTo>
                      <a:pt x="786" y="33"/>
                    </a:lnTo>
                    <a:lnTo>
                      <a:pt x="783" y="32"/>
                    </a:lnTo>
                    <a:lnTo>
                      <a:pt x="783" y="32"/>
                    </a:lnTo>
                    <a:lnTo>
                      <a:pt x="780" y="30"/>
                    </a:lnTo>
                    <a:lnTo>
                      <a:pt x="780" y="30"/>
                    </a:lnTo>
                    <a:lnTo>
                      <a:pt x="774" y="30"/>
                    </a:lnTo>
                    <a:lnTo>
                      <a:pt x="774" y="30"/>
                    </a:lnTo>
                    <a:lnTo>
                      <a:pt x="774" y="29"/>
                    </a:lnTo>
                    <a:lnTo>
                      <a:pt x="774" y="29"/>
                    </a:lnTo>
                    <a:lnTo>
                      <a:pt x="779" y="29"/>
                    </a:lnTo>
                    <a:lnTo>
                      <a:pt x="783" y="29"/>
                    </a:lnTo>
                    <a:lnTo>
                      <a:pt x="784" y="29"/>
                    </a:lnTo>
                    <a:lnTo>
                      <a:pt x="784" y="29"/>
                    </a:lnTo>
                    <a:lnTo>
                      <a:pt x="781" y="29"/>
                    </a:lnTo>
                    <a:lnTo>
                      <a:pt x="781" y="29"/>
                    </a:lnTo>
                    <a:lnTo>
                      <a:pt x="780" y="27"/>
                    </a:lnTo>
                    <a:lnTo>
                      <a:pt x="780" y="27"/>
                    </a:lnTo>
                    <a:lnTo>
                      <a:pt x="781" y="27"/>
                    </a:lnTo>
                    <a:lnTo>
                      <a:pt x="780" y="26"/>
                    </a:lnTo>
                    <a:lnTo>
                      <a:pt x="780" y="26"/>
                    </a:lnTo>
                    <a:lnTo>
                      <a:pt x="773" y="25"/>
                    </a:lnTo>
                    <a:lnTo>
                      <a:pt x="771" y="25"/>
                    </a:lnTo>
                    <a:lnTo>
                      <a:pt x="771" y="26"/>
                    </a:lnTo>
                    <a:lnTo>
                      <a:pt x="771" y="26"/>
                    </a:lnTo>
                    <a:lnTo>
                      <a:pt x="769" y="26"/>
                    </a:lnTo>
                    <a:lnTo>
                      <a:pt x="766" y="25"/>
                    </a:lnTo>
                    <a:lnTo>
                      <a:pt x="760" y="23"/>
                    </a:lnTo>
                    <a:lnTo>
                      <a:pt x="760" y="23"/>
                    </a:lnTo>
                    <a:lnTo>
                      <a:pt x="760" y="22"/>
                    </a:lnTo>
                    <a:lnTo>
                      <a:pt x="761" y="22"/>
                    </a:lnTo>
                    <a:lnTo>
                      <a:pt x="764" y="23"/>
                    </a:lnTo>
                    <a:lnTo>
                      <a:pt x="764" y="23"/>
                    </a:lnTo>
                    <a:lnTo>
                      <a:pt x="763" y="22"/>
                    </a:lnTo>
                    <a:lnTo>
                      <a:pt x="757" y="20"/>
                    </a:lnTo>
                    <a:lnTo>
                      <a:pt x="757" y="20"/>
                    </a:lnTo>
                    <a:lnTo>
                      <a:pt x="751" y="19"/>
                    </a:lnTo>
                    <a:lnTo>
                      <a:pt x="750" y="19"/>
                    </a:lnTo>
                    <a:lnTo>
                      <a:pt x="750" y="17"/>
                    </a:lnTo>
                    <a:lnTo>
                      <a:pt x="750" y="17"/>
                    </a:lnTo>
                    <a:lnTo>
                      <a:pt x="741" y="17"/>
                    </a:lnTo>
                    <a:lnTo>
                      <a:pt x="741" y="17"/>
                    </a:lnTo>
                    <a:lnTo>
                      <a:pt x="744" y="19"/>
                    </a:lnTo>
                    <a:lnTo>
                      <a:pt x="744" y="20"/>
                    </a:lnTo>
                    <a:lnTo>
                      <a:pt x="744" y="20"/>
                    </a:lnTo>
                    <a:lnTo>
                      <a:pt x="740" y="19"/>
                    </a:lnTo>
                    <a:lnTo>
                      <a:pt x="739" y="17"/>
                    </a:lnTo>
                    <a:lnTo>
                      <a:pt x="739" y="17"/>
                    </a:lnTo>
                    <a:lnTo>
                      <a:pt x="733" y="17"/>
                    </a:lnTo>
                    <a:lnTo>
                      <a:pt x="727" y="16"/>
                    </a:lnTo>
                    <a:lnTo>
                      <a:pt x="727" y="16"/>
                    </a:lnTo>
                    <a:lnTo>
                      <a:pt x="713" y="12"/>
                    </a:lnTo>
                    <a:lnTo>
                      <a:pt x="713" y="12"/>
                    </a:lnTo>
                    <a:lnTo>
                      <a:pt x="706" y="12"/>
                    </a:lnTo>
                    <a:lnTo>
                      <a:pt x="697" y="10"/>
                    </a:lnTo>
                    <a:lnTo>
                      <a:pt x="697" y="10"/>
                    </a:lnTo>
                    <a:lnTo>
                      <a:pt x="689" y="9"/>
                    </a:lnTo>
                    <a:lnTo>
                      <a:pt x="680" y="7"/>
                    </a:lnTo>
                    <a:lnTo>
                      <a:pt x="680" y="7"/>
                    </a:lnTo>
                    <a:lnTo>
                      <a:pt x="680" y="9"/>
                    </a:lnTo>
                    <a:lnTo>
                      <a:pt x="683" y="9"/>
                    </a:lnTo>
                    <a:lnTo>
                      <a:pt x="687" y="10"/>
                    </a:lnTo>
                    <a:lnTo>
                      <a:pt x="687" y="10"/>
                    </a:lnTo>
                    <a:lnTo>
                      <a:pt x="684" y="10"/>
                    </a:lnTo>
                    <a:lnTo>
                      <a:pt x="680" y="10"/>
                    </a:lnTo>
                    <a:lnTo>
                      <a:pt x="669" y="9"/>
                    </a:lnTo>
                    <a:lnTo>
                      <a:pt x="669" y="9"/>
                    </a:lnTo>
                    <a:lnTo>
                      <a:pt x="669" y="9"/>
                    </a:lnTo>
                    <a:lnTo>
                      <a:pt x="669" y="9"/>
                    </a:lnTo>
                    <a:lnTo>
                      <a:pt x="672" y="9"/>
                    </a:lnTo>
                    <a:lnTo>
                      <a:pt x="674" y="9"/>
                    </a:lnTo>
                    <a:lnTo>
                      <a:pt x="674" y="7"/>
                    </a:lnTo>
                    <a:lnTo>
                      <a:pt x="674" y="7"/>
                    </a:lnTo>
                    <a:lnTo>
                      <a:pt x="670" y="6"/>
                    </a:lnTo>
                    <a:lnTo>
                      <a:pt x="669" y="5"/>
                    </a:lnTo>
                    <a:lnTo>
                      <a:pt x="669" y="5"/>
                    </a:lnTo>
                    <a:lnTo>
                      <a:pt x="656" y="9"/>
                    </a:lnTo>
                    <a:lnTo>
                      <a:pt x="656" y="9"/>
                    </a:lnTo>
                    <a:lnTo>
                      <a:pt x="653" y="7"/>
                    </a:lnTo>
                    <a:lnTo>
                      <a:pt x="652" y="7"/>
                    </a:lnTo>
                    <a:lnTo>
                      <a:pt x="649" y="6"/>
                    </a:lnTo>
                    <a:lnTo>
                      <a:pt x="649" y="6"/>
                    </a:lnTo>
                    <a:lnTo>
                      <a:pt x="642" y="6"/>
                    </a:lnTo>
                    <a:lnTo>
                      <a:pt x="639" y="6"/>
                    </a:lnTo>
                    <a:lnTo>
                      <a:pt x="637" y="5"/>
                    </a:lnTo>
                    <a:lnTo>
                      <a:pt x="637" y="5"/>
                    </a:lnTo>
                    <a:lnTo>
                      <a:pt x="637" y="5"/>
                    </a:lnTo>
                    <a:lnTo>
                      <a:pt x="624" y="6"/>
                    </a:lnTo>
                    <a:lnTo>
                      <a:pt x="612" y="5"/>
                    </a:lnTo>
                    <a:lnTo>
                      <a:pt x="612" y="5"/>
                    </a:lnTo>
                    <a:lnTo>
                      <a:pt x="609" y="5"/>
                    </a:lnTo>
                    <a:lnTo>
                      <a:pt x="610" y="3"/>
                    </a:lnTo>
                    <a:lnTo>
                      <a:pt x="612" y="3"/>
                    </a:lnTo>
                    <a:lnTo>
                      <a:pt x="610" y="2"/>
                    </a:lnTo>
                    <a:lnTo>
                      <a:pt x="610" y="2"/>
                    </a:lnTo>
                    <a:lnTo>
                      <a:pt x="607" y="3"/>
                    </a:lnTo>
                    <a:lnTo>
                      <a:pt x="607" y="3"/>
                    </a:lnTo>
                    <a:lnTo>
                      <a:pt x="609" y="5"/>
                    </a:lnTo>
                    <a:lnTo>
                      <a:pt x="606" y="5"/>
                    </a:lnTo>
                    <a:lnTo>
                      <a:pt x="606" y="5"/>
                    </a:lnTo>
                    <a:lnTo>
                      <a:pt x="603" y="5"/>
                    </a:lnTo>
                    <a:lnTo>
                      <a:pt x="602" y="5"/>
                    </a:lnTo>
                    <a:lnTo>
                      <a:pt x="597" y="3"/>
                    </a:lnTo>
                    <a:lnTo>
                      <a:pt x="597" y="3"/>
                    </a:lnTo>
                    <a:lnTo>
                      <a:pt x="593" y="3"/>
                    </a:lnTo>
                    <a:lnTo>
                      <a:pt x="587" y="3"/>
                    </a:lnTo>
                    <a:lnTo>
                      <a:pt x="587" y="3"/>
                    </a:lnTo>
                    <a:lnTo>
                      <a:pt x="589" y="2"/>
                    </a:lnTo>
                    <a:lnTo>
                      <a:pt x="587" y="2"/>
                    </a:lnTo>
                    <a:lnTo>
                      <a:pt x="583" y="0"/>
                    </a:lnTo>
                    <a:lnTo>
                      <a:pt x="583" y="0"/>
                    </a:lnTo>
                    <a:lnTo>
                      <a:pt x="583" y="2"/>
                    </a:lnTo>
                    <a:lnTo>
                      <a:pt x="580" y="2"/>
                    </a:lnTo>
                    <a:lnTo>
                      <a:pt x="580" y="2"/>
                    </a:lnTo>
                    <a:lnTo>
                      <a:pt x="579" y="2"/>
                    </a:lnTo>
                    <a:lnTo>
                      <a:pt x="580" y="2"/>
                    </a:lnTo>
                    <a:lnTo>
                      <a:pt x="585" y="3"/>
                    </a:lnTo>
                    <a:lnTo>
                      <a:pt x="585" y="3"/>
                    </a:lnTo>
                    <a:lnTo>
                      <a:pt x="580" y="3"/>
                    </a:lnTo>
                    <a:lnTo>
                      <a:pt x="575" y="3"/>
                    </a:lnTo>
                    <a:lnTo>
                      <a:pt x="575" y="3"/>
                    </a:lnTo>
                    <a:lnTo>
                      <a:pt x="575" y="3"/>
                    </a:lnTo>
                    <a:lnTo>
                      <a:pt x="576" y="3"/>
                    </a:lnTo>
                    <a:lnTo>
                      <a:pt x="580" y="3"/>
                    </a:lnTo>
                    <a:lnTo>
                      <a:pt x="580" y="3"/>
                    </a:lnTo>
                    <a:lnTo>
                      <a:pt x="580" y="5"/>
                    </a:lnTo>
                    <a:lnTo>
                      <a:pt x="579" y="6"/>
                    </a:lnTo>
                    <a:lnTo>
                      <a:pt x="579" y="6"/>
                    </a:lnTo>
                    <a:lnTo>
                      <a:pt x="575" y="6"/>
                    </a:lnTo>
                    <a:lnTo>
                      <a:pt x="572" y="7"/>
                    </a:lnTo>
                    <a:lnTo>
                      <a:pt x="572" y="7"/>
                    </a:lnTo>
                    <a:lnTo>
                      <a:pt x="570" y="6"/>
                    </a:lnTo>
                    <a:lnTo>
                      <a:pt x="572" y="6"/>
                    </a:lnTo>
                    <a:lnTo>
                      <a:pt x="573" y="5"/>
                    </a:lnTo>
                    <a:lnTo>
                      <a:pt x="573" y="5"/>
                    </a:lnTo>
                    <a:lnTo>
                      <a:pt x="570" y="5"/>
                    </a:lnTo>
                    <a:lnTo>
                      <a:pt x="567" y="7"/>
                    </a:lnTo>
                    <a:lnTo>
                      <a:pt x="567" y="7"/>
                    </a:lnTo>
                    <a:lnTo>
                      <a:pt x="552" y="7"/>
                    </a:lnTo>
                    <a:lnTo>
                      <a:pt x="552" y="7"/>
                    </a:lnTo>
                    <a:lnTo>
                      <a:pt x="553" y="6"/>
                    </a:lnTo>
                    <a:lnTo>
                      <a:pt x="555" y="5"/>
                    </a:lnTo>
                    <a:lnTo>
                      <a:pt x="555" y="5"/>
                    </a:lnTo>
                    <a:lnTo>
                      <a:pt x="547" y="5"/>
                    </a:lnTo>
                    <a:lnTo>
                      <a:pt x="547" y="5"/>
                    </a:lnTo>
                    <a:lnTo>
                      <a:pt x="543" y="5"/>
                    </a:lnTo>
                    <a:lnTo>
                      <a:pt x="539" y="5"/>
                    </a:lnTo>
                    <a:lnTo>
                      <a:pt x="539" y="5"/>
                    </a:lnTo>
                    <a:lnTo>
                      <a:pt x="533" y="3"/>
                    </a:lnTo>
                    <a:lnTo>
                      <a:pt x="523" y="3"/>
                    </a:lnTo>
                    <a:lnTo>
                      <a:pt x="523" y="3"/>
                    </a:lnTo>
                    <a:lnTo>
                      <a:pt x="527" y="3"/>
                    </a:lnTo>
                    <a:lnTo>
                      <a:pt x="529" y="5"/>
                    </a:lnTo>
                    <a:lnTo>
                      <a:pt x="530" y="5"/>
                    </a:lnTo>
                    <a:lnTo>
                      <a:pt x="530" y="5"/>
                    </a:lnTo>
                    <a:lnTo>
                      <a:pt x="525" y="6"/>
                    </a:lnTo>
                    <a:lnTo>
                      <a:pt x="519" y="6"/>
                    </a:lnTo>
                    <a:lnTo>
                      <a:pt x="519" y="6"/>
                    </a:lnTo>
                    <a:lnTo>
                      <a:pt x="519" y="7"/>
                    </a:lnTo>
                    <a:lnTo>
                      <a:pt x="519" y="7"/>
                    </a:lnTo>
                    <a:lnTo>
                      <a:pt x="519" y="7"/>
                    </a:lnTo>
                    <a:lnTo>
                      <a:pt x="516" y="9"/>
                    </a:lnTo>
                    <a:lnTo>
                      <a:pt x="516" y="9"/>
                    </a:lnTo>
                    <a:lnTo>
                      <a:pt x="525" y="7"/>
                    </a:lnTo>
                    <a:lnTo>
                      <a:pt x="529" y="7"/>
                    </a:lnTo>
                    <a:lnTo>
                      <a:pt x="530" y="7"/>
                    </a:lnTo>
                    <a:lnTo>
                      <a:pt x="530" y="7"/>
                    </a:lnTo>
                    <a:lnTo>
                      <a:pt x="532" y="7"/>
                    </a:lnTo>
                    <a:lnTo>
                      <a:pt x="529" y="9"/>
                    </a:lnTo>
                    <a:lnTo>
                      <a:pt x="529" y="9"/>
                    </a:lnTo>
                    <a:lnTo>
                      <a:pt x="526" y="9"/>
                    </a:lnTo>
                    <a:lnTo>
                      <a:pt x="522" y="10"/>
                    </a:lnTo>
                    <a:lnTo>
                      <a:pt x="522" y="10"/>
                    </a:lnTo>
                    <a:lnTo>
                      <a:pt x="519" y="10"/>
                    </a:lnTo>
                    <a:lnTo>
                      <a:pt x="520" y="10"/>
                    </a:lnTo>
                    <a:lnTo>
                      <a:pt x="520" y="9"/>
                    </a:lnTo>
                    <a:lnTo>
                      <a:pt x="519" y="9"/>
                    </a:lnTo>
                    <a:lnTo>
                      <a:pt x="519" y="9"/>
                    </a:lnTo>
                    <a:lnTo>
                      <a:pt x="519" y="10"/>
                    </a:lnTo>
                    <a:lnTo>
                      <a:pt x="516" y="10"/>
                    </a:lnTo>
                    <a:lnTo>
                      <a:pt x="509" y="12"/>
                    </a:lnTo>
                    <a:lnTo>
                      <a:pt x="509" y="12"/>
                    </a:lnTo>
                    <a:lnTo>
                      <a:pt x="508" y="13"/>
                    </a:lnTo>
                    <a:lnTo>
                      <a:pt x="509" y="13"/>
                    </a:lnTo>
                    <a:lnTo>
                      <a:pt x="513" y="12"/>
                    </a:lnTo>
                    <a:lnTo>
                      <a:pt x="513" y="12"/>
                    </a:lnTo>
                    <a:lnTo>
                      <a:pt x="508" y="15"/>
                    </a:lnTo>
                    <a:lnTo>
                      <a:pt x="508" y="15"/>
                    </a:lnTo>
                    <a:lnTo>
                      <a:pt x="503" y="13"/>
                    </a:lnTo>
                    <a:lnTo>
                      <a:pt x="502" y="13"/>
                    </a:lnTo>
                    <a:lnTo>
                      <a:pt x="502" y="13"/>
                    </a:lnTo>
                    <a:lnTo>
                      <a:pt x="502" y="13"/>
                    </a:lnTo>
                    <a:lnTo>
                      <a:pt x="496" y="15"/>
                    </a:lnTo>
                    <a:lnTo>
                      <a:pt x="493" y="15"/>
                    </a:lnTo>
                    <a:lnTo>
                      <a:pt x="493" y="15"/>
                    </a:lnTo>
                    <a:lnTo>
                      <a:pt x="493" y="15"/>
                    </a:lnTo>
                    <a:lnTo>
                      <a:pt x="493" y="15"/>
                    </a:lnTo>
                    <a:lnTo>
                      <a:pt x="490" y="15"/>
                    </a:lnTo>
                    <a:lnTo>
                      <a:pt x="489" y="16"/>
                    </a:lnTo>
                    <a:lnTo>
                      <a:pt x="489" y="16"/>
                    </a:lnTo>
                    <a:lnTo>
                      <a:pt x="486" y="17"/>
                    </a:lnTo>
                    <a:lnTo>
                      <a:pt x="482" y="19"/>
                    </a:lnTo>
                    <a:lnTo>
                      <a:pt x="482" y="19"/>
                    </a:lnTo>
                    <a:lnTo>
                      <a:pt x="482" y="17"/>
                    </a:lnTo>
                    <a:lnTo>
                      <a:pt x="483" y="17"/>
                    </a:lnTo>
                    <a:lnTo>
                      <a:pt x="486" y="16"/>
                    </a:lnTo>
                    <a:lnTo>
                      <a:pt x="486" y="16"/>
                    </a:lnTo>
                    <a:lnTo>
                      <a:pt x="475" y="17"/>
                    </a:lnTo>
                    <a:lnTo>
                      <a:pt x="470" y="19"/>
                    </a:lnTo>
                    <a:lnTo>
                      <a:pt x="468" y="20"/>
                    </a:lnTo>
                    <a:lnTo>
                      <a:pt x="468" y="20"/>
                    </a:lnTo>
                    <a:lnTo>
                      <a:pt x="462" y="22"/>
                    </a:lnTo>
                    <a:lnTo>
                      <a:pt x="460" y="20"/>
                    </a:lnTo>
                    <a:lnTo>
                      <a:pt x="462" y="20"/>
                    </a:lnTo>
                    <a:lnTo>
                      <a:pt x="462" y="20"/>
                    </a:lnTo>
                    <a:lnTo>
                      <a:pt x="459" y="20"/>
                    </a:lnTo>
                    <a:lnTo>
                      <a:pt x="459" y="20"/>
                    </a:lnTo>
                    <a:lnTo>
                      <a:pt x="455" y="23"/>
                    </a:lnTo>
                    <a:lnTo>
                      <a:pt x="455" y="23"/>
                    </a:lnTo>
                    <a:lnTo>
                      <a:pt x="448" y="26"/>
                    </a:lnTo>
                    <a:lnTo>
                      <a:pt x="448" y="26"/>
                    </a:lnTo>
                    <a:lnTo>
                      <a:pt x="440" y="29"/>
                    </a:lnTo>
                    <a:lnTo>
                      <a:pt x="438" y="33"/>
                    </a:lnTo>
                    <a:lnTo>
                      <a:pt x="438" y="33"/>
                    </a:lnTo>
                    <a:lnTo>
                      <a:pt x="429" y="36"/>
                    </a:lnTo>
                    <a:lnTo>
                      <a:pt x="429" y="36"/>
                    </a:lnTo>
                    <a:lnTo>
                      <a:pt x="428" y="36"/>
                    </a:lnTo>
                    <a:lnTo>
                      <a:pt x="429" y="35"/>
                    </a:lnTo>
                    <a:lnTo>
                      <a:pt x="429" y="33"/>
                    </a:lnTo>
                    <a:lnTo>
                      <a:pt x="426" y="33"/>
                    </a:lnTo>
                    <a:lnTo>
                      <a:pt x="426" y="33"/>
                    </a:lnTo>
                    <a:lnTo>
                      <a:pt x="432" y="32"/>
                    </a:lnTo>
                    <a:lnTo>
                      <a:pt x="432" y="32"/>
                    </a:lnTo>
                    <a:lnTo>
                      <a:pt x="436" y="30"/>
                    </a:lnTo>
                    <a:lnTo>
                      <a:pt x="436" y="30"/>
                    </a:lnTo>
                    <a:lnTo>
                      <a:pt x="440" y="27"/>
                    </a:lnTo>
                    <a:lnTo>
                      <a:pt x="440" y="27"/>
                    </a:lnTo>
                    <a:lnTo>
                      <a:pt x="438" y="27"/>
                    </a:lnTo>
                    <a:lnTo>
                      <a:pt x="438" y="27"/>
                    </a:lnTo>
                    <a:lnTo>
                      <a:pt x="438" y="27"/>
                    </a:lnTo>
                    <a:lnTo>
                      <a:pt x="439" y="27"/>
                    </a:lnTo>
                    <a:lnTo>
                      <a:pt x="439" y="27"/>
                    </a:lnTo>
                    <a:lnTo>
                      <a:pt x="433" y="30"/>
                    </a:lnTo>
                    <a:lnTo>
                      <a:pt x="429" y="30"/>
                    </a:lnTo>
                    <a:lnTo>
                      <a:pt x="429" y="30"/>
                    </a:lnTo>
                    <a:lnTo>
                      <a:pt x="428" y="30"/>
                    </a:lnTo>
                    <a:lnTo>
                      <a:pt x="429" y="30"/>
                    </a:lnTo>
                    <a:lnTo>
                      <a:pt x="429" y="30"/>
                    </a:lnTo>
                    <a:lnTo>
                      <a:pt x="433" y="27"/>
                    </a:lnTo>
                    <a:lnTo>
                      <a:pt x="433" y="27"/>
                    </a:lnTo>
                    <a:lnTo>
                      <a:pt x="431" y="29"/>
                    </a:lnTo>
                    <a:lnTo>
                      <a:pt x="429" y="29"/>
                    </a:lnTo>
                    <a:lnTo>
                      <a:pt x="429" y="29"/>
                    </a:lnTo>
                    <a:lnTo>
                      <a:pt x="426" y="30"/>
                    </a:lnTo>
                    <a:lnTo>
                      <a:pt x="423" y="30"/>
                    </a:lnTo>
                    <a:lnTo>
                      <a:pt x="423" y="30"/>
                    </a:lnTo>
                    <a:lnTo>
                      <a:pt x="421" y="33"/>
                    </a:lnTo>
                    <a:lnTo>
                      <a:pt x="415" y="35"/>
                    </a:lnTo>
                    <a:lnTo>
                      <a:pt x="402" y="37"/>
                    </a:lnTo>
                    <a:lnTo>
                      <a:pt x="402" y="37"/>
                    </a:lnTo>
                    <a:lnTo>
                      <a:pt x="398" y="40"/>
                    </a:lnTo>
                    <a:lnTo>
                      <a:pt x="398" y="40"/>
                    </a:lnTo>
                    <a:lnTo>
                      <a:pt x="399" y="42"/>
                    </a:lnTo>
                    <a:lnTo>
                      <a:pt x="403" y="40"/>
                    </a:lnTo>
                    <a:lnTo>
                      <a:pt x="403" y="40"/>
                    </a:lnTo>
                    <a:lnTo>
                      <a:pt x="403" y="39"/>
                    </a:lnTo>
                    <a:lnTo>
                      <a:pt x="405" y="39"/>
                    </a:lnTo>
                    <a:lnTo>
                      <a:pt x="411" y="37"/>
                    </a:lnTo>
                    <a:lnTo>
                      <a:pt x="411" y="37"/>
                    </a:lnTo>
                    <a:lnTo>
                      <a:pt x="409" y="37"/>
                    </a:lnTo>
                    <a:lnTo>
                      <a:pt x="406" y="39"/>
                    </a:lnTo>
                    <a:lnTo>
                      <a:pt x="406" y="39"/>
                    </a:lnTo>
                    <a:lnTo>
                      <a:pt x="409" y="39"/>
                    </a:lnTo>
                    <a:lnTo>
                      <a:pt x="415" y="37"/>
                    </a:lnTo>
                    <a:lnTo>
                      <a:pt x="426" y="33"/>
                    </a:lnTo>
                    <a:lnTo>
                      <a:pt x="426" y="33"/>
                    </a:lnTo>
                    <a:lnTo>
                      <a:pt x="411" y="39"/>
                    </a:lnTo>
                    <a:lnTo>
                      <a:pt x="411" y="39"/>
                    </a:lnTo>
                    <a:lnTo>
                      <a:pt x="402" y="43"/>
                    </a:lnTo>
                    <a:lnTo>
                      <a:pt x="402" y="43"/>
                    </a:lnTo>
                    <a:lnTo>
                      <a:pt x="393" y="46"/>
                    </a:lnTo>
                    <a:lnTo>
                      <a:pt x="393" y="46"/>
                    </a:lnTo>
                    <a:lnTo>
                      <a:pt x="376" y="53"/>
                    </a:lnTo>
                    <a:lnTo>
                      <a:pt x="376" y="53"/>
                    </a:lnTo>
                    <a:lnTo>
                      <a:pt x="372" y="55"/>
                    </a:lnTo>
                    <a:lnTo>
                      <a:pt x="372" y="55"/>
                    </a:lnTo>
                    <a:lnTo>
                      <a:pt x="368" y="56"/>
                    </a:lnTo>
                    <a:lnTo>
                      <a:pt x="368" y="56"/>
                    </a:lnTo>
                    <a:lnTo>
                      <a:pt x="361" y="60"/>
                    </a:lnTo>
                    <a:lnTo>
                      <a:pt x="361" y="60"/>
                    </a:lnTo>
                    <a:lnTo>
                      <a:pt x="361" y="60"/>
                    </a:lnTo>
                    <a:lnTo>
                      <a:pt x="361" y="60"/>
                    </a:lnTo>
                    <a:lnTo>
                      <a:pt x="362" y="59"/>
                    </a:lnTo>
                    <a:lnTo>
                      <a:pt x="362" y="59"/>
                    </a:lnTo>
                    <a:lnTo>
                      <a:pt x="358" y="60"/>
                    </a:lnTo>
                    <a:lnTo>
                      <a:pt x="353" y="63"/>
                    </a:lnTo>
                    <a:lnTo>
                      <a:pt x="353" y="63"/>
                    </a:lnTo>
                    <a:lnTo>
                      <a:pt x="352" y="63"/>
                    </a:lnTo>
                    <a:lnTo>
                      <a:pt x="351" y="63"/>
                    </a:lnTo>
                    <a:lnTo>
                      <a:pt x="345" y="66"/>
                    </a:lnTo>
                    <a:lnTo>
                      <a:pt x="345" y="66"/>
                    </a:lnTo>
                    <a:lnTo>
                      <a:pt x="345" y="66"/>
                    </a:lnTo>
                    <a:lnTo>
                      <a:pt x="345" y="65"/>
                    </a:lnTo>
                    <a:lnTo>
                      <a:pt x="346" y="63"/>
                    </a:lnTo>
                    <a:lnTo>
                      <a:pt x="348" y="62"/>
                    </a:lnTo>
                    <a:lnTo>
                      <a:pt x="345" y="63"/>
                    </a:lnTo>
                    <a:lnTo>
                      <a:pt x="345" y="63"/>
                    </a:lnTo>
                    <a:lnTo>
                      <a:pt x="341" y="66"/>
                    </a:lnTo>
                    <a:lnTo>
                      <a:pt x="332" y="70"/>
                    </a:lnTo>
                    <a:lnTo>
                      <a:pt x="332" y="70"/>
                    </a:lnTo>
                    <a:lnTo>
                      <a:pt x="326" y="75"/>
                    </a:lnTo>
                    <a:lnTo>
                      <a:pt x="324" y="76"/>
                    </a:lnTo>
                    <a:lnTo>
                      <a:pt x="319" y="77"/>
                    </a:lnTo>
                    <a:lnTo>
                      <a:pt x="319" y="77"/>
                    </a:lnTo>
                    <a:lnTo>
                      <a:pt x="315" y="80"/>
                    </a:lnTo>
                    <a:lnTo>
                      <a:pt x="315" y="80"/>
                    </a:lnTo>
                    <a:lnTo>
                      <a:pt x="309" y="85"/>
                    </a:lnTo>
                    <a:lnTo>
                      <a:pt x="309" y="85"/>
                    </a:lnTo>
                    <a:lnTo>
                      <a:pt x="299" y="87"/>
                    </a:lnTo>
                    <a:lnTo>
                      <a:pt x="288" y="95"/>
                    </a:lnTo>
                    <a:lnTo>
                      <a:pt x="288" y="95"/>
                    </a:lnTo>
                    <a:lnTo>
                      <a:pt x="275" y="103"/>
                    </a:lnTo>
                    <a:lnTo>
                      <a:pt x="261" y="112"/>
                    </a:lnTo>
                    <a:lnTo>
                      <a:pt x="261" y="112"/>
                    </a:lnTo>
                    <a:lnTo>
                      <a:pt x="261" y="112"/>
                    </a:lnTo>
                    <a:lnTo>
                      <a:pt x="259" y="115"/>
                    </a:lnTo>
                    <a:lnTo>
                      <a:pt x="258" y="116"/>
                    </a:lnTo>
                    <a:lnTo>
                      <a:pt x="255" y="116"/>
                    </a:lnTo>
                    <a:lnTo>
                      <a:pt x="255" y="116"/>
                    </a:lnTo>
                    <a:lnTo>
                      <a:pt x="252" y="119"/>
                    </a:lnTo>
                    <a:lnTo>
                      <a:pt x="254" y="120"/>
                    </a:lnTo>
                    <a:lnTo>
                      <a:pt x="254" y="120"/>
                    </a:lnTo>
                    <a:lnTo>
                      <a:pt x="249" y="123"/>
                    </a:lnTo>
                    <a:lnTo>
                      <a:pt x="249" y="123"/>
                    </a:lnTo>
                    <a:lnTo>
                      <a:pt x="249" y="122"/>
                    </a:lnTo>
                    <a:lnTo>
                      <a:pt x="251" y="117"/>
                    </a:lnTo>
                    <a:lnTo>
                      <a:pt x="251" y="117"/>
                    </a:lnTo>
                    <a:lnTo>
                      <a:pt x="248" y="120"/>
                    </a:lnTo>
                    <a:lnTo>
                      <a:pt x="248" y="122"/>
                    </a:lnTo>
                    <a:lnTo>
                      <a:pt x="247" y="123"/>
                    </a:lnTo>
                    <a:lnTo>
                      <a:pt x="244" y="125"/>
                    </a:lnTo>
                    <a:lnTo>
                      <a:pt x="244" y="125"/>
                    </a:lnTo>
                    <a:lnTo>
                      <a:pt x="244" y="126"/>
                    </a:lnTo>
                    <a:lnTo>
                      <a:pt x="242" y="127"/>
                    </a:lnTo>
                    <a:lnTo>
                      <a:pt x="237" y="132"/>
                    </a:lnTo>
                    <a:lnTo>
                      <a:pt x="237" y="132"/>
                    </a:lnTo>
                    <a:lnTo>
                      <a:pt x="235" y="132"/>
                    </a:lnTo>
                    <a:lnTo>
                      <a:pt x="235" y="132"/>
                    </a:lnTo>
                    <a:lnTo>
                      <a:pt x="238" y="127"/>
                    </a:lnTo>
                    <a:lnTo>
                      <a:pt x="238" y="127"/>
                    </a:lnTo>
                    <a:lnTo>
                      <a:pt x="234" y="130"/>
                    </a:lnTo>
                    <a:lnTo>
                      <a:pt x="234" y="130"/>
                    </a:lnTo>
                    <a:lnTo>
                      <a:pt x="231" y="135"/>
                    </a:lnTo>
                    <a:lnTo>
                      <a:pt x="231" y="135"/>
                    </a:lnTo>
                    <a:lnTo>
                      <a:pt x="222" y="140"/>
                    </a:lnTo>
                    <a:lnTo>
                      <a:pt x="222" y="140"/>
                    </a:lnTo>
                    <a:lnTo>
                      <a:pt x="217" y="147"/>
                    </a:lnTo>
                    <a:lnTo>
                      <a:pt x="211" y="154"/>
                    </a:lnTo>
                    <a:lnTo>
                      <a:pt x="211" y="154"/>
                    </a:lnTo>
                    <a:lnTo>
                      <a:pt x="207" y="157"/>
                    </a:lnTo>
                    <a:lnTo>
                      <a:pt x="204" y="160"/>
                    </a:lnTo>
                    <a:lnTo>
                      <a:pt x="204" y="160"/>
                    </a:lnTo>
                    <a:lnTo>
                      <a:pt x="202" y="160"/>
                    </a:lnTo>
                    <a:lnTo>
                      <a:pt x="202" y="159"/>
                    </a:lnTo>
                    <a:lnTo>
                      <a:pt x="202" y="157"/>
                    </a:lnTo>
                    <a:lnTo>
                      <a:pt x="201" y="159"/>
                    </a:lnTo>
                    <a:lnTo>
                      <a:pt x="201" y="159"/>
                    </a:lnTo>
                    <a:lnTo>
                      <a:pt x="199" y="162"/>
                    </a:lnTo>
                    <a:lnTo>
                      <a:pt x="201" y="162"/>
                    </a:lnTo>
                    <a:lnTo>
                      <a:pt x="201" y="162"/>
                    </a:lnTo>
                    <a:lnTo>
                      <a:pt x="198" y="166"/>
                    </a:lnTo>
                    <a:lnTo>
                      <a:pt x="195" y="169"/>
                    </a:lnTo>
                    <a:lnTo>
                      <a:pt x="195" y="169"/>
                    </a:lnTo>
                    <a:lnTo>
                      <a:pt x="194" y="169"/>
                    </a:lnTo>
                    <a:lnTo>
                      <a:pt x="194" y="169"/>
                    </a:lnTo>
                    <a:lnTo>
                      <a:pt x="194" y="166"/>
                    </a:lnTo>
                    <a:lnTo>
                      <a:pt x="199" y="160"/>
                    </a:lnTo>
                    <a:lnTo>
                      <a:pt x="199" y="160"/>
                    </a:lnTo>
                    <a:lnTo>
                      <a:pt x="198" y="160"/>
                    </a:lnTo>
                    <a:lnTo>
                      <a:pt x="199" y="159"/>
                    </a:lnTo>
                    <a:lnTo>
                      <a:pt x="199" y="159"/>
                    </a:lnTo>
                    <a:lnTo>
                      <a:pt x="187" y="167"/>
                    </a:lnTo>
                    <a:lnTo>
                      <a:pt x="187" y="167"/>
                    </a:lnTo>
                    <a:lnTo>
                      <a:pt x="184" y="170"/>
                    </a:lnTo>
                    <a:lnTo>
                      <a:pt x="184" y="170"/>
                    </a:lnTo>
                    <a:lnTo>
                      <a:pt x="181" y="173"/>
                    </a:lnTo>
                    <a:lnTo>
                      <a:pt x="181" y="173"/>
                    </a:lnTo>
                    <a:lnTo>
                      <a:pt x="175" y="180"/>
                    </a:lnTo>
                    <a:lnTo>
                      <a:pt x="175" y="180"/>
                    </a:lnTo>
                    <a:lnTo>
                      <a:pt x="175" y="182"/>
                    </a:lnTo>
                    <a:lnTo>
                      <a:pt x="175" y="179"/>
                    </a:lnTo>
                    <a:lnTo>
                      <a:pt x="175" y="177"/>
                    </a:lnTo>
                    <a:lnTo>
                      <a:pt x="174" y="179"/>
                    </a:lnTo>
                    <a:lnTo>
                      <a:pt x="174" y="179"/>
                    </a:lnTo>
                    <a:lnTo>
                      <a:pt x="171" y="182"/>
                    </a:lnTo>
                    <a:lnTo>
                      <a:pt x="167" y="186"/>
                    </a:lnTo>
                    <a:lnTo>
                      <a:pt x="167" y="186"/>
                    </a:lnTo>
                    <a:lnTo>
                      <a:pt x="162" y="192"/>
                    </a:lnTo>
                    <a:lnTo>
                      <a:pt x="162" y="192"/>
                    </a:lnTo>
                    <a:lnTo>
                      <a:pt x="158" y="196"/>
                    </a:lnTo>
                    <a:lnTo>
                      <a:pt x="158" y="196"/>
                    </a:lnTo>
                    <a:lnTo>
                      <a:pt x="157" y="200"/>
                    </a:lnTo>
                    <a:lnTo>
                      <a:pt x="157" y="200"/>
                    </a:lnTo>
                    <a:lnTo>
                      <a:pt x="155" y="199"/>
                    </a:lnTo>
                    <a:lnTo>
                      <a:pt x="154" y="199"/>
                    </a:lnTo>
                    <a:lnTo>
                      <a:pt x="154" y="199"/>
                    </a:lnTo>
                    <a:lnTo>
                      <a:pt x="152" y="202"/>
                    </a:lnTo>
                    <a:lnTo>
                      <a:pt x="152" y="203"/>
                    </a:lnTo>
                    <a:lnTo>
                      <a:pt x="152" y="203"/>
                    </a:lnTo>
                    <a:lnTo>
                      <a:pt x="151" y="203"/>
                    </a:lnTo>
                    <a:lnTo>
                      <a:pt x="151" y="203"/>
                    </a:lnTo>
                    <a:lnTo>
                      <a:pt x="151" y="203"/>
                    </a:lnTo>
                    <a:lnTo>
                      <a:pt x="151" y="203"/>
                    </a:lnTo>
                    <a:lnTo>
                      <a:pt x="147" y="207"/>
                    </a:lnTo>
                    <a:lnTo>
                      <a:pt x="145" y="210"/>
                    </a:lnTo>
                    <a:lnTo>
                      <a:pt x="145" y="210"/>
                    </a:lnTo>
                    <a:lnTo>
                      <a:pt x="145" y="210"/>
                    </a:lnTo>
                    <a:lnTo>
                      <a:pt x="142" y="213"/>
                    </a:lnTo>
                    <a:lnTo>
                      <a:pt x="142" y="213"/>
                    </a:lnTo>
                    <a:lnTo>
                      <a:pt x="142" y="213"/>
                    </a:lnTo>
                    <a:lnTo>
                      <a:pt x="142" y="212"/>
                    </a:lnTo>
                    <a:lnTo>
                      <a:pt x="144" y="210"/>
                    </a:lnTo>
                    <a:lnTo>
                      <a:pt x="144" y="210"/>
                    </a:lnTo>
                    <a:lnTo>
                      <a:pt x="141" y="213"/>
                    </a:lnTo>
                    <a:lnTo>
                      <a:pt x="141" y="213"/>
                    </a:lnTo>
                    <a:lnTo>
                      <a:pt x="137" y="217"/>
                    </a:lnTo>
                    <a:lnTo>
                      <a:pt x="137" y="217"/>
                    </a:lnTo>
                    <a:lnTo>
                      <a:pt x="131" y="224"/>
                    </a:lnTo>
                    <a:lnTo>
                      <a:pt x="131" y="224"/>
                    </a:lnTo>
                    <a:lnTo>
                      <a:pt x="124" y="232"/>
                    </a:lnTo>
                    <a:lnTo>
                      <a:pt x="121" y="237"/>
                    </a:lnTo>
                    <a:lnTo>
                      <a:pt x="121" y="237"/>
                    </a:lnTo>
                    <a:lnTo>
                      <a:pt x="115" y="244"/>
                    </a:lnTo>
                    <a:lnTo>
                      <a:pt x="111" y="249"/>
                    </a:lnTo>
                    <a:lnTo>
                      <a:pt x="111" y="249"/>
                    </a:lnTo>
                    <a:lnTo>
                      <a:pt x="108" y="257"/>
                    </a:lnTo>
                    <a:lnTo>
                      <a:pt x="104" y="266"/>
                    </a:lnTo>
                    <a:lnTo>
                      <a:pt x="104" y="266"/>
                    </a:lnTo>
                    <a:lnTo>
                      <a:pt x="110" y="260"/>
                    </a:lnTo>
                    <a:lnTo>
                      <a:pt x="110" y="260"/>
                    </a:lnTo>
                    <a:lnTo>
                      <a:pt x="105" y="264"/>
                    </a:lnTo>
                    <a:lnTo>
                      <a:pt x="105" y="264"/>
                    </a:lnTo>
                    <a:lnTo>
                      <a:pt x="102" y="269"/>
                    </a:lnTo>
                    <a:lnTo>
                      <a:pt x="102" y="269"/>
                    </a:lnTo>
                    <a:lnTo>
                      <a:pt x="102" y="269"/>
                    </a:lnTo>
                    <a:lnTo>
                      <a:pt x="102" y="267"/>
                    </a:lnTo>
                    <a:lnTo>
                      <a:pt x="104" y="266"/>
                    </a:lnTo>
                    <a:lnTo>
                      <a:pt x="104" y="266"/>
                    </a:lnTo>
                    <a:lnTo>
                      <a:pt x="90" y="283"/>
                    </a:lnTo>
                    <a:lnTo>
                      <a:pt x="90" y="283"/>
                    </a:lnTo>
                    <a:lnTo>
                      <a:pt x="90" y="283"/>
                    </a:lnTo>
                    <a:lnTo>
                      <a:pt x="90" y="283"/>
                    </a:lnTo>
                    <a:lnTo>
                      <a:pt x="90" y="280"/>
                    </a:lnTo>
                    <a:lnTo>
                      <a:pt x="90" y="280"/>
                    </a:lnTo>
                    <a:lnTo>
                      <a:pt x="87" y="284"/>
                    </a:lnTo>
                    <a:lnTo>
                      <a:pt x="84" y="290"/>
                    </a:lnTo>
                    <a:lnTo>
                      <a:pt x="84" y="290"/>
                    </a:lnTo>
                    <a:lnTo>
                      <a:pt x="84" y="292"/>
                    </a:lnTo>
                    <a:lnTo>
                      <a:pt x="82" y="296"/>
                    </a:lnTo>
                    <a:lnTo>
                      <a:pt x="77" y="304"/>
                    </a:lnTo>
                    <a:lnTo>
                      <a:pt x="77" y="304"/>
                    </a:lnTo>
                    <a:lnTo>
                      <a:pt x="70" y="314"/>
                    </a:lnTo>
                    <a:lnTo>
                      <a:pt x="70" y="314"/>
                    </a:lnTo>
                    <a:lnTo>
                      <a:pt x="65" y="324"/>
                    </a:lnTo>
                    <a:lnTo>
                      <a:pt x="70" y="316"/>
                    </a:lnTo>
                    <a:lnTo>
                      <a:pt x="70" y="316"/>
                    </a:lnTo>
                    <a:lnTo>
                      <a:pt x="75" y="306"/>
                    </a:lnTo>
                    <a:lnTo>
                      <a:pt x="75" y="306"/>
                    </a:lnTo>
                    <a:lnTo>
                      <a:pt x="87" y="289"/>
                    </a:lnTo>
                    <a:lnTo>
                      <a:pt x="87" y="289"/>
                    </a:lnTo>
                    <a:lnTo>
                      <a:pt x="84" y="296"/>
                    </a:lnTo>
                    <a:lnTo>
                      <a:pt x="80" y="301"/>
                    </a:lnTo>
                    <a:lnTo>
                      <a:pt x="80" y="301"/>
                    </a:lnTo>
                    <a:lnTo>
                      <a:pt x="81" y="301"/>
                    </a:lnTo>
                    <a:lnTo>
                      <a:pt x="82" y="300"/>
                    </a:lnTo>
                    <a:lnTo>
                      <a:pt x="85" y="294"/>
                    </a:lnTo>
                    <a:lnTo>
                      <a:pt x="85" y="294"/>
                    </a:lnTo>
                    <a:lnTo>
                      <a:pt x="82" y="303"/>
                    </a:lnTo>
                    <a:lnTo>
                      <a:pt x="82" y="303"/>
                    </a:lnTo>
                    <a:lnTo>
                      <a:pt x="81" y="303"/>
                    </a:lnTo>
                    <a:lnTo>
                      <a:pt x="80" y="304"/>
                    </a:lnTo>
                    <a:lnTo>
                      <a:pt x="80" y="304"/>
                    </a:lnTo>
                    <a:lnTo>
                      <a:pt x="77" y="310"/>
                    </a:lnTo>
                    <a:lnTo>
                      <a:pt x="77" y="314"/>
                    </a:lnTo>
                    <a:lnTo>
                      <a:pt x="77" y="314"/>
                    </a:lnTo>
                    <a:lnTo>
                      <a:pt x="74" y="319"/>
                    </a:lnTo>
                    <a:lnTo>
                      <a:pt x="71" y="324"/>
                    </a:lnTo>
                    <a:lnTo>
                      <a:pt x="71" y="324"/>
                    </a:lnTo>
                    <a:lnTo>
                      <a:pt x="71" y="323"/>
                    </a:lnTo>
                    <a:lnTo>
                      <a:pt x="72" y="320"/>
                    </a:lnTo>
                    <a:lnTo>
                      <a:pt x="72" y="320"/>
                    </a:lnTo>
                    <a:lnTo>
                      <a:pt x="74" y="317"/>
                    </a:lnTo>
                    <a:lnTo>
                      <a:pt x="74" y="317"/>
                    </a:lnTo>
                    <a:lnTo>
                      <a:pt x="74" y="313"/>
                    </a:lnTo>
                    <a:lnTo>
                      <a:pt x="74" y="313"/>
                    </a:lnTo>
                    <a:lnTo>
                      <a:pt x="72" y="314"/>
                    </a:lnTo>
                    <a:lnTo>
                      <a:pt x="72" y="314"/>
                    </a:lnTo>
                    <a:lnTo>
                      <a:pt x="72" y="313"/>
                    </a:lnTo>
                    <a:lnTo>
                      <a:pt x="72" y="313"/>
                    </a:lnTo>
                    <a:lnTo>
                      <a:pt x="71" y="320"/>
                    </a:lnTo>
                    <a:lnTo>
                      <a:pt x="70" y="326"/>
                    </a:lnTo>
                    <a:lnTo>
                      <a:pt x="65" y="330"/>
                    </a:lnTo>
                    <a:lnTo>
                      <a:pt x="65" y="330"/>
                    </a:lnTo>
                    <a:lnTo>
                      <a:pt x="65" y="331"/>
                    </a:lnTo>
                    <a:lnTo>
                      <a:pt x="65" y="330"/>
                    </a:lnTo>
                    <a:lnTo>
                      <a:pt x="65" y="327"/>
                    </a:lnTo>
                    <a:lnTo>
                      <a:pt x="65" y="327"/>
                    </a:lnTo>
                    <a:lnTo>
                      <a:pt x="64" y="330"/>
                    </a:lnTo>
                    <a:lnTo>
                      <a:pt x="63" y="334"/>
                    </a:lnTo>
                    <a:lnTo>
                      <a:pt x="61" y="339"/>
                    </a:lnTo>
                    <a:lnTo>
                      <a:pt x="60" y="343"/>
                    </a:lnTo>
                    <a:lnTo>
                      <a:pt x="60" y="343"/>
                    </a:lnTo>
                    <a:lnTo>
                      <a:pt x="58" y="344"/>
                    </a:lnTo>
                    <a:lnTo>
                      <a:pt x="58" y="343"/>
                    </a:lnTo>
                    <a:lnTo>
                      <a:pt x="57" y="343"/>
                    </a:lnTo>
                    <a:lnTo>
                      <a:pt x="55" y="344"/>
                    </a:lnTo>
                    <a:lnTo>
                      <a:pt x="55" y="344"/>
                    </a:lnTo>
                    <a:lnTo>
                      <a:pt x="55" y="344"/>
                    </a:lnTo>
                    <a:lnTo>
                      <a:pt x="57" y="344"/>
                    </a:lnTo>
                    <a:lnTo>
                      <a:pt x="57" y="344"/>
                    </a:lnTo>
                    <a:lnTo>
                      <a:pt x="55" y="347"/>
                    </a:lnTo>
                    <a:lnTo>
                      <a:pt x="55" y="349"/>
                    </a:lnTo>
                    <a:lnTo>
                      <a:pt x="55" y="350"/>
                    </a:lnTo>
                    <a:lnTo>
                      <a:pt x="55" y="350"/>
                    </a:lnTo>
                    <a:lnTo>
                      <a:pt x="54" y="354"/>
                    </a:lnTo>
                    <a:lnTo>
                      <a:pt x="53" y="357"/>
                    </a:lnTo>
                    <a:lnTo>
                      <a:pt x="53" y="357"/>
                    </a:lnTo>
                    <a:lnTo>
                      <a:pt x="53" y="357"/>
                    </a:lnTo>
                    <a:lnTo>
                      <a:pt x="51" y="361"/>
                    </a:lnTo>
                    <a:lnTo>
                      <a:pt x="50" y="364"/>
                    </a:lnTo>
                    <a:lnTo>
                      <a:pt x="50" y="364"/>
                    </a:lnTo>
                    <a:lnTo>
                      <a:pt x="50" y="360"/>
                    </a:lnTo>
                    <a:lnTo>
                      <a:pt x="50" y="359"/>
                    </a:lnTo>
                    <a:lnTo>
                      <a:pt x="48" y="357"/>
                    </a:lnTo>
                    <a:lnTo>
                      <a:pt x="48" y="357"/>
                    </a:lnTo>
                    <a:lnTo>
                      <a:pt x="45" y="369"/>
                    </a:lnTo>
                    <a:lnTo>
                      <a:pt x="45" y="369"/>
                    </a:lnTo>
                    <a:lnTo>
                      <a:pt x="44" y="370"/>
                    </a:lnTo>
                    <a:lnTo>
                      <a:pt x="43" y="371"/>
                    </a:lnTo>
                    <a:lnTo>
                      <a:pt x="43" y="371"/>
                    </a:lnTo>
                    <a:lnTo>
                      <a:pt x="34" y="391"/>
                    </a:lnTo>
                    <a:lnTo>
                      <a:pt x="34" y="391"/>
                    </a:lnTo>
                    <a:lnTo>
                      <a:pt x="33" y="391"/>
                    </a:lnTo>
                    <a:lnTo>
                      <a:pt x="34" y="390"/>
                    </a:lnTo>
                    <a:lnTo>
                      <a:pt x="34" y="384"/>
                    </a:lnTo>
                    <a:lnTo>
                      <a:pt x="34" y="384"/>
                    </a:lnTo>
                    <a:lnTo>
                      <a:pt x="33" y="390"/>
                    </a:lnTo>
                    <a:lnTo>
                      <a:pt x="31" y="394"/>
                    </a:lnTo>
                    <a:lnTo>
                      <a:pt x="31" y="399"/>
                    </a:lnTo>
                    <a:lnTo>
                      <a:pt x="28" y="404"/>
                    </a:lnTo>
                    <a:lnTo>
                      <a:pt x="28" y="404"/>
                    </a:lnTo>
                    <a:lnTo>
                      <a:pt x="27" y="409"/>
                    </a:lnTo>
                    <a:lnTo>
                      <a:pt x="27" y="411"/>
                    </a:lnTo>
                    <a:lnTo>
                      <a:pt x="27" y="411"/>
                    </a:lnTo>
                    <a:lnTo>
                      <a:pt x="27" y="413"/>
                    </a:lnTo>
                    <a:lnTo>
                      <a:pt x="27" y="411"/>
                    </a:lnTo>
                    <a:lnTo>
                      <a:pt x="30" y="407"/>
                    </a:lnTo>
                    <a:lnTo>
                      <a:pt x="30" y="407"/>
                    </a:lnTo>
                    <a:lnTo>
                      <a:pt x="28" y="411"/>
                    </a:lnTo>
                    <a:lnTo>
                      <a:pt x="28" y="411"/>
                    </a:lnTo>
                    <a:lnTo>
                      <a:pt x="24" y="421"/>
                    </a:lnTo>
                    <a:lnTo>
                      <a:pt x="24" y="421"/>
                    </a:lnTo>
                    <a:lnTo>
                      <a:pt x="23" y="426"/>
                    </a:lnTo>
                    <a:lnTo>
                      <a:pt x="23" y="426"/>
                    </a:lnTo>
                    <a:lnTo>
                      <a:pt x="21" y="431"/>
                    </a:lnTo>
                    <a:lnTo>
                      <a:pt x="21" y="431"/>
                    </a:lnTo>
                    <a:lnTo>
                      <a:pt x="20" y="429"/>
                    </a:lnTo>
                    <a:lnTo>
                      <a:pt x="21" y="426"/>
                    </a:lnTo>
                    <a:lnTo>
                      <a:pt x="21" y="426"/>
                    </a:lnTo>
                    <a:lnTo>
                      <a:pt x="24" y="419"/>
                    </a:lnTo>
                    <a:lnTo>
                      <a:pt x="24" y="419"/>
                    </a:lnTo>
                    <a:lnTo>
                      <a:pt x="27" y="409"/>
                    </a:lnTo>
                    <a:lnTo>
                      <a:pt x="27" y="409"/>
                    </a:lnTo>
                    <a:lnTo>
                      <a:pt x="23" y="417"/>
                    </a:lnTo>
                    <a:lnTo>
                      <a:pt x="21" y="421"/>
                    </a:lnTo>
                    <a:lnTo>
                      <a:pt x="20" y="427"/>
                    </a:lnTo>
                    <a:lnTo>
                      <a:pt x="20" y="427"/>
                    </a:lnTo>
                    <a:lnTo>
                      <a:pt x="18" y="429"/>
                    </a:lnTo>
                    <a:lnTo>
                      <a:pt x="18" y="429"/>
                    </a:lnTo>
                    <a:lnTo>
                      <a:pt x="18" y="427"/>
                    </a:lnTo>
                    <a:lnTo>
                      <a:pt x="17" y="429"/>
                    </a:lnTo>
                    <a:lnTo>
                      <a:pt x="17" y="429"/>
                    </a:lnTo>
                    <a:lnTo>
                      <a:pt x="17" y="434"/>
                    </a:lnTo>
                    <a:lnTo>
                      <a:pt x="14" y="441"/>
                    </a:lnTo>
                    <a:lnTo>
                      <a:pt x="14" y="441"/>
                    </a:lnTo>
                    <a:lnTo>
                      <a:pt x="13" y="450"/>
                    </a:lnTo>
                    <a:lnTo>
                      <a:pt x="13" y="450"/>
                    </a:lnTo>
                    <a:lnTo>
                      <a:pt x="11" y="454"/>
                    </a:lnTo>
                    <a:lnTo>
                      <a:pt x="11" y="454"/>
                    </a:lnTo>
                    <a:lnTo>
                      <a:pt x="10" y="458"/>
                    </a:lnTo>
                    <a:lnTo>
                      <a:pt x="10" y="458"/>
                    </a:lnTo>
                    <a:lnTo>
                      <a:pt x="10" y="458"/>
                    </a:lnTo>
                    <a:lnTo>
                      <a:pt x="10" y="457"/>
                    </a:lnTo>
                    <a:lnTo>
                      <a:pt x="10" y="453"/>
                    </a:lnTo>
                    <a:lnTo>
                      <a:pt x="10" y="453"/>
                    </a:lnTo>
                    <a:lnTo>
                      <a:pt x="8" y="457"/>
                    </a:lnTo>
                    <a:lnTo>
                      <a:pt x="7" y="460"/>
                    </a:lnTo>
                    <a:lnTo>
                      <a:pt x="7" y="460"/>
                    </a:lnTo>
                    <a:lnTo>
                      <a:pt x="4" y="468"/>
                    </a:lnTo>
                    <a:lnTo>
                      <a:pt x="3" y="478"/>
                    </a:lnTo>
                    <a:lnTo>
                      <a:pt x="3" y="478"/>
                    </a:lnTo>
                    <a:lnTo>
                      <a:pt x="1" y="483"/>
                    </a:lnTo>
                    <a:lnTo>
                      <a:pt x="0" y="487"/>
                    </a:lnTo>
                    <a:lnTo>
                      <a:pt x="0" y="487"/>
                    </a:lnTo>
                    <a:lnTo>
                      <a:pt x="0" y="501"/>
                    </a:lnTo>
                    <a:lnTo>
                      <a:pt x="0" y="501"/>
                    </a:lnTo>
                    <a:lnTo>
                      <a:pt x="1" y="493"/>
                    </a:lnTo>
                    <a:lnTo>
                      <a:pt x="3" y="486"/>
                    </a:lnTo>
                    <a:lnTo>
                      <a:pt x="3" y="486"/>
                    </a:lnTo>
                    <a:lnTo>
                      <a:pt x="3" y="484"/>
                    </a:lnTo>
                    <a:lnTo>
                      <a:pt x="3" y="484"/>
                    </a:lnTo>
                    <a:lnTo>
                      <a:pt x="3" y="484"/>
                    </a:lnTo>
                    <a:lnTo>
                      <a:pt x="3" y="480"/>
                    </a:lnTo>
                    <a:lnTo>
                      <a:pt x="4" y="476"/>
                    </a:lnTo>
                    <a:lnTo>
                      <a:pt x="4" y="476"/>
                    </a:lnTo>
                    <a:lnTo>
                      <a:pt x="5" y="476"/>
                    </a:lnTo>
                    <a:lnTo>
                      <a:pt x="4" y="477"/>
                    </a:lnTo>
                    <a:lnTo>
                      <a:pt x="4" y="480"/>
                    </a:lnTo>
                    <a:lnTo>
                      <a:pt x="4" y="480"/>
                    </a:lnTo>
                    <a:lnTo>
                      <a:pt x="8" y="473"/>
                    </a:lnTo>
                    <a:lnTo>
                      <a:pt x="10" y="468"/>
                    </a:lnTo>
                    <a:lnTo>
                      <a:pt x="10" y="463"/>
                    </a:lnTo>
                    <a:lnTo>
                      <a:pt x="10" y="463"/>
                    </a:lnTo>
                    <a:lnTo>
                      <a:pt x="13" y="458"/>
                    </a:lnTo>
                    <a:lnTo>
                      <a:pt x="14" y="453"/>
                    </a:lnTo>
                    <a:lnTo>
                      <a:pt x="14" y="453"/>
                    </a:lnTo>
                    <a:lnTo>
                      <a:pt x="18" y="439"/>
                    </a:lnTo>
                    <a:lnTo>
                      <a:pt x="18" y="439"/>
                    </a:lnTo>
                    <a:lnTo>
                      <a:pt x="20" y="437"/>
                    </a:lnTo>
                    <a:lnTo>
                      <a:pt x="21" y="434"/>
                    </a:lnTo>
                    <a:lnTo>
                      <a:pt x="21" y="434"/>
                    </a:lnTo>
                    <a:lnTo>
                      <a:pt x="24" y="426"/>
                    </a:lnTo>
                    <a:lnTo>
                      <a:pt x="24" y="426"/>
                    </a:lnTo>
                    <a:lnTo>
                      <a:pt x="28" y="417"/>
                    </a:lnTo>
                    <a:lnTo>
                      <a:pt x="28" y="417"/>
                    </a:lnTo>
                    <a:lnTo>
                      <a:pt x="34" y="400"/>
                    </a:lnTo>
                    <a:lnTo>
                      <a:pt x="34" y="400"/>
                    </a:lnTo>
                    <a:lnTo>
                      <a:pt x="35" y="399"/>
                    </a:lnTo>
                    <a:lnTo>
                      <a:pt x="38" y="394"/>
                    </a:lnTo>
                    <a:lnTo>
                      <a:pt x="40" y="391"/>
                    </a:lnTo>
                    <a:lnTo>
                      <a:pt x="40" y="391"/>
                    </a:lnTo>
                    <a:lnTo>
                      <a:pt x="40" y="393"/>
                    </a:lnTo>
                    <a:lnTo>
                      <a:pt x="40" y="393"/>
                    </a:lnTo>
                    <a:lnTo>
                      <a:pt x="44" y="381"/>
                    </a:lnTo>
                    <a:lnTo>
                      <a:pt x="44" y="381"/>
                    </a:lnTo>
                    <a:lnTo>
                      <a:pt x="40" y="387"/>
                    </a:lnTo>
                    <a:lnTo>
                      <a:pt x="40" y="387"/>
                    </a:lnTo>
                    <a:lnTo>
                      <a:pt x="43" y="380"/>
                    </a:lnTo>
                    <a:lnTo>
                      <a:pt x="43" y="380"/>
                    </a:lnTo>
                    <a:lnTo>
                      <a:pt x="44" y="380"/>
                    </a:lnTo>
                    <a:lnTo>
                      <a:pt x="44" y="381"/>
                    </a:lnTo>
                    <a:lnTo>
                      <a:pt x="44" y="381"/>
                    </a:lnTo>
                    <a:lnTo>
                      <a:pt x="45" y="379"/>
                    </a:lnTo>
                    <a:lnTo>
                      <a:pt x="48" y="374"/>
                    </a:lnTo>
                    <a:lnTo>
                      <a:pt x="48" y="374"/>
                    </a:lnTo>
                    <a:lnTo>
                      <a:pt x="48" y="373"/>
                    </a:lnTo>
                    <a:lnTo>
                      <a:pt x="48" y="371"/>
                    </a:lnTo>
                    <a:lnTo>
                      <a:pt x="48" y="371"/>
                    </a:lnTo>
                    <a:lnTo>
                      <a:pt x="51" y="369"/>
                    </a:lnTo>
                    <a:lnTo>
                      <a:pt x="53" y="364"/>
                    </a:lnTo>
                    <a:lnTo>
                      <a:pt x="53" y="364"/>
                    </a:lnTo>
                    <a:lnTo>
                      <a:pt x="54" y="361"/>
                    </a:lnTo>
                    <a:lnTo>
                      <a:pt x="55" y="359"/>
                    </a:lnTo>
                    <a:lnTo>
                      <a:pt x="55" y="359"/>
                    </a:lnTo>
                    <a:lnTo>
                      <a:pt x="55" y="359"/>
                    </a:lnTo>
                    <a:lnTo>
                      <a:pt x="55" y="360"/>
                    </a:lnTo>
                    <a:lnTo>
                      <a:pt x="55" y="361"/>
                    </a:lnTo>
                    <a:lnTo>
                      <a:pt x="57" y="360"/>
                    </a:lnTo>
                    <a:lnTo>
                      <a:pt x="57" y="360"/>
                    </a:lnTo>
                    <a:lnTo>
                      <a:pt x="58" y="354"/>
                    </a:lnTo>
                    <a:lnTo>
                      <a:pt x="63" y="346"/>
                    </a:lnTo>
                    <a:lnTo>
                      <a:pt x="63" y="346"/>
                    </a:lnTo>
                    <a:lnTo>
                      <a:pt x="67" y="339"/>
                    </a:lnTo>
                    <a:lnTo>
                      <a:pt x="71" y="334"/>
                    </a:lnTo>
                    <a:lnTo>
                      <a:pt x="71" y="334"/>
                    </a:lnTo>
                    <a:lnTo>
                      <a:pt x="71" y="331"/>
                    </a:lnTo>
                    <a:lnTo>
                      <a:pt x="71" y="331"/>
                    </a:lnTo>
                    <a:lnTo>
                      <a:pt x="71" y="329"/>
                    </a:lnTo>
                    <a:lnTo>
                      <a:pt x="71" y="329"/>
                    </a:lnTo>
                    <a:lnTo>
                      <a:pt x="72" y="326"/>
                    </a:lnTo>
                    <a:lnTo>
                      <a:pt x="72" y="326"/>
                    </a:lnTo>
                    <a:lnTo>
                      <a:pt x="75" y="324"/>
                    </a:lnTo>
                    <a:lnTo>
                      <a:pt x="78" y="323"/>
                    </a:lnTo>
                    <a:lnTo>
                      <a:pt x="78" y="323"/>
                    </a:lnTo>
                    <a:lnTo>
                      <a:pt x="78" y="319"/>
                    </a:lnTo>
                    <a:lnTo>
                      <a:pt x="78" y="319"/>
                    </a:lnTo>
                    <a:lnTo>
                      <a:pt x="81" y="316"/>
                    </a:lnTo>
                    <a:lnTo>
                      <a:pt x="81" y="316"/>
                    </a:lnTo>
                    <a:lnTo>
                      <a:pt x="85" y="309"/>
                    </a:lnTo>
                    <a:lnTo>
                      <a:pt x="85" y="309"/>
                    </a:lnTo>
                    <a:lnTo>
                      <a:pt x="95" y="293"/>
                    </a:lnTo>
                    <a:lnTo>
                      <a:pt x="95" y="293"/>
                    </a:lnTo>
                    <a:lnTo>
                      <a:pt x="97" y="289"/>
                    </a:lnTo>
                    <a:lnTo>
                      <a:pt x="98" y="286"/>
                    </a:lnTo>
                    <a:lnTo>
                      <a:pt x="98" y="286"/>
                    </a:lnTo>
                    <a:lnTo>
                      <a:pt x="97" y="287"/>
                    </a:lnTo>
                    <a:lnTo>
                      <a:pt x="95" y="290"/>
                    </a:lnTo>
                    <a:lnTo>
                      <a:pt x="95" y="292"/>
                    </a:lnTo>
                    <a:lnTo>
                      <a:pt x="94" y="294"/>
                    </a:lnTo>
                    <a:lnTo>
                      <a:pt x="94" y="294"/>
                    </a:lnTo>
                    <a:lnTo>
                      <a:pt x="94" y="293"/>
                    </a:lnTo>
                    <a:lnTo>
                      <a:pt x="91" y="294"/>
                    </a:lnTo>
                    <a:lnTo>
                      <a:pt x="91" y="294"/>
                    </a:lnTo>
                    <a:lnTo>
                      <a:pt x="92" y="289"/>
                    </a:lnTo>
                    <a:lnTo>
                      <a:pt x="95" y="284"/>
                    </a:lnTo>
                    <a:lnTo>
                      <a:pt x="98" y="282"/>
                    </a:lnTo>
                    <a:lnTo>
                      <a:pt x="101" y="280"/>
                    </a:lnTo>
                    <a:lnTo>
                      <a:pt x="101" y="280"/>
                    </a:lnTo>
                    <a:lnTo>
                      <a:pt x="100" y="283"/>
                    </a:lnTo>
                    <a:lnTo>
                      <a:pt x="98" y="284"/>
                    </a:lnTo>
                    <a:lnTo>
                      <a:pt x="97" y="286"/>
                    </a:lnTo>
                    <a:lnTo>
                      <a:pt x="95" y="289"/>
                    </a:lnTo>
                    <a:lnTo>
                      <a:pt x="95" y="289"/>
                    </a:lnTo>
                    <a:lnTo>
                      <a:pt x="100" y="284"/>
                    </a:lnTo>
                    <a:lnTo>
                      <a:pt x="100" y="286"/>
                    </a:lnTo>
                    <a:lnTo>
                      <a:pt x="100" y="287"/>
                    </a:lnTo>
                    <a:lnTo>
                      <a:pt x="100" y="287"/>
                    </a:lnTo>
                    <a:lnTo>
                      <a:pt x="112" y="270"/>
                    </a:lnTo>
                    <a:lnTo>
                      <a:pt x="112" y="270"/>
                    </a:lnTo>
                    <a:lnTo>
                      <a:pt x="112" y="272"/>
                    </a:lnTo>
                    <a:lnTo>
                      <a:pt x="112" y="272"/>
                    </a:lnTo>
                    <a:lnTo>
                      <a:pt x="117" y="267"/>
                    </a:lnTo>
                    <a:lnTo>
                      <a:pt x="117" y="267"/>
                    </a:lnTo>
                    <a:lnTo>
                      <a:pt x="114" y="272"/>
                    </a:lnTo>
                    <a:lnTo>
                      <a:pt x="110" y="276"/>
                    </a:lnTo>
                    <a:lnTo>
                      <a:pt x="110" y="276"/>
                    </a:lnTo>
                    <a:lnTo>
                      <a:pt x="110" y="277"/>
                    </a:lnTo>
                    <a:lnTo>
                      <a:pt x="110" y="276"/>
                    </a:lnTo>
                    <a:lnTo>
                      <a:pt x="111" y="276"/>
                    </a:lnTo>
                    <a:lnTo>
                      <a:pt x="111" y="277"/>
                    </a:lnTo>
                    <a:lnTo>
                      <a:pt x="111" y="277"/>
                    </a:lnTo>
                    <a:lnTo>
                      <a:pt x="114" y="272"/>
                    </a:lnTo>
                    <a:lnTo>
                      <a:pt x="118" y="267"/>
                    </a:lnTo>
                    <a:lnTo>
                      <a:pt x="118" y="267"/>
                    </a:lnTo>
                    <a:lnTo>
                      <a:pt x="118" y="266"/>
                    </a:lnTo>
                    <a:lnTo>
                      <a:pt x="117" y="266"/>
                    </a:lnTo>
                    <a:lnTo>
                      <a:pt x="114" y="269"/>
                    </a:lnTo>
                    <a:lnTo>
                      <a:pt x="114" y="269"/>
                    </a:lnTo>
                    <a:lnTo>
                      <a:pt x="120" y="262"/>
                    </a:lnTo>
                    <a:lnTo>
                      <a:pt x="125" y="253"/>
                    </a:lnTo>
                    <a:lnTo>
                      <a:pt x="125" y="253"/>
                    </a:lnTo>
                    <a:lnTo>
                      <a:pt x="124" y="252"/>
                    </a:lnTo>
                    <a:lnTo>
                      <a:pt x="122" y="252"/>
                    </a:lnTo>
                    <a:lnTo>
                      <a:pt x="122" y="250"/>
                    </a:lnTo>
                    <a:lnTo>
                      <a:pt x="122" y="250"/>
                    </a:lnTo>
                    <a:lnTo>
                      <a:pt x="125" y="249"/>
                    </a:lnTo>
                    <a:lnTo>
                      <a:pt x="125" y="249"/>
                    </a:lnTo>
                    <a:lnTo>
                      <a:pt x="127" y="249"/>
                    </a:lnTo>
                    <a:lnTo>
                      <a:pt x="128" y="247"/>
                    </a:lnTo>
                    <a:lnTo>
                      <a:pt x="128" y="247"/>
                    </a:lnTo>
                    <a:lnTo>
                      <a:pt x="128" y="249"/>
                    </a:lnTo>
                    <a:lnTo>
                      <a:pt x="127" y="252"/>
                    </a:lnTo>
                    <a:lnTo>
                      <a:pt x="127" y="252"/>
                    </a:lnTo>
                    <a:lnTo>
                      <a:pt x="131" y="247"/>
                    </a:lnTo>
                    <a:lnTo>
                      <a:pt x="131" y="247"/>
                    </a:lnTo>
                    <a:lnTo>
                      <a:pt x="137" y="240"/>
                    </a:lnTo>
                    <a:lnTo>
                      <a:pt x="137" y="240"/>
                    </a:lnTo>
                    <a:lnTo>
                      <a:pt x="142" y="234"/>
                    </a:lnTo>
                    <a:lnTo>
                      <a:pt x="148" y="230"/>
                    </a:lnTo>
                    <a:lnTo>
                      <a:pt x="148" y="230"/>
                    </a:lnTo>
                    <a:lnTo>
                      <a:pt x="151" y="224"/>
                    </a:lnTo>
                    <a:lnTo>
                      <a:pt x="151" y="224"/>
                    </a:lnTo>
                    <a:lnTo>
                      <a:pt x="157" y="219"/>
                    </a:lnTo>
                    <a:lnTo>
                      <a:pt x="157" y="219"/>
                    </a:lnTo>
                    <a:lnTo>
                      <a:pt x="167" y="209"/>
                    </a:lnTo>
                    <a:lnTo>
                      <a:pt x="167" y="209"/>
                    </a:lnTo>
                    <a:lnTo>
                      <a:pt x="167" y="209"/>
                    </a:lnTo>
                    <a:lnTo>
                      <a:pt x="167" y="209"/>
                    </a:lnTo>
                    <a:lnTo>
                      <a:pt x="165" y="212"/>
                    </a:lnTo>
                    <a:lnTo>
                      <a:pt x="164" y="214"/>
                    </a:lnTo>
                    <a:lnTo>
                      <a:pt x="164" y="216"/>
                    </a:lnTo>
                    <a:lnTo>
                      <a:pt x="164" y="216"/>
                    </a:lnTo>
                    <a:lnTo>
                      <a:pt x="167" y="213"/>
                    </a:lnTo>
                    <a:lnTo>
                      <a:pt x="168" y="210"/>
                    </a:lnTo>
                    <a:lnTo>
                      <a:pt x="169" y="209"/>
                    </a:lnTo>
                    <a:lnTo>
                      <a:pt x="171" y="209"/>
                    </a:lnTo>
                    <a:lnTo>
                      <a:pt x="171" y="209"/>
                    </a:lnTo>
                    <a:lnTo>
                      <a:pt x="171" y="207"/>
                    </a:lnTo>
                    <a:lnTo>
                      <a:pt x="169" y="207"/>
                    </a:lnTo>
                    <a:lnTo>
                      <a:pt x="169" y="207"/>
                    </a:lnTo>
                    <a:lnTo>
                      <a:pt x="172" y="202"/>
                    </a:lnTo>
                    <a:lnTo>
                      <a:pt x="172" y="202"/>
                    </a:lnTo>
                    <a:lnTo>
                      <a:pt x="177" y="197"/>
                    </a:lnTo>
                    <a:lnTo>
                      <a:pt x="177" y="197"/>
                    </a:lnTo>
                    <a:lnTo>
                      <a:pt x="187" y="190"/>
                    </a:lnTo>
                    <a:lnTo>
                      <a:pt x="187" y="190"/>
                    </a:lnTo>
                    <a:lnTo>
                      <a:pt x="188" y="187"/>
                    </a:lnTo>
                    <a:lnTo>
                      <a:pt x="189" y="183"/>
                    </a:lnTo>
                    <a:lnTo>
                      <a:pt x="189" y="183"/>
                    </a:lnTo>
                    <a:lnTo>
                      <a:pt x="194" y="180"/>
                    </a:lnTo>
                    <a:lnTo>
                      <a:pt x="194" y="180"/>
                    </a:lnTo>
                    <a:lnTo>
                      <a:pt x="197" y="177"/>
                    </a:lnTo>
                    <a:lnTo>
                      <a:pt x="197" y="177"/>
                    </a:lnTo>
                    <a:lnTo>
                      <a:pt x="198" y="177"/>
                    </a:lnTo>
                    <a:lnTo>
                      <a:pt x="198" y="179"/>
                    </a:lnTo>
                    <a:lnTo>
                      <a:pt x="197" y="180"/>
                    </a:lnTo>
                    <a:lnTo>
                      <a:pt x="197" y="180"/>
                    </a:lnTo>
                    <a:lnTo>
                      <a:pt x="191" y="183"/>
                    </a:lnTo>
                    <a:lnTo>
                      <a:pt x="191" y="183"/>
                    </a:lnTo>
                    <a:lnTo>
                      <a:pt x="191" y="184"/>
                    </a:lnTo>
                    <a:lnTo>
                      <a:pt x="191" y="184"/>
                    </a:lnTo>
                    <a:lnTo>
                      <a:pt x="191" y="184"/>
                    </a:lnTo>
                    <a:lnTo>
                      <a:pt x="189" y="187"/>
                    </a:lnTo>
                    <a:lnTo>
                      <a:pt x="189" y="187"/>
                    </a:lnTo>
                    <a:lnTo>
                      <a:pt x="194" y="183"/>
                    </a:lnTo>
                    <a:lnTo>
                      <a:pt x="197" y="180"/>
                    </a:lnTo>
                    <a:lnTo>
                      <a:pt x="199" y="179"/>
                    </a:lnTo>
                    <a:lnTo>
                      <a:pt x="199" y="179"/>
                    </a:lnTo>
                    <a:lnTo>
                      <a:pt x="197" y="182"/>
                    </a:lnTo>
                    <a:lnTo>
                      <a:pt x="197" y="182"/>
                    </a:lnTo>
                    <a:lnTo>
                      <a:pt x="194" y="184"/>
                    </a:lnTo>
                    <a:lnTo>
                      <a:pt x="194" y="184"/>
                    </a:lnTo>
                    <a:lnTo>
                      <a:pt x="195" y="186"/>
                    </a:lnTo>
                    <a:lnTo>
                      <a:pt x="197" y="183"/>
                    </a:lnTo>
                    <a:lnTo>
                      <a:pt x="197" y="183"/>
                    </a:lnTo>
                    <a:lnTo>
                      <a:pt x="201" y="180"/>
                    </a:lnTo>
                    <a:lnTo>
                      <a:pt x="201" y="180"/>
                    </a:lnTo>
                    <a:lnTo>
                      <a:pt x="201" y="182"/>
                    </a:lnTo>
                    <a:lnTo>
                      <a:pt x="204" y="179"/>
                    </a:lnTo>
                    <a:lnTo>
                      <a:pt x="214" y="172"/>
                    </a:lnTo>
                    <a:lnTo>
                      <a:pt x="214" y="172"/>
                    </a:lnTo>
                    <a:lnTo>
                      <a:pt x="214" y="169"/>
                    </a:lnTo>
                    <a:lnTo>
                      <a:pt x="217" y="164"/>
                    </a:lnTo>
                    <a:lnTo>
                      <a:pt x="217" y="164"/>
                    </a:lnTo>
                    <a:lnTo>
                      <a:pt x="217" y="166"/>
                    </a:lnTo>
                    <a:lnTo>
                      <a:pt x="218" y="166"/>
                    </a:lnTo>
                    <a:lnTo>
                      <a:pt x="219" y="166"/>
                    </a:lnTo>
                    <a:lnTo>
                      <a:pt x="221" y="166"/>
                    </a:lnTo>
                    <a:lnTo>
                      <a:pt x="221" y="166"/>
                    </a:lnTo>
                    <a:lnTo>
                      <a:pt x="224" y="163"/>
                    </a:lnTo>
                    <a:lnTo>
                      <a:pt x="224" y="163"/>
                    </a:lnTo>
                    <a:lnTo>
                      <a:pt x="222" y="162"/>
                    </a:lnTo>
                    <a:lnTo>
                      <a:pt x="224" y="160"/>
                    </a:lnTo>
                    <a:lnTo>
                      <a:pt x="227" y="156"/>
                    </a:lnTo>
                    <a:lnTo>
                      <a:pt x="227" y="156"/>
                    </a:lnTo>
                    <a:lnTo>
                      <a:pt x="234" y="152"/>
                    </a:lnTo>
                    <a:lnTo>
                      <a:pt x="238" y="147"/>
                    </a:lnTo>
                    <a:lnTo>
                      <a:pt x="242" y="144"/>
                    </a:lnTo>
                    <a:lnTo>
                      <a:pt x="242" y="144"/>
                    </a:lnTo>
                    <a:lnTo>
                      <a:pt x="244" y="143"/>
                    </a:lnTo>
                    <a:lnTo>
                      <a:pt x="244" y="144"/>
                    </a:lnTo>
                    <a:lnTo>
                      <a:pt x="244" y="146"/>
                    </a:lnTo>
                    <a:lnTo>
                      <a:pt x="244" y="146"/>
                    </a:lnTo>
                    <a:lnTo>
                      <a:pt x="251" y="142"/>
                    </a:lnTo>
                    <a:lnTo>
                      <a:pt x="258" y="139"/>
                    </a:lnTo>
                    <a:lnTo>
                      <a:pt x="258" y="139"/>
                    </a:lnTo>
                    <a:lnTo>
                      <a:pt x="261" y="135"/>
                    </a:lnTo>
                    <a:lnTo>
                      <a:pt x="256" y="136"/>
                    </a:lnTo>
                    <a:lnTo>
                      <a:pt x="256" y="136"/>
                    </a:lnTo>
                    <a:lnTo>
                      <a:pt x="254" y="139"/>
                    </a:lnTo>
                    <a:lnTo>
                      <a:pt x="251" y="140"/>
                    </a:lnTo>
                    <a:lnTo>
                      <a:pt x="247" y="143"/>
                    </a:lnTo>
                    <a:lnTo>
                      <a:pt x="247" y="143"/>
                    </a:lnTo>
                    <a:lnTo>
                      <a:pt x="249" y="140"/>
                    </a:lnTo>
                    <a:lnTo>
                      <a:pt x="252" y="139"/>
                    </a:lnTo>
                    <a:lnTo>
                      <a:pt x="258" y="133"/>
                    </a:lnTo>
                    <a:lnTo>
                      <a:pt x="258" y="133"/>
                    </a:lnTo>
                    <a:lnTo>
                      <a:pt x="259" y="135"/>
                    </a:lnTo>
                    <a:lnTo>
                      <a:pt x="261" y="133"/>
                    </a:lnTo>
                    <a:lnTo>
                      <a:pt x="265" y="132"/>
                    </a:lnTo>
                    <a:lnTo>
                      <a:pt x="265" y="132"/>
                    </a:lnTo>
                    <a:lnTo>
                      <a:pt x="272" y="127"/>
                    </a:lnTo>
                    <a:lnTo>
                      <a:pt x="272" y="127"/>
                    </a:lnTo>
                    <a:lnTo>
                      <a:pt x="278" y="125"/>
                    </a:lnTo>
                    <a:lnTo>
                      <a:pt x="278" y="125"/>
                    </a:lnTo>
                    <a:lnTo>
                      <a:pt x="269" y="129"/>
                    </a:lnTo>
                    <a:lnTo>
                      <a:pt x="269" y="129"/>
                    </a:lnTo>
                    <a:lnTo>
                      <a:pt x="271" y="129"/>
                    </a:lnTo>
                    <a:lnTo>
                      <a:pt x="274" y="127"/>
                    </a:lnTo>
                    <a:lnTo>
                      <a:pt x="281" y="123"/>
                    </a:lnTo>
                    <a:lnTo>
                      <a:pt x="281" y="123"/>
                    </a:lnTo>
                    <a:lnTo>
                      <a:pt x="281" y="122"/>
                    </a:lnTo>
                    <a:lnTo>
                      <a:pt x="281" y="120"/>
                    </a:lnTo>
                    <a:lnTo>
                      <a:pt x="281" y="120"/>
                    </a:lnTo>
                    <a:lnTo>
                      <a:pt x="284" y="117"/>
                    </a:lnTo>
                    <a:lnTo>
                      <a:pt x="285" y="117"/>
                    </a:lnTo>
                    <a:lnTo>
                      <a:pt x="285" y="119"/>
                    </a:lnTo>
                    <a:lnTo>
                      <a:pt x="286" y="119"/>
                    </a:lnTo>
                    <a:lnTo>
                      <a:pt x="286" y="119"/>
                    </a:lnTo>
                    <a:lnTo>
                      <a:pt x="288" y="117"/>
                    </a:lnTo>
                    <a:lnTo>
                      <a:pt x="291" y="116"/>
                    </a:lnTo>
                    <a:lnTo>
                      <a:pt x="291" y="116"/>
                    </a:lnTo>
                    <a:lnTo>
                      <a:pt x="291" y="115"/>
                    </a:lnTo>
                    <a:lnTo>
                      <a:pt x="294" y="113"/>
                    </a:lnTo>
                    <a:lnTo>
                      <a:pt x="294" y="113"/>
                    </a:lnTo>
                    <a:lnTo>
                      <a:pt x="301" y="110"/>
                    </a:lnTo>
                    <a:lnTo>
                      <a:pt x="301" y="110"/>
                    </a:lnTo>
                    <a:lnTo>
                      <a:pt x="299" y="110"/>
                    </a:lnTo>
                    <a:lnTo>
                      <a:pt x="299" y="109"/>
                    </a:lnTo>
                    <a:lnTo>
                      <a:pt x="305" y="105"/>
                    </a:lnTo>
                    <a:lnTo>
                      <a:pt x="305" y="105"/>
                    </a:lnTo>
                    <a:lnTo>
                      <a:pt x="306" y="105"/>
                    </a:lnTo>
                    <a:lnTo>
                      <a:pt x="305" y="106"/>
                    </a:lnTo>
                    <a:lnTo>
                      <a:pt x="304" y="107"/>
                    </a:lnTo>
                    <a:lnTo>
                      <a:pt x="306" y="107"/>
                    </a:lnTo>
                    <a:lnTo>
                      <a:pt x="306" y="107"/>
                    </a:lnTo>
                    <a:lnTo>
                      <a:pt x="308" y="105"/>
                    </a:lnTo>
                    <a:lnTo>
                      <a:pt x="309" y="103"/>
                    </a:lnTo>
                    <a:lnTo>
                      <a:pt x="314" y="100"/>
                    </a:lnTo>
                    <a:lnTo>
                      <a:pt x="314" y="100"/>
                    </a:lnTo>
                    <a:lnTo>
                      <a:pt x="315" y="100"/>
                    </a:lnTo>
                    <a:lnTo>
                      <a:pt x="312" y="102"/>
                    </a:lnTo>
                    <a:lnTo>
                      <a:pt x="311" y="103"/>
                    </a:lnTo>
                    <a:lnTo>
                      <a:pt x="311" y="105"/>
                    </a:lnTo>
                    <a:lnTo>
                      <a:pt x="311" y="105"/>
                    </a:lnTo>
                    <a:lnTo>
                      <a:pt x="315" y="102"/>
                    </a:lnTo>
                    <a:lnTo>
                      <a:pt x="318" y="97"/>
                    </a:lnTo>
                    <a:lnTo>
                      <a:pt x="318" y="97"/>
                    </a:lnTo>
                    <a:lnTo>
                      <a:pt x="321" y="97"/>
                    </a:lnTo>
                    <a:lnTo>
                      <a:pt x="319" y="99"/>
                    </a:lnTo>
                    <a:lnTo>
                      <a:pt x="318" y="100"/>
                    </a:lnTo>
                    <a:lnTo>
                      <a:pt x="316" y="100"/>
                    </a:lnTo>
                    <a:lnTo>
                      <a:pt x="316" y="100"/>
                    </a:lnTo>
                    <a:lnTo>
                      <a:pt x="324" y="99"/>
                    </a:lnTo>
                    <a:lnTo>
                      <a:pt x="328" y="96"/>
                    </a:lnTo>
                    <a:lnTo>
                      <a:pt x="336" y="89"/>
                    </a:lnTo>
                    <a:lnTo>
                      <a:pt x="336" y="89"/>
                    </a:lnTo>
                    <a:lnTo>
                      <a:pt x="339" y="89"/>
                    </a:lnTo>
                    <a:lnTo>
                      <a:pt x="342" y="89"/>
                    </a:lnTo>
                    <a:lnTo>
                      <a:pt x="342" y="89"/>
                    </a:lnTo>
                    <a:lnTo>
                      <a:pt x="349" y="85"/>
                    </a:lnTo>
                    <a:lnTo>
                      <a:pt x="355" y="80"/>
                    </a:lnTo>
                    <a:lnTo>
                      <a:pt x="355" y="80"/>
                    </a:lnTo>
                    <a:lnTo>
                      <a:pt x="356" y="82"/>
                    </a:lnTo>
                    <a:lnTo>
                      <a:pt x="356" y="82"/>
                    </a:lnTo>
                    <a:lnTo>
                      <a:pt x="356" y="83"/>
                    </a:lnTo>
                    <a:lnTo>
                      <a:pt x="356" y="83"/>
                    </a:lnTo>
                    <a:lnTo>
                      <a:pt x="352" y="86"/>
                    </a:lnTo>
                    <a:lnTo>
                      <a:pt x="352" y="86"/>
                    </a:lnTo>
                    <a:lnTo>
                      <a:pt x="351" y="86"/>
                    </a:lnTo>
                    <a:lnTo>
                      <a:pt x="351" y="86"/>
                    </a:lnTo>
                    <a:lnTo>
                      <a:pt x="352" y="85"/>
                    </a:lnTo>
                    <a:lnTo>
                      <a:pt x="352" y="85"/>
                    </a:lnTo>
                    <a:lnTo>
                      <a:pt x="345" y="89"/>
                    </a:lnTo>
                    <a:lnTo>
                      <a:pt x="336" y="93"/>
                    </a:lnTo>
                    <a:lnTo>
                      <a:pt x="336" y="93"/>
                    </a:lnTo>
                    <a:lnTo>
                      <a:pt x="343" y="90"/>
                    </a:lnTo>
                    <a:lnTo>
                      <a:pt x="351" y="87"/>
                    </a:lnTo>
                    <a:lnTo>
                      <a:pt x="351" y="87"/>
                    </a:lnTo>
                    <a:lnTo>
                      <a:pt x="351" y="87"/>
                    </a:lnTo>
                    <a:lnTo>
                      <a:pt x="349" y="87"/>
                    </a:lnTo>
                    <a:lnTo>
                      <a:pt x="348" y="89"/>
                    </a:lnTo>
                    <a:lnTo>
                      <a:pt x="349" y="89"/>
                    </a:lnTo>
                    <a:lnTo>
                      <a:pt x="349" y="89"/>
                    </a:lnTo>
                    <a:lnTo>
                      <a:pt x="335" y="96"/>
                    </a:lnTo>
                    <a:lnTo>
                      <a:pt x="335" y="96"/>
                    </a:lnTo>
                    <a:lnTo>
                      <a:pt x="335" y="96"/>
                    </a:lnTo>
                    <a:lnTo>
                      <a:pt x="335" y="96"/>
                    </a:lnTo>
                    <a:lnTo>
                      <a:pt x="335" y="97"/>
                    </a:lnTo>
                    <a:lnTo>
                      <a:pt x="335" y="97"/>
                    </a:lnTo>
                    <a:lnTo>
                      <a:pt x="334" y="97"/>
                    </a:lnTo>
                    <a:lnTo>
                      <a:pt x="332" y="97"/>
                    </a:lnTo>
                    <a:lnTo>
                      <a:pt x="331" y="97"/>
                    </a:lnTo>
                    <a:lnTo>
                      <a:pt x="329" y="97"/>
                    </a:lnTo>
                    <a:lnTo>
                      <a:pt x="329" y="97"/>
                    </a:lnTo>
                    <a:lnTo>
                      <a:pt x="325" y="100"/>
                    </a:lnTo>
                    <a:lnTo>
                      <a:pt x="325" y="100"/>
                    </a:lnTo>
                    <a:lnTo>
                      <a:pt x="324" y="102"/>
                    </a:lnTo>
                    <a:lnTo>
                      <a:pt x="324" y="103"/>
                    </a:lnTo>
                    <a:lnTo>
                      <a:pt x="319" y="106"/>
                    </a:lnTo>
                    <a:lnTo>
                      <a:pt x="315" y="107"/>
                    </a:lnTo>
                    <a:lnTo>
                      <a:pt x="311" y="112"/>
                    </a:lnTo>
                    <a:lnTo>
                      <a:pt x="311" y="112"/>
                    </a:lnTo>
                    <a:lnTo>
                      <a:pt x="308" y="112"/>
                    </a:lnTo>
                    <a:lnTo>
                      <a:pt x="308" y="110"/>
                    </a:lnTo>
                    <a:lnTo>
                      <a:pt x="308" y="110"/>
                    </a:lnTo>
                    <a:lnTo>
                      <a:pt x="305" y="112"/>
                    </a:lnTo>
                    <a:lnTo>
                      <a:pt x="305" y="112"/>
                    </a:lnTo>
                    <a:lnTo>
                      <a:pt x="305" y="113"/>
                    </a:lnTo>
                    <a:lnTo>
                      <a:pt x="305" y="113"/>
                    </a:lnTo>
                    <a:lnTo>
                      <a:pt x="306" y="115"/>
                    </a:lnTo>
                    <a:lnTo>
                      <a:pt x="305" y="116"/>
                    </a:lnTo>
                    <a:lnTo>
                      <a:pt x="305" y="116"/>
                    </a:lnTo>
                    <a:lnTo>
                      <a:pt x="309" y="115"/>
                    </a:lnTo>
                    <a:lnTo>
                      <a:pt x="314" y="112"/>
                    </a:lnTo>
                    <a:lnTo>
                      <a:pt x="314" y="112"/>
                    </a:lnTo>
                    <a:lnTo>
                      <a:pt x="314" y="112"/>
                    </a:lnTo>
                    <a:lnTo>
                      <a:pt x="312" y="112"/>
                    </a:lnTo>
                    <a:lnTo>
                      <a:pt x="311" y="112"/>
                    </a:lnTo>
                    <a:lnTo>
                      <a:pt x="311" y="112"/>
                    </a:lnTo>
                    <a:lnTo>
                      <a:pt x="315" y="109"/>
                    </a:lnTo>
                    <a:lnTo>
                      <a:pt x="321" y="106"/>
                    </a:lnTo>
                    <a:lnTo>
                      <a:pt x="321" y="106"/>
                    </a:lnTo>
                    <a:lnTo>
                      <a:pt x="321" y="107"/>
                    </a:lnTo>
                    <a:lnTo>
                      <a:pt x="319" y="109"/>
                    </a:lnTo>
                    <a:lnTo>
                      <a:pt x="318" y="110"/>
                    </a:lnTo>
                    <a:lnTo>
                      <a:pt x="318" y="110"/>
                    </a:lnTo>
                    <a:lnTo>
                      <a:pt x="311" y="115"/>
                    </a:lnTo>
                    <a:lnTo>
                      <a:pt x="306" y="117"/>
                    </a:lnTo>
                    <a:lnTo>
                      <a:pt x="306" y="117"/>
                    </a:lnTo>
                    <a:lnTo>
                      <a:pt x="304" y="119"/>
                    </a:lnTo>
                    <a:lnTo>
                      <a:pt x="304" y="117"/>
                    </a:lnTo>
                    <a:lnTo>
                      <a:pt x="304" y="117"/>
                    </a:lnTo>
                    <a:lnTo>
                      <a:pt x="301" y="119"/>
                    </a:lnTo>
                    <a:lnTo>
                      <a:pt x="301" y="119"/>
                    </a:lnTo>
                    <a:lnTo>
                      <a:pt x="299" y="122"/>
                    </a:lnTo>
                    <a:lnTo>
                      <a:pt x="295" y="125"/>
                    </a:lnTo>
                    <a:lnTo>
                      <a:pt x="285" y="132"/>
                    </a:lnTo>
                    <a:lnTo>
                      <a:pt x="274" y="139"/>
                    </a:lnTo>
                    <a:lnTo>
                      <a:pt x="264" y="146"/>
                    </a:lnTo>
                    <a:lnTo>
                      <a:pt x="264" y="146"/>
                    </a:lnTo>
                    <a:lnTo>
                      <a:pt x="265" y="143"/>
                    </a:lnTo>
                    <a:lnTo>
                      <a:pt x="265" y="143"/>
                    </a:lnTo>
                    <a:lnTo>
                      <a:pt x="264" y="142"/>
                    </a:lnTo>
                    <a:lnTo>
                      <a:pt x="264" y="142"/>
                    </a:lnTo>
                    <a:lnTo>
                      <a:pt x="281" y="132"/>
                    </a:lnTo>
                    <a:lnTo>
                      <a:pt x="298" y="120"/>
                    </a:lnTo>
                    <a:lnTo>
                      <a:pt x="298" y="120"/>
                    </a:lnTo>
                    <a:lnTo>
                      <a:pt x="298" y="120"/>
                    </a:lnTo>
                    <a:lnTo>
                      <a:pt x="296" y="120"/>
                    </a:lnTo>
                    <a:lnTo>
                      <a:pt x="292" y="125"/>
                    </a:lnTo>
                    <a:lnTo>
                      <a:pt x="292" y="125"/>
                    </a:lnTo>
                    <a:lnTo>
                      <a:pt x="288" y="126"/>
                    </a:lnTo>
                    <a:lnTo>
                      <a:pt x="288" y="126"/>
                    </a:lnTo>
                    <a:lnTo>
                      <a:pt x="289" y="125"/>
                    </a:lnTo>
                    <a:lnTo>
                      <a:pt x="289" y="125"/>
                    </a:lnTo>
                    <a:lnTo>
                      <a:pt x="279" y="130"/>
                    </a:lnTo>
                    <a:lnTo>
                      <a:pt x="279" y="130"/>
                    </a:lnTo>
                    <a:lnTo>
                      <a:pt x="279" y="130"/>
                    </a:lnTo>
                    <a:lnTo>
                      <a:pt x="279" y="129"/>
                    </a:lnTo>
                    <a:lnTo>
                      <a:pt x="279" y="129"/>
                    </a:lnTo>
                    <a:lnTo>
                      <a:pt x="276" y="130"/>
                    </a:lnTo>
                    <a:lnTo>
                      <a:pt x="276" y="130"/>
                    </a:lnTo>
                    <a:lnTo>
                      <a:pt x="274" y="133"/>
                    </a:lnTo>
                    <a:lnTo>
                      <a:pt x="269" y="136"/>
                    </a:lnTo>
                    <a:lnTo>
                      <a:pt x="269" y="136"/>
                    </a:lnTo>
                    <a:lnTo>
                      <a:pt x="268" y="137"/>
                    </a:lnTo>
                    <a:lnTo>
                      <a:pt x="266" y="136"/>
                    </a:lnTo>
                    <a:lnTo>
                      <a:pt x="266" y="136"/>
                    </a:lnTo>
                    <a:lnTo>
                      <a:pt x="265" y="136"/>
                    </a:lnTo>
                    <a:lnTo>
                      <a:pt x="265" y="136"/>
                    </a:lnTo>
                    <a:lnTo>
                      <a:pt x="255" y="144"/>
                    </a:lnTo>
                    <a:lnTo>
                      <a:pt x="248" y="152"/>
                    </a:lnTo>
                    <a:lnTo>
                      <a:pt x="248" y="152"/>
                    </a:lnTo>
                    <a:lnTo>
                      <a:pt x="247" y="152"/>
                    </a:lnTo>
                    <a:lnTo>
                      <a:pt x="247" y="152"/>
                    </a:lnTo>
                    <a:lnTo>
                      <a:pt x="247" y="150"/>
                    </a:lnTo>
                    <a:lnTo>
                      <a:pt x="247" y="150"/>
                    </a:lnTo>
                    <a:lnTo>
                      <a:pt x="247" y="150"/>
                    </a:lnTo>
                    <a:lnTo>
                      <a:pt x="248" y="150"/>
                    </a:lnTo>
                    <a:lnTo>
                      <a:pt x="248" y="150"/>
                    </a:lnTo>
                    <a:lnTo>
                      <a:pt x="249" y="147"/>
                    </a:lnTo>
                    <a:lnTo>
                      <a:pt x="249" y="147"/>
                    </a:lnTo>
                    <a:lnTo>
                      <a:pt x="241" y="153"/>
                    </a:lnTo>
                    <a:lnTo>
                      <a:pt x="234" y="160"/>
                    </a:lnTo>
                    <a:lnTo>
                      <a:pt x="234" y="160"/>
                    </a:lnTo>
                    <a:lnTo>
                      <a:pt x="228" y="166"/>
                    </a:lnTo>
                    <a:lnTo>
                      <a:pt x="228" y="166"/>
                    </a:lnTo>
                    <a:lnTo>
                      <a:pt x="225" y="167"/>
                    </a:lnTo>
                    <a:lnTo>
                      <a:pt x="221" y="169"/>
                    </a:lnTo>
                    <a:lnTo>
                      <a:pt x="221" y="169"/>
                    </a:lnTo>
                    <a:lnTo>
                      <a:pt x="221" y="170"/>
                    </a:lnTo>
                    <a:lnTo>
                      <a:pt x="222" y="170"/>
                    </a:lnTo>
                    <a:lnTo>
                      <a:pt x="227" y="169"/>
                    </a:lnTo>
                    <a:lnTo>
                      <a:pt x="227" y="169"/>
                    </a:lnTo>
                    <a:lnTo>
                      <a:pt x="224" y="170"/>
                    </a:lnTo>
                    <a:lnTo>
                      <a:pt x="222" y="172"/>
                    </a:lnTo>
                    <a:lnTo>
                      <a:pt x="219" y="174"/>
                    </a:lnTo>
                    <a:lnTo>
                      <a:pt x="217" y="176"/>
                    </a:lnTo>
                    <a:lnTo>
                      <a:pt x="217" y="176"/>
                    </a:lnTo>
                    <a:lnTo>
                      <a:pt x="215" y="177"/>
                    </a:lnTo>
                    <a:lnTo>
                      <a:pt x="215" y="176"/>
                    </a:lnTo>
                    <a:lnTo>
                      <a:pt x="215" y="174"/>
                    </a:lnTo>
                    <a:lnTo>
                      <a:pt x="214" y="174"/>
                    </a:lnTo>
                    <a:lnTo>
                      <a:pt x="214" y="174"/>
                    </a:lnTo>
                    <a:lnTo>
                      <a:pt x="214" y="176"/>
                    </a:lnTo>
                    <a:lnTo>
                      <a:pt x="215" y="174"/>
                    </a:lnTo>
                    <a:lnTo>
                      <a:pt x="215" y="174"/>
                    </a:lnTo>
                    <a:lnTo>
                      <a:pt x="205" y="184"/>
                    </a:lnTo>
                    <a:lnTo>
                      <a:pt x="195" y="193"/>
                    </a:lnTo>
                    <a:lnTo>
                      <a:pt x="195" y="193"/>
                    </a:lnTo>
                    <a:lnTo>
                      <a:pt x="195" y="194"/>
                    </a:lnTo>
                    <a:lnTo>
                      <a:pt x="197" y="194"/>
                    </a:lnTo>
                    <a:lnTo>
                      <a:pt x="201" y="190"/>
                    </a:lnTo>
                    <a:lnTo>
                      <a:pt x="201" y="190"/>
                    </a:lnTo>
                    <a:lnTo>
                      <a:pt x="198" y="196"/>
                    </a:lnTo>
                    <a:lnTo>
                      <a:pt x="197" y="199"/>
                    </a:lnTo>
                    <a:lnTo>
                      <a:pt x="194" y="200"/>
                    </a:lnTo>
                    <a:lnTo>
                      <a:pt x="194" y="200"/>
                    </a:lnTo>
                    <a:lnTo>
                      <a:pt x="194" y="200"/>
                    </a:lnTo>
                    <a:lnTo>
                      <a:pt x="194" y="199"/>
                    </a:lnTo>
                    <a:lnTo>
                      <a:pt x="195" y="197"/>
                    </a:lnTo>
                    <a:lnTo>
                      <a:pt x="195" y="197"/>
                    </a:lnTo>
                    <a:lnTo>
                      <a:pt x="195" y="197"/>
                    </a:lnTo>
                    <a:lnTo>
                      <a:pt x="194" y="197"/>
                    </a:lnTo>
                    <a:lnTo>
                      <a:pt x="192" y="199"/>
                    </a:lnTo>
                    <a:lnTo>
                      <a:pt x="191" y="200"/>
                    </a:lnTo>
                    <a:lnTo>
                      <a:pt x="189" y="202"/>
                    </a:lnTo>
                    <a:lnTo>
                      <a:pt x="189" y="202"/>
                    </a:lnTo>
                    <a:lnTo>
                      <a:pt x="189" y="203"/>
                    </a:lnTo>
                    <a:lnTo>
                      <a:pt x="187" y="207"/>
                    </a:lnTo>
                    <a:lnTo>
                      <a:pt x="187" y="207"/>
                    </a:lnTo>
                    <a:lnTo>
                      <a:pt x="185" y="207"/>
                    </a:lnTo>
                    <a:lnTo>
                      <a:pt x="187" y="206"/>
                    </a:lnTo>
                    <a:lnTo>
                      <a:pt x="187" y="206"/>
                    </a:lnTo>
                    <a:lnTo>
                      <a:pt x="184" y="207"/>
                    </a:lnTo>
                    <a:lnTo>
                      <a:pt x="182" y="210"/>
                    </a:lnTo>
                    <a:lnTo>
                      <a:pt x="181" y="212"/>
                    </a:lnTo>
                    <a:lnTo>
                      <a:pt x="179" y="214"/>
                    </a:lnTo>
                    <a:lnTo>
                      <a:pt x="179" y="214"/>
                    </a:lnTo>
                    <a:lnTo>
                      <a:pt x="178" y="213"/>
                    </a:lnTo>
                    <a:lnTo>
                      <a:pt x="179" y="212"/>
                    </a:lnTo>
                    <a:lnTo>
                      <a:pt x="179" y="210"/>
                    </a:lnTo>
                    <a:lnTo>
                      <a:pt x="178" y="212"/>
                    </a:lnTo>
                    <a:lnTo>
                      <a:pt x="178" y="212"/>
                    </a:lnTo>
                    <a:lnTo>
                      <a:pt x="177" y="214"/>
                    </a:lnTo>
                    <a:lnTo>
                      <a:pt x="175" y="217"/>
                    </a:lnTo>
                    <a:lnTo>
                      <a:pt x="175" y="217"/>
                    </a:lnTo>
                    <a:lnTo>
                      <a:pt x="172" y="220"/>
                    </a:lnTo>
                    <a:lnTo>
                      <a:pt x="172" y="220"/>
                    </a:lnTo>
                    <a:lnTo>
                      <a:pt x="174" y="217"/>
                    </a:lnTo>
                    <a:lnTo>
                      <a:pt x="174" y="216"/>
                    </a:lnTo>
                    <a:lnTo>
                      <a:pt x="174" y="216"/>
                    </a:lnTo>
                    <a:lnTo>
                      <a:pt x="174" y="216"/>
                    </a:lnTo>
                    <a:lnTo>
                      <a:pt x="169" y="219"/>
                    </a:lnTo>
                    <a:lnTo>
                      <a:pt x="165" y="222"/>
                    </a:lnTo>
                    <a:lnTo>
                      <a:pt x="165" y="222"/>
                    </a:lnTo>
                    <a:lnTo>
                      <a:pt x="159" y="227"/>
                    </a:lnTo>
                    <a:lnTo>
                      <a:pt x="155" y="233"/>
                    </a:lnTo>
                    <a:lnTo>
                      <a:pt x="147" y="244"/>
                    </a:lnTo>
                    <a:lnTo>
                      <a:pt x="147" y="244"/>
                    </a:lnTo>
                    <a:lnTo>
                      <a:pt x="147" y="243"/>
                    </a:lnTo>
                    <a:lnTo>
                      <a:pt x="145" y="243"/>
                    </a:lnTo>
                    <a:lnTo>
                      <a:pt x="141" y="249"/>
                    </a:lnTo>
                    <a:lnTo>
                      <a:pt x="141" y="249"/>
                    </a:lnTo>
                    <a:lnTo>
                      <a:pt x="134" y="257"/>
                    </a:lnTo>
                    <a:lnTo>
                      <a:pt x="134" y="257"/>
                    </a:lnTo>
                    <a:lnTo>
                      <a:pt x="128" y="263"/>
                    </a:lnTo>
                    <a:lnTo>
                      <a:pt x="128" y="263"/>
                    </a:lnTo>
                    <a:lnTo>
                      <a:pt x="130" y="262"/>
                    </a:lnTo>
                    <a:lnTo>
                      <a:pt x="132" y="257"/>
                    </a:lnTo>
                    <a:lnTo>
                      <a:pt x="135" y="254"/>
                    </a:lnTo>
                    <a:lnTo>
                      <a:pt x="137" y="250"/>
                    </a:lnTo>
                    <a:lnTo>
                      <a:pt x="137" y="250"/>
                    </a:lnTo>
                    <a:lnTo>
                      <a:pt x="132" y="256"/>
                    </a:lnTo>
                    <a:lnTo>
                      <a:pt x="128" y="260"/>
                    </a:lnTo>
                    <a:lnTo>
                      <a:pt x="125" y="266"/>
                    </a:lnTo>
                    <a:lnTo>
                      <a:pt x="122" y="269"/>
                    </a:lnTo>
                    <a:lnTo>
                      <a:pt x="122" y="269"/>
                    </a:lnTo>
                    <a:lnTo>
                      <a:pt x="122" y="270"/>
                    </a:lnTo>
                    <a:lnTo>
                      <a:pt x="122" y="270"/>
                    </a:lnTo>
                    <a:lnTo>
                      <a:pt x="124" y="269"/>
                    </a:lnTo>
                    <a:lnTo>
                      <a:pt x="124" y="269"/>
                    </a:lnTo>
                    <a:lnTo>
                      <a:pt x="122" y="273"/>
                    </a:lnTo>
                    <a:lnTo>
                      <a:pt x="120" y="277"/>
                    </a:lnTo>
                    <a:lnTo>
                      <a:pt x="120" y="277"/>
                    </a:lnTo>
                    <a:lnTo>
                      <a:pt x="115" y="282"/>
                    </a:lnTo>
                    <a:lnTo>
                      <a:pt x="111" y="287"/>
                    </a:lnTo>
                    <a:lnTo>
                      <a:pt x="107" y="293"/>
                    </a:lnTo>
                    <a:lnTo>
                      <a:pt x="104" y="296"/>
                    </a:lnTo>
                    <a:lnTo>
                      <a:pt x="104" y="296"/>
                    </a:lnTo>
                    <a:lnTo>
                      <a:pt x="100" y="303"/>
                    </a:lnTo>
                    <a:lnTo>
                      <a:pt x="100" y="303"/>
                    </a:lnTo>
                    <a:lnTo>
                      <a:pt x="97" y="307"/>
                    </a:lnTo>
                    <a:lnTo>
                      <a:pt x="97" y="307"/>
                    </a:lnTo>
                    <a:lnTo>
                      <a:pt x="94" y="313"/>
                    </a:lnTo>
                    <a:lnTo>
                      <a:pt x="91" y="319"/>
                    </a:lnTo>
                    <a:lnTo>
                      <a:pt x="91" y="319"/>
                    </a:lnTo>
                    <a:lnTo>
                      <a:pt x="94" y="317"/>
                    </a:lnTo>
                    <a:lnTo>
                      <a:pt x="95" y="316"/>
                    </a:lnTo>
                    <a:lnTo>
                      <a:pt x="95" y="316"/>
                    </a:lnTo>
                    <a:lnTo>
                      <a:pt x="91" y="323"/>
                    </a:lnTo>
                    <a:lnTo>
                      <a:pt x="88" y="327"/>
                    </a:lnTo>
                    <a:lnTo>
                      <a:pt x="85" y="329"/>
                    </a:lnTo>
                    <a:lnTo>
                      <a:pt x="82" y="329"/>
                    </a:lnTo>
                    <a:lnTo>
                      <a:pt x="82" y="329"/>
                    </a:lnTo>
                    <a:lnTo>
                      <a:pt x="82" y="330"/>
                    </a:lnTo>
                    <a:lnTo>
                      <a:pt x="84" y="330"/>
                    </a:lnTo>
                    <a:lnTo>
                      <a:pt x="84" y="331"/>
                    </a:lnTo>
                    <a:lnTo>
                      <a:pt x="85" y="333"/>
                    </a:lnTo>
                    <a:lnTo>
                      <a:pt x="85" y="333"/>
                    </a:lnTo>
                    <a:lnTo>
                      <a:pt x="77" y="344"/>
                    </a:lnTo>
                    <a:lnTo>
                      <a:pt x="77" y="344"/>
                    </a:lnTo>
                    <a:lnTo>
                      <a:pt x="77" y="344"/>
                    </a:lnTo>
                    <a:lnTo>
                      <a:pt x="78" y="343"/>
                    </a:lnTo>
                    <a:lnTo>
                      <a:pt x="80" y="337"/>
                    </a:lnTo>
                    <a:lnTo>
                      <a:pt x="80" y="337"/>
                    </a:lnTo>
                    <a:lnTo>
                      <a:pt x="75" y="344"/>
                    </a:lnTo>
                    <a:lnTo>
                      <a:pt x="70" y="354"/>
                    </a:lnTo>
                    <a:lnTo>
                      <a:pt x="70" y="354"/>
                    </a:lnTo>
                    <a:lnTo>
                      <a:pt x="68" y="356"/>
                    </a:lnTo>
                    <a:lnTo>
                      <a:pt x="68" y="354"/>
                    </a:lnTo>
                    <a:lnTo>
                      <a:pt x="68" y="354"/>
                    </a:lnTo>
                    <a:lnTo>
                      <a:pt x="67" y="354"/>
                    </a:lnTo>
                    <a:lnTo>
                      <a:pt x="67" y="356"/>
                    </a:lnTo>
                    <a:lnTo>
                      <a:pt x="65" y="360"/>
                    </a:lnTo>
                    <a:lnTo>
                      <a:pt x="65" y="360"/>
                    </a:lnTo>
                    <a:lnTo>
                      <a:pt x="65" y="361"/>
                    </a:lnTo>
                    <a:lnTo>
                      <a:pt x="65" y="360"/>
                    </a:lnTo>
                    <a:lnTo>
                      <a:pt x="67" y="359"/>
                    </a:lnTo>
                    <a:lnTo>
                      <a:pt x="67" y="359"/>
                    </a:lnTo>
                    <a:lnTo>
                      <a:pt x="58" y="374"/>
                    </a:lnTo>
                    <a:lnTo>
                      <a:pt x="58" y="374"/>
                    </a:lnTo>
                    <a:lnTo>
                      <a:pt x="54" y="383"/>
                    </a:lnTo>
                    <a:lnTo>
                      <a:pt x="50" y="391"/>
                    </a:lnTo>
                    <a:lnTo>
                      <a:pt x="50" y="391"/>
                    </a:lnTo>
                    <a:lnTo>
                      <a:pt x="47" y="396"/>
                    </a:lnTo>
                    <a:lnTo>
                      <a:pt x="47" y="396"/>
                    </a:lnTo>
                    <a:lnTo>
                      <a:pt x="45" y="400"/>
                    </a:lnTo>
                    <a:lnTo>
                      <a:pt x="44" y="403"/>
                    </a:lnTo>
                    <a:lnTo>
                      <a:pt x="44" y="403"/>
                    </a:lnTo>
                    <a:lnTo>
                      <a:pt x="41" y="410"/>
                    </a:lnTo>
                    <a:lnTo>
                      <a:pt x="38" y="417"/>
                    </a:lnTo>
                    <a:lnTo>
                      <a:pt x="35" y="424"/>
                    </a:lnTo>
                    <a:lnTo>
                      <a:pt x="31" y="430"/>
                    </a:lnTo>
                    <a:lnTo>
                      <a:pt x="31" y="430"/>
                    </a:lnTo>
                    <a:lnTo>
                      <a:pt x="30" y="439"/>
                    </a:lnTo>
                    <a:lnTo>
                      <a:pt x="27" y="446"/>
                    </a:lnTo>
                    <a:lnTo>
                      <a:pt x="27" y="446"/>
                    </a:lnTo>
                    <a:lnTo>
                      <a:pt x="24" y="453"/>
                    </a:lnTo>
                    <a:lnTo>
                      <a:pt x="24" y="453"/>
                    </a:lnTo>
                    <a:lnTo>
                      <a:pt x="21" y="460"/>
                    </a:lnTo>
                    <a:lnTo>
                      <a:pt x="21" y="460"/>
                    </a:lnTo>
                    <a:lnTo>
                      <a:pt x="21" y="453"/>
                    </a:lnTo>
                    <a:lnTo>
                      <a:pt x="21" y="453"/>
                    </a:lnTo>
                    <a:lnTo>
                      <a:pt x="21" y="447"/>
                    </a:lnTo>
                    <a:lnTo>
                      <a:pt x="21" y="447"/>
                    </a:lnTo>
                    <a:lnTo>
                      <a:pt x="20" y="456"/>
                    </a:lnTo>
                    <a:lnTo>
                      <a:pt x="20" y="456"/>
                    </a:lnTo>
                    <a:lnTo>
                      <a:pt x="18" y="464"/>
                    </a:lnTo>
                    <a:lnTo>
                      <a:pt x="18" y="464"/>
                    </a:lnTo>
                    <a:lnTo>
                      <a:pt x="15" y="471"/>
                    </a:lnTo>
                    <a:lnTo>
                      <a:pt x="14" y="476"/>
                    </a:lnTo>
                    <a:lnTo>
                      <a:pt x="14" y="476"/>
                    </a:lnTo>
                    <a:lnTo>
                      <a:pt x="15" y="477"/>
                    </a:lnTo>
                    <a:lnTo>
                      <a:pt x="17" y="480"/>
                    </a:lnTo>
                    <a:lnTo>
                      <a:pt x="17" y="483"/>
                    </a:lnTo>
                    <a:lnTo>
                      <a:pt x="18" y="483"/>
                    </a:lnTo>
                    <a:lnTo>
                      <a:pt x="20" y="483"/>
                    </a:lnTo>
                    <a:lnTo>
                      <a:pt x="20" y="483"/>
                    </a:lnTo>
                    <a:lnTo>
                      <a:pt x="17" y="491"/>
                    </a:lnTo>
                    <a:lnTo>
                      <a:pt x="17" y="491"/>
                    </a:lnTo>
                    <a:lnTo>
                      <a:pt x="14" y="500"/>
                    </a:lnTo>
                    <a:lnTo>
                      <a:pt x="14" y="500"/>
                    </a:lnTo>
                    <a:lnTo>
                      <a:pt x="15" y="498"/>
                    </a:lnTo>
                    <a:lnTo>
                      <a:pt x="15" y="497"/>
                    </a:lnTo>
                    <a:lnTo>
                      <a:pt x="18" y="490"/>
                    </a:lnTo>
                    <a:lnTo>
                      <a:pt x="18" y="490"/>
                    </a:lnTo>
                    <a:lnTo>
                      <a:pt x="21" y="483"/>
                    </a:lnTo>
                    <a:lnTo>
                      <a:pt x="21" y="483"/>
                    </a:lnTo>
                    <a:lnTo>
                      <a:pt x="21" y="481"/>
                    </a:lnTo>
                    <a:lnTo>
                      <a:pt x="23" y="481"/>
                    </a:lnTo>
                    <a:lnTo>
                      <a:pt x="23" y="481"/>
                    </a:lnTo>
                    <a:lnTo>
                      <a:pt x="21" y="484"/>
                    </a:lnTo>
                    <a:lnTo>
                      <a:pt x="20" y="487"/>
                    </a:lnTo>
                    <a:lnTo>
                      <a:pt x="20" y="487"/>
                    </a:lnTo>
                    <a:lnTo>
                      <a:pt x="20" y="490"/>
                    </a:lnTo>
                    <a:lnTo>
                      <a:pt x="20" y="493"/>
                    </a:lnTo>
                    <a:lnTo>
                      <a:pt x="18" y="497"/>
                    </a:lnTo>
                    <a:lnTo>
                      <a:pt x="18" y="501"/>
                    </a:lnTo>
                    <a:lnTo>
                      <a:pt x="18" y="501"/>
                    </a:lnTo>
                    <a:lnTo>
                      <a:pt x="17" y="501"/>
                    </a:lnTo>
                    <a:lnTo>
                      <a:pt x="15" y="506"/>
                    </a:lnTo>
                    <a:lnTo>
                      <a:pt x="15" y="506"/>
                    </a:lnTo>
                    <a:lnTo>
                      <a:pt x="15" y="506"/>
                    </a:lnTo>
                    <a:lnTo>
                      <a:pt x="15" y="507"/>
                    </a:lnTo>
                    <a:lnTo>
                      <a:pt x="15" y="514"/>
                    </a:lnTo>
                    <a:lnTo>
                      <a:pt x="15" y="514"/>
                    </a:lnTo>
                    <a:lnTo>
                      <a:pt x="13" y="520"/>
                    </a:lnTo>
                    <a:lnTo>
                      <a:pt x="13" y="523"/>
                    </a:lnTo>
                    <a:lnTo>
                      <a:pt x="13" y="524"/>
                    </a:lnTo>
                    <a:lnTo>
                      <a:pt x="13" y="524"/>
                    </a:lnTo>
                    <a:lnTo>
                      <a:pt x="11" y="527"/>
                    </a:lnTo>
                    <a:lnTo>
                      <a:pt x="10" y="530"/>
                    </a:lnTo>
                    <a:lnTo>
                      <a:pt x="10" y="530"/>
                    </a:lnTo>
                    <a:lnTo>
                      <a:pt x="10" y="531"/>
                    </a:lnTo>
                    <a:lnTo>
                      <a:pt x="10" y="530"/>
                    </a:lnTo>
                    <a:lnTo>
                      <a:pt x="10" y="526"/>
                    </a:lnTo>
                    <a:lnTo>
                      <a:pt x="10" y="526"/>
                    </a:lnTo>
                    <a:lnTo>
                      <a:pt x="8" y="534"/>
                    </a:lnTo>
                    <a:lnTo>
                      <a:pt x="7" y="541"/>
                    </a:lnTo>
                    <a:lnTo>
                      <a:pt x="7" y="541"/>
                    </a:lnTo>
                    <a:lnTo>
                      <a:pt x="5" y="543"/>
                    </a:lnTo>
                    <a:lnTo>
                      <a:pt x="5" y="541"/>
                    </a:lnTo>
                    <a:lnTo>
                      <a:pt x="5" y="540"/>
                    </a:lnTo>
                    <a:lnTo>
                      <a:pt x="4" y="540"/>
                    </a:lnTo>
                    <a:lnTo>
                      <a:pt x="4" y="540"/>
                    </a:lnTo>
                    <a:lnTo>
                      <a:pt x="5" y="544"/>
                    </a:lnTo>
                    <a:lnTo>
                      <a:pt x="5" y="546"/>
                    </a:lnTo>
                    <a:lnTo>
                      <a:pt x="4" y="548"/>
                    </a:lnTo>
                    <a:lnTo>
                      <a:pt x="4" y="548"/>
                    </a:lnTo>
                    <a:lnTo>
                      <a:pt x="5" y="551"/>
                    </a:lnTo>
                    <a:lnTo>
                      <a:pt x="5" y="551"/>
                    </a:lnTo>
                    <a:lnTo>
                      <a:pt x="7" y="548"/>
                    </a:lnTo>
                    <a:lnTo>
                      <a:pt x="7" y="548"/>
                    </a:lnTo>
                    <a:lnTo>
                      <a:pt x="7" y="554"/>
                    </a:lnTo>
                    <a:lnTo>
                      <a:pt x="8" y="557"/>
                    </a:lnTo>
                    <a:lnTo>
                      <a:pt x="8" y="557"/>
                    </a:lnTo>
                    <a:lnTo>
                      <a:pt x="8" y="558"/>
                    </a:lnTo>
                    <a:lnTo>
                      <a:pt x="7" y="561"/>
                    </a:lnTo>
                    <a:lnTo>
                      <a:pt x="7" y="563"/>
                    </a:lnTo>
                    <a:lnTo>
                      <a:pt x="7" y="564"/>
                    </a:lnTo>
                    <a:lnTo>
                      <a:pt x="7" y="564"/>
                    </a:lnTo>
                    <a:lnTo>
                      <a:pt x="7" y="566"/>
                    </a:lnTo>
                    <a:lnTo>
                      <a:pt x="8" y="564"/>
                    </a:lnTo>
                    <a:lnTo>
                      <a:pt x="8" y="560"/>
                    </a:lnTo>
                    <a:lnTo>
                      <a:pt x="8" y="560"/>
                    </a:lnTo>
                    <a:lnTo>
                      <a:pt x="8" y="564"/>
                    </a:lnTo>
                    <a:lnTo>
                      <a:pt x="8" y="570"/>
                    </a:lnTo>
                    <a:lnTo>
                      <a:pt x="8" y="570"/>
                    </a:lnTo>
                    <a:lnTo>
                      <a:pt x="7" y="570"/>
                    </a:lnTo>
                    <a:lnTo>
                      <a:pt x="7" y="568"/>
                    </a:lnTo>
                    <a:lnTo>
                      <a:pt x="7" y="567"/>
                    </a:lnTo>
                    <a:lnTo>
                      <a:pt x="5" y="568"/>
                    </a:lnTo>
                    <a:lnTo>
                      <a:pt x="5" y="568"/>
                    </a:lnTo>
                    <a:lnTo>
                      <a:pt x="5" y="573"/>
                    </a:lnTo>
                    <a:lnTo>
                      <a:pt x="5" y="574"/>
                    </a:lnTo>
                    <a:lnTo>
                      <a:pt x="4" y="574"/>
                    </a:lnTo>
                    <a:lnTo>
                      <a:pt x="4" y="574"/>
                    </a:lnTo>
                    <a:lnTo>
                      <a:pt x="5" y="581"/>
                    </a:lnTo>
                    <a:lnTo>
                      <a:pt x="5" y="588"/>
                    </a:lnTo>
                    <a:lnTo>
                      <a:pt x="1" y="603"/>
                    </a:lnTo>
                    <a:lnTo>
                      <a:pt x="1" y="603"/>
                    </a:lnTo>
                    <a:lnTo>
                      <a:pt x="4" y="607"/>
                    </a:lnTo>
                    <a:lnTo>
                      <a:pt x="4" y="607"/>
                    </a:lnTo>
                    <a:lnTo>
                      <a:pt x="4" y="604"/>
                    </a:lnTo>
                    <a:lnTo>
                      <a:pt x="5" y="601"/>
                    </a:lnTo>
                    <a:lnTo>
                      <a:pt x="5" y="601"/>
                    </a:lnTo>
                    <a:lnTo>
                      <a:pt x="5" y="600"/>
                    </a:lnTo>
                    <a:lnTo>
                      <a:pt x="5" y="600"/>
                    </a:lnTo>
                    <a:lnTo>
                      <a:pt x="4" y="601"/>
                    </a:lnTo>
                    <a:lnTo>
                      <a:pt x="4" y="601"/>
                    </a:lnTo>
                    <a:lnTo>
                      <a:pt x="5" y="587"/>
                    </a:lnTo>
                    <a:lnTo>
                      <a:pt x="8" y="573"/>
                    </a:lnTo>
                    <a:lnTo>
                      <a:pt x="8" y="573"/>
                    </a:lnTo>
                    <a:lnTo>
                      <a:pt x="8" y="578"/>
                    </a:lnTo>
                    <a:lnTo>
                      <a:pt x="7" y="586"/>
                    </a:lnTo>
                    <a:lnTo>
                      <a:pt x="7" y="591"/>
                    </a:lnTo>
                    <a:lnTo>
                      <a:pt x="7" y="597"/>
                    </a:lnTo>
                    <a:lnTo>
                      <a:pt x="7" y="597"/>
                    </a:lnTo>
                    <a:lnTo>
                      <a:pt x="8" y="584"/>
                    </a:lnTo>
                    <a:lnTo>
                      <a:pt x="8" y="584"/>
                    </a:lnTo>
                    <a:lnTo>
                      <a:pt x="8" y="591"/>
                    </a:lnTo>
                    <a:lnTo>
                      <a:pt x="8" y="596"/>
                    </a:lnTo>
                    <a:lnTo>
                      <a:pt x="10" y="598"/>
                    </a:lnTo>
                    <a:lnTo>
                      <a:pt x="10" y="598"/>
                    </a:lnTo>
                    <a:lnTo>
                      <a:pt x="8" y="600"/>
                    </a:lnTo>
                    <a:lnTo>
                      <a:pt x="8" y="600"/>
                    </a:lnTo>
                    <a:lnTo>
                      <a:pt x="7" y="598"/>
                    </a:lnTo>
                    <a:lnTo>
                      <a:pt x="7" y="601"/>
                    </a:lnTo>
                    <a:lnTo>
                      <a:pt x="7" y="601"/>
                    </a:lnTo>
                    <a:lnTo>
                      <a:pt x="7" y="607"/>
                    </a:lnTo>
                    <a:lnTo>
                      <a:pt x="7" y="607"/>
                    </a:lnTo>
                    <a:lnTo>
                      <a:pt x="7" y="608"/>
                    </a:lnTo>
                    <a:lnTo>
                      <a:pt x="7" y="608"/>
                    </a:lnTo>
                    <a:lnTo>
                      <a:pt x="5" y="606"/>
                    </a:lnTo>
                    <a:lnTo>
                      <a:pt x="5" y="606"/>
                    </a:lnTo>
                    <a:lnTo>
                      <a:pt x="5" y="608"/>
                    </a:lnTo>
                    <a:lnTo>
                      <a:pt x="5" y="613"/>
                    </a:lnTo>
                    <a:lnTo>
                      <a:pt x="5" y="613"/>
                    </a:lnTo>
                    <a:lnTo>
                      <a:pt x="5" y="614"/>
                    </a:lnTo>
                    <a:lnTo>
                      <a:pt x="5" y="617"/>
                    </a:lnTo>
                    <a:lnTo>
                      <a:pt x="7" y="620"/>
                    </a:lnTo>
                    <a:lnTo>
                      <a:pt x="7" y="621"/>
                    </a:lnTo>
                    <a:lnTo>
                      <a:pt x="7" y="621"/>
                    </a:lnTo>
                    <a:lnTo>
                      <a:pt x="7" y="624"/>
                    </a:lnTo>
                    <a:lnTo>
                      <a:pt x="5" y="624"/>
                    </a:lnTo>
                    <a:lnTo>
                      <a:pt x="4" y="624"/>
                    </a:lnTo>
                    <a:lnTo>
                      <a:pt x="4" y="625"/>
                    </a:lnTo>
                    <a:lnTo>
                      <a:pt x="4" y="625"/>
                    </a:lnTo>
                    <a:lnTo>
                      <a:pt x="4" y="635"/>
                    </a:lnTo>
                    <a:lnTo>
                      <a:pt x="4" y="635"/>
                    </a:lnTo>
                    <a:lnTo>
                      <a:pt x="3" y="643"/>
                    </a:lnTo>
                    <a:lnTo>
                      <a:pt x="3" y="643"/>
                    </a:lnTo>
                    <a:lnTo>
                      <a:pt x="3" y="650"/>
                    </a:lnTo>
                    <a:lnTo>
                      <a:pt x="3" y="655"/>
                    </a:lnTo>
                    <a:lnTo>
                      <a:pt x="3" y="655"/>
                    </a:lnTo>
                    <a:lnTo>
                      <a:pt x="3" y="657"/>
                    </a:lnTo>
                    <a:lnTo>
                      <a:pt x="3" y="655"/>
                    </a:lnTo>
                    <a:lnTo>
                      <a:pt x="1" y="651"/>
                    </a:lnTo>
                    <a:lnTo>
                      <a:pt x="1" y="651"/>
                    </a:lnTo>
                    <a:lnTo>
                      <a:pt x="1" y="661"/>
                    </a:lnTo>
                    <a:lnTo>
                      <a:pt x="1" y="671"/>
                    </a:lnTo>
                    <a:lnTo>
                      <a:pt x="1" y="671"/>
                    </a:lnTo>
                    <a:lnTo>
                      <a:pt x="3" y="674"/>
                    </a:lnTo>
                    <a:lnTo>
                      <a:pt x="5" y="675"/>
                    </a:lnTo>
                    <a:lnTo>
                      <a:pt x="5" y="675"/>
                    </a:lnTo>
                    <a:lnTo>
                      <a:pt x="5" y="683"/>
                    </a:lnTo>
                    <a:lnTo>
                      <a:pt x="7" y="685"/>
                    </a:lnTo>
                    <a:lnTo>
                      <a:pt x="8" y="687"/>
                    </a:lnTo>
                    <a:lnTo>
                      <a:pt x="8" y="687"/>
                    </a:lnTo>
                    <a:lnTo>
                      <a:pt x="7" y="688"/>
                    </a:lnTo>
                    <a:lnTo>
                      <a:pt x="7" y="688"/>
                    </a:lnTo>
                    <a:lnTo>
                      <a:pt x="7" y="687"/>
                    </a:lnTo>
                    <a:lnTo>
                      <a:pt x="5" y="688"/>
                    </a:lnTo>
                    <a:lnTo>
                      <a:pt x="5" y="688"/>
                    </a:lnTo>
                    <a:lnTo>
                      <a:pt x="7" y="694"/>
                    </a:lnTo>
                    <a:lnTo>
                      <a:pt x="7" y="694"/>
                    </a:lnTo>
                    <a:lnTo>
                      <a:pt x="7" y="700"/>
                    </a:lnTo>
                    <a:lnTo>
                      <a:pt x="7" y="700"/>
                    </a:lnTo>
                    <a:lnTo>
                      <a:pt x="8" y="703"/>
                    </a:lnTo>
                    <a:lnTo>
                      <a:pt x="10" y="705"/>
                    </a:lnTo>
                    <a:lnTo>
                      <a:pt x="10" y="705"/>
                    </a:lnTo>
                    <a:lnTo>
                      <a:pt x="8" y="705"/>
                    </a:lnTo>
                    <a:lnTo>
                      <a:pt x="7" y="704"/>
                    </a:lnTo>
                    <a:lnTo>
                      <a:pt x="7" y="701"/>
                    </a:lnTo>
                    <a:lnTo>
                      <a:pt x="5" y="701"/>
                    </a:lnTo>
                    <a:lnTo>
                      <a:pt x="5" y="701"/>
                    </a:lnTo>
                    <a:lnTo>
                      <a:pt x="5" y="698"/>
                    </a:lnTo>
                    <a:lnTo>
                      <a:pt x="5" y="697"/>
                    </a:lnTo>
                    <a:lnTo>
                      <a:pt x="5" y="694"/>
                    </a:lnTo>
                    <a:lnTo>
                      <a:pt x="4" y="693"/>
                    </a:lnTo>
                    <a:lnTo>
                      <a:pt x="4" y="693"/>
                    </a:lnTo>
                    <a:lnTo>
                      <a:pt x="4" y="694"/>
                    </a:lnTo>
                    <a:lnTo>
                      <a:pt x="4" y="698"/>
                    </a:lnTo>
                    <a:lnTo>
                      <a:pt x="5" y="707"/>
                    </a:lnTo>
                    <a:lnTo>
                      <a:pt x="5" y="707"/>
                    </a:lnTo>
                    <a:lnTo>
                      <a:pt x="5" y="710"/>
                    </a:lnTo>
                    <a:lnTo>
                      <a:pt x="5" y="713"/>
                    </a:lnTo>
                    <a:lnTo>
                      <a:pt x="5" y="713"/>
                    </a:lnTo>
                    <a:lnTo>
                      <a:pt x="8" y="724"/>
                    </a:lnTo>
                    <a:lnTo>
                      <a:pt x="8" y="724"/>
                    </a:lnTo>
                    <a:lnTo>
                      <a:pt x="8" y="728"/>
                    </a:lnTo>
                    <a:lnTo>
                      <a:pt x="8" y="733"/>
                    </a:lnTo>
                    <a:lnTo>
                      <a:pt x="8" y="733"/>
                    </a:lnTo>
                    <a:lnTo>
                      <a:pt x="10" y="734"/>
                    </a:lnTo>
                    <a:lnTo>
                      <a:pt x="10" y="733"/>
                    </a:lnTo>
                    <a:lnTo>
                      <a:pt x="10" y="733"/>
                    </a:lnTo>
                    <a:lnTo>
                      <a:pt x="11" y="740"/>
                    </a:lnTo>
                    <a:lnTo>
                      <a:pt x="11" y="745"/>
                    </a:lnTo>
                    <a:lnTo>
                      <a:pt x="11" y="745"/>
                    </a:lnTo>
                    <a:lnTo>
                      <a:pt x="13" y="750"/>
                    </a:lnTo>
                    <a:lnTo>
                      <a:pt x="14" y="754"/>
                    </a:lnTo>
                    <a:lnTo>
                      <a:pt x="14" y="754"/>
                    </a:lnTo>
                    <a:lnTo>
                      <a:pt x="14" y="750"/>
                    </a:lnTo>
                    <a:lnTo>
                      <a:pt x="14" y="747"/>
                    </a:lnTo>
                    <a:lnTo>
                      <a:pt x="13" y="743"/>
                    </a:lnTo>
                    <a:lnTo>
                      <a:pt x="13" y="738"/>
                    </a:lnTo>
                    <a:lnTo>
                      <a:pt x="13" y="738"/>
                    </a:lnTo>
                    <a:lnTo>
                      <a:pt x="13" y="737"/>
                    </a:lnTo>
                    <a:lnTo>
                      <a:pt x="14" y="737"/>
                    </a:lnTo>
                    <a:lnTo>
                      <a:pt x="14" y="735"/>
                    </a:lnTo>
                    <a:lnTo>
                      <a:pt x="14" y="733"/>
                    </a:lnTo>
                    <a:lnTo>
                      <a:pt x="14" y="733"/>
                    </a:lnTo>
                    <a:lnTo>
                      <a:pt x="15" y="735"/>
                    </a:lnTo>
                    <a:lnTo>
                      <a:pt x="15" y="738"/>
                    </a:lnTo>
                    <a:lnTo>
                      <a:pt x="15" y="743"/>
                    </a:lnTo>
                    <a:lnTo>
                      <a:pt x="15" y="743"/>
                    </a:lnTo>
                    <a:lnTo>
                      <a:pt x="17" y="744"/>
                    </a:lnTo>
                    <a:lnTo>
                      <a:pt x="17" y="741"/>
                    </a:lnTo>
                    <a:lnTo>
                      <a:pt x="17" y="738"/>
                    </a:lnTo>
                    <a:lnTo>
                      <a:pt x="17" y="738"/>
                    </a:lnTo>
                    <a:lnTo>
                      <a:pt x="17" y="738"/>
                    </a:lnTo>
                    <a:lnTo>
                      <a:pt x="15" y="734"/>
                    </a:lnTo>
                    <a:lnTo>
                      <a:pt x="15" y="731"/>
                    </a:lnTo>
                    <a:lnTo>
                      <a:pt x="15" y="731"/>
                    </a:lnTo>
                    <a:lnTo>
                      <a:pt x="14" y="727"/>
                    </a:lnTo>
                    <a:lnTo>
                      <a:pt x="14" y="725"/>
                    </a:lnTo>
                    <a:lnTo>
                      <a:pt x="14" y="725"/>
                    </a:lnTo>
                    <a:lnTo>
                      <a:pt x="14" y="730"/>
                    </a:lnTo>
                    <a:lnTo>
                      <a:pt x="14" y="731"/>
                    </a:lnTo>
                    <a:lnTo>
                      <a:pt x="13" y="731"/>
                    </a:lnTo>
                    <a:lnTo>
                      <a:pt x="13" y="731"/>
                    </a:lnTo>
                    <a:lnTo>
                      <a:pt x="13" y="727"/>
                    </a:lnTo>
                    <a:lnTo>
                      <a:pt x="11" y="723"/>
                    </a:lnTo>
                    <a:lnTo>
                      <a:pt x="11" y="723"/>
                    </a:lnTo>
                    <a:lnTo>
                      <a:pt x="13" y="723"/>
                    </a:lnTo>
                    <a:lnTo>
                      <a:pt x="13" y="723"/>
                    </a:lnTo>
                    <a:lnTo>
                      <a:pt x="14" y="720"/>
                    </a:lnTo>
                    <a:lnTo>
                      <a:pt x="14" y="720"/>
                    </a:lnTo>
                    <a:lnTo>
                      <a:pt x="13" y="720"/>
                    </a:lnTo>
                    <a:lnTo>
                      <a:pt x="13" y="717"/>
                    </a:lnTo>
                    <a:lnTo>
                      <a:pt x="13" y="710"/>
                    </a:lnTo>
                    <a:lnTo>
                      <a:pt x="13" y="710"/>
                    </a:lnTo>
                    <a:lnTo>
                      <a:pt x="14" y="710"/>
                    </a:lnTo>
                    <a:lnTo>
                      <a:pt x="14" y="714"/>
                    </a:lnTo>
                    <a:lnTo>
                      <a:pt x="14" y="714"/>
                    </a:lnTo>
                    <a:lnTo>
                      <a:pt x="14" y="707"/>
                    </a:lnTo>
                    <a:lnTo>
                      <a:pt x="14" y="697"/>
                    </a:lnTo>
                    <a:lnTo>
                      <a:pt x="14" y="697"/>
                    </a:lnTo>
                    <a:lnTo>
                      <a:pt x="14" y="694"/>
                    </a:lnTo>
                    <a:lnTo>
                      <a:pt x="14" y="690"/>
                    </a:lnTo>
                    <a:lnTo>
                      <a:pt x="15" y="685"/>
                    </a:lnTo>
                    <a:lnTo>
                      <a:pt x="15" y="683"/>
                    </a:lnTo>
                    <a:lnTo>
                      <a:pt x="15" y="683"/>
                    </a:lnTo>
                    <a:lnTo>
                      <a:pt x="14" y="677"/>
                    </a:lnTo>
                    <a:lnTo>
                      <a:pt x="13" y="671"/>
                    </a:lnTo>
                    <a:lnTo>
                      <a:pt x="13" y="671"/>
                    </a:lnTo>
                    <a:lnTo>
                      <a:pt x="14" y="671"/>
                    </a:lnTo>
                    <a:lnTo>
                      <a:pt x="14" y="671"/>
                    </a:lnTo>
                    <a:lnTo>
                      <a:pt x="15" y="674"/>
                    </a:lnTo>
                    <a:lnTo>
                      <a:pt x="15" y="674"/>
                    </a:lnTo>
                    <a:lnTo>
                      <a:pt x="15" y="671"/>
                    </a:lnTo>
                    <a:lnTo>
                      <a:pt x="15" y="667"/>
                    </a:lnTo>
                    <a:lnTo>
                      <a:pt x="15" y="667"/>
                    </a:lnTo>
                    <a:lnTo>
                      <a:pt x="15" y="660"/>
                    </a:lnTo>
                    <a:lnTo>
                      <a:pt x="15" y="660"/>
                    </a:lnTo>
                    <a:lnTo>
                      <a:pt x="14" y="660"/>
                    </a:lnTo>
                    <a:lnTo>
                      <a:pt x="14" y="663"/>
                    </a:lnTo>
                    <a:lnTo>
                      <a:pt x="14" y="663"/>
                    </a:lnTo>
                    <a:lnTo>
                      <a:pt x="13" y="657"/>
                    </a:lnTo>
                    <a:lnTo>
                      <a:pt x="13" y="654"/>
                    </a:lnTo>
                    <a:lnTo>
                      <a:pt x="13" y="654"/>
                    </a:lnTo>
                    <a:lnTo>
                      <a:pt x="13" y="654"/>
                    </a:lnTo>
                    <a:lnTo>
                      <a:pt x="14" y="653"/>
                    </a:lnTo>
                    <a:lnTo>
                      <a:pt x="14" y="650"/>
                    </a:lnTo>
                    <a:lnTo>
                      <a:pt x="14" y="650"/>
                    </a:lnTo>
                    <a:lnTo>
                      <a:pt x="14" y="648"/>
                    </a:lnTo>
                    <a:lnTo>
                      <a:pt x="14" y="650"/>
                    </a:lnTo>
                    <a:lnTo>
                      <a:pt x="15" y="653"/>
                    </a:lnTo>
                    <a:lnTo>
                      <a:pt x="15" y="653"/>
                    </a:lnTo>
                    <a:lnTo>
                      <a:pt x="15" y="644"/>
                    </a:lnTo>
                    <a:lnTo>
                      <a:pt x="15" y="640"/>
                    </a:lnTo>
                    <a:lnTo>
                      <a:pt x="17" y="635"/>
                    </a:lnTo>
                    <a:lnTo>
                      <a:pt x="17" y="635"/>
                    </a:lnTo>
                    <a:lnTo>
                      <a:pt x="15" y="633"/>
                    </a:lnTo>
                    <a:lnTo>
                      <a:pt x="15" y="630"/>
                    </a:lnTo>
                    <a:lnTo>
                      <a:pt x="17" y="625"/>
                    </a:lnTo>
                    <a:lnTo>
                      <a:pt x="15" y="621"/>
                    </a:lnTo>
                    <a:lnTo>
                      <a:pt x="15" y="621"/>
                    </a:lnTo>
                    <a:lnTo>
                      <a:pt x="17" y="621"/>
                    </a:lnTo>
                    <a:lnTo>
                      <a:pt x="17" y="620"/>
                    </a:lnTo>
                    <a:lnTo>
                      <a:pt x="17" y="617"/>
                    </a:lnTo>
                    <a:lnTo>
                      <a:pt x="18" y="615"/>
                    </a:lnTo>
                    <a:lnTo>
                      <a:pt x="18" y="615"/>
                    </a:lnTo>
                    <a:lnTo>
                      <a:pt x="18" y="623"/>
                    </a:lnTo>
                    <a:lnTo>
                      <a:pt x="17" y="628"/>
                    </a:lnTo>
                    <a:lnTo>
                      <a:pt x="17" y="628"/>
                    </a:lnTo>
                    <a:lnTo>
                      <a:pt x="18" y="633"/>
                    </a:lnTo>
                    <a:lnTo>
                      <a:pt x="18" y="638"/>
                    </a:lnTo>
                    <a:lnTo>
                      <a:pt x="15" y="650"/>
                    </a:lnTo>
                    <a:lnTo>
                      <a:pt x="15" y="650"/>
                    </a:lnTo>
                    <a:lnTo>
                      <a:pt x="18" y="651"/>
                    </a:lnTo>
                    <a:lnTo>
                      <a:pt x="20" y="655"/>
                    </a:lnTo>
                    <a:lnTo>
                      <a:pt x="20" y="655"/>
                    </a:lnTo>
                    <a:lnTo>
                      <a:pt x="18" y="651"/>
                    </a:lnTo>
                    <a:lnTo>
                      <a:pt x="18" y="645"/>
                    </a:lnTo>
                    <a:lnTo>
                      <a:pt x="18" y="634"/>
                    </a:lnTo>
                    <a:lnTo>
                      <a:pt x="18" y="634"/>
                    </a:lnTo>
                    <a:lnTo>
                      <a:pt x="20" y="623"/>
                    </a:lnTo>
                    <a:lnTo>
                      <a:pt x="20" y="617"/>
                    </a:lnTo>
                    <a:lnTo>
                      <a:pt x="18" y="613"/>
                    </a:lnTo>
                    <a:lnTo>
                      <a:pt x="18" y="613"/>
                    </a:lnTo>
                    <a:lnTo>
                      <a:pt x="18" y="601"/>
                    </a:lnTo>
                    <a:lnTo>
                      <a:pt x="20" y="591"/>
                    </a:lnTo>
                    <a:lnTo>
                      <a:pt x="20" y="591"/>
                    </a:lnTo>
                    <a:lnTo>
                      <a:pt x="18" y="590"/>
                    </a:lnTo>
                    <a:lnTo>
                      <a:pt x="18" y="593"/>
                    </a:lnTo>
                    <a:lnTo>
                      <a:pt x="18" y="593"/>
                    </a:lnTo>
                    <a:lnTo>
                      <a:pt x="17" y="586"/>
                    </a:lnTo>
                    <a:lnTo>
                      <a:pt x="17" y="586"/>
                    </a:lnTo>
                    <a:lnTo>
                      <a:pt x="18" y="578"/>
                    </a:lnTo>
                    <a:lnTo>
                      <a:pt x="18" y="578"/>
                    </a:lnTo>
                    <a:lnTo>
                      <a:pt x="18" y="584"/>
                    </a:lnTo>
                    <a:lnTo>
                      <a:pt x="18" y="590"/>
                    </a:lnTo>
                    <a:lnTo>
                      <a:pt x="18" y="590"/>
                    </a:lnTo>
                    <a:lnTo>
                      <a:pt x="21" y="580"/>
                    </a:lnTo>
                    <a:lnTo>
                      <a:pt x="21" y="580"/>
                    </a:lnTo>
                    <a:lnTo>
                      <a:pt x="20" y="574"/>
                    </a:lnTo>
                    <a:lnTo>
                      <a:pt x="20" y="574"/>
                    </a:lnTo>
                    <a:lnTo>
                      <a:pt x="21" y="570"/>
                    </a:lnTo>
                    <a:lnTo>
                      <a:pt x="21" y="570"/>
                    </a:lnTo>
                    <a:lnTo>
                      <a:pt x="21" y="568"/>
                    </a:lnTo>
                    <a:lnTo>
                      <a:pt x="23" y="570"/>
                    </a:lnTo>
                    <a:lnTo>
                      <a:pt x="23" y="573"/>
                    </a:lnTo>
                    <a:lnTo>
                      <a:pt x="23" y="573"/>
                    </a:lnTo>
                    <a:lnTo>
                      <a:pt x="23" y="568"/>
                    </a:lnTo>
                    <a:lnTo>
                      <a:pt x="23" y="567"/>
                    </a:lnTo>
                    <a:lnTo>
                      <a:pt x="23" y="564"/>
                    </a:lnTo>
                    <a:lnTo>
                      <a:pt x="23" y="558"/>
                    </a:lnTo>
                    <a:lnTo>
                      <a:pt x="23" y="558"/>
                    </a:lnTo>
                    <a:lnTo>
                      <a:pt x="23" y="558"/>
                    </a:lnTo>
                    <a:lnTo>
                      <a:pt x="21" y="560"/>
                    </a:lnTo>
                    <a:lnTo>
                      <a:pt x="21" y="560"/>
                    </a:lnTo>
                    <a:lnTo>
                      <a:pt x="21" y="553"/>
                    </a:lnTo>
                    <a:lnTo>
                      <a:pt x="21" y="553"/>
                    </a:lnTo>
                    <a:lnTo>
                      <a:pt x="23" y="554"/>
                    </a:lnTo>
                    <a:lnTo>
                      <a:pt x="23" y="553"/>
                    </a:lnTo>
                    <a:lnTo>
                      <a:pt x="24" y="548"/>
                    </a:lnTo>
                    <a:lnTo>
                      <a:pt x="24" y="548"/>
                    </a:lnTo>
                    <a:lnTo>
                      <a:pt x="28" y="536"/>
                    </a:lnTo>
                    <a:lnTo>
                      <a:pt x="28" y="536"/>
                    </a:lnTo>
                    <a:lnTo>
                      <a:pt x="27" y="548"/>
                    </a:lnTo>
                    <a:lnTo>
                      <a:pt x="27" y="548"/>
                    </a:lnTo>
                    <a:lnTo>
                      <a:pt x="25" y="556"/>
                    </a:lnTo>
                    <a:lnTo>
                      <a:pt x="25" y="557"/>
                    </a:lnTo>
                    <a:lnTo>
                      <a:pt x="27" y="558"/>
                    </a:lnTo>
                    <a:lnTo>
                      <a:pt x="27" y="558"/>
                    </a:lnTo>
                    <a:lnTo>
                      <a:pt x="25" y="568"/>
                    </a:lnTo>
                    <a:lnTo>
                      <a:pt x="24" y="578"/>
                    </a:lnTo>
                    <a:lnTo>
                      <a:pt x="24" y="578"/>
                    </a:lnTo>
                    <a:lnTo>
                      <a:pt x="24" y="577"/>
                    </a:lnTo>
                    <a:lnTo>
                      <a:pt x="25" y="574"/>
                    </a:lnTo>
                    <a:lnTo>
                      <a:pt x="25" y="574"/>
                    </a:lnTo>
                    <a:lnTo>
                      <a:pt x="27" y="567"/>
                    </a:lnTo>
                    <a:lnTo>
                      <a:pt x="27" y="567"/>
                    </a:lnTo>
                    <a:lnTo>
                      <a:pt x="27" y="573"/>
                    </a:lnTo>
                    <a:lnTo>
                      <a:pt x="27" y="577"/>
                    </a:lnTo>
                    <a:lnTo>
                      <a:pt x="27" y="577"/>
                    </a:lnTo>
                    <a:lnTo>
                      <a:pt x="25" y="578"/>
                    </a:lnTo>
                    <a:lnTo>
                      <a:pt x="25" y="581"/>
                    </a:lnTo>
                    <a:lnTo>
                      <a:pt x="25" y="583"/>
                    </a:lnTo>
                    <a:lnTo>
                      <a:pt x="24" y="584"/>
                    </a:lnTo>
                    <a:lnTo>
                      <a:pt x="24" y="584"/>
                    </a:lnTo>
                    <a:lnTo>
                      <a:pt x="24" y="588"/>
                    </a:lnTo>
                    <a:lnTo>
                      <a:pt x="25" y="588"/>
                    </a:lnTo>
                    <a:lnTo>
                      <a:pt x="27" y="587"/>
                    </a:lnTo>
                    <a:lnTo>
                      <a:pt x="27" y="587"/>
                    </a:lnTo>
                    <a:lnTo>
                      <a:pt x="27" y="590"/>
                    </a:lnTo>
                    <a:lnTo>
                      <a:pt x="25" y="591"/>
                    </a:lnTo>
                    <a:lnTo>
                      <a:pt x="24" y="593"/>
                    </a:lnTo>
                    <a:lnTo>
                      <a:pt x="24" y="593"/>
                    </a:lnTo>
                    <a:lnTo>
                      <a:pt x="25" y="597"/>
                    </a:lnTo>
                    <a:lnTo>
                      <a:pt x="25" y="601"/>
                    </a:lnTo>
                    <a:lnTo>
                      <a:pt x="25" y="601"/>
                    </a:lnTo>
                    <a:lnTo>
                      <a:pt x="24" y="604"/>
                    </a:lnTo>
                    <a:lnTo>
                      <a:pt x="23" y="606"/>
                    </a:lnTo>
                    <a:lnTo>
                      <a:pt x="23" y="606"/>
                    </a:lnTo>
                    <a:lnTo>
                      <a:pt x="24" y="610"/>
                    </a:lnTo>
                    <a:lnTo>
                      <a:pt x="23" y="613"/>
                    </a:lnTo>
                    <a:lnTo>
                      <a:pt x="23" y="613"/>
                    </a:lnTo>
                    <a:lnTo>
                      <a:pt x="23" y="621"/>
                    </a:lnTo>
                    <a:lnTo>
                      <a:pt x="24" y="630"/>
                    </a:lnTo>
                    <a:lnTo>
                      <a:pt x="24" y="630"/>
                    </a:lnTo>
                    <a:lnTo>
                      <a:pt x="23" y="631"/>
                    </a:lnTo>
                    <a:lnTo>
                      <a:pt x="23" y="631"/>
                    </a:lnTo>
                    <a:lnTo>
                      <a:pt x="23" y="630"/>
                    </a:lnTo>
                    <a:lnTo>
                      <a:pt x="21" y="630"/>
                    </a:lnTo>
                    <a:lnTo>
                      <a:pt x="21" y="630"/>
                    </a:lnTo>
                    <a:lnTo>
                      <a:pt x="21" y="620"/>
                    </a:lnTo>
                    <a:lnTo>
                      <a:pt x="21" y="617"/>
                    </a:lnTo>
                    <a:lnTo>
                      <a:pt x="20" y="615"/>
                    </a:lnTo>
                    <a:lnTo>
                      <a:pt x="20" y="615"/>
                    </a:lnTo>
                    <a:lnTo>
                      <a:pt x="21" y="620"/>
                    </a:lnTo>
                    <a:lnTo>
                      <a:pt x="21" y="624"/>
                    </a:lnTo>
                    <a:lnTo>
                      <a:pt x="21" y="624"/>
                    </a:lnTo>
                    <a:lnTo>
                      <a:pt x="20" y="627"/>
                    </a:lnTo>
                    <a:lnTo>
                      <a:pt x="20" y="627"/>
                    </a:lnTo>
                    <a:lnTo>
                      <a:pt x="21" y="631"/>
                    </a:lnTo>
                    <a:lnTo>
                      <a:pt x="20" y="637"/>
                    </a:lnTo>
                    <a:lnTo>
                      <a:pt x="20" y="637"/>
                    </a:lnTo>
                    <a:lnTo>
                      <a:pt x="21" y="640"/>
                    </a:lnTo>
                    <a:lnTo>
                      <a:pt x="23" y="640"/>
                    </a:lnTo>
                    <a:lnTo>
                      <a:pt x="23" y="640"/>
                    </a:lnTo>
                    <a:lnTo>
                      <a:pt x="24" y="643"/>
                    </a:lnTo>
                    <a:lnTo>
                      <a:pt x="24" y="643"/>
                    </a:lnTo>
                    <a:lnTo>
                      <a:pt x="24" y="647"/>
                    </a:lnTo>
                    <a:lnTo>
                      <a:pt x="24" y="647"/>
                    </a:lnTo>
                    <a:lnTo>
                      <a:pt x="24" y="648"/>
                    </a:lnTo>
                    <a:lnTo>
                      <a:pt x="23" y="648"/>
                    </a:lnTo>
                    <a:lnTo>
                      <a:pt x="21" y="645"/>
                    </a:lnTo>
                    <a:lnTo>
                      <a:pt x="21" y="645"/>
                    </a:lnTo>
                    <a:lnTo>
                      <a:pt x="21" y="650"/>
                    </a:lnTo>
                    <a:lnTo>
                      <a:pt x="21" y="655"/>
                    </a:lnTo>
                    <a:lnTo>
                      <a:pt x="21" y="655"/>
                    </a:lnTo>
                    <a:lnTo>
                      <a:pt x="21" y="657"/>
                    </a:lnTo>
                    <a:lnTo>
                      <a:pt x="23" y="655"/>
                    </a:lnTo>
                    <a:lnTo>
                      <a:pt x="23" y="655"/>
                    </a:lnTo>
                    <a:lnTo>
                      <a:pt x="23" y="665"/>
                    </a:lnTo>
                    <a:lnTo>
                      <a:pt x="23" y="670"/>
                    </a:lnTo>
                    <a:lnTo>
                      <a:pt x="24" y="675"/>
                    </a:lnTo>
                    <a:lnTo>
                      <a:pt x="24" y="675"/>
                    </a:lnTo>
                    <a:lnTo>
                      <a:pt x="25" y="693"/>
                    </a:lnTo>
                    <a:lnTo>
                      <a:pt x="25" y="693"/>
                    </a:lnTo>
                    <a:lnTo>
                      <a:pt x="25" y="700"/>
                    </a:lnTo>
                    <a:lnTo>
                      <a:pt x="25" y="707"/>
                    </a:lnTo>
                    <a:lnTo>
                      <a:pt x="25" y="707"/>
                    </a:lnTo>
                    <a:lnTo>
                      <a:pt x="27" y="713"/>
                    </a:lnTo>
                    <a:lnTo>
                      <a:pt x="27" y="718"/>
                    </a:lnTo>
                    <a:lnTo>
                      <a:pt x="27" y="718"/>
                    </a:lnTo>
                    <a:lnTo>
                      <a:pt x="30" y="720"/>
                    </a:lnTo>
                    <a:lnTo>
                      <a:pt x="31" y="721"/>
                    </a:lnTo>
                    <a:lnTo>
                      <a:pt x="31" y="721"/>
                    </a:lnTo>
                    <a:lnTo>
                      <a:pt x="33" y="713"/>
                    </a:lnTo>
                    <a:lnTo>
                      <a:pt x="33" y="713"/>
                    </a:lnTo>
                    <a:lnTo>
                      <a:pt x="31" y="711"/>
                    </a:lnTo>
                    <a:lnTo>
                      <a:pt x="28" y="708"/>
                    </a:lnTo>
                    <a:lnTo>
                      <a:pt x="28" y="708"/>
                    </a:lnTo>
                    <a:lnTo>
                      <a:pt x="28" y="701"/>
                    </a:lnTo>
                    <a:lnTo>
                      <a:pt x="25" y="694"/>
                    </a:lnTo>
                    <a:lnTo>
                      <a:pt x="25" y="694"/>
                    </a:lnTo>
                    <a:lnTo>
                      <a:pt x="27" y="693"/>
                    </a:lnTo>
                    <a:lnTo>
                      <a:pt x="28" y="695"/>
                    </a:lnTo>
                    <a:lnTo>
                      <a:pt x="30" y="700"/>
                    </a:lnTo>
                    <a:lnTo>
                      <a:pt x="30" y="700"/>
                    </a:lnTo>
                    <a:lnTo>
                      <a:pt x="30" y="693"/>
                    </a:lnTo>
                    <a:lnTo>
                      <a:pt x="30" y="690"/>
                    </a:lnTo>
                    <a:lnTo>
                      <a:pt x="31" y="690"/>
                    </a:lnTo>
                    <a:lnTo>
                      <a:pt x="31" y="690"/>
                    </a:lnTo>
                    <a:lnTo>
                      <a:pt x="30" y="678"/>
                    </a:lnTo>
                    <a:lnTo>
                      <a:pt x="30" y="673"/>
                    </a:lnTo>
                    <a:lnTo>
                      <a:pt x="30" y="667"/>
                    </a:lnTo>
                    <a:lnTo>
                      <a:pt x="30" y="667"/>
                    </a:lnTo>
                    <a:lnTo>
                      <a:pt x="33" y="681"/>
                    </a:lnTo>
                    <a:lnTo>
                      <a:pt x="33" y="681"/>
                    </a:lnTo>
                    <a:lnTo>
                      <a:pt x="33" y="675"/>
                    </a:lnTo>
                    <a:lnTo>
                      <a:pt x="33" y="671"/>
                    </a:lnTo>
                    <a:lnTo>
                      <a:pt x="33" y="671"/>
                    </a:lnTo>
                    <a:lnTo>
                      <a:pt x="31" y="670"/>
                    </a:lnTo>
                    <a:lnTo>
                      <a:pt x="33" y="667"/>
                    </a:lnTo>
                    <a:lnTo>
                      <a:pt x="33" y="667"/>
                    </a:lnTo>
                    <a:lnTo>
                      <a:pt x="31" y="661"/>
                    </a:lnTo>
                    <a:lnTo>
                      <a:pt x="31" y="661"/>
                    </a:lnTo>
                    <a:lnTo>
                      <a:pt x="31" y="654"/>
                    </a:lnTo>
                    <a:lnTo>
                      <a:pt x="31" y="654"/>
                    </a:lnTo>
                    <a:lnTo>
                      <a:pt x="31" y="648"/>
                    </a:lnTo>
                    <a:lnTo>
                      <a:pt x="31" y="641"/>
                    </a:lnTo>
                    <a:lnTo>
                      <a:pt x="31" y="641"/>
                    </a:lnTo>
                    <a:lnTo>
                      <a:pt x="33" y="640"/>
                    </a:lnTo>
                    <a:lnTo>
                      <a:pt x="33" y="641"/>
                    </a:lnTo>
                    <a:lnTo>
                      <a:pt x="34" y="644"/>
                    </a:lnTo>
                    <a:lnTo>
                      <a:pt x="34" y="644"/>
                    </a:lnTo>
                    <a:lnTo>
                      <a:pt x="34" y="640"/>
                    </a:lnTo>
                    <a:lnTo>
                      <a:pt x="34" y="635"/>
                    </a:lnTo>
                    <a:lnTo>
                      <a:pt x="34" y="635"/>
                    </a:lnTo>
                    <a:lnTo>
                      <a:pt x="33" y="637"/>
                    </a:lnTo>
                    <a:lnTo>
                      <a:pt x="31" y="643"/>
                    </a:lnTo>
                    <a:lnTo>
                      <a:pt x="31" y="643"/>
                    </a:lnTo>
                    <a:lnTo>
                      <a:pt x="30" y="641"/>
                    </a:lnTo>
                    <a:lnTo>
                      <a:pt x="30" y="641"/>
                    </a:lnTo>
                    <a:lnTo>
                      <a:pt x="30" y="634"/>
                    </a:lnTo>
                    <a:lnTo>
                      <a:pt x="30" y="634"/>
                    </a:lnTo>
                    <a:lnTo>
                      <a:pt x="30" y="633"/>
                    </a:lnTo>
                    <a:lnTo>
                      <a:pt x="30" y="634"/>
                    </a:lnTo>
                    <a:lnTo>
                      <a:pt x="31" y="634"/>
                    </a:lnTo>
                    <a:lnTo>
                      <a:pt x="31" y="631"/>
                    </a:lnTo>
                    <a:lnTo>
                      <a:pt x="31" y="631"/>
                    </a:lnTo>
                    <a:lnTo>
                      <a:pt x="30" y="630"/>
                    </a:lnTo>
                    <a:lnTo>
                      <a:pt x="30" y="628"/>
                    </a:lnTo>
                    <a:lnTo>
                      <a:pt x="30" y="628"/>
                    </a:lnTo>
                    <a:lnTo>
                      <a:pt x="30" y="624"/>
                    </a:lnTo>
                    <a:lnTo>
                      <a:pt x="30" y="624"/>
                    </a:lnTo>
                    <a:lnTo>
                      <a:pt x="30" y="623"/>
                    </a:lnTo>
                    <a:lnTo>
                      <a:pt x="31" y="624"/>
                    </a:lnTo>
                    <a:lnTo>
                      <a:pt x="31" y="625"/>
                    </a:lnTo>
                    <a:lnTo>
                      <a:pt x="31" y="625"/>
                    </a:lnTo>
                    <a:lnTo>
                      <a:pt x="31" y="631"/>
                    </a:lnTo>
                    <a:lnTo>
                      <a:pt x="31" y="634"/>
                    </a:lnTo>
                    <a:lnTo>
                      <a:pt x="31" y="635"/>
                    </a:lnTo>
                    <a:lnTo>
                      <a:pt x="31" y="635"/>
                    </a:lnTo>
                    <a:lnTo>
                      <a:pt x="33" y="610"/>
                    </a:lnTo>
                    <a:lnTo>
                      <a:pt x="35" y="584"/>
                    </a:lnTo>
                    <a:lnTo>
                      <a:pt x="38" y="560"/>
                    </a:lnTo>
                    <a:lnTo>
                      <a:pt x="44" y="534"/>
                    </a:lnTo>
                    <a:lnTo>
                      <a:pt x="44" y="534"/>
                    </a:lnTo>
                    <a:lnTo>
                      <a:pt x="43" y="531"/>
                    </a:lnTo>
                    <a:lnTo>
                      <a:pt x="44" y="526"/>
                    </a:lnTo>
                    <a:lnTo>
                      <a:pt x="45" y="521"/>
                    </a:lnTo>
                    <a:lnTo>
                      <a:pt x="47" y="518"/>
                    </a:lnTo>
                    <a:lnTo>
                      <a:pt x="47" y="518"/>
                    </a:lnTo>
                    <a:lnTo>
                      <a:pt x="45" y="518"/>
                    </a:lnTo>
                    <a:lnTo>
                      <a:pt x="45" y="518"/>
                    </a:lnTo>
                    <a:lnTo>
                      <a:pt x="44" y="518"/>
                    </a:lnTo>
                    <a:lnTo>
                      <a:pt x="43" y="517"/>
                    </a:lnTo>
                    <a:lnTo>
                      <a:pt x="43" y="517"/>
                    </a:lnTo>
                    <a:lnTo>
                      <a:pt x="44" y="513"/>
                    </a:lnTo>
                    <a:lnTo>
                      <a:pt x="45" y="511"/>
                    </a:lnTo>
                    <a:lnTo>
                      <a:pt x="45" y="508"/>
                    </a:lnTo>
                    <a:lnTo>
                      <a:pt x="47" y="506"/>
                    </a:lnTo>
                    <a:lnTo>
                      <a:pt x="47" y="506"/>
                    </a:lnTo>
                    <a:lnTo>
                      <a:pt x="47" y="506"/>
                    </a:lnTo>
                    <a:lnTo>
                      <a:pt x="47" y="507"/>
                    </a:lnTo>
                    <a:lnTo>
                      <a:pt x="47" y="507"/>
                    </a:lnTo>
                    <a:lnTo>
                      <a:pt x="48" y="500"/>
                    </a:lnTo>
                    <a:lnTo>
                      <a:pt x="50" y="491"/>
                    </a:lnTo>
                    <a:lnTo>
                      <a:pt x="50" y="491"/>
                    </a:lnTo>
                    <a:lnTo>
                      <a:pt x="51" y="493"/>
                    </a:lnTo>
                    <a:lnTo>
                      <a:pt x="53" y="493"/>
                    </a:lnTo>
                    <a:lnTo>
                      <a:pt x="54" y="487"/>
                    </a:lnTo>
                    <a:lnTo>
                      <a:pt x="57" y="478"/>
                    </a:lnTo>
                    <a:lnTo>
                      <a:pt x="60" y="471"/>
                    </a:lnTo>
                    <a:lnTo>
                      <a:pt x="60" y="471"/>
                    </a:lnTo>
                    <a:lnTo>
                      <a:pt x="60" y="470"/>
                    </a:lnTo>
                    <a:lnTo>
                      <a:pt x="60" y="470"/>
                    </a:lnTo>
                    <a:lnTo>
                      <a:pt x="58" y="473"/>
                    </a:lnTo>
                    <a:lnTo>
                      <a:pt x="58" y="473"/>
                    </a:lnTo>
                    <a:lnTo>
                      <a:pt x="60" y="467"/>
                    </a:lnTo>
                    <a:lnTo>
                      <a:pt x="63" y="461"/>
                    </a:lnTo>
                    <a:lnTo>
                      <a:pt x="63" y="461"/>
                    </a:lnTo>
                    <a:lnTo>
                      <a:pt x="63" y="461"/>
                    </a:lnTo>
                    <a:lnTo>
                      <a:pt x="61" y="461"/>
                    </a:lnTo>
                    <a:lnTo>
                      <a:pt x="61" y="461"/>
                    </a:lnTo>
                    <a:lnTo>
                      <a:pt x="61" y="461"/>
                    </a:lnTo>
                    <a:lnTo>
                      <a:pt x="61" y="461"/>
                    </a:lnTo>
                    <a:lnTo>
                      <a:pt x="64" y="456"/>
                    </a:lnTo>
                    <a:lnTo>
                      <a:pt x="64" y="456"/>
                    </a:lnTo>
                    <a:lnTo>
                      <a:pt x="63" y="450"/>
                    </a:lnTo>
                    <a:lnTo>
                      <a:pt x="63" y="450"/>
                    </a:lnTo>
                    <a:lnTo>
                      <a:pt x="64" y="447"/>
                    </a:lnTo>
                    <a:lnTo>
                      <a:pt x="64" y="447"/>
                    </a:lnTo>
                    <a:lnTo>
                      <a:pt x="65" y="446"/>
                    </a:lnTo>
                    <a:lnTo>
                      <a:pt x="65" y="441"/>
                    </a:lnTo>
                    <a:lnTo>
                      <a:pt x="65" y="441"/>
                    </a:lnTo>
                    <a:lnTo>
                      <a:pt x="67" y="441"/>
                    </a:lnTo>
                    <a:lnTo>
                      <a:pt x="67" y="441"/>
                    </a:lnTo>
                    <a:lnTo>
                      <a:pt x="67" y="444"/>
                    </a:lnTo>
                    <a:lnTo>
                      <a:pt x="67" y="444"/>
                    </a:lnTo>
                    <a:lnTo>
                      <a:pt x="68" y="441"/>
                    </a:lnTo>
                    <a:lnTo>
                      <a:pt x="68" y="441"/>
                    </a:lnTo>
                    <a:lnTo>
                      <a:pt x="70" y="439"/>
                    </a:lnTo>
                    <a:lnTo>
                      <a:pt x="70" y="439"/>
                    </a:lnTo>
                    <a:lnTo>
                      <a:pt x="72" y="434"/>
                    </a:lnTo>
                    <a:lnTo>
                      <a:pt x="72" y="434"/>
                    </a:lnTo>
                    <a:lnTo>
                      <a:pt x="77" y="420"/>
                    </a:lnTo>
                    <a:lnTo>
                      <a:pt x="77" y="420"/>
                    </a:lnTo>
                    <a:lnTo>
                      <a:pt x="78" y="420"/>
                    </a:lnTo>
                    <a:lnTo>
                      <a:pt x="78" y="421"/>
                    </a:lnTo>
                    <a:lnTo>
                      <a:pt x="78" y="421"/>
                    </a:lnTo>
                    <a:lnTo>
                      <a:pt x="80" y="414"/>
                    </a:lnTo>
                    <a:lnTo>
                      <a:pt x="80" y="414"/>
                    </a:lnTo>
                    <a:lnTo>
                      <a:pt x="82" y="407"/>
                    </a:lnTo>
                    <a:lnTo>
                      <a:pt x="82" y="407"/>
                    </a:lnTo>
                    <a:lnTo>
                      <a:pt x="88" y="393"/>
                    </a:lnTo>
                    <a:lnTo>
                      <a:pt x="88" y="393"/>
                    </a:lnTo>
                    <a:lnTo>
                      <a:pt x="90" y="393"/>
                    </a:lnTo>
                    <a:lnTo>
                      <a:pt x="90" y="393"/>
                    </a:lnTo>
                    <a:lnTo>
                      <a:pt x="90" y="393"/>
                    </a:lnTo>
                    <a:lnTo>
                      <a:pt x="92" y="381"/>
                    </a:lnTo>
                    <a:lnTo>
                      <a:pt x="92" y="381"/>
                    </a:lnTo>
                    <a:lnTo>
                      <a:pt x="95" y="379"/>
                    </a:lnTo>
                    <a:lnTo>
                      <a:pt x="94" y="381"/>
                    </a:lnTo>
                    <a:lnTo>
                      <a:pt x="94" y="381"/>
                    </a:lnTo>
                    <a:lnTo>
                      <a:pt x="98" y="373"/>
                    </a:lnTo>
                    <a:lnTo>
                      <a:pt x="104" y="364"/>
                    </a:lnTo>
                    <a:lnTo>
                      <a:pt x="104" y="364"/>
                    </a:lnTo>
                    <a:lnTo>
                      <a:pt x="108" y="356"/>
                    </a:lnTo>
                    <a:lnTo>
                      <a:pt x="112" y="347"/>
                    </a:lnTo>
                    <a:lnTo>
                      <a:pt x="112" y="347"/>
                    </a:lnTo>
                    <a:lnTo>
                      <a:pt x="114" y="346"/>
                    </a:lnTo>
                    <a:lnTo>
                      <a:pt x="114" y="346"/>
                    </a:lnTo>
                    <a:lnTo>
                      <a:pt x="114" y="346"/>
                    </a:lnTo>
                    <a:lnTo>
                      <a:pt x="115" y="346"/>
                    </a:lnTo>
                    <a:lnTo>
                      <a:pt x="115" y="346"/>
                    </a:lnTo>
                    <a:lnTo>
                      <a:pt x="114" y="349"/>
                    </a:lnTo>
                    <a:lnTo>
                      <a:pt x="112" y="351"/>
                    </a:lnTo>
                    <a:lnTo>
                      <a:pt x="112" y="351"/>
                    </a:lnTo>
                    <a:lnTo>
                      <a:pt x="120" y="336"/>
                    </a:lnTo>
                    <a:lnTo>
                      <a:pt x="125" y="327"/>
                    </a:lnTo>
                    <a:lnTo>
                      <a:pt x="130" y="320"/>
                    </a:lnTo>
                    <a:lnTo>
                      <a:pt x="130" y="320"/>
                    </a:lnTo>
                    <a:lnTo>
                      <a:pt x="130" y="319"/>
                    </a:lnTo>
                    <a:lnTo>
                      <a:pt x="130" y="320"/>
                    </a:lnTo>
                    <a:lnTo>
                      <a:pt x="128" y="321"/>
                    </a:lnTo>
                    <a:lnTo>
                      <a:pt x="127" y="321"/>
                    </a:lnTo>
                    <a:lnTo>
                      <a:pt x="127" y="320"/>
                    </a:lnTo>
                    <a:lnTo>
                      <a:pt x="127" y="320"/>
                    </a:lnTo>
                    <a:lnTo>
                      <a:pt x="132" y="314"/>
                    </a:lnTo>
                    <a:lnTo>
                      <a:pt x="137" y="309"/>
                    </a:lnTo>
                    <a:lnTo>
                      <a:pt x="137" y="309"/>
                    </a:lnTo>
                    <a:lnTo>
                      <a:pt x="137" y="307"/>
                    </a:lnTo>
                    <a:lnTo>
                      <a:pt x="135" y="309"/>
                    </a:lnTo>
                    <a:lnTo>
                      <a:pt x="132" y="314"/>
                    </a:lnTo>
                    <a:lnTo>
                      <a:pt x="132" y="314"/>
                    </a:lnTo>
                    <a:lnTo>
                      <a:pt x="135" y="309"/>
                    </a:lnTo>
                    <a:lnTo>
                      <a:pt x="138" y="303"/>
                    </a:lnTo>
                    <a:lnTo>
                      <a:pt x="138" y="303"/>
                    </a:lnTo>
                    <a:lnTo>
                      <a:pt x="138" y="304"/>
                    </a:lnTo>
                    <a:lnTo>
                      <a:pt x="140" y="307"/>
                    </a:lnTo>
                    <a:lnTo>
                      <a:pt x="140" y="307"/>
                    </a:lnTo>
                    <a:lnTo>
                      <a:pt x="147" y="294"/>
                    </a:lnTo>
                    <a:lnTo>
                      <a:pt x="147" y="294"/>
                    </a:lnTo>
                    <a:lnTo>
                      <a:pt x="151" y="287"/>
                    </a:lnTo>
                    <a:lnTo>
                      <a:pt x="157" y="280"/>
                    </a:lnTo>
                    <a:lnTo>
                      <a:pt x="157" y="280"/>
                    </a:lnTo>
                    <a:lnTo>
                      <a:pt x="157" y="282"/>
                    </a:lnTo>
                    <a:lnTo>
                      <a:pt x="157" y="282"/>
                    </a:lnTo>
                    <a:lnTo>
                      <a:pt x="157" y="282"/>
                    </a:lnTo>
                    <a:lnTo>
                      <a:pt x="157" y="282"/>
                    </a:lnTo>
                    <a:lnTo>
                      <a:pt x="161" y="277"/>
                    </a:lnTo>
                    <a:lnTo>
                      <a:pt x="161" y="277"/>
                    </a:lnTo>
                    <a:lnTo>
                      <a:pt x="162" y="274"/>
                    </a:lnTo>
                    <a:lnTo>
                      <a:pt x="164" y="272"/>
                    </a:lnTo>
                    <a:lnTo>
                      <a:pt x="164" y="272"/>
                    </a:lnTo>
                    <a:lnTo>
                      <a:pt x="165" y="272"/>
                    </a:lnTo>
                    <a:lnTo>
                      <a:pt x="168" y="269"/>
                    </a:lnTo>
                    <a:lnTo>
                      <a:pt x="168" y="269"/>
                    </a:lnTo>
                    <a:lnTo>
                      <a:pt x="172" y="263"/>
                    </a:lnTo>
                    <a:lnTo>
                      <a:pt x="178" y="256"/>
                    </a:lnTo>
                    <a:lnTo>
                      <a:pt x="178" y="256"/>
                    </a:lnTo>
                    <a:lnTo>
                      <a:pt x="178" y="256"/>
                    </a:lnTo>
                    <a:lnTo>
                      <a:pt x="178" y="257"/>
                    </a:lnTo>
                    <a:lnTo>
                      <a:pt x="175" y="260"/>
                    </a:lnTo>
                    <a:lnTo>
                      <a:pt x="175" y="260"/>
                    </a:lnTo>
                    <a:lnTo>
                      <a:pt x="178" y="257"/>
                    </a:lnTo>
                    <a:lnTo>
                      <a:pt x="181" y="254"/>
                    </a:lnTo>
                    <a:lnTo>
                      <a:pt x="185" y="246"/>
                    </a:lnTo>
                    <a:lnTo>
                      <a:pt x="185" y="246"/>
                    </a:lnTo>
                    <a:lnTo>
                      <a:pt x="187" y="244"/>
                    </a:lnTo>
                    <a:lnTo>
                      <a:pt x="187" y="246"/>
                    </a:lnTo>
                    <a:lnTo>
                      <a:pt x="185" y="250"/>
                    </a:lnTo>
                    <a:lnTo>
                      <a:pt x="185" y="250"/>
                    </a:lnTo>
                    <a:lnTo>
                      <a:pt x="192" y="240"/>
                    </a:lnTo>
                    <a:lnTo>
                      <a:pt x="195" y="236"/>
                    </a:lnTo>
                    <a:lnTo>
                      <a:pt x="199" y="232"/>
                    </a:lnTo>
                    <a:lnTo>
                      <a:pt x="199" y="232"/>
                    </a:lnTo>
                    <a:lnTo>
                      <a:pt x="199" y="232"/>
                    </a:lnTo>
                    <a:lnTo>
                      <a:pt x="199" y="233"/>
                    </a:lnTo>
                    <a:lnTo>
                      <a:pt x="198" y="234"/>
                    </a:lnTo>
                    <a:lnTo>
                      <a:pt x="197" y="236"/>
                    </a:lnTo>
                    <a:lnTo>
                      <a:pt x="197" y="236"/>
                    </a:lnTo>
                    <a:lnTo>
                      <a:pt x="201" y="233"/>
                    </a:lnTo>
                    <a:lnTo>
                      <a:pt x="205" y="229"/>
                    </a:lnTo>
                    <a:lnTo>
                      <a:pt x="205" y="229"/>
                    </a:lnTo>
                    <a:lnTo>
                      <a:pt x="204" y="232"/>
                    </a:lnTo>
                    <a:lnTo>
                      <a:pt x="204" y="233"/>
                    </a:lnTo>
                    <a:lnTo>
                      <a:pt x="205" y="232"/>
                    </a:lnTo>
                    <a:lnTo>
                      <a:pt x="205" y="232"/>
                    </a:lnTo>
                    <a:lnTo>
                      <a:pt x="202" y="234"/>
                    </a:lnTo>
                    <a:lnTo>
                      <a:pt x="201" y="237"/>
                    </a:lnTo>
                    <a:lnTo>
                      <a:pt x="201" y="237"/>
                    </a:lnTo>
                    <a:lnTo>
                      <a:pt x="205" y="233"/>
                    </a:lnTo>
                    <a:lnTo>
                      <a:pt x="208" y="230"/>
                    </a:lnTo>
                    <a:lnTo>
                      <a:pt x="208" y="230"/>
                    </a:lnTo>
                    <a:lnTo>
                      <a:pt x="208" y="229"/>
                    </a:lnTo>
                    <a:lnTo>
                      <a:pt x="208" y="227"/>
                    </a:lnTo>
                    <a:lnTo>
                      <a:pt x="211" y="224"/>
                    </a:lnTo>
                    <a:lnTo>
                      <a:pt x="211" y="224"/>
                    </a:lnTo>
                    <a:lnTo>
                      <a:pt x="211" y="224"/>
                    </a:lnTo>
                    <a:lnTo>
                      <a:pt x="211" y="224"/>
                    </a:lnTo>
                    <a:lnTo>
                      <a:pt x="208" y="226"/>
                    </a:lnTo>
                    <a:lnTo>
                      <a:pt x="208" y="226"/>
                    </a:lnTo>
                    <a:lnTo>
                      <a:pt x="212" y="220"/>
                    </a:lnTo>
                    <a:lnTo>
                      <a:pt x="217" y="214"/>
                    </a:lnTo>
                    <a:lnTo>
                      <a:pt x="217" y="214"/>
                    </a:lnTo>
                    <a:lnTo>
                      <a:pt x="218" y="214"/>
                    </a:lnTo>
                    <a:lnTo>
                      <a:pt x="218" y="214"/>
                    </a:lnTo>
                    <a:lnTo>
                      <a:pt x="218" y="216"/>
                    </a:lnTo>
                    <a:lnTo>
                      <a:pt x="219" y="216"/>
                    </a:lnTo>
                    <a:lnTo>
                      <a:pt x="219" y="216"/>
                    </a:lnTo>
                    <a:lnTo>
                      <a:pt x="222" y="210"/>
                    </a:lnTo>
                    <a:lnTo>
                      <a:pt x="222" y="210"/>
                    </a:lnTo>
                    <a:lnTo>
                      <a:pt x="224" y="209"/>
                    </a:lnTo>
                    <a:lnTo>
                      <a:pt x="224" y="207"/>
                    </a:lnTo>
                    <a:lnTo>
                      <a:pt x="224" y="207"/>
                    </a:lnTo>
                    <a:lnTo>
                      <a:pt x="235" y="199"/>
                    </a:lnTo>
                    <a:lnTo>
                      <a:pt x="244" y="190"/>
                    </a:lnTo>
                    <a:lnTo>
                      <a:pt x="244" y="190"/>
                    </a:lnTo>
                    <a:lnTo>
                      <a:pt x="244" y="190"/>
                    </a:lnTo>
                    <a:lnTo>
                      <a:pt x="245" y="186"/>
                    </a:lnTo>
                    <a:lnTo>
                      <a:pt x="245" y="186"/>
                    </a:lnTo>
                    <a:lnTo>
                      <a:pt x="247" y="187"/>
                    </a:lnTo>
                    <a:lnTo>
                      <a:pt x="247" y="187"/>
                    </a:lnTo>
                    <a:lnTo>
                      <a:pt x="248" y="187"/>
                    </a:lnTo>
                    <a:lnTo>
                      <a:pt x="252" y="186"/>
                    </a:lnTo>
                    <a:lnTo>
                      <a:pt x="252" y="186"/>
                    </a:lnTo>
                    <a:lnTo>
                      <a:pt x="249" y="189"/>
                    </a:lnTo>
                    <a:lnTo>
                      <a:pt x="245" y="192"/>
                    </a:lnTo>
                    <a:lnTo>
                      <a:pt x="245" y="192"/>
                    </a:lnTo>
                    <a:lnTo>
                      <a:pt x="248" y="190"/>
                    </a:lnTo>
                    <a:lnTo>
                      <a:pt x="251" y="189"/>
                    </a:lnTo>
                    <a:lnTo>
                      <a:pt x="256" y="183"/>
                    </a:lnTo>
                    <a:lnTo>
                      <a:pt x="256" y="183"/>
                    </a:lnTo>
                    <a:lnTo>
                      <a:pt x="256" y="182"/>
                    </a:lnTo>
                    <a:lnTo>
                      <a:pt x="256" y="180"/>
                    </a:lnTo>
                    <a:lnTo>
                      <a:pt x="256" y="180"/>
                    </a:lnTo>
                    <a:lnTo>
                      <a:pt x="261" y="179"/>
                    </a:lnTo>
                    <a:lnTo>
                      <a:pt x="264" y="177"/>
                    </a:lnTo>
                    <a:lnTo>
                      <a:pt x="264" y="177"/>
                    </a:lnTo>
                    <a:lnTo>
                      <a:pt x="266" y="174"/>
                    </a:lnTo>
                    <a:lnTo>
                      <a:pt x="268" y="172"/>
                    </a:lnTo>
                    <a:lnTo>
                      <a:pt x="268" y="172"/>
                    </a:lnTo>
                    <a:lnTo>
                      <a:pt x="272" y="170"/>
                    </a:lnTo>
                    <a:lnTo>
                      <a:pt x="275" y="167"/>
                    </a:lnTo>
                    <a:lnTo>
                      <a:pt x="278" y="164"/>
                    </a:lnTo>
                    <a:lnTo>
                      <a:pt x="278" y="164"/>
                    </a:lnTo>
                    <a:lnTo>
                      <a:pt x="279" y="164"/>
                    </a:lnTo>
                    <a:lnTo>
                      <a:pt x="282" y="164"/>
                    </a:lnTo>
                    <a:lnTo>
                      <a:pt x="282" y="164"/>
                    </a:lnTo>
                    <a:lnTo>
                      <a:pt x="279" y="167"/>
                    </a:lnTo>
                    <a:lnTo>
                      <a:pt x="275" y="169"/>
                    </a:lnTo>
                    <a:lnTo>
                      <a:pt x="275" y="169"/>
                    </a:lnTo>
                    <a:lnTo>
                      <a:pt x="288" y="162"/>
                    </a:lnTo>
                    <a:lnTo>
                      <a:pt x="288" y="162"/>
                    </a:lnTo>
                    <a:lnTo>
                      <a:pt x="294" y="157"/>
                    </a:lnTo>
                    <a:lnTo>
                      <a:pt x="294" y="157"/>
                    </a:lnTo>
                    <a:lnTo>
                      <a:pt x="301" y="153"/>
                    </a:lnTo>
                    <a:lnTo>
                      <a:pt x="301" y="153"/>
                    </a:lnTo>
                    <a:lnTo>
                      <a:pt x="314" y="144"/>
                    </a:lnTo>
                    <a:lnTo>
                      <a:pt x="314" y="144"/>
                    </a:lnTo>
                    <a:lnTo>
                      <a:pt x="321" y="140"/>
                    </a:lnTo>
                    <a:lnTo>
                      <a:pt x="321" y="140"/>
                    </a:lnTo>
                    <a:lnTo>
                      <a:pt x="328" y="136"/>
                    </a:lnTo>
                    <a:lnTo>
                      <a:pt x="328" y="136"/>
                    </a:lnTo>
                    <a:lnTo>
                      <a:pt x="326" y="137"/>
                    </a:lnTo>
                    <a:lnTo>
                      <a:pt x="325" y="140"/>
                    </a:lnTo>
                    <a:lnTo>
                      <a:pt x="325" y="140"/>
                    </a:lnTo>
                    <a:lnTo>
                      <a:pt x="329" y="137"/>
                    </a:lnTo>
                    <a:lnTo>
                      <a:pt x="335" y="135"/>
                    </a:lnTo>
                    <a:lnTo>
                      <a:pt x="335" y="135"/>
                    </a:lnTo>
                    <a:lnTo>
                      <a:pt x="336" y="133"/>
                    </a:lnTo>
                    <a:lnTo>
                      <a:pt x="335" y="132"/>
                    </a:lnTo>
                    <a:lnTo>
                      <a:pt x="335" y="132"/>
                    </a:lnTo>
                    <a:lnTo>
                      <a:pt x="342" y="129"/>
                    </a:lnTo>
                    <a:lnTo>
                      <a:pt x="342" y="129"/>
                    </a:lnTo>
                    <a:lnTo>
                      <a:pt x="351" y="125"/>
                    </a:lnTo>
                    <a:lnTo>
                      <a:pt x="351" y="125"/>
                    </a:lnTo>
                    <a:lnTo>
                      <a:pt x="359" y="120"/>
                    </a:lnTo>
                    <a:lnTo>
                      <a:pt x="366" y="115"/>
                    </a:lnTo>
                    <a:lnTo>
                      <a:pt x="366" y="115"/>
                    </a:lnTo>
                    <a:lnTo>
                      <a:pt x="368" y="115"/>
                    </a:lnTo>
                    <a:lnTo>
                      <a:pt x="366" y="116"/>
                    </a:lnTo>
                    <a:lnTo>
                      <a:pt x="365" y="117"/>
                    </a:lnTo>
                    <a:lnTo>
                      <a:pt x="365" y="117"/>
                    </a:lnTo>
                    <a:lnTo>
                      <a:pt x="365" y="117"/>
                    </a:lnTo>
                    <a:lnTo>
                      <a:pt x="368" y="116"/>
                    </a:lnTo>
                    <a:lnTo>
                      <a:pt x="368" y="116"/>
                    </a:lnTo>
                    <a:lnTo>
                      <a:pt x="371" y="115"/>
                    </a:lnTo>
                    <a:lnTo>
                      <a:pt x="371" y="115"/>
                    </a:lnTo>
                    <a:lnTo>
                      <a:pt x="378" y="112"/>
                    </a:lnTo>
                    <a:lnTo>
                      <a:pt x="378" y="112"/>
                    </a:lnTo>
                    <a:lnTo>
                      <a:pt x="378" y="112"/>
                    </a:lnTo>
                    <a:lnTo>
                      <a:pt x="378" y="110"/>
                    </a:lnTo>
                    <a:lnTo>
                      <a:pt x="378" y="110"/>
                    </a:lnTo>
                    <a:lnTo>
                      <a:pt x="389" y="106"/>
                    </a:lnTo>
                    <a:lnTo>
                      <a:pt x="395" y="105"/>
                    </a:lnTo>
                    <a:lnTo>
                      <a:pt x="398" y="102"/>
                    </a:lnTo>
                    <a:lnTo>
                      <a:pt x="398" y="102"/>
                    </a:lnTo>
                    <a:lnTo>
                      <a:pt x="401" y="102"/>
                    </a:lnTo>
                    <a:lnTo>
                      <a:pt x="403" y="102"/>
                    </a:lnTo>
                    <a:lnTo>
                      <a:pt x="403" y="102"/>
                    </a:lnTo>
                    <a:lnTo>
                      <a:pt x="408" y="99"/>
                    </a:lnTo>
                    <a:lnTo>
                      <a:pt x="411" y="97"/>
                    </a:lnTo>
                    <a:lnTo>
                      <a:pt x="413" y="97"/>
                    </a:lnTo>
                    <a:lnTo>
                      <a:pt x="413" y="97"/>
                    </a:lnTo>
                    <a:lnTo>
                      <a:pt x="418" y="95"/>
                    </a:lnTo>
                    <a:lnTo>
                      <a:pt x="418" y="95"/>
                    </a:lnTo>
                    <a:lnTo>
                      <a:pt x="421" y="93"/>
                    </a:lnTo>
                    <a:lnTo>
                      <a:pt x="421" y="93"/>
                    </a:lnTo>
                    <a:lnTo>
                      <a:pt x="423" y="93"/>
                    </a:lnTo>
                    <a:lnTo>
                      <a:pt x="423" y="93"/>
                    </a:lnTo>
                    <a:lnTo>
                      <a:pt x="431" y="90"/>
                    </a:lnTo>
                    <a:lnTo>
                      <a:pt x="438" y="87"/>
                    </a:lnTo>
                    <a:lnTo>
                      <a:pt x="438" y="87"/>
                    </a:lnTo>
                    <a:lnTo>
                      <a:pt x="439" y="87"/>
                    </a:lnTo>
                    <a:lnTo>
                      <a:pt x="440" y="87"/>
                    </a:lnTo>
                    <a:lnTo>
                      <a:pt x="440" y="89"/>
                    </a:lnTo>
                    <a:lnTo>
                      <a:pt x="440" y="89"/>
                    </a:lnTo>
                    <a:lnTo>
                      <a:pt x="448" y="85"/>
                    </a:lnTo>
                    <a:lnTo>
                      <a:pt x="448" y="85"/>
                    </a:lnTo>
                    <a:lnTo>
                      <a:pt x="452" y="85"/>
                    </a:lnTo>
                    <a:lnTo>
                      <a:pt x="455" y="85"/>
                    </a:lnTo>
                    <a:lnTo>
                      <a:pt x="455" y="85"/>
                    </a:lnTo>
                    <a:lnTo>
                      <a:pt x="462" y="82"/>
                    </a:lnTo>
                    <a:lnTo>
                      <a:pt x="462" y="82"/>
                    </a:lnTo>
                    <a:lnTo>
                      <a:pt x="463" y="82"/>
                    </a:lnTo>
                    <a:lnTo>
                      <a:pt x="463" y="82"/>
                    </a:lnTo>
                    <a:lnTo>
                      <a:pt x="466" y="80"/>
                    </a:lnTo>
                    <a:lnTo>
                      <a:pt x="468" y="80"/>
                    </a:lnTo>
                    <a:lnTo>
                      <a:pt x="468" y="80"/>
                    </a:lnTo>
                    <a:lnTo>
                      <a:pt x="468" y="80"/>
                    </a:lnTo>
                    <a:lnTo>
                      <a:pt x="473" y="79"/>
                    </a:lnTo>
                    <a:lnTo>
                      <a:pt x="473" y="79"/>
                    </a:lnTo>
                    <a:lnTo>
                      <a:pt x="482" y="77"/>
                    </a:lnTo>
                    <a:lnTo>
                      <a:pt x="482" y="77"/>
                    </a:lnTo>
                    <a:lnTo>
                      <a:pt x="482" y="76"/>
                    </a:lnTo>
                    <a:lnTo>
                      <a:pt x="482" y="76"/>
                    </a:lnTo>
                    <a:lnTo>
                      <a:pt x="488" y="75"/>
                    </a:lnTo>
                    <a:lnTo>
                      <a:pt x="488" y="75"/>
                    </a:lnTo>
                    <a:lnTo>
                      <a:pt x="486" y="75"/>
                    </a:lnTo>
                    <a:lnTo>
                      <a:pt x="485" y="76"/>
                    </a:lnTo>
                    <a:lnTo>
                      <a:pt x="485" y="76"/>
                    </a:lnTo>
                    <a:lnTo>
                      <a:pt x="500" y="73"/>
                    </a:lnTo>
                    <a:lnTo>
                      <a:pt x="500" y="73"/>
                    </a:lnTo>
                    <a:lnTo>
                      <a:pt x="496" y="75"/>
                    </a:lnTo>
                    <a:lnTo>
                      <a:pt x="495" y="75"/>
                    </a:lnTo>
                    <a:lnTo>
                      <a:pt x="493" y="76"/>
                    </a:lnTo>
                    <a:lnTo>
                      <a:pt x="493" y="76"/>
                    </a:lnTo>
                    <a:lnTo>
                      <a:pt x="503" y="75"/>
                    </a:lnTo>
                    <a:lnTo>
                      <a:pt x="503" y="75"/>
                    </a:lnTo>
                    <a:lnTo>
                      <a:pt x="502" y="76"/>
                    </a:lnTo>
                    <a:lnTo>
                      <a:pt x="500" y="77"/>
                    </a:lnTo>
                    <a:lnTo>
                      <a:pt x="500" y="77"/>
                    </a:lnTo>
                    <a:lnTo>
                      <a:pt x="495" y="77"/>
                    </a:lnTo>
                    <a:lnTo>
                      <a:pt x="492" y="77"/>
                    </a:lnTo>
                    <a:lnTo>
                      <a:pt x="489" y="79"/>
                    </a:lnTo>
                    <a:lnTo>
                      <a:pt x="489" y="79"/>
                    </a:lnTo>
                    <a:lnTo>
                      <a:pt x="490" y="79"/>
                    </a:lnTo>
                    <a:lnTo>
                      <a:pt x="492" y="79"/>
                    </a:lnTo>
                    <a:lnTo>
                      <a:pt x="493" y="79"/>
                    </a:lnTo>
                    <a:lnTo>
                      <a:pt x="496" y="79"/>
                    </a:lnTo>
                    <a:lnTo>
                      <a:pt x="496" y="79"/>
                    </a:lnTo>
                    <a:lnTo>
                      <a:pt x="496" y="80"/>
                    </a:lnTo>
                    <a:lnTo>
                      <a:pt x="495" y="80"/>
                    </a:lnTo>
                    <a:lnTo>
                      <a:pt x="489" y="82"/>
                    </a:lnTo>
                    <a:lnTo>
                      <a:pt x="489" y="82"/>
                    </a:lnTo>
                    <a:lnTo>
                      <a:pt x="489" y="82"/>
                    </a:lnTo>
                    <a:lnTo>
                      <a:pt x="489" y="82"/>
                    </a:lnTo>
                    <a:lnTo>
                      <a:pt x="490" y="80"/>
                    </a:lnTo>
                    <a:lnTo>
                      <a:pt x="490" y="80"/>
                    </a:lnTo>
                    <a:lnTo>
                      <a:pt x="486" y="82"/>
                    </a:lnTo>
                    <a:lnTo>
                      <a:pt x="483" y="83"/>
                    </a:lnTo>
                    <a:lnTo>
                      <a:pt x="483" y="83"/>
                    </a:lnTo>
                    <a:lnTo>
                      <a:pt x="479" y="85"/>
                    </a:lnTo>
                    <a:lnTo>
                      <a:pt x="479" y="85"/>
                    </a:lnTo>
                    <a:lnTo>
                      <a:pt x="476" y="85"/>
                    </a:lnTo>
                    <a:lnTo>
                      <a:pt x="476" y="85"/>
                    </a:lnTo>
                    <a:lnTo>
                      <a:pt x="473" y="85"/>
                    </a:lnTo>
                    <a:lnTo>
                      <a:pt x="473" y="85"/>
                    </a:lnTo>
                    <a:lnTo>
                      <a:pt x="478" y="83"/>
                    </a:lnTo>
                    <a:lnTo>
                      <a:pt x="478" y="83"/>
                    </a:lnTo>
                    <a:lnTo>
                      <a:pt x="479" y="83"/>
                    </a:lnTo>
                    <a:lnTo>
                      <a:pt x="479" y="83"/>
                    </a:lnTo>
                    <a:lnTo>
                      <a:pt x="482" y="82"/>
                    </a:lnTo>
                    <a:lnTo>
                      <a:pt x="485" y="80"/>
                    </a:lnTo>
                    <a:lnTo>
                      <a:pt x="485" y="80"/>
                    </a:lnTo>
                    <a:lnTo>
                      <a:pt x="485" y="80"/>
                    </a:lnTo>
                    <a:lnTo>
                      <a:pt x="482" y="80"/>
                    </a:lnTo>
                    <a:lnTo>
                      <a:pt x="482" y="80"/>
                    </a:lnTo>
                    <a:lnTo>
                      <a:pt x="485" y="79"/>
                    </a:lnTo>
                    <a:lnTo>
                      <a:pt x="485" y="79"/>
                    </a:lnTo>
                    <a:lnTo>
                      <a:pt x="486" y="79"/>
                    </a:lnTo>
                    <a:lnTo>
                      <a:pt x="486" y="79"/>
                    </a:lnTo>
                    <a:lnTo>
                      <a:pt x="486" y="79"/>
                    </a:lnTo>
                    <a:lnTo>
                      <a:pt x="488" y="79"/>
                    </a:lnTo>
                    <a:lnTo>
                      <a:pt x="488" y="79"/>
                    </a:lnTo>
                    <a:lnTo>
                      <a:pt x="489" y="77"/>
                    </a:lnTo>
                    <a:lnTo>
                      <a:pt x="489" y="77"/>
                    </a:lnTo>
                    <a:lnTo>
                      <a:pt x="485" y="77"/>
                    </a:lnTo>
                    <a:lnTo>
                      <a:pt x="485" y="77"/>
                    </a:lnTo>
                    <a:lnTo>
                      <a:pt x="489" y="76"/>
                    </a:lnTo>
                    <a:lnTo>
                      <a:pt x="489" y="76"/>
                    </a:lnTo>
                    <a:lnTo>
                      <a:pt x="478" y="79"/>
                    </a:lnTo>
                    <a:lnTo>
                      <a:pt x="478" y="79"/>
                    </a:lnTo>
                    <a:lnTo>
                      <a:pt x="470" y="82"/>
                    </a:lnTo>
                    <a:lnTo>
                      <a:pt x="470" y="82"/>
                    </a:lnTo>
                    <a:lnTo>
                      <a:pt x="463" y="83"/>
                    </a:lnTo>
                    <a:lnTo>
                      <a:pt x="463" y="83"/>
                    </a:lnTo>
                    <a:lnTo>
                      <a:pt x="463" y="83"/>
                    </a:lnTo>
                    <a:lnTo>
                      <a:pt x="462" y="85"/>
                    </a:lnTo>
                    <a:lnTo>
                      <a:pt x="460" y="85"/>
                    </a:lnTo>
                    <a:lnTo>
                      <a:pt x="459" y="86"/>
                    </a:lnTo>
                    <a:lnTo>
                      <a:pt x="459" y="86"/>
                    </a:lnTo>
                    <a:lnTo>
                      <a:pt x="473" y="80"/>
                    </a:lnTo>
                    <a:lnTo>
                      <a:pt x="473" y="80"/>
                    </a:lnTo>
                    <a:lnTo>
                      <a:pt x="475" y="82"/>
                    </a:lnTo>
                    <a:lnTo>
                      <a:pt x="473" y="83"/>
                    </a:lnTo>
                    <a:lnTo>
                      <a:pt x="468" y="86"/>
                    </a:lnTo>
                    <a:lnTo>
                      <a:pt x="455" y="90"/>
                    </a:lnTo>
                    <a:lnTo>
                      <a:pt x="455" y="90"/>
                    </a:lnTo>
                    <a:lnTo>
                      <a:pt x="452" y="90"/>
                    </a:lnTo>
                    <a:lnTo>
                      <a:pt x="450" y="89"/>
                    </a:lnTo>
                    <a:lnTo>
                      <a:pt x="450" y="87"/>
                    </a:lnTo>
                    <a:lnTo>
                      <a:pt x="449" y="86"/>
                    </a:lnTo>
                    <a:lnTo>
                      <a:pt x="449" y="86"/>
                    </a:lnTo>
                    <a:lnTo>
                      <a:pt x="448" y="87"/>
                    </a:lnTo>
                    <a:lnTo>
                      <a:pt x="445" y="89"/>
                    </a:lnTo>
                    <a:lnTo>
                      <a:pt x="442" y="89"/>
                    </a:lnTo>
                    <a:lnTo>
                      <a:pt x="439" y="92"/>
                    </a:lnTo>
                    <a:lnTo>
                      <a:pt x="439" y="92"/>
                    </a:lnTo>
                    <a:lnTo>
                      <a:pt x="446" y="89"/>
                    </a:lnTo>
                    <a:lnTo>
                      <a:pt x="449" y="89"/>
                    </a:lnTo>
                    <a:lnTo>
                      <a:pt x="449" y="90"/>
                    </a:lnTo>
                    <a:lnTo>
                      <a:pt x="449" y="90"/>
                    </a:lnTo>
                    <a:lnTo>
                      <a:pt x="449" y="90"/>
                    </a:lnTo>
                    <a:lnTo>
                      <a:pt x="445" y="90"/>
                    </a:lnTo>
                    <a:lnTo>
                      <a:pt x="443" y="92"/>
                    </a:lnTo>
                    <a:lnTo>
                      <a:pt x="440" y="93"/>
                    </a:lnTo>
                    <a:lnTo>
                      <a:pt x="436" y="95"/>
                    </a:lnTo>
                    <a:lnTo>
                      <a:pt x="436" y="95"/>
                    </a:lnTo>
                    <a:lnTo>
                      <a:pt x="433" y="95"/>
                    </a:lnTo>
                    <a:lnTo>
                      <a:pt x="433" y="93"/>
                    </a:lnTo>
                    <a:lnTo>
                      <a:pt x="433" y="93"/>
                    </a:lnTo>
                    <a:lnTo>
                      <a:pt x="432" y="93"/>
                    </a:lnTo>
                    <a:lnTo>
                      <a:pt x="428" y="96"/>
                    </a:lnTo>
                    <a:lnTo>
                      <a:pt x="428" y="96"/>
                    </a:lnTo>
                    <a:lnTo>
                      <a:pt x="429" y="96"/>
                    </a:lnTo>
                    <a:lnTo>
                      <a:pt x="429" y="96"/>
                    </a:lnTo>
                    <a:lnTo>
                      <a:pt x="429" y="96"/>
                    </a:lnTo>
                    <a:lnTo>
                      <a:pt x="423" y="100"/>
                    </a:lnTo>
                    <a:lnTo>
                      <a:pt x="423" y="100"/>
                    </a:lnTo>
                    <a:lnTo>
                      <a:pt x="416" y="103"/>
                    </a:lnTo>
                    <a:lnTo>
                      <a:pt x="416" y="103"/>
                    </a:lnTo>
                    <a:lnTo>
                      <a:pt x="402" y="109"/>
                    </a:lnTo>
                    <a:lnTo>
                      <a:pt x="402" y="109"/>
                    </a:lnTo>
                    <a:lnTo>
                      <a:pt x="408" y="107"/>
                    </a:lnTo>
                    <a:lnTo>
                      <a:pt x="412" y="106"/>
                    </a:lnTo>
                    <a:lnTo>
                      <a:pt x="412" y="106"/>
                    </a:lnTo>
                    <a:lnTo>
                      <a:pt x="402" y="112"/>
                    </a:lnTo>
                    <a:lnTo>
                      <a:pt x="396" y="113"/>
                    </a:lnTo>
                    <a:lnTo>
                      <a:pt x="393" y="113"/>
                    </a:lnTo>
                    <a:lnTo>
                      <a:pt x="393" y="113"/>
                    </a:lnTo>
                    <a:lnTo>
                      <a:pt x="398" y="112"/>
                    </a:lnTo>
                    <a:lnTo>
                      <a:pt x="398" y="112"/>
                    </a:lnTo>
                    <a:lnTo>
                      <a:pt x="401" y="109"/>
                    </a:lnTo>
                    <a:lnTo>
                      <a:pt x="401" y="109"/>
                    </a:lnTo>
                    <a:lnTo>
                      <a:pt x="401" y="107"/>
                    </a:lnTo>
                    <a:lnTo>
                      <a:pt x="399" y="109"/>
                    </a:lnTo>
                    <a:lnTo>
                      <a:pt x="398" y="109"/>
                    </a:lnTo>
                    <a:lnTo>
                      <a:pt x="398" y="107"/>
                    </a:lnTo>
                    <a:lnTo>
                      <a:pt x="398" y="107"/>
                    </a:lnTo>
                    <a:lnTo>
                      <a:pt x="389" y="113"/>
                    </a:lnTo>
                    <a:lnTo>
                      <a:pt x="386" y="115"/>
                    </a:lnTo>
                    <a:lnTo>
                      <a:pt x="382" y="115"/>
                    </a:lnTo>
                    <a:lnTo>
                      <a:pt x="382" y="115"/>
                    </a:lnTo>
                    <a:lnTo>
                      <a:pt x="379" y="117"/>
                    </a:lnTo>
                    <a:lnTo>
                      <a:pt x="376" y="119"/>
                    </a:lnTo>
                    <a:lnTo>
                      <a:pt x="376" y="119"/>
                    </a:lnTo>
                    <a:lnTo>
                      <a:pt x="375" y="119"/>
                    </a:lnTo>
                    <a:lnTo>
                      <a:pt x="375" y="120"/>
                    </a:lnTo>
                    <a:lnTo>
                      <a:pt x="375" y="120"/>
                    </a:lnTo>
                    <a:lnTo>
                      <a:pt x="375" y="120"/>
                    </a:lnTo>
                    <a:lnTo>
                      <a:pt x="369" y="123"/>
                    </a:lnTo>
                    <a:lnTo>
                      <a:pt x="362" y="126"/>
                    </a:lnTo>
                    <a:lnTo>
                      <a:pt x="362" y="126"/>
                    </a:lnTo>
                    <a:lnTo>
                      <a:pt x="356" y="129"/>
                    </a:lnTo>
                    <a:lnTo>
                      <a:pt x="352" y="130"/>
                    </a:lnTo>
                    <a:lnTo>
                      <a:pt x="352" y="130"/>
                    </a:lnTo>
                    <a:lnTo>
                      <a:pt x="346" y="135"/>
                    </a:lnTo>
                    <a:lnTo>
                      <a:pt x="341" y="137"/>
                    </a:lnTo>
                    <a:lnTo>
                      <a:pt x="341" y="137"/>
                    </a:lnTo>
                    <a:lnTo>
                      <a:pt x="341" y="136"/>
                    </a:lnTo>
                    <a:lnTo>
                      <a:pt x="341" y="136"/>
                    </a:lnTo>
                    <a:lnTo>
                      <a:pt x="339" y="137"/>
                    </a:lnTo>
                    <a:lnTo>
                      <a:pt x="338" y="137"/>
                    </a:lnTo>
                    <a:lnTo>
                      <a:pt x="336" y="140"/>
                    </a:lnTo>
                    <a:lnTo>
                      <a:pt x="336" y="140"/>
                    </a:lnTo>
                    <a:lnTo>
                      <a:pt x="335" y="140"/>
                    </a:lnTo>
                    <a:lnTo>
                      <a:pt x="334" y="139"/>
                    </a:lnTo>
                    <a:lnTo>
                      <a:pt x="335" y="137"/>
                    </a:lnTo>
                    <a:lnTo>
                      <a:pt x="335" y="137"/>
                    </a:lnTo>
                    <a:lnTo>
                      <a:pt x="329" y="140"/>
                    </a:lnTo>
                    <a:lnTo>
                      <a:pt x="326" y="142"/>
                    </a:lnTo>
                    <a:lnTo>
                      <a:pt x="324" y="142"/>
                    </a:lnTo>
                    <a:lnTo>
                      <a:pt x="324" y="142"/>
                    </a:lnTo>
                    <a:lnTo>
                      <a:pt x="324" y="143"/>
                    </a:lnTo>
                    <a:lnTo>
                      <a:pt x="325" y="143"/>
                    </a:lnTo>
                    <a:lnTo>
                      <a:pt x="325" y="144"/>
                    </a:lnTo>
                    <a:lnTo>
                      <a:pt x="324" y="146"/>
                    </a:lnTo>
                    <a:lnTo>
                      <a:pt x="324" y="146"/>
                    </a:lnTo>
                    <a:lnTo>
                      <a:pt x="326" y="144"/>
                    </a:lnTo>
                    <a:lnTo>
                      <a:pt x="328" y="143"/>
                    </a:lnTo>
                    <a:lnTo>
                      <a:pt x="328" y="142"/>
                    </a:lnTo>
                    <a:lnTo>
                      <a:pt x="332" y="140"/>
                    </a:lnTo>
                    <a:lnTo>
                      <a:pt x="332" y="140"/>
                    </a:lnTo>
                    <a:lnTo>
                      <a:pt x="332" y="140"/>
                    </a:lnTo>
                    <a:lnTo>
                      <a:pt x="332" y="142"/>
                    </a:lnTo>
                    <a:lnTo>
                      <a:pt x="329" y="144"/>
                    </a:lnTo>
                    <a:lnTo>
                      <a:pt x="329" y="144"/>
                    </a:lnTo>
                    <a:lnTo>
                      <a:pt x="324" y="147"/>
                    </a:lnTo>
                    <a:lnTo>
                      <a:pt x="318" y="149"/>
                    </a:lnTo>
                    <a:lnTo>
                      <a:pt x="318" y="149"/>
                    </a:lnTo>
                    <a:lnTo>
                      <a:pt x="314" y="152"/>
                    </a:lnTo>
                    <a:lnTo>
                      <a:pt x="308" y="156"/>
                    </a:lnTo>
                    <a:lnTo>
                      <a:pt x="308" y="156"/>
                    </a:lnTo>
                    <a:lnTo>
                      <a:pt x="306" y="154"/>
                    </a:lnTo>
                    <a:lnTo>
                      <a:pt x="308" y="153"/>
                    </a:lnTo>
                    <a:lnTo>
                      <a:pt x="312" y="150"/>
                    </a:lnTo>
                    <a:lnTo>
                      <a:pt x="312" y="150"/>
                    </a:lnTo>
                    <a:lnTo>
                      <a:pt x="308" y="153"/>
                    </a:lnTo>
                    <a:lnTo>
                      <a:pt x="304" y="156"/>
                    </a:lnTo>
                    <a:lnTo>
                      <a:pt x="304" y="156"/>
                    </a:lnTo>
                    <a:lnTo>
                      <a:pt x="306" y="156"/>
                    </a:lnTo>
                    <a:lnTo>
                      <a:pt x="306" y="156"/>
                    </a:lnTo>
                    <a:lnTo>
                      <a:pt x="304" y="159"/>
                    </a:lnTo>
                    <a:lnTo>
                      <a:pt x="304" y="160"/>
                    </a:lnTo>
                    <a:lnTo>
                      <a:pt x="304" y="160"/>
                    </a:lnTo>
                    <a:lnTo>
                      <a:pt x="299" y="162"/>
                    </a:lnTo>
                    <a:lnTo>
                      <a:pt x="295" y="164"/>
                    </a:lnTo>
                    <a:lnTo>
                      <a:pt x="295" y="164"/>
                    </a:lnTo>
                    <a:lnTo>
                      <a:pt x="292" y="167"/>
                    </a:lnTo>
                    <a:lnTo>
                      <a:pt x="288" y="169"/>
                    </a:lnTo>
                    <a:lnTo>
                      <a:pt x="288" y="169"/>
                    </a:lnTo>
                    <a:lnTo>
                      <a:pt x="286" y="170"/>
                    </a:lnTo>
                    <a:lnTo>
                      <a:pt x="284" y="173"/>
                    </a:lnTo>
                    <a:lnTo>
                      <a:pt x="281" y="174"/>
                    </a:lnTo>
                    <a:lnTo>
                      <a:pt x="279" y="174"/>
                    </a:lnTo>
                    <a:lnTo>
                      <a:pt x="279" y="174"/>
                    </a:lnTo>
                    <a:lnTo>
                      <a:pt x="276" y="179"/>
                    </a:lnTo>
                    <a:lnTo>
                      <a:pt x="274" y="183"/>
                    </a:lnTo>
                    <a:lnTo>
                      <a:pt x="274" y="183"/>
                    </a:lnTo>
                    <a:lnTo>
                      <a:pt x="264" y="189"/>
                    </a:lnTo>
                    <a:lnTo>
                      <a:pt x="264" y="189"/>
                    </a:lnTo>
                    <a:lnTo>
                      <a:pt x="264" y="190"/>
                    </a:lnTo>
                    <a:lnTo>
                      <a:pt x="262" y="192"/>
                    </a:lnTo>
                    <a:lnTo>
                      <a:pt x="262" y="192"/>
                    </a:lnTo>
                    <a:lnTo>
                      <a:pt x="256" y="196"/>
                    </a:lnTo>
                    <a:lnTo>
                      <a:pt x="254" y="197"/>
                    </a:lnTo>
                    <a:lnTo>
                      <a:pt x="252" y="197"/>
                    </a:lnTo>
                    <a:lnTo>
                      <a:pt x="252" y="197"/>
                    </a:lnTo>
                    <a:lnTo>
                      <a:pt x="248" y="203"/>
                    </a:lnTo>
                    <a:lnTo>
                      <a:pt x="248" y="203"/>
                    </a:lnTo>
                    <a:lnTo>
                      <a:pt x="245" y="204"/>
                    </a:lnTo>
                    <a:lnTo>
                      <a:pt x="245" y="203"/>
                    </a:lnTo>
                    <a:lnTo>
                      <a:pt x="247" y="202"/>
                    </a:lnTo>
                    <a:lnTo>
                      <a:pt x="245" y="202"/>
                    </a:lnTo>
                    <a:lnTo>
                      <a:pt x="245" y="202"/>
                    </a:lnTo>
                    <a:lnTo>
                      <a:pt x="241" y="207"/>
                    </a:lnTo>
                    <a:lnTo>
                      <a:pt x="235" y="212"/>
                    </a:lnTo>
                    <a:lnTo>
                      <a:pt x="235" y="212"/>
                    </a:lnTo>
                    <a:lnTo>
                      <a:pt x="234" y="214"/>
                    </a:lnTo>
                    <a:lnTo>
                      <a:pt x="232" y="219"/>
                    </a:lnTo>
                    <a:lnTo>
                      <a:pt x="232" y="219"/>
                    </a:lnTo>
                    <a:lnTo>
                      <a:pt x="231" y="219"/>
                    </a:lnTo>
                    <a:lnTo>
                      <a:pt x="231" y="216"/>
                    </a:lnTo>
                    <a:lnTo>
                      <a:pt x="231" y="214"/>
                    </a:lnTo>
                    <a:lnTo>
                      <a:pt x="229" y="216"/>
                    </a:lnTo>
                    <a:lnTo>
                      <a:pt x="229" y="216"/>
                    </a:lnTo>
                    <a:lnTo>
                      <a:pt x="229" y="219"/>
                    </a:lnTo>
                    <a:lnTo>
                      <a:pt x="225" y="223"/>
                    </a:lnTo>
                    <a:lnTo>
                      <a:pt x="217" y="230"/>
                    </a:lnTo>
                    <a:lnTo>
                      <a:pt x="217" y="230"/>
                    </a:lnTo>
                    <a:lnTo>
                      <a:pt x="214" y="236"/>
                    </a:lnTo>
                    <a:lnTo>
                      <a:pt x="214" y="236"/>
                    </a:lnTo>
                    <a:lnTo>
                      <a:pt x="209" y="240"/>
                    </a:lnTo>
                    <a:lnTo>
                      <a:pt x="209" y="240"/>
                    </a:lnTo>
                    <a:lnTo>
                      <a:pt x="209" y="237"/>
                    </a:lnTo>
                    <a:lnTo>
                      <a:pt x="209" y="237"/>
                    </a:lnTo>
                    <a:lnTo>
                      <a:pt x="207" y="240"/>
                    </a:lnTo>
                    <a:lnTo>
                      <a:pt x="207" y="240"/>
                    </a:lnTo>
                    <a:lnTo>
                      <a:pt x="207" y="240"/>
                    </a:lnTo>
                    <a:lnTo>
                      <a:pt x="207" y="239"/>
                    </a:lnTo>
                    <a:lnTo>
                      <a:pt x="209" y="234"/>
                    </a:lnTo>
                    <a:lnTo>
                      <a:pt x="209" y="234"/>
                    </a:lnTo>
                    <a:lnTo>
                      <a:pt x="208" y="236"/>
                    </a:lnTo>
                    <a:lnTo>
                      <a:pt x="208" y="236"/>
                    </a:lnTo>
                    <a:lnTo>
                      <a:pt x="205" y="236"/>
                    </a:lnTo>
                    <a:lnTo>
                      <a:pt x="205" y="236"/>
                    </a:lnTo>
                    <a:lnTo>
                      <a:pt x="205" y="239"/>
                    </a:lnTo>
                    <a:lnTo>
                      <a:pt x="204" y="242"/>
                    </a:lnTo>
                    <a:lnTo>
                      <a:pt x="204" y="242"/>
                    </a:lnTo>
                    <a:lnTo>
                      <a:pt x="202" y="244"/>
                    </a:lnTo>
                    <a:lnTo>
                      <a:pt x="201" y="244"/>
                    </a:lnTo>
                    <a:lnTo>
                      <a:pt x="198" y="246"/>
                    </a:lnTo>
                    <a:lnTo>
                      <a:pt x="195" y="247"/>
                    </a:lnTo>
                    <a:lnTo>
                      <a:pt x="195" y="247"/>
                    </a:lnTo>
                    <a:lnTo>
                      <a:pt x="192" y="252"/>
                    </a:lnTo>
                    <a:lnTo>
                      <a:pt x="188" y="256"/>
                    </a:lnTo>
                    <a:lnTo>
                      <a:pt x="188" y="256"/>
                    </a:lnTo>
                    <a:lnTo>
                      <a:pt x="192" y="253"/>
                    </a:lnTo>
                    <a:lnTo>
                      <a:pt x="197" y="247"/>
                    </a:lnTo>
                    <a:lnTo>
                      <a:pt x="197" y="247"/>
                    </a:lnTo>
                    <a:lnTo>
                      <a:pt x="198" y="247"/>
                    </a:lnTo>
                    <a:lnTo>
                      <a:pt x="202" y="246"/>
                    </a:lnTo>
                    <a:lnTo>
                      <a:pt x="202" y="246"/>
                    </a:lnTo>
                    <a:lnTo>
                      <a:pt x="199" y="249"/>
                    </a:lnTo>
                    <a:lnTo>
                      <a:pt x="195" y="252"/>
                    </a:lnTo>
                    <a:lnTo>
                      <a:pt x="195" y="252"/>
                    </a:lnTo>
                    <a:lnTo>
                      <a:pt x="194" y="253"/>
                    </a:lnTo>
                    <a:lnTo>
                      <a:pt x="195" y="253"/>
                    </a:lnTo>
                    <a:lnTo>
                      <a:pt x="195" y="253"/>
                    </a:lnTo>
                    <a:lnTo>
                      <a:pt x="195" y="254"/>
                    </a:lnTo>
                    <a:lnTo>
                      <a:pt x="195" y="254"/>
                    </a:lnTo>
                    <a:lnTo>
                      <a:pt x="191" y="257"/>
                    </a:lnTo>
                    <a:lnTo>
                      <a:pt x="191" y="257"/>
                    </a:lnTo>
                    <a:lnTo>
                      <a:pt x="188" y="262"/>
                    </a:lnTo>
                    <a:lnTo>
                      <a:pt x="188" y="262"/>
                    </a:lnTo>
                    <a:lnTo>
                      <a:pt x="179" y="272"/>
                    </a:lnTo>
                    <a:lnTo>
                      <a:pt x="179" y="272"/>
                    </a:lnTo>
                    <a:lnTo>
                      <a:pt x="179" y="272"/>
                    </a:lnTo>
                    <a:lnTo>
                      <a:pt x="182" y="269"/>
                    </a:lnTo>
                    <a:lnTo>
                      <a:pt x="185" y="264"/>
                    </a:lnTo>
                    <a:lnTo>
                      <a:pt x="185" y="264"/>
                    </a:lnTo>
                    <a:lnTo>
                      <a:pt x="185" y="266"/>
                    </a:lnTo>
                    <a:lnTo>
                      <a:pt x="185" y="266"/>
                    </a:lnTo>
                    <a:lnTo>
                      <a:pt x="184" y="270"/>
                    </a:lnTo>
                    <a:lnTo>
                      <a:pt x="178" y="277"/>
                    </a:lnTo>
                    <a:lnTo>
                      <a:pt x="178" y="277"/>
                    </a:lnTo>
                    <a:lnTo>
                      <a:pt x="177" y="277"/>
                    </a:lnTo>
                    <a:lnTo>
                      <a:pt x="177" y="276"/>
                    </a:lnTo>
                    <a:lnTo>
                      <a:pt x="178" y="274"/>
                    </a:lnTo>
                    <a:lnTo>
                      <a:pt x="179" y="273"/>
                    </a:lnTo>
                    <a:lnTo>
                      <a:pt x="179" y="272"/>
                    </a:lnTo>
                    <a:lnTo>
                      <a:pt x="179" y="273"/>
                    </a:lnTo>
                    <a:lnTo>
                      <a:pt x="179" y="273"/>
                    </a:lnTo>
                    <a:lnTo>
                      <a:pt x="177" y="274"/>
                    </a:lnTo>
                    <a:lnTo>
                      <a:pt x="177" y="276"/>
                    </a:lnTo>
                    <a:lnTo>
                      <a:pt x="175" y="277"/>
                    </a:lnTo>
                    <a:lnTo>
                      <a:pt x="174" y="280"/>
                    </a:lnTo>
                    <a:lnTo>
                      <a:pt x="174" y="280"/>
                    </a:lnTo>
                    <a:lnTo>
                      <a:pt x="174" y="279"/>
                    </a:lnTo>
                    <a:lnTo>
                      <a:pt x="172" y="279"/>
                    </a:lnTo>
                    <a:lnTo>
                      <a:pt x="168" y="284"/>
                    </a:lnTo>
                    <a:lnTo>
                      <a:pt x="162" y="292"/>
                    </a:lnTo>
                    <a:lnTo>
                      <a:pt x="158" y="297"/>
                    </a:lnTo>
                    <a:lnTo>
                      <a:pt x="158" y="297"/>
                    </a:lnTo>
                    <a:lnTo>
                      <a:pt x="151" y="313"/>
                    </a:lnTo>
                    <a:lnTo>
                      <a:pt x="151" y="313"/>
                    </a:lnTo>
                    <a:lnTo>
                      <a:pt x="150" y="313"/>
                    </a:lnTo>
                    <a:lnTo>
                      <a:pt x="150" y="314"/>
                    </a:lnTo>
                    <a:lnTo>
                      <a:pt x="145" y="319"/>
                    </a:lnTo>
                    <a:lnTo>
                      <a:pt x="141" y="329"/>
                    </a:lnTo>
                    <a:lnTo>
                      <a:pt x="141" y="329"/>
                    </a:lnTo>
                    <a:lnTo>
                      <a:pt x="140" y="330"/>
                    </a:lnTo>
                    <a:lnTo>
                      <a:pt x="140" y="330"/>
                    </a:lnTo>
                    <a:lnTo>
                      <a:pt x="140" y="330"/>
                    </a:lnTo>
                    <a:lnTo>
                      <a:pt x="137" y="334"/>
                    </a:lnTo>
                    <a:lnTo>
                      <a:pt x="134" y="340"/>
                    </a:lnTo>
                    <a:lnTo>
                      <a:pt x="134" y="340"/>
                    </a:lnTo>
                    <a:lnTo>
                      <a:pt x="132" y="341"/>
                    </a:lnTo>
                    <a:lnTo>
                      <a:pt x="131" y="344"/>
                    </a:lnTo>
                    <a:lnTo>
                      <a:pt x="131" y="344"/>
                    </a:lnTo>
                    <a:lnTo>
                      <a:pt x="128" y="353"/>
                    </a:lnTo>
                    <a:lnTo>
                      <a:pt x="128" y="353"/>
                    </a:lnTo>
                    <a:lnTo>
                      <a:pt x="127" y="353"/>
                    </a:lnTo>
                    <a:lnTo>
                      <a:pt x="124" y="354"/>
                    </a:lnTo>
                    <a:lnTo>
                      <a:pt x="124" y="354"/>
                    </a:lnTo>
                    <a:lnTo>
                      <a:pt x="117" y="370"/>
                    </a:lnTo>
                    <a:lnTo>
                      <a:pt x="117" y="370"/>
                    </a:lnTo>
                    <a:lnTo>
                      <a:pt x="110" y="386"/>
                    </a:lnTo>
                    <a:lnTo>
                      <a:pt x="110" y="386"/>
                    </a:lnTo>
                    <a:lnTo>
                      <a:pt x="108" y="386"/>
                    </a:lnTo>
                    <a:lnTo>
                      <a:pt x="107" y="387"/>
                    </a:lnTo>
                    <a:lnTo>
                      <a:pt x="107" y="387"/>
                    </a:lnTo>
                    <a:lnTo>
                      <a:pt x="107" y="390"/>
                    </a:lnTo>
                    <a:lnTo>
                      <a:pt x="107" y="391"/>
                    </a:lnTo>
                    <a:lnTo>
                      <a:pt x="101" y="397"/>
                    </a:lnTo>
                    <a:lnTo>
                      <a:pt x="101" y="397"/>
                    </a:lnTo>
                    <a:lnTo>
                      <a:pt x="102" y="397"/>
                    </a:lnTo>
                    <a:lnTo>
                      <a:pt x="102" y="400"/>
                    </a:lnTo>
                    <a:lnTo>
                      <a:pt x="100" y="409"/>
                    </a:lnTo>
                    <a:lnTo>
                      <a:pt x="100" y="409"/>
                    </a:lnTo>
                    <a:lnTo>
                      <a:pt x="100" y="407"/>
                    </a:lnTo>
                    <a:lnTo>
                      <a:pt x="100" y="406"/>
                    </a:lnTo>
                    <a:lnTo>
                      <a:pt x="101" y="403"/>
                    </a:lnTo>
                    <a:lnTo>
                      <a:pt x="101" y="403"/>
                    </a:lnTo>
                    <a:lnTo>
                      <a:pt x="101" y="403"/>
                    </a:lnTo>
                    <a:lnTo>
                      <a:pt x="98" y="407"/>
                    </a:lnTo>
                    <a:lnTo>
                      <a:pt x="98" y="407"/>
                    </a:lnTo>
                    <a:lnTo>
                      <a:pt x="98" y="409"/>
                    </a:lnTo>
                    <a:lnTo>
                      <a:pt x="98" y="410"/>
                    </a:lnTo>
                    <a:lnTo>
                      <a:pt x="98" y="410"/>
                    </a:lnTo>
                    <a:lnTo>
                      <a:pt x="97" y="410"/>
                    </a:lnTo>
                    <a:lnTo>
                      <a:pt x="97" y="410"/>
                    </a:lnTo>
                    <a:lnTo>
                      <a:pt x="97" y="409"/>
                    </a:lnTo>
                    <a:lnTo>
                      <a:pt x="97" y="409"/>
                    </a:lnTo>
                    <a:lnTo>
                      <a:pt x="97" y="409"/>
                    </a:lnTo>
                    <a:lnTo>
                      <a:pt x="94" y="416"/>
                    </a:lnTo>
                    <a:lnTo>
                      <a:pt x="94" y="417"/>
                    </a:lnTo>
                    <a:lnTo>
                      <a:pt x="94" y="417"/>
                    </a:lnTo>
                    <a:lnTo>
                      <a:pt x="94" y="417"/>
                    </a:lnTo>
                    <a:lnTo>
                      <a:pt x="94" y="420"/>
                    </a:lnTo>
                    <a:lnTo>
                      <a:pt x="92" y="420"/>
                    </a:lnTo>
                    <a:lnTo>
                      <a:pt x="92" y="420"/>
                    </a:lnTo>
                    <a:lnTo>
                      <a:pt x="91" y="421"/>
                    </a:lnTo>
                    <a:lnTo>
                      <a:pt x="91" y="421"/>
                    </a:lnTo>
                    <a:lnTo>
                      <a:pt x="92" y="423"/>
                    </a:lnTo>
                    <a:lnTo>
                      <a:pt x="91" y="424"/>
                    </a:lnTo>
                    <a:lnTo>
                      <a:pt x="90" y="431"/>
                    </a:lnTo>
                    <a:lnTo>
                      <a:pt x="90" y="431"/>
                    </a:lnTo>
                    <a:lnTo>
                      <a:pt x="90" y="431"/>
                    </a:lnTo>
                    <a:lnTo>
                      <a:pt x="88" y="433"/>
                    </a:lnTo>
                    <a:lnTo>
                      <a:pt x="87" y="437"/>
                    </a:lnTo>
                    <a:lnTo>
                      <a:pt x="87" y="437"/>
                    </a:lnTo>
                    <a:lnTo>
                      <a:pt x="87" y="439"/>
                    </a:lnTo>
                    <a:lnTo>
                      <a:pt x="87" y="440"/>
                    </a:lnTo>
                    <a:lnTo>
                      <a:pt x="84" y="446"/>
                    </a:lnTo>
                    <a:lnTo>
                      <a:pt x="84" y="446"/>
                    </a:lnTo>
                    <a:lnTo>
                      <a:pt x="84" y="444"/>
                    </a:lnTo>
                    <a:lnTo>
                      <a:pt x="84" y="444"/>
                    </a:lnTo>
                    <a:lnTo>
                      <a:pt x="82" y="443"/>
                    </a:lnTo>
                    <a:lnTo>
                      <a:pt x="82" y="443"/>
                    </a:lnTo>
                    <a:lnTo>
                      <a:pt x="82" y="447"/>
                    </a:lnTo>
                    <a:lnTo>
                      <a:pt x="81" y="453"/>
                    </a:lnTo>
                    <a:lnTo>
                      <a:pt x="80" y="458"/>
                    </a:lnTo>
                    <a:lnTo>
                      <a:pt x="80" y="460"/>
                    </a:lnTo>
                    <a:lnTo>
                      <a:pt x="81" y="460"/>
                    </a:lnTo>
                    <a:lnTo>
                      <a:pt x="81" y="460"/>
                    </a:lnTo>
                    <a:lnTo>
                      <a:pt x="80" y="463"/>
                    </a:lnTo>
                    <a:lnTo>
                      <a:pt x="80" y="466"/>
                    </a:lnTo>
                    <a:lnTo>
                      <a:pt x="78" y="468"/>
                    </a:lnTo>
                    <a:lnTo>
                      <a:pt x="78" y="471"/>
                    </a:lnTo>
                    <a:lnTo>
                      <a:pt x="78" y="471"/>
                    </a:lnTo>
                    <a:lnTo>
                      <a:pt x="77" y="471"/>
                    </a:lnTo>
                    <a:lnTo>
                      <a:pt x="77" y="470"/>
                    </a:lnTo>
                    <a:lnTo>
                      <a:pt x="77" y="464"/>
                    </a:lnTo>
                    <a:lnTo>
                      <a:pt x="77" y="464"/>
                    </a:lnTo>
                    <a:lnTo>
                      <a:pt x="74" y="476"/>
                    </a:lnTo>
                    <a:lnTo>
                      <a:pt x="74" y="476"/>
                    </a:lnTo>
                    <a:lnTo>
                      <a:pt x="75" y="477"/>
                    </a:lnTo>
                    <a:lnTo>
                      <a:pt x="75" y="480"/>
                    </a:lnTo>
                    <a:lnTo>
                      <a:pt x="74" y="486"/>
                    </a:lnTo>
                    <a:lnTo>
                      <a:pt x="71" y="497"/>
                    </a:lnTo>
                    <a:lnTo>
                      <a:pt x="71" y="497"/>
                    </a:lnTo>
                    <a:lnTo>
                      <a:pt x="71" y="493"/>
                    </a:lnTo>
                    <a:lnTo>
                      <a:pt x="71" y="488"/>
                    </a:lnTo>
                    <a:lnTo>
                      <a:pt x="71" y="488"/>
                    </a:lnTo>
                    <a:lnTo>
                      <a:pt x="72" y="487"/>
                    </a:lnTo>
                    <a:lnTo>
                      <a:pt x="72" y="488"/>
                    </a:lnTo>
                    <a:lnTo>
                      <a:pt x="72" y="488"/>
                    </a:lnTo>
                    <a:lnTo>
                      <a:pt x="72" y="484"/>
                    </a:lnTo>
                    <a:lnTo>
                      <a:pt x="74" y="480"/>
                    </a:lnTo>
                    <a:lnTo>
                      <a:pt x="74" y="480"/>
                    </a:lnTo>
                    <a:lnTo>
                      <a:pt x="71" y="487"/>
                    </a:lnTo>
                    <a:lnTo>
                      <a:pt x="67" y="494"/>
                    </a:lnTo>
                    <a:lnTo>
                      <a:pt x="67" y="494"/>
                    </a:lnTo>
                    <a:lnTo>
                      <a:pt x="67" y="496"/>
                    </a:lnTo>
                    <a:lnTo>
                      <a:pt x="68" y="496"/>
                    </a:lnTo>
                    <a:lnTo>
                      <a:pt x="68" y="496"/>
                    </a:lnTo>
                    <a:lnTo>
                      <a:pt x="68" y="496"/>
                    </a:lnTo>
                    <a:lnTo>
                      <a:pt x="68" y="496"/>
                    </a:lnTo>
                    <a:lnTo>
                      <a:pt x="67" y="503"/>
                    </a:lnTo>
                    <a:lnTo>
                      <a:pt x="67" y="503"/>
                    </a:lnTo>
                    <a:lnTo>
                      <a:pt x="64" y="514"/>
                    </a:lnTo>
                    <a:lnTo>
                      <a:pt x="64" y="514"/>
                    </a:lnTo>
                    <a:lnTo>
                      <a:pt x="61" y="526"/>
                    </a:lnTo>
                    <a:lnTo>
                      <a:pt x="61" y="526"/>
                    </a:lnTo>
                    <a:lnTo>
                      <a:pt x="60" y="536"/>
                    </a:lnTo>
                    <a:lnTo>
                      <a:pt x="60" y="536"/>
                    </a:lnTo>
                    <a:lnTo>
                      <a:pt x="60" y="540"/>
                    </a:lnTo>
                    <a:lnTo>
                      <a:pt x="61" y="541"/>
                    </a:lnTo>
                    <a:lnTo>
                      <a:pt x="61" y="541"/>
                    </a:lnTo>
                    <a:lnTo>
                      <a:pt x="61" y="541"/>
                    </a:lnTo>
                    <a:lnTo>
                      <a:pt x="61" y="546"/>
                    </a:lnTo>
                    <a:lnTo>
                      <a:pt x="61" y="548"/>
                    </a:lnTo>
                    <a:lnTo>
                      <a:pt x="60" y="551"/>
                    </a:lnTo>
                    <a:lnTo>
                      <a:pt x="61" y="553"/>
                    </a:lnTo>
                    <a:lnTo>
                      <a:pt x="61" y="553"/>
                    </a:lnTo>
                    <a:lnTo>
                      <a:pt x="60" y="553"/>
                    </a:lnTo>
                    <a:lnTo>
                      <a:pt x="60" y="553"/>
                    </a:lnTo>
                    <a:lnTo>
                      <a:pt x="58" y="551"/>
                    </a:lnTo>
                    <a:lnTo>
                      <a:pt x="58" y="551"/>
                    </a:lnTo>
                    <a:lnTo>
                      <a:pt x="60" y="548"/>
                    </a:lnTo>
                    <a:lnTo>
                      <a:pt x="60" y="546"/>
                    </a:lnTo>
                    <a:lnTo>
                      <a:pt x="60" y="546"/>
                    </a:lnTo>
                    <a:lnTo>
                      <a:pt x="60" y="546"/>
                    </a:lnTo>
                    <a:lnTo>
                      <a:pt x="58" y="546"/>
                    </a:lnTo>
                    <a:lnTo>
                      <a:pt x="58" y="544"/>
                    </a:lnTo>
                    <a:lnTo>
                      <a:pt x="58" y="541"/>
                    </a:lnTo>
                    <a:lnTo>
                      <a:pt x="58" y="541"/>
                    </a:lnTo>
                    <a:lnTo>
                      <a:pt x="58" y="547"/>
                    </a:lnTo>
                    <a:lnTo>
                      <a:pt x="58" y="547"/>
                    </a:lnTo>
                    <a:lnTo>
                      <a:pt x="58" y="554"/>
                    </a:lnTo>
                    <a:lnTo>
                      <a:pt x="58" y="554"/>
                    </a:lnTo>
                    <a:lnTo>
                      <a:pt x="57" y="557"/>
                    </a:lnTo>
                    <a:lnTo>
                      <a:pt x="57" y="557"/>
                    </a:lnTo>
                    <a:lnTo>
                      <a:pt x="57" y="557"/>
                    </a:lnTo>
                    <a:lnTo>
                      <a:pt x="58" y="557"/>
                    </a:lnTo>
                    <a:lnTo>
                      <a:pt x="58" y="556"/>
                    </a:lnTo>
                    <a:lnTo>
                      <a:pt x="60" y="556"/>
                    </a:lnTo>
                    <a:lnTo>
                      <a:pt x="60" y="556"/>
                    </a:lnTo>
                    <a:lnTo>
                      <a:pt x="58" y="561"/>
                    </a:lnTo>
                    <a:lnTo>
                      <a:pt x="60" y="566"/>
                    </a:lnTo>
                    <a:lnTo>
                      <a:pt x="60" y="566"/>
                    </a:lnTo>
                    <a:lnTo>
                      <a:pt x="61" y="554"/>
                    </a:lnTo>
                    <a:lnTo>
                      <a:pt x="61" y="554"/>
                    </a:lnTo>
                    <a:lnTo>
                      <a:pt x="64" y="541"/>
                    </a:lnTo>
                    <a:lnTo>
                      <a:pt x="64" y="541"/>
                    </a:lnTo>
                    <a:lnTo>
                      <a:pt x="68" y="518"/>
                    </a:lnTo>
                    <a:lnTo>
                      <a:pt x="68" y="518"/>
                    </a:lnTo>
                    <a:lnTo>
                      <a:pt x="70" y="517"/>
                    </a:lnTo>
                    <a:lnTo>
                      <a:pt x="70" y="517"/>
                    </a:lnTo>
                    <a:lnTo>
                      <a:pt x="70" y="518"/>
                    </a:lnTo>
                    <a:lnTo>
                      <a:pt x="71" y="517"/>
                    </a:lnTo>
                    <a:lnTo>
                      <a:pt x="71" y="517"/>
                    </a:lnTo>
                    <a:lnTo>
                      <a:pt x="71" y="513"/>
                    </a:lnTo>
                    <a:lnTo>
                      <a:pt x="71" y="511"/>
                    </a:lnTo>
                    <a:lnTo>
                      <a:pt x="71" y="511"/>
                    </a:lnTo>
                    <a:lnTo>
                      <a:pt x="71" y="510"/>
                    </a:lnTo>
                    <a:lnTo>
                      <a:pt x="72" y="511"/>
                    </a:lnTo>
                    <a:lnTo>
                      <a:pt x="72" y="518"/>
                    </a:lnTo>
                    <a:lnTo>
                      <a:pt x="72" y="518"/>
                    </a:lnTo>
                    <a:lnTo>
                      <a:pt x="71" y="526"/>
                    </a:lnTo>
                    <a:lnTo>
                      <a:pt x="71" y="526"/>
                    </a:lnTo>
                    <a:lnTo>
                      <a:pt x="68" y="531"/>
                    </a:lnTo>
                    <a:lnTo>
                      <a:pt x="68" y="531"/>
                    </a:lnTo>
                    <a:lnTo>
                      <a:pt x="67" y="540"/>
                    </a:lnTo>
                    <a:lnTo>
                      <a:pt x="67" y="548"/>
                    </a:lnTo>
                    <a:lnTo>
                      <a:pt x="67" y="548"/>
                    </a:lnTo>
                    <a:lnTo>
                      <a:pt x="65" y="553"/>
                    </a:lnTo>
                    <a:lnTo>
                      <a:pt x="65" y="553"/>
                    </a:lnTo>
                    <a:lnTo>
                      <a:pt x="64" y="557"/>
                    </a:lnTo>
                    <a:lnTo>
                      <a:pt x="64" y="557"/>
                    </a:lnTo>
                    <a:lnTo>
                      <a:pt x="65" y="556"/>
                    </a:lnTo>
                    <a:lnTo>
                      <a:pt x="64" y="561"/>
                    </a:lnTo>
                    <a:lnTo>
                      <a:pt x="64" y="561"/>
                    </a:lnTo>
                    <a:lnTo>
                      <a:pt x="65" y="563"/>
                    </a:lnTo>
                    <a:lnTo>
                      <a:pt x="65" y="564"/>
                    </a:lnTo>
                    <a:lnTo>
                      <a:pt x="65" y="564"/>
                    </a:lnTo>
                    <a:lnTo>
                      <a:pt x="65" y="564"/>
                    </a:lnTo>
                    <a:lnTo>
                      <a:pt x="65" y="564"/>
                    </a:lnTo>
                    <a:lnTo>
                      <a:pt x="64" y="568"/>
                    </a:lnTo>
                    <a:lnTo>
                      <a:pt x="64" y="573"/>
                    </a:lnTo>
                    <a:lnTo>
                      <a:pt x="64" y="581"/>
                    </a:lnTo>
                    <a:lnTo>
                      <a:pt x="64" y="581"/>
                    </a:lnTo>
                    <a:lnTo>
                      <a:pt x="63" y="583"/>
                    </a:lnTo>
                    <a:lnTo>
                      <a:pt x="61" y="584"/>
                    </a:lnTo>
                    <a:lnTo>
                      <a:pt x="61" y="584"/>
                    </a:lnTo>
                    <a:lnTo>
                      <a:pt x="63" y="586"/>
                    </a:lnTo>
                    <a:lnTo>
                      <a:pt x="63" y="587"/>
                    </a:lnTo>
                    <a:lnTo>
                      <a:pt x="63" y="593"/>
                    </a:lnTo>
                    <a:lnTo>
                      <a:pt x="63" y="593"/>
                    </a:lnTo>
                    <a:lnTo>
                      <a:pt x="63" y="593"/>
                    </a:lnTo>
                    <a:lnTo>
                      <a:pt x="61" y="591"/>
                    </a:lnTo>
                    <a:lnTo>
                      <a:pt x="61" y="590"/>
                    </a:lnTo>
                    <a:lnTo>
                      <a:pt x="61" y="593"/>
                    </a:lnTo>
                    <a:lnTo>
                      <a:pt x="61" y="593"/>
                    </a:lnTo>
                    <a:lnTo>
                      <a:pt x="61" y="594"/>
                    </a:lnTo>
                    <a:lnTo>
                      <a:pt x="60" y="597"/>
                    </a:lnTo>
                    <a:lnTo>
                      <a:pt x="60" y="597"/>
                    </a:lnTo>
                    <a:lnTo>
                      <a:pt x="61" y="600"/>
                    </a:lnTo>
                    <a:lnTo>
                      <a:pt x="61" y="600"/>
                    </a:lnTo>
                    <a:lnTo>
                      <a:pt x="61" y="606"/>
                    </a:lnTo>
                    <a:lnTo>
                      <a:pt x="61" y="606"/>
                    </a:lnTo>
                    <a:lnTo>
                      <a:pt x="60" y="611"/>
                    </a:lnTo>
                    <a:lnTo>
                      <a:pt x="60" y="611"/>
                    </a:lnTo>
                    <a:lnTo>
                      <a:pt x="58" y="621"/>
                    </a:lnTo>
                    <a:lnTo>
                      <a:pt x="58" y="621"/>
                    </a:lnTo>
                    <a:lnTo>
                      <a:pt x="60" y="623"/>
                    </a:lnTo>
                    <a:lnTo>
                      <a:pt x="60" y="625"/>
                    </a:lnTo>
                    <a:lnTo>
                      <a:pt x="58" y="628"/>
                    </a:lnTo>
                    <a:lnTo>
                      <a:pt x="60" y="633"/>
                    </a:lnTo>
                    <a:lnTo>
                      <a:pt x="60" y="633"/>
                    </a:lnTo>
                    <a:lnTo>
                      <a:pt x="58" y="633"/>
                    </a:lnTo>
                    <a:lnTo>
                      <a:pt x="58" y="631"/>
                    </a:lnTo>
                    <a:lnTo>
                      <a:pt x="58" y="627"/>
                    </a:lnTo>
                    <a:lnTo>
                      <a:pt x="58" y="627"/>
                    </a:lnTo>
                    <a:lnTo>
                      <a:pt x="58" y="633"/>
                    </a:lnTo>
                    <a:lnTo>
                      <a:pt x="58" y="633"/>
                    </a:lnTo>
                    <a:lnTo>
                      <a:pt x="57" y="638"/>
                    </a:lnTo>
                    <a:lnTo>
                      <a:pt x="57" y="638"/>
                    </a:lnTo>
                    <a:lnTo>
                      <a:pt x="58" y="641"/>
                    </a:lnTo>
                    <a:lnTo>
                      <a:pt x="58" y="645"/>
                    </a:lnTo>
                    <a:lnTo>
                      <a:pt x="58" y="645"/>
                    </a:lnTo>
                    <a:lnTo>
                      <a:pt x="60" y="644"/>
                    </a:lnTo>
                    <a:lnTo>
                      <a:pt x="60" y="645"/>
                    </a:lnTo>
                    <a:lnTo>
                      <a:pt x="61" y="651"/>
                    </a:lnTo>
                    <a:lnTo>
                      <a:pt x="61" y="651"/>
                    </a:lnTo>
                    <a:lnTo>
                      <a:pt x="63" y="641"/>
                    </a:lnTo>
                    <a:lnTo>
                      <a:pt x="63" y="637"/>
                    </a:lnTo>
                    <a:lnTo>
                      <a:pt x="61" y="633"/>
                    </a:lnTo>
                    <a:lnTo>
                      <a:pt x="61" y="633"/>
                    </a:lnTo>
                    <a:lnTo>
                      <a:pt x="63" y="631"/>
                    </a:lnTo>
                    <a:lnTo>
                      <a:pt x="63" y="633"/>
                    </a:lnTo>
                    <a:lnTo>
                      <a:pt x="64" y="633"/>
                    </a:lnTo>
                    <a:lnTo>
                      <a:pt x="64" y="633"/>
                    </a:lnTo>
                    <a:lnTo>
                      <a:pt x="64" y="633"/>
                    </a:lnTo>
                    <a:lnTo>
                      <a:pt x="63" y="628"/>
                    </a:lnTo>
                    <a:lnTo>
                      <a:pt x="61" y="628"/>
                    </a:lnTo>
                    <a:lnTo>
                      <a:pt x="61" y="628"/>
                    </a:lnTo>
                    <a:lnTo>
                      <a:pt x="61" y="628"/>
                    </a:lnTo>
                    <a:lnTo>
                      <a:pt x="60" y="621"/>
                    </a:lnTo>
                    <a:lnTo>
                      <a:pt x="60" y="621"/>
                    </a:lnTo>
                    <a:lnTo>
                      <a:pt x="61" y="620"/>
                    </a:lnTo>
                    <a:lnTo>
                      <a:pt x="61" y="617"/>
                    </a:lnTo>
                    <a:lnTo>
                      <a:pt x="61" y="610"/>
                    </a:lnTo>
                    <a:lnTo>
                      <a:pt x="61" y="610"/>
                    </a:lnTo>
                    <a:lnTo>
                      <a:pt x="63" y="610"/>
                    </a:lnTo>
                    <a:lnTo>
                      <a:pt x="63" y="611"/>
                    </a:lnTo>
                    <a:lnTo>
                      <a:pt x="63" y="614"/>
                    </a:lnTo>
                    <a:lnTo>
                      <a:pt x="64" y="615"/>
                    </a:lnTo>
                    <a:lnTo>
                      <a:pt x="64" y="615"/>
                    </a:lnTo>
                    <a:lnTo>
                      <a:pt x="64" y="613"/>
                    </a:lnTo>
                    <a:lnTo>
                      <a:pt x="63" y="610"/>
                    </a:lnTo>
                    <a:lnTo>
                      <a:pt x="63" y="610"/>
                    </a:lnTo>
                    <a:lnTo>
                      <a:pt x="64" y="607"/>
                    </a:lnTo>
                    <a:lnTo>
                      <a:pt x="64" y="607"/>
                    </a:lnTo>
                    <a:lnTo>
                      <a:pt x="65" y="600"/>
                    </a:lnTo>
                    <a:lnTo>
                      <a:pt x="65" y="600"/>
                    </a:lnTo>
                    <a:lnTo>
                      <a:pt x="64" y="597"/>
                    </a:lnTo>
                    <a:lnTo>
                      <a:pt x="63" y="593"/>
                    </a:lnTo>
                    <a:lnTo>
                      <a:pt x="63" y="593"/>
                    </a:lnTo>
                    <a:lnTo>
                      <a:pt x="65" y="593"/>
                    </a:lnTo>
                    <a:lnTo>
                      <a:pt x="67" y="588"/>
                    </a:lnTo>
                    <a:lnTo>
                      <a:pt x="67" y="588"/>
                    </a:lnTo>
                    <a:lnTo>
                      <a:pt x="67" y="584"/>
                    </a:lnTo>
                    <a:lnTo>
                      <a:pt x="67" y="581"/>
                    </a:lnTo>
                    <a:lnTo>
                      <a:pt x="67" y="581"/>
                    </a:lnTo>
                    <a:lnTo>
                      <a:pt x="68" y="581"/>
                    </a:lnTo>
                    <a:lnTo>
                      <a:pt x="68" y="581"/>
                    </a:lnTo>
                    <a:lnTo>
                      <a:pt x="70" y="580"/>
                    </a:lnTo>
                    <a:lnTo>
                      <a:pt x="70" y="580"/>
                    </a:lnTo>
                    <a:lnTo>
                      <a:pt x="71" y="564"/>
                    </a:lnTo>
                    <a:lnTo>
                      <a:pt x="71" y="564"/>
                    </a:lnTo>
                    <a:lnTo>
                      <a:pt x="74" y="547"/>
                    </a:lnTo>
                    <a:lnTo>
                      <a:pt x="74" y="547"/>
                    </a:lnTo>
                    <a:lnTo>
                      <a:pt x="74" y="543"/>
                    </a:lnTo>
                    <a:lnTo>
                      <a:pt x="75" y="538"/>
                    </a:lnTo>
                    <a:lnTo>
                      <a:pt x="77" y="533"/>
                    </a:lnTo>
                    <a:lnTo>
                      <a:pt x="77" y="528"/>
                    </a:lnTo>
                    <a:lnTo>
                      <a:pt x="77" y="528"/>
                    </a:lnTo>
                    <a:lnTo>
                      <a:pt x="80" y="520"/>
                    </a:lnTo>
                    <a:lnTo>
                      <a:pt x="81" y="511"/>
                    </a:lnTo>
                    <a:lnTo>
                      <a:pt x="81" y="511"/>
                    </a:lnTo>
                    <a:lnTo>
                      <a:pt x="82" y="501"/>
                    </a:lnTo>
                    <a:lnTo>
                      <a:pt x="82" y="501"/>
                    </a:lnTo>
                    <a:lnTo>
                      <a:pt x="84" y="498"/>
                    </a:lnTo>
                    <a:lnTo>
                      <a:pt x="87" y="496"/>
                    </a:lnTo>
                    <a:lnTo>
                      <a:pt x="87" y="496"/>
                    </a:lnTo>
                    <a:lnTo>
                      <a:pt x="87" y="493"/>
                    </a:lnTo>
                    <a:lnTo>
                      <a:pt x="87" y="488"/>
                    </a:lnTo>
                    <a:lnTo>
                      <a:pt x="87" y="488"/>
                    </a:lnTo>
                    <a:lnTo>
                      <a:pt x="88" y="486"/>
                    </a:lnTo>
                    <a:lnTo>
                      <a:pt x="91" y="481"/>
                    </a:lnTo>
                    <a:lnTo>
                      <a:pt x="91" y="481"/>
                    </a:lnTo>
                    <a:lnTo>
                      <a:pt x="90" y="487"/>
                    </a:lnTo>
                    <a:lnTo>
                      <a:pt x="90" y="490"/>
                    </a:lnTo>
                    <a:lnTo>
                      <a:pt x="90" y="491"/>
                    </a:lnTo>
                    <a:lnTo>
                      <a:pt x="90" y="491"/>
                    </a:lnTo>
                    <a:lnTo>
                      <a:pt x="88" y="491"/>
                    </a:lnTo>
                    <a:lnTo>
                      <a:pt x="88" y="493"/>
                    </a:lnTo>
                    <a:lnTo>
                      <a:pt x="87" y="497"/>
                    </a:lnTo>
                    <a:lnTo>
                      <a:pt x="87" y="497"/>
                    </a:lnTo>
                    <a:lnTo>
                      <a:pt x="87" y="498"/>
                    </a:lnTo>
                    <a:lnTo>
                      <a:pt x="88" y="497"/>
                    </a:lnTo>
                    <a:lnTo>
                      <a:pt x="90" y="494"/>
                    </a:lnTo>
                    <a:lnTo>
                      <a:pt x="90" y="494"/>
                    </a:lnTo>
                    <a:lnTo>
                      <a:pt x="88" y="501"/>
                    </a:lnTo>
                    <a:lnTo>
                      <a:pt x="88" y="501"/>
                    </a:lnTo>
                    <a:lnTo>
                      <a:pt x="87" y="508"/>
                    </a:lnTo>
                    <a:lnTo>
                      <a:pt x="87" y="508"/>
                    </a:lnTo>
                    <a:lnTo>
                      <a:pt x="85" y="507"/>
                    </a:lnTo>
                    <a:lnTo>
                      <a:pt x="85" y="506"/>
                    </a:lnTo>
                    <a:lnTo>
                      <a:pt x="87" y="501"/>
                    </a:lnTo>
                    <a:lnTo>
                      <a:pt x="87" y="501"/>
                    </a:lnTo>
                    <a:lnTo>
                      <a:pt x="85" y="504"/>
                    </a:lnTo>
                    <a:lnTo>
                      <a:pt x="85" y="508"/>
                    </a:lnTo>
                    <a:lnTo>
                      <a:pt x="82" y="518"/>
                    </a:lnTo>
                    <a:lnTo>
                      <a:pt x="82" y="518"/>
                    </a:lnTo>
                    <a:lnTo>
                      <a:pt x="84" y="516"/>
                    </a:lnTo>
                    <a:lnTo>
                      <a:pt x="85" y="511"/>
                    </a:lnTo>
                    <a:lnTo>
                      <a:pt x="85" y="511"/>
                    </a:lnTo>
                    <a:lnTo>
                      <a:pt x="84" y="523"/>
                    </a:lnTo>
                    <a:lnTo>
                      <a:pt x="84" y="523"/>
                    </a:lnTo>
                    <a:lnTo>
                      <a:pt x="82" y="528"/>
                    </a:lnTo>
                    <a:lnTo>
                      <a:pt x="82" y="528"/>
                    </a:lnTo>
                    <a:lnTo>
                      <a:pt x="82" y="534"/>
                    </a:lnTo>
                    <a:lnTo>
                      <a:pt x="82" y="534"/>
                    </a:lnTo>
                    <a:lnTo>
                      <a:pt x="82" y="534"/>
                    </a:lnTo>
                    <a:lnTo>
                      <a:pt x="82" y="534"/>
                    </a:lnTo>
                    <a:lnTo>
                      <a:pt x="81" y="531"/>
                    </a:lnTo>
                    <a:lnTo>
                      <a:pt x="81" y="530"/>
                    </a:lnTo>
                    <a:lnTo>
                      <a:pt x="81" y="531"/>
                    </a:lnTo>
                    <a:lnTo>
                      <a:pt x="81" y="531"/>
                    </a:lnTo>
                    <a:lnTo>
                      <a:pt x="81" y="537"/>
                    </a:lnTo>
                    <a:lnTo>
                      <a:pt x="81" y="537"/>
                    </a:lnTo>
                    <a:lnTo>
                      <a:pt x="78" y="550"/>
                    </a:lnTo>
                    <a:lnTo>
                      <a:pt x="78" y="550"/>
                    </a:lnTo>
                    <a:lnTo>
                      <a:pt x="78" y="554"/>
                    </a:lnTo>
                    <a:lnTo>
                      <a:pt x="78" y="554"/>
                    </a:lnTo>
                    <a:lnTo>
                      <a:pt x="78" y="557"/>
                    </a:lnTo>
                    <a:lnTo>
                      <a:pt x="78" y="557"/>
                    </a:lnTo>
                    <a:lnTo>
                      <a:pt x="78" y="563"/>
                    </a:lnTo>
                    <a:lnTo>
                      <a:pt x="78" y="563"/>
                    </a:lnTo>
                    <a:lnTo>
                      <a:pt x="77" y="560"/>
                    </a:lnTo>
                    <a:lnTo>
                      <a:pt x="77" y="563"/>
                    </a:lnTo>
                    <a:lnTo>
                      <a:pt x="75" y="571"/>
                    </a:lnTo>
                    <a:lnTo>
                      <a:pt x="75" y="571"/>
                    </a:lnTo>
                    <a:lnTo>
                      <a:pt x="77" y="573"/>
                    </a:lnTo>
                    <a:lnTo>
                      <a:pt x="77" y="570"/>
                    </a:lnTo>
                    <a:lnTo>
                      <a:pt x="77" y="570"/>
                    </a:lnTo>
                    <a:lnTo>
                      <a:pt x="78" y="576"/>
                    </a:lnTo>
                    <a:lnTo>
                      <a:pt x="77" y="578"/>
                    </a:lnTo>
                    <a:lnTo>
                      <a:pt x="77" y="581"/>
                    </a:lnTo>
                    <a:lnTo>
                      <a:pt x="77" y="586"/>
                    </a:lnTo>
                    <a:lnTo>
                      <a:pt x="77" y="586"/>
                    </a:lnTo>
                    <a:lnTo>
                      <a:pt x="75" y="587"/>
                    </a:lnTo>
                    <a:lnTo>
                      <a:pt x="75" y="587"/>
                    </a:lnTo>
                    <a:lnTo>
                      <a:pt x="74" y="586"/>
                    </a:lnTo>
                    <a:lnTo>
                      <a:pt x="74" y="586"/>
                    </a:lnTo>
                    <a:lnTo>
                      <a:pt x="74" y="590"/>
                    </a:lnTo>
                    <a:lnTo>
                      <a:pt x="75" y="593"/>
                    </a:lnTo>
                    <a:lnTo>
                      <a:pt x="75" y="593"/>
                    </a:lnTo>
                    <a:lnTo>
                      <a:pt x="74" y="601"/>
                    </a:lnTo>
                    <a:lnTo>
                      <a:pt x="74" y="604"/>
                    </a:lnTo>
                    <a:lnTo>
                      <a:pt x="75" y="607"/>
                    </a:lnTo>
                    <a:lnTo>
                      <a:pt x="75" y="607"/>
                    </a:lnTo>
                    <a:lnTo>
                      <a:pt x="74" y="611"/>
                    </a:lnTo>
                    <a:lnTo>
                      <a:pt x="74" y="614"/>
                    </a:lnTo>
                    <a:lnTo>
                      <a:pt x="72" y="614"/>
                    </a:lnTo>
                    <a:lnTo>
                      <a:pt x="72" y="614"/>
                    </a:lnTo>
                    <a:lnTo>
                      <a:pt x="74" y="624"/>
                    </a:lnTo>
                    <a:lnTo>
                      <a:pt x="74" y="624"/>
                    </a:lnTo>
                    <a:lnTo>
                      <a:pt x="74" y="631"/>
                    </a:lnTo>
                    <a:lnTo>
                      <a:pt x="74" y="631"/>
                    </a:lnTo>
                    <a:lnTo>
                      <a:pt x="74" y="638"/>
                    </a:lnTo>
                    <a:lnTo>
                      <a:pt x="74" y="638"/>
                    </a:lnTo>
                    <a:lnTo>
                      <a:pt x="71" y="628"/>
                    </a:lnTo>
                    <a:lnTo>
                      <a:pt x="71" y="628"/>
                    </a:lnTo>
                    <a:lnTo>
                      <a:pt x="70" y="638"/>
                    </a:lnTo>
                    <a:lnTo>
                      <a:pt x="70" y="638"/>
                    </a:lnTo>
                    <a:lnTo>
                      <a:pt x="70" y="640"/>
                    </a:lnTo>
                    <a:lnTo>
                      <a:pt x="71" y="640"/>
                    </a:lnTo>
                    <a:lnTo>
                      <a:pt x="71" y="638"/>
                    </a:lnTo>
                    <a:lnTo>
                      <a:pt x="71" y="640"/>
                    </a:lnTo>
                    <a:lnTo>
                      <a:pt x="71" y="640"/>
                    </a:lnTo>
                    <a:lnTo>
                      <a:pt x="71" y="640"/>
                    </a:lnTo>
                    <a:lnTo>
                      <a:pt x="71" y="638"/>
                    </a:lnTo>
                    <a:lnTo>
                      <a:pt x="71" y="634"/>
                    </a:lnTo>
                    <a:lnTo>
                      <a:pt x="71" y="634"/>
                    </a:lnTo>
                    <a:lnTo>
                      <a:pt x="72" y="635"/>
                    </a:lnTo>
                    <a:lnTo>
                      <a:pt x="72" y="640"/>
                    </a:lnTo>
                    <a:lnTo>
                      <a:pt x="74" y="645"/>
                    </a:lnTo>
                    <a:lnTo>
                      <a:pt x="72" y="651"/>
                    </a:lnTo>
                    <a:lnTo>
                      <a:pt x="72" y="651"/>
                    </a:lnTo>
                    <a:lnTo>
                      <a:pt x="72" y="655"/>
                    </a:lnTo>
                    <a:lnTo>
                      <a:pt x="72" y="655"/>
                    </a:lnTo>
                    <a:lnTo>
                      <a:pt x="74" y="661"/>
                    </a:lnTo>
                    <a:lnTo>
                      <a:pt x="74" y="661"/>
                    </a:lnTo>
                    <a:lnTo>
                      <a:pt x="75" y="667"/>
                    </a:lnTo>
                    <a:lnTo>
                      <a:pt x="75" y="671"/>
                    </a:lnTo>
                    <a:lnTo>
                      <a:pt x="75" y="671"/>
                    </a:lnTo>
                    <a:lnTo>
                      <a:pt x="77" y="675"/>
                    </a:lnTo>
                    <a:lnTo>
                      <a:pt x="77" y="675"/>
                    </a:lnTo>
                    <a:lnTo>
                      <a:pt x="77" y="677"/>
                    </a:lnTo>
                    <a:lnTo>
                      <a:pt x="77" y="677"/>
                    </a:lnTo>
                    <a:lnTo>
                      <a:pt x="75" y="675"/>
                    </a:lnTo>
                    <a:lnTo>
                      <a:pt x="75" y="675"/>
                    </a:lnTo>
                    <a:lnTo>
                      <a:pt x="77" y="683"/>
                    </a:lnTo>
                    <a:lnTo>
                      <a:pt x="77" y="683"/>
                    </a:lnTo>
                    <a:lnTo>
                      <a:pt x="77" y="685"/>
                    </a:lnTo>
                    <a:lnTo>
                      <a:pt x="77" y="685"/>
                    </a:lnTo>
                    <a:lnTo>
                      <a:pt x="77" y="688"/>
                    </a:lnTo>
                    <a:lnTo>
                      <a:pt x="77" y="688"/>
                    </a:lnTo>
                    <a:lnTo>
                      <a:pt x="77" y="688"/>
                    </a:lnTo>
                    <a:lnTo>
                      <a:pt x="75" y="687"/>
                    </a:lnTo>
                    <a:lnTo>
                      <a:pt x="75" y="683"/>
                    </a:lnTo>
                    <a:lnTo>
                      <a:pt x="75" y="683"/>
                    </a:lnTo>
                    <a:lnTo>
                      <a:pt x="77" y="691"/>
                    </a:lnTo>
                    <a:lnTo>
                      <a:pt x="77" y="691"/>
                    </a:lnTo>
                    <a:lnTo>
                      <a:pt x="78" y="700"/>
                    </a:lnTo>
                    <a:lnTo>
                      <a:pt x="78" y="700"/>
                    </a:lnTo>
                    <a:lnTo>
                      <a:pt x="78" y="707"/>
                    </a:lnTo>
                    <a:lnTo>
                      <a:pt x="78" y="713"/>
                    </a:lnTo>
                    <a:lnTo>
                      <a:pt x="78" y="713"/>
                    </a:lnTo>
                    <a:lnTo>
                      <a:pt x="80" y="718"/>
                    </a:lnTo>
                    <a:lnTo>
                      <a:pt x="81" y="723"/>
                    </a:lnTo>
                    <a:lnTo>
                      <a:pt x="81" y="723"/>
                    </a:lnTo>
                    <a:lnTo>
                      <a:pt x="81" y="721"/>
                    </a:lnTo>
                    <a:lnTo>
                      <a:pt x="82" y="723"/>
                    </a:lnTo>
                    <a:lnTo>
                      <a:pt x="82" y="723"/>
                    </a:lnTo>
                    <a:lnTo>
                      <a:pt x="82" y="727"/>
                    </a:lnTo>
                    <a:lnTo>
                      <a:pt x="84" y="733"/>
                    </a:lnTo>
                    <a:lnTo>
                      <a:pt x="84" y="733"/>
                    </a:lnTo>
                    <a:lnTo>
                      <a:pt x="85" y="738"/>
                    </a:lnTo>
                    <a:lnTo>
                      <a:pt x="85" y="738"/>
                    </a:lnTo>
                    <a:lnTo>
                      <a:pt x="85" y="744"/>
                    </a:lnTo>
                    <a:lnTo>
                      <a:pt x="85" y="744"/>
                    </a:lnTo>
                    <a:lnTo>
                      <a:pt x="84" y="741"/>
                    </a:lnTo>
                    <a:lnTo>
                      <a:pt x="82" y="737"/>
                    </a:lnTo>
                    <a:lnTo>
                      <a:pt x="82" y="737"/>
                    </a:lnTo>
                    <a:lnTo>
                      <a:pt x="84" y="745"/>
                    </a:lnTo>
                    <a:lnTo>
                      <a:pt x="85" y="755"/>
                    </a:lnTo>
                    <a:lnTo>
                      <a:pt x="85" y="755"/>
                    </a:lnTo>
                    <a:lnTo>
                      <a:pt x="87" y="757"/>
                    </a:lnTo>
                    <a:lnTo>
                      <a:pt x="87" y="755"/>
                    </a:lnTo>
                    <a:lnTo>
                      <a:pt x="87" y="753"/>
                    </a:lnTo>
                    <a:lnTo>
                      <a:pt x="87" y="751"/>
                    </a:lnTo>
                    <a:lnTo>
                      <a:pt x="87" y="751"/>
                    </a:lnTo>
                    <a:lnTo>
                      <a:pt x="88" y="755"/>
                    </a:lnTo>
                    <a:lnTo>
                      <a:pt x="90" y="761"/>
                    </a:lnTo>
                    <a:lnTo>
                      <a:pt x="90" y="761"/>
                    </a:lnTo>
                    <a:lnTo>
                      <a:pt x="91" y="760"/>
                    </a:lnTo>
                    <a:lnTo>
                      <a:pt x="92" y="761"/>
                    </a:lnTo>
                    <a:lnTo>
                      <a:pt x="92" y="761"/>
                    </a:lnTo>
                    <a:lnTo>
                      <a:pt x="91" y="758"/>
                    </a:lnTo>
                    <a:lnTo>
                      <a:pt x="92" y="757"/>
                    </a:lnTo>
                    <a:lnTo>
                      <a:pt x="92" y="757"/>
                    </a:lnTo>
                    <a:lnTo>
                      <a:pt x="94" y="761"/>
                    </a:lnTo>
                    <a:lnTo>
                      <a:pt x="94" y="761"/>
                    </a:lnTo>
                    <a:lnTo>
                      <a:pt x="94" y="767"/>
                    </a:lnTo>
                    <a:lnTo>
                      <a:pt x="94" y="774"/>
                    </a:lnTo>
                    <a:lnTo>
                      <a:pt x="94" y="774"/>
                    </a:lnTo>
                    <a:lnTo>
                      <a:pt x="92" y="772"/>
                    </a:lnTo>
                    <a:lnTo>
                      <a:pt x="92" y="770"/>
                    </a:lnTo>
                    <a:lnTo>
                      <a:pt x="92" y="767"/>
                    </a:lnTo>
                    <a:lnTo>
                      <a:pt x="91" y="764"/>
                    </a:lnTo>
                    <a:lnTo>
                      <a:pt x="91" y="764"/>
                    </a:lnTo>
                    <a:lnTo>
                      <a:pt x="91" y="768"/>
                    </a:lnTo>
                    <a:lnTo>
                      <a:pt x="91" y="772"/>
                    </a:lnTo>
                    <a:lnTo>
                      <a:pt x="91" y="772"/>
                    </a:lnTo>
                    <a:lnTo>
                      <a:pt x="91" y="771"/>
                    </a:lnTo>
                    <a:lnTo>
                      <a:pt x="92" y="772"/>
                    </a:lnTo>
                    <a:lnTo>
                      <a:pt x="94" y="775"/>
                    </a:lnTo>
                    <a:lnTo>
                      <a:pt x="97" y="782"/>
                    </a:lnTo>
                    <a:lnTo>
                      <a:pt x="97" y="782"/>
                    </a:lnTo>
                    <a:lnTo>
                      <a:pt x="95" y="782"/>
                    </a:lnTo>
                    <a:lnTo>
                      <a:pt x="95" y="781"/>
                    </a:lnTo>
                    <a:lnTo>
                      <a:pt x="95" y="781"/>
                    </a:lnTo>
                    <a:lnTo>
                      <a:pt x="95" y="785"/>
                    </a:lnTo>
                    <a:lnTo>
                      <a:pt x="95" y="790"/>
                    </a:lnTo>
                    <a:lnTo>
                      <a:pt x="95" y="790"/>
                    </a:lnTo>
                    <a:lnTo>
                      <a:pt x="97" y="790"/>
                    </a:lnTo>
                    <a:lnTo>
                      <a:pt x="97" y="788"/>
                    </a:lnTo>
                    <a:lnTo>
                      <a:pt x="97" y="787"/>
                    </a:lnTo>
                    <a:lnTo>
                      <a:pt x="97" y="787"/>
                    </a:lnTo>
                    <a:lnTo>
                      <a:pt x="101" y="797"/>
                    </a:lnTo>
                    <a:lnTo>
                      <a:pt x="101" y="797"/>
                    </a:lnTo>
                    <a:lnTo>
                      <a:pt x="104" y="807"/>
                    </a:lnTo>
                    <a:lnTo>
                      <a:pt x="104" y="807"/>
                    </a:lnTo>
                    <a:lnTo>
                      <a:pt x="104" y="807"/>
                    </a:lnTo>
                    <a:lnTo>
                      <a:pt x="104" y="804"/>
                    </a:lnTo>
                    <a:lnTo>
                      <a:pt x="102" y="800"/>
                    </a:lnTo>
                    <a:lnTo>
                      <a:pt x="102" y="800"/>
                    </a:lnTo>
                    <a:lnTo>
                      <a:pt x="102" y="798"/>
                    </a:lnTo>
                    <a:lnTo>
                      <a:pt x="102" y="798"/>
                    </a:lnTo>
                    <a:lnTo>
                      <a:pt x="105" y="804"/>
                    </a:lnTo>
                    <a:lnTo>
                      <a:pt x="108" y="810"/>
                    </a:lnTo>
                    <a:lnTo>
                      <a:pt x="108" y="810"/>
                    </a:lnTo>
                    <a:lnTo>
                      <a:pt x="108" y="808"/>
                    </a:lnTo>
                    <a:lnTo>
                      <a:pt x="108" y="807"/>
                    </a:lnTo>
                    <a:lnTo>
                      <a:pt x="105" y="802"/>
                    </a:lnTo>
                    <a:lnTo>
                      <a:pt x="105" y="802"/>
                    </a:lnTo>
                    <a:lnTo>
                      <a:pt x="105" y="801"/>
                    </a:lnTo>
                    <a:lnTo>
                      <a:pt x="107" y="802"/>
                    </a:lnTo>
                    <a:lnTo>
                      <a:pt x="107" y="802"/>
                    </a:lnTo>
                    <a:lnTo>
                      <a:pt x="107" y="801"/>
                    </a:lnTo>
                    <a:lnTo>
                      <a:pt x="107" y="801"/>
                    </a:lnTo>
                    <a:lnTo>
                      <a:pt x="110" y="805"/>
                    </a:lnTo>
                    <a:lnTo>
                      <a:pt x="111" y="807"/>
                    </a:lnTo>
                    <a:lnTo>
                      <a:pt x="111" y="80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4" name="ïšľîḓe"/>
              <p:cNvSpPr/>
              <p:nvPr/>
            </p:nvSpPr>
            <p:spPr bwMode="auto">
              <a:xfrm>
                <a:off x="2059697" y="2842307"/>
                <a:ext cx="12287" cy="30720"/>
              </a:xfrm>
              <a:custGeom>
                <a:avLst/>
                <a:gdLst>
                  <a:gd name="T0" fmla="*/ 0 w 4"/>
                  <a:gd name="T1" fmla="*/ 10 h 10"/>
                  <a:gd name="T2" fmla="*/ 0 w 4"/>
                  <a:gd name="T3" fmla="*/ 10 h 10"/>
                  <a:gd name="T4" fmla="*/ 1 w 4"/>
                  <a:gd name="T5" fmla="*/ 6 h 10"/>
                  <a:gd name="T6" fmla="*/ 4 w 4"/>
                  <a:gd name="T7" fmla="*/ 0 h 10"/>
                  <a:gd name="T8" fmla="*/ 4 w 4"/>
                  <a:gd name="T9" fmla="*/ 0 h 10"/>
                  <a:gd name="T10" fmla="*/ 3 w 4"/>
                  <a:gd name="T11" fmla="*/ 6 h 10"/>
                  <a:gd name="T12" fmla="*/ 0 w 4"/>
                  <a:gd name="T13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0">
                    <a:moveTo>
                      <a:pt x="0" y="10"/>
                    </a:moveTo>
                    <a:lnTo>
                      <a:pt x="0" y="10"/>
                    </a:lnTo>
                    <a:lnTo>
                      <a:pt x="1" y="6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3" y="6"/>
                    </a:lnTo>
                    <a:lnTo>
                      <a:pt x="0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5" name="îṣḻïḋe"/>
              <p:cNvSpPr/>
              <p:nvPr/>
            </p:nvSpPr>
            <p:spPr bwMode="auto">
              <a:xfrm>
                <a:off x="2594187" y="2197234"/>
                <a:ext cx="49148" cy="43007"/>
              </a:xfrm>
              <a:custGeom>
                <a:avLst/>
                <a:gdLst>
                  <a:gd name="T0" fmla="*/ 15 w 15"/>
                  <a:gd name="T1" fmla="*/ 0 h 14"/>
                  <a:gd name="T2" fmla="*/ 15 w 15"/>
                  <a:gd name="T3" fmla="*/ 0 h 14"/>
                  <a:gd name="T4" fmla="*/ 11 w 15"/>
                  <a:gd name="T5" fmla="*/ 4 h 14"/>
                  <a:gd name="T6" fmla="*/ 11 w 15"/>
                  <a:gd name="T7" fmla="*/ 6 h 14"/>
                  <a:gd name="T8" fmla="*/ 13 w 15"/>
                  <a:gd name="T9" fmla="*/ 6 h 14"/>
                  <a:gd name="T10" fmla="*/ 13 w 15"/>
                  <a:gd name="T11" fmla="*/ 6 h 14"/>
                  <a:gd name="T12" fmla="*/ 7 w 15"/>
                  <a:gd name="T13" fmla="*/ 10 h 14"/>
                  <a:gd name="T14" fmla="*/ 0 w 15"/>
                  <a:gd name="T15" fmla="*/ 14 h 14"/>
                  <a:gd name="T16" fmla="*/ 0 w 15"/>
                  <a:gd name="T17" fmla="*/ 14 h 14"/>
                  <a:gd name="T18" fmla="*/ 1 w 15"/>
                  <a:gd name="T19" fmla="*/ 11 h 14"/>
                  <a:gd name="T20" fmla="*/ 3 w 15"/>
                  <a:gd name="T21" fmla="*/ 9 h 14"/>
                  <a:gd name="T22" fmla="*/ 3 w 15"/>
                  <a:gd name="T23" fmla="*/ 9 h 14"/>
                  <a:gd name="T24" fmla="*/ 5 w 15"/>
                  <a:gd name="T25" fmla="*/ 7 h 14"/>
                  <a:gd name="T26" fmla="*/ 7 w 15"/>
                  <a:gd name="T27" fmla="*/ 7 h 14"/>
                  <a:gd name="T28" fmla="*/ 7 w 15"/>
                  <a:gd name="T29" fmla="*/ 7 h 14"/>
                  <a:gd name="T30" fmla="*/ 7 w 15"/>
                  <a:gd name="T31" fmla="*/ 6 h 14"/>
                  <a:gd name="T32" fmla="*/ 7 w 15"/>
                  <a:gd name="T33" fmla="*/ 6 h 14"/>
                  <a:gd name="T34" fmla="*/ 7 w 15"/>
                  <a:gd name="T35" fmla="*/ 6 h 14"/>
                  <a:gd name="T36" fmla="*/ 11 w 15"/>
                  <a:gd name="T37" fmla="*/ 3 h 14"/>
                  <a:gd name="T38" fmla="*/ 13 w 15"/>
                  <a:gd name="T39" fmla="*/ 1 h 14"/>
                  <a:gd name="T40" fmla="*/ 15 w 15"/>
                  <a:gd name="T4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" h="14">
                    <a:moveTo>
                      <a:pt x="15" y="0"/>
                    </a:moveTo>
                    <a:lnTo>
                      <a:pt x="15" y="0"/>
                    </a:lnTo>
                    <a:lnTo>
                      <a:pt x="11" y="4"/>
                    </a:lnTo>
                    <a:lnTo>
                      <a:pt x="11" y="6"/>
                    </a:lnTo>
                    <a:lnTo>
                      <a:pt x="13" y="6"/>
                    </a:lnTo>
                    <a:lnTo>
                      <a:pt x="13" y="6"/>
                    </a:lnTo>
                    <a:lnTo>
                      <a:pt x="7" y="10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1" y="11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5" y="7"/>
                    </a:lnTo>
                    <a:lnTo>
                      <a:pt x="7" y="7"/>
                    </a:lnTo>
                    <a:lnTo>
                      <a:pt x="7" y="7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11" y="3"/>
                    </a:lnTo>
                    <a:lnTo>
                      <a:pt x="13" y="1"/>
                    </a:lnTo>
                    <a:lnTo>
                      <a:pt x="1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6" name="ïṣļîďé"/>
              <p:cNvSpPr/>
              <p:nvPr/>
            </p:nvSpPr>
            <p:spPr bwMode="auto">
              <a:xfrm>
                <a:off x="2600329" y="4974109"/>
                <a:ext cx="18433" cy="12287"/>
              </a:xfrm>
              <a:custGeom>
                <a:avLst/>
                <a:gdLst>
                  <a:gd name="T0" fmla="*/ 7 w 7"/>
                  <a:gd name="T1" fmla="*/ 3 h 3"/>
                  <a:gd name="T2" fmla="*/ 7 w 7"/>
                  <a:gd name="T3" fmla="*/ 3 h 3"/>
                  <a:gd name="T4" fmla="*/ 3 w 7"/>
                  <a:gd name="T5" fmla="*/ 3 h 3"/>
                  <a:gd name="T6" fmla="*/ 0 w 7"/>
                  <a:gd name="T7" fmla="*/ 0 h 3"/>
                  <a:gd name="T8" fmla="*/ 0 w 7"/>
                  <a:gd name="T9" fmla="*/ 0 h 3"/>
                  <a:gd name="T10" fmla="*/ 3 w 7"/>
                  <a:gd name="T11" fmla="*/ 0 h 3"/>
                  <a:gd name="T12" fmla="*/ 7 w 7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3">
                    <a:moveTo>
                      <a:pt x="7" y="3"/>
                    </a:moveTo>
                    <a:lnTo>
                      <a:pt x="7" y="3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7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7" name="íṩļíďe"/>
              <p:cNvSpPr/>
              <p:nvPr/>
            </p:nvSpPr>
            <p:spPr bwMode="auto">
              <a:xfrm>
                <a:off x="4658411" y="4931106"/>
                <a:ext cx="30720" cy="18433"/>
              </a:xfrm>
              <a:custGeom>
                <a:avLst/>
                <a:gdLst>
                  <a:gd name="T0" fmla="*/ 0 w 10"/>
                  <a:gd name="T1" fmla="*/ 7 h 7"/>
                  <a:gd name="T2" fmla="*/ 0 w 10"/>
                  <a:gd name="T3" fmla="*/ 7 h 7"/>
                  <a:gd name="T4" fmla="*/ 5 w 10"/>
                  <a:gd name="T5" fmla="*/ 3 h 7"/>
                  <a:gd name="T6" fmla="*/ 10 w 10"/>
                  <a:gd name="T7" fmla="*/ 0 h 7"/>
                  <a:gd name="T8" fmla="*/ 10 w 10"/>
                  <a:gd name="T9" fmla="*/ 0 h 7"/>
                  <a:gd name="T10" fmla="*/ 5 w 10"/>
                  <a:gd name="T11" fmla="*/ 4 h 7"/>
                  <a:gd name="T12" fmla="*/ 0 w 10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7">
                    <a:moveTo>
                      <a:pt x="0" y="7"/>
                    </a:moveTo>
                    <a:lnTo>
                      <a:pt x="0" y="7"/>
                    </a:lnTo>
                    <a:lnTo>
                      <a:pt x="5" y="3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5" y="4"/>
                    </a:lnTo>
                    <a:lnTo>
                      <a:pt x="0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8" name="íś1îdé"/>
              <p:cNvSpPr/>
              <p:nvPr/>
            </p:nvSpPr>
            <p:spPr bwMode="auto">
              <a:xfrm>
                <a:off x="5297338" y="4040293"/>
                <a:ext cx="12287" cy="30720"/>
              </a:xfrm>
              <a:custGeom>
                <a:avLst/>
                <a:gdLst>
                  <a:gd name="T0" fmla="*/ 0 w 4"/>
                  <a:gd name="T1" fmla="*/ 7 h 8"/>
                  <a:gd name="T2" fmla="*/ 0 w 4"/>
                  <a:gd name="T3" fmla="*/ 7 h 8"/>
                  <a:gd name="T4" fmla="*/ 3 w 4"/>
                  <a:gd name="T5" fmla="*/ 3 h 8"/>
                  <a:gd name="T6" fmla="*/ 4 w 4"/>
                  <a:gd name="T7" fmla="*/ 0 h 8"/>
                  <a:gd name="T8" fmla="*/ 4 w 4"/>
                  <a:gd name="T9" fmla="*/ 1 h 8"/>
                  <a:gd name="T10" fmla="*/ 4 w 4"/>
                  <a:gd name="T11" fmla="*/ 1 h 8"/>
                  <a:gd name="T12" fmla="*/ 1 w 4"/>
                  <a:gd name="T13" fmla="*/ 7 h 8"/>
                  <a:gd name="T14" fmla="*/ 1 w 4"/>
                  <a:gd name="T15" fmla="*/ 8 h 8"/>
                  <a:gd name="T16" fmla="*/ 0 w 4"/>
                  <a:gd name="T17" fmla="*/ 7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8">
                    <a:moveTo>
                      <a:pt x="0" y="7"/>
                    </a:moveTo>
                    <a:lnTo>
                      <a:pt x="0" y="7"/>
                    </a:lnTo>
                    <a:lnTo>
                      <a:pt x="3" y="3"/>
                    </a:lnTo>
                    <a:lnTo>
                      <a:pt x="4" y="0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1" y="7"/>
                    </a:lnTo>
                    <a:lnTo>
                      <a:pt x="1" y="8"/>
                    </a:lnTo>
                    <a:lnTo>
                      <a:pt x="0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49" name="î$ļíḑé"/>
              <p:cNvSpPr/>
              <p:nvPr/>
            </p:nvSpPr>
            <p:spPr bwMode="auto">
              <a:xfrm>
                <a:off x="5395633" y="3241633"/>
                <a:ext cx="6145" cy="24574"/>
              </a:xfrm>
              <a:custGeom>
                <a:avLst/>
                <a:gdLst>
                  <a:gd name="T0" fmla="*/ 0 w 1"/>
                  <a:gd name="T1" fmla="*/ 0 h 8"/>
                  <a:gd name="T2" fmla="*/ 0 w 1"/>
                  <a:gd name="T3" fmla="*/ 0 h 8"/>
                  <a:gd name="T4" fmla="*/ 1 w 1"/>
                  <a:gd name="T5" fmla="*/ 4 h 8"/>
                  <a:gd name="T6" fmla="*/ 0 w 1"/>
                  <a:gd name="T7" fmla="*/ 8 h 8"/>
                  <a:gd name="T8" fmla="*/ 0 w 1"/>
                  <a:gd name="T9" fmla="*/ 8 h 8"/>
                  <a:gd name="T10" fmla="*/ 0 w 1"/>
                  <a:gd name="T11" fmla="*/ 3 h 8"/>
                  <a:gd name="T12" fmla="*/ 0 w 1"/>
                  <a:gd name="T13" fmla="*/ 0 h 8"/>
                  <a:gd name="T14" fmla="*/ 0 w 1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8">
                    <a:moveTo>
                      <a:pt x="0" y="0"/>
                    </a:moveTo>
                    <a:lnTo>
                      <a:pt x="0" y="0"/>
                    </a:lnTo>
                    <a:lnTo>
                      <a:pt x="1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0" name="ísḷiḑé"/>
              <p:cNvSpPr/>
              <p:nvPr/>
            </p:nvSpPr>
            <p:spPr bwMode="auto">
              <a:xfrm>
                <a:off x="1734094" y="2725578"/>
                <a:ext cx="24574" cy="43007"/>
              </a:xfrm>
              <a:custGeom>
                <a:avLst/>
                <a:gdLst>
                  <a:gd name="T0" fmla="*/ 7 w 7"/>
                  <a:gd name="T1" fmla="*/ 0 h 14"/>
                  <a:gd name="T2" fmla="*/ 7 w 7"/>
                  <a:gd name="T3" fmla="*/ 0 h 14"/>
                  <a:gd name="T4" fmla="*/ 4 w 7"/>
                  <a:gd name="T5" fmla="*/ 7 h 14"/>
                  <a:gd name="T6" fmla="*/ 0 w 7"/>
                  <a:gd name="T7" fmla="*/ 14 h 14"/>
                  <a:gd name="T8" fmla="*/ 0 w 7"/>
                  <a:gd name="T9" fmla="*/ 14 h 14"/>
                  <a:gd name="T10" fmla="*/ 4 w 7"/>
                  <a:gd name="T11" fmla="*/ 5 h 14"/>
                  <a:gd name="T12" fmla="*/ 6 w 7"/>
                  <a:gd name="T13" fmla="*/ 1 h 14"/>
                  <a:gd name="T14" fmla="*/ 7 w 7"/>
                  <a:gd name="T15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14">
                    <a:moveTo>
                      <a:pt x="7" y="0"/>
                    </a:moveTo>
                    <a:lnTo>
                      <a:pt x="7" y="0"/>
                    </a:lnTo>
                    <a:lnTo>
                      <a:pt x="4" y="7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4" y="5"/>
                    </a:lnTo>
                    <a:lnTo>
                      <a:pt x="6" y="1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1" name="íšļïḍè"/>
              <p:cNvSpPr/>
              <p:nvPr/>
            </p:nvSpPr>
            <p:spPr bwMode="auto">
              <a:xfrm>
                <a:off x="1918399" y="2498269"/>
                <a:ext cx="30720" cy="43007"/>
              </a:xfrm>
              <a:custGeom>
                <a:avLst/>
                <a:gdLst>
                  <a:gd name="T0" fmla="*/ 10 w 10"/>
                  <a:gd name="T1" fmla="*/ 0 h 14"/>
                  <a:gd name="T2" fmla="*/ 10 w 10"/>
                  <a:gd name="T3" fmla="*/ 0 h 14"/>
                  <a:gd name="T4" fmla="*/ 9 w 10"/>
                  <a:gd name="T5" fmla="*/ 3 h 14"/>
                  <a:gd name="T6" fmla="*/ 4 w 10"/>
                  <a:gd name="T7" fmla="*/ 9 h 14"/>
                  <a:gd name="T8" fmla="*/ 1 w 10"/>
                  <a:gd name="T9" fmla="*/ 14 h 14"/>
                  <a:gd name="T10" fmla="*/ 0 w 10"/>
                  <a:gd name="T11" fmla="*/ 14 h 14"/>
                  <a:gd name="T12" fmla="*/ 0 w 10"/>
                  <a:gd name="T13" fmla="*/ 14 h 14"/>
                  <a:gd name="T14" fmla="*/ 0 w 10"/>
                  <a:gd name="T15" fmla="*/ 14 h 14"/>
                  <a:gd name="T16" fmla="*/ 3 w 10"/>
                  <a:gd name="T17" fmla="*/ 10 h 14"/>
                  <a:gd name="T18" fmla="*/ 4 w 10"/>
                  <a:gd name="T19" fmla="*/ 7 h 14"/>
                  <a:gd name="T20" fmla="*/ 7 w 10"/>
                  <a:gd name="T21" fmla="*/ 3 h 14"/>
                  <a:gd name="T22" fmla="*/ 10 w 10"/>
                  <a:gd name="T23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14">
                    <a:moveTo>
                      <a:pt x="10" y="0"/>
                    </a:moveTo>
                    <a:lnTo>
                      <a:pt x="10" y="0"/>
                    </a:lnTo>
                    <a:lnTo>
                      <a:pt x="9" y="3"/>
                    </a:lnTo>
                    <a:lnTo>
                      <a:pt x="4" y="9"/>
                    </a:lnTo>
                    <a:lnTo>
                      <a:pt x="1" y="14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3" y="10"/>
                    </a:lnTo>
                    <a:lnTo>
                      <a:pt x="4" y="7"/>
                    </a:lnTo>
                    <a:lnTo>
                      <a:pt x="7" y="3"/>
                    </a:lnTo>
                    <a:lnTo>
                      <a:pt x="1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2" name="ï$ḷíďé"/>
              <p:cNvSpPr/>
              <p:nvPr/>
            </p:nvSpPr>
            <p:spPr bwMode="auto">
              <a:xfrm>
                <a:off x="1660371" y="3659393"/>
                <a:ext cx="6145" cy="30720"/>
              </a:xfrm>
              <a:custGeom>
                <a:avLst/>
                <a:gdLst>
                  <a:gd name="T0" fmla="*/ 1 w 1"/>
                  <a:gd name="T1" fmla="*/ 10 h 10"/>
                  <a:gd name="T2" fmla="*/ 1 w 1"/>
                  <a:gd name="T3" fmla="*/ 10 h 10"/>
                  <a:gd name="T4" fmla="*/ 1 w 1"/>
                  <a:gd name="T5" fmla="*/ 9 h 10"/>
                  <a:gd name="T6" fmla="*/ 0 w 1"/>
                  <a:gd name="T7" fmla="*/ 7 h 10"/>
                  <a:gd name="T8" fmla="*/ 0 w 1"/>
                  <a:gd name="T9" fmla="*/ 7 h 10"/>
                  <a:gd name="T10" fmla="*/ 0 w 1"/>
                  <a:gd name="T11" fmla="*/ 0 h 10"/>
                  <a:gd name="T12" fmla="*/ 0 w 1"/>
                  <a:gd name="T13" fmla="*/ 0 h 10"/>
                  <a:gd name="T14" fmla="*/ 1 w 1"/>
                  <a:gd name="T15" fmla="*/ 6 h 10"/>
                  <a:gd name="T16" fmla="*/ 1 w 1"/>
                  <a:gd name="T17" fmla="*/ 6 h 10"/>
                  <a:gd name="T18" fmla="*/ 1 w 1"/>
                  <a:gd name="T19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" h="10">
                    <a:moveTo>
                      <a:pt x="1" y="10"/>
                    </a:moveTo>
                    <a:lnTo>
                      <a:pt x="1" y="10"/>
                    </a:lnTo>
                    <a:lnTo>
                      <a:pt x="1" y="9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3" name="ïṩḻidè"/>
              <p:cNvSpPr/>
              <p:nvPr/>
            </p:nvSpPr>
            <p:spPr bwMode="auto">
              <a:xfrm>
                <a:off x="2231716" y="2283243"/>
                <a:ext cx="43007" cy="55293"/>
              </a:xfrm>
              <a:custGeom>
                <a:avLst/>
                <a:gdLst>
                  <a:gd name="T0" fmla="*/ 14 w 14"/>
                  <a:gd name="T1" fmla="*/ 0 h 17"/>
                  <a:gd name="T2" fmla="*/ 14 w 14"/>
                  <a:gd name="T3" fmla="*/ 0 h 17"/>
                  <a:gd name="T4" fmla="*/ 0 w 14"/>
                  <a:gd name="T5" fmla="*/ 17 h 17"/>
                  <a:gd name="T6" fmla="*/ 0 w 14"/>
                  <a:gd name="T7" fmla="*/ 17 h 17"/>
                  <a:gd name="T8" fmla="*/ 7 w 14"/>
                  <a:gd name="T9" fmla="*/ 7 h 17"/>
                  <a:gd name="T10" fmla="*/ 14 w 14"/>
                  <a:gd name="T11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4" h="17">
                    <a:moveTo>
                      <a:pt x="14" y="0"/>
                    </a:moveTo>
                    <a:lnTo>
                      <a:pt x="14" y="0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7" y="7"/>
                    </a:lnTo>
                    <a:lnTo>
                      <a:pt x="1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4" name="iSļíḍe"/>
              <p:cNvSpPr/>
              <p:nvPr/>
            </p:nvSpPr>
            <p:spPr bwMode="auto">
              <a:xfrm>
                <a:off x="1924541" y="2811586"/>
                <a:ext cx="18433" cy="30720"/>
              </a:xfrm>
              <a:custGeom>
                <a:avLst/>
                <a:gdLst>
                  <a:gd name="T0" fmla="*/ 6 w 6"/>
                  <a:gd name="T1" fmla="*/ 0 h 10"/>
                  <a:gd name="T2" fmla="*/ 6 w 6"/>
                  <a:gd name="T3" fmla="*/ 0 h 10"/>
                  <a:gd name="T4" fmla="*/ 3 w 6"/>
                  <a:gd name="T5" fmla="*/ 7 h 10"/>
                  <a:gd name="T6" fmla="*/ 3 w 6"/>
                  <a:gd name="T7" fmla="*/ 7 h 10"/>
                  <a:gd name="T8" fmla="*/ 2 w 6"/>
                  <a:gd name="T9" fmla="*/ 10 h 10"/>
                  <a:gd name="T10" fmla="*/ 0 w 6"/>
                  <a:gd name="T11" fmla="*/ 10 h 10"/>
                  <a:gd name="T12" fmla="*/ 0 w 6"/>
                  <a:gd name="T13" fmla="*/ 10 h 10"/>
                  <a:gd name="T14" fmla="*/ 2 w 6"/>
                  <a:gd name="T15" fmla="*/ 7 h 10"/>
                  <a:gd name="T16" fmla="*/ 2 w 6"/>
                  <a:gd name="T17" fmla="*/ 7 h 10"/>
                  <a:gd name="T18" fmla="*/ 3 w 6"/>
                  <a:gd name="T19" fmla="*/ 4 h 10"/>
                  <a:gd name="T20" fmla="*/ 3 w 6"/>
                  <a:gd name="T21" fmla="*/ 4 h 10"/>
                  <a:gd name="T22" fmla="*/ 5 w 6"/>
                  <a:gd name="T23" fmla="*/ 1 h 10"/>
                  <a:gd name="T24" fmla="*/ 6 w 6"/>
                  <a:gd name="T2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" h="10">
                    <a:moveTo>
                      <a:pt x="6" y="0"/>
                    </a:moveTo>
                    <a:lnTo>
                      <a:pt x="6" y="0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5" y="1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5" name="íṥ1ïdé"/>
              <p:cNvSpPr/>
              <p:nvPr/>
            </p:nvSpPr>
            <p:spPr bwMode="auto">
              <a:xfrm>
                <a:off x="1832390" y="3118763"/>
                <a:ext cx="6145" cy="18433"/>
              </a:xfrm>
              <a:custGeom>
                <a:avLst/>
                <a:gdLst>
                  <a:gd name="T0" fmla="*/ 1 w 1"/>
                  <a:gd name="T1" fmla="*/ 0 h 7"/>
                  <a:gd name="T2" fmla="*/ 1 w 1"/>
                  <a:gd name="T3" fmla="*/ 0 h 7"/>
                  <a:gd name="T4" fmla="*/ 1 w 1"/>
                  <a:gd name="T5" fmla="*/ 3 h 7"/>
                  <a:gd name="T6" fmla="*/ 1 w 1"/>
                  <a:gd name="T7" fmla="*/ 5 h 7"/>
                  <a:gd name="T8" fmla="*/ 0 w 1"/>
                  <a:gd name="T9" fmla="*/ 7 h 7"/>
                  <a:gd name="T10" fmla="*/ 0 w 1"/>
                  <a:gd name="T11" fmla="*/ 7 h 7"/>
                  <a:gd name="T12" fmla="*/ 0 w 1"/>
                  <a:gd name="T13" fmla="*/ 7 h 7"/>
                  <a:gd name="T14" fmla="*/ 0 w 1"/>
                  <a:gd name="T15" fmla="*/ 4 h 7"/>
                  <a:gd name="T16" fmla="*/ 1 w 1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7">
                    <a:moveTo>
                      <a:pt x="1" y="0"/>
                    </a:moveTo>
                    <a:lnTo>
                      <a:pt x="1" y="0"/>
                    </a:lnTo>
                    <a:lnTo>
                      <a:pt x="1" y="3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6" name="ïśḷïdê"/>
              <p:cNvSpPr/>
              <p:nvPr/>
            </p:nvSpPr>
            <p:spPr bwMode="auto">
              <a:xfrm>
                <a:off x="1930686" y="3917421"/>
                <a:ext cx="12287" cy="30720"/>
              </a:xfrm>
              <a:custGeom>
                <a:avLst/>
                <a:gdLst>
                  <a:gd name="T0" fmla="*/ 0 w 5"/>
                  <a:gd name="T1" fmla="*/ 0 h 12"/>
                  <a:gd name="T2" fmla="*/ 0 w 5"/>
                  <a:gd name="T3" fmla="*/ 0 h 12"/>
                  <a:gd name="T4" fmla="*/ 2 w 5"/>
                  <a:gd name="T5" fmla="*/ 2 h 12"/>
                  <a:gd name="T6" fmla="*/ 3 w 5"/>
                  <a:gd name="T7" fmla="*/ 3 h 12"/>
                  <a:gd name="T8" fmla="*/ 3 w 5"/>
                  <a:gd name="T9" fmla="*/ 3 h 12"/>
                  <a:gd name="T10" fmla="*/ 2 w 5"/>
                  <a:gd name="T11" fmla="*/ 5 h 12"/>
                  <a:gd name="T12" fmla="*/ 3 w 5"/>
                  <a:gd name="T13" fmla="*/ 8 h 12"/>
                  <a:gd name="T14" fmla="*/ 5 w 5"/>
                  <a:gd name="T15" fmla="*/ 10 h 12"/>
                  <a:gd name="T16" fmla="*/ 5 w 5"/>
                  <a:gd name="T17" fmla="*/ 12 h 12"/>
                  <a:gd name="T18" fmla="*/ 5 w 5"/>
                  <a:gd name="T19" fmla="*/ 12 h 12"/>
                  <a:gd name="T20" fmla="*/ 2 w 5"/>
                  <a:gd name="T21" fmla="*/ 9 h 12"/>
                  <a:gd name="T22" fmla="*/ 0 w 5"/>
                  <a:gd name="T23" fmla="*/ 5 h 12"/>
                  <a:gd name="T24" fmla="*/ 0 w 5"/>
                  <a:gd name="T2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" h="1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2" y="5"/>
                    </a:lnTo>
                    <a:lnTo>
                      <a:pt x="3" y="8"/>
                    </a:lnTo>
                    <a:lnTo>
                      <a:pt x="5" y="10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2" y="9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7" name="îṥḻïḑê"/>
              <p:cNvSpPr/>
              <p:nvPr/>
            </p:nvSpPr>
            <p:spPr bwMode="auto">
              <a:xfrm>
                <a:off x="1893825" y="3475087"/>
                <a:ext cx="6145" cy="30720"/>
              </a:xfrm>
              <a:custGeom>
                <a:avLst/>
                <a:gdLst>
                  <a:gd name="T0" fmla="*/ 1 w 1"/>
                  <a:gd name="T1" fmla="*/ 0 h 8"/>
                  <a:gd name="T2" fmla="*/ 1 w 1"/>
                  <a:gd name="T3" fmla="*/ 0 h 8"/>
                  <a:gd name="T4" fmla="*/ 1 w 1"/>
                  <a:gd name="T5" fmla="*/ 4 h 8"/>
                  <a:gd name="T6" fmla="*/ 1 w 1"/>
                  <a:gd name="T7" fmla="*/ 8 h 8"/>
                  <a:gd name="T8" fmla="*/ 1 w 1"/>
                  <a:gd name="T9" fmla="*/ 8 h 8"/>
                  <a:gd name="T10" fmla="*/ 0 w 1"/>
                  <a:gd name="T11" fmla="*/ 3 h 8"/>
                  <a:gd name="T12" fmla="*/ 0 w 1"/>
                  <a:gd name="T13" fmla="*/ 3 h 8"/>
                  <a:gd name="T14" fmla="*/ 1 w 1"/>
                  <a:gd name="T15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8">
                    <a:moveTo>
                      <a:pt x="1" y="0"/>
                    </a:moveTo>
                    <a:lnTo>
                      <a:pt x="1" y="0"/>
                    </a:lnTo>
                    <a:lnTo>
                      <a:pt x="1" y="4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8" name="ïslïḋe"/>
              <p:cNvSpPr/>
              <p:nvPr/>
            </p:nvSpPr>
            <p:spPr bwMode="auto">
              <a:xfrm>
                <a:off x="1973689" y="3063474"/>
                <a:ext cx="12287" cy="30720"/>
              </a:xfrm>
              <a:custGeom>
                <a:avLst/>
                <a:gdLst>
                  <a:gd name="T0" fmla="*/ 2 w 2"/>
                  <a:gd name="T1" fmla="*/ 0 h 10"/>
                  <a:gd name="T2" fmla="*/ 2 w 2"/>
                  <a:gd name="T3" fmla="*/ 0 h 10"/>
                  <a:gd name="T4" fmla="*/ 2 w 2"/>
                  <a:gd name="T5" fmla="*/ 4 h 10"/>
                  <a:gd name="T6" fmla="*/ 0 w 2"/>
                  <a:gd name="T7" fmla="*/ 10 h 10"/>
                  <a:gd name="T8" fmla="*/ 0 w 2"/>
                  <a:gd name="T9" fmla="*/ 10 h 10"/>
                  <a:gd name="T10" fmla="*/ 1 w 2"/>
                  <a:gd name="T11" fmla="*/ 4 h 10"/>
                  <a:gd name="T12" fmla="*/ 2 w 2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10">
                    <a:moveTo>
                      <a:pt x="2" y="0"/>
                    </a:moveTo>
                    <a:lnTo>
                      <a:pt x="2" y="0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1" y="4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59" name="îś1ídé"/>
              <p:cNvSpPr/>
              <p:nvPr/>
            </p:nvSpPr>
            <p:spPr bwMode="auto">
              <a:xfrm>
                <a:off x="1998263" y="2983606"/>
                <a:ext cx="12287" cy="3072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3 w 4"/>
                  <a:gd name="T5" fmla="*/ 8 h 10"/>
                  <a:gd name="T6" fmla="*/ 1 w 4"/>
                  <a:gd name="T7" fmla="*/ 10 h 10"/>
                  <a:gd name="T8" fmla="*/ 0 w 4"/>
                  <a:gd name="T9" fmla="*/ 10 h 10"/>
                  <a:gd name="T10" fmla="*/ 0 w 4"/>
                  <a:gd name="T11" fmla="*/ 10 h 10"/>
                  <a:gd name="T12" fmla="*/ 1 w 4"/>
                  <a:gd name="T13" fmla="*/ 6 h 10"/>
                  <a:gd name="T14" fmla="*/ 4 w 4"/>
                  <a:gd name="T1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3" y="8"/>
                    </a:lnTo>
                    <a:lnTo>
                      <a:pt x="1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1" y="6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0" name="isļîḍê"/>
              <p:cNvSpPr/>
              <p:nvPr/>
            </p:nvSpPr>
            <p:spPr bwMode="auto">
              <a:xfrm>
                <a:off x="1727948" y="3524235"/>
                <a:ext cx="6145" cy="61435"/>
              </a:xfrm>
              <a:custGeom>
                <a:avLst/>
                <a:gdLst>
                  <a:gd name="T0" fmla="*/ 0 w 1"/>
                  <a:gd name="T1" fmla="*/ 21 h 21"/>
                  <a:gd name="T2" fmla="*/ 0 w 1"/>
                  <a:gd name="T3" fmla="*/ 21 h 21"/>
                  <a:gd name="T4" fmla="*/ 0 w 1"/>
                  <a:gd name="T5" fmla="*/ 10 h 21"/>
                  <a:gd name="T6" fmla="*/ 0 w 1"/>
                  <a:gd name="T7" fmla="*/ 10 h 21"/>
                  <a:gd name="T8" fmla="*/ 0 w 1"/>
                  <a:gd name="T9" fmla="*/ 0 h 21"/>
                  <a:gd name="T10" fmla="*/ 0 w 1"/>
                  <a:gd name="T11" fmla="*/ 0 h 21"/>
                  <a:gd name="T12" fmla="*/ 1 w 1"/>
                  <a:gd name="T13" fmla="*/ 11 h 21"/>
                  <a:gd name="T14" fmla="*/ 1 w 1"/>
                  <a:gd name="T15" fmla="*/ 11 h 21"/>
                  <a:gd name="T16" fmla="*/ 0 w 1"/>
                  <a:gd name="T17" fmla="*/ 19 h 21"/>
                  <a:gd name="T18" fmla="*/ 0 w 1"/>
                  <a:gd name="T19" fmla="*/ 19 h 21"/>
                  <a:gd name="T20" fmla="*/ 0 w 1"/>
                  <a:gd name="T21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" h="21">
                    <a:moveTo>
                      <a:pt x="0" y="21"/>
                    </a:moveTo>
                    <a:lnTo>
                      <a:pt x="0" y="21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2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1" name="iS1ïḍé"/>
              <p:cNvSpPr/>
              <p:nvPr/>
            </p:nvSpPr>
            <p:spPr bwMode="auto">
              <a:xfrm>
                <a:off x="2157994" y="2768584"/>
                <a:ext cx="12287" cy="3072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4 w 4"/>
                  <a:gd name="T5" fmla="*/ 3 h 10"/>
                  <a:gd name="T6" fmla="*/ 4 w 4"/>
                  <a:gd name="T7" fmla="*/ 6 h 10"/>
                  <a:gd name="T8" fmla="*/ 0 w 4"/>
                  <a:gd name="T9" fmla="*/ 10 h 10"/>
                  <a:gd name="T10" fmla="*/ 0 w 4"/>
                  <a:gd name="T11" fmla="*/ 10 h 10"/>
                  <a:gd name="T12" fmla="*/ 1 w 4"/>
                  <a:gd name="T13" fmla="*/ 4 h 10"/>
                  <a:gd name="T14" fmla="*/ 4 w 4"/>
                  <a:gd name="T1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4" y="3"/>
                    </a:lnTo>
                    <a:lnTo>
                      <a:pt x="4" y="6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1" y="4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2" name="ïSľiḍé"/>
              <p:cNvSpPr/>
              <p:nvPr/>
            </p:nvSpPr>
            <p:spPr bwMode="auto">
              <a:xfrm>
                <a:off x="1906112" y="3094190"/>
                <a:ext cx="6145" cy="30720"/>
              </a:xfrm>
              <a:custGeom>
                <a:avLst/>
                <a:gdLst>
                  <a:gd name="T0" fmla="*/ 1 w 1"/>
                  <a:gd name="T1" fmla="*/ 0 h 10"/>
                  <a:gd name="T2" fmla="*/ 1 w 1"/>
                  <a:gd name="T3" fmla="*/ 0 h 10"/>
                  <a:gd name="T4" fmla="*/ 1 w 1"/>
                  <a:gd name="T5" fmla="*/ 4 h 10"/>
                  <a:gd name="T6" fmla="*/ 0 w 1"/>
                  <a:gd name="T7" fmla="*/ 10 h 10"/>
                  <a:gd name="T8" fmla="*/ 0 w 1"/>
                  <a:gd name="T9" fmla="*/ 10 h 10"/>
                  <a:gd name="T10" fmla="*/ 0 w 1"/>
                  <a:gd name="T11" fmla="*/ 2 h 10"/>
                  <a:gd name="T12" fmla="*/ 0 w 1"/>
                  <a:gd name="T13" fmla="*/ 0 h 10"/>
                  <a:gd name="T14" fmla="*/ 1 w 1"/>
                  <a:gd name="T1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0">
                    <a:moveTo>
                      <a:pt x="1" y="0"/>
                    </a:moveTo>
                    <a:lnTo>
                      <a:pt x="1" y="0"/>
                    </a:lnTo>
                    <a:lnTo>
                      <a:pt x="1" y="4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3" name="í$ľîḍe"/>
              <p:cNvSpPr/>
              <p:nvPr/>
            </p:nvSpPr>
            <p:spPr bwMode="auto">
              <a:xfrm>
                <a:off x="1709520" y="3585672"/>
                <a:ext cx="0" cy="24574"/>
              </a:xfrm>
              <a:custGeom>
                <a:avLst/>
                <a:gdLst>
                  <a:gd name="T0" fmla="*/ 1 w 1"/>
                  <a:gd name="T1" fmla="*/ 1 h 9"/>
                  <a:gd name="T2" fmla="*/ 1 w 1"/>
                  <a:gd name="T3" fmla="*/ 1 h 9"/>
                  <a:gd name="T4" fmla="*/ 1 w 1"/>
                  <a:gd name="T5" fmla="*/ 6 h 9"/>
                  <a:gd name="T6" fmla="*/ 1 w 1"/>
                  <a:gd name="T7" fmla="*/ 9 h 9"/>
                  <a:gd name="T8" fmla="*/ 1 w 1"/>
                  <a:gd name="T9" fmla="*/ 9 h 9"/>
                  <a:gd name="T10" fmla="*/ 1 w 1"/>
                  <a:gd name="T11" fmla="*/ 9 h 9"/>
                  <a:gd name="T12" fmla="*/ 0 w 1"/>
                  <a:gd name="T13" fmla="*/ 3 h 9"/>
                  <a:gd name="T14" fmla="*/ 0 w 1"/>
                  <a:gd name="T15" fmla="*/ 0 h 9"/>
                  <a:gd name="T16" fmla="*/ 1 w 1"/>
                  <a:gd name="T17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" h="9">
                    <a:moveTo>
                      <a:pt x="1" y="1"/>
                    </a:moveTo>
                    <a:lnTo>
                      <a:pt x="1" y="1"/>
                    </a:lnTo>
                    <a:lnTo>
                      <a:pt x="1" y="6"/>
                    </a:lnTo>
                    <a:lnTo>
                      <a:pt x="1" y="9"/>
                    </a:lnTo>
                    <a:lnTo>
                      <a:pt x="1" y="9"/>
                    </a:lnTo>
                    <a:lnTo>
                      <a:pt x="1" y="9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1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4" name="ïṥliḋê"/>
              <p:cNvSpPr/>
              <p:nvPr/>
            </p:nvSpPr>
            <p:spPr bwMode="auto">
              <a:xfrm>
                <a:off x="1709520" y="3536524"/>
                <a:ext cx="6145" cy="36861"/>
              </a:xfrm>
              <a:custGeom>
                <a:avLst/>
                <a:gdLst>
                  <a:gd name="T0" fmla="*/ 0 w 2"/>
                  <a:gd name="T1" fmla="*/ 9 h 13"/>
                  <a:gd name="T2" fmla="*/ 0 w 2"/>
                  <a:gd name="T3" fmla="*/ 9 h 13"/>
                  <a:gd name="T4" fmla="*/ 1 w 2"/>
                  <a:gd name="T5" fmla="*/ 7 h 13"/>
                  <a:gd name="T6" fmla="*/ 1 w 2"/>
                  <a:gd name="T7" fmla="*/ 6 h 13"/>
                  <a:gd name="T8" fmla="*/ 1 w 2"/>
                  <a:gd name="T9" fmla="*/ 2 h 13"/>
                  <a:gd name="T10" fmla="*/ 1 w 2"/>
                  <a:gd name="T11" fmla="*/ 2 h 13"/>
                  <a:gd name="T12" fmla="*/ 1 w 2"/>
                  <a:gd name="T13" fmla="*/ 2 h 13"/>
                  <a:gd name="T14" fmla="*/ 1 w 2"/>
                  <a:gd name="T15" fmla="*/ 2 h 13"/>
                  <a:gd name="T16" fmla="*/ 1 w 2"/>
                  <a:gd name="T17" fmla="*/ 0 h 13"/>
                  <a:gd name="T18" fmla="*/ 2 w 2"/>
                  <a:gd name="T19" fmla="*/ 0 h 13"/>
                  <a:gd name="T20" fmla="*/ 2 w 2"/>
                  <a:gd name="T21" fmla="*/ 0 h 13"/>
                  <a:gd name="T22" fmla="*/ 1 w 2"/>
                  <a:gd name="T23" fmla="*/ 5 h 13"/>
                  <a:gd name="T24" fmla="*/ 2 w 2"/>
                  <a:gd name="T25" fmla="*/ 9 h 13"/>
                  <a:gd name="T26" fmla="*/ 2 w 2"/>
                  <a:gd name="T27" fmla="*/ 9 h 13"/>
                  <a:gd name="T28" fmla="*/ 1 w 2"/>
                  <a:gd name="T29" fmla="*/ 13 h 13"/>
                  <a:gd name="T30" fmla="*/ 1 w 2"/>
                  <a:gd name="T31" fmla="*/ 13 h 13"/>
                  <a:gd name="T32" fmla="*/ 1 w 2"/>
                  <a:gd name="T33" fmla="*/ 12 h 13"/>
                  <a:gd name="T34" fmla="*/ 0 w 2"/>
                  <a:gd name="T35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" h="13">
                    <a:moveTo>
                      <a:pt x="0" y="9"/>
                    </a:moveTo>
                    <a:lnTo>
                      <a:pt x="0" y="9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1" y="5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1" y="13"/>
                    </a:lnTo>
                    <a:lnTo>
                      <a:pt x="1" y="13"/>
                    </a:lnTo>
                    <a:lnTo>
                      <a:pt x="1" y="12"/>
                    </a:lnTo>
                    <a:lnTo>
                      <a:pt x="0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5" name="îṣliďê"/>
              <p:cNvSpPr/>
              <p:nvPr/>
            </p:nvSpPr>
            <p:spPr bwMode="auto">
              <a:xfrm>
                <a:off x="1715661" y="3499661"/>
                <a:ext cx="6145" cy="36861"/>
              </a:xfrm>
              <a:custGeom>
                <a:avLst/>
                <a:gdLst>
                  <a:gd name="T0" fmla="*/ 2 w 2"/>
                  <a:gd name="T1" fmla="*/ 0 h 11"/>
                  <a:gd name="T2" fmla="*/ 2 w 2"/>
                  <a:gd name="T3" fmla="*/ 0 h 11"/>
                  <a:gd name="T4" fmla="*/ 2 w 2"/>
                  <a:gd name="T5" fmla="*/ 6 h 11"/>
                  <a:gd name="T6" fmla="*/ 2 w 2"/>
                  <a:gd name="T7" fmla="*/ 11 h 11"/>
                  <a:gd name="T8" fmla="*/ 2 w 2"/>
                  <a:gd name="T9" fmla="*/ 11 h 11"/>
                  <a:gd name="T10" fmla="*/ 0 w 2"/>
                  <a:gd name="T11" fmla="*/ 4 h 11"/>
                  <a:gd name="T12" fmla="*/ 2 w 2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11">
                    <a:moveTo>
                      <a:pt x="2" y="0"/>
                    </a:moveTo>
                    <a:lnTo>
                      <a:pt x="2" y="0"/>
                    </a:lnTo>
                    <a:lnTo>
                      <a:pt x="2" y="6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0" y="4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6" name="ís1iḑé"/>
              <p:cNvSpPr/>
              <p:nvPr/>
            </p:nvSpPr>
            <p:spPr bwMode="auto">
              <a:xfrm>
                <a:off x="1863106" y="3075761"/>
                <a:ext cx="6145" cy="30720"/>
              </a:xfrm>
              <a:custGeom>
                <a:avLst/>
                <a:gdLst>
                  <a:gd name="T0" fmla="*/ 0 w 3"/>
                  <a:gd name="T1" fmla="*/ 6 h 8"/>
                  <a:gd name="T2" fmla="*/ 0 w 3"/>
                  <a:gd name="T3" fmla="*/ 6 h 8"/>
                  <a:gd name="T4" fmla="*/ 0 w 3"/>
                  <a:gd name="T5" fmla="*/ 0 h 8"/>
                  <a:gd name="T6" fmla="*/ 0 w 3"/>
                  <a:gd name="T7" fmla="*/ 0 h 8"/>
                  <a:gd name="T8" fmla="*/ 2 w 3"/>
                  <a:gd name="T9" fmla="*/ 3 h 8"/>
                  <a:gd name="T10" fmla="*/ 3 w 3"/>
                  <a:gd name="T11" fmla="*/ 4 h 8"/>
                  <a:gd name="T12" fmla="*/ 3 w 3"/>
                  <a:gd name="T13" fmla="*/ 6 h 8"/>
                  <a:gd name="T14" fmla="*/ 2 w 3"/>
                  <a:gd name="T15" fmla="*/ 8 h 8"/>
                  <a:gd name="T16" fmla="*/ 2 w 3"/>
                  <a:gd name="T17" fmla="*/ 8 h 8"/>
                  <a:gd name="T18" fmla="*/ 2 w 3"/>
                  <a:gd name="T19" fmla="*/ 8 h 8"/>
                  <a:gd name="T20" fmla="*/ 2 w 3"/>
                  <a:gd name="T21" fmla="*/ 7 h 8"/>
                  <a:gd name="T22" fmla="*/ 2 w 3"/>
                  <a:gd name="T23" fmla="*/ 6 h 8"/>
                  <a:gd name="T24" fmla="*/ 0 w 3"/>
                  <a:gd name="T25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" h="8">
                    <a:moveTo>
                      <a:pt x="0" y="6"/>
                    </a:moveTo>
                    <a:lnTo>
                      <a:pt x="0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3"/>
                    </a:lnTo>
                    <a:lnTo>
                      <a:pt x="3" y="4"/>
                    </a:lnTo>
                    <a:lnTo>
                      <a:pt x="3" y="6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7"/>
                    </a:lnTo>
                    <a:lnTo>
                      <a:pt x="2" y="6"/>
                    </a:lnTo>
                    <a:lnTo>
                      <a:pt x="0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7" name="ïşḷîde"/>
              <p:cNvSpPr/>
              <p:nvPr/>
            </p:nvSpPr>
            <p:spPr bwMode="auto">
              <a:xfrm>
                <a:off x="1715661" y="3389079"/>
                <a:ext cx="6145" cy="24574"/>
              </a:xfrm>
              <a:custGeom>
                <a:avLst/>
                <a:gdLst>
                  <a:gd name="T0" fmla="*/ 0 w 2"/>
                  <a:gd name="T1" fmla="*/ 0 h 9"/>
                  <a:gd name="T2" fmla="*/ 0 w 2"/>
                  <a:gd name="T3" fmla="*/ 0 h 9"/>
                  <a:gd name="T4" fmla="*/ 2 w 2"/>
                  <a:gd name="T5" fmla="*/ 5 h 9"/>
                  <a:gd name="T6" fmla="*/ 2 w 2"/>
                  <a:gd name="T7" fmla="*/ 5 h 9"/>
                  <a:gd name="T8" fmla="*/ 0 w 2"/>
                  <a:gd name="T9" fmla="*/ 9 h 9"/>
                  <a:gd name="T10" fmla="*/ 0 w 2"/>
                  <a:gd name="T11" fmla="*/ 9 h 9"/>
                  <a:gd name="T12" fmla="*/ 0 w 2"/>
                  <a:gd name="T13" fmla="*/ 5 h 9"/>
                  <a:gd name="T14" fmla="*/ 0 w 2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0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8" name="îṣḷíḓê"/>
              <p:cNvSpPr/>
              <p:nvPr/>
            </p:nvSpPr>
            <p:spPr bwMode="auto">
              <a:xfrm>
                <a:off x="1654226" y="3591817"/>
                <a:ext cx="6145" cy="30720"/>
              </a:xfrm>
              <a:custGeom>
                <a:avLst/>
                <a:gdLst>
                  <a:gd name="T0" fmla="*/ 2 w 2"/>
                  <a:gd name="T1" fmla="*/ 1 h 10"/>
                  <a:gd name="T2" fmla="*/ 2 w 2"/>
                  <a:gd name="T3" fmla="*/ 1 h 10"/>
                  <a:gd name="T4" fmla="*/ 0 w 2"/>
                  <a:gd name="T5" fmla="*/ 3 h 10"/>
                  <a:gd name="T6" fmla="*/ 2 w 2"/>
                  <a:gd name="T7" fmla="*/ 4 h 10"/>
                  <a:gd name="T8" fmla="*/ 2 w 2"/>
                  <a:gd name="T9" fmla="*/ 10 h 10"/>
                  <a:gd name="T10" fmla="*/ 2 w 2"/>
                  <a:gd name="T11" fmla="*/ 10 h 10"/>
                  <a:gd name="T12" fmla="*/ 0 w 2"/>
                  <a:gd name="T13" fmla="*/ 8 h 10"/>
                  <a:gd name="T14" fmla="*/ 0 w 2"/>
                  <a:gd name="T15" fmla="*/ 3 h 10"/>
                  <a:gd name="T16" fmla="*/ 0 w 2"/>
                  <a:gd name="T17" fmla="*/ 0 h 10"/>
                  <a:gd name="T18" fmla="*/ 0 w 2"/>
                  <a:gd name="T19" fmla="*/ 0 h 10"/>
                  <a:gd name="T20" fmla="*/ 2 w 2"/>
                  <a:gd name="T21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" h="10">
                    <a:moveTo>
                      <a:pt x="2" y="1"/>
                    </a:moveTo>
                    <a:lnTo>
                      <a:pt x="2" y="1"/>
                    </a:lnTo>
                    <a:lnTo>
                      <a:pt x="0" y="3"/>
                    </a:lnTo>
                    <a:lnTo>
                      <a:pt x="2" y="4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0" y="8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69" name="iṡḷíḓê"/>
              <p:cNvSpPr/>
              <p:nvPr/>
            </p:nvSpPr>
            <p:spPr bwMode="auto">
              <a:xfrm>
                <a:off x="1863106" y="2940602"/>
                <a:ext cx="43007" cy="141303"/>
              </a:xfrm>
              <a:custGeom>
                <a:avLst/>
                <a:gdLst>
                  <a:gd name="T0" fmla="*/ 4 w 13"/>
                  <a:gd name="T1" fmla="*/ 29 h 47"/>
                  <a:gd name="T2" fmla="*/ 4 w 13"/>
                  <a:gd name="T3" fmla="*/ 29 h 47"/>
                  <a:gd name="T4" fmla="*/ 6 w 13"/>
                  <a:gd name="T5" fmla="*/ 24 h 47"/>
                  <a:gd name="T6" fmla="*/ 6 w 13"/>
                  <a:gd name="T7" fmla="*/ 19 h 47"/>
                  <a:gd name="T8" fmla="*/ 6 w 13"/>
                  <a:gd name="T9" fmla="*/ 19 h 47"/>
                  <a:gd name="T10" fmla="*/ 7 w 13"/>
                  <a:gd name="T11" fmla="*/ 14 h 47"/>
                  <a:gd name="T12" fmla="*/ 10 w 13"/>
                  <a:gd name="T13" fmla="*/ 12 h 47"/>
                  <a:gd name="T14" fmla="*/ 10 w 13"/>
                  <a:gd name="T15" fmla="*/ 12 h 47"/>
                  <a:gd name="T16" fmla="*/ 10 w 13"/>
                  <a:gd name="T17" fmla="*/ 9 h 47"/>
                  <a:gd name="T18" fmla="*/ 10 w 13"/>
                  <a:gd name="T19" fmla="*/ 6 h 47"/>
                  <a:gd name="T20" fmla="*/ 13 w 13"/>
                  <a:gd name="T21" fmla="*/ 0 h 47"/>
                  <a:gd name="T22" fmla="*/ 13 w 13"/>
                  <a:gd name="T23" fmla="*/ 0 h 47"/>
                  <a:gd name="T24" fmla="*/ 11 w 13"/>
                  <a:gd name="T25" fmla="*/ 6 h 47"/>
                  <a:gd name="T26" fmla="*/ 11 w 13"/>
                  <a:gd name="T27" fmla="*/ 9 h 47"/>
                  <a:gd name="T28" fmla="*/ 11 w 13"/>
                  <a:gd name="T29" fmla="*/ 13 h 47"/>
                  <a:gd name="T30" fmla="*/ 11 w 13"/>
                  <a:gd name="T31" fmla="*/ 19 h 47"/>
                  <a:gd name="T32" fmla="*/ 11 w 13"/>
                  <a:gd name="T33" fmla="*/ 19 h 47"/>
                  <a:gd name="T34" fmla="*/ 10 w 13"/>
                  <a:gd name="T35" fmla="*/ 20 h 47"/>
                  <a:gd name="T36" fmla="*/ 8 w 13"/>
                  <a:gd name="T37" fmla="*/ 22 h 47"/>
                  <a:gd name="T38" fmla="*/ 8 w 13"/>
                  <a:gd name="T39" fmla="*/ 23 h 47"/>
                  <a:gd name="T40" fmla="*/ 7 w 13"/>
                  <a:gd name="T41" fmla="*/ 24 h 47"/>
                  <a:gd name="T42" fmla="*/ 7 w 13"/>
                  <a:gd name="T43" fmla="*/ 24 h 47"/>
                  <a:gd name="T44" fmla="*/ 6 w 13"/>
                  <a:gd name="T45" fmla="*/ 34 h 47"/>
                  <a:gd name="T46" fmla="*/ 4 w 13"/>
                  <a:gd name="T47" fmla="*/ 39 h 47"/>
                  <a:gd name="T48" fmla="*/ 3 w 13"/>
                  <a:gd name="T49" fmla="*/ 42 h 47"/>
                  <a:gd name="T50" fmla="*/ 3 w 13"/>
                  <a:gd name="T51" fmla="*/ 42 h 47"/>
                  <a:gd name="T52" fmla="*/ 4 w 13"/>
                  <a:gd name="T53" fmla="*/ 39 h 47"/>
                  <a:gd name="T54" fmla="*/ 4 w 13"/>
                  <a:gd name="T55" fmla="*/ 37 h 47"/>
                  <a:gd name="T56" fmla="*/ 4 w 13"/>
                  <a:gd name="T57" fmla="*/ 37 h 47"/>
                  <a:gd name="T58" fmla="*/ 4 w 13"/>
                  <a:gd name="T59" fmla="*/ 37 h 47"/>
                  <a:gd name="T60" fmla="*/ 3 w 13"/>
                  <a:gd name="T61" fmla="*/ 42 h 47"/>
                  <a:gd name="T62" fmla="*/ 0 w 13"/>
                  <a:gd name="T63" fmla="*/ 47 h 47"/>
                  <a:gd name="T64" fmla="*/ 0 w 13"/>
                  <a:gd name="T65" fmla="*/ 47 h 47"/>
                  <a:gd name="T66" fmla="*/ 1 w 13"/>
                  <a:gd name="T67" fmla="*/ 43 h 47"/>
                  <a:gd name="T68" fmla="*/ 3 w 13"/>
                  <a:gd name="T69" fmla="*/ 39 h 47"/>
                  <a:gd name="T70" fmla="*/ 3 w 13"/>
                  <a:gd name="T71" fmla="*/ 39 h 47"/>
                  <a:gd name="T72" fmla="*/ 4 w 13"/>
                  <a:gd name="T73" fmla="*/ 33 h 47"/>
                  <a:gd name="T74" fmla="*/ 4 w 13"/>
                  <a:gd name="T75" fmla="*/ 30 h 47"/>
                  <a:gd name="T76" fmla="*/ 4 w 13"/>
                  <a:gd name="T77" fmla="*/ 29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3" h="47">
                    <a:moveTo>
                      <a:pt x="4" y="29"/>
                    </a:moveTo>
                    <a:lnTo>
                      <a:pt x="4" y="29"/>
                    </a:lnTo>
                    <a:lnTo>
                      <a:pt x="6" y="24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7" y="14"/>
                    </a:lnTo>
                    <a:lnTo>
                      <a:pt x="10" y="12"/>
                    </a:lnTo>
                    <a:lnTo>
                      <a:pt x="10" y="12"/>
                    </a:lnTo>
                    <a:lnTo>
                      <a:pt x="10" y="9"/>
                    </a:lnTo>
                    <a:lnTo>
                      <a:pt x="10" y="6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1" y="6"/>
                    </a:lnTo>
                    <a:lnTo>
                      <a:pt x="11" y="9"/>
                    </a:lnTo>
                    <a:lnTo>
                      <a:pt x="11" y="13"/>
                    </a:lnTo>
                    <a:lnTo>
                      <a:pt x="11" y="19"/>
                    </a:lnTo>
                    <a:lnTo>
                      <a:pt x="11" y="19"/>
                    </a:lnTo>
                    <a:lnTo>
                      <a:pt x="10" y="20"/>
                    </a:lnTo>
                    <a:lnTo>
                      <a:pt x="8" y="22"/>
                    </a:lnTo>
                    <a:lnTo>
                      <a:pt x="8" y="23"/>
                    </a:lnTo>
                    <a:lnTo>
                      <a:pt x="7" y="24"/>
                    </a:lnTo>
                    <a:lnTo>
                      <a:pt x="7" y="24"/>
                    </a:lnTo>
                    <a:lnTo>
                      <a:pt x="6" y="34"/>
                    </a:lnTo>
                    <a:lnTo>
                      <a:pt x="4" y="39"/>
                    </a:lnTo>
                    <a:lnTo>
                      <a:pt x="3" y="42"/>
                    </a:lnTo>
                    <a:lnTo>
                      <a:pt x="3" y="42"/>
                    </a:lnTo>
                    <a:lnTo>
                      <a:pt x="4" y="39"/>
                    </a:lnTo>
                    <a:lnTo>
                      <a:pt x="4" y="37"/>
                    </a:lnTo>
                    <a:lnTo>
                      <a:pt x="4" y="37"/>
                    </a:lnTo>
                    <a:lnTo>
                      <a:pt x="4" y="37"/>
                    </a:lnTo>
                    <a:lnTo>
                      <a:pt x="3" y="42"/>
                    </a:lnTo>
                    <a:lnTo>
                      <a:pt x="0" y="47"/>
                    </a:lnTo>
                    <a:lnTo>
                      <a:pt x="0" y="47"/>
                    </a:lnTo>
                    <a:lnTo>
                      <a:pt x="1" y="43"/>
                    </a:lnTo>
                    <a:lnTo>
                      <a:pt x="3" y="39"/>
                    </a:lnTo>
                    <a:lnTo>
                      <a:pt x="3" y="39"/>
                    </a:lnTo>
                    <a:lnTo>
                      <a:pt x="4" y="33"/>
                    </a:lnTo>
                    <a:lnTo>
                      <a:pt x="4" y="30"/>
                    </a:lnTo>
                    <a:lnTo>
                      <a:pt x="4" y="2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0" name="î$ḷiḋê"/>
              <p:cNvSpPr/>
              <p:nvPr/>
            </p:nvSpPr>
            <p:spPr bwMode="auto">
              <a:xfrm>
                <a:off x="2096560" y="2762438"/>
                <a:ext cx="6145" cy="24574"/>
              </a:xfrm>
              <a:custGeom>
                <a:avLst/>
                <a:gdLst>
                  <a:gd name="T0" fmla="*/ 3 w 3"/>
                  <a:gd name="T1" fmla="*/ 0 h 9"/>
                  <a:gd name="T2" fmla="*/ 3 w 3"/>
                  <a:gd name="T3" fmla="*/ 0 h 9"/>
                  <a:gd name="T4" fmla="*/ 3 w 3"/>
                  <a:gd name="T5" fmla="*/ 2 h 9"/>
                  <a:gd name="T6" fmla="*/ 3 w 3"/>
                  <a:gd name="T7" fmla="*/ 3 h 9"/>
                  <a:gd name="T8" fmla="*/ 0 w 3"/>
                  <a:gd name="T9" fmla="*/ 9 h 9"/>
                  <a:gd name="T10" fmla="*/ 0 w 3"/>
                  <a:gd name="T11" fmla="*/ 9 h 9"/>
                  <a:gd name="T12" fmla="*/ 0 w 3"/>
                  <a:gd name="T13" fmla="*/ 4 h 9"/>
                  <a:gd name="T14" fmla="*/ 3 w 3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3" y="0"/>
                    </a:lnTo>
                    <a:lnTo>
                      <a:pt x="3" y="2"/>
                    </a:lnTo>
                    <a:lnTo>
                      <a:pt x="3" y="3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0" y="4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1" name="íŝ1îḑè"/>
              <p:cNvSpPr/>
              <p:nvPr/>
            </p:nvSpPr>
            <p:spPr bwMode="auto">
              <a:xfrm>
                <a:off x="1850819" y="3075761"/>
                <a:ext cx="0" cy="24574"/>
              </a:xfrm>
              <a:custGeom>
                <a:avLst/>
                <a:gdLst>
                  <a:gd name="T0" fmla="*/ 0 w 2"/>
                  <a:gd name="T1" fmla="*/ 4 h 7"/>
                  <a:gd name="T2" fmla="*/ 0 w 2"/>
                  <a:gd name="T3" fmla="*/ 4 h 7"/>
                  <a:gd name="T4" fmla="*/ 2 w 2"/>
                  <a:gd name="T5" fmla="*/ 0 h 7"/>
                  <a:gd name="T6" fmla="*/ 2 w 2"/>
                  <a:gd name="T7" fmla="*/ 0 h 7"/>
                  <a:gd name="T8" fmla="*/ 2 w 2"/>
                  <a:gd name="T9" fmla="*/ 4 h 7"/>
                  <a:gd name="T10" fmla="*/ 2 w 2"/>
                  <a:gd name="T11" fmla="*/ 7 h 7"/>
                  <a:gd name="T12" fmla="*/ 2 w 2"/>
                  <a:gd name="T13" fmla="*/ 7 h 7"/>
                  <a:gd name="T14" fmla="*/ 0 w 2"/>
                  <a:gd name="T15" fmla="*/ 6 h 7"/>
                  <a:gd name="T16" fmla="*/ 0 w 2"/>
                  <a:gd name="T17" fmla="*/ 6 h 7"/>
                  <a:gd name="T18" fmla="*/ 0 w 2"/>
                  <a:gd name="T19" fmla="*/ 6 h 7"/>
                  <a:gd name="T20" fmla="*/ 0 w 2"/>
                  <a:gd name="T21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" h="7">
                    <a:moveTo>
                      <a:pt x="0" y="4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4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2" name="íṡḷïḓè"/>
              <p:cNvSpPr/>
              <p:nvPr/>
            </p:nvSpPr>
            <p:spPr bwMode="auto">
              <a:xfrm>
                <a:off x="1654226" y="3475087"/>
                <a:ext cx="12287" cy="49148"/>
              </a:xfrm>
              <a:custGeom>
                <a:avLst/>
                <a:gdLst>
                  <a:gd name="T0" fmla="*/ 3 w 5"/>
                  <a:gd name="T1" fmla="*/ 0 h 16"/>
                  <a:gd name="T2" fmla="*/ 3 w 5"/>
                  <a:gd name="T3" fmla="*/ 0 h 16"/>
                  <a:gd name="T4" fmla="*/ 5 w 5"/>
                  <a:gd name="T5" fmla="*/ 3 h 16"/>
                  <a:gd name="T6" fmla="*/ 3 w 5"/>
                  <a:gd name="T7" fmla="*/ 5 h 16"/>
                  <a:gd name="T8" fmla="*/ 3 w 5"/>
                  <a:gd name="T9" fmla="*/ 5 h 16"/>
                  <a:gd name="T10" fmla="*/ 3 w 5"/>
                  <a:gd name="T11" fmla="*/ 7 h 16"/>
                  <a:gd name="T12" fmla="*/ 5 w 5"/>
                  <a:gd name="T13" fmla="*/ 10 h 16"/>
                  <a:gd name="T14" fmla="*/ 5 w 5"/>
                  <a:gd name="T15" fmla="*/ 10 h 16"/>
                  <a:gd name="T16" fmla="*/ 3 w 5"/>
                  <a:gd name="T17" fmla="*/ 12 h 16"/>
                  <a:gd name="T18" fmla="*/ 3 w 5"/>
                  <a:gd name="T19" fmla="*/ 12 h 16"/>
                  <a:gd name="T20" fmla="*/ 2 w 5"/>
                  <a:gd name="T21" fmla="*/ 13 h 16"/>
                  <a:gd name="T22" fmla="*/ 2 w 5"/>
                  <a:gd name="T23" fmla="*/ 16 h 16"/>
                  <a:gd name="T24" fmla="*/ 2 w 5"/>
                  <a:gd name="T25" fmla="*/ 16 h 16"/>
                  <a:gd name="T26" fmla="*/ 0 w 5"/>
                  <a:gd name="T27" fmla="*/ 10 h 16"/>
                  <a:gd name="T28" fmla="*/ 2 w 5"/>
                  <a:gd name="T29" fmla="*/ 7 h 16"/>
                  <a:gd name="T30" fmla="*/ 3 w 5"/>
                  <a:gd name="T31" fmla="*/ 5 h 16"/>
                  <a:gd name="T32" fmla="*/ 3 w 5"/>
                  <a:gd name="T3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" h="16">
                    <a:moveTo>
                      <a:pt x="3" y="0"/>
                    </a:moveTo>
                    <a:lnTo>
                      <a:pt x="3" y="0"/>
                    </a:lnTo>
                    <a:lnTo>
                      <a:pt x="5" y="3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3" y="7"/>
                    </a:lnTo>
                    <a:lnTo>
                      <a:pt x="5" y="10"/>
                    </a:lnTo>
                    <a:lnTo>
                      <a:pt x="5" y="10"/>
                    </a:lnTo>
                    <a:lnTo>
                      <a:pt x="3" y="12"/>
                    </a:lnTo>
                    <a:lnTo>
                      <a:pt x="3" y="12"/>
                    </a:lnTo>
                    <a:lnTo>
                      <a:pt x="2" y="13"/>
                    </a:lnTo>
                    <a:lnTo>
                      <a:pt x="2" y="16"/>
                    </a:lnTo>
                    <a:lnTo>
                      <a:pt x="2" y="16"/>
                    </a:lnTo>
                    <a:lnTo>
                      <a:pt x="0" y="10"/>
                    </a:lnTo>
                    <a:lnTo>
                      <a:pt x="2" y="7"/>
                    </a:lnTo>
                    <a:lnTo>
                      <a:pt x="3" y="5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3" name="í$ľïḍé"/>
              <p:cNvSpPr/>
              <p:nvPr/>
            </p:nvSpPr>
            <p:spPr bwMode="auto">
              <a:xfrm>
                <a:off x="1727948" y="3278494"/>
                <a:ext cx="6145" cy="30720"/>
              </a:xfrm>
              <a:custGeom>
                <a:avLst/>
                <a:gdLst>
                  <a:gd name="T0" fmla="*/ 1 w 1"/>
                  <a:gd name="T1" fmla="*/ 0 h 12"/>
                  <a:gd name="T2" fmla="*/ 1 w 1"/>
                  <a:gd name="T3" fmla="*/ 0 h 12"/>
                  <a:gd name="T4" fmla="*/ 1 w 1"/>
                  <a:gd name="T5" fmla="*/ 6 h 12"/>
                  <a:gd name="T6" fmla="*/ 1 w 1"/>
                  <a:gd name="T7" fmla="*/ 12 h 12"/>
                  <a:gd name="T8" fmla="*/ 1 w 1"/>
                  <a:gd name="T9" fmla="*/ 12 h 12"/>
                  <a:gd name="T10" fmla="*/ 0 w 1"/>
                  <a:gd name="T11" fmla="*/ 6 h 12"/>
                  <a:gd name="T12" fmla="*/ 0 w 1"/>
                  <a:gd name="T13" fmla="*/ 3 h 12"/>
                  <a:gd name="T14" fmla="*/ 1 w 1"/>
                  <a:gd name="T1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" h="12">
                    <a:moveTo>
                      <a:pt x="1" y="0"/>
                    </a:moveTo>
                    <a:lnTo>
                      <a:pt x="1" y="0"/>
                    </a:lnTo>
                    <a:lnTo>
                      <a:pt x="1" y="6"/>
                    </a:lnTo>
                    <a:lnTo>
                      <a:pt x="1" y="12"/>
                    </a:lnTo>
                    <a:lnTo>
                      <a:pt x="1" y="12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4" name="iśḷíďé"/>
              <p:cNvSpPr/>
              <p:nvPr/>
            </p:nvSpPr>
            <p:spPr bwMode="auto">
              <a:xfrm>
                <a:off x="1678801" y="3370650"/>
                <a:ext cx="6145" cy="43007"/>
              </a:xfrm>
              <a:custGeom>
                <a:avLst/>
                <a:gdLst>
                  <a:gd name="T0" fmla="*/ 2 w 2"/>
                  <a:gd name="T1" fmla="*/ 13 h 14"/>
                  <a:gd name="T2" fmla="*/ 2 w 2"/>
                  <a:gd name="T3" fmla="*/ 13 h 14"/>
                  <a:gd name="T4" fmla="*/ 1 w 2"/>
                  <a:gd name="T5" fmla="*/ 14 h 14"/>
                  <a:gd name="T6" fmla="*/ 1 w 2"/>
                  <a:gd name="T7" fmla="*/ 13 h 14"/>
                  <a:gd name="T8" fmla="*/ 0 w 2"/>
                  <a:gd name="T9" fmla="*/ 10 h 14"/>
                  <a:gd name="T10" fmla="*/ 0 w 2"/>
                  <a:gd name="T11" fmla="*/ 10 h 14"/>
                  <a:gd name="T12" fmla="*/ 0 w 2"/>
                  <a:gd name="T13" fmla="*/ 4 h 14"/>
                  <a:gd name="T14" fmla="*/ 0 w 2"/>
                  <a:gd name="T15" fmla="*/ 0 h 14"/>
                  <a:gd name="T16" fmla="*/ 0 w 2"/>
                  <a:gd name="T17" fmla="*/ 0 h 14"/>
                  <a:gd name="T18" fmla="*/ 1 w 2"/>
                  <a:gd name="T19" fmla="*/ 2 h 14"/>
                  <a:gd name="T20" fmla="*/ 2 w 2"/>
                  <a:gd name="T21" fmla="*/ 6 h 14"/>
                  <a:gd name="T22" fmla="*/ 2 w 2"/>
                  <a:gd name="T23" fmla="*/ 6 h 14"/>
                  <a:gd name="T24" fmla="*/ 1 w 2"/>
                  <a:gd name="T25" fmla="*/ 7 h 14"/>
                  <a:gd name="T26" fmla="*/ 1 w 2"/>
                  <a:gd name="T27" fmla="*/ 9 h 14"/>
                  <a:gd name="T28" fmla="*/ 2 w 2"/>
                  <a:gd name="T29" fmla="*/ 1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" h="14">
                    <a:moveTo>
                      <a:pt x="2" y="13"/>
                    </a:moveTo>
                    <a:lnTo>
                      <a:pt x="2" y="13"/>
                    </a:lnTo>
                    <a:lnTo>
                      <a:pt x="1" y="14"/>
                    </a:lnTo>
                    <a:lnTo>
                      <a:pt x="1" y="13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2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1" y="7"/>
                    </a:lnTo>
                    <a:lnTo>
                      <a:pt x="1" y="9"/>
                    </a:lnTo>
                    <a:lnTo>
                      <a:pt x="2" y="1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5" name="iSliḍè"/>
              <p:cNvSpPr/>
              <p:nvPr/>
            </p:nvSpPr>
            <p:spPr bwMode="auto">
              <a:xfrm>
                <a:off x="1906112" y="2811586"/>
                <a:ext cx="49148" cy="141303"/>
              </a:xfrm>
              <a:custGeom>
                <a:avLst/>
                <a:gdLst>
                  <a:gd name="T0" fmla="*/ 15 w 17"/>
                  <a:gd name="T1" fmla="*/ 10 h 47"/>
                  <a:gd name="T2" fmla="*/ 15 w 17"/>
                  <a:gd name="T3" fmla="*/ 10 h 47"/>
                  <a:gd name="T4" fmla="*/ 14 w 17"/>
                  <a:gd name="T5" fmla="*/ 11 h 47"/>
                  <a:gd name="T6" fmla="*/ 14 w 17"/>
                  <a:gd name="T7" fmla="*/ 13 h 47"/>
                  <a:gd name="T8" fmla="*/ 14 w 17"/>
                  <a:gd name="T9" fmla="*/ 17 h 47"/>
                  <a:gd name="T10" fmla="*/ 14 w 17"/>
                  <a:gd name="T11" fmla="*/ 17 h 47"/>
                  <a:gd name="T12" fmla="*/ 13 w 17"/>
                  <a:gd name="T13" fmla="*/ 20 h 47"/>
                  <a:gd name="T14" fmla="*/ 11 w 17"/>
                  <a:gd name="T15" fmla="*/ 20 h 47"/>
                  <a:gd name="T16" fmla="*/ 11 w 17"/>
                  <a:gd name="T17" fmla="*/ 20 h 47"/>
                  <a:gd name="T18" fmla="*/ 10 w 17"/>
                  <a:gd name="T19" fmla="*/ 26 h 47"/>
                  <a:gd name="T20" fmla="*/ 8 w 17"/>
                  <a:gd name="T21" fmla="*/ 30 h 47"/>
                  <a:gd name="T22" fmla="*/ 8 w 17"/>
                  <a:gd name="T23" fmla="*/ 30 h 47"/>
                  <a:gd name="T24" fmla="*/ 5 w 17"/>
                  <a:gd name="T25" fmla="*/ 36 h 47"/>
                  <a:gd name="T26" fmla="*/ 5 w 17"/>
                  <a:gd name="T27" fmla="*/ 36 h 47"/>
                  <a:gd name="T28" fmla="*/ 5 w 17"/>
                  <a:gd name="T29" fmla="*/ 41 h 47"/>
                  <a:gd name="T30" fmla="*/ 5 w 17"/>
                  <a:gd name="T31" fmla="*/ 41 h 47"/>
                  <a:gd name="T32" fmla="*/ 4 w 17"/>
                  <a:gd name="T33" fmla="*/ 43 h 47"/>
                  <a:gd name="T34" fmla="*/ 3 w 17"/>
                  <a:gd name="T35" fmla="*/ 43 h 47"/>
                  <a:gd name="T36" fmla="*/ 3 w 17"/>
                  <a:gd name="T37" fmla="*/ 45 h 47"/>
                  <a:gd name="T38" fmla="*/ 3 w 17"/>
                  <a:gd name="T39" fmla="*/ 45 h 47"/>
                  <a:gd name="T40" fmla="*/ 1 w 17"/>
                  <a:gd name="T41" fmla="*/ 47 h 47"/>
                  <a:gd name="T42" fmla="*/ 0 w 17"/>
                  <a:gd name="T43" fmla="*/ 47 h 47"/>
                  <a:gd name="T44" fmla="*/ 0 w 17"/>
                  <a:gd name="T45" fmla="*/ 45 h 47"/>
                  <a:gd name="T46" fmla="*/ 1 w 17"/>
                  <a:gd name="T47" fmla="*/ 43 h 47"/>
                  <a:gd name="T48" fmla="*/ 1 w 17"/>
                  <a:gd name="T49" fmla="*/ 43 h 47"/>
                  <a:gd name="T50" fmla="*/ 1 w 17"/>
                  <a:gd name="T51" fmla="*/ 44 h 47"/>
                  <a:gd name="T52" fmla="*/ 1 w 17"/>
                  <a:gd name="T53" fmla="*/ 43 h 47"/>
                  <a:gd name="T54" fmla="*/ 1 w 17"/>
                  <a:gd name="T55" fmla="*/ 43 h 47"/>
                  <a:gd name="T56" fmla="*/ 1 w 17"/>
                  <a:gd name="T57" fmla="*/ 40 h 47"/>
                  <a:gd name="T58" fmla="*/ 1 w 17"/>
                  <a:gd name="T59" fmla="*/ 34 h 47"/>
                  <a:gd name="T60" fmla="*/ 1 w 17"/>
                  <a:gd name="T61" fmla="*/ 34 h 47"/>
                  <a:gd name="T62" fmla="*/ 5 w 17"/>
                  <a:gd name="T63" fmla="*/ 23 h 47"/>
                  <a:gd name="T64" fmla="*/ 5 w 17"/>
                  <a:gd name="T65" fmla="*/ 23 h 47"/>
                  <a:gd name="T66" fmla="*/ 8 w 17"/>
                  <a:gd name="T67" fmla="*/ 18 h 47"/>
                  <a:gd name="T68" fmla="*/ 8 w 17"/>
                  <a:gd name="T69" fmla="*/ 18 h 47"/>
                  <a:gd name="T70" fmla="*/ 10 w 17"/>
                  <a:gd name="T71" fmla="*/ 11 h 47"/>
                  <a:gd name="T72" fmla="*/ 11 w 17"/>
                  <a:gd name="T73" fmla="*/ 8 h 47"/>
                  <a:gd name="T74" fmla="*/ 13 w 17"/>
                  <a:gd name="T75" fmla="*/ 6 h 47"/>
                  <a:gd name="T76" fmla="*/ 13 w 17"/>
                  <a:gd name="T77" fmla="*/ 6 h 47"/>
                  <a:gd name="T78" fmla="*/ 13 w 17"/>
                  <a:gd name="T79" fmla="*/ 10 h 47"/>
                  <a:gd name="T80" fmla="*/ 11 w 17"/>
                  <a:gd name="T81" fmla="*/ 14 h 47"/>
                  <a:gd name="T82" fmla="*/ 8 w 17"/>
                  <a:gd name="T83" fmla="*/ 23 h 47"/>
                  <a:gd name="T84" fmla="*/ 8 w 17"/>
                  <a:gd name="T85" fmla="*/ 23 h 47"/>
                  <a:gd name="T86" fmla="*/ 8 w 17"/>
                  <a:gd name="T87" fmla="*/ 23 h 47"/>
                  <a:gd name="T88" fmla="*/ 8 w 17"/>
                  <a:gd name="T89" fmla="*/ 26 h 47"/>
                  <a:gd name="T90" fmla="*/ 8 w 17"/>
                  <a:gd name="T91" fmla="*/ 26 h 47"/>
                  <a:gd name="T92" fmla="*/ 11 w 17"/>
                  <a:gd name="T93" fmla="*/ 20 h 47"/>
                  <a:gd name="T94" fmla="*/ 13 w 17"/>
                  <a:gd name="T95" fmla="*/ 16 h 47"/>
                  <a:gd name="T96" fmla="*/ 13 w 17"/>
                  <a:gd name="T97" fmla="*/ 16 h 47"/>
                  <a:gd name="T98" fmla="*/ 14 w 17"/>
                  <a:gd name="T99" fmla="*/ 7 h 47"/>
                  <a:gd name="T100" fmla="*/ 15 w 17"/>
                  <a:gd name="T101" fmla="*/ 4 h 47"/>
                  <a:gd name="T102" fmla="*/ 17 w 17"/>
                  <a:gd name="T103" fmla="*/ 0 h 47"/>
                  <a:gd name="T104" fmla="*/ 17 w 17"/>
                  <a:gd name="T105" fmla="*/ 0 h 47"/>
                  <a:gd name="T106" fmla="*/ 15 w 17"/>
                  <a:gd name="T107" fmla="*/ 7 h 47"/>
                  <a:gd name="T108" fmla="*/ 15 w 17"/>
                  <a:gd name="T109" fmla="*/ 10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" h="47">
                    <a:moveTo>
                      <a:pt x="15" y="10"/>
                    </a:moveTo>
                    <a:lnTo>
                      <a:pt x="15" y="10"/>
                    </a:lnTo>
                    <a:lnTo>
                      <a:pt x="14" y="11"/>
                    </a:lnTo>
                    <a:lnTo>
                      <a:pt x="14" y="13"/>
                    </a:lnTo>
                    <a:lnTo>
                      <a:pt x="14" y="17"/>
                    </a:lnTo>
                    <a:lnTo>
                      <a:pt x="14" y="17"/>
                    </a:lnTo>
                    <a:lnTo>
                      <a:pt x="13" y="20"/>
                    </a:lnTo>
                    <a:lnTo>
                      <a:pt x="11" y="20"/>
                    </a:lnTo>
                    <a:lnTo>
                      <a:pt x="11" y="20"/>
                    </a:lnTo>
                    <a:lnTo>
                      <a:pt x="10" y="26"/>
                    </a:lnTo>
                    <a:lnTo>
                      <a:pt x="8" y="30"/>
                    </a:lnTo>
                    <a:lnTo>
                      <a:pt x="8" y="30"/>
                    </a:lnTo>
                    <a:lnTo>
                      <a:pt x="5" y="36"/>
                    </a:lnTo>
                    <a:lnTo>
                      <a:pt x="5" y="36"/>
                    </a:lnTo>
                    <a:lnTo>
                      <a:pt x="5" y="41"/>
                    </a:lnTo>
                    <a:lnTo>
                      <a:pt x="5" y="41"/>
                    </a:lnTo>
                    <a:lnTo>
                      <a:pt x="4" y="43"/>
                    </a:lnTo>
                    <a:lnTo>
                      <a:pt x="3" y="43"/>
                    </a:lnTo>
                    <a:lnTo>
                      <a:pt x="3" y="45"/>
                    </a:lnTo>
                    <a:lnTo>
                      <a:pt x="3" y="45"/>
                    </a:lnTo>
                    <a:lnTo>
                      <a:pt x="1" y="47"/>
                    </a:lnTo>
                    <a:lnTo>
                      <a:pt x="0" y="47"/>
                    </a:lnTo>
                    <a:lnTo>
                      <a:pt x="0" y="45"/>
                    </a:lnTo>
                    <a:lnTo>
                      <a:pt x="1" y="43"/>
                    </a:lnTo>
                    <a:lnTo>
                      <a:pt x="1" y="43"/>
                    </a:lnTo>
                    <a:lnTo>
                      <a:pt x="1" y="44"/>
                    </a:lnTo>
                    <a:lnTo>
                      <a:pt x="1" y="43"/>
                    </a:lnTo>
                    <a:lnTo>
                      <a:pt x="1" y="43"/>
                    </a:lnTo>
                    <a:lnTo>
                      <a:pt x="1" y="40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5" y="23"/>
                    </a:lnTo>
                    <a:lnTo>
                      <a:pt x="5" y="23"/>
                    </a:lnTo>
                    <a:lnTo>
                      <a:pt x="8" y="18"/>
                    </a:lnTo>
                    <a:lnTo>
                      <a:pt x="8" y="18"/>
                    </a:lnTo>
                    <a:lnTo>
                      <a:pt x="10" y="11"/>
                    </a:lnTo>
                    <a:lnTo>
                      <a:pt x="11" y="8"/>
                    </a:lnTo>
                    <a:lnTo>
                      <a:pt x="13" y="6"/>
                    </a:lnTo>
                    <a:lnTo>
                      <a:pt x="13" y="6"/>
                    </a:lnTo>
                    <a:lnTo>
                      <a:pt x="13" y="10"/>
                    </a:lnTo>
                    <a:lnTo>
                      <a:pt x="11" y="14"/>
                    </a:lnTo>
                    <a:lnTo>
                      <a:pt x="8" y="23"/>
                    </a:lnTo>
                    <a:lnTo>
                      <a:pt x="8" y="23"/>
                    </a:lnTo>
                    <a:lnTo>
                      <a:pt x="8" y="23"/>
                    </a:lnTo>
                    <a:lnTo>
                      <a:pt x="8" y="26"/>
                    </a:lnTo>
                    <a:lnTo>
                      <a:pt x="8" y="26"/>
                    </a:lnTo>
                    <a:lnTo>
                      <a:pt x="11" y="20"/>
                    </a:lnTo>
                    <a:lnTo>
                      <a:pt x="13" y="16"/>
                    </a:lnTo>
                    <a:lnTo>
                      <a:pt x="13" y="16"/>
                    </a:lnTo>
                    <a:lnTo>
                      <a:pt x="14" y="7"/>
                    </a:lnTo>
                    <a:lnTo>
                      <a:pt x="15" y="4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5" y="7"/>
                    </a:lnTo>
                    <a:lnTo>
                      <a:pt x="15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6" name="ïṧḷïdè"/>
              <p:cNvSpPr/>
              <p:nvPr/>
            </p:nvSpPr>
            <p:spPr bwMode="auto">
              <a:xfrm>
                <a:off x="1727948" y="3229347"/>
                <a:ext cx="12287" cy="30720"/>
              </a:xfrm>
              <a:custGeom>
                <a:avLst/>
                <a:gdLst>
                  <a:gd name="T0" fmla="*/ 3 w 5"/>
                  <a:gd name="T1" fmla="*/ 7 h 10"/>
                  <a:gd name="T2" fmla="*/ 3 w 5"/>
                  <a:gd name="T3" fmla="*/ 7 h 10"/>
                  <a:gd name="T4" fmla="*/ 2 w 5"/>
                  <a:gd name="T5" fmla="*/ 6 h 10"/>
                  <a:gd name="T6" fmla="*/ 2 w 5"/>
                  <a:gd name="T7" fmla="*/ 7 h 10"/>
                  <a:gd name="T8" fmla="*/ 2 w 5"/>
                  <a:gd name="T9" fmla="*/ 7 h 10"/>
                  <a:gd name="T10" fmla="*/ 0 w 5"/>
                  <a:gd name="T11" fmla="*/ 6 h 10"/>
                  <a:gd name="T12" fmla="*/ 0 w 5"/>
                  <a:gd name="T13" fmla="*/ 6 h 10"/>
                  <a:gd name="T14" fmla="*/ 2 w 5"/>
                  <a:gd name="T15" fmla="*/ 4 h 10"/>
                  <a:gd name="T16" fmla="*/ 2 w 5"/>
                  <a:gd name="T17" fmla="*/ 3 h 10"/>
                  <a:gd name="T18" fmla="*/ 2 w 5"/>
                  <a:gd name="T19" fmla="*/ 1 h 10"/>
                  <a:gd name="T20" fmla="*/ 2 w 5"/>
                  <a:gd name="T21" fmla="*/ 0 h 10"/>
                  <a:gd name="T22" fmla="*/ 2 w 5"/>
                  <a:gd name="T23" fmla="*/ 0 h 10"/>
                  <a:gd name="T24" fmla="*/ 3 w 5"/>
                  <a:gd name="T25" fmla="*/ 3 h 10"/>
                  <a:gd name="T26" fmla="*/ 5 w 5"/>
                  <a:gd name="T27" fmla="*/ 7 h 10"/>
                  <a:gd name="T28" fmla="*/ 5 w 5"/>
                  <a:gd name="T29" fmla="*/ 7 h 10"/>
                  <a:gd name="T30" fmla="*/ 3 w 5"/>
                  <a:gd name="T31" fmla="*/ 10 h 10"/>
                  <a:gd name="T32" fmla="*/ 3 w 5"/>
                  <a:gd name="T33" fmla="*/ 10 h 10"/>
                  <a:gd name="T34" fmla="*/ 3 w 5"/>
                  <a:gd name="T35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" h="10">
                    <a:moveTo>
                      <a:pt x="3" y="7"/>
                    </a:moveTo>
                    <a:lnTo>
                      <a:pt x="3" y="7"/>
                    </a:lnTo>
                    <a:lnTo>
                      <a:pt x="2" y="6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3" y="3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7" name="is1íďè"/>
              <p:cNvSpPr/>
              <p:nvPr/>
            </p:nvSpPr>
            <p:spPr bwMode="auto">
              <a:xfrm>
                <a:off x="2323871" y="2535130"/>
                <a:ext cx="12287" cy="18433"/>
              </a:xfrm>
              <a:custGeom>
                <a:avLst/>
                <a:gdLst>
                  <a:gd name="T0" fmla="*/ 3 w 5"/>
                  <a:gd name="T1" fmla="*/ 0 h 6"/>
                  <a:gd name="T2" fmla="*/ 3 w 5"/>
                  <a:gd name="T3" fmla="*/ 0 h 6"/>
                  <a:gd name="T4" fmla="*/ 5 w 5"/>
                  <a:gd name="T5" fmla="*/ 0 h 6"/>
                  <a:gd name="T6" fmla="*/ 3 w 5"/>
                  <a:gd name="T7" fmla="*/ 1 h 6"/>
                  <a:gd name="T8" fmla="*/ 2 w 5"/>
                  <a:gd name="T9" fmla="*/ 4 h 6"/>
                  <a:gd name="T10" fmla="*/ 0 w 5"/>
                  <a:gd name="T11" fmla="*/ 6 h 6"/>
                  <a:gd name="T12" fmla="*/ 0 w 5"/>
                  <a:gd name="T13" fmla="*/ 6 h 6"/>
                  <a:gd name="T14" fmla="*/ 2 w 5"/>
                  <a:gd name="T15" fmla="*/ 1 h 6"/>
                  <a:gd name="T16" fmla="*/ 2 w 5"/>
                  <a:gd name="T17" fmla="*/ 0 h 6"/>
                  <a:gd name="T18" fmla="*/ 3 w 5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6">
                    <a:moveTo>
                      <a:pt x="3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8" name="iṡḷíďé"/>
              <p:cNvSpPr/>
              <p:nvPr/>
            </p:nvSpPr>
            <p:spPr bwMode="auto">
              <a:xfrm>
                <a:off x="2188713" y="2602708"/>
                <a:ext cx="12287" cy="24574"/>
              </a:xfrm>
              <a:custGeom>
                <a:avLst/>
                <a:gdLst>
                  <a:gd name="T0" fmla="*/ 6 w 6"/>
                  <a:gd name="T1" fmla="*/ 0 h 9"/>
                  <a:gd name="T2" fmla="*/ 6 w 6"/>
                  <a:gd name="T3" fmla="*/ 0 h 9"/>
                  <a:gd name="T4" fmla="*/ 4 w 6"/>
                  <a:gd name="T5" fmla="*/ 5 h 9"/>
                  <a:gd name="T6" fmla="*/ 4 w 6"/>
                  <a:gd name="T7" fmla="*/ 5 h 9"/>
                  <a:gd name="T8" fmla="*/ 1 w 6"/>
                  <a:gd name="T9" fmla="*/ 7 h 9"/>
                  <a:gd name="T10" fmla="*/ 1 w 6"/>
                  <a:gd name="T11" fmla="*/ 7 h 9"/>
                  <a:gd name="T12" fmla="*/ 0 w 6"/>
                  <a:gd name="T13" fmla="*/ 9 h 9"/>
                  <a:gd name="T14" fmla="*/ 0 w 6"/>
                  <a:gd name="T15" fmla="*/ 9 h 9"/>
                  <a:gd name="T16" fmla="*/ 0 w 6"/>
                  <a:gd name="T17" fmla="*/ 9 h 9"/>
                  <a:gd name="T18" fmla="*/ 3 w 6"/>
                  <a:gd name="T19" fmla="*/ 5 h 9"/>
                  <a:gd name="T20" fmla="*/ 6 w 6"/>
                  <a:gd name="T2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9">
                    <a:moveTo>
                      <a:pt x="6" y="0"/>
                    </a:moveTo>
                    <a:lnTo>
                      <a:pt x="6" y="0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3" y="5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79" name="íŝḻidê"/>
              <p:cNvSpPr/>
              <p:nvPr/>
            </p:nvSpPr>
            <p:spPr bwMode="auto">
              <a:xfrm>
                <a:off x="1691087" y="3278494"/>
                <a:ext cx="6145" cy="24574"/>
              </a:xfrm>
              <a:custGeom>
                <a:avLst/>
                <a:gdLst>
                  <a:gd name="T0" fmla="*/ 1 w 1"/>
                  <a:gd name="T1" fmla="*/ 0 h 7"/>
                  <a:gd name="T2" fmla="*/ 1 w 1"/>
                  <a:gd name="T3" fmla="*/ 0 h 7"/>
                  <a:gd name="T4" fmla="*/ 1 w 1"/>
                  <a:gd name="T5" fmla="*/ 5 h 7"/>
                  <a:gd name="T6" fmla="*/ 1 w 1"/>
                  <a:gd name="T7" fmla="*/ 5 h 7"/>
                  <a:gd name="T8" fmla="*/ 0 w 1"/>
                  <a:gd name="T9" fmla="*/ 7 h 7"/>
                  <a:gd name="T10" fmla="*/ 0 w 1"/>
                  <a:gd name="T11" fmla="*/ 7 h 7"/>
                  <a:gd name="T12" fmla="*/ 0 w 1"/>
                  <a:gd name="T13" fmla="*/ 7 h 7"/>
                  <a:gd name="T14" fmla="*/ 0 w 1"/>
                  <a:gd name="T15" fmla="*/ 7 h 7"/>
                  <a:gd name="T16" fmla="*/ 0 w 1"/>
                  <a:gd name="T17" fmla="*/ 4 h 7"/>
                  <a:gd name="T18" fmla="*/ 1 w 1"/>
                  <a:gd name="T1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" h="7">
                    <a:moveTo>
                      <a:pt x="1" y="0"/>
                    </a:moveTo>
                    <a:lnTo>
                      <a:pt x="1" y="0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0" name="işḷîḍé"/>
              <p:cNvSpPr/>
              <p:nvPr/>
            </p:nvSpPr>
            <p:spPr bwMode="auto">
              <a:xfrm>
                <a:off x="1727948" y="3155624"/>
                <a:ext cx="12287" cy="43007"/>
              </a:xfrm>
              <a:custGeom>
                <a:avLst/>
                <a:gdLst>
                  <a:gd name="T0" fmla="*/ 1 w 3"/>
                  <a:gd name="T1" fmla="*/ 2 h 16"/>
                  <a:gd name="T2" fmla="*/ 1 w 3"/>
                  <a:gd name="T3" fmla="*/ 2 h 16"/>
                  <a:gd name="T4" fmla="*/ 1 w 3"/>
                  <a:gd name="T5" fmla="*/ 3 h 16"/>
                  <a:gd name="T6" fmla="*/ 3 w 3"/>
                  <a:gd name="T7" fmla="*/ 0 h 16"/>
                  <a:gd name="T8" fmla="*/ 3 w 3"/>
                  <a:gd name="T9" fmla="*/ 0 h 16"/>
                  <a:gd name="T10" fmla="*/ 3 w 3"/>
                  <a:gd name="T11" fmla="*/ 7 h 16"/>
                  <a:gd name="T12" fmla="*/ 3 w 3"/>
                  <a:gd name="T13" fmla="*/ 7 h 16"/>
                  <a:gd name="T14" fmla="*/ 0 w 3"/>
                  <a:gd name="T15" fmla="*/ 16 h 16"/>
                  <a:gd name="T16" fmla="*/ 0 w 3"/>
                  <a:gd name="T17" fmla="*/ 16 h 16"/>
                  <a:gd name="T18" fmla="*/ 1 w 3"/>
                  <a:gd name="T19" fmla="*/ 2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" h="16">
                    <a:moveTo>
                      <a:pt x="1" y="2"/>
                    </a:moveTo>
                    <a:lnTo>
                      <a:pt x="1" y="2"/>
                    </a:lnTo>
                    <a:lnTo>
                      <a:pt x="1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1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1" name="i$1íďê"/>
              <p:cNvSpPr/>
              <p:nvPr/>
            </p:nvSpPr>
            <p:spPr bwMode="auto">
              <a:xfrm>
                <a:off x="1684945" y="3229347"/>
                <a:ext cx="12287" cy="49148"/>
              </a:xfrm>
              <a:custGeom>
                <a:avLst/>
                <a:gdLst>
                  <a:gd name="T0" fmla="*/ 3 w 6"/>
                  <a:gd name="T1" fmla="*/ 14 h 16"/>
                  <a:gd name="T2" fmla="*/ 3 w 6"/>
                  <a:gd name="T3" fmla="*/ 14 h 16"/>
                  <a:gd name="T4" fmla="*/ 1 w 6"/>
                  <a:gd name="T5" fmla="*/ 11 h 16"/>
                  <a:gd name="T6" fmla="*/ 0 w 6"/>
                  <a:gd name="T7" fmla="*/ 11 h 16"/>
                  <a:gd name="T8" fmla="*/ 0 w 6"/>
                  <a:gd name="T9" fmla="*/ 11 h 16"/>
                  <a:gd name="T10" fmla="*/ 1 w 6"/>
                  <a:gd name="T11" fmla="*/ 8 h 16"/>
                  <a:gd name="T12" fmla="*/ 1 w 6"/>
                  <a:gd name="T13" fmla="*/ 6 h 16"/>
                  <a:gd name="T14" fmla="*/ 1 w 6"/>
                  <a:gd name="T15" fmla="*/ 6 h 16"/>
                  <a:gd name="T16" fmla="*/ 3 w 6"/>
                  <a:gd name="T17" fmla="*/ 8 h 16"/>
                  <a:gd name="T18" fmla="*/ 4 w 6"/>
                  <a:gd name="T19" fmla="*/ 6 h 16"/>
                  <a:gd name="T20" fmla="*/ 4 w 6"/>
                  <a:gd name="T21" fmla="*/ 1 h 16"/>
                  <a:gd name="T22" fmla="*/ 4 w 6"/>
                  <a:gd name="T23" fmla="*/ 0 h 16"/>
                  <a:gd name="T24" fmla="*/ 6 w 6"/>
                  <a:gd name="T25" fmla="*/ 0 h 16"/>
                  <a:gd name="T26" fmla="*/ 6 w 6"/>
                  <a:gd name="T27" fmla="*/ 0 h 16"/>
                  <a:gd name="T28" fmla="*/ 4 w 6"/>
                  <a:gd name="T29" fmla="*/ 10 h 16"/>
                  <a:gd name="T30" fmla="*/ 4 w 6"/>
                  <a:gd name="T31" fmla="*/ 14 h 16"/>
                  <a:gd name="T32" fmla="*/ 3 w 6"/>
                  <a:gd name="T33" fmla="*/ 16 h 16"/>
                  <a:gd name="T34" fmla="*/ 3 w 6"/>
                  <a:gd name="T35" fmla="*/ 16 h 16"/>
                  <a:gd name="T36" fmla="*/ 3 w 6"/>
                  <a:gd name="T37" fmla="*/ 1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" h="16">
                    <a:moveTo>
                      <a:pt x="3" y="14"/>
                    </a:moveTo>
                    <a:lnTo>
                      <a:pt x="3" y="14"/>
                    </a:lnTo>
                    <a:lnTo>
                      <a:pt x="1" y="11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1" y="8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4" y="6"/>
                    </a:lnTo>
                    <a:lnTo>
                      <a:pt x="4" y="1"/>
                    </a:lnTo>
                    <a:lnTo>
                      <a:pt x="4" y="0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10"/>
                    </a:lnTo>
                    <a:lnTo>
                      <a:pt x="4" y="14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3" y="1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2" name="ïṣ1iďè"/>
              <p:cNvSpPr/>
              <p:nvPr/>
            </p:nvSpPr>
            <p:spPr bwMode="auto">
              <a:xfrm>
                <a:off x="1740235" y="3094190"/>
                <a:ext cx="18433" cy="43007"/>
              </a:xfrm>
              <a:custGeom>
                <a:avLst/>
                <a:gdLst>
                  <a:gd name="T0" fmla="*/ 4 w 4"/>
                  <a:gd name="T1" fmla="*/ 1 h 12"/>
                  <a:gd name="T2" fmla="*/ 4 w 4"/>
                  <a:gd name="T3" fmla="*/ 1 h 12"/>
                  <a:gd name="T4" fmla="*/ 3 w 4"/>
                  <a:gd name="T5" fmla="*/ 2 h 12"/>
                  <a:gd name="T6" fmla="*/ 3 w 4"/>
                  <a:gd name="T7" fmla="*/ 5 h 12"/>
                  <a:gd name="T8" fmla="*/ 1 w 4"/>
                  <a:gd name="T9" fmla="*/ 12 h 12"/>
                  <a:gd name="T10" fmla="*/ 1 w 4"/>
                  <a:gd name="T11" fmla="*/ 12 h 12"/>
                  <a:gd name="T12" fmla="*/ 0 w 4"/>
                  <a:gd name="T13" fmla="*/ 8 h 12"/>
                  <a:gd name="T14" fmla="*/ 1 w 4"/>
                  <a:gd name="T15" fmla="*/ 4 h 12"/>
                  <a:gd name="T16" fmla="*/ 3 w 4"/>
                  <a:gd name="T17" fmla="*/ 1 h 12"/>
                  <a:gd name="T18" fmla="*/ 4 w 4"/>
                  <a:gd name="T19" fmla="*/ 0 h 12"/>
                  <a:gd name="T20" fmla="*/ 4 w 4"/>
                  <a:gd name="T2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" h="12">
                    <a:moveTo>
                      <a:pt x="4" y="1"/>
                    </a:moveTo>
                    <a:lnTo>
                      <a:pt x="4" y="1"/>
                    </a:lnTo>
                    <a:lnTo>
                      <a:pt x="3" y="2"/>
                    </a:lnTo>
                    <a:lnTo>
                      <a:pt x="3" y="5"/>
                    </a:lnTo>
                    <a:lnTo>
                      <a:pt x="1" y="12"/>
                    </a:lnTo>
                    <a:lnTo>
                      <a:pt x="1" y="12"/>
                    </a:lnTo>
                    <a:lnTo>
                      <a:pt x="0" y="8"/>
                    </a:lnTo>
                    <a:lnTo>
                      <a:pt x="1" y="4"/>
                    </a:lnTo>
                    <a:lnTo>
                      <a:pt x="3" y="1"/>
                    </a:lnTo>
                    <a:lnTo>
                      <a:pt x="4" y="0"/>
                    </a:lnTo>
                    <a:lnTo>
                      <a:pt x="4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3" name="îŝľíḍé"/>
              <p:cNvSpPr/>
              <p:nvPr/>
            </p:nvSpPr>
            <p:spPr bwMode="auto">
              <a:xfrm>
                <a:off x="1764810" y="3045040"/>
                <a:ext cx="12287" cy="49148"/>
              </a:xfrm>
              <a:custGeom>
                <a:avLst/>
                <a:gdLst>
                  <a:gd name="T0" fmla="*/ 0 w 4"/>
                  <a:gd name="T1" fmla="*/ 10 h 16"/>
                  <a:gd name="T2" fmla="*/ 0 w 4"/>
                  <a:gd name="T3" fmla="*/ 10 h 16"/>
                  <a:gd name="T4" fmla="*/ 2 w 4"/>
                  <a:gd name="T5" fmla="*/ 9 h 16"/>
                  <a:gd name="T6" fmla="*/ 2 w 4"/>
                  <a:gd name="T7" fmla="*/ 8 h 16"/>
                  <a:gd name="T8" fmla="*/ 2 w 4"/>
                  <a:gd name="T9" fmla="*/ 8 h 16"/>
                  <a:gd name="T10" fmla="*/ 3 w 4"/>
                  <a:gd name="T11" fmla="*/ 6 h 16"/>
                  <a:gd name="T12" fmla="*/ 3 w 4"/>
                  <a:gd name="T13" fmla="*/ 6 h 16"/>
                  <a:gd name="T14" fmla="*/ 2 w 4"/>
                  <a:gd name="T15" fmla="*/ 6 h 16"/>
                  <a:gd name="T16" fmla="*/ 2 w 4"/>
                  <a:gd name="T17" fmla="*/ 5 h 16"/>
                  <a:gd name="T18" fmla="*/ 2 w 4"/>
                  <a:gd name="T19" fmla="*/ 5 h 16"/>
                  <a:gd name="T20" fmla="*/ 0 w 4"/>
                  <a:gd name="T21" fmla="*/ 5 h 16"/>
                  <a:gd name="T22" fmla="*/ 0 w 4"/>
                  <a:gd name="T23" fmla="*/ 5 h 16"/>
                  <a:gd name="T24" fmla="*/ 3 w 4"/>
                  <a:gd name="T25" fmla="*/ 0 h 16"/>
                  <a:gd name="T26" fmla="*/ 3 w 4"/>
                  <a:gd name="T27" fmla="*/ 0 h 16"/>
                  <a:gd name="T28" fmla="*/ 3 w 4"/>
                  <a:gd name="T29" fmla="*/ 3 h 16"/>
                  <a:gd name="T30" fmla="*/ 3 w 4"/>
                  <a:gd name="T31" fmla="*/ 3 h 16"/>
                  <a:gd name="T32" fmla="*/ 4 w 4"/>
                  <a:gd name="T33" fmla="*/ 2 h 16"/>
                  <a:gd name="T34" fmla="*/ 4 w 4"/>
                  <a:gd name="T35" fmla="*/ 2 h 16"/>
                  <a:gd name="T36" fmla="*/ 4 w 4"/>
                  <a:gd name="T37" fmla="*/ 6 h 16"/>
                  <a:gd name="T38" fmla="*/ 3 w 4"/>
                  <a:gd name="T39" fmla="*/ 10 h 16"/>
                  <a:gd name="T40" fmla="*/ 3 w 4"/>
                  <a:gd name="T41" fmla="*/ 10 h 16"/>
                  <a:gd name="T42" fmla="*/ 3 w 4"/>
                  <a:gd name="T43" fmla="*/ 9 h 16"/>
                  <a:gd name="T44" fmla="*/ 2 w 4"/>
                  <a:gd name="T45" fmla="*/ 10 h 16"/>
                  <a:gd name="T46" fmla="*/ 2 w 4"/>
                  <a:gd name="T47" fmla="*/ 10 h 16"/>
                  <a:gd name="T48" fmla="*/ 3 w 4"/>
                  <a:gd name="T49" fmla="*/ 13 h 16"/>
                  <a:gd name="T50" fmla="*/ 3 w 4"/>
                  <a:gd name="T51" fmla="*/ 15 h 16"/>
                  <a:gd name="T52" fmla="*/ 3 w 4"/>
                  <a:gd name="T53" fmla="*/ 15 h 16"/>
                  <a:gd name="T54" fmla="*/ 2 w 4"/>
                  <a:gd name="T55" fmla="*/ 16 h 16"/>
                  <a:gd name="T56" fmla="*/ 2 w 4"/>
                  <a:gd name="T57" fmla="*/ 15 h 16"/>
                  <a:gd name="T58" fmla="*/ 0 w 4"/>
                  <a:gd name="T59" fmla="*/ 1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" h="16">
                    <a:moveTo>
                      <a:pt x="0" y="10"/>
                    </a:moveTo>
                    <a:lnTo>
                      <a:pt x="0" y="10"/>
                    </a:lnTo>
                    <a:lnTo>
                      <a:pt x="2" y="9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2" y="6"/>
                    </a:lnTo>
                    <a:lnTo>
                      <a:pt x="2" y="5"/>
                    </a:lnTo>
                    <a:lnTo>
                      <a:pt x="2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4" y="2"/>
                    </a:lnTo>
                    <a:lnTo>
                      <a:pt x="4" y="2"/>
                    </a:lnTo>
                    <a:lnTo>
                      <a:pt x="4" y="6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2" y="10"/>
                    </a:lnTo>
                    <a:lnTo>
                      <a:pt x="2" y="10"/>
                    </a:lnTo>
                    <a:lnTo>
                      <a:pt x="3" y="13"/>
                    </a:lnTo>
                    <a:lnTo>
                      <a:pt x="3" y="15"/>
                    </a:lnTo>
                    <a:lnTo>
                      <a:pt x="3" y="15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0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4" name="ïš1ïḓé"/>
              <p:cNvSpPr/>
              <p:nvPr/>
            </p:nvSpPr>
            <p:spPr bwMode="auto">
              <a:xfrm>
                <a:off x="1801670" y="2989751"/>
                <a:ext cx="12287" cy="43007"/>
              </a:xfrm>
              <a:custGeom>
                <a:avLst/>
                <a:gdLst>
                  <a:gd name="T0" fmla="*/ 4 w 4"/>
                  <a:gd name="T1" fmla="*/ 0 h 15"/>
                  <a:gd name="T2" fmla="*/ 4 w 4"/>
                  <a:gd name="T3" fmla="*/ 0 h 15"/>
                  <a:gd name="T4" fmla="*/ 2 w 4"/>
                  <a:gd name="T5" fmla="*/ 7 h 15"/>
                  <a:gd name="T6" fmla="*/ 0 w 4"/>
                  <a:gd name="T7" fmla="*/ 15 h 15"/>
                  <a:gd name="T8" fmla="*/ 0 w 4"/>
                  <a:gd name="T9" fmla="*/ 15 h 15"/>
                  <a:gd name="T10" fmla="*/ 1 w 4"/>
                  <a:gd name="T11" fmla="*/ 7 h 15"/>
                  <a:gd name="T12" fmla="*/ 4 w 4"/>
                  <a:gd name="T13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15">
                    <a:moveTo>
                      <a:pt x="4" y="0"/>
                    </a:moveTo>
                    <a:lnTo>
                      <a:pt x="4" y="0"/>
                    </a:lnTo>
                    <a:lnTo>
                      <a:pt x="2" y="7"/>
                    </a:lnTo>
                    <a:lnTo>
                      <a:pt x="0" y="15"/>
                    </a:lnTo>
                    <a:lnTo>
                      <a:pt x="0" y="15"/>
                    </a:lnTo>
                    <a:lnTo>
                      <a:pt x="1" y="7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5" name="íṣḷîḓe"/>
              <p:cNvSpPr/>
              <p:nvPr/>
            </p:nvSpPr>
            <p:spPr bwMode="auto">
              <a:xfrm>
                <a:off x="1697232" y="3167911"/>
                <a:ext cx="12287" cy="49148"/>
              </a:xfrm>
              <a:custGeom>
                <a:avLst/>
                <a:gdLst>
                  <a:gd name="T0" fmla="*/ 0 w 5"/>
                  <a:gd name="T1" fmla="*/ 16 h 16"/>
                  <a:gd name="T2" fmla="*/ 0 w 5"/>
                  <a:gd name="T3" fmla="*/ 16 h 16"/>
                  <a:gd name="T4" fmla="*/ 3 w 5"/>
                  <a:gd name="T5" fmla="*/ 8 h 16"/>
                  <a:gd name="T6" fmla="*/ 5 w 5"/>
                  <a:gd name="T7" fmla="*/ 0 h 16"/>
                  <a:gd name="T8" fmla="*/ 5 w 5"/>
                  <a:gd name="T9" fmla="*/ 0 h 16"/>
                  <a:gd name="T10" fmla="*/ 5 w 5"/>
                  <a:gd name="T11" fmla="*/ 6 h 16"/>
                  <a:gd name="T12" fmla="*/ 3 w 5"/>
                  <a:gd name="T13" fmla="*/ 14 h 16"/>
                  <a:gd name="T14" fmla="*/ 3 w 5"/>
                  <a:gd name="T15" fmla="*/ 14 h 16"/>
                  <a:gd name="T16" fmla="*/ 2 w 5"/>
                  <a:gd name="T17" fmla="*/ 14 h 16"/>
                  <a:gd name="T18" fmla="*/ 2 w 5"/>
                  <a:gd name="T19" fmla="*/ 14 h 16"/>
                  <a:gd name="T20" fmla="*/ 0 w 5"/>
                  <a:gd name="T21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" h="16">
                    <a:moveTo>
                      <a:pt x="0" y="16"/>
                    </a:moveTo>
                    <a:lnTo>
                      <a:pt x="0" y="16"/>
                    </a:lnTo>
                    <a:lnTo>
                      <a:pt x="3" y="8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6"/>
                    </a:lnTo>
                    <a:lnTo>
                      <a:pt x="3" y="14"/>
                    </a:lnTo>
                    <a:lnTo>
                      <a:pt x="3" y="14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0" y="1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6" name="îṥḷíḋé"/>
              <p:cNvSpPr/>
              <p:nvPr/>
            </p:nvSpPr>
            <p:spPr bwMode="auto">
              <a:xfrm>
                <a:off x="1955260" y="2762438"/>
                <a:ext cx="18433" cy="43007"/>
              </a:xfrm>
              <a:custGeom>
                <a:avLst/>
                <a:gdLst>
                  <a:gd name="T0" fmla="*/ 6 w 6"/>
                  <a:gd name="T1" fmla="*/ 0 h 14"/>
                  <a:gd name="T2" fmla="*/ 6 w 6"/>
                  <a:gd name="T3" fmla="*/ 0 h 14"/>
                  <a:gd name="T4" fmla="*/ 6 w 6"/>
                  <a:gd name="T5" fmla="*/ 4 h 14"/>
                  <a:gd name="T6" fmla="*/ 6 w 6"/>
                  <a:gd name="T7" fmla="*/ 4 h 14"/>
                  <a:gd name="T8" fmla="*/ 3 w 6"/>
                  <a:gd name="T9" fmla="*/ 9 h 14"/>
                  <a:gd name="T10" fmla="*/ 3 w 6"/>
                  <a:gd name="T11" fmla="*/ 13 h 14"/>
                  <a:gd name="T12" fmla="*/ 3 w 6"/>
                  <a:gd name="T13" fmla="*/ 13 h 14"/>
                  <a:gd name="T14" fmla="*/ 0 w 6"/>
                  <a:gd name="T15" fmla="*/ 14 h 14"/>
                  <a:gd name="T16" fmla="*/ 0 w 6"/>
                  <a:gd name="T17" fmla="*/ 14 h 14"/>
                  <a:gd name="T18" fmla="*/ 3 w 6"/>
                  <a:gd name="T19" fmla="*/ 7 h 14"/>
                  <a:gd name="T20" fmla="*/ 6 w 6"/>
                  <a:gd name="T21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14">
                    <a:moveTo>
                      <a:pt x="6" y="0"/>
                    </a:moveTo>
                    <a:lnTo>
                      <a:pt x="6" y="0"/>
                    </a:lnTo>
                    <a:lnTo>
                      <a:pt x="6" y="4"/>
                    </a:lnTo>
                    <a:lnTo>
                      <a:pt x="6" y="4"/>
                    </a:lnTo>
                    <a:lnTo>
                      <a:pt x="3" y="9"/>
                    </a:lnTo>
                    <a:lnTo>
                      <a:pt x="3" y="13"/>
                    </a:lnTo>
                    <a:lnTo>
                      <a:pt x="3" y="13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3" y="7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7" name="íṣľïḑè"/>
              <p:cNvSpPr/>
              <p:nvPr/>
            </p:nvSpPr>
            <p:spPr bwMode="auto">
              <a:xfrm>
                <a:off x="1709520" y="3149482"/>
                <a:ext cx="6145" cy="30720"/>
              </a:xfrm>
              <a:custGeom>
                <a:avLst/>
                <a:gdLst>
                  <a:gd name="T0" fmla="*/ 2 w 2"/>
                  <a:gd name="T1" fmla="*/ 0 h 10"/>
                  <a:gd name="T2" fmla="*/ 2 w 2"/>
                  <a:gd name="T3" fmla="*/ 0 h 10"/>
                  <a:gd name="T4" fmla="*/ 1 w 2"/>
                  <a:gd name="T5" fmla="*/ 4 h 10"/>
                  <a:gd name="T6" fmla="*/ 0 w 2"/>
                  <a:gd name="T7" fmla="*/ 10 h 10"/>
                  <a:gd name="T8" fmla="*/ 0 w 2"/>
                  <a:gd name="T9" fmla="*/ 10 h 10"/>
                  <a:gd name="T10" fmla="*/ 1 w 2"/>
                  <a:gd name="T11" fmla="*/ 3 h 10"/>
                  <a:gd name="T12" fmla="*/ 1 w 2"/>
                  <a:gd name="T13" fmla="*/ 0 h 10"/>
                  <a:gd name="T14" fmla="*/ 2 w 2"/>
                  <a:gd name="T15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10">
                    <a:moveTo>
                      <a:pt x="2" y="0"/>
                    </a:moveTo>
                    <a:lnTo>
                      <a:pt x="2" y="0"/>
                    </a:lnTo>
                    <a:lnTo>
                      <a:pt x="1" y="4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1" y="3"/>
                    </a:ln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8" name="îṡḻîḑè"/>
              <p:cNvSpPr/>
              <p:nvPr/>
            </p:nvSpPr>
            <p:spPr bwMode="auto">
              <a:xfrm>
                <a:off x="2262436" y="2485981"/>
                <a:ext cx="30720" cy="36861"/>
              </a:xfrm>
              <a:custGeom>
                <a:avLst/>
                <a:gdLst>
                  <a:gd name="T0" fmla="*/ 10 w 10"/>
                  <a:gd name="T1" fmla="*/ 0 h 12"/>
                  <a:gd name="T2" fmla="*/ 10 w 10"/>
                  <a:gd name="T3" fmla="*/ 0 h 12"/>
                  <a:gd name="T4" fmla="*/ 4 w 10"/>
                  <a:gd name="T5" fmla="*/ 6 h 12"/>
                  <a:gd name="T6" fmla="*/ 0 w 10"/>
                  <a:gd name="T7" fmla="*/ 12 h 12"/>
                  <a:gd name="T8" fmla="*/ 0 w 10"/>
                  <a:gd name="T9" fmla="*/ 12 h 12"/>
                  <a:gd name="T10" fmla="*/ 0 w 10"/>
                  <a:gd name="T11" fmla="*/ 10 h 12"/>
                  <a:gd name="T12" fmla="*/ 3 w 10"/>
                  <a:gd name="T13" fmla="*/ 6 h 12"/>
                  <a:gd name="T14" fmla="*/ 10 w 10"/>
                  <a:gd name="T1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12">
                    <a:moveTo>
                      <a:pt x="10" y="0"/>
                    </a:moveTo>
                    <a:lnTo>
                      <a:pt x="10" y="0"/>
                    </a:lnTo>
                    <a:lnTo>
                      <a:pt x="4" y="6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10"/>
                    </a:lnTo>
                    <a:lnTo>
                      <a:pt x="3" y="6"/>
                    </a:lnTo>
                    <a:lnTo>
                      <a:pt x="1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89" name="îŝļiḓé"/>
              <p:cNvSpPr/>
              <p:nvPr/>
            </p:nvSpPr>
            <p:spPr bwMode="auto">
              <a:xfrm>
                <a:off x="1672658" y="3075761"/>
                <a:ext cx="36861" cy="172019"/>
              </a:xfrm>
              <a:custGeom>
                <a:avLst/>
                <a:gdLst>
                  <a:gd name="T0" fmla="*/ 2 w 12"/>
                  <a:gd name="T1" fmla="*/ 44 h 54"/>
                  <a:gd name="T2" fmla="*/ 2 w 12"/>
                  <a:gd name="T3" fmla="*/ 44 h 54"/>
                  <a:gd name="T4" fmla="*/ 0 w 12"/>
                  <a:gd name="T5" fmla="*/ 43 h 54"/>
                  <a:gd name="T6" fmla="*/ 0 w 12"/>
                  <a:gd name="T7" fmla="*/ 40 h 54"/>
                  <a:gd name="T8" fmla="*/ 0 w 12"/>
                  <a:gd name="T9" fmla="*/ 40 h 54"/>
                  <a:gd name="T10" fmla="*/ 2 w 12"/>
                  <a:gd name="T11" fmla="*/ 31 h 54"/>
                  <a:gd name="T12" fmla="*/ 2 w 12"/>
                  <a:gd name="T13" fmla="*/ 31 h 54"/>
                  <a:gd name="T14" fmla="*/ 3 w 12"/>
                  <a:gd name="T15" fmla="*/ 31 h 54"/>
                  <a:gd name="T16" fmla="*/ 3 w 12"/>
                  <a:gd name="T17" fmla="*/ 31 h 54"/>
                  <a:gd name="T18" fmla="*/ 4 w 12"/>
                  <a:gd name="T19" fmla="*/ 33 h 54"/>
                  <a:gd name="T20" fmla="*/ 4 w 12"/>
                  <a:gd name="T21" fmla="*/ 33 h 54"/>
                  <a:gd name="T22" fmla="*/ 4 w 12"/>
                  <a:gd name="T23" fmla="*/ 24 h 54"/>
                  <a:gd name="T24" fmla="*/ 4 w 12"/>
                  <a:gd name="T25" fmla="*/ 17 h 54"/>
                  <a:gd name="T26" fmla="*/ 4 w 12"/>
                  <a:gd name="T27" fmla="*/ 17 h 54"/>
                  <a:gd name="T28" fmla="*/ 9 w 12"/>
                  <a:gd name="T29" fmla="*/ 10 h 54"/>
                  <a:gd name="T30" fmla="*/ 12 w 12"/>
                  <a:gd name="T31" fmla="*/ 0 h 54"/>
                  <a:gd name="T32" fmla="*/ 12 w 12"/>
                  <a:gd name="T33" fmla="*/ 0 h 54"/>
                  <a:gd name="T34" fmla="*/ 12 w 12"/>
                  <a:gd name="T35" fmla="*/ 4 h 54"/>
                  <a:gd name="T36" fmla="*/ 10 w 12"/>
                  <a:gd name="T37" fmla="*/ 11 h 54"/>
                  <a:gd name="T38" fmla="*/ 10 w 12"/>
                  <a:gd name="T39" fmla="*/ 11 h 54"/>
                  <a:gd name="T40" fmla="*/ 9 w 12"/>
                  <a:gd name="T41" fmla="*/ 17 h 54"/>
                  <a:gd name="T42" fmla="*/ 9 w 12"/>
                  <a:gd name="T43" fmla="*/ 17 h 54"/>
                  <a:gd name="T44" fmla="*/ 7 w 12"/>
                  <a:gd name="T45" fmla="*/ 23 h 54"/>
                  <a:gd name="T46" fmla="*/ 7 w 12"/>
                  <a:gd name="T47" fmla="*/ 23 h 54"/>
                  <a:gd name="T48" fmla="*/ 7 w 12"/>
                  <a:gd name="T49" fmla="*/ 21 h 54"/>
                  <a:gd name="T50" fmla="*/ 9 w 12"/>
                  <a:gd name="T51" fmla="*/ 23 h 54"/>
                  <a:gd name="T52" fmla="*/ 9 w 12"/>
                  <a:gd name="T53" fmla="*/ 23 h 54"/>
                  <a:gd name="T54" fmla="*/ 7 w 12"/>
                  <a:gd name="T55" fmla="*/ 28 h 54"/>
                  <a:gd name="T56" fmla="*/ 6 w 12"/>
                  <a:gd name="T57" fmla="*/ 30 h 54"/>
                  <a:gd name="T58" fmla="*/ 6 w 12"/>
                  <a:gd name="T59" fmla="*/ 27 h 54"/>
                  <a:gd name="T60" fmla="*/ 6 w 12"/>
                  <a:gd name="T61" fmla="*/ 27 h 54"/>
                  <a:gd name="T62" fmla="*/ 4 w 12"/>
                  <a:gd name="T63" fmla="*/ 41 h 54"/>
                  <a:gd name="T64" fmla="*/ 4 w 12"/>
                  <a:gd name="T65" fmla="*/ 41 h 54"/>
                  <a:gd name="T66" fmla="*/ 3 w 12"/>
                  <a:gd name="T67" fmla="*/ 48 h 54"/>
                  <a:gd name="T68" fmla="*/ 0 w 12"/>
                  <a:gd name="T69" fmla="*/ 54 h 54"/>
                  <a:gd name="T70" fmla="*/ 0 w 12"/>
                  <a:gd name="T71" fmla="*/ 54 h 54"/>
                  <a:gd name="T72" fmla="*/ 2 w 12"/>
                  <a:gd name="T73" fmla="*/ 48 h 54"/>
                  <a:gd name="T74" fmla="*/ 2 w 12"/>
                  <a:gd name="T75" fmla="*/ 4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2" h="54">
                    <a:moveTo>
                      <a:pt x="2" y="44"/>
                    </a:moveTo>
                    <a:lnTo>
                      <a:pt x="2" y="44"/>
                    </a:lnTo>
                    <a:lnTo>
                      <a:pt x="0" y="43"/>
                    </a:lnTo>
                    <a:lnTo>
                      <a:pt x="0" y="40"/>
                    </a:lnTo>
                    <a:lnTo>
                      <a:pt x="0" y="40"/>
                    </a:lnTo>
                    <a:lnTo>
                      <a:pt x="2" y="31"/>
                    </a:lnTo>
                    <a:lnTo>
                      <a:pt x="2" y="31"/>
                    </a:lnTo>
                    <a:lnTo>
                      <a:pt x="3" y="31"/>
                    </a:lnTo>
                    <a:lnTo>
                      <a:pt x="3" y="31"/>
                    </a:lnTo>
                    <a:lnTo>
                      <a:pt x="4" y="33"/>
                    </a:lnTo>
                    <a:lnTo>
                      <a:pt x="4" y="33"/>
                    </a:lnTo>
                    <a:lnTo>
                      <a:pt x="4" y="24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9" y="1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2" y="4"/>
                    </a:lnTo>
                    <a:lnTo>
                      <a:pt x="10" y="11"/>
                    </a:lnTo>
                    <a:lnTo>
                      <a:pt x="10" y="11"/>
                    </a:lnTo>
                    <a:lnTo>
                      <a:pt x="9" y="17"/>
                    </a:lnTo>
                    <a:lnTo>
                      <a:pt x="9" y="17"/>
                    </a:lnTo>
                    <a:lnTo>
                      <a:pt x="7" y="23"/>
                    </a:lnTo>
                    <a:lnTo>
                      <a:pt x="7" y="23"/>
                    </a:lnTo>
                    <a:lnTo>
                      <a:pt x="7" y="21"/>
                    </a:lnTo>
                    <a:lnTo>
                      <a:pt x="9" y="23"/>
                    </a:lnTo>
                    <a:lnTo>
                      <a:pt x="9" y="23"/>
                    </a:lnTo>
                    <a:lnTo>
                      <a:pt x="7" y="28"/>
                    </a:lnTo>
                    <a:lnTo>
                      <a:pt x="6" y="30"/>
                    </a:lnTo>
                    <a:lnTo>
                      <a:pt x="6" y="27"/>
                    </a:lnTo>
                    <a:lnTo>
                      <a:pt x="6" y="27"/>
                    </a:lnTo>
                    <a:lnTo>
                      <a:pt x="4" y="41"/>
                    </a:lnTo>
                    <a:lnTo>
                      <a:pt x="4" y="41"/>
                    </a:lnTo>
                    <a:lnTo>
                      <a:pt x="3" y="48"/>
                    </a:lnTo>
                    <a:lnTo>
                      <a:pt x="0" y="54"/>
                    </a:lnTo>
                    <a:lnTo>
                      <a:pt x="0" y="54"/>
                    </a:lnTo>
                    <a:lnTo>
                      <a:pt x="2" y="48"/>
                    </a:lnTo>
                    <a:lnTo>
                      <a:pt x="2" y="4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0" name="íśľíďè"/>
              <p:cNvSpPr/>
              <p:nvPr/>
            </p:nvSpPr>
            <p:spPr bwMode="auto">
              <a:xfrm>
                <a:off x="1758668" y="3045040"/>
                <a:ext cx="0" cy="30720"/>
              </a:xfrm>
              <a:custGeom>
                <a:avLst/>
                <a:gdLst>
                  <a:gd name="T0" fmla="*/ 0 w 2"/>
                  <a:gd name="T1" fmla="*/ 0 h 10"/>
                  <a:gd name="T2" fmla="*/ 0 w 2"/>
                  <a:gd name="T3" fmla="*/ 0 h 10"/>
                  <a:gd name="T4" fmla="*/ 2 w 2"/>
                  <a:gd name="T5" fmla="*/ 4 h 10"/>
                  <a:gd name="T6" fmla="*/ 0 w 2"/>
                  <a:gd name="T7" fmla="*/ 10 h 10"/>
                  <a:gd name="T8" fmla="*/ 0 w 2"/>
                  <a:gd name="T9" fmla="*/ 10 h 10"/>
                  <a:gd name="T10" fmla="*/ 0 w 2"/>
                  <a:gd name="T11" fmla="*/ 7 h 10"/>
                  <a:gd name="T12" fmla="*/ 0 w 2"/>
                  <a:gd name="T13" fmla="*/ 6 h 10"/>
                  <a:gd name="T14" fmla="*/ 0 w 2"/>
                  <a:gd name="T15" fmla="*/ 4 h 10"/>
                  <a:gd name="T16" fmla="*/ 0 w 2"/>
                  <a:gd name="T17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7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1" name="iSḻïḍè"/>
              <p:cNvSpPr/>
              <p:nvPr/>
            </p:nvSpPr>
            <p:spPr bwMode="auto">
              <a:xfrm>
                <a:off x="1697232" y="3143338"/>
                <a:ext cx="6145" cy="24574"/>
              </a:xfrm>
              <a:custGeom>
                <a:avLst/>
                <a:gdLst>
                  <a:gd name="T0" fmla="*/ 0 w 1"/>
                  <a:gd name="T1" fmla="*/ 9 h 9"/>
                  <a:gd name="T2" fmla="*/ 0 w 1"/>
                  <a:gd name="T3" fmla="*/ 9 h 9"/>
                  <a:gd name="T4" fmla="*/ 1 w 1"/>
                  <a:gd name="T5" fmla="*/ 0 h 9"/>
                  <a:gd name="T6" fmla="*/ 1 w 1"/>
                  <a:gd name="T7" fmla="*/ 0 h 9"/>
                  <a:gd name="T8" fmla="*/ 1 w 1"/>
                  <a:gd name="T9" fmla="*/ 7 h 9"/>
                  <a:gd name="T10" fmla="*/ 0 w 1"/>
                  <a:gd name="T11" fmla="*/ 9 h 9"/>
                  <a:gd name="T12" fmla="*/ 0 w 1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" h="9">
                    <a:moveTo>
                      <a:pt x="0" y="9"/>
                    </a:moveTo>
                    <a:lnTo>
                      <a:pt x="0" y="9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7"/>
                    </a:lnTo>
                    <a:lnTo>
                      <a:pt x="0" y="9"/>
                    </a:lnTo>
                    <a:lnTo>
                      <a:pt x="0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2" name="îSľîďé"/>
              <p:cNvSpPr/>
              <p:nvPr/>
            </p:nvSpPr>
            <p:spPr bwMode="auto">
              <a:xfrm>
                <a:off x="1998263" y="2651856"/>
                <a:ext cx="36861" cy="73722"/>
              </a:xfrm>
              <a:custGeom>
                <a:avLst/>
                <a:gdLst>
                  <a:gd name="T0" fmla="*/ 0 w 13"/>
                  <a:gd name="T1" fmla="*/ 24 h 24"/>
                  <a:gd name="T2" fmla="*/ 0 w 13"/>
                  <a:gd name="T3" fmla="*/ 24 h 24"/>
                  <a:gd name="T4" fmla="*/ 1 w 13"/>
                  <a:gd name="T5" fmla="*/ 19 h 24"/>
                  <a:gd name="T6" fmla="*/ 1 w 13"/>
                  <a:gd name="T7" fmla="*/ 19 h 24"/>
                  <a:gd name="T8" fmla="*/ 5 w 13"/>
                  <a:gd name="T9" fmla="*/ 16 h 24"/>
                  <a:gd name="T10" fmla="*/ 5 w 13"/>
                  <a:gd name="T11" fmla="*/ 16 h 24"/>
                  <a:gd name="T12" fmla="*/ 8 w 13"/>
                  <a:gd name="T13" fmla="*/ 7 h 24"/>
                  <a:gd name="T14" fmla="*/ 13 w 13"/>
                  <a:gd name="T15" fmla="*/ 0 h 24"/>
                  <a:gd name="T16" fmla="*/ 13 w 13"/>
                  <a:gd name="T17" fmla="*/ 0 h 24"/>
                  <a:gd name="T18" fmla="*/ 13 w 13"/>
                  <a:gd name="T19" fmla="*/ 0 h 24"/>
                  <a:gd name="T20" fmla="*/ 13 w 13"/>
                  <a:gd name="T21" fmla="*/ 0 h 24"/>
                  <a:gd name="T22" fmla="*/ 13 w 13"/>
                  <a:gd name="T23" fmla="*/ 1 h 24"/>
                  <a:gd name="T24" fmla="*/ 13 w 13"/>
                  <a:gd name="T25" fmla="*/ 3 h 24"/>
                  <a:gd name="T26" fmla="*/ 13 w 13"/>
                  <a:gd name="T27" fmla="*/ 3 h 24"/>
                  <a:gd name="T28" fmla="*/ 10 w 13"/>
                  <a:gd name="T29" fmla="*/ 7 h 24"/>
                  <a:gd name="T30" fmla="*/ 7 w 13"/>
                  <a:gd name="T31" fmla="*/ 14 h 24"/>
                  <a:gd name="T32" fmla="*/ 7 w 13"/>
                  <a:gd name="T33" fmla="*/ 14 h 24"/>
                  <a:gd name="T34" fmla="*/ 8 w 13"/>
                  <a:gd name="T35" fmla="*/ 14 h 24"/>
                  <a:gd name="T36" fmla="*/ 8 w 13"/>
                  <a:gd name="T37" fmla="*/ 17 h 24"/>
                  <a:gd name="T38" fmla="*/ 8 w 13"/>
                  <a:gd name="T39" fmla="*/ 17 h 24"/>
                  <a:gd name="T40" fmla="*/ 3 w 13"/>
                  <a:gd name="T41" fmla="*/ 24 h 24"/>
                  <a:gd name="T42" fmla="*/ 3 w 13"/>
                  <a:gd name="T43" fmla="*/ 24 h 24"/>
                  <a:gd name="T44" fmla="*/ 4 w 13"/>
                  <a:gd name="T45" fmla="*/ 20 h 24"/>
                  <a:gd name="T46" fmla="*/ 5 w 13"/>
                  <a:gd name="T47" fmla="*/ 16 h 24"/>
                  <a:gd name="T48" fmla="*/ 5 w 13"/>
                  <a:gd name="T49" fmla="*/ 16 h 24"/>
                  <a:gd name="T50" fmla="*/ 3 w 13"/>
                  <a:gd name="T51" fmla="*/ 20 h 24"/>
                  <a:gd name="T52" fmla="*/ 1 w 13"/>
                  <a:gd name="T53" fmla="*/ 23 h 24"/>
                  <a:gd name="T54" fmla="*/ 0 w 13"/>
                  <a:gd name="T5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" h="24">
                    <a:moveTo>
                      <a:pt x="0" y="24"/>
                    </a:moveTo>
                    <a:lnTo>
                      <a:pt x="0" y="24"/>
                    </a:lnTo>
                    <a:lnTo>
                      <a:pt x="1" y="19"/>
                    </a:lnTo>
                    <a:lnTo>
                      <a:pt x="1" y="19"/>
                    </a:lnTo>
                    <a:lnTo>
                      <a:pt x="5" y="16"/>
                    </a:lnTo>
                    <a:lnTo>
                      <a:pt x="5" y="16"/>
                    </a:lnTo>
                    <a:lnTo>
                      <a:pt x="8" y="7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3" y="1"/>
                    </a:lnTo>
                    <a:lnTo>
                      <a:pt x="13" y="3"/>
                    </a:lnTo>
                    <a:lnTo>
                      <a:pt x="13" y="3"/>
                    </a:lnTo>
                    <a:lnTo>
                      <a:pt x="10" y="7"/>
                    </a:lnTo>
                    <a:lnTo>
                      <a:pt x="7" y="14"/>
                    </a:lnTo>
                    <a:lnTo>
                      <a:pt x="7" y="14"/>
                    </a:lnTo>
                    <a:lnTo>
                      <a:pt x="8" y="14"/>
                    </a:lnTo>
                    <a:lnTo>
                      <a:pt x="8" y="17"/>
                    </a:lnTo>
                    <a:lnTo>
                      <a:pt x="8" y="17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0"/>
                    </a:lnTo>
                    <a:lnTo>
                      <a:pt x="5" y="16"/>
                    </a:lnTo>
                    <a:lnTo>
                      <a:pt x="5" y="16"/>
                    </a:lnTo>
                    <a:lnTo>
                      <a:pt x="3" y="20"/>
                    </a:lnTo>
                    <a:lnTo>
                      <a:pt x="1" y="23"/>
                    </a:lnTo>
                    <a:lnTo>
                      <a:pt x="0" y="2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3" name="íSlïḋè"/>
              <p:cNvSpPr/>
              <p:nvPr/>
            </p:nvSpPr>
            <p:spPr bwMode="auto">
              <a:xfrm>
                <a:off x="1985976" y="2713290"/>
                <a:ext cx="18433" cy="30720"/>
              </a:xfrm>
              <a:custGeom>
                <a:avLst/>
                <a:gdLst>
                  <a:gd name="T0" fmla="*/ 6 w 6"/>
                  <a:gd name="T1" fmla="*/ 0 h 10"/>
                  <a:gd name="T2" fmla="*/ 6 w 6"/>
                  <a:gd name="T3" fmla="*/ 0 h 10"/>
                  <a:gd name="T4" fmla="*/ 3 w 6"/>
                  <a:gd name="T5" fmla="*/ 6 h 10"/>
                  <a:gd name="T6" fmla="*/ 0 w 6"/>
                  <a:gd name="T7" fmla="*/ 10 h 10"/>
                  <a:gd name="T8" fmla="*/ 0 w 6"/>
                  <a:gd name="T9" fmla="*/ 10 h 10"/>
                  <a:gd name="T10" fmla="*/ 3 w 6"/>
                  <a:gd name="T11" fmla="*/ 5 h 10"/>
                  <a:gd name="T12" fmla="*/ 6 w 6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0">
                    <a:moveTo>
                      <a:pt x="6" y="0"/>
                    </a:moveTo>
                    <a:lnTo>
                      <a:pt x="6" y="0"/>
                    </a:lnTo>
                    <a:lnTo>
                      <a:pt x="3" y="6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3" y="5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4" name="ïš1íde"/>
              <p:cNvSpPr/>
              <p:nvPr/>
            </p:nvSpPr>
            <p:spPr bwMode="auto">
              <a:xfrm>
                <a:off x="1721807" y="3075761"/>
                <a:ext cx="6145" cy="30720"/>
              </a:xfrm>
              <a:custGeom>
                <a:avLst/>
                <a:gdLst>
                  <a:gd name="T0" fmla="*/ 0 w 3"/>
                  <a:gd name="T1" fmla="*/ 1 h 8"/>
                  <a:gd name="T2" fmla="*/ 0 w 3"/>
                  <a:gd name="T3" fmla="*/ 1 h 8"/>
                  <a:gd name="T4" fmla="*/ 1 w 3"/>
                  <a:gd name="T5" fmla="*/ 0 h 8"/>
                  <a:gd name="T6" fmla="*/ 1 w 3"/>
                  <a:gd name="T7" fmla="*/ 0 h 8"/>
                  <a:gd name="T8" fmla="*/ 1 w 3"/>
                  <a:gd name="T9" fmla="*/ 1 h 8"/>
                  <a:gd name="T10" fmla="*/ 3 w 3"/>
                  <a:gd name="T11" fmla="*/ 0 h 8"/>
                  <a:gd name="T12" fmla="*/ 3 w 3"/>
                  <a:gd name="T13" fmla="*/ 0 h 8"/>
                  <a:gd name="T14" fmla="*/ 3 w 3"/>
                  <a:gd name="T15" fmla="*/ 4 h 8"/>
                  <a:gd name="T16" fmla="*/ 0 w 3"/>
                  <a:gd name="T17" fmla="*/ 8 h 8"/>
                  <a:gd name="T18" fmla="*/ 0 w 3"/>
                  <a:gd name="T19" fmla="*/ 8 h 8"/>
                  <a:gd name="T20" fmla="*/ 0 w 3"/>
                  <a:gd name="T21" fmla="*/ 6 h 8"/>
                  <a:gd name="T22" fmla="*/ 0 w 3"/>
                  <a:gd name="T2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8">
                    <a:moveTo>
                      <a:pt x="0" y="1"/>
                    </a:moveTo>
                    <a:lnTo>
                      <a:pt x="0" y="1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0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5" name="îṣḷide"/>
              <p:cNvSpPr/>
              <p:nvPr/>
            </p:nvSpPr>
            <p:spPr bwMode="auto">
              <a:xfrm>
                <a:off x="2379162" y="2406114"/>
                <a:ext cx="18433" cy="24574"/>
              </a:xfrm>
              <a:custGeom>
                <a:avLst/>
                <a:gdLst>
                  <a:gd name="T0" fmla="*/ 6 w 6"/>
                  <a:gd name="T1" fmla="*/ 0 h 7"/>
                  <a:gd name="T2" fmla="*/ 6 w 6"/>
                  <a:gd name="T3" fmla="*/ 0 h 7"/>
                  <a:gd name="T4" fmla="*/ 3 w 6"/>
                  <a:gd name="T5" fmla="*/ 4 h 7"/>
                  <a:gd name="T6" fmla="*/ 0 w 6"/>
                  <a:gd name="T7" fmla="*/ 7 h 7"/>
                  <a:gd name="T8" fmla="*/ 0 w 6"/>
                  <a:gd name="T9" fmla="*/ 7 h 7"/>
                  <a:gd name="T10" fmla="*/ 3 w 6"/>
                  <a:gd name="T11" fmla="*/ 2 h 7"/>
                  <a:gd name="T12" fmla="*/ 6 w 6"/>
                  <a:gd name="T1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lnTo>
                      <a:pt x="6" y="0"/>
                    </a:lnTo>
                    <a:lnTo>
                      <a:pt x="3" y="4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3" y="2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6" name="íSḷiḑé"/>
              <p:cNvSpPr/>
              <p:nvPr/>
            </p:nvSpPr>
            <p:spPr bwMode="auto">
              <a:xfrm>
                <a:off x="1709520" y="3094190"/>
                <a:ext cx="6145" cy="18433"/>
              </a:xfrm>
              <a:custGeom>
                <a:avLst/>
                <a:gdLst>
                  <a:gd name="T0" fmla="*/ 0 w 2"/>
                  <a:gd name="T1" fmla="*/ 3 h 7"/>
                  <a:gd name="T2" fmla="*/ 0 w 2"/>
                  <a:gd name="T3" fmla="*/ 3 h 7"/>
                  <a:gd name="T4" fmla="*/ 1 w 2"/>
                  <a:gd name="T5" fmla="*/ 2 h 7"/>
                  <a:gd name="T6" fmla="*/ 2 w 2"/>
                  <a:gd name="T7" fmla="*/ 0 h 7"/>
                  <a:gd name="T8" fmla="*/ 2 w 2"/>
                  <a:gd name="T9" fmla="*/ 0 h 7"/>
                  <a:gd name="T10" fmla="*/ 2 w 2"/>
                  <a:gd name="T11" fmla="*/ 4 h 7"/>
                  <a:gd name="T12" fmla="*/ 1 w 2"/>
                  <a:gd name="T13" fmla="*/ 7 h 7"/>
                  <a:gd name="T14" fmla="*/ 1 w 2"/>
                  <a:gd name="T15" fmla="*/ 7 h 7"/>
                  <a:gd name="T16" fmla="*/ 0 w 2"/>
                  <a:gd name="T17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" h="7">
                    <a:moveTo>
                      <a:pt x="0" y="3"/>
                    </a:moveTo>
                    <a:lnTo>
                      <a:pt x="0" y="3"/>
                    </a:lnTo>
                    <a:lnTo>
                      <a:pt x="1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4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7" name="íŝ1îdé"/>
              <p:cNvSpPr/>
              <p:nvPr/>
            </p:nvSpPr>
            <p:spPr bwMode="auto">
              <a:xfrm>
                <a:off x="1856964" y="2830020"/>
                <a:ext cx="12287" cy="36861"/>
              </a:xfrm>
              <a:custGeom>
                <a:avLst/>
                <a:gdLst>
                  <a:gd name="T0" fmla="*/ 3 w 4"/>
                  <a:gd name="T1" fmla="*/ 2 h 12"/>
                  <a:gd name="T2" fmla="*/ 3 w 4"/>
                  <a:gd name="T3" fmla="*/ 2 h 12"/>
                  <a:gd name="T4" fmla="*/ 4 w 4"/>
                  <a:gd name="T5" fmla="*/ 0 h 12"/>
                  <a:gd name="T6" fmla="*/ 4 w 4"/>
                  <a:gd name="T7" fmla="*/ 0 h 12"/>
                  <a:gd name="T8" fmla="*/ 3 w 4"/>
                  <a:gd name="T9" fmla="*/ 7 h 12"/>
                  <a:gd name="T10" fmla="*/ 0 w 4"/>
                  <a:gd name="T11" fmla="*/ 12 h 12"/>
                  <a:gd name="T12" fmla="*/ 0 w 4"/>
                  <a:gd name="T13" fmla="*/ 12 h 12"/>
                  <a:gd name="T14" fmla="*/ 1 w 4"/>
                  <a:gd name="T15" fmla="*/ 8 h 12"/>
                  <a:gd name="T16" fmla="*/ 3 w 4"/>
                  <a:gd name="T17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12">
                    <a:moveTo>
                      <a:pt x="3" y="2"/>
                    </a:moveTo>
                    <a:lnTo>
                      <a:pt x="3" y="2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3" y="7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1" y="8"/>
                    </a:lnTo>
                    <a:lnTo>
                      <a:pt x="3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8" name="išḷïḓé"/>
              <p:cNvSpPr/>
              <p:nvPr/>
            </p:nvSpPr>
            <p:spPr bwMode="auto">
              <a:xfrm>
                <a:off x="1727948" y="2989751"/>
                <a:ext cx="18433" cy="55293"/>
              </a:xfrm>
              <a:custGeom>
                <a:avLst/>
                <a:gdLst>
                  <a:gd name="T0" fmla="*/ 0 w 5"/>
                  <a:gd name="T1" fmla="*/ 17 h 19"/>
                  <a:gd name="T2" fmla="*/ 0 w 5"/>
                  <a:gd name="T3" fmla="*/ 17 h 19"/>
                  <a:gd name="T4" fmla="*/ 3 w 5"/>
                  <a:gd name="T5" fmla="*/ 9 h 19"/>
                  <a:gd name="T6" fmla="*/ 5 w 5"/>
                  <a:gd name="T7" fmla="*/ 0 h 19"/>
                  <a:gd name="T8" fmla="*/ 5 w 5"/>
                  <a:gd name="T9" fmla="*/ 0 h 19"/>
                  <a:gd name="T10" fmla="*/ 4 w 5"/>
                  <a:gd name="T11" fmla="*/ 10 h 19"/>
                  <a:gd name="T12" fmla="*/ 3 w 5"/>
                  <a:gd name="T13" fmla="*/ 15 h 19"/>
                  <a:gd name="T14" fmla="*/ 1 w 5"/>
                  <a:gd name="T15" fmla="*/ 19 h 19"/>
                  <a:gd name="T16" fmla="*/ 1 w 5"/>
                  <a:gd name="T17" fmla="*/ 19 h 19"/>
                  <a:gd name="T18" fmla="*/ 1 w 5"/>
                  <a:gd name="T19" fmla="*/ 17 h 19"/>
                  <a:gd name="T20" fmla="*/ 1 w 5"/>
                  <a:gd name="T21" fmla="*/ 17 h 19"/>
                  <a:gd name="T22" fmla="*/ 0 w 5"/>
                  <a:gd name="T23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19">
                    <a:moveTo>
                      <a:pt x="0" y="17"/>
                    </a:moveTo>
                    <a:lnTo>
                      <a:pt x="0" y="17"/>
                    </a:lnTo>
                    <a:lnTo>
                      <a:pt x="3" y="9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4" y="10"/>
                    </a:lnTo>
                    <a:lnTo>
                      <a:pt x="3" y="15"/>
                    </a:lnTo>
                    <a:lnTo>
                      <a:pt x="1" y="19"/>
                    </a:lnTo>
                    <a:lnTo>
                      <a:pt x="1" y="19"/>
                    </a:lnTo>
                    <a:lnTo>
                      <a:pt x="1" y="17"/>
                    </a:lnTo>
                    <a:lnTo>
                      <a:pt x="1" y="17"/>
                    </a:lnTo>
                    <a:lnTo>
                      <a:pt x="0" y="1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599" name="iṣ1ïḑe"/>
              <p:cNvSpPr/>
              <p:nvPr/>
            </p:nvSpPr>
            <p:spPr bwMode="auto">
              <a:xfrm>
                <a:off x="1770955" y="2952890"/>
                <a:ext cx="12287" cy="18433"/>
              </a:xfrm>
              <a:custGeom>
                <a:avLst/>
                <a:gdLst>
                  <a:gd name="T0" fmla="*/ 0 w 3"/>
                  <a:gd name="T1" fmla="*/ 8 h 8"/>
                  <a:gd name="T2" fmla="*/ 0 w 3"/>
                  <a:gd name="T3" fmla="*/ 8 h 8"/>
                  <a:gd name="T4" fmla="*/ 0 w 3"/>
                  <a:gd name="T5" fmla="*/ 2 h 8"/>
                  <a:gd name="T6" fmla="*/ 0 w 3"/>
                  <a:gd name="T7" fmla="*/ 2 h 8"/>
                  <a:gd name="T8" fmla="*/ 1 w 3"/>
                  <a:gd name="T9" fmla="*/ 0 h 8"/>
                  <a:gd name="T10" fmla="*/ 3 w 3"/>
                  <a:gd name="T11" fmla="*/ 0 h 8"/>
                  <a:gd name="T12" fmla="*/ 3 w 3"/>
                  <a:gd name="T13" fmla="*/ 0 h 8"/>
                  <a:gd name="T14" fmla="*/ 1 w 3"/>
                  <a:gd name="T15" fmla="*/ 3 h 8"/>
                  <a:gd name="T16" fmla="*/ 0 w 3"/>
                  <a:gd name="T17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8">
                    <a:moveTo>
                      <a:pt x="0" y="8"/>
                    </a:moveTo>
                    <a:lnTo>
                      <a:pt x="0" y="8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1" y="3"/>
                    </a:lnTo>
                    <a:lnTo>
                      <a:pt x="0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0" name="íšḻïḋé"/>
              <p:cNvSpPr/>
              <p:nvPr/>
            </p:nvSpPr>
            <p:spPr bwMode="auto">
              <a:xfrm>
                <a:off x="1709520" y="3045040"/>
                <a:ext cx="12287" cy="36861"/>
              </a:xfrm>
              <a:custGeom>
                <a:avLst/>
                <a:gdLst>
                  <a:gd name="T0" fmla="*/ 2 w 4"/>
                  <a:gd name="T1" fmla="*/ 3 h 11"/>
                  <a:gd name="T2" fmla="*/ 2 w 4"/>
                  <a:gd name="T3" fmla="*/ 3 h 11"/>
                  <a:gd name="T4" fmla="*/ 2 w 4"/>
                  <a:gd name="T5" fmla="*/ 3 h 11"/>
                  <a:gd name="T6" fmla="*/ 1 w 4"/>
                  <a:gd name="T7" fmla="*/ 6 h 11"/>
                  <a:gd name="T8" fmla="*/ 0 w 4"/>
                  <a:gd name="T9" fmla="*/ 7 h 11"/>
                  <a:gd name="T10" fmla="*/ 0 w 4"/>
                  <a:gd name="T11" fmla="*/ 4 h 11"/>
                  <a:gd name="T12" fmla="*/ 0 w 4"/>
                  <a:gd name="T13" fmla="*/ 4 h 11"/>
                  <a:gd name="T14" fmla="*/ 1 w 4"/>
                  <a:gd name="T15" fmla="*/ 3 h 11"/>
                  <a:gd name="T16" fmla="*/ 1 w 4"/>
                  <a:gd name="T17" fmla="*/ 1 h 11"/>
                  <a:gd name="T18" fmla="*/ 2 w 4"/>
                  <a:gd name="T19" fmla="*/ 1 h 11"/>
                  <a:gd name="T20" fmla="*/ 2 w 4"/>
                  <a:gd name="T21" fmla="*/ 0 h 11"/>
                  <a:gd name="T22" fmla="*/ 2 w 4"/>
                  <a:gd name="T23" fmla="*/ 0 h 11"/>
                  <a:gd name="T24" fmla="*/ 4 w 4"/>
                  <a:gd name="T25" fmla="*/ 6 h 11"/>
                  <a:gd name="T26" fmla="*/ 4 w 4"/>
                  <a:gd name="T27" fmla="*/ 6 h 11"/>
                  <a:gd name="T28" fmla="*/ 2 w 4"/>
                  <a:gd name="T29" fmla="*/ 10 h 11"/>
                  <a:gd name="T30" fmla="*/ 1 w 4"/>
                  <a:gd name="T31" fmla="*/ 11 h 11"/>
                  <a:gd name="T32" fmla="*/ 1 w 4"/>
                  <a:gd name="T33" fmla="*/ 11 h 11"/>
                  <a:gd name="T34" fmla="*/ 1 w 4"/>
                  <a:gd name="T35" fmla="*/ 11 h 11"/>
                  <a:gd name="T36" fmla="*/ 2 w 4"/>
                  <a:gd name="T37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4" h="11">
                    <a:moveTo>
                      <a:pt x="2" y="3"/>
                    </a:moveTo>
                    <a:lnTo>
                      <a:pt x="2" y="3"/>
                    </a:lnTo>
                    <a:lnTo>
                      <a:pt x="2" y="3"/>
                    </a:lnTo>
                    <a:lnTo>
                      <a:pt x="1" y="6"/>
                    </a:lnTo>
                    <a:lnTo>
                      <a:pt x="0" y="7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1" y="3"/>
                    </a:lnTo>
                    <a:lnTo>
                      <a:pt x="1" y="1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2" y="10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1" y="11"/>
                    </a:lnTo>
                    <a:lnTo>
                      <a:pt x="2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1" name="îś1íḍê"/>
              <p:cNvSpPr/>
              <p:nvPr/>
            </p:nvSpPr>
            <p:spPr bwMode="auto">
              <a:xfrm>
                <a:off x="2041270" y="2621140"/>
                <a:ext cx="12287" cy="24574"/>
              </a:xfrm>
              <a:custGeom>
                <a:avLst/>
                <a:gdLst>
                  <a:gd name="T0" fmla="*/ 4 w 4"/>
                  <a:gd name="T1" fmla="*/ 0 h 9"/>
                  <a:gd name="T2" fmla="*/ 4 w 4"/>
                  <a:gd name="T3" fmla="*/ 0 h 9"/>
                  <a:gd name="T4" fmla="*/ 3 w 4"/>
                  <a:gd name="T5" fmla="*/ 4 h 9"/>
                  <a:gd name="T6" fmla="*/ 0 w 4"/>
                  <a:gd name="T7" fmla="*/ 9 h 9"/>
                  <a:gd name="T8" fmla="*/ 0 w 4"/>
                  <a:gd name="T9" fmla="*/ 9 h 9"/>
                  <a:gd name="T10" fmla="*/ 3 w 4"/>
                  <a:gd name="T11" fmla="*/ 3 h 9"/>
                  <a:gd name="T12" fmla="*/ 4 w 4"/>
                  <a:gd name="T13" fmla="*/ 0 h 9"/>
                  <a:gd name="T14" fmla="*/ 4 w 4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9">
                    <a:moveTo>
                      <a:pt x="4" y="0"/>
                    </a:moveTo>
                    <a:lnTo>
                      <a:pt x="4" y="0"/>
                    </a:lnTo>
                    <a:lnTo>
                      <a:pt x="3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3" y="3"/>
                    </a:lnTo>
                    <a:lnTo>
                      <a:pt x="4" y="0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2" name="i$ļïḑé"/>
              <p:cNvSpPr/>
              <p:nvPr/>
            </p:nvSpPr>
            <p:spPr bwMode="auto">
              <a:xfrm>
                <a:off x="1789383" y="2885310"/>
                <a:ext cx="12287" cy="36861"/>
              </a:xfrm>
              <a:custGeom>
                <a:avLst/>
                <a:gdLst>
                  <a:gd name="T0" fmla="*/ 4 w 4"/>
                  <a:gd name="T1" fmla="*/ 0 h 12"/>
                  <a:gd name="T2" fmla="*/ 4 w 4"/>
                  <a:gd name="T3" fmla="*/ 0 h 12"/>
                  <a:gd name="T4" fmla="*/ 0 w 4"/>
                  <a:gd name="T5" fmla="*/ 12 h 12"/>
                  <a:gd name="T6" fmla="*/ 0 w 4"/>
                  <a:gd name="T7" fmla="*/ 12 h 12"/>
                  <a:gd name="T8" fmla="*/ 1 w 4"/>
                  <a:gd name="T9" fmla="*/ 6 h 12"/>
                  <a:gd name="T10" fmla="*/ 4 w 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2">
                    <a:moveTo>
                      <a:pt x="4" y="0"/>
                    </a:moveTo>
                    <a:lnTo>
                      <a:pt x="4" y="0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1" y="6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3" name="íśḷíḋè"/>
              <p:cNvSpPr/>
              <p:nvPr/>
            </p:nvSpPr>
            <p:spPr bwMode="auto">
              <a:xfrm>
                <a:off x="2471317" y="2326250"/>
                <a:ext cx="18433" cy="12287"/>
              </a:xfrm>
              <a:custGeom>
                <a:avLst/>
                <a:gdLst>
                  <a:gd name="T0" fmla="*/ 5 w 5"/>
                  <a:gd name="T1" fmla="*/ 0 h 5"/>
                  <a:gd name="T2" fmla="*/ 5 w 5"/>
                  <a:gd name="T3" fmla="*/ 0 h 5"/>
                  <a:gd name="T4" fmla="*/ 3 w 5"/>
                  <a:gd name="T5" fmla="*/ 3 h 5"/>
                  <a:gd name="T6" fmla="*/ 0 w 5"/>
                  <a:gd name="T7" fmla="*/ 5 h 5"/>
                  <a:gd name="T8" fmla="*/ 0 w 5"/>
                  <a:gd name="T9" fmla="*/ 5 h 5"/>
                  <a:gd name="T10" fmla="*/ 1 w 5"/>
                  <a:gd name="T11" fmla="*/ 3 h 5"/>
                  <a:gd name="T12" fmla="*/ 5 w 5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lnTo>
                      <a:pt x="5" y="0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4" name="íšḻiďè"/>
              <p:cNvSpPr/>
              <p:nvPr/>
            </p:nvSpPr>
            <p:spPr bwMode="auto">
              <a:xfrm>
                <a:off x="1838532" y="2799299"/>
                <a:ext cx="18433" cy="30720"/>
              </a:xfrm>
              <a:custGeom>
                <a:avLst/>
                <a:gdLst>
                  <a:gd name="T0" fmla="*/ 6 w 6"/>
                  <a:gd name="T1" fmla="*/ 0 h 11"/>
                  <a:gd name="T2" fmla="*/ 6 w 6"/>
                  <a:gd name="T3" fmla="*/ 0 h 11"/>
                  <a:gd name="T4" fmla="*/ 3 w 6"/>
                  <a:gd name="T5" fmla="*/ 5 h 11"/>
                  <a:gd name="T6" fmla="*/ 0 w 6"/>
                  <a:gd name="T7" fmla="*/ 11 h 11"/>
                  <a:gd name="T8" fmla="*/ 0 w 6"/>
                  <a:gd name="T9" fmla="*/ 11 h 11"/>
                  <a:gd name="T10" fmla="*/ 3 w 6"/>
                  <a:gd name="T11" fmla="*/ 2 h 11"/>
                  <a:gd name="T12" fmla="*/ 3 w 6"/>
                  <a:gd name="T13" fmla="*/ 2 h 11"/>
                  <a:gd name="T14" fmla="*/ 5 w 6"/>
                  <a:gd name="T15" fmla="*/ 0 h 11"/>
                  <a:gd name="T16" fmla="*/ 6 w 6"/>
                  <a:gd name="T17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1">
                    <a:moveTo>
                      <a:pt x="6" y="0"/>
                    </a:moveTo>
                    <a:lnTo>
                      <a:pt x="6" y="0"/>
                    </a:lnTo>
                    <a:lnTo>
                      <a:pt x="3" y="5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5" y="0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5" name="ïśľîḓé"/>
              <p:cNvSpPr/>
              <p:nvPr/>
            </p:nvSpPr>
            <p:spPr bwMode="auto">
              <a:xfrm>
                <a:off x="2096560" y="2522843"/>
                <a:ext cx="24574" cy="36861"/>
              </a:xfrm>
              <a:custGeom>
                <a:avLst/>
                <a:gdLst>
                  <a:gd name="T0" fmla="*/ 0 w 9"/>
                  <a:gd name="T1" fmla="*/ 11 h 12"/>
                  <a:gd name="T2" fmla="*/ 0 w 9"/>
                  <a:gd name="T3" fmla="*/ 11 h 12"/>
                  <a:gd name="T4" fmla="*/ 4 w 9"/>
                  <a:gd name="T5" fmla="*/ 5 h 12"/>
                  <a:gd name="T6" fmla="*/ 4 w 9"/>
                  <a:gd name="T7" fmla="*/ 5 h 12"/>
                  <a:gd name="T8" fmla="*/ 9 w 9"/>
                  <a:gd name="T9" fmla="*/ 0 h 12"/>
                  <a:gd name="T10" fmla="*/ 9 w 9"/>
                  <a:gd name="T11" fmla="*/ 0 h 12"/>
                  <a:gd name="T12" fmla="*/ 4 w 9"/>
                  <a:gd name="T13" fmla="*/ 8 h 12"/>
                  <a:gd name="T14" fmla="*/ 4 w 9"/>
                  <a:gd name="T15" fmla="*/ 8 h 12"/>
                  <a:gd name="T16" fmla="*/ 2 w 9"/>
                  <a:gd name="T17" fmla="*/ 12 h 12"/>
                  <a:gd name="T18" fmla="*/ 0 w 9"/>
                  <a:gd name="T19" fmla="*/ 12 h 12"/>
                  <a:gd name="T20" fmla="*/ 0 w 9"/>
                  <a:gd name="T21" fmla="*/ 1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12">
                    <a:moveTo>
                      <a:pt x="0" y="11"/>
                    </a:moveTo>
                    <a:lnTo>
                      <a:pt x="0" y="11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2" y="12"/>
                    </a:lnTo>
                    <a:lnTo>
                      <a:pt x="0" y="12"/>
                    </a:lnTo>
                    <a:lnTo>
                      <a:pt x="0" y="1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6" name="îṥľíďê"/>
              <p:cNvSpPr/>
              <p:nvPr/>
            </p:nvSpPr>
            <p:spPr bwMode="auto">
              <a:xfrm>
                <a:off x="1703374" y="2897597"/>
                <a:ext cx="49148" cy="110582"/>
              </a:xfrm>
              <a:custGeom>
                <a:avLst/>
                <a:gdLst>
                  <a:gd name="T0" fmla="*/ 9 w 16"/>
                  <a:gd name="T1" fmla="*/ 5 h 36"/>
                  <a:gd name="T2" fmla="*/ 9 w 16"/>
                  <a:gd name="T3" fmla="*/ 5 h 36"/>
                  <a:gd name="T4" fmla="*/ 9 w 16"/>
                  <a:gd name="T5" fmla="*/ 8 h 36"/>
                  <a:gd name="T6" fmla="*/ 9 w 16"/>
                  <a:gd name="T7" fmla="*/ 8 h 36"/>
                  <a:gd name="T8" fmla="*/ 10 w 16"/>
                  <a:gd name="T9" fmla="*/ 3 h 36"/>
                  <a:gd name="T10" fmla="*/ 10 w 16"/>
                  <a:gd name="T11" fmla="*/ 3 h 36"/>
                  <a:gd name="T12" fmla="*/ 10 w 16"/>
                  <a:gd name="T13" fmla="*/ 8 h 36"/>
                  <a:gd name="T14" fmla="*/ 9 w 16"/>
                  <a:gd name="T15" fmla="*/ 12 h 36"/>
                  <a:gd name="T16" fmla="*/ 9 w 16"/>
                  <a:gd name="T17" fmla="*/ 12 h 36"/>
                  <a:gd name="T18" fmla="*/ 12 w 16"/>
                  <a:gd name="T19" fmla="*/ 6 h 36"/>
                  <a:gd name="T20" fmla="*/ 14 w 16"/>
                  <a:gd name="T21" fmla="*/ 2 h 36"/>
                  <a:gd name="T22" fmla="*/ 14 w 16"/>
                  <a:gd name="T23" fmla="*/ 2 h 36"/>
                  <a:gd name="T24" fmla="*/ 16 w 16"/>
                  <a:gd name="T25" fmla="*/ 0 h 36"/>
                  <a:gd name="T26" fmla="*/ 16 w 16"/>
                  <a:gd name="T27" fmla="*/ 0 h 36"/>
                  <a:gd name="T28" fmla="*/ 16 w 16"/>
                  <a:gd name="T29" fmla="*/ 3 h 36"/>
                  <a:gd name="T30" fmla="*/ 16 w 16"/>
                  <a:gd name="T31" fmla="*/ 3 h 36"/>
                  <a:gd name="T32" fmla="*/ 16 w 16"/>
                  <a:gd name="T33" fmla="*/ 3 h 36"/>
                  <a:gd name="T34" fmla="*/ 14 w 16"/>
                  <a:gd name="T35" fmla="*/ 5 h 36"/>
                  <a:gd name="T36" fmla="*/ 13 w 16"/>
                  <a:gd name="T37" fmla="*/ 9 h 36"/>
                  <a:gd name="T38" fmla="*/ 13 w 16"/>
                  <a:gd name="T39" fmla="*/ 9 h 36"/>
                  <a:gd name="T40" fmla="*/ 12 w 16"/>
                  <a:gd name="T41" fmla="*/ 12 h 36"/>
                  <a:gd name="T42" fmla="*/ 12 w 16"/>
                  <a:gd name="T43" fmla="*/ 15 h 36"/>
                  <a:gd name="T44" fmla="*/ 12 w 16"/>
                  <a:gd name="T45" fmla="*/ 15 h 36"/>
                  <a:gd name="T46" fmla="*/ 10 w 16"/>
                  <a:gd name="T47" fmla="*/ 19 h 36"/>
                  <a:gd name="T48" fmla="*/ 10 w 16"/>
                  <a:gd name="T49" fmla="*/ 19 h 36"/>
                  <a:gd name="T50" fmla="*/ 9 w 16"/>
                  <a:gd name="T51" fmla="*/ 22 h 36"/>
                  <a:gd name="T52" fmla="*/ 9 w 16"/>
                  <a:gd name="T53" fmla="*/ 22 h 36"/>
                  <a:gd name="T54" fmla="*/ 6 w 16"/>
                  <a:gd name="T55" fmla="*/ 26 h 36"/>
                  <a:gd name="T56" fmla="*/ 4 w 16"/>
                  <a:gd name="T57" fmla="*/ 32 h 36"/>
                  <a:gd name="T58" fmla="*/ 4 w 16"/>
                  <a:gd name="T59" fmla="*/ 32 h 36"/>
                  <a:gd name="T60" fmla="*/ 4 w 16"/>
                  <a:gd name="T61" fmla="*/ 33 h 36"/>
                  <a:gd name="T62" fmla="*/ 4 w 16"/>
                  <a:gd name="T63" fmla="*/ 32 h 36"/>
                  <a:gd name="T64" fmla="*/ 6 w 16"/>
                  <a:gd name="T65" fmla="*/ 32 h 36"/>
                  <a:gd name="T66" fmla="*/ 6 w 16"/>
                  <a:gd name="T67" fmla="*/ 32 h 36"/>
                  <a:gd name="T68" fmla="*/ 6 w 16"/>
                  <a:gd name="T69" fmla="*/ 32 h 36"/>
                  <a:gd name="T70" fmla="*/ 3 w 16"/>
                  <a:gd name="T71" fmla="*/ 36 h 36"/>
                  <a:gd name="T72" fmla="*/ 3 w 16"/>
                  <a:gd name="T73" fmla="*/ 36 h 36"/>
                  <a:gd name="T74" fmla="*/ 2 w 16"/>
                  <a:gd name="T75" fmla="*/ 36 h 36"/>
                  <a:gd name="T76" fmla="*/ 0 w 16"/>
                  <a:gd name="T77" fmla="*/ 29 h 36"/>
                  <a:gd name="T78" fmla="*/ 0 w 16"/>
                  <a:gd name="T79" fmla="*/ 29 h 36"/>
                  <a:gd name="T80" fmla="*/ 2 w 16"/>
                  <a:gd name="T81" fmla="*/ 29 h 36"/>
                  <a:gd name="T82" fmla="*/ 3 w 16"/>
                  <a:gd name="T83" fmla="*/ 29 h 36"/>
                  <a:gd name="T84" fmla="*/ 3 w 16"/>
                  <a:gd name="T85" fmla="*/ 29 h 36"/>
                  <a:gd name="T86" fmla="*/ 3 w 16"/>
                  <a:gd name="T87" fmla="*/ 26 h 36"/>
                  <a:gd name="T88" fmla="*/ 4 w 16"/>
                  <a:gd name="T89" fmla="*/ 23 h 36"/>
                  <a:gd name="T90" fmla="*/ 4 w 16"/>
                  <a:gd name="T91" fmla="*/ 23 h 36"/>
                  <a:gd name="T92" fmla="*/ 2 w 16"/>
                  <a:gd name="T93" fmla="*/ 26 h 36"/>
                  <a:gd name="T94" fmla="*/ 2 w 16"/>
                  <a:gd name="T95" fmla="*/ 26 h 36"/>
                  <a:gd name="T96" fmla="*/ 3 w 16"/>
                  <a:gd name="T97" fmla="*/ 20 h 36"/>
                  <a:gd name="T98" fmla="*/ 3 w 16"/>
                  <a:gd name="T99" fmla="*/ 20 h 36"/>
                  <a:gd name="T100" fmla="*/ 2 w 16"/>
                  <a:gd name="T101" fmla="*/ 20 h 36"/>
                  <a:gd name="T102" fmla="*/ 2 w 16"/>
                  <a:gd name="T103" fmla="*/ 20 h 36"/>
                  <a:gd name="T104" fmla="*/ 3 w 16"/>
                  <a:gd name="T105" fmla="*/ 16 h 36"/>
                  <a:gd name="T106" fmla="*/ 4 w 16"/>
                  <a:gd name="T107" fmla="*/ 12 h 36"/>
                  <a:gd name="T108" fmla="*/ 4 w 16"/>
                  <a:gd name="T109" fmla="*/ 12 h 36"/>
                  <a:gd name="T110" fmla="*/ 4 w 16"/>
                  <a:gd name="T111" fmla="*/ 15 h 36"/>
                  <a:gd name="T112" fmla="*/ 4 w 16"/>
                  <a:gd name="T113" fmla="*/ 16 h 36"/>
                  <a:gd name="T114" fmla="*/ 4 w 16"/>
                  <a:gd name="T115" fmla="*/ 16 h 36"/>
                  <a:gd name="T116" fmla="*/ 9 w 16"/>
                  <a:gd name="T117" fmla="*/ 5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" h="36">
                    <a:moveTo>
                      <a:pt x="9" y="5"/>
                    </a:moveTo>
                    <a:lnTo>
                      <a:pt x="9" y="5"/>
                    </a:lnTo>
                    <a:lnTo>
                      <a:pt x="9" y="8"/>
                    </a:lnTo>
                    <a:lnTo>
                      <a:pt x="9" y="8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10" y="8"/>
                    </a:lnTo>
                    <a:lnTo>
                      <a:pt x="9" y="12"/>
                    </a:lnTo>
                    <a:lnTo>
                      <a:pt x="9" y="12"/>
                    </a:lnTo>
                    <a:lnTo>
                      <a:pt x="12" y="6"/>
                    </a:lnTo>
                    <a:lnTo>
                      <a:pt x="14" y="2"/>
                    </a:lnTo>
                    <a:lnTo>
                      <a:pt x="14" y="2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6" y="3"/>
                    </a:lnTo>
                    <a:lnTo>
                      <a:pt x="16" y="3"/>
                    </a:lnTo>
                    <a:lnTo>
                      <a:pt x="16" y="3"/>
                    </a:lnTo>
                    <a:lnTo>
                      <a:pt x="14" y="5"/>
                    </a:lnTo>
                    <a:lnTo>
                      <a:pt x="13" y="9"/>
                    </a:lnTo>
                    <a:lnTo>
                      <a:pt x="13" y="9"/>
                    </a:lnTo>
                    <a:lnTo>
                      <a:pt x="12" y="12"/>
                    </a:lnTo>
                    <a:lnTo>
                      <a:pt x="12" y="15"/>
                    </a:lnTo>
                    <a:lnTo>
                      <a:pt x="12" y="15"/>
                    </a:lnTo>
                    <a:lnTo>
                      <a:pt x="10" y="19"/>
                    </a:lnTo>
                    <a:lnTo>
                      <a:pt x="10" y="19"/>
                    </a:lnTo>
                    <a:lnTo>
                      <a:pt x="9" y="22"/>
                    </a:lnTo>
                    <a:lnTo>
                      <a:pt x="9" y="22"/>
                    </a:lnTo>
                    <a:lnTo>
                      <a:pt x="6" y="26"/>
                    </a:lnTo>
                    <a:lnTo>
                      <a:pt x="4" y="32"/>
                    </a:lnTo>
                    <a:lnTo>
                      <a:pt x="4" y="32"/>
                    </a:lnTo>
                    <a:lnTo>
                      <a:pt x="4" y="33"/>
                    </a:lnTo>
                    <a:lnTo>
                      <a:pt x="4" y="32"/>
                    </a:lnTo>
                    <a:lnTo>
                      <a:pt x="6" y="32"/>
                    </a:lnTo>
                    <a:lnTo>
                      <a:pt x="6" y="32"/>
                    </a:lnTo>
                    <a:lnTo>
                      <a:pt x="6" y="32"/>
                    </a:lnTo>
                    <a:lnTo>
                      <a:pt x="3" y="36"/>
                    </a:lnTo>
                    <a:lnTo>
                      <a:pt x="3" y="36"/>
                    </a:lnTo>
                    <a:lnTo>
                      <a:pt x="2" y="36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2" y="29"/>
                    </a:lnTo>
                    <a:lnTo>
                      <a:pt x="3" y="29"/>
                    </a:lnTo>
                    <a:lnTo>
                      <a:pt x="3" y="29"/>
                    </a:lnTo>
                    <a:lnTo>
                      <a:pt x="3" y="26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2" y="26"/>
                    </a:lnTo>
                    <a:lnTo>
                      <a:pt x="2" y="26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6"/>
                    </a:lnTo>
                    <a:lnTo>
                      <a:pt x="4" y="12"/>
                    </a:lnTo>
                    <a:lnTo>
                      <a:pt x="4" y="12"/>
                    </a:lnTo>
                    <a:lnTo>
                      <a:pt x="4" y="15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9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7" name="îŝľîḓé"/>
              <p:cNvSpPr/>
              <p:nvPr/>
            </p:nvSpPr>
            <p:spPr bwMode="auto">
              <a:xfrm>
                <a:off x="1795529" y="2756298"/>
                <a:ext cx="36861" cy="92155"/>
              </a:xfrm>
              <a:custGeom>
                <a:avLst/>
                <a:gdLst>
                  <a:gd name="T0" fmla="*/ 0 w 12"/>
                  <a:gd name="T1" fmla="*/ 25 h 30"/>
                  <a:gd name="T2" fmla="*/ 0 w 12"/>
                  <a:gd name="T3" fmla="*/ 25 h 30"/>
                  <a:gd name="T4" fmla="*/ 0 w 12"/>
                  <a:gd name="T5" fmla="*/ 22 h 30"/>
                  <a:gd name="T6" fmla="*/ 2 w 12"/>
                  <a:gd name="T7" fmla="*/ 17 h 30"/>
                  <a:gd name="T8" fmla="*/ 2 w 12"/>
                  <a:gd name="T9" fmla="*/ 17 h 30"/>
                  <a:gd name="T10" fmla="*/ 3 w 12"/>
                  <a:gd name="T11" fmla="*/ 16 h 30"/>
                  <a:gd name="T12" fmla="*/ 4 w 12"/>
                  <a:gd name="T13" fmla="*/ 13 h 30"/>
                  <a:gd name="T14" fmla="*/ 4 w 12"/>
                  <a:gd name="T15" fmla="*/ 13 h 30"/>
                  <a:gd name="T16" fmla="*/ 7 w 12"/>
                  <a:gd name="T17" fmla="*/ 6 h 30"/>
                  <a:gd name="T18" fmla="*/ 7 w 12"/>
                  <a:gd name="T19" fmla="*/ 6 h 30"/>
                  <a:gd name="T20" fmla="*/ 7 w 12"/>
                  <a:gd name="T21" fmla="*/ 7 h 30"/>
                  <a:gd name="T22" fmla="*/ 9 w 12"/>
                  <a:gd name="T23" fmla="*/ 6 h 30"/>
                  <a:gd name="T24" fmla="*/ 10 w 12"/>
                  <a:gd name="T25" fmla="*/ 2 h 30"/>
                  <a:gd name="T26" fmla="*/ 12 w 12"/>
                  <a:gd name="T27" fmla="*/ 0 h 30"/>
                  <a:gd name="T28" fmla="*/ 12 w 12"/>
                  <a:gd name="T29" fmla="*/ 0 h 30"/>
                  <a:gd name="T30" fmla="*/ 9 w 12"/>
                  <a:gd name="T31" fmla="*/ 7 h 30"/>
                  <a:gd name="T32" fmla="*/ 6 w 12"/>
                  <a:gd name="T33" fmla="*/ 13 h 30"/>
                  <a:gd name="T34" fmla="*/ 6 w 12"/>
                  <a:gd name="T35" fmla="*/ 13 h 30"/>
                  <a:gd name="T36" fmla="*/ 6 w 12"/>
                  <a:gd name="T37" fmla="*/ 19 h 30"/>
                  <a:gd name="T38" fmla="*/ 6 w 12"/>
                  <a:gd name="T39" fmla="*/ 23 h 30"/>
                  <a:gd name="T40" fmla="*/ 6 w 12"/>
                  <a:gd name="T41" fmla="*/ 26 h 30"/>
                  <a:gd name="T42" fmla="*/ 4 w 12"/>
                  <a:gd name="T43" fmla="*/ 30 h 30"/>
                  <a:gd name="T44" fmla="*/ 4 w 12"/>
                  <a:gd name="T45" fmla="*/ 30 h 30"/>
                  <a:gd name="T46" fmla="*/ 4 w 12"/>
                  <a:gd name="T47" fmla="*/ 26 h 30"/>
                  <a:gd name="T48" fmla="*/ 4 w 12"/>
                  <a:gd name="T49" fmla="*/ 22 h 30"/>
                  <a:gd name="T50" fmla="*/ 3 w 12"/>
                  <a:gd name="T51" fmla="*/ 20 h 30"/>
                  <a:gd name="T52" fmla="*/ 3 w 12"/>
                  <a:gd name="T53" fmla="*/ 20 h 30"/>
                  <a:gd name="T54" fmla="*/ 0 w 12"/>
                  <a:gd name="T55" fmla="*/ 25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" h="30">
                    <a:moveTo>
                      <a:pt x="0" y="25"/>
                    </a:moveTo>
                    <a:lnTo>
                      <a:pt x="0" y="25"/>
                    </a:lnTo>
                    <a:lnTo>
                      <a:pt x="0" y="22"/>
                    </a:lnTo>
                    <a:lnTo>
                      <a:pt x="2" y="17"/>
                    </a:lnTo>
                    <a:lnTo>
                      <a:pt x="2" y="17"/>
                    </a:lnTo>
                    <a:lnTo>
                      <a:pt x="3" y="16"/>
                    </a:lnTo>
                    <a:lnTo>
                      <a:pt x="4" y="13"/>
                    </a:lnTo>
                    <a:lnTo>
                      <a:pt x="4" y="13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2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9" y="7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9"/>
                    </a:lnTo>
                    <a:lnTo>
                      <a:pt x="6" y="23"/>
                    </a:lnTo>
                    <a:lnTo>
                      <a:pt x="6" y="26"/>
                    </a:lnTo>
                    <a:lnTo>
                      <a:pt x="4" y="30"/>
                    </a:lnTo>
                    <a:lnTo>
                      <a:pt x="4" y="30"/>
                    </a:lnTo>
                    <a:lnTo>
                      <a:pt x="4" y="26"/>
                    </a:lnTo>
                    <a:lnTo>
                      <a:pt x="4" y="22"/>
                    </a:lnTo>
                    <a:lnTo>
                      <a:pt x="3" y="20"/>
                    </a:lnTo>
                    <a:lnTo>
                      <a:pt x="3" y="20"/>
                    </a:lnTo>
                    <a:lnTo>
                      <a:pt x="0" y="2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8" name="iṩ1íḑè"/>
              <p:cNvSpPr/>
              <p:nvPr/>
            </p:nvSpPr>
            <p:spPr bwMode="auto">
              <a:xfrm>
                <a:off x="2520465" y="2240240"/>
                <a:ext cx="61435" cy="55293"/>
              </a:xfrm>
              <a:custGeom>
                <a:avLst/>
                <a:gdLst>
                  <a:gd name="T0" fmla="*/ 11 w 18"/>
                  <a:gd name="T1" fmla="*/ 5 h 17"/>
                  <a:gd name="T2" fmla="*/ 11 w 18"/>
                  <a:gd name="T3" fmla="*/ 5 h 17"/>
                  <a:gd name="T4" fmla="*/ 11 w 18"/>
                  <a:gd name="T5" fmla="*/ 7 h 17"/>
                  <a:gd name="T6" fmla="*/ 11 w 18"/>
                  <a:gd name="T7" fmla="*/ 7 h 17"/>
                  <a:gd name="T8" fmla="*/ 13 w 18"/>
                  <a:gd name="T9" fmla="*/ 7 h 17"/>
                  <a:gd name="T10" fmla="*/ 13 w 18"/>
                  <a:gd name="T11" fmla="*/ 7 h 17"/>
                  <a:gd name="T12" fmla="*/ 14 w 18"/>
                  <a:gd name="T13" fmla="*/ 5 h 17"/>
                  <a:gd name="T14" fmla="*/ 14 w 18"/>
                  <a:gd name="T15" fmla="*/ 2 h 17"/>
                  <a:gd name="T16" fmla="*/ 14 w 18"/>
                  <a:gd name="T17" fmla="*/ 2 h 17"/>
                  <a:gd name="T18" fmla="*/ 18 w 18"/>
                  <a:gd name="T19" fmla="*/ 0 h 17"/>
                  <a:gd name="T20" fmla="*/ 18 w 18"/>
                  <a:gd name="T21" fmla="*/ 0 h 17"/>
                  <a:gd name="T22" fmla="*/ 17 w 18"/>
                  <a:gd name="T23" fmla="*/ 5 h 17"/>
                  <a:gd name="T24" fmla="*/ 14 w 18"/>
                  <a:gd name="T25" fmla="*/ 10 h 17"/>
                  <a:gd name="T26" fmla="*/ 14 w 18"/>
                  <a:gd name="T27" fmla="*/ 10 h 17"/>
                  <a:gd name="T28" fmla="*/ 7 w 18"/>
                  <a:gd name="T29" fmla="*/ 13 h 17"/>
                  <a:gd name="T30" fmla="*/ 0 w 18"/>
                  <a:gd name="T31" fmla="*/ 17 h 17"/>
                  <a:gd name="T32" fmla="*/ 0 w 18"/>
                  <a:gd name="T33" fmla="*/ 17 h 17"/>
                  <a:gd name="T34" fmla="*/ 6 w 18"/>
                  <a:gd name="T35" fmla="*/ 12 h 17"/>
                  <a:gd name="T36" fmla="*/ 11 w 18"/>
                  <a:gd name="T37" fmla="*/ 5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" h="17">
                    <a:moveTo>
                      <a:pt x="11" y="5"/>
                    </a:moveTo>
                    <a:lnTo>
                      <a:pt x="11" y="5"/>
                    </a:lnTo>
                    <a:lnTo>
                      <a:pt x="11" y="7"/>
                    </a:lnTo>
                    <a:lnTo>
                      <a:pt x="11" y="7"/>
                    </a:lnTo>
                    <a:lnTo>
                      <a:pt x="13" y="7"/>
                    </a:lnTo>
                    <a:lnTo>
                      <a:pt x="13" y="7"/>
                    </a:lnTo>
                    <a:lnTo>
                      <a:pt x="14" y="5"/>
                    </a:lnTo>
                    <a:lnTo>
                      <a:pt x="14" y="2"/>
                    </a:lnTo>
                    <a:lnTo>
                      <a:pt x="14" y="2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7" y="5"/>
                    </a:lnTo>
                    <a:lnTo>
                      <a:pt x="14" y="10"/>
                    </a:lnTo>
                    <a:lnTo>
                      <a:pt x="14" y="10"/>
                    </a:lnTo>
                    <a:lnTo>
                      <a:pt x="7" y="13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6" y="12"/>
                    </a:lnTo>
                    <a:lnTo>
                      <a:pt x="11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09" name="íšļîḑè"/>
              <p:cNvSpPr/>
              <p:nvPr/>
            </p:nvSpPr>
            <p:spPr bwMode="auto">
              <a:xfrm>
                <a:off x="2121134" y="2498269"/>
                <a:ext cx="18433" cy="24574"/>
              </a:xfrm>
              <a:custGeom>
                <a:avLst/>
                <a:gdLst>
                  <a:gd name="T0" fmla="*/ 5 w 5"/>
                  <a:gd name="T1" fmla="*/ 0 h 9"/>
                  <a:gd name="T2" fmla="*/ 5 w 5"/>
                  <a:gd name="T3" fmla="*/ 0 h 9"/>
                  <a:gd name="T4" fmla="*/ 4 w 5"/>
                  <a:gd name="T5" fmla="*/ 4 h 9"/>
                  <a:gd name="T6" fmla="*/ 0 w 5"/>
                  <a:gd name="T7" fmla="*/ 9 h 9"/>
                  <a:gd name="T8" fmla="*/ 0 w 5"/>
                  <a:gd name="T9" fmla="*/ 9 h 9"/>
                  <a:gd name="T10" fmla="*/ 5 w 5"/>
                  <a:gd name="T11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9">
                    <a:moveTo>
                      <a:pt x="5" y="0"/>
                    </a:moveTo>
                    <a:lnTo>
                      <a:pt x="5" y="0"/>
                    </a:lnTo>
                    <a:lnTo>
                      <a:pt x="4" y="4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0" name="ïṩlîḍe"/>
              <p:cNvSpPr/>
              <p:nvPr/>
            </p:nvSpPr>
            <p:spPr bwMode="auto">
              <a:xfrm>
                <a:off x="1697232" y="2983606"/>
                <a:ext cx="6145" cy="18433"/>
              </a:xfrm>
              <a:custGeom>
                <a:avLst/>
                <a:gdLst>
                  <a:gd name="T0" fmla="*/ 2 w 3"/>
                  <a:gd name="T1" fmla="*/ 0 h 6"/>
                  <a:gd name="T2" fmla="*/ 2 w 3"/>
                  <a:gd name="T3" fmla="*/ 0 h 6"/>
                  <a:gd name="T4" fmla="*/ 2 w 3"/>
                  <a:gd name="T5" fmla="*/ 1 h 6"/>
                  <a:gd name="T6" fmla="*/ 2 w 3"/>
                  <a:gd name="T7" fmla="*/ 0 h 6"/>
                  <a:gd name="T8" fmla="*/ 3 w 3"/>
                  <a:gd name="T9" fmla="*/ 0 h 6"/>
                  <a:gd name="T10" fmla="*/ 3 w 3"/>
                  <a:gd name="T11" fmla="*/ 1 h 6"/>
                  <a:gd name="T12" fmla="*/ 3 w 3"/>
                  <a:gd name="T13" fmla="*/ 1 h 6"/>
                  <a:gd name="T14" fmla="*/ 2 w 3"/>
                  <a:gd name="T15" fmla="*/ 4 h 6"/>
                  <a:gd name="T16" fmla="*/ 2 w 3"/>
                  <a:gd name="T17" fmla="*/ 6 h 6"/>
                  <a:gd name="T18" fmla="*/ 0 w 3"/>
                  <a:gd name="T19" fmla="*/ 4 h 6"/>
                  <a:gd name="T20" fmla="*/ 2 w 3"/>
                  <a:gd name="T2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6">
                    <a:moveTo>
                      <a:pt x="2" y="0"/>
                    </a:moveTo>
                    <a:lnTo>
                      <a:pt x="2" y="0"/>
                    </a:lnTo>
                    <a:lnTo>
                      <a:pt x="2" y="1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2" y="4"/>
                    </a:lnTo>
                    <a:lnTo>
                      <a:pt x="2" y="6"/>
                    </a:lnTo>
                    <a:lnTo>
                      <a:pt x="0" y="4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1" name="îṩļïdê"/>
              <p:cNvSpPr/>
              <p:nvPr/>
            </p:nvSpPr>
            <p:spPr bwMode="auto">
              <a:xfrm>
                <a:off x="1820103" y="2768584"/>
                <a:ext cx="12287" cy="49148"/>
              </a:xfrm>
              <a:custGeom>
                <a:avLst/>
                <a:gdLst>
                  <a:gd name="T0" fmla="*/ 5 w 5"/>
                  <a:gd name="T1" fmla="*/ 0 h 14"/>
                  <a:gd name="T2" fmla="*/ 5 w 5"/>
                  <a:gd name="T3" fmla="*/ 0 h 14"/>
                  <a:gd name="T4" fmla="*/ 3 w 5"/>
                  <a:gd name="T5" fmla="*/ 10 h 14"/>
                  <a:gd name="T6" fmla="*/ 3 w 5"/>
                  <a:gd name="T7" fmla="*/ 10 h 14"/>
                  <a:gd name="T8" fmla="*/ 2 w 5"/>
                  <a:gd name="T9" fmla="*/ 14 h 14"/>
                  <a:gd name="T10" fmla="*/ 2 w 5"/>
                  <a:gd name="T11" fmla="*/ 14 h 14"/>
                  <a:gd name="T12" fmla="*/ 0 w 5"/>
                  <a:gd name="T13" fmla="*/ 13 h 14"/>
                  <a:gd name="T14" fmla="*/ 0 w 5"/>
                  <a:gd name="T15" fmla="*/ 9 h 14"/>
                  <a:gd name="T16" fmla="*/ 0 w 5"/>
                  <a:gd name="T17" fmla="*/ 9 h 14"/>
                  <a:gd name="T18" fmla="*/ 5 w 5"/>
                  <a:gd name="T1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14">
                    <a:moveTo>
                      <a:pt x="5" y="0"/>
                    </a:moveTo>
                    <a:lnTo>
                      <a:pt x="5" y="0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2" y="14"/>
                    </a:lnTo>
                    <a:lnTo>
                      <a:pt x="2" y="14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2" name="isliďé"/>
              <p:cNvSpPr/>
              <p:nvPr/>
            </p:nvSpPr>
            <p:spPr bwMode="auto">
              <a:xfrm>
                <a:off x="2151853" y="2467550"/>
                <a:ext cx="12287" cy="18433"/>
              </a:xfrm>
              <a:custGeom>
                <a:avLst/>
                <a:gdLst>
                  <a:gd name="T0" fmla="*/ 0 w 4"/>
                  <a:gd name="T1" fmla="*/ 2 h 6"/>
                  <a:gd name="T2" fmla="*/ 0 w 4"/>
                  <a:gd name="T3" fmla="*/ 2 h 6"/>
                  <a:gd name="T4" fmla="*/ 2 w 4"/>
                  <a:gd name="T5" fmla="*/ 0 h 6"/>
                  <a:gd name="T6" fmla="*/ 4 w 4"/>
                  <a:gd name="T7" fmla="*/ 0 h 6"/>
                  <a:gd name="T8" fmla="*/ 4 w 4"/>
                  <a:gd name="T9" fmla="*/ 0 h 6"/>
                  <a:gd name="T10" fmla="*/ 4 w 4"/>
                  <a:gd name="T11" fmla="*/ 0 h 6"/>
                  <a:gd name="T12" fmla="*/ 1 w 4"/>
                  <a:gd name="T13" fmla="*/ 3 h 6"/>
                  <a:gd name="T14" fmla="*/ 0 w 4"/>
                  <a:gd name="T15" fmla="*/ 6 h 6"/>
                  <a:gd name="T16" fmla="*/ 0 w 4"/>
                  <a:gd name="T17" fmla="*/ 6 h 6"/>
                  <a:gd name="T18" fmla="*/ 0 w 4"/>
                  <a:gd name="T19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6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1" y="3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3" name="ïṣ1íďé"/>
              <p:cNvSpPr/>
              <p:nvPr/>
            </p:nvSpPr>
            <p:spPr bwMode="auto">
              <a:xfrm>
                <a:off x="1961402" y="2608853"/>
                <a:ext cx="12287" cy="30720"/>
              </a:xfrm>
              <a:custGeom>
                <a:avLst/>
                <a:gdLst>
                  <a:gd name="T0" fmla="*/ 3 w 5"/>
                  <a:gd name="T1" fmla="*/ 2 h 10"/>
                  <a:gd name="T2" fmla="*/ 3 w 5"/>
                  <a:gd name="T3" fmla="*/ 2 h 10"/>
                  <a:gd name="T4" fmla="*/ 5 w 5"/>
                  <a:gd name="T5" fmla="*/ 0 h 10"/>
                  <a:gd name="T6" fmla="*/ 5 w 5"/>
                  <a:gd name="T7" fmla="*/ 3 h 10"/>
                  <a:gd name="T8" fmla="*/ 0 w 5"/>
                  <a:gd name="T9" fmla="*/ 10 h 10"/>
                  <a:gd name="T10" fmla="*/ 0 w 5"/>
                  <a:gd name="T11" fmla="*/ 10 h 10"/>
                  <a:gd name="T12" fmla="*/ 2 w 5"/>
                  <a:gd name="T13" fmla="*/ 6 h 10"/>
                  <a:gd name="T14" fmla="*/ 3 w 5"/>
                  <a:gd name="T15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10">
                    <a:moveTo>
                      <a:pt x="3" y="2"/>
                    </a:moveTo>
                    <a:lnTo>
                      <a:pt x="3" y="2"/>
                    </a:lnTo>
                    <a:lnTo>
                      <a:pt x="5" y="0"/>
                    </a:lnTo>
                    <a:lnTo>
                      <a:pt x="5" y="3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3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4" name="íṩḷiḋê"/>
              <p:cNvSpPr/>
              <p:nvPr/>
            </p:nvSpPr>
            <p:spPr bwMode="auto">
              <a:xfrm>
                <a:off x="1746381" y="2879168"/>
                <a:ext cx="12287" cy="12287"/>
              </a:xfrm>
              <a:custGeom>
                <a:avLst/>
                <a:gdLst>
                  <a:gd name="T0" fmla="*/ 0 w 3"/>
                  <a:gd name="T1" fmla="*/ 5 h 6"/>
                  <a:gd name="T2" fmla="*/ 0 w 3"/>
                  <a:gd name="T3" fmla="*/ 5 h 6"/>
                  <a:gd name="T4" fmla="*/ 2 w 3"/>
                  <a:gd name="T5" fmla="*/ 2 h 6"/>
                  <a:gd name="T6" fmla="*/ 3 w 3"/>
                  <a:gd name="T7" fmla="*/ 0 h 6"/>
                  <a:gd name="T8" fmla="*/ 3 w 3"/>
                  <a:gd name="T9" fmla="*/ 2 h 6"/>
                  <a:gd name="T10" fmla="*/ 3 w 3"/>
                  <a:gd name="T11" fmla="*/ 2 h 6"/>
                  <a:gd name="T12" fmla="*/ 0 w 3"/>
                  <a:gd name="T13" fmla="*/ 6 h 6"/>
                  <a:gd name="T14" fmla="*/ 0 w 3"/>
                  <a:gd name="T15" fmla="*/ 6 h 6"/>
                  <a:gd name="T16" fmla="*/ 0 w 3"/>
                  <a:gd name="T17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6">
                    <a:moveTo>
                      <a:pt x="0" y="5"/>
                    </a:moveTo>
                    <a:lnTo>
                      <a:pt x="0" y="5"/>
                    </a:lnTo>
                    <a:lnTo>
                      <a:pt x="2" y="2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5" name="iSḻiḍé"/>
              <p:cNvSpPr/>
              <p:nvPr/>
            </p:nvSpPr>
            <p:spPr bwMode="auto">
              <a:xfrm>
                <a:off x="2151853" y="2442976"/>
                <a:ext cx="18433" cy="24574"/>
              </a:xfrm>
              <a:custGeom>
                <a:avLst/>
                <a:gdLst>
                  <a:gd name="T0" fmla="*/ 2 w 5"/>
                  <a:gd name="T1" fmla="*/ 4 h 8"/>
                  <a:gd name="T2" fmla="*/ 2 w 5"/>
                  <a:gd name="T3" fmla="*/ 4 h 8"/>
                  <a:gd name="T4" fmla="*/ 2 w 5"/>
                  <a:gd name="T5" fmla="*/ 4 h 8"/>
                  <a:gd name="T6" fmla="*/ 2 w 5"/>
                  <a:gd name="T7" fmla="*/ 4 h 8"/>
                  <a:gd name="T8" fmla="*/ 2 w 5"/>
                  <a:gd name="T9" fmla="*/ 4 h 8"/>
                  <a:gd name="T10" fmla="*/ 5 w 5"/>
                  <a:gd name="T11" fmla="*/ 0 h 8"/>
                  <a:gd name="T12" fmla="*/ 5 w 5"/>
                  <a:gd name="T13" fmla="*/ 0 h 8"/>
                  <a:gd name="T14" fmla="*/ 4 w 5"/>
                  <a:gd name="T15" fmla="*/ 4 h 8"/>
                  <a:gd name="T16" fmla="*/ 0 w 5"/>
                  <a:gd name="T17" fmla="*/ 8 h 8"/>
                  <a:gd name="T18" fmla="*/ 0 w 5"/>
                  <a:gd name="T19" fmla="*/ 8 h 8"/>
                  <a:gd name="T20" fmla="*/ 1 w 5"/>
                  <a:gd name="T21" fmla="*/ 6 h 8"/>
                  <a:gd name="T22" fmla="*/ 2 w 5"/>
                  <a:gd name="T2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8">
                    <a:moveTo>
                      <a:pt x="2" y="4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4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" y="6"/>
                    </a:lnTo>
                    <a:lnTo>
                      <a:pt x="2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6" name="íšľíḋè"/>
              <p:cNvSpPr/>
              <p:nvPr/>
            </p:nvSpPr>
            <p:spPr bwMode="auto">
              <a:xfrm>
                <a:off x="2121134" y="2449121"/>
                <a:ext cx="18433" cy="30720"/>
              </a:xfrm>
              <a:custGeom>
                <a:avLst/>
                <a:gdLst>
                  <a:gd name="T0" fmla="*/ 7 w 7"/>
                  <a:gd name="T1" fmla="*/ 0 h 8"/>
                  <a:gd name="T2" fmla="*/ 7 w 7"/>
                  <a:gd name="T3" fmla="*/ 0 h 8"/>
                  <a:gd name="T4" fmla="*/ 2 w 7"/>
                  <a:gd name="T5" fmla="*/ 4 h 8"/>
                  <a:gd name="T6" fmla="*/ 0 w 7"/>
                  <a:gd name="T7" fmla="*/ 8 h 8"/>
                  <a:gd name="T8" fmla="*/ 0 w 7"/>
                  <a:gd name="T9" fmla="*/ 8 h 8"/>
                  <a:gd name="T10" fmla="*/ 1 w 7"/>
                  <a:gd name="T11" fmla="*/ 5 h 8"/>
                  <a:gd name="T12" fmla="*/ 1 w 7"/>
                  <a:gd name="T13" fmla="*/ 5 h 8"/>
                  <a:gd name="T14" fmla="*/ 2 w 7"/>
                  <a:gd name="T15" fmla="*/ 1 h 8"/>
                  <a:gd name="T16" fmla="*/ 2 w 7"/>
                  <a:gd name="T17" fmla="*/ 1 h 8"/>
                  <a:gd name="T18" fmla="*/ 5 w 7"/>
                  <a:gd name="T19" fmla="*/ 0 h 8"/>
                  <a:gd name="T20" fmla="*/ 7 w 7"/>
                  <a:gd name="T2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8">
                    <a:moveTo>
                      <a:pt x="7" y="0"/>
                    </a:moveTo>
                    <a:lnTo>
                      <a:pt x="7" y="0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" y="5"/>
                    </a:lnTo>
                    <a:lnTo>
                      <a:pt x="1" y="5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5" y="0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7" name="ïṡľiḍè"/>
              <p:cNvSpPr/>
              <p:nvPr/>
            </p:nvSpPr>
            <p:spPr bwMode="auto">
              <a:xfrm>
                <a:off x="1654226" y="2965178"/>
                <a:ext cx="12287" cy="36861"/>
              </a:xfrm>
              <a:custGeom>
                <a:avLst/>
                <a:gdLst>
                  <a:gd name="T0" fmla="*/ 2 w 5"/>
                  <a:gd name="T1" fmla="*/ 4 h 13"/>
                  <a:gd name="T2" fmla="*/ 2 w 5"/>
                  <a:gd name="T3" fmla="*/ 4 h 13"/>
                  <a:gd name="T4" fmla="*/ 2 w 5"/>
                  <a:gd name="T5" fmla="*/ 4 h 13"/>
                  <a:gd name="T6" fmla="*/ 2 w 5"/>
                  <a:gd name="T7" fmla="*/ 3 h 13"/>
                  <a:gd name="T8" fmla="*/ 2 w 5"/>
                  <a:gd name="T9" fmla="*/ 1 h 13"/>
                  <a:gd name="T10" fmla="*/ 2 w 5"/>
                  <a:gd name="T11" fmla="*/ 1 h 13"/>
                  <a:gd name="T12" fmla="*/ 2 w 5"/>
                  <a:gd name="T13" fmla="*/ 1 h 13"/>
                  <a:gd name="T14" fmla="*/ 3 w 5"/>
                  <a:gd name="T15" fmla="*/ 0 h 13"/>
                  <a:gd name="T16" fmla="*/ 5 w 5"/>
                  <a:gd name="T17" fmla="*/ 0 h 13"/>
                  <a:gd name="T18" fmla="*/ 5 w 5"/>
                  <a:gd name="T19" fmla="*/ 0 h 13"/>
                  <a:gd name="T20" fmla="*/ 0 w 5"/>
                  <a:gd name="T21" fmla="*/ 13 h 13"/>
                  <a:gd name="T22" fmla="*/ 0 w 5"/>
                  <a:gd name="T23" fmla="*/ 13 h 13"/>
                  <a:gd name="T24" fmla="*/ 0 w 5"/>
                  <a:gd name="T25" fmla="*/ 8 h 13"/>
                  <a:gd name="T26" fmla="*/ 2 w 5"/>
                  <a:gd name="T27" fmla="*/ 4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" h="13">
                    <a:moveTo>
                      <a:pt x="2" y="4"/>
                    </a:moveTo>
                    <a:lnTo>
                      <a:pt x="2" y="4"/>
                    </a:lnTo>
                    <a:lnTo>
                      <a:pt x="2" y="4"/>
                    </a:lnTo>
                    <a:lnTo>
                      <a:pt x="2" y="3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0" y="8"/>
                    </a:lnTo>
                    <a:lnTo>
                      <a:pt x="2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8" name="ïṡḻïďê"/>
              <p:cNvSpPr/>
              <p:nvPr/>
            </p:nvSpPr>
            <p:spPr bwMode="auto">
              <a:xfrm>
                <a:off x="2704770" y="2148087"/>
                <a:ext cx="18433" cy="12287"/>
              </a:xfrm>
              <a:custGeom>
                <a:avLst/>
                <a:gdLst>
                  <a:gd name="T0" fmla="*/ 5 w 5"/>
                  <a:gd name="T1" fmla="*/ 0 h 3"/>
                  <a:gd name="T2" fmla="*/ 5 w 5"/>
                  <a:gd name="T3" fmla="*/ 0 h 3"/>
                  <a:gd name="T4" fmla="*/ 3 w 5"/>
                  <a:gd name="T5" fmla="*/ 2 h 3"/>
                  <a:gd name="T6" fmla="*/ 0 w 5"/>
                  <a:gd name="T7" fmla="*/ 3 h 3"/>
                  <a:gd name="T8" fmla="*/ 0 w 5"/>
                  <a:gd name="T9" fmla="*/ 3 h 3"/>
                  <a:gd name="T10" fmla="*/ 3 w 5"/>
                  <a:gd name="T11" fmla="*/ 0 h 3"/>
                  <a:gd name="T12" fmla="*/ 5 w 5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3">
                    <a:moveTo>
                      <a:pt x="5" y="0"/>
                    </a:moveTo>
                    <a:lnTo>
                      <a:pt x="5" y="0"/>
                    </a:lnTo>
                    <a:lnTo>
                      <a:pt x="3" y="2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19" name="íṥļïḍê"/>
              <p:cNvSpPr/>
              <p:nvPr/>
            </p:nvSpPr>
            <p:spPr bwMode="auto">
              <a:xfrm>
                <a:off x="2065844" y="2436833"/>
                <a:ext cx="12287" cy="18433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0 h 5"/>
                  <a:gd name="T4" fmla="*/ 2 w 4"/>
                  <a:gd name="T5" fmla="*/ 4 h 5"/>
                  <a:gd name="T6" fmla="*/ 0 w 4"/>
                  <a:gd name="T7" fmla="*/ 5 h 5"/>
                  <a:gd name="T8" fmla="*/ 0 w 4"/>
                  <a:gd name="T9" fmla="*/ 5 h 5"/>
                  <a:gd name="T10" fmla="*/ 1 w 4"/>
                  <a:gd name="T11" fmla="*/ 2 h 5"/>
                  <a:gd name="T12" fmla="*/ 4 w 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2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0" name="íṡlïḓe"/>
              <p:cNvSpPr/>
              <p:nvPr/>
            </p:nvSpPr>
            <p:spPr bwMode="auto">
              <a:xfrm>
                <a:off x="2323871" y="2283243"/>
                <a:ext cx="12287" cy="12287"/>
              </a:xfrm>
              <a:custGeom>
                <a:avLst/>
                <a:gdLst>
                  <a:gd name="T0" fmla="*/ 2 w 5"/>
                  <a:gd name="T1" fmla="*/ 0 h 4"/>
                  <a:gd name="T2" fmla="*/ 2 w 5"/>
                  <a:gd name="T3" fmla="*/ 0 h 4"/>
                  <a:gd name="T4" fmla="*/ 5 w 5"/>
                  <a:gd name="T5" fmla="*/ 0 h 4"/>
                  <a:gd name="T6" fmla="*/ 5 w 5"/>
                  <a:gd name="T7" fmla="*/ 0 h 4"/>
                  <a:gd name="T8" fmla="*/ 3 w 5"/>
                  <a:gd name="T9" fmla="*/ 3 h 4"/>
                  <a:gd name="T10" fmla="*/ 0 w 5"/>
                  <a:gd name="T11" fmla="*/ 4 h 4"/>
                  <a:gd name="T12" fmla="*/ 0 w 5"/>
                  <a:gd name="T13" fmla="*/ 4 h 4"/>
                  <a:gd name="T14" fmla="*/ 0 w 5"/>
                  <a:gd name="T15" fmla="*/ 2 h 4"/>
                  <a:gd name="T16" fmla="*/ 2 w 5"/>
                  <a:gd name="T1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4">
                    <a:moveTo>
                      <a:pt x="2" y="0"/>
                    </a:moveTo>
                    <a:lnTo>
                      <a:pt x="2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3" y="3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0" y="2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1" name="ïşḷïḑe"/>
              <p:cNvSpPr/>
              <p:nvPr/>
            </p:nvSpPr>
            <p:spPr bwMode="auto">
              <a:xfrm>
                <a:off x="2121134" y="2356965"/>
                <a:ext cx="36861" cy="43007"/>
              </a:xfrm>
              <a:custGeom>
                <a:avLst/>
                <a:gdLst>
                  <a:gd name="T0" fmla="*/ 0 w 11"/>
                  <a:gd name="T1" fmla="*/ 11 h 13"/>
                  <a:gd name="T2" fmla="*/ 0 w 11"/>
                  <a:gd name="T3" fmla="*/ 11 h 13"/>
                  <a:gd name="T4" fmla="*/ 5 w 11"/>
                  <a:gd name="T5" fmla="*/ 4 h 13"/>
                  <a:gd name="T6" fmla="*/ 5 w 11"/>
                  <a:gd name="T7" fmla="*/ 4 h 13"/>
                  <a:gd name="T8" fmla="*/ 8 w 11"/>
                  <a:gd name="T9" fmla="*/ 1 h 13"/>
                  <a:gd name="T10" fmla="*/ 11 w 11"/>
                  <a:gd name="T11" fmla="*/ 0 h 13"/>
                  <a:gd name="T12" fmla="*/ 11 w 11"/>
                  <a:gd name="T13" fmla="*/ 0 h 13"/>
                  <a:gd name="T14" fmla="*/ 8 w 11"/>
                  <a:gd name="T15" fmla="*/ 1 h 13"/>
                  <a:gd name="T16" fmla="*/ 5 w 11"/>
                  <a:gd name="T17" fmla="*/ 4 h 13"/>
                  <a:gd name="T18" fmla="*/ 5 w 11"/>
                  <a:gd name="T19" fmla="*/ 4 h 13"/>
                  <a:gd name="T20" fmla="*/ 2 w 11"/>
                  <a:gd name="T21" fmla="*/ 11 h 13"/>
                  <a:gd name="T22" fmla="*/ 2 w 11"/>
                  <a:gd name="T23" fmla="*/ 11 h 13"/>
                  <a:gd name="T24" fmla="*/ 1 w 11"/>
                  <a:gd name="T25" fmla="*/ 10 h 13"/>
                  <a:gd name="T26" fmla="*/ 1 w 11"/>
                  <a:gd name="T27" fmla="*/ 11 h 13"/>
                  <a:gd name="T28" fmla="*/ 0 w 11"/>
                  <a:gd name="T29" fmla="*/ 13 h 13"/>
                  <a:gd name="T30" fmla="*/ 0 w 11"/>
                  <a:gd name="T31" fmla="*/ 11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" h="13">
                    <a:moveTo>
                      <a:pt x="0" y="11"/>
                    </a:moveTo>
                    <a:lnTo>
                      <a:pt x="0" y="11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8" y="1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8" y="1"/>
                    </a:lnTo>
                    <a:lnTo>
                      <a:pt x="5" y="4"/>
                    </a:lnTo>
                    <a:lnTo>
                      <a:pt x="5" y="4"/>
                    </a:lnTo>
                    <a:lnTo>
                      <a:pt x="2" y="11"/>
                    </a:lnTo>
                    <a:lnTo>
                      <a:pt x="2" y="11"/>
                    </a:lnTo>
                    <a:lnTo>
                      <a:pt x="1" y="10"/>
                    </a:lnTo>
                    <a:lnTo>
                      <a:pt x="1" y="11"/>
                    </a:lnTo>
                    <a:lnTo>
                      <a:pt x="0" y="13"/>
                    </a:lnTo>
                    <a:lnTo>
                      <a:pt x="0" y="1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2" name="iṩľïḋé"/>
              <p:cNvSpPr/>
              <p:nvPr/>
            </p:nvSpPr>
            <p:spPr bwMode="auto">
              <a:xfrm>
                <a:off x="2827641" y="2080509"/>
                <a:ext cx="30720" cy="18433"/>
              </a:xfrm>
              <a:custGeom>
                <a:avLst/>
                <a:gdLst>
                  <a:gd name="T0" fmla="*/ 10 w 10"/>
                  <a:gd name="T1" fmla="*/ 0 h 6"/>
                  <a:gd name="T2" fmla="*/ 10 w 10"/>
                  <a:gd name="T3" fmla="*/ 0 h 6"/>
                  <a:gd name="T4" fmla="*/ 6 w 10"/>
                  <a:gd name="T5" fmla="*/ 5 h 6"/>
                  <a:gd name="T6" fmla="*/ 0 w 10"/>
                  <a:gd name="T7" fmla="*/ 6 h 6"/>
                  <a:gd name="T8" fmla="*/ 0 w 10"/>
                  <a:gd name="T9" fmla="*/ 6 h 6"/>
                  <a:gd name="T10" fmla="*/ 6 w 10"/>
                  <a:gd name="T11" fmla="*/ 2 h 6"/>
                  <a:gd name="T12" fmla="*/ 9 w 10"/>
                  <a:gd name="T13" fmla="*/ 0 h 6"/>
                  <a:gd name="T14" fmla="*/ 10 w 10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6">
                    <a:moveTo>
                      <a:pt x="10" y="0"/>
                    </a:moveTo>
                    <a:lnTo>
                      <a:pt x="10" y="0"/>
                    </a:lnTo>
                    <a:lnTo>
                      <a:pt x="6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2"/>
                    </a:lnTo>
                    <a:lnTo>
                      <a:pt x="9" y="0"/>
                    </a:lnTo>
                    <a:lnTo>
                      <a:pt x="1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3" name="is1íḋê"/>
              <p:cNvSpPr/>
              <p:nvPr/>
            </p:nvSpPr>
            <p:spPr bwMode="auto">
              <a:xfrm>
                <a:off x="1764810" y="2682574"/>
                <a:ext cx="18433" cy="18433"/>
              </a:xfrm>
              <a:custGeom>
                <a:avLst/>
                <a:gdLst>
                  <a:gd name="T0" fmla="*/ 6 w 6"/>
                  <a:gd name="T1" fmla="*/ 0 h 7"/>
                  <a:gd name="T2" fmla="*/ 6 w 6"/>
                  <a:gd name="T3" fmla="*/ 0 h 7"/>
                  <a:gd name="T4" fmla="*/ 3 w 6"/>
                  <a:gd name="T5" fmla="*/ 6 h 7"/>
                  <a:gd name="T6" fmla="*/ 2 w 6"/>
                  <a:gd name="T7" fmla="*/ 7 h 7"/>
                  <a:gd name="T8" fmla="*/ 0 w 6"/>
                  <a:gd name="T9" fmla="*/ 7 h 7"/>
                  <a:gd name="T10" fmla="*/ 0 w 6"/>
                  <a:gd name="T11" fmla="*/ 7 h 7"/>
                  <a:gd name="T12" fmla="*/ 3 w 6"/>
                  <a:gd name="T13" fmla="*/ 3 h 7"/>
                  <a:gd name="T14" fmla="*/ 4 w 6"/>
                  <a:gd name="T15" fmla="*/ 0 h 7"/>
                  <a:gd name="T16" fmla="*/ 6 w 6"/>
                  <a:gd name="T17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lnTo>
                      <a:pt x="6" y="0"/>
                    </a:lnTo>
                    <a:lnTo>
                      <a:pt x="3" y="6"/>
                    </a:lnTo>
                    <a:lnTo>
                      <a:pt x="2" y="7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3" y="3"/>
                    </a:lnTo>
                    <a:lnTo>
                      <a:pt x="4" y="0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4" name="ïsliďê"/>
              <p:cNvSpPr/>
              <p:nvPr/>
            </p:nvSpPr>
            <p:spPr bwMode="auto">
              <a:xfrm>
                <a:off x="1961402" y="2424547"/>
                <a:ext cx="30720" cy="49148"/>
              </a:xfrm>
              <a:custGeom>
                <a:avLst/>
                <a:gdLst>
                  <a:gd name="T0" fmla="*/ 3 w 10"/>
                  <a:gd name="T1" fmla="*/ 9 h 16"/>
                  <a:gd name="T2" fmla="*/ 3 w 10"/>
                  <a:gd name="T3" fmla="*/ 9 h 16"/>
                  <a:gd name="T4" fmla="*/ 7 w 10"/>
                  <a:gd name="T5" fmla="*/ 5 h 16"/>
                  <a:gd name="T6" fmla="*/ 10 w 10"/>
                  <a:gd name="T7" fmla="*/ 0 h 16"/>
                  <a:gd name="T8" fmla="*/ 10 w 10"/>
                  <a:gd name="T9" fmla="*/ 0 h 16"/>
                  <a:gd name="T10" fmla="*/ 7 w 10"/>
                  <a:gd name="T11" fmla="*/ 6 h 16"/>
                  <a:gd name="T12" fmla="*/ 6 w 10"/>
                  <a:gd name="T13" fmla="*/ 9 h 16"/>
                  <a:gd name="T14" fmla="*/ 5 w 10"/>
                  <a:gd name="T15" fmla="*/ 12 h 16"/>
                  <a:gd name="T16" fmla="*/ 5 w 10"/>
                  <a:gd name="T17" fmla="*/ 12 h 16"/>
                  <a:gd name="T18" fmla="*/ 3 w 10"/>
                  <a:gd name="T19" fmla="*/ 14 h 16"/>
                  <a:gd name="T20" fmla="*/ 0 w 10"/>
                  <a:gd name="T21" fmla="*/ 16 h 16"/>
                  <a:gd name="T22" fmla="*/ 0 w 10"/>
                  <a:gd name="T23" fmla="*/ 16 h 16"/>
                  <a:gd name="T24" fmla="*/ 2 w 10"/>
                  <a:gd name="T25" fmla="*/ 12 h 16"/>
                  <a:gd name="T26" fmla="*/ 2 w 10"/>
                  <a:gd name="T27" fmla="*/ 12 h 16"/>
                  <a:gd name="T28" fmla="*/ 3 w 10"/>
                  <a:gd name="T29" fmla="*/ 9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" h="16">
                    <a:moveTo>
                      <a:pt x="3" y="9"/>
                    </a:moveTo>
                    <a:lnTo>
                      <a:pt x="3" y="9"/>
                    </a:lnTo>
                    <a:lnTo>
                      <a:pt x="7" y="5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7" y="6"/>
                    </a:lnTo>
                    <a:lnTo>
                      <a:pt x="6" y="9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3" y="14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2" y="12"/>
                    </a:lnTo>
                    <a:lnTo>
                      <a:pt x="2" y="12"/>
                    </a:lnTo>
                    <a:lnTo>
                      <a:pt x="3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5" name="iŝľíďê"/>
              <p:cNvSpPr/>
              <p:nvPr/>
            </p:nvSpPr>
            <p:spPr bwMode="auto">
              <a:xfrm>
                <a:off x="2366875" y="2178806"/>
                <a:ext cx="24574" cy="24574"/>
              </a:xfrm>
              <a:custGeom>
                <a:avLst/>
                <a:gdLst>
                  <a:gd name="T0" fmla="*/ 4 w 8"/>
                  <a:gd name="T1" fmla="*/ 2 h 9"/>
                  <a:gd name="T2" fmla="*/ 4 w 8"/>
                  <a:gd name="T3" fmla="*/ 2 h 9"/>
                  <a:gd name="T4" fmla="*/ 8 w 8"/>
                  <a:gd name="T5" fmla="*/ 0 h 9"/>
                  <a:gd name="T6" fmla="*/ 8 w 8"/>
                  <a:gd name="T7" fmla="*/ 2 h 9"/>
                  <a:gd name="T8" fmla="*/ 7 w 8"/>
                  <a:gd name="T9" fmla="*/ 3 h 9"/>
                  <a:gd name="T10" fmla="*/ 7 w 8"/>
                  <a:gd name="T11" fmla="*/ 3 h 9"/>
                  <a:gd name="T12" fmla="*/ 4 w 8"/>
                  <a:gd name="T13" fmla="*/ 5 h 9"/>
                  <a:gd name="T14" fmla="*/ 0 w 8"/>
                  <a:gd name="T15" fmla="*/ 9 h 9"/>
                  <a:gd name="T16" fmla="*/ 0 w 8"/>
                  <a:gd name="T17" fmla="*/ 9 h 9"/>
                  <a:gd name="T18" fmla="*/ 1 w 8"/>
                  <a:gd name="T19" fmla="*/ 5 h 9"/>
                  <a:gd name="T20" fmla="*/ 4 w 8"/>
                  <a:gd name="T21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9">
                    <a:moveTo>
                      <a:pt x="4" y="2"/>
                    </a:moveTo>
                    <a:lnTo>
                      <a:pt x="4" y="2"/>
                    </a:lnTo>
                    <a:lnTo>
                      <a:pt x="8" y="0"/>
                    </a:lnTo>
                    <a:lnTo>
                      <a:pt x="8" y="2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4" y="5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1" y="5"/>
                    </a:lnTo>
                    <a:lnTo>
                      <a:pt x="4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6" name="ï$ḷidé"/>
              <p:cNvSpPr/>
              <p:nvPr/>
            </p:nvSpPr>
            <p:spPr bwMode="auto">
              <a:xfrm>
                <a:off x="1893825" y="2455262"/>
                <a:ext cx="18433" cy="36861"/>
              </a:xfrm>
              <a:custGeom>
                <a:avLst/>
                <a:gdLst>
                  <a:gd name="T0" fmla="*/ 4 w 4"/>
                  <a:gd name="T1" fmla="*/ 0 h 12"/>
                  <a:gd name="T2" fmla="*/ 4 w 4"/>
                  <a:gd name="T3" fmla="*/ 0 h 12"/>
                  <a:gd name="T4" fmla="*/ 3 w 4"/>
                  <a:gd name="T5" fmla="*/ 6 h 12"/>
                  <a:gd name="T6" fmla="*/ 0 w 4"/>
                  <a:gd name="T7" fmla="*/ 12 h 12"/>
                  <a:gd name="T8" fmla="*/ 0 w 4"/>
                  <a:gd name="T9" fmla="*/ 12 h 12"/>
                  <a:gd name="T10" fmla="*/ 1 w 4"/>
                  <a:gd name="T11" fmla="*/ 4 h 12"/>
                  <a:gd name="T12" fmla="*/ 3 w 4"/>
                  <a:gd name="T13" fmla="*/ 2 h 12"/>
                  <a:gd name="T14" fmla="*/ 4 w 4"/>
                  <a:gd name="T1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12">
                    <a:moveTo>
                      <a:pt x="4" y="0"/>
                    </a:moveTo>
                    <a:lnTo>
                      <a:pt x="4" y="0"/>
                    </a:lnTo>
                    <a:lnTo>
                      <a:pt x="3" y="6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1" y="4"/>
                    </a:lnTo>
                    <a:lnTo>
                      <a:pt x="3" y="2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7" name="î$ḷïḓè"/>
              <p:cNvSpPr/>
              <p:nvPr/>
            </p:nvSpPr>
            <p:spPr bwMode="auto">
              <a:xfrm>
                <a:off x="2139565" y="2277102"/>
                <a:ext cx="18433" cy="18433"/>
              </a:xfrm>
              <a:custGeom>
                <a:avLst/>
                <a:gdLst>
                  <a:gd name="T0" fmla="*/ 4 w 4"/>
                  <a:gd name="T1" fmla="*/ 0 h 5"/>
                  <a:gd name="T2" fmla="*/ 4 w 4"/>
                  <a:gd name="T3" fmla="*/ 0 h 5"/>
                  <a:gd name="T4" fmla="*/ 3 w 4"/>
                  <a:gd name="T5" fmla="*/ 3 h 5"/>
                  <a:gd name="T6" fmla="*/ 0 w 4"/>
                  <a:gd name="T7" fmla="*/ 5 h 5"/>
                  <a:gd name="T8" fmla="*/ 0 w 4"/>
                  <a:gd name="T9" fmla="*/ 5 h 5"/>
                  <a:gd name="T10" fmla="*/ 1 w 4"/>
                  <a:gd name="T11" fmla="*/ 3 h 5"/>
                  <a:gd name="T12" fmla="*/ 4 w 4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">
                    <a:moveTo>
                      <a:pt x="4" y="0"/>
                    </a:moveTo>
                    <a:lnTo>
                      <a:pt x="4" y="0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1" y="3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8" name="îṩlïḑe"/>
              <p:cNvSpPr/>
              <p:nvPr/>
            </p:nvSpPr>
            <p:spPr bwMode="auto">
              <a:xfrm>
                <a:off x="2041270" y="2326250"/>
                <a:ext cx="24574" cy="30720"/>
              </a:xfrm>
              <a:custGeom>
                <a:avLst/>
                <a:gdLst>
                  <a:gd name="T0" fmla="*/ 7 w 7"/>
                  <a:gd name="T1" fmla="*/ 0 h 10"/>
                  <a:gd name="T2" fmla="*/ 7 w 7"/>
                  <a:gd name="T3" fmla="*/ 0 h 10"/>
                  <a:gd name="T4" fmla="*/ 4 w 7"/>
                  <a:gd name="T5" fmla="*/ 6 h 10"/>
                  <a:gd name="T6" fmla="*/ 0 w 7"/>
                  <a:gd name="T7" fmla="*/ 10 h 10"/>
                  <a:gd name="T8" fmla="*/ 0 w 7"/>
                  <a:gd name="T9" fmla="*/ 10 h 10"/>
                  <a:gd name="T10" fmla="*/ 4 w 7"/>
                  <a:gd name="T11" fmla="*/ 4 h 10"/>
                  <a:gd name="T12" fmla="*/ 7 w 7"/>
                  <a:gd name="T13" fmla="*/ 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10">
                    <a:moveTo>
                      <a:pt x="7" y="0"/>
                    </a:moveTo>
                    <a:lnTo>
                      <a:pt x="7" y="0"/>
                    </a:lnTo>
                    <a:lnTo>
                      <a:pt x="4" y="6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4" y="4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29" name="ïşlíďé"/>
              <p:cNvSpPr/>
              <p:nvPr/>
            </p:nvSpPr>
            <p:spPr bwMode="auto">
              <a:xfrm>
                <a:off x="2127279" y="2227953"/>
                <a:ext cx="43007" cy="55293"/>
              </a:xfrm>
              <a:custGeom>
                <a:avLst/>
                <a:gdLst>
                  <a:gd name="T0" fmla="*/ 2 w 15"/>
                  <a:gd name="T1" fmla="*/ 14 h 19"/>
                  <a:gd name="T2" fmla="*/ 2 w 15"/>
                  <a:gd name="T3" fmla="*/ 14 h 19"/>
                  <a:gd name="T4" fmla="*/ 6 w 15"/>
                  <a:gd name="T5" fmla="*/ 11 h 19"/>
                  <a:gd name="T6" fmla="*/ 6 w 15"/>
                  <a:gd name="T7" fmla="*/ 11 h 19"/>
                  <a:gd name="T8" fmla="*/ 9 w 15"/>
                  <a:gd name="T9" fmla="*/ 7 h 19"/>
                  <a:gd name="T10" fmla="*/ 9 w 15"/>
                  <a:gd name="T11" fmla="*/ 7 h 19"/>
                  <a:gd name="T12" fmla="*/ 15 w 15"/>
                  <a:gd name="T13" fmla="*/ 0 h 19"/>
                  <a:gd name="T14" fmla="*/ 15 w 15"/>
                  <a:gd name="T15" fmla="*/ 0 h 19"/>
                  <a:gd name="T16" fmla="*/ 13 w 15"/>
                  <a:gd name="T17" fmla="*/ 4 h 19"/>
                  <a:gd name="T18" fmla="*/ 10 w 15"/>
                  <a:gd name="T19" fmla="*/ 7 h 19"/>
                  <a:gd name="T20" fmla="*/ 10 w 15"/>
                  <a:gd name="T21" fmla="*/ 7 h 19"/>
                  <a:gd name="T22" fmla="*/ 6 w 15"/>
                  <a:gd name="T23" fmla="*/ 11 h 19"/>
                  <a:gd name="T24" fmla="*/ 6 w 15"/>
                  <a:gd name="T25" fmla="*/ 11 h 19"/>
                  <a:gd name="T26" fmla="*/ 3 w 15"/>
                  <a:gd name="T27" fmla="*/ 16 h 19"/>
                  <a:gd name="T28" fmla="*/ 3 w 15"/>
                  <a:gd name="T29" fmla="*/ 16 h 19"/>
                  <a:gd name="T30" fmla="*/ 2 w 15"/>
                  <a:gd name="T31" fmla="*/ 17 h 19"/>
                  <a:gd name="T32" fmla="*/ 0 w 15"/>
                  <a:gd name="T33" fmla="*/ 19 h 19"/>
                  <a:gd name="T34" fmla="*/ 0 w 15"/>
                  <a:gd name="T35" fmla="*/ 19 h 19"/>
                  <a:gd name="T36" fmla="*/ 2 w 15"/>
                  <a:gd name="T37" fmla="*/ 14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" h="19">
                    <a:moveTo>
                      <a:pt x="2" y="14"/>
                    </a:moveTo>
                    <a:lnTo>
                      <a:pt x="2" y="14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9" y="7"/>
                    </a:lnTo>
                    <a:lnTo>
                      <a:pt x="9" y="7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3" y="4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6" y="11"/>
                    </a:lnTo>
                    <a:lnTo>
                      <a:pt x="6" y="11"/>
                    </a:lnTo>
                    <a:lnTo>
                      <a:pt x="3" y="16"/>
                    </a:lnTo>
                    <a:lnTo>
                      <a:pt x="3" y="16"/>
                    </a:lnTo>
                    <a:lnTo>
                      <a:pt x="2" y="17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2" y="1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0" name="ïş1ïḓê"/>
              <p:cNvSpPr/>
              <p:nvPr/>
            </p:nvSpPr>
            <p:spPr bwMode="auto">
              <a:xfrm>
                <a:off x="2348445" y="2123511"/>
                <a:ext cx="36861" cy="36861"/>
              </a:xfrm>
              <a:custGeom>
                <a:avLst/>
                <a:gdLst>
                  <a:gd name="T0" fmla="*/ 11 w 11"/>
                  <a:gd name="T1" fmla="*/ 0 h 11"/>
                  <a:gd name="T2" fmla="*/ 11 w 11"/>
                  <a:gd name="T3" fmla="*/ 0 h 11"/>
                  <a:gd name="T4" fmla="*/ 7 w 11"/>
                  <a:gd name="T5" fmla="*/ 7 h 11"/>
                  <a:gd name="T6" fmla="*/ 0 w 11"/>
                  <a:gd name="T7" fmla="*/ 11 h 11"/>
                  <a:gd name="T8" fmla="*/ 0 w 11"/>
                  <a:gd name="T9" fmla="*/ 11 h 11"/>
                  <a:gd name="T10" fmla="*/ 6 w 11"/>
                  <a:gd name="T11" fmla="*/ 5 h 11"/>
                  <a:gd name="T12" fmla="*/ 11 w 11"/>
                  <a:gd name="T1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11">
                    <a:moveTo>
                      <a:pt x="11" y="0"/>
                    </a:moveTo>
                    <a:lnTo>
                      <a:pt x="11" y="0"/>
                    </a:lnTo>
                    <a:lnTo>
                      <a:pt x="7" y="7"/>
                    </a:lnTo>
                    <a:lnTo>
                      <a:pt x="0" y="11"/>
                    </a:lnTo>
                    <a:lnTo>
                      <a:pt x="0" y="11"/>
                    </a:lnTo>
                    <a:lnTo>
                      <a:pt x="6" y="5"/>
                    </a:lnTo>
                    <a:lnTo>
                      <a:pt x="1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1" name="îŝľîďe"/>
              <p:cNvSpPr/>
              <p:nvPr/>
            </p:nvSpPr>
            <p:spPr bwMode="auto">
              <a:xfrm>
                <a:off x="1930686" y="2375399"/>
                <a:ext cx="18433" cy="30720"/>
              </a:xfrm>
              <a:custGeom>
                <a:avLst/>
                <a:gdLst>
                  <a:gd name="T0" fmla="*/ 6 w 6"/>
                  <a:gd name="T1" fmla="*/ 0 h 8"/>
                  <a:gd name="T2" fmla="*/ 6 w 6"/>
                  <a:gd name="T3" fmla="*/ 0 h 8"/>
                  <a:gd name="T4" fmla="*/ 2 w 6"/>
                  <a:gd name="T5" fmla="*/ 8 h 8"/>
                  <a:gd name="T6" fmla="*/ 2 w 6"/>
                  <a:gd name="T7" fmla="*/ 8 h 8"/>
                  <a:gd name="T8" fmla="*/ 2 w 6"/>
                  <a:gd name="T9" fmla="*/ 7 h 8"/>
                  <a:gd name="T10" fmla="*/ 2 w 6"/>
                  <a:gd name="T11" fmla="*/ 7 h 8"/>
                  <a:gd name="T12" fmla="*/ 0 w 6"/>
                  <a:gd name="T13" fmla="*/ 5 h 8"/>
                  <a:gd name="T14" fmla="*/ 0 w 6"/>
                  <a:gd name="T15" fmla="*/ 4 h 8"/>
                  <a:gd name="T16" fmla="*/ 0 w 6"/>
                  <a:gd name="T17" fmla="*/ 4 h 8"/>
                  <a:gd name="T18" fmla="*/ 3 w 6"/>
                  <a:gd name="T19" fmla="*/ 2 h 8"/>
                  <a:gd name="T20" fmla="*/ 6 w 6"/>
                  <a:gd name="T21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8">
                    <a:moveTo>
                      <a:pt x="6" y="0"/>
                    </a:moveTo>
                    <a:lnTo>
                      <a:pt x="6" y="0"/>
                    </a:lnTo>
                    <a:lnTo>
                      <a:pt x="2" y="8"/>
                    </a:lnTo>
                    <a:lnTo>
                      <a:pt x="2" y="8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3" y="2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2" name="ïş1îḓê"/>
              <p:cNvSpPr/>
              <p:nvPr/>
            </p:nvSpPr>
            <p:spPr bwMode="auto">
              <a:xfrm>
                <a:off x="1899967" y="2399973"/>
                <a:ext cx="30720" cy="49148"/>
              </a:xfrm>
              <a:custGeom>
                <a:avLst/>
                <a:gdLst>
                  <a:gd name="T0" fmla="*/ 7 w 10"/>
                  <a:gd name="T1" fmla="*/ 10 h 17"/>
                  <a:gd name="T2" fmla="*/ 7 w 10"/>
                  <a:gd name="T3" fmla="*/ 10 h 17"/>
                  <a:gd name="T4" fmla="*/ 5 w 10"/>
                  <a:gd name="T5" fmla="*/ 13 h 17"/>
                  <a:gd name="T6" fmla="*/ 5 w 10"/>
                  <a:gd name="T7" fmla="*/ 13 h 17"/>
                  <a:gd name="T8" fmla="*/ 0 w 10"/>
                  <a:gd name="T9" fmla="*/ 17 h 17"/>
                  <a:gd name="T10" fmla="*/ 0 w 10"/>
                  <a:gd name="T11" fmla="*/ 17 h 17"/>
                  <a:gd name="T12" fmla="*/ 3 w 10"/>
                  <a:gd name="T13" fmla="*/ 11 h 17"/>
                  <a:gd name="T14" fmla="*/ 3 w 10"/>
                  <a:gd name="T15" fmla="*/ 11 h 17"/>
                  <a:gd name="T16" fmla="*/ 5 w 10"/>
                  <a:gd name="T17" fmla="*/ 5 h 17"/>
                  <a:gd name="T18" fmla="*/ 5 w 10"/>
                  <a:gd name="T19" fmla="*/ 5 h 17"/>
                  <a:gd name="T20" fmla="*/ 7 w 10"/>
                  <a:gd name="T21" fmla="*/ 3 h 17"/>
                  <a:gd name="T22" fmla="*/ 10 w 10"/>
                  <a:gd name="T23" fmla="*/ 0 h 17"/>
                  <a:gd name="T24" fmla="*/ 10 w 10"/>
                  <a:gd name="T25" fmla="*/ 0 h 17"/>
                  <a:gd name="T26" fmla="*/ 7 w 10"/>
                  <a:gd name="T27" fmla="*/ 5 h 17"/>
                  <a:gd name="T28" fmla="*/ 7 w 10"/>
                  <a:gd name="T29" fmla="*/ 1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" h="17">
                    <a:moveTo>
                      <a:pt x="7" y="10"/>
                    </a:moveTo>
                    <a:lnTo>
                      <a:pt x="7" y="10"/>
                    </a:lnTo>
                    <a:lnTo>
                      <a:pt x="5" y="13"/>
                    </a:lnTo>
                    <a:lnTo>
                      <a:pt x="5" y="13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3" y="11"/>
                    </a:lnTo>
                    <a:lnTo>
                      <a:pt x="3" y="11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7" y="3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7" y="5"/>
                    </a:lnTo>
                    <a:lnTo>
                      <a:pt x="7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3" name="išľïḑè"/>
              <p:cNvSpPr/>
              <p:nvPr/>
            </p:nvSpPr>
            <p:spPr bwMode="auto">
              <a:xfrm>
                <a:off x="1942973" y="2375399"/>
                <a:ext cx="30720" cy="30720"/>
              </a:xfrm>
              <a:custGeom>
                <a:avLst/>
                <a:gdLst>
                  <a:gd name="T0" fmla="*/ 6 w 10"/>
                  <a:gd name="T1" fmla="*/ 3 h 10"/>
                  <a:gd name="T2" fmla="*/ 6 w 10"/>
                  <a:gd name="T3" fmla="*/ 3 h 10"/>
                  <a:gd name="T4" fmla="*/ 3 w 10"/>
                  <a:gd name="T5" fmla="*/ 7 h 10"/>
                  <a:gd name="T6" fmla="*/ 2 w 10"/>
                  <a:gd name="T7" fmla="*/ 10 h 10"/>
                  <a:gd name="T8" fmla="*/ 0 w 10"/>
                  <a:gd name="T9" fmla="*/ 10 h 10"/>
                  <a:gd name="T10" fmla="*/ 0 w 10"/>
                  <a:gd name="T11" fmla="*/ 10 h 10"/>
                  <a:gd name="T12" fmla="*/ 0 w 10"/>
                  <a:gd name="T13" fmla="*/ 10 h 10"/>
                  <a:gd name="T14" fmla="*/ 4 w 10"/>
                  <a:gd name="T15" fmla="*/ 4 h 10"/>
                  <a:gd name="T16" fmla="*/ 9 w 10"/>
                  <a:gd name="T17" fmla="*/ 0 h 10"/>
                  <a:gd name="T18" fmla="*/ 9 w 10"/>
                  <a:gd name="T19" fmla="*/ 0 h 10"/>
                  <a:gd name="T20" fmla="*/ 9 w 10"/>
                  <a:gd name="T21" fmla="*/ 2 h 10"/>
                  <a:gd name="T22" fmla="*/ 10 w 10"/>
                  <a:gd name="T23" fmla="*/ 0 h 10"/>
                  <a:gd name="T24" fmla="*/ 10 w 10"/>
                  <a:gd name="T25" fmla="*/ 0 h 10"/>
                  <a:gd name="T26" fmla="*/ 7 w 10"/>
                  <a:gd name="T27" fmla="*/ 6 h 10"/>
                  <a:gd name="T28" fmla="*/ 4 w 10"/>
                  <a:gd name="T29" fmla="*/ 10 h 10"/>
                  <a:gd name="T30" fmla="*/ 4 w 10"/>
                  <a:gd name="T31" fmla="*/ 10 h 10"/>
                  <a:gd name="T32" fmla="*/ 6 w 10"/>
                  <a:gd name="T33" fmla="*/ 6 h 10"/>
                  <a:gd name="T34" fmla="*/ 7 w 10"/>
                  <a:gd name="T35" fmla="*/ 3 h 10"/>
                  <a:gd name="T36" fmla="*/ 6 w 10"/>
                  <a:gd name="T37" fmla="*/ 3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" h="10">
                    <a:moveTo>
                      <a:pt x="6" y="3"/>
                    </a:moveTo>
                    <a:lnTo>
                      <a:pt x="6" y="3"/>
                    </a:lnTo>
                    <a:lnTo>
                      <a:pt x="3" y="7"/>
                    </a:lnTo>
                    <a:lnTo>
                      <a:pt x="2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4" y="4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9" y="2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7" y="6"/>
                    </a:lnTo>
                    <a:lnTo>
                      <a:pt x="4" y="10"/>
                    </a:lnTo>
                    <a:lnTo>
                      <a:pt x="4" y="10"/>
                    </a:lnTo>
                    <a:lnTo>
                      <a:pt x="6" y="6"/>
                    </a:lnTo>
                    <a:lnTo>
                      <a:pt x="7" y="3"/>
                    </a:lnTo>
                    <a:lnTo>
                      <a:pt x="6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4" name="îs1íḑê"/>
              <p:cNvSpPr/>
              <p:nvPr/>
            </p:nvSpPr>
            <p:spPr bwMode="auto">
              <a:xfrm>
                <a:off x="2133421" y="2227953"/>
                <a:ext cx="24574" cy="24574"/>
              </a:xfrm>
              <a:custGeom>
                <a:avLst/>
                <a:gdLst>
                  <a:gd name="T0" fmla="*/ 7 w 7"/>
                  <a:gd name="T1" fmla="*/ 0 h 7"/>
                  <a:gd name="T2" fmla="*/ 7 w 7"/>
                  <a:gd name="T3" fmla="*/ 0 h 7"/>
                  <a:gd name="T4" fmla="*/ 3 w 7"/>
                  <a:gd name="T5" fmla="*/ 4 h 7"/>
                  <a:gd name="T6" fmla="*/ 0 w 7"/>
                  <a:gd name="T7" fmla="*/ 7 h 7"/>
                  <a:gd name="T8" fmla="*/ 0 w 7"/>
                  <a:gd name="T9" fmla="*/ 7 h 7"/>
                  <a:gd name="T10" fmla="*/ 4 w 7"/>
                  <a:gd name="T11" fmla="*/ 1 h 7"/>
                  <a:gd name="T12" fmla="*/ 6 w 7"/>
                  <a:gd name="T13" fmla="*/ 0 h 7"/>
                  <a:gd name="T14" fmla="*/ 7 w 7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7">
                    <a:moveTo>
                      <a:pt x="7" y="0"/>
                    </a:moveTo>
                    <a:lnTo>
                      <a:pt x="7" y="0"/>
                    </a:lnTo>
                    <a:lnTo>
                      <a:pt x="3" y="4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4" y="1"/>
                    </a:lnTo>
                    <a:lnTo>
                      <a:pt x="6" y="0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5" name="îṣliḋe"/>
              <p:cNvSpPr/>
              <p:nvPr/>
            </p:nvSpPr>
            <p:spPr bwMode="auto">
              <a:xfrm>
                <a:off x="2121134" y="2252528"/>
                <a:ext cx="12287" cy="6145"/>
              </a:xfrm>
              <a:custGeom>
                <a:avLst/>
                <a:gdLst>
                  <a:gd name="T0" fmla="*/ 1 w 4"/>
                  <a:gd name="T1" fmla="*/ 3 h 3"/>
                  <a:gd name="T2" fmla="*/ 1 w 4"/>
                  <a:gd name="T3" fmla="*/ 3 h 3"/>
                  <a:gd name="T4" fmla="*/ 1 w 4"/>
                  <a:gd name="T5" fmla="*/ 3 h 3"/>
                  <a:gd name="T6" fmla="*/ 1 w 4"/>
                  <a:gd name="T7" fmla="*/ 3 h 3"/>
                  <a:gd name="T8" fmla="*/ 0 w 4"/>
                  <a:gd name="T9" fmla="*/ 3 h 3"/>
                  <a:gd name="T10" fmla="*/ 1 w 4"/>
                  <a:gd name="T11" fmla="*/ 2 h 3"/>
                  <a:gd name="T12" fmla="*/ 1 w 4"/>
                  <a:gd name="T13" fmla="*/ 2 h 3"/>
                  <a:gd name="T14" fmla="*/ 2 w 4"/>
                  <a:gd name="T15" fmla="*/ 0 h 3"/>
                  <a:gd name="T16" fmla="*/ 4 w 4"/>
                  <a:gd name="T17" fmla="*/ 0 h 3"/>
                  <a:gd name="T18" fmla="*/ 4 w 4"/>
                  <a:gd name="T19" fmla="*/ 0 h 3"/>
                  <a:gd name="T20" fmla="*/ 2 w 4"/>
                  <a:gd name="T21" fmla="*/ 2 h 3"/>
                  <a:gd name="T22" fmla="*/ 1 w 4"/>
                  <a:gd name="T2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4" h="3">
                    <a:moveTo>
                      <a:pt x="1" y="3"/>
                    </a:moveTo>
                    <a:lnTo>
                      <a:pt x="1" y="3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1" y="2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1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6" name="íšľïḍe"/>
              <p:cNvSpPr/>
              <p:nvPr/>
            </p:nvSpPr>
            <p:spPr bwMode="auto">
              <a:xfrm>
                <a:off x="2188713" y="2172664"/>
                <a:ext cx="43007" cy="43007"/>
              </a:xfrm>
              <a:custGeom>
                <a:avLst/>
                <a:gdLst>
                  <a:gd name="T0" fmla="*/ 0 w 13"/>
                  <a:gd name="T1" fmla="*/ 13 h 13"/>
                  <a:gd name="T2" fmla="*/ 0 w 13"/>
                  <a:gd name="T3" fmla="*/ 13 h 13"/>
                  <a:gd name="T4" fmla="*/ 3 w 13"/>
                  <a:gd name="T5" fmla="*/ 8 h 13"/>
                  <a:gd name="T6" fmla="*/ 6 w 13"/>
                  <a:gd name="T7" fmla="*/ 6 h 13"/>
                  <a:gd name="T8" fmla="*/ 6 w 13"/>
                  <a:gd name="T9" fmla="*/ 6 h 13"/>
                  <a:gd name="T10" fmla="*/ 10 w 13"/>
                  <a:gd name="T11" fmla="*/ 3 h 13"/>
                  <a:gd name="T12" fmla="*/ 13 w 13"/>
                  <a:gd name="T13" fmla="*/ 0 h 13"/>
                  <a:gd name="T14" fmla="*/ 13 w 13"/>
                  <a:gd name="T15" fmla="*/ 0 h 13"/>
                  <a:gd name="T16" fmla="*/ 12 w 13"/>
                  <a:gd name="T17" fmla="*/ 3 h 13"/>
                  <a:gd name="T18" fmla="*/ 10 w 13"/>
                  <a:gd name="T19" fmla="*/ 7 h 13"/>
                  <a:gd name="T20" fmla="*/ 10 w 13"/>
                  <a:gd name="T21" fmla="*/ 7 h 13"/>
                  <a:gd name="T22" fmla="*/ 8 w 13"/>
                  <a:gd name="T23" fmla="*/ 7 h 13"/>
                  <a:gd name="T24" fmla="*/ 8 w 13"/>
                  <a:gd name="T25" fmla="*/ 7 h 13"/>
                  <a:gd name="T26" fmla="*/ 5 w 13"/>
                  <a:gd name="T27" fmla="*/ 11 h 13"/>
                  <a:gd name="T28" fmla="*/ 5 w 13"/>
                  <a:gd name="T29" fmla="*/ 11 h 13"/>
                  <a:gd name="T30" fmla="*/ 0 w 13"/>
                  <a:gd name="T31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" h="13">
                    <a:moveTo>
                      <a:pt x="0" y="13"/>
                    </a:moveTo>
                    <a:lnTo>
                      <a:pt x="0" y="13"/>
                    </a:lnTo>
                    <a:lnTo>
                      <a:pt x="3" y="8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10" y="3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2" y="3"/>
                    </a:lnTo>
                    <a:lnTo>
                      <a:pt x="10" y="7"/>
                    </a:lnTo>
                    <a:lnTo>
                      <a:pt x="10" y="7"/>
                    </a:lnTo>
                    <a:lnTo>
                      <a:pt x="8" y="7"/>
                    </a:lnTo>
                    <a:lnTo>
                      <a:pt x="8" y="7"/>
                    </a:lnTo>
                    <a:lnTo>
                      <a:pt x="5" y="11"/>
                    </a:lnTo>
                    <a:lnTo>
                      <a:pt x="5" y="11"/>
                    </a:lnTo>
                    <a:lnTo>
                      <a:pt x="0" y="1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7" name="ïšļiďé"/>
              <p:cNvSpPr/>
              <p:nvPr/>
            </p:nvSpPr>
            <p:spPr bwMode="auto">
              <a:xfrm>
                <a:off x="2649477" y="2012932"/>
                <a:ext cx="24574" cy="24574"/>
              </a:xfrm>
              <a:custGeom>
                <a:avLst/>
                <a:gdLst>
                  <a:gd name="T0" fmla="*/ 9 w 9"/>
                  <a:gd name="T1" fmla="*/ 0 h 7"/>
                  <a:gd name="T2" fmla="*/ 9 w 9"/>
                  <a:gd name="T3" fmla="*/ 0 h 7"/>
                  <a:gd name="T4" fmla="*/ 6 w 9"/>
                  <a:gd name="T5" fmla="*/ 3 h 7"/>
                  <a:gd name="T6" fmla="*/ 5 w 9"/>
                  <a:gd name="T7" fmla="*/ 4 h 7"/>
                  <a:gd name="T8" fmla="*/ 5 w 9"/>
                  <a:gd name="T9" fmla="*/ 6 h 7"/>
                  <a:gd name="T10" fmla="*/ 5 w 9"/>
                  <a:gd name="T11" fmla="*/ 6 h 7"/>
                  <a:gd name="T12" fmla="*/ 2 w 9"/>
                  <a:gd name="T13" fmla="*/ 6 h 7"/>
                  <a:gd name="T14" fmla="*/ 2 w 9"/>
                  <a:gd name="T15" fmla="*/ 6 h 7"/>
                  <a:gd name="T16" fmla="*/ 0 w 9"/>
                  <a:gd name="T17" fmla="*/ 7 h 7"/>
                  <a:gd name="T18" fmla="*/ 0 w 9"/>
                  <a:gd name="T19" fmla="*/ 7 h 7"/>
                  <a:gd name="T20" fmla="*/ 3 w 9"/>
                  <a:gd name="T21" fmla="*/ 3 h 7"/>
                  <a:gd name="T22" fmla="*/ 9 w 9"/>
                  <a:gd name="T23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7">
                    <a:moveTo>
                      <a:pt x="9" y="0"/>
                    </a:moveTo>
                    <a:lnTo>
                      <a:pt x="9" y="0"/>
                    </a:lnTo>
                    <a:lnTo>
                      <a:pt x="6" y="3"/>
                    </a:lnTo>
                    <a:lnTo>
                      <a:pt x="5" y="4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2" y="6"/>
                    </a:lnTo>
                    <a:lnTo>
                      <a:pt x="2" y="6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3" y="3"/>
                    </a:lnTo>
                    <a:lnTo>
                      <a:pt x="9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8" name="iślíḋe"/>
              <p:cNvSpPr/>
              <p:nvPr/>
            </p:nvSpPr>
            <p:spPr bwMode="auto">
              <a:xfrm>
                <a:off x="3073381" y="1988359"/>
                <a:ext cx="18433" cy="0"/>
              </a:xfrm>
              <a:custGeom>
                <a:avLst/>
                <a:gdLst>
                  <a:gd name="T0" fmla="*/ 1 w 5"/>
                  <a:gd name="T1" fmla="*/ 2 h 2"/>
                  <a:gd name="T2" fmla="*/ 1 w 5"/>
                  <a:gd name="T3" fmla="*/ 2 h 2"/>
                  <a:gd name="T4" fmla="*/ 4 w 5"/>
                  <a:gd name="T5" fmla="*/ 0 h 2"/>
                  <a:gd name="T6" fmla="*/ 5 w 5"/>
                  <a:gd name="T7" fmla="*/ 0 h 2"/>
                  <a:gd name="T8" fmla="*/ 5 w 5"/>
                  <a:gd name="T9" fmla="*/ 0 h 2"/>
                  <a:gd name="T10" fmla="*/ 5 w 5"/>
                  <a:gd name="T11" fmla="*/ 0 h 2"/>
                  <a:gd name="T12" fmla="*/ 1 w 5"/>
                  <a:gd name="T13" fmla="*/ 2 h 2"/>
                  <a:gd name="T14" fmla="*/ 0 w 5"/>
                  <a:gd name="T15" fmla="*/ 2 h 2"/>
                  <a:gd name="T16" fmla="*/ 1 w 5"/>
                  <a:gd name="T1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2">
                    <a:moveTo>
                      <a:pt x="1" y="2"/>
                    </a:moveTo>
                    <a:lnTo>
                      <a:pt x="1" y="2"/>
                    </a:lnTo>
                    <a:lnTo>
                      <a:pt x="4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1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39" name="isľîdé"/>
              <p:cNvSpPr/>
              <p:nvPr/>
            </p:nvSpPr>
            <p:spPr bwMode="auto">
              <a:xfrm>
                <a:off x="1955260" y="2350824"/>
                <a:ext cx="18433" cy="24574"/>
              </a:xfrm>
              <a:custGeom>
                <a:avLst/>
                <a:gdLst>
                  <a:gd name="T0" fmla="*/ 8 w 8"/>
                  <a:gd name="T1" fmla="*/ 0 h 9"/>
                  <a:gd name="T2" fmla="*/ 8 w 8"/>
                  <a:gd name="T3" fmla="*/ 0 h 9"/>
                  <a:gd name="T4" fmla="*/ 0 w 8"/>
                  <a:gd name="T5" fmla="*/ 9 h 9"/>
                  <a:gd name="T6" fmla="*/ 0 w 8"/>
                  <a:gd name="T7" fmla="*/ 9 h 9"/>
                  <a:gd name="T8" fmla="*/ 2 w 8"/>
                  <a:gd name="T9" fmla="*/ 6 h 9"/>
                  <a:gd name="T10" fmla="*/ 5 w 8"/>
                  <a:gd name="T11" fmla="*/ 3 h 9"/>
                  <a:gd name="T12" fmla="*/ 5 w 8"/>
                  <a:gd name="T13" fmla="*/ 3 h 9"/>
                  <a:gd name="T14" fmla="*/ 8 w 8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9">
                    <a:moveTo>
                      <a:pt x="8" y="0"/>
                    </a:moveTo>
                    <a:lnTo>
                      <a:pt x="8" y="0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2" y="6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8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0" name="îś1íde"/>
              <p:cNvSpPr/>
              <p:nvPr/>
            </p:nvSpPr>
            <p:spPr bwMode="auto">
              <a:xfrm>
                <a:off x="2569613" y="2019073"/>
                <a:ext cx="36861" cy="18433"/>
              </a:xfrm>
              <a:custGeom>
                <a:avLst/>
                <a:gdLst>
                  <a:gd name="T0" fmla="*/ 11 w 11"/>
                  <a:gd name="T1" fmla="*/ 0 h 8"/>
                  <a:gd name="T2" fmla="*/ 11 w 11"/>
                  <a:gd name="T3" fmla="*/ 0 h 8"/>
                  <a:gd name="T4" fmla="*/ 5 w 11"/>
                  <a:gd name="T5" fmla="*/ 5 h 8"/>
                  <a:gd name="T6" fmla="*/ 0 w 11"/>
                  <a:gd name="T7" fmla="*/ 8 h 8"/>
                  <a:gd name="T8" fmla="*/ 0 w 11"/>
                  <a:gd name="T9" fmla="*/ 8 h 8"/>
                  <a:gd name="T10" fmla="*/ 5 w 11"/>
                  <a:gd name="T11" fmla="*/ 3 h 8"/>
                  <a:gd name="T12" fmla="*/ 11 w 11"/>
                  <a:gd name="T1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8">
                    <a:moveTo>
                      <a:pt x="11" y="0"/>
                    </a:moveTo>
                    <a:lnTo>
                      <a:pt x="11" y="0"/>
                    </a:lnTo>
                    <a:lnTo>
                      <a:pt x="5" y="5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5" y="3"/>
                    </a:lnTo>
                    <a:lnTo>
                      <a:pt x="1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1" name="ïṧļïdê"/>
              <p:cNvSpPr/>
              <p:nvPr/>
            </p:nvSpPr>
            <p:spPr bwMode="auto">
              <a:xfrm>
                <a:off x="2028983" y="2246387"/>
                <a:ext cx="36861" cy="49148"/>
              </a:xfrm>
              <a:custGeom>
                <a:avLst/>
                <a:gdLst>
                  <a:gd name="T0" fmla="*/ 13 w 13"/>
                  <a:gd name="T1" fmla="*/ 0 h 17"/>
                  <a:gd name="T2" fmla="*/ 13 w 13"/>
                  <a:gd name="T3" fmla="*/ 0 h 17"/>
                  <a:gd name="T4" fmla="*/ 11 w 13"/>
                  <a:gd name="T5" fmla="*/ 1 h 17"/>
                  <a:gd name="T6" fmla="*/ 11 w 13"/>
                  <a:gd name="T7" fmla="*/ 3 h 17"/>
                  <a:gd name="T8" fmla="*/ 11 w 13"/>
                  <a:gd name="T9" fmla="*/ 3 h 17"/>
                  <a:gd name="T10" fmla="*/ 7 w 13"/>
                  <a:gd name="T11" fmla="*/ 7 h 17"/>
                  <a:gd name="T12" fmla="*/ 5 w 13"/>
                  <a:gd name="T13" fmla="*/ 8 h 17"/>
                  <a:gd name="T14" fmla="*/ 3 w 13"/>
                  <a:gd name="T15" fmla="*/ 11 h 17"/>
                  <a:gd name="T16" fmla="*/ 3 w 13"/>
                  <a:gd name="T17" fmla="*/ 11 h 17"/>
                  <a:gd name="T18" fmla="*/ 4 w 13"/>
                  <a:gd name="T19" fmla="*/ 11 h 17"/>
                  <a:gd name="T20" fmla="*/ 5 w 13"/>
                  <a:gd name="T21" fmla="*/ 10 h 17"/>
                  <a:gd name="T22" fmla="*/ 7 w 13"/>
                  <a:gd name="T23" fmla="*/ 10 h 17"/>
                  <a:gd name="T24" fmla="*/ 7 w 13"/>
                  <a:gd name="T25" fmla="*/ 11 h 17"/>
                  <a:gd name="T26" fmla="*/ 7 w 13"/>
                  <a:gd name="T27" fmla="*/ 11 h 17"/>
                  <a:gd name="T28" fmla="*/ 3 w 13"/>
                  <a:gd name="T29" fmla="*/ 15 h 17"/>
                  <a:gd name="T30" fmla="*/ 3 w 13"/>
                  <a:gd name="T31" fmla="*/ 15 h 17"/>
                  <a:gd name="T32" fmla="*/ 0 w 13"/>
                  <a:gd name="T33" fmla="*/ 17 h 17"/>
                  <a:gd name="T34" fmla="*/ 0 w 13"/>
                  <a:gd name="T35" fmla="*/ 17 h 17"/>
                  <a:gd name="T36" fmla="*/ 3 w 13"/>
                  <a:gd name="T37" fmla="*/ 11 h 17"/>
                  <a:gd name="T38" fmla="*/ 5 w 13"/>
                  <a:gd name="T39" fmla="*/ 5 h 17"/>
                  <a:gd name="T40" fmla="*/ 5 w 13"/>
                  <a:gd name="T41" fmla="*/ 5 h 17"/>
                  <a:gd name="T42" fmla="*/ 10 w 13"/>
                  <a:gd name="T43" fmla="*/ 1 h 17"/>
                  <a:gd name="T44" fmla="*/ 13 w 13"/>
                  <a:gd name="T4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" h="17">
                    <a:moveTo>
                      <a:pt x="13" y="0"/>
                    </a:moveTo>
                    <a:lnTo>
                      <a:pt x="13" y="0"/>
                    </a:lnTo>
                    <a:lnTo>
                      <a:pt x="11" y="1"/>
                    </a:lnTo>
                    <a:lnTo>
                      <a:pt x="11" y="3"/>
                    </a:lnTo>
                    <a:lnTo>
                      <a:pt x="11" y="3"/>
                    </a:lnTo>
                    <a:lnTo>
                      <a:pt x="7" y="7"/>
                    </a:lnTo>
                    <a:lnTo>
                      <a:pt x="5" y="8"/>
                    </a:lnTo>
                    <a:lnTo>
                      <a:pt x="3" y="11"/>
                    </a:lnTo>
                    <a:lnTo>
                      <a:pt x="3" y="11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7" y="10"/>
                    </a:lnTo>
                    <a:lnTo>
                      <a:pt x="7" y="11"/>
                    </a:lnTo>
                    <a:lnTo>
                      <a:pt x="7" y="11"/>
                    </a:lnTo>
                    <a:lnTo>
                      <a:pt x="3" y="15"/>
                    </a:lnTo>
                    <a:lnTo>
                      <a:pt x="3" y="15"/>
                    </a:lnTo>
                    <a:lnTo>
                      <a:pt x="0" y="17"/>
                    </a:lnTo>
                    <a:lnTo>
                      <a:pt x="0" y="17"/>
                    </a:lnTo>
                    <a:lnTo>
                      <a:pt x="3" y="11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10" y="1"/>
                    </a:lnTo>
                    <a:lnTo>
                      <a:pt x="1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2" name="î$ļíďé"/>
              <p:cNvSpPr/>
              <p:nvPr/>
            </p:nvSpPr>
            <p:spPr bwMode="auto">
              <a:xfrm>
                <a:off x="2508179" y="2019073"/>
                <a:ext cx="36861" cy="24574"/>
              </a:xfrm>
              <a:custGeom>
                <a:avLst/>
                <a:gdLst>
                  <a:gd name="T0" fmla="*/ 0 w 13"/>
                  <a:gd name="T1" fmla="*/ 8 h 9"/>
                  <a:gd name="T2" fmla="*/ 0 w 13"/>
                  <a:gd name="T3" fmla="*/ 8 h 9"/>
                  <a:gd name="T4" fmla="*/ 6 w 13"/>
                  <a:gd name="T5" fmla="*/ 3 h 9"/>
                  <a:gd name="T6" fmla="*/ 9 w 13"/>
                  <a:gd name="T7" fmla="*/ 0 h 9"/>
                  <a:gd name="T8" fmla="*/ 13 w 13"/>
                  <a:gd name="T9" fmla="*/ 0 h 9"/>
                  <a:gd name="T10" fmla="*/ 13 w 13"/>
                  <a:gd name="T11" fmla="*/ 0 h 9"/>
                  <a:gd name="T12" fmla="*/ 3 w 13"/>
                  <a:gd name="T13" fmla="*/ 8 h 9"/>
                  <a:gd name="T14" fmla="*/ 3 w 13"/>
                  <a:gd name="T15" fmla="*/ 8 h 9"/>
                  <a:gd name="T16" fmla="*/ 0 w 13"/>
                  <a:gd name="T17" fmla="*/ 9 h 9"/>
                  <a:gd name="T18" fmla="*/ 0 w 13"/>
                  <a:gd name="T19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9">
                    <a:moveTo>
                      <a:pt x="0" y="8"/>
                    </a:moveTo>
                    <a:lnTo>
                      <a:pt x="0" y="8"/>
                    </a:lnTo>
                    <a:lnTo>
                      <a:pt x="6" y="3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0" y="9"/>
                    </a:lnTo>
                    <a:lnTo>
                      <a:pt x="0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3" name="ïṥ1îdè"/>
              <p:cNvSpPr/>
              <p:nvPr/>
            </p:nvSpPr>
            <p:spPr bwMode="auto">
              <a:xfrm>
                <a:off x="2256291" y="2123515"/>
                <a:ext cx="18433" cy="12287"/>
              </a:xfrm>
              <a:custGeom>
                <a:avLst/>
                <a:gdLst>
                  <a:gd name="T0" fmla="*/ 0 w 6"/>
                  <a:gd name="T1" fmla="*/ 4 h 4"/>
                  <a:gd name="T2" fmla="*/ 0 w 6"/>
                  <a:gd name="T3" fmla="*/ 4 h 4"/>
                  <a:gd name="T4" fmla="*/ 6 w 6"/>
                  <a:gd name="T5" fmla="*/ 0 h 4"/>
                  <a:gd name="T6" fmla="*/ 6 w 6"/>
                  <a:gd name="T7" fmla="*/ 0 h 4"/>
                  <a:gd name="T8" fmla="*/ 3 w 6"/>
                  <a:gd name="T9" fmla="*/ 3 h 4"/>
                  <a:gd name="T10" fmla="*/ 1 w 6"/>
                  <a:gd name="T11" fmla="*/ 4 h 4"/>
                  <a:gd name="T12" fmla="*/ 1 w 6"/>
                  <a:gd name="T13" fmla="*/ 4 h 4"/>
                  <a:gd name="T14" fmla="*/ 0 w 6"/>
                  <a:gd name="T15" fmla="*/ 4 h 4"/>
                  <a:gd name="T16" fmla="*/ 0 w 6"/>
                  <a:gd name="T1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4">
                    <a:moveTo>
                      <a:pt x="0" y="4"/>
                    </a:moveTo>
                    <a:lnTo>
                      <a:pt x="0" y="4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3" y="3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0" y="4"/>
                    </a:lnTo>
                    <a:lnTo>
                      <a:pt x="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4" name="ïśľiďe"/>
              <p:cNvSpPr/>
              <p:nvPr/>
            </p:nvSpPr>
            <p:spPr bwMode="auto">
              <a:xfrm>
                <a:off x="2084273" y="2203380"/>
                <a:ext cx="18433" cy="24574"/>
              </a:xfrm>
              <a:custGeom>
                <a:avLst/>
                <a:gdLst>
                  <a:gd name="T0" fmla="*/ 6 w 6"/>
                  <a:gd name="T1" fmla="*/ 0 h 7"/>
                  <a:gd name="T2" fmla="*/ 6 w 6"/>
                  <a:gd name="T3" fmla="*/ 0 h 7"/>
                  <a:gd name="T4" fmla="*/ 5 w 6"/>
                  <a:gd name="T5" fmla="*/ 3 h 7"/>
                  <a:gd name="T6" fmla="*/ 5 w 6"/>
                  <a:gd name="T7" fmla="*/ 3 h 7"/>
                  <a:gd name="T8" fmla="*/ 0 w 6"/>
                  <a:gd name="T9" fmla="*/ 7 h 7"/>
                  <a:gd name="T10" fmla="*/ 0 w 6"/>
                  <a:gd name="T11" fmla="*/ 7 h 7"/>
                  <a:gd name="T12" fmla="*/ 2 w 6"/>
                  <a:gd name="T13" fmla="*/ 3 h 7"/>
                  <a:gd name="T14" fmla="*/ 6 w 6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lnTo>
                      <a:pt x="6" y="0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2" y="3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5" name="ïšḷïḋe"/>
              <p:cNvSpPr/>
              <p:nvPr/>
            </p:nvSpPr>
            <p:spPr bwMode="auto">
              <a:xfrm>
                <a:off x="2287011" y="2086654"/>
                <a:ext cx="18433" cy="24574"/>
              </a:xfrm>
              <a:custGeom>
                <a:avLst/>
                <a:gdLst>
                  <a:gd name="T0" fmla="*/ 7 w 7"/>
                  <a:gd name="T1" fmla="*/ 0 h 9"/>
                  <a:gd name="T2" fmla="*/ 7 w 7"/>
                  <a:gd name="T3" fmla="*/ 0 h 9"/>
                  <a:gd name="T4" fmla="*/ 3 w 7"/>
                  <a:gd name="T5" fmla="*/ 5 h 9"/>
                  <a:gd name="T6" fmla="*/ 1 w 7"/>
                  <a:gd name="T7" fmla="*/ 7 h 9"/>
                  <a:gd name="T8" fmla="*/ 0 w 7"/>
                  <a:gd name="T9" fmla="*/ 9 h 9"/>
                  <a:gd name="T10" fmla="*/ 0 w 7"/>
                  <a:gd name="T11" fmla="*/ 9 h 9"/>
                  <a:gd name="T12" fmla="*/ 3 w 7"/>
                  <a:gd name="T13" fmla="*/ 5 h 9"/>
                  <a:gd name="T14" fmla="*/ 7 w 7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9">
                    <a:moveTo>
                      <a:pt x="7" y="0"/>
                    </a:moveTo>
                    <a:lnTo>
                      <a:pt x="7" y="0"/>
                    </a:lnTo>
                    <a:lnTo>
                      <a:pt x="3" y="5"/>
                    </a:lnTo>
                    <a:lnTo>
                      <a:pt x="1" y="7"/>
                    </a:lnTo>
                    <a:lnTo>
                      <a:pt x="0" y="9"/>
                    </a:lnTo>
                    <a:lnTo>
                      <a:pt x="0" y="9"/>
                    </a:lnTo>
                    <a:lnTo>
                      <a:pt x="3" y="5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6" name="ïṩḻíḋe"/>
              <p:cNvSpPr/>
              <p:nvPr/>
            </p:nvSpPr>
            <p:spPr bwMode="auto">
              <a:xfrm>
                <a:off x="2366875" y="2037507"/>
                <a:ext cx="24574" cy="24574"/>
              </a:xfrm>
              <a:custGeom>
                <a:avLst/>
                <a:gdLst>
                  <a:gd name="T0" fmla="*/ 8 w 8"/>
                  <a:gd name="T1" fmla="*/ 0 h 7"/>
                  <a:gd name="T2" fmla="*/ 8 w 8"/>
                  <a:gd name="T3" fmla="*/ 0 h 7"/>
                  <a:gd name="T4" fmla="*/ 5 w 8"/>
                  <a:gd name="T5" fmla="*/ 2 h 7"/>
                  <a:gd name="T6" fmla="*/ 4 w 8"/>
                  <a:gd name="T7" fmla="*/ 4 h 7"/>
                  <a:gd name="T8" fmla="*/ 4 w 8"/>
                  <a:gd name="T9" fmla="*/ 5 h 7"/>
                  <a:gd name="T10" fmla="*/ 4 w 8"/>
                  <a:gd name="T11" fmla="*/ 5 h 7"/>
                  <a:gd name="T12" fmla="*/ 0 w 8"/>
                  <a:gd name="T13" fmla="*/ 7 h 7"/>
                  <a:gd name="T14" fmla="*/ 0 w 8"/>
                  <a:gd name="T15" fmla="*/ 7 h 7"/>
                  <a:gd name="T16" fmla="*/ 4 w 8"/>
                  <a:gd name="T17" fmla="*/ 2 h 7"/>
                  <a:gd name="T18" fmla="*/ 8 w 8"/>
                  <a:gd name="T1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7">
                    <a:moveTo>
                      <a:pt x="8" y="0"/>
                    </a:moveTo>
                    <a:lnTo>
                      <a:pt x="8" y="0"/>
                    </a:lnTo>
                    <a:lnTo>
                      <a:pt x="5" y="2"/>
                    </a:lnTo>
                    <a:lnTo>
                      <a:pt x="4" y="4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4" y="2"/>
                    </a:lnTo>
                    <a:lnTo>
                      <a:pt x="8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7" name="ïślíḓe"/>
              <p:cNvSpPr/>
              <p:nvPr/>
            </p:nvSpPr>
            <p:spPr bwMode="auto">
              <a:xfrm>
                <a:off x="2336159" y="2062080"/>
                <a:ext cx="30720" cy="18433"/>
              </a:xfrm>
              <a:custGeom>
                <a:avLst/>
                <a:gdLst>
                  <a:gd name="T0" fmla="*/ 0 w 10"/>
                  <a:gd name="T1" fmla="*/ 7 h 7"/>
                  <a:gd name="T2" fmla="*/ 0 w 10"/>
                  <a:gd name="T3" fmla="*/ 7 h 7"/>
                  <a:gd name="T4" fmla="*/ 4 w 10"/>
                  <a:gd name="T5" fmla="*/ 3 h 7"/>
                  <a:gd name="T6" fmla="*/ 7 w 10"/>
                  <a:gd name="T7" fmla="*/ 1 h 7"/>
                  <a:gd name="T8" fmla="*/ 10 w 10"/>
                  <a:gd name="T9" fmla="*/ 0 h 7"/>
                  <a:gd name="T10" fmla="*/ 10 w 10"/>
                  <a:gd name="T11" fmla="*/ 0 h 7"/>
                  <a:gd name="T12" fmla="*/ 8 w 10"/>
                  <a:gd name="T13" fmla="*/ 3 h 7"/>
                  <a:gd name="T14" fmla="*/ 4 w 10"/>
                  <a:gd name="T15" fmla="*/ 5 h 7"/>
                  <a:gd name="T16" fmla="*/ 4 w 10"/>
                  <a:gd name="T17" fmla="*/ 5 h 7"/>
                  <a:gd name="T18" fmla="*/ 1 w 10"/>
                  <a:gd name="T19" fmla="*/ 7 h 7"/>
                  <a:gd name="T20" fmla="*/ 0 w 10"/>
                  <a:gd name="T21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7">
                    <a:moveTo>
                      <a:pt x="0" y="7"/>
                    </a:moveTo>
                    <a:lnTo>
                      <a:pt x="0" y="7"/>
                    </a:lnTo>
                    <a:lnTo>
                      <a:pt x="4" y="3"/>
                    </a:lnTo>
                    <a:lnTo>
                      <a:pt x="7" y="1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8" y="3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1" y="7"/>
                    </a:lnTo>
                    <a:lnTo>
                      <a:pt x="0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8" name="îšlïḓé"/>
              <p:cNvSpPr/>
              <p:nvPr/>
            </p:nvSpPr>
            <p:spPr bwMode="auto">
              <a:xfrm>
                <a:off x="2127279" y="2172664"/>
                <a:ext cx="12287" cy="24574"/>
              </a:xfrm>
              <a:custGeom>
                <a:avLst/>
                <a:gdLst>
                  <a:gd name="T0" fmla="*/ 6 w 6"/>
                  <a:gd name="T1" fmla="*/ 0 h 7"/>
                  <a:gd name="T2" fmla="*/ 6 w 6"/>
                  <a:gd name="T3" fmla="*/ 0 h 7"/>
                  <a:gd name="T4" fmla="*/ 6 w 6"/>
                  <a:gd name="T5" fmla="*/ 3 h 7"/>
                  <a:gd name="T6" fmla="*/ 3 w 6"/>
                  <a:gd name="T7" fmla="*/ 4 h 7"/>
                  <a:gd name="T8" fmla="*/ 0 w 6"/>
                  <a:gd name="T9" fmla="*/ 7 h 7"/>
                  <a:gd name="T10" fmla="*/ 0 w 6"/>
                  <a:gd name="T11" fmla="*/ 7 h 7"/>
                  <a:gd name="T12" fmla="*/ 3 w 6"/>
                  <a:gd name="T13" fmla="*/ 3 h 7"/>
                  <a:gd name="T14" fmla="*/ 6 w 6"/>
                  <a:gd name="T15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7">
                    <a:moveTo>
                      <a:pt x="6" y="0"/>
                    </a:moveTo>
                    <a:lnTo>
                      <a:pt x="6" y="0"/>
                    </a:lnTo>
                    <a:lnTo>
                      <a:pt x="6" y="3"/>
                    </a:lnTo>
                    <a:lnTo>
                      <a:pt x="3" y="4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3" y="3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49" name="î$lïḓé"/>
              <p:cNvSpPr/>
              <p:nvPr/>
            </p:nvSpPr>
            <p:spPr bwMode="auto">
              <a:xfrm>
                <a:off x="2323871" y="2062080"/>
                <a:ext cx="24574" cy="18433"/>
              </a:xfrm>
              <a:custGeom>
                <a:avLst/>
                <a:gdLst>
                  <a:gd name="T0" fmla="*/ 7 w 7"/>
                  <a:gd name="T1" fmla="*/ 0 h 5"/>
                  <a:gd name="T2" fmla="*/ 7 w 7"/>
                  <a:gd name="T3" fmla="*/ 0 h 5"/>
                  <a:gd name="T4" fmla="*/ 3 w 7"/>
                  <a:gd name="T5" fmla="*/ 3 h 5"/>
                  <a:gd name="T6" fmla="*/ 3 w 7"/>
                  <a:gd name="T7" fmla="*/ 3 h 5"/>
                  <a:gd name="T8" fmla="*/ 0 w 7"/>
                  <a:gd name="T9" fmla="*/ 5 h 5"/>
                  <a:gd name="T10" fmla="*/ 0 w 7"/>
                  <a:gd name="T11" fmla="*/ 5 h 5"/>
                  <a:gd name="T12" fmla="*/ 0 w 7"/>
                  <a:gd name="T13" fmla="*/ 4 h 5"/>
                  <a:gd name="T14" fmla="*/ 1 w 7"/>
                  <a:gd name="T15" fmla="*/ 3 h 5"/>
                  <a:gd name="T16" fmla="*/ 7 w 7"/>
                  <a:gd name="T1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5">
                    <a:moveTo>
                      <a:pt x="7" y="0"/>
                    </a:moveTo>
                    <a:lnTo>
                      <a:pt x="7" y="0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4"/>
                    </a:lnTo>
                    <a:lnTo>
                      <a:pt x="1" y="3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0" name="ïṧḻíde"/>
              <p:cNvSpPr/>
              <p:nvPr/>
            </p:nvSpPr>
            <p:spPr bwMode="auto">
              <a:xfrm>
                <a:off x="2342301" y="2019073"/>
                <a:ext cx="49148" cy="36861"/>
              </a:xfrm>
              <a:custGeom>
                <a:avLst/>
                <a:gdLst>
                  <a:gd name="T0" fmla="*/ 10 w 16"/>
                  <a:gd name="T1" fmla="*/ 3 h 13"/>
                  <a:gd name="T2" fmla="*/ 10 w 16"/>
                  <a:gd name="T3" fmla="*/ 3 h 13"/>
                  <a:gd name="T4" fmla="*/ 6 w 16"/>
                  <a:gd name="T5" fmla="*/ 9 h 13"/>
                  <a:gd name="T6" fmla="*/ 5 w 16"/>
                  <a:gd name="T7" fmla="*/ 12 h 13"/>
                  <a:gd name="T8" fmla="*/ 5 w 16"/>
                  <a:gd name="T9" fmla="*/ 12 h 13"/>
                  <a:gd name="T10" fmla="*/ 2 w 16"/>
                  <a:gd name="T11" fmla="*/ 13 h 13"/>
                  <a:gd name="T12" fmla="*/ 0 w 16"/>
                  <a:gd name="T13" fmla="*/ 13 h 13"/>
                  <a:gd name="T14" fmla="*/ 0 w 16"/>
                  <a:gd name="T15" fmla="*/ 13 h 13"/>
                  <a:gd name="T16" fmla="*/ 3 w 16"/>
                  <a:gd name="T17" fmla="*/ 9 h 13"/>
                  <a:gd name="T18" fmla="*/ 8 w 16"/>
                  <a:gd name="T19" fmla="*/ 6 h 13"/>
                  <a:gd name="T20" fmla="*/ 8 w 16"/>
                  <a:gd name="T21" fmla="*/ 6 h 13"/>
                  <a:gd name="T22" fmla="*/ 5 w 16"/>
                  <a:gd name="T23" fmla="*/ 8 h 13"/>
                  <a:gd name="T24" fmla="*/ 5 w 16"/>
                  <a:gd name="T25" fmla="*/ 8 h 13"/>
                  <a:gd name="T26" fmla="*/ 3 w 16"/>
                  <a:gd name="T27" fmla="*/ 8 h 13"/>
                  <a:gd name="T28" fmla="*/ 3 w 16"/>
                  <a:gd name="T29" fmla="*/ 8 h 13"/>
                  <a:gd name="T30" fmla="*/ 10 w 16"/>
                  <a:gd name="T31" fmla="*/ 3 h 13"/>
                  <a:gd name="T32" fmla="*/ 16 w 16"/>
                  <a:gd name="T33" fmla="*/ 0 h 13"/>
                  <a:gd name="T34" fmla="*/ 16 w 16"/>
                  <a:gd name="T35" fmla="*/ 0 h 13"/>
                  <a:gd name="T36" fmla="*/ 16 w 16"/>
                  <a:gd name="T37" fmla="*/ 2 h 13"/>
                  <a:gd name="T38" fmla="*/ 15 w 16"/>
                  <a:gd name="T39" fmla="*/ 3 h 13"/>
                  <a:gd name="T40" fmla="*/ 15 w 16"/>
                  <a:gd name="T41" fmla="*/ 3 h 13"/>
                  <a:gd name="T42" fmla="*/ 12 w 16"/>
                  <a:gd name="T43" fmla="*/ 5 h 13"/>
                  <a:gd name="T44" fmla="*/ 12 w 16"/>
                  <a:gd name="T45" fmla="*/ 3 h 13"/>
                  <a:gd name="T46" fmla="*/ 10 w 16"/>
                  <a:gd name="T47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6" h="13">
                    <a:moveTo>
                      <a:pt x="10" y="3"/>
                    </a:moveTo>
                    <a:lnTo>
                      <a:pt x="10" y="3"/>
                    </a:lnTo>
                    <a:lnTo>
                      <a:pt x="6" y="9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2" y="13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3" y="9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3" y="8"/>
                    </a:lnTo>
                    <a:lnTo>
                      <a:pt x="3" y="8"/>
                    </a:lnTo>
                    <a:lnTo>
                      <a:pt x="10" y="3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6" y="2"/>
                    </a:lnTo>
                    <a:lnTo>
                      <a:pt x="15" y="3"/>
                    </a:lnTo>
                    <a:lnTo>
                      <a:pt x="15" y="3"/>
                    </a:lnTo>
                    <a:lnTo>
                      <a:pt x="12" y="5"/>
                    </a:lnTo>
                    <a:lnTo>
                      <a:pt x="12" y="3"/>
                    </a:lnTo>
                    <a:lnTo>
                      <a:pt x="1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1" name="iŝḻíḍè"/>
              <p:cNvSpPr/>
              <p:nvPr/>
            </p:nvSpPr>
            <p:spPr bwMode="auto">
              <a:xfrm>
                <a:off x="2366875" y="2006787"/>
                <a:ext cx="55294" cy="43007"/>
              </a:xfrm>
              <a:custGeom>
                <a:avLst/>
                <a:gdLst>
                  <a:gd name="T0" fmla="*/ 17 w 17"/>
                  <a:gd name="T1" fmla="*/ 0 h 14"/>
                  <a:gd name="T2" fmla="*/ 17 w 17"/>
                  <a:gd name="T3" fmla="*/ 0 h 14"/>
                  <a:gd name="T4" fmla="*/ 9 w 17"/>
                  <a:gd name="T5" fmla="*/ 7 h 14"/>
                  <a:gd name="T6" fmla="*/ 9 w 17"/>
                  <a:gd name="T7" fmla="*/ 7 h 14"/>
                  <a:gd name="T8" fmla="*/ 0 w 17"/>
                  <a:gd name="T9" fmla="*/ 14 h 14"/>
                  <a:gd name="T10" fmla="*/ 0 w 17"/>
                  <a:gd name="T11" fmla="*/ 14 h 14"/>
                  <a:gd name="T12" fmla="*/ 1 w 17"/>
                  <a:gd name="T13" fmla="*/ 12 h 14"/>
                  <a:gd name="T14" fmla="*/ 6 w 17"/>
                  <a:gd name="T15" fmla="*/ 7 h 14"/>
                  <a:gd name="T16" fmla="*/ 6 w 17"/>
                  <a:gd name="T17" fmla="*/ 7 h 14"/>
                  <a:gd name="T18" fmla="*/ 17 w 17"/>
                  <a:gd name="T1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7" h="14">
                    <a:moveTo>
                      <a:pt x="17" y="0"/>
                    </a:moveTo>
                    <a:lnTo>
                      <a:pt x="17" y="0"/>
                    </a:lnTo>
                    <a:lnTo>
                      <a:pt x="9" y="7"/>
                    </a:lnTo>
                    <a:lnTo>
                      <a:pt x="9" y="7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1" y="12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1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2" name="ïṩlïḑê"/>
              <p:cNvSpPr/>
              <p:nvPr/>
            </p:nvSpPr>
            <p:spPr bwMode="auto">
              <a:xfrm>
                <a:off x="2078131" y="2160377"/>
                <a:ext cx="36861" cy="43007"/>
              </a:xfrm>
              <a:custGeom>
                <a:avLst/>
                <a:gdLst>
                  <a:gd name="T0" fmla="*/ 11 w 11"/>
                  <a:gd name="T1" fmla="*/ 0 h 12"/>
                  <a:gd name="T2" fmla="*/ 11 w 11"/>
                  <a:gd name="T3" fmla="*/ 0 h 12"/>
                  <a:gd name="T4" fmla="*/ 6 w 11"/>
                  <a:gd name="T5" fmla="*/ 5 h 12"/>
                  <a:gd name="T6" fmla="*/ 0 w 11"/>
                  <a:gd name="T7" fmla="*/ 12 h 12"/>
                  <a:gd name="T8" fmla="*/ 0 w 11"/>
                  <a:gd name="T9" fmla="*/ 12 h 12"/>
                  <a:gd name="T10" fmla="*/ 6 w 11"/>
                  <a:gd name="T11" fmla="*/ 5 h 12"/>
                  <a:gd name="T12" fmla="*/ 11 w 11"/>
                  <a:gd name="T13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12">
                    <a:moveTo>
                      <a:pt x="11" y="0"/>
                    </a:moveTo>
                    <a:lnTo>
                      <a:pt x="11" y="0"/>
                    </a:lnTo>
                    <a:lnTo>
                      <a:pt x="6" y="5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6" y="5"/>
                    </a:lnTo>
                    <a:lnTo>
                      <a:pt x="1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3" name="iṩļíḍe"/>
              <p:cNvSpPr/>
              <p:nvPr/>
            </p:nvSpPr>
            <p:spPr bwMode="auto">
              <a:xfrm>
                <a:off x="2201001" y="2111228"/>
                <a:ext cx="12287" cy="12287"/>
              </a:xfrm>
              <a:custGeom>
                <a:avLst/>
                <a:gdLst>
                  <a:gd name="T0" fmla="*/ 3 w 3"/>
                  <a:gd name="T1" fmla="*/ 0 h 5"/>
                  <a:gd name="T2" fmla="*/ 3 w 3"/>
                  <a:gd name="T3" fmla="*/ 0 h 5"/>
                  <a:gd name="T4" fmla="*/ 3 w 3"/>
                  <a:gd name="T5" fmla="*/ 2 h 5"/>
                  <a:gd name="T6" fmla="*/ 0 w 3"/>
                  <a:gd name="T7" fmla="*/ 5 h 5"/>
                  <a:gd name="T8" fmla="*/ 0 w 3"/>
                  <a:gd name="T9" fmla="*/ 5 h 5"/>
                  <a:gd name="T10" fmla="*/ 0 w 3"/>
                  <a:gd name="T11" fmla="*/ 3 h 5"/>
                  <a:gd name="T12" fmla="*/ 3 w 3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5">
                    <a:moveTo>
                      <a:pt x="3" y="0"/>
                    </a:moveTo>
                    <a:lnTo>
                      <a:pt x="3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4" name="ïS1iḋe"/>
              <p:cNvSpPr/>
              <p:nvPr/>
            </p:nvSpPr>
            <p:spPr bwMode="auto">
              <a:xfrm>
                <a:off x="2164140" y="2098941"/>
                <a:ext cx="36861" cy="36861"/>
              </a:xfrm>
              <a:custGeom>
                <a:avLst/>
                <a:gdLst>
                  <a:gd name="T0" fmla="*/ 6 w 13"/>
                  <a:gd name="T1" fmla="*/ 3 h 13"/>
                  <a:gd name="T2" fmla="*/ 6 w 13"/>
                  <a:gd name="T3" fmla="*/ 3 h 13"/>
                  <a:gd name="T4" fmla="*/ 7 w 13"/>
                  <a:gd name="T5" fmla="*/ 3 h 13"/>
                  <a:gd name="T6" fmla="*/ 6 w 13"/>
                  <a:gd name="T7" fmla="*/ 4 h 13"/>
                  <a:gd name="T8" fmla="*/ 6 w 13"/>
                  <a:gd name="T9" fmla="*/ 6 h 13"/>
                  <a:gd name="T10" fmla="*/ 6 w 13"/>
                  <a:gd name="T11" fmla="*/ 6 h 13"/>
                  <a:gd name="T12" fmla="*/ 6 w 13"/>
                  <a:gd name="T13" fmla="*/ 6 h 13"/>
                  <a:gd name="T14" fmla="*/ 6 w 13"/>
                  <a:gd name="T15" fmla="*/ 6 h 13"/>
                  <a:gd name="T16" fmla="*/ 8 w 13"/>
                  <a:gd name="T17" fmla="*/ 3 h 13"/>
                  <a:gd name="T18" fmla="*/ 10 w 13"/>
                  <a:gd name="T19" fmla="*/ 0 h 13"/>
                  <a:gd name="T20" fmla="*/ 13 w 13"/>
                  <a:gd name="T21" fmla="*/ 0 h 13"/>
                  <a:gd name="T22" fmla="*/ 13 w 13"/>
                  <a:gd name="T23" fmla="*/ 0 h 13"/>
                  <a:gd name="T24" fmla="*/ 6 w 13"/>
                  <a:gd name="T25" fmla="*/ 7 h 13"/>
                  <a:gd name="T26" fmla="*/ 0 w 13"/>
                  <a:gd name="T27" fmla="*/ 13 h 13"/>
                  <a:gd name="T28" fmla="*/ 0 w 13"/>
                  <a:gd name="T29" fmla="*/ 13 h 13"/>
                  <a:gd name="T30" fmla="*/ 1 w 13"/>
                  <a:gd name="T31" fmla="*/ 9 h 13"/>
                  <a:gd name="T32" fmla="*/ 4 w 13"/>
                  <a:gd name="T33" fmla="*/ 6 h 13"/>
                  <a:gd name="T34" fmla="*/ 6 w 13"/>
                  <a:gd name="T35" fmla="*/ 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" h="13">
                    <a:moveTo>
                      <a:pt x="6" y="3"/>
                    </a:moveTo>
                    <a:lnTo>
                      <a:pt x="6" y="3"/>
                    </a:lnTo>
                    <a:lnTo>
                      <a:pt x="7" y="3"/>
                    </a:lnTo>
                    <a:lnTo>
                      <a:pt x="6" y="4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8" y="3"/>
                    </a:lnTo>
                    <a:lnTo>
                      <a:pt x="10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6" y="7"/>
                    </a:lnTo>
                    <a:lnTo>
                      <a:pt x="0" y="13"/>
                    </a:lnTo>
                    <a:lnTo>
                      <a:pt x="0" y="13"/>
                    </a:lnTo>
                    <a:lnTo>
                      <a:pt x="1" y="9"/>
                    </a:lnTo>
                    <a:lnTo>
                      <a:pt x="4" y="6"/>
                    </a:lnTo>
                    <a:lnTo>
                      <a:pt x="6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5" name="ïsḷiḑé"/>
              <p:cNvSpPr/>
              <p:nvPr/>
            </p:nvSpPr>
            <p:spPr bwMode="auto">
              <a:xfrm>
                <a:off x="2446742" y="1976072"/>
                <a:ext cx="36861" cy="24574"/>
              </a:xfrm>
              <a:custGeom>
                <a:avLst/>
                <a:gdLst>
                  <a:gd name="T0" fmla="*/ 0 w 11"/>
                  <a:gd name="T1" fmla="*/ 7 h 7"/>
                  <a:gd name="T2" fmla="*/ 0 w 11"/>
                  <a:gd name="T3" fmla="*/ 7 h 7"/>
                  <a:gd name="T4" fmla="*/ 4 w 11"/>
                  <a:gd name="T5" fmla="*/ 2 h 7"/>
                  <a:gd name="T6" fmla="*/ 8 w 11"/>
                  <a:gd name="T7" fmla="*/ 1 h 7"/>
                  <a:gd name="T8" fmla="*/ 11 w 11"/>
                  <a:gd name="T9" fmla="*/ 0 h 7"/>
                  <a:gd name="T10" fmla="*/ 11 w 11"/>
                  <a:gd name="T11" fmla="*/ 1 h 7"/>
                  <a:gd name="T12" fmla="*/ 11 w 11"/>
                  <a:gd name="T13" fmla="*/ 2 h 7"/>
                  <a:gd name="T14" fmla="*/ 11 w 11"/>
                  <a:gd name="T15" fmla="*/ 2 h 7"/>
                  <a:gd name="T16" fmla="*/ 7 w 11"/>
                  <a:gd name="T17" fmla="*/ 2 h 7"/>
                  <a:gd name="T18" fmla="*/ 0 w 11"/>
                  <a:gd name="T1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7">
                    <a:moveTo>
                      <a:pt x="0" y="7"/>
                    </a:moveTo>
                    <a:lnTo>
                      <a:pt x="0" y="7"/>
                    </a:lnTo>
                    <a:lnTo>
                      <a:pt x="4" y="2"/>
                    </a:lnTo>
                    <a:lnTo>
                      <a:pt x="8" y="1"/>
                    </a:lnTo>
                    <a:lnTo>
                      <a:pt x="11" y="0"/>
                    </a:lnTo>
                    <a:lnTo>
                      <a:pt x="11" y="1"/>
                    </a:lnTo>
                    <a:lnTo>
                      <a:pt x="11" y="2"/>
                    </a:lnTo>
                    <a:lnTo>
                      <a:pt x="11" y="2"/>
                    </a:lnTo>
                    <a:lnTo>
                      <a:pt x="7" y="2"/>
                    </a:lnTo>
                    <a:lnTo>
                      <a:pt x="0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6" name="íṥlide"/>
              <p:cNvSpPr/>
              <p:nvPr/>
            </p:nvSpPr>
            <p:spPr bwMode="auto">
              <a:xfrm>
                <a:off x="2428311" y="1988359"/>
                <a:ext cx="18433" cy="12287"/>
              </a:xfrm>
              <a:custGeom>
                <a:avLst/>
                <a:gdLst>
                  <a:gd name="T0" fmla="*/ 6 w 6"/>
                  <a:gd name="T1" fmla="*/ 0 h 5"/>
                  <a:gd name="T2" fmla="*/ 6 w 6"/>
                  <a:gd name="T3" fmla="*/ 0 h 5"/>
                  <a:gd name="T4" fmla="*/ 3 w 6"/>
                  <a:gd name="T5" fmla="*/ 5 h 5"/>
                  <a:gd name="T6" fmla="*/ 3 w 6"/>
                  <a:gd name="T7" fmla="*/ 5 h 5"/>
                  <a:gd name="T8" fmla="*/ 0 w 6"/>
                  <a:gd name="T9" fmla="*/ 5 h 5"/>
                  <a:gd name="T10" fmla="*/ 0 w 6"/>
                  <a:gd name="T11" fmla="*/ 5 h 5"/>
                  <a:gd name="T12" fmla="*/ 0 w 6"/>
                  <a:gd name="T13" fmla="*/ 5 h 5"/>
                  <a:gd name="T14" fmla="*/ 0 w 6"/>
                  <a:gd name="T15" fmla="*/ 5 h 5"/>
                  <a:gd name="T16" fmla="*/ 2 w 6"/>
                  <a:gd name="T17" fmla="*/ 3 h 5"/>
                  <a:gd name="T18" fmla="*/ 3 w 6"/>
                  <a:gd name="T19" fmla="*/ 2 h 5"/>
                  <a:gd name="T20" fmla="*/ 5 w 6"/>
                  <a:gd name="T21" fmla="*/ 0 h 5"/>
                  <a:gd name="T22" fmla="*/ 6 w 6"/>
                  <a:gd name="T2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5">
                    <a:moveTo>
                      <a:pt x="6" y="0"/>
                    </a:moveTo>
                    <a:lnTo>
                      <a:pt x="6" y="0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3" y="2"/>
                    </a:lnTo>
                    <a:lnTo>
                      <a:pt x="5" y="0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7" name="isļïďè"/>
              <p:cNvSpPr/>
              <p:nvPr/>
            </p:nvSpPr>
            <p:spPr bwMode="auto">
              <a:xfrm>
                <a:off x="2299297" y="2025219"/>
                <a:ext cx="18433" cy="18433"/>
              </a:xfrm>
              <a:custGeom>
                <a:avLst/>
                <a:gdLst>
                  <a:gd name="T0" fmla="*/ 4 w 6"/>
                  <a:gd name="T1" fmla="*/ 2 h 6"/>
                  <a:gd name="T2" fmla="*/ 4 w 6"/>
                  <a:gd name="T3" fmla="*/ 2 h 6"/>
                  <a:gd name="T4" fmla="*/ 6 w 6"/>
                  <a:gd name="T5" fmla="*/ 0 h 6"/>
                  <a:gd name="T6" fmla="*/ 6 w 6"/>
                  <a:gd name="T7" fmla="*/ 2 h 6"/>
                  <a:gd name="T8" fmla="*/ 4 w 6"/>
                  <a:gd name="T9" fmla="*/ 5 h 6"/>
                  <a:gd name="T10" fmla="*/ 4 w 6"/>
                  <a:gd name="T11" fmla="*/ 5 h 6"/>
                  <a:gd name="T12" fmla="*/ 0 w 6"/>
                  <a:gd name="T13" fmla="*/ 6 h 6"/>
                  <a:gd name="T14" fmla="*/ 0 w 6"/>
                  <a:gd name="T15" fmla="*/ 6 h 6"/>
                  <a:gd name="T16" fmla="*/ 4 w 6"/>
                  <a:gd name="T17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6">
                    <a:moveTo>
                      <a:pt x="4" y="2"/>
                    </a:moveTo>
                    <a:lnTo>
                      <a:pt x="4" y="2"/>
                    </a:lnTo>
                    <a:lnTo>
                      <a:pt x="6" y="0"/>
                    </a:lnTo>
                    <a:lnTo>
                      <a:pt x="6" y="2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4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8" name="íṣļíḓè"/>
              <p:cNvSpPr/>
              <p:nvPr/>
            </p:nvSpPr>
            <p:spPr bwMode="auto">
              <a:xfrm>
                <a:off x="2250150" y="2049793"/>
                <a:ext cx="12287" cy="18433"/>
              </a:xfrm>
              <a:custGeom>
                <a:avLst/>
                <a:gdLst>
                  <a:gd name="T0" fmla="*/ 3 w 4"/>
                  <a:gd name="T1" fmla="*/ 0 h 6"/>
                  <a:gd name="T2" fmla="*/ 3 w 4"/>
                  <a:gd name="T3" fmla="*/ 0 h 6"/>
                  <a:gd name="T4" fmla="*/ 4 w 4"/>
                  <a:gd name="T5" fmla="*/ 0 h 6"/>
                  <a:gd name="T6" fmla="*/ 4 w 4"/>
                  <a:gd name="T7" fmla="*/ 2 h 6"/>
                  <a:gd name="T8" fmla="*/ 3 w 4"/>
                  <a:gd name="T9" fmla="*/ 5 h 6"/>
                  <a:gd name="T10" fmla="*/ 3 w 4"/>
                  <a:gd name="T11" fmla="*/ 5 h 6"/>
                  <a:gd name="T12" fmla="*/ 0 w 4"/>
                  <a:gd name="T13" fmla="*/ 6 h 6"/>
                  <a:gd name="T14" fmla="*/ 0 w 4"/>
                  <a:gd name="T15" fmla="*/ 5 h 6"/>
                  <a:gd name="T16" fmla="*/ 0 w 4"/>
                  <a:gd name="T17" fmla="*/ 3 h 6"/>
                  <a:gd name="T18" fmla="*/ 3 w 4"/>
                  <a:gd name="T1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" h="6">
                    <a:moveTo>
                      <a:pt x="3" y="0"/>
                    </a:moveTo>
                    <a:lnTo>
                      <a:pt x="3" y="0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59" name="iṣľïḑe"/>
              <p:cNvSpPr/>
              <p:nvPr/>
            </p:nvSpPr>
            <p:spPr bwMode="auto">
              <a:xfrm>
                <a:off x="2428311" y="1976072"/>
                <a:ext cx="24574" cy="12287"/>
              </a:xfrm>
              <a:custGeom>
                <a:avLst/>
                <a:gdLst>
                  <a:gd name="T0" fmla="*/ 0 w 9"/>
                  <a:gd name="T1" fmla="*/ 4 h 4"/>
                  <a:gd name="T2" fmla="*/ 0 w 9"/>
                  <a:gd name="T3" fmla="*/ 4 h 4"/>
                  <a:gd name="T4" fmla="*/ 2 w 9"/>
                  <a:gd name="T5" fmla="*/ 2 h 4"/>
                  <a:gd name="T6" fmla="*/ 5 w 9"/>
                  <a:gd name="T7" fmla="*/ 0 h 4"/>
                  <a:gd name="T8" fmla="*/ 9 w 9"/>
                  <a:gd name="T9" fmla="*/ 0 h 4"/>
                  <a:gd name="T10" fmla="*/ 9 w 9"/>
                  <a:gd name="T11" fmla="*/ 0 h 4"/>
                  <a:gd name="T12" fmla="*/ 6 w 9"/>
                  <a:gd name="T13" fmla="*/ 2 h 4"/>
                  <a:gd name="T14" fmla="*/ 5 w 9"/>
                  <a:gd name="T15" fmla="*/ 3 h 4"/>
                  <a:gd name="T16" fmla="*/ 0 w 9"/>
                  <a:gd name="T1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4">
                    <a:moveTo>
                      <a:pt x="0" y="4"/>
                    </a:moveTo>
                    <a:lnTo>
                      <a:pt x="0" y="4"/>
                    </a:lnTo>
                    <a:lnTo>
                      <a:pt x="2" y="2"/>
                    </a:lnTo>
                    <a:lnTo>
                      <a:pt x="5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6" y="2"/>
                    </a:lnTo>
                    <a:lnTo>
                      <a:pt x="5" y="3"/>
                    </a:lnTo>
                    <a:lnTo>
                      <a:pt x="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0" name="ïsľïḓe"/>
              <p:cNvSpPr/>
              <p:nvPr/>
            </p:nvSpPr>
            <p:spPr bwMode="auto">
              <a:xfrm>
                <a:off x="2262436" y="2000646"/>
                <a:ext cx="55294" cy="43007"/>
              </a:xfrm>
              <a:custGeom>
                <a:avLst/>
                <a:gdLst>
                  <a:gd name="T0" fmla="*/ 11 w 17"/>
                  <a:gd name="T1" fmla="*/ 3 h 14"/>
                  <a:gd name="T2" fmla="*/ 11 w 17"/>
                  <a:gd name="T3" fmla="*/ 3 h 14"/>
                  <a:gd name="T4" fmla="*/ 17 w 17"/>
                  <a:gd name="T5" fmla="*/ 0 h 14"/>
                  <a:gd name="T6" fmla="*/ 17 w 17"/>
                  <a:gd name="T7" fmla="*/ 0 h 14"/>
                  <a:gd name="T8" fmla="*/ 11 w 17"/>
                  <a:gd name="T9" fmla="*/ 4 h 14"/>
                  <a:gd name="T10" fmla="*/ 8 w 17"/>
                  <a:gd name="T11" fmla="*/ 8 h 14"/>
                  <a:gd name="T12" fmla="*/ 8 w 17"/>
                  <a:gd name="T13" fmla="*/ 8 h 14"/>
                  <a:gd name="T14" fmla="*/ 7 w 17"/>
                  <a:gd name="T15" fmla="*/ 8 h 14"/>
                  <a:gd name="T16" fmla="*/ 5 w 17"/>
                  <a:gd name="T17" fmla="*/ 10 h 14"/>
                  <a:gd name="T18" fmla="*/ 0 w 17"/>
                  <a:gd name="T19" fmla="*/ 14 h 14"/>
                  <a:gd name="T20" fmla="*/ 0 w 17"/>
                  <a:gd name="T21" fmla="*/ 14 h 14"/>
                  <a:gd name="T22" fmla="*/ 5 w 17"/>
                  <a:gd name="T23" fmla="*/ 8 h 14"/>
                  <a:gd name="T24" fmla="*/ 5 w 17"/>
                  <a:gd name="T25" fmla="*/ 8 h 14"/>
                  <a:gd name="T26" fmla="*/ 8 w 17"/>
                  <a:gd name="T27" fmla="*/ 5 h 14"/>
                  <a:gd name="T28" fmla="*/ 8 w 17"/>
                  <a:gd name="T29" fmla="*/ 5 h 14"/>
                  <a:gd name="T30" fmla="*/ 11 w 17"/>
                  <a:gd name="T31" fmla="*/ 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7" h="14">
                    <a:moveTo>
                      <a:pt x="11" y="3"/>
                    </a:moveTo>
                    <a:lnTo>
                      <a:pt x="11" y="3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1" y="4"/>
                    </a:lnTo>
                    <a:lnTo>
                      <a:pt x="8" y="8"/>
                    </a:lnTo>
                    <a:lnTo>
                      <a:pt x="8" y="8"/>
                    </a:lnTo>
                    <a:lnTo>
                      <a:pt x="7" y="8"/>
                    </a:lnTo>
                    <a:lnTo>
                      <a:pt x="5" y="10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8" y="5"/>
                    </a:lnTo>
                    <a:lnTo>
                      <a:pt x="8" y="5"/>
                    </a:lnTo>
                    <a:lnTo>
                      <a:pt x="11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1" name="îṣḻîḑe"/>
              <p:cNvSpPr/>
              <p:nvPr/>
            </p:nvSpPr>
            <p:spPr bwMode="auto">
              <a:xfrm>
                <a:off x="2323871" y="1951498"/>
                <a:ext cx="61435" cy="43007"/>
              </a:xfrm>
              <a:custGeom>
                <a:avLst/>
                <a:gdLst>
                  <a:gd name="T0" fmla="*/ 20 w 20"/>
                  <a:gd name="T1" fmla="*/ 2 h 14"/>
                  <a:gd name="T2" fmla="*/ 20 w 20"/>
                  <a:gd name="T3" fmla="*/ 2 h 14"/>
                  <a:gd name="T4" fmla="*/ 15 w 20"/>
                  <a:gd name="T5" fmla="*/ 4 h 14"/>
                  <a:gd name="T6" fmla="*/ 9 w 20"/>
                  <a:gd name="T7" fmla="*/ 9 h 14"/>
                  <a:gd name="T8" fmla="*/ 9 w 20"/>
                  <a:gd name="T9" fmla="*/ 9 h 14"/>
                  <a:gd name="T10" fmla="*/ 5 w 20"/>
                  <a:gd name="T11" fmla="*/ 13 h 14"/>
                  <a:gd name="T12" fmla="*/ 0 w 20"/>
                  <a:gd name="T13" fmla="*/ 14 h 14"/>
                  <a:gd name="T14" fmla="*/ 0 w 20"/>
                  <a:gd name="T15" fmla="*/ 14 h 14"/>
                  <a:gd name="T16" fmla="*/ 12 w 20"/>
                  <a:gd name="T17" fmla="*/ 4 h 14"/>
                  <a:gd name="T18" fmla="*/ 12 w 20"/>
                  <a:gd name="T19" fmla="*/ 4 h 14"/>
                  <a:gd name="T20" fmla="*/ 17 w 20"/>
                  <a:gd name="T21" fmla="*/ 2 h 14"/>
                  <a:gd name="T22" fmla="*/ 19 w 20"/>
                  <a:gd name="T23" fmla="*/ 0 h 14"/>
                  <a:gd name="T24" fmla="*/ 20 w 20"/>
                  <a:gd name="T25" fmla="*/ 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14">
                    <a:moveTo>
                      <a:pt x="20" y="2"/>
                    </a:moveTo>
                    <a:lnTo>
                      <a:pt x="20" y="2"/>
                    </a:lnTo>
                    <a:lnTo>
                      <a:pt x="15" y="4"/>
                    </a:lnTo>
                    <a:lnTo>
                      <a:pt x="9" y="9"/>
                    </a:lnTo>
                    <a:lnTo>
                      <a:pt x="9" y="9"/>
                    </a:lnTo>
                    <a:lnTo>
                      <a:pt x="5" y="13"/>
                    </a:lnTo>
                    <a:lnTo>
                      <a:pt x="0" y="14"/>
                    </a:lnTo>
                    <a:lnTo>
                      <a:pt x="0" y="14"/>
                    </a:lnTo>
                    <a:lnTo>
                      <a:pt x="12" y="4"/>
                    </a:lnTo>
                    <a:lnTo>
                      <a:pt x="12" y="4"/>
                    </a:lnTo>
                    <a:lnTo>
                      <a:pt x="17" y="2"/>
                    </a:lnTo>
                    <a:lnTo>
                      <a:pt x="19" y="0"/>
                    </a:lnTo>
                    <a:lnTo>
                      <a:pt x="20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2" name="îšľîḋè"/>
              <p:cNvSpPr/>
              <p:nvPr/>
            </p:nvSpPr>
            <p:spPr bwMode="auto">
              <a:xfrm>
                <a:off x="2348445" y="1969926"/>
                <a:ext cx="18433" cy="18433"/>
              </a:xfrm>
              <a:custGeom>
                <a:avLst/>
                <a:gdLst>
                  <a:gd name="T0" fmla="*/ 6 w 6"/>
                  <a:gd name="T1" fmla="*/ 0 h 5"/>
                  <a:gd name="T2" fmla="*/ 6 w 6"/>
                  <a:gd name="T3" fmla="*/ 0 h 5"/>
                  <a:gd name="T4" fmla="*/ 6 w 6"/>
                  <a:gd name="T5" fmla="*/ 0 h 5"/>
                  <a:gd name="T6" fmla="*/ 6 w 6"/>
                  <a:gd name="T7" fmla="*/ 1 h 5"/>
                  <a:gd name="T8" fmla="*/ 6 w 6"/>
                  <a:gd name="T9" fmla="*/ 1 h 5"/>
                  <a:gd name="T10" fmla="*/ 6 w 6"/>
                  <a:gd name="T11" fmla="*/ 3 h 5"/>
                  <a:gd name="T12" fmla="*/ 6 w 6"/>
                  <a:gd name="T13" fmla="*/ 3 h 5"/>
                  <a:gd name="T14" fmla="*/ 0 w 6"/>
                  <a:gd name="T15" fmla="*/ 5 h 5"/>
                  <a:gd name="T16" fmla="*/ 0 w 6"/>
                  <a:gd name="T17" fmla="*/ 5 h 5"/>
                  <a:gd name="T18" fmla="*/ 3 w 6"/>
                  <a:gd name="T19" fmla="*/ 3 h 5"/>
                  <a:gd name="T20" fmla="*/ 6 w 6"/>
                  <a:gd name="T2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" h="5">
                    <a:moveTo>
                      <a:pt x="6" y="0"/>
                    </a:move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3" y="3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3" name="íş1ïḓé"/>
              <p:cNvSpPr/>
              <p:nvPr/>
            </p:nvSpPr>
            <p:spPr bwMode="auto">
              <a:xfrm>
                <a:off x="2465171" y="1883916"/>
                <a:ext cx="24574" cy="12287"/>
              </a:xfrm>
              <a:custGeom>
                <a:avLst/>
                <a:gdLst>
                  <a:gd name="T0" fmla="*/ 0 w 7"/>
                  <a:gd name="T1" fmla="*/ 3 h 6"/>
                  <a:gd name="T2" fmla="*/ 0 w 7"/>
                  <a:gd name="T3" fmla="*/ 3 h 6"/>
                  <a:gd name="T4" fmla="*/ 5 w 7"/>
                  <a:gd name="T5" fmla="*/ 2 h 6"/>
                  <a:gd name="T6" fmla="*/ 7 w 7"/>
                  <a:gd name="T7" fmla="*/ 0 h 6"/>
                  <a:gd name="T8" fmla="*/ 7 w 7"/>
                  <a:gd name="T9" fmla="*/ 0 h 6"/>
                  <a:gd name="T10" fmla="*/ 5 w 7"/>
                  <a:gd name="T11" fmla="*/ 3 h 6"/>
                  <a:gd name="T12" fmla="*/ 0 w 7"/>
                  <a:gd name="T13" fmla="*/ 6 h 6"/>
                  <a:gd name="T14" fmla="*/ 0 w 7"/>
                  <a:gd name="T15" fmla="*/ 6 h 6"/>
                  <a:gd name="T16" fmla="*/ 0 w 7"/>
                  <a:gd name="T17" fmla="*/ 5 h 6"/>
                  <a:gd name="T18" fmla="*/ 0 w 7"/>
                  <a:gd name="T1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6">
                    <a:moveTo>
                      <a:pt x="0" y="3"/>
                    </a:moveTo>
                    <a:lnTo>
                      <a:pt x="0" y="3"/>
                    </a:lnTo>
                    <a:lnTo>
                      <a:pt x="5" y="2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5" y="3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5"/>
                    </a:lnTo>
                    <a:lnTo>
                      <a:pt x="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4" name="íśľídê"/>
              <p:cNvSpPr/>
              <p:nvPr/>
            </p:nvSpPr>
            <p:spPr bwMode="auto">
              <a:xfrm>
                <a:off x="2729345" y="1797908"/>
                <a:ext cx="36861" cy="18433"/>
              </a:xfrm>
              <a:custGeom>
                <a:avLst/>
                <a:gdLst>
                  <a:gd name="T0" fmla="*/ 11 w 11"/>
                  <a:gd name="T1" fmla="*/ 0 h 6"/>
                  <a:gd name="T2" fmla="*/ 11 w 11"/>
                  <a:gd name="T3" fmla="*/ 0 h 6"/>
                  <a:gd name="T4" fmla="*/ 4 w 11"/>
                  <a:gd name="T5" fmla="*/ 4 h 6"/>
                  <a:gd name="T6" fmla="*/ 1 w 11"/>
                  <a:gd name="T7" fmla="*/ 6 h 6"/>
                  <a:gd name="T8" fmla="*/ 0 w 11"/>
                  <a:gd name="T9" fmla="*/ 6 h 6"/>
                  <a:gd name="T10" fmla="*/ 0 w 11"/>
                  <a:gd name="T11" fmla="*/ 4 h 6"/>
                  <a:gd name="T12" fmla="*/ 0 w 11"/>
                  <a:gd name="T13" fmla="*/ 4 h 6"/>
                  <a:gd name="T14" fmla="*/ 3 w 11"/>
                  <a:gd name="T15" fmla="*/ 4 h 6"/>
                  <a:gd name="T16" fmla="*/ 7 w 11"/>
                  <a:gd name="T17" fmla="*/ 2 h 6"/>
                  <a:gd name="T18" fmla="*/ 10 w 11"/>
                  <a:gd name="T19" fmla="*/ 0 h 6"/>
                  <a:gd name="T20" fmla="*/ 11 w 11"/>
                  <a:gd name="T2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6">
                    <a:moveTo>
                      <a:pt x="11" y="0"/>
                    </a:moveTo>
                    <a:lnTo>
                      <a:pt x="11" y="0"/>
                    </a:lnTo>
                    <a:lnTo>
                      <a:pt x="4" y="4"/>
                    </a:lnTo>
                    <a:lnTo>
                      <a:pt x="1" y="6"/>
                    </a:lnTo>
                    <a:lnTo>
                      <a:pt x="0" y="6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3" y="4"/>
                    </a:lnTo>
                    <a:lnTo>
                      <a:pt x="7" y="2"/>
                    </a:lnTo>
                    <a:lnTo>
                      <a:pt x="10" y="0"/>
                    </a:lnTo>
                    <a:lnTo>
                      <a:pt x="1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5" name="iṥḻide"/>
              <p:cNvSpPr/>
              <p:nvPr/>
            </p:nvSpPr>
            <p:spPr bwMode="auto">
              <a:xfrm>
                <a:off x="3097955" y="1791766"/>
                <a:ext cx="18433" cy="6145"/>
              </a:xfrm>
              <a:custGeom>
                <a:avLst/>
                <a:gdLst>
                  <a:gd name="T0" fmla="*/ 3 w 5"/>
                  <a:gd name="T1" fmla="*/ 0 h 3"/>
                  <a:gd name="T2" fmla="*/ 3 w 5"/>
                  <a:gd name="T3" fmla="*/ 0 h 3"/>
                  <a:gd name="T4" fmla="*/ 5 w 5"/>
                  <a:gd name="T5" fmla="*/ 0 h 3"/>
                  <a:gd name="T6" fmla="*/ 4 w 5"/>
                  <a:gd name="T7" fmla="*/ 2 h 3"/>
                  <a:gd name="T8" fmla="*/ 0 w 5"/>
                  <a:gd name="T9" fmla="*/ 3 h 3"/>
                  <a:gd name="T10" fmla="*/ 0 w 5"/>
                  <a:gd name="T11" fmla="*/ 3 h 3"/>
                  <a:gd name="T12" fmla="*/ 1 w 5"/>
                  <a:gd name="T13" fmla="*/ 2 h 3"/>
                  <a:gd name="T14" fmla="*/ 3 w 5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3">
                    <a:moveTo>
                      <a:pt x="3" y="0"/>
                    </a:moveTo>
                    <a:lnTo>
                      <a:pt x="3" y="0"/>
                    </a:lnTo>
                    <a:lnTo>
                      <a:pt x="5" y="0"/>
                    </a:lnTo>
                    <a:lnTo>
                      <a:pt x="4" y="2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" y="2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6" name="îsľíḋè"/>
              <p:cNvSpPr/>
              <p:nvPr/>
            </p:nvSpPr>
            <p:spPr bwMode="auto">
              <a:xfrm>
                <a:off x="2735486" y="1791766"/>
                <a:ext cx="18433" cy="12287"/>
              </a:xfrm>
              <a:custGeom>
                <a:avLst/>
                <a:gdLst>
                  <a:gd name="T0" fmla="*/ 7 w 7"/>
                  <a:gd name="T1" fmla="*/ 1 h 4"/>
                  <a:gd name="T2" fmla="*/ 7 w 7"/>
                  <a:gd name="T3" fmla="*/ 1 h 4"/>
                  <a:gd name="T4" fmla="*/ 3 w 7"/>
                  <a:gd name="T5" fmla="*/ 4 h 4"/>
                  <a:gd name="T6" fmla="*/ 0 w 7"/>
                  <a:gd name="T7" fmla="*/ 4 h 4"/>
                  <a:gd name="T8" fmla="*/ 0 w 7"/>
                  <a:gd name="T9" fmla="*/ 4 h 4"/>
                  <a:gd name="T10" fmla="*/ 2 w 7"/>
                  <a:gd name="T11" fmla="*/ 1 h 4"/>
                  <a:gd name="T12" fmla="*/ 3 w 7"/>
                  <a:gd name="T13" fmla="*/ 1 h 4"/>
                  <a:gd name="T14" fmla="*/ 5 w 7"/>
                  <a:gd name="T15" fmla="*/ 0 h 4"/>
                  <a:gd name="T16" fmla="*/ 5 w 7"/>
                  <a:gd name="T17" fmla="*/ 0 h 4"/>
                  <a:gd name="T18" fmla="*/ 5 w 7"/>
                  <a:gd name="T19" fmla="*/ 1 h 4"/>
                  <a:gd name="T20" fmla="*/ 6 w 7"/>
                  <a:gd name="T21" fmla="*/ 1 h 4"/>
                  <a:gd name="T22" fmla="*/ 7 w 7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4">
                    <a:moveTo>
                      <a:pt x="7" y="1"/>
                    </a:moveTo>
                    <a:lnTo>
                      <a:pt x="7" y="1"/>
                    </a:lnTo>
                    <a:lnTo>
                      <a:pt x="3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2" y="1"/>
                    </a:lnTo>
                    <a:lnTo>
                      <a:pt x="3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6" y="1"/>
                    </a:lnTo>
                    <a:lnTo>
                      <a:pt x="7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7" name="íŝ1îďê"/>
              <p:cNvSpPr/>
              <p:nvPr/>
            </p:nvSpPr>
            <p:spPr bwMode="auto">
              <a:xfrm>
                <a:off x="2753919" y="1785620"/>
                <a:ext cx="12287" cy="12287"/>
              </a:xfrm>
              <a:custGeom>
                <a:avLst/>
                <a:gdLst>
                  <a:gd name="T0" fmla="*/ 3 w 6"/>
                  <a:gd name="T1" fmla="*/ 0 h 4"/>
                  <a:gd name="T2" fmla="*/ 3 w 6"/>
                  <a:gd name="T3" fmla="*/ 0 h 4"/>
                  <a:gd name="T4" fmla="*/ 6 w 6"/>
                  <a:gd name="T5" fmla="*/ 0 h 4"/>
                  <a:gd name="T6" fmla="*/ 6 w 6"/>
                  <a:gd name="T7" fmla="*/ 1 h 4"/>
                  <a:gd name="T8" fmla="*/ 4 w 6"/>
                  <a:gd name="T9" fmla="*/ 3 h 4"/>
                  <a:gd name="T10" fmla="*/ 1 w 6"/>
                  <a:gd name="T11" fmla="*/ 4 h 4"/>
                  <a:gd name="T12" fmla="*/ 1 w 6"/>
                  <a:gd name="T13" fmla="*/ 4 h 4"/>
                  <a:gd name="T14" fmla="*/ 0 w 6"/>
                  <a:gd name="T15" fmla="*/ 3 h 4"/>
                  <a:gd name="T16" fmla="*/ 3 w 6"/>
                  <a:gd name="T1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lnTo>
                      <a:pt x="3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1" y="4"/>
                    </a:lnTo>
                    <a:lnTo>
                      <a:pt x="1" y="4"/>
                    </a:lnTo>
                    <a:lnTo>
                      <a:pt x="0" y="3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8" name="ïṣľiḍé"/>
              <p:cNvSpPr/>
              <p:nvPr/>
            </p:nvSpPr>
            <p:spPr bwMode="auto">
              <a:xfrm>
                <a:off x="2600329" y="1791766"/>
                <a:ext cx="43007" cy="30720"/>
              </a:xfrm>
              <a:custGeom>
                <a:avLst/>
                <a:gdLst>
                  <a:gd name="T0" fmla="*/ 5 w 14"/>
                  <a:gd name="T1" fmla="*/ 4 h 8"/>
                  <a:gd name="T2" fmla="*/ 5 w 14"/>
                  <a:gd name="T3" fmla="*/ 4 h 8"/>
                  <a:gd name="T4" fmla="*/ 7 w 14"/>
                  <a:gd name="T5" fmla="*/ 3 h 8"/>
                  <a:gd name="T6" fmla="*/ 10 w 14"/>
                  <a:gd name="T7" fmla="*/ 1 h 8"/>
                  <a:gd name="T8" fmla="*/ 12 w 14"/>
                  <a:gd name="T9" fmla="*/ 0 h 8"/>
                  <a:gd name="T10" fmla="*/ 14 w 14"/>
                  <a:gd name="T11" fmla="*/ 0 h 8"/>
                  <a:gd name="T12" fmla="*/ 14 w 14"/>
                  <a:gd name="T13" fmla="*/ 0 h 8"/>
                  <a:gd name="T14" fmla="*/ 7 w 14"/>
                  <a:gd name="T15" fmla="*/ 4 h 8"/>
                  <a:gd name="T16" fmla="*/ 7 w 14"/>
                  <a:gd name="T17" fmla="*/ 4 h 8"/>
                  <a:gd name="T18" fmla="*/ 0 w 14"/>
                  <a:gd name="T19" fmla="*/ 8 h 8"/>
                  <a:gd name="T20" fmla="*/ 0 w 14"/>
                  <a:gd name="T21" fmla="*/ 8 h 8"/>
                  <a:gd name="T22" fmla="*/ 5 w 14"/>
                  <a:gd name="T2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" h="8">
                    <a:moveTo>
                      <a:pt x="5" y="4"/>
                    </a:moveTo>
                    <a:lnTo>
                      <a:pt x="5" y="4"/>
                    </a:lnTo>
                    <a:lnTo>
                      <a:pt x="7" y="3"/>
                    </a:lnTo>
                    <a:lnTo>
                      <a:pt x="10" y="1"/>
                    </a:lnTo>
                    <a:lnTo>
                      <a:pt x="12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7" y="4"/>
                    </a:lnTo>
                    <a:lnTo>
                      <a:pt x="7" y="4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5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69" name="ïsľîḑè"/>
              <p:cNvSpPr/>
              <p:nvPr/>
            </p:nvSpPr>
            <p:spPr bwMode="auto">
              <a:xfrm>
                <a:off x="2735486" y="1779479"/>
                <a:ext cx="24574" cy="12287"/>
              </a:xfrm>
              <a:custGeom>
                <a:avLst/>
                <a:gdLst>
                  <a:gd name="T0" fmla="*/ 7 w 7"/>
                  <a:gd name="T1" fmla="*/ 0 h 3"/>
                  <a:gd name="T2" fmla="*/ 3 w 7"/>
                  <a:gd name="T3" fmla="*/ 3 h 3"/>
                  <a:gd name="T4" fmla="*/ 0 w 7"/>
                  <a:gd name="T5" fmla="*/ 3 h 3"/>
                  <a:gd name="T6" fmla="*/ 0 w 7"/>
                  <a:gd name="T7" fmla="*/ 3 h 3"/>
                  <a:gd name="T8" fmla="*/ 3 w 7"/>
                  <a:gd name="T9" fmla="*/ 0 h 3"/>
                  <a:gd name="T10" fmla="*/ 7 w 7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3">
                    <a:moveTo>
                      <a:pt x="7" y="0"/>
                    </a:moveTo>
                    <a:lnTo>
                      <a:pt x="3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0" name="ïśļiḑê"/>
              <p:cNvSpPr/>
              <p:nvPr/>
            </p:nvSpPr>
            <p:spPr bwMode="auto">
              <a:xfrm>
                <a:off x="2821495" y="1761046"/>
                <a:ext cx="36861" cy="12287"/>
              </a:xfrm>
              <a:custGeom>
                <a:avLst/>
                <a:gdLst>
                  <a:gd name="T0" fmla="*/ 0 w 11"/>
                  <a:gd name="T1" fmla="*/ 3 h 3"/>
                  <a:gd name="T2" fmla="*/ 0 w 11"/>
                  <a:gd name="T3" fmla="*/ 3 h 3"/>
                  <a:gd name="T4" fmla="*/ 3 w 11"/>
                  <a:gd name="T5" fmla="*/ 1 h 3"/>
                  <a:gd name="T6" fmla="*/ 6 w 11"/>
                  <a:gd name="T7" fmla="*/ 1 h 3"/>
                  <a:gd name="T8" fmla="*/ 7 w 11"/>
                  <a:gd name="T9" fmla="*/ 1 h 3"/>
                  <a:gd name="T10" fmla="*/ 11 w 11"/>
                  <a:gd name="T11" fmla="*/ 0 h 3"/>
                  <a:gd name="T12" fmla="*/ 11 w 11"/>
                  <a:gd name="T13" fmla="*/ 0 h 3"/>
                  <a:gd name="T14" fmla="*/ 4 w 11"/>
                  <a:gd name="T15" fmla="*/ 3 h 3"/>
                  <a:gd name="T16" fmla="*/ 1 w 11"/>
                  <a:gd name="T17" fmla="*/ 3 h 3"/>
                  <a:gd name="T18" fmla="*/ 0 w 11"/>
                  <a:gd name="T1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3">
                    <a:moveTo>
                      <a:pt x="0" y="3"/>
                    </a:moveTo>
                    <a:lnTo>
                      <a:pt x="0" y="3"/>
                    </a:lnTo>
                    <a:lnTo>
                      <a:pt x="3" y="1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11" y="0"/>
                    </a:lnTo>
                    <a:lnTo>
                      <a:pt x="11" y="0"/>
                    </a:lnTo>
                    <a:lnTo>
                      <a:pt x="4" y="3"/>
                    </a:lnTo>
                    <a:lnTo>
                      <a:pt x="1" y="3"/>
                    </a:lnTo>
                    <a:lnTo>
                      <a:pt x="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1" name="iśḷíḓe"/>
              <p:cNvSpPr/>
              <p:nvPr/>
            </p:nvSpPr>
            <p:spPr bwMode="auto">
              <a:xfrm>
                <a:off x="2852214" y="1761046"/>
                <a:ext cx="24574" cy="12287"/>
              </a:xfrm>
              <a:custGeom>
                <a:avLst/>
                <a:gdLst>
                  <a:gd name="T0" fmla="*/ 4 w 8"/>
                  <a:gd name="T1" fmla="*/ 2 h 5"/>
                  <a:gd name="T2" fmla="*/ 8 w 8"/>
                  <a:gd name="T3" fmla="*/ 0 h 5"/>
                  <a:gd name="T4" fmla="*/ 8 w 8"/>
                  <a:gd name="T5" fmla="*/ 0 h 5"/>
                  <a:gd name="T6" fmla="*/ 3 w 8"/>
                  <a:gd name="T7" fmla="*/ 5 h 5"/>
                  <a:gd name="T8" fmla="*/ 1 w 8"/>
                  <a:gd name="T9" fmla="*/ 5 h 5"/>
                  <a:gd name="T10" fmla="*/ 0 w 8"/>
                  <a:gd name="T11" fmla="*/ 5 h 5"/>
                  <a:gd name="T12" fmla="*/ 0 w 8"/>
                  <a:gd name="T13" fmla="*/ 5 h 5"/>
                  <a:gd name="T14" fmla="*/ 3 w 8"/>
                  <a:gd name="T15" fmla="*/ 3 h 5"/>
                  <a:gd name="T16" fmla="*/ 4 w 8"/>
                  <a:gd name="T17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5">
                    <a:moveTo>
                      <a:pt x="4" y="2"/>
                    </a:moveTo>
                    <a:lnTo>
                      <a:pt x="8" y="0"/>
                    </a:lnTo>
                    <a:lnTo>
                      <a:pt x="8" y="0"/>
                    </a:lnTo>
                    <a:lnTo>
                      <a:pt x="3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3" y="3"/>
                    </a:lnTo>
                    <a:lnTo>
                      <a:pt x="4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2" name="ïsḷîḑê"/>
              <p:cNvSpPr/>
              <p:nvPr/>
            </p:nvSpPr>
            <p:spPr bwMode="auto">
              <a:xfrm>
                <a:off x="3183964" y="1742618"/>
                <a:ext cx="135158" cy="30720"/>
              </a:xfrm>
              <a:custGeom>
                <a:avLst/>
                <a:gdLst>
                  <a:gd name="T0" fmla="*/ 7 w 44"/>
                  <a:gd name="T1" fmla="*/ 6 h 10"/>
                  <a:gd name="T2" fmla="*/ 7 w 44"/>
                  <a:gd name="T3" fmla="*/ 6 h 10"/>
                  <a:gd name="T4" fmla="*/ 0 w 44"/>
                  <a:gd name="T5" fmla="*/ 7 h 10"/>
                  <a:gd name="T6" fmla="*/ 0 w 44"/>
                  <a:gd name="T7" fmla="*/ 7 h 10"/>
                  <a:gd name="T8" fmla="*/ 23 w 44"/>
                  <a:gd name="T9" fmla="*/ 3 h 10"/>
                  <a:gd name="T10" fmla="*/ 23 w 44"/>
                  <a:gd name="T11" fmla="*/ 3 h 10"/>
                  <a:gd name="T12" fmla="*/ 44 w 44"/>
                  <a:gd name="T13" fmla="*/ 0 h 10"/>
                  <a:gd name="T14" fmla="*/ 44 w 44"/>
                  <a:gd name="T15" fmla="*/ 0 h 10"/>
                  <a:gd name="T16" fmla="*/ 42 w 44"/>
                  <a:gd name="T17" fmla="*/ 1 h 10"/>
                  <a:gd name="T18" fmla="*/ 39 w 44"/>
                  <a:gd name="T19" fmla="*/ 1 h 10"/>
                  <a:gd name="T20" fmla="*/ 36 w 44"/>
                  <a:gd name="T21" fmla="*/ 1 h 10"/>
                  <a:gd name="T22" fmla="*/ 32 w 44"/>
                  <a:gd name="T23" fmla="*/ 3 h 10"/>
                  <a:gd name="T24" fmla="*/ 32 w 44"/>
                  <a:gd name="T25" fmla="*/ 3 h 10"/>
                  <a:gd name="T26" fmla="*/ 36 w 44"/>
                  <a:gd name="T27" fmla="*/ 3 h 10"/>
                  <a:gd name="T28" fmla="*/ 36 w 44"/>
                  <a:gd name="T29" fmla="*/ 3 h 10"/>
                  <a:gd name="T30" fmla="*/ 36 w 44"/>
                  <a:gd name="T31" fmla="*/ 4 h 10"/>
                  <a:gd name="T32" fmla="*/ 36 w 44"/>
                  <a:gd name="T33" fmla="*/ 4 h 10"/>
                  <a:gd name="T34" fmla="*/ 32 w 44"/>
                  <a:gd name="T35" fmla="*/ 4 h 10"/>
                  <a:gd name="T36" fmla="*/ 27 w 44"/>
                  <a:gd name="T37" fmla="*/ 3 h 10"/>
                  <a:gd name="T38" fmla="*/ 27 w 44"/>
                  <a:gd name="T39" fmla="*/ 3 h 10"/>
                  <a:gd name="T40" fmla="*/ 22 w 44"/>
                  <a:gd name="T41" fmla="*/ 4 h 10"/>
                  <a:gd name="T42" fmla="*/ 22 w 44"/>
                  <a:gd name="T43" fmla="*/ 4 h 10"/>
                  <a:gd name="T44" fmla="*/ 17 w 44"/>
                  <a:gd name="T45" fmla="*/ 4 h 10"/>
                  <a:gd name="T46" fmla="*/ 15 w 44"/>
                  <a:gd name="T47" fmla="*/ 6 h 10"/>
                  <a:gd name="T48" fmla="*/ 15 w 44"/>
                  <a:gd name="T49" fmla="*/ 6 h 10"/>
                  <a:gd name="T50" fmla="*/ 19 w 44"/>
                  <a:gd name="T51" fmla="*/ 6 h 10"/>
                  <a:gd name="T52" fmla="*/ 23 w 44"/>
                  <a:gd name="T53" fmla="*/ 6 h 10"/>
                  <a:gd name="T54" fmla="*/ 23 w 44"/>
                  <a:gd name="T55" fmla="*/ 6 h 10"/>
                  <a:gd name="T56" fmla="*/ 20 w 44"/>
                  <a:gd name="T57" fmla="*/ 7 h 10"/>
                  <a:gd name="T58" fmla="*/ 16 w 44"/>
                  <a:gd name="T59" fmla="*/ 9 h 10"/>
                  <a:gd name="T60" fmla="*/ 16 w 44"/>
                  <a:gd name="T61" fmla="*/ 9 h 10"/>
                  <a:gd name="T62" fmla="*/ 15 w 44"/>
                  <a:gd name="T63" fmla="*/ 7 h 10"/>
                  <a:gd name="T64" fmla="*/ 15 w 44"/>
                  <a:gd name="T65" fmla="*/ 7 h 10"/>
                  <a:gd name="T66" fmla="*/ 15 w 44"/>
                  <a:gd name="T67" fmla="*/ 7 h 10"/>
                  <a:gd name="T68" fmla="*/ 12 w 44"/>
                  <a:gd name="T69" fmla="*/ 7 h 10"/>
                  <a:gd name="T70" fmla="*/ 12 w 44"/>
                  <a:gd name="T71" fmla="*/ 7 h 10"/>
                  <a:gd name="T72" fmla="*/ 12 w 44"/>
                  <a:gd name="T73" fmla="*/ 7 h 10"/>
                  <a:gd name="T74" fmla="*/ 12 w 44"/>
                  <a:gd name="T75" fmla="*/ 9 h 10"/>
                  <a:gd name="T76" fmla="*/ 13 w 44"/>
                  <a:gd name="T77" fmla="*/ 9 h 10"/>
                  <a:gd name="T78" fmla="*/ 12 w 44"/>
                  <a:gd name="T79" fmla="*/ 10 h 10"/>
                  <a:gd name="T80" fmla="*/ 12 w 44"/>
                  <a:gd name="T81" fmla="*/ 10 h 10"/>
                  <a:gd name="T82" fmla="*/ 5 w 44"/>
                  <a:gd name="T83" fmla="*/ 10 h 10"/>
                  <a:gd name="T84" fmla="*/ 5 w 44"/>
                  <a:gd name="T85" fmla="*/ 10 h 10"/>
                  <a:gd name="T86" fmla="*/ 7 w 44"/>
                  <a:gd name="T87" fmla="*/ 9 h 10"/>
                  <a:gd name="T88" fmla="*/ 9 w 44"/>
                  <a:gd name="T89" fmla="*/ 7 h 10"/>
                  <a:gd name="T90" fmla="*/ 7 w 44"/>
                  <a:gd name="T91" fmla="*/ 6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44" h="10">
                    <a:moveTo>
                      <a:pt x="7" y="6"/>
                    </a:moveTo>
                    <a:lnTo>
                      <a:pt x="7" y="6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23" y="3"/>
                    </a:lnTo>
                    <a:lnTo>
                      <a:pt x="23" y="3"/>
                    </a:lnTo>
                    <a:lnTo>
                      <a:pt x="44" y="0"/>
                    </a:lnTo>
                    <a:lnTo>
                      <a:pt x="44" y="0"/>
                    </a:lnTo>
                    <a:lnTo>
                      <a:pt x="42" y="1"/>
                    </a:lnTo>
                    <a:lnTo>
                      <a:pt x="39" y="1"/>
                    </a:lnTo>
                    <a:lnTo>
                      <a:pt x="36" y="1"/>
                    </a:lnTo>
                    <a:lnTo>
                      <a:pt x="32" y="3"/>
                    </a:lnTo>
                    <a:lnTo>
                      <a:pt x="32" y="3"/>
                    </a:lnTo>
                    <a:lnTo>
                      <a:pt x="36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6" y="4"/>
                    </a:lnTo>
                    <a:lnTo>
                      <a:pt x="32" y="4"/>
                    </a:lnTo>
                    <a:lnTo>
                      <a:pt x="27" y="3"/>
                    </a:lnTo>
                    <a:lnTo>
                      <a:pt x="27" y="3"/>
                    </a:lnTo>
                    <a:lnTo>
                      <a:pt x="22" y="4"/>
                    </a:lnTo>
                    <a:lnTo>
                      <a:pt x="22" y="4"/>
                    </a:lnTo>
                    <a:lnTo>
                      <a:pt x="17" y="4"/>
                    </a:lnTo>
                    <a:lnTo>
                      <a:pt x="15" y="6"/>
                    </a:lnTo>
                    <a:lnTo>
                      <a:pt x="15" y="6"/>
                    </a:lnTo>
                    <a:lnTo>
                      <a:pt x="19" y="6"/>
                    </a:lnTo>
                    <a:lnTo>
                      <a:pt x="23" y="6"/>
                    </a:lnTo>
                    <a:lnTo>
                      <a:pt x="23" y="6"/>
                    </a:lnTo>
                    <a:lnTo>
                      <a:pt x="20" y="7"/>
                    </a:lnTo>
                    <a:lnTo>
                      <a:pt x="16" y="9"/>
                    </a:lnTo>
                    <a:lnTo>
                      <a:pt x="16" y="9"/>
                    </a:lnTo>
                    <a:lnTo>
                      <a:pt x="15" y="7"/>
                    </a:lnTo>
                    <a:lnTo>
                      <a:pt x="15" y="7"/>
                    </a:lnTo>
                    <a:lnTo>
                      <a:pt x="15" y="7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2" y="9"/>
                    </a:lnTo>
                    <a:lnTo>
                      <a:pt x="13" y="9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5" y="10"/>
                    </a:lnTo>
                    <a:lnTo>
                      <a:pt x="5" y="10"/>
                    </a:lnTo>
                    <a:lnTo>
                      <a:pt x="7" y="9"/>
                    </a:lnTo>
                    <a:lnTo>
                      <a:pt x="9" y="7"/>
                    </a:lnTo>
                    <a:lnTo>
                      <a:pt x="7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3" name="îşľíḑè"/>
              <p:cNvSpPr/>
              <p:nvPr/>
            </p:nvSpPr>
            <p:spPr bwMode="auto">
              <a:xfrm>
                <a:off x="2809208" y="1742618"/>
                <a:ext cx="55294" cy="30720"/>
              </a:xfrm>
              <a:custGeom>
                <a:avLst/>
                <a:gdLst>
                  <a:gd name="T0" fmla="*/ 2 w 18"/>
                  <a:gd name="T1" fmla="*/ 4 h 9"/>
                  <a:gd name="T2" fmla="*/ 2 w 18"/>
                  <a:gd name="T3" fmla="*/ 4 h 9"/>
                  <a:gd name="T4" fmla="*/ 7 w 18"/>
                  <a:gd name="T5" fmla="*/ 4 h 9"/>
                  <a:gd name="T6" fmla="*/ 11 w 18"/>
                  <a:gd name="T7" fmla="*/ 3 h 9"/>
                  <a:gd name="T8" fmla="*/ 18 w 18"/>
                  <a:gd name="T9" fmla="*/ 0 h 9"/>
                  <a:gd name="T10" fmla="*/ 18 w 18"/>
                  <a:gd name="T11" fmla="*/ 0 h 9"/>
                  <a:gd name="T12" fmla="*/ 17 w 18"/>
                  <a:gd name="T13" fmla="*/ 1 h 9"/>
                  <a:gd name="T14" fmla="*/ 17 w 18"/>
                  <a:gd name="T15" fmla="*/ 3 h 9"/>
                  <a:gd name="T16" fmla="*/ 17 w 18"/>
                  <a:gd name="T17" fmla="*/ 3 h 9"/>
                  <a:gd name="T18" fmla="*/ 14 w 18"/>
                  <a:gd name="T19" fmla="*/ 4 h 9"/>
                  <a:gd name="T20" fmla="*/ 14 w 18"/>
                  <a:gd name="T21" fmla="*/ 4 h 9"/>
                  <a:gd name="T22" fmla="*/ 11 w 18"/>
                  <a:gd name="T23" fmla="*/ 6 h 9"/>
                  <a:gd name="T24" fmla="*/ 11 w 18"/>
                  <a:gd name="T25" fmla="*/ 4 h 9"/>
                  <a:gd name="T26" fmla="*/ 11 w 18"/>
                  <a:gd name="T27" fmla="*/ 4 h 9"/>
                  <a:gd name="T28" fmla="*/ 11 w 18"/>
                  <a:gd name="T29" fmla="*/ 3 h 9"/>
                  <a:gd name="T30" fmla="*/ 11 w 18"/>
                  <a:gd name="T31" fmla="*/ 3 h 9"/>
                  <a:gd name="T32" fmla="*/ 7 w 18"/>
                  <a:gd name="T33" fmla="*/ 6 h 9"/>
                  <a:gd name="T34" fmla="*/ 1 w 18"/>
                  <a:gd name="T35" fmla="*/ 7 h 9"/>
                  <a:gd name="T36" fmla="*/ 1 w 18"/>
                  <a:gd name="T37" fmla="*/ 7 h 9"/>
                  <a:gd name="T38" fmla="*/ 0 w 18"/>
                  <a:gd name="T39" fmla="*/ 9 h 9"/>
                  <a:gd name="T40" fmla="*/ 0 w 18"/>
                  <a:gd name="T41" fmla="*/ 7 h 9"/>
                  <a:gd name="T42" fmla="*/ 2 w 18"/>
                  <a:gd name="T43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8" h="9">
                    <a:moveTo>
                      <a:pt x="2" y="4"/>
                    </a:moveTo>
                    <a:lnTo>
                      <a:pt x="2" y="4"/>
                    </a:lnTo>
                    <a:lnTo>
                      <a:pt x="7" y="4"/>
                    </a:lnTo>
                    <a:lnTo>
                      <a:pt x="11" y="3"/>
                    </a:lnTo>
                    <a:lnTo>
                      <a:pt x="18" y="0"/>
                    </a:lnTo>
                    <a:lnTo>
                      <a:pt x="18" y="0"/>
                    </a:lnTo>
                    <a:lnTo>
                      <a:pt x="17" y="1"/>
                    </a:lnTo>
                    <a:lnTo>
                      <a:pt x="17" y="3"/>
                    </a:lnTo>
                    <a:lnTo>
                      <a:pt x="17" y="3"/>
                    </a:lnTo>
                    <a:lnTo>
                      <a:pt x="14" y="4"/>
                    </a:lnTo>
                    <a:lnTo>
                      <a:pt x="14" y="4"/>
                    </a:lnTo>
                    <a:lnTo>
                      <a:pt x="11" y="6"/>
                    </a:lnTo>
                    <a:lnTo>
                      <a:pt x="11" y="4"/>
                    </a:lnTo>
                    <a:lnTo>
                      <a:pt x="11" y="4"/>
                    </a:lnTo>
                    <a:lnTo>
                      <a:pt x="11" y="3"/>
                    </a:lnTo>
                    <a:lnTo>
                      <a:pt x="11" y="3"/>
                    </a:lnTo>
                    <a:lnTo>
                      <a:pt x="7" y="6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0" y="9"/>
                    </a:lnTo>
                    <a:lnTo>
                      <a:pt x="0" y="7"/>
                    </a:lnTo>
                    <a:lnTo>
                      <a:pt x="2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4" name="íslíḋe"/>
              <p:cNvSpPr/>
              <p:nvPr/>
            </p:nvSpPr>
            <p:spPr bwMode="auto">
              <a:xfrm>
                <a:off x="2661764" y="1773332"/>
                <a:ext cx="30720" cy="18433"/>
              </a:xfrm>
              <a:custGeom>
                <a:avLst/>
                <a:gdLst>
                  <a:gd name="T0" fmla="*/ 9 w 9"/>
                  <a:gd name="T1" fmla="*/ 0 h 5"/>
                  <a:gd name="T2" fmla="*/ 9 w 9"/>
                  <a:gd name="T3" fmla="*/ 0 h 5"/>
                  <a:gd name="T4" fmla="*/ 4 w 9"/>
                  <a:gd name="T5" fmla="*/ 4 h 5"/>
                  <a:gd name="T6" fmla="*/ 0 w 9"/>
                  <a:gd name="T7" fmla="*/ 5 h 5"/>
                  <a:gd name="T8" fmla="*/ 0 w 9"/>
                  <a:gd name="T9" fmla="*/ 5 h 5"/>
                  <a:gd name="T10" fmla="*/ 4 w 9"/>
                  <a:gd name="T11" fmla="*/ 2 h 5"/>
                  <a:gd name="T12" fmla="*/ 9 w 9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5">
                    <a:moveTo>
                      <a:pt x="9" y="0"/>
                    </a:moveTo>
                    <a:lnTo>
                      <a:pt x="9" y="0"/>
                    </a:lnTo>
                    <a:lnTo>
                      <a:pt x="4" y="4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4" y="2"/>
                    </a:lnTo>
                    <a:lnTo>
                      <a:pt x="9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5" name="îSļiḑê"/>
              <p:cNvSpPr/>
              <p:nvPr/>
            </p:nvSpPr>
            <p:spPr bwMode="auto">
              <a:xfrm>
                <a:off x="2932079" y="1748759"/>
                <a:ext cx="18433" cy="12287"/>
              </a:xfrm>
              <a:custGeom>
                <a:avLst/>
                <a:gdLst>
                  <a:gd name="T0" fmla="*/ 7 w 7"/>
                  <a:gd name="T1" fmla="*/ 0 h 3"/>
                  <a:gd name="T2" fmla="*/ 7 w 7"/>
                  <a:gd name="T3" fmla="*/ 0 h 3"/>
                  <a:gd name="T4" fmla="*/ 2 w 7"/>
                  <a:gd name="T5" fmla="*/ 3 h 3"/>
                  <a:gd name="T6" fmla="*/ 2 w 7"/>
                  <a:gd name="T7" fmla="*/ 3 h 3"/>
                  <a:gd name="T8" fmla="*/ 0 w 7"/>
                  <a:gd name="T9" fmla="*/ 3 h 3"/>
                  <a:gd name="T10" fmla="*/ 0 w 7"/>
                  <a:gd name="T11" fmla="*/ 3 h 3"/>
                  <a:gd name="T12" fmla="*/ 2 w 7"/>
                  <a:gd name="T13" fmla="*/ 2 h 3"/>
                  <a:gd name="T14" fmla="*/ 7 w 7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3">
                    <a:moveTo>
                      <a:pt x="7" y="0"/>
                    </a:moveTo>
                    <a:lnTo>
                      <a:pt x="7" y="0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" y="2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6" name="ï$1iḍé"/>
              <p:cNvSpPr/>
              <p:nvPr/>
            </p:nvSpPr>
            <p:spPr bwMode="auto">
              <a:xfrm>
                <a:off x="2876789" y="1675037"/>
                <a:ext cx="208880" cy="79868"/>
              </a:xfrm>
              <a:custGeom>
                <a:avLst/>
                <a:gdLst>
                  <a:gd name="T0" fmla="*/ 56 w 69"/>
                  <a:gd name="T1" fmla="*/ 7 h 26"/>
                  <a:gd name="T2" fmla="*/ 56 w 69"/>
                  <a:gd name="T3" fmla="*/ 7 h 26"/>
                  <a:gd name="T4" fmla="*/ 62 w 69"/>
                  <a:gd name="T5" fmla="*/ 6 h 26"/>
                  <a:gd name="T6" fmla="*/ 62 w 69"/>
                  <a:gd name="T7" fmla="*/ 6 h 26"/>
                  <a:gd name="T8" fmla="*/ 56 w 69"/>
                  <a:gd name="T9" fmla="*/ 7 h 26"/>
                  <a:gd name="T10" fmla="*/ 52 w 69"/>
                  <a:gd name="T11" fmla="*/ 9 h 26"/>
                  <a:gd name="T12" fmla="*/ 45 w 69"/>
                  <a:gd name="T13" fmla="*/ 7 h 26"/>
                  <a:gd name="T14" fmla="*/ 45 w 69"/>
                  <a:gd name="T15" fmla="*/ 7 h 26"/>
                  <a:gd name="T16" fmla="*/ 39 w 69"/>
                  <a:gd name="T17" fmla="*/ 10 h 26"/>
                  <a:gd name="T18" fmla="*/ 39 w 69"/>
                  <a:gd name="T19" fmla="*/ 10 h 26"/>
                  <a:gd name="T20" fmla="*/ 33 w 69"/>
                  <a:gd name="T21" fmla="*/ 12 h 26"/>
                  <a:gd name="T22" fmla="*/ 33 w 69"/>
                  <a:gd name="T23" fmla="*/ 12 h 26"/>
                  <a:gd name="T24" fmla="*/ 26 w 69"/>
                  <a:gd name="T25" fmla="*/ 13 h 26"/>
                  <a:gd name="T26" fmla="*/ 26 w 69"/>
                  <a:gd name="T27" fmla="*/ 13 h 26"/>
                  <a:gd name="T28" fmla="*/ 15 w 69"/>
                  <a:gd name="T29" fmla="*/ 17 h 26"/>
                  <a:gd name="T30" fmla="*/ 15 w 69"/>
                  <a:gd name="T31" fmla="*/ 17 h 26"/>
                  <a:gd name="T32" fmla="*/ 12 w 69"/>
                  <a:gd name="T33" fmla="*/ 20 h 26"/>
                  <a:gd name="T34" fmla="*/ 9 w 69"/>
                  <a:gd name="T35" fmla="*/ 23 h 26"/>
                  <a:gd name="T36" fmla="*/ 9 w 69"/>
                  <a:gd name="T37" fmla="*/ 23 h 26"/>
                  <a:gd name="T38" fmla="*/ 8 w 69"/>
                  <a:gd name="T39" fmla="*/ 23 h 26"/>
                  <a:gd name="T40" fmla="*/ 6 w 69"/>
                  <a:gd name="T41" fmla="*/ 23 h 26"/>
                  <a:gd name="T42" fmla="*/ 3 w 69"/>
                  <a:gd name="T43" fmla="*/ 24 h 26"/>
                  <a:gd name="T44" fmla="*/ 0 w 69"/>
                  <a:gd name="T45" fmla="*/ 26 h 26"/>
                  <a:gd name="T46" fmla="*/ 0 w 69"/>
                  <a:gd name="T47" fmla="*/ 26 h 26"/>
                  <a:gd name="T48" fmla="*/ 9 w 69"/>
                  <a:gd name="T49" fmla="*/ 20 h 26"/>
                  <a:gd name="T50" fmla="*/ 15 w 69"/>
                  <a:gd name="T51" fmla="*/ 16 h 26"/>
                  <a:gd name="T52" fmla="*/ 15 w 69"/>
                  <a:gd name="T53" fmla="*/ 16 h 26"/>
                  <a:gd name="T54" fmla="*/ 22 w 69"/>
                  <a:gd name="T55" fmla="*/ 14 h 26"/>
                  <a:gd name="T56" fmla="*/ 29 w 69"/>
                  <a:gd name="T57" fmla="*/ 12 h 26"/>
                  <a:gd name="T58" fmla="*/ 43 w 69"/>
                  <a:gd name="T59" fmla="*/ 6 h 26"/>
                  <a:gd name="T60" fmla="*/ 43 w 69"/>
                  <a:gd name="T61" fmla="*/ 6 h 26"/>
                  <a:gd name="T62" fmla="*/ 40 w 69"/>
                  <a:gd name="T63" fmla="*/ 7 h 26"/>
                  <a:gd name="T64" fmla="*/ 39 w 69"/>
                  <a:gd name="T65" fmla="*/ 9 h 26"/>
                  <a:gd name="T66" fmla="*/ 39 w 69"/>
                  <a:gd name="T67" fmla="*/ 9 h 26"/>
                  <a:gd name="T68" fmla="*/ 39 w 69"/>
                  <a:gd name="T69" fmla="*/ 9 h 26"/>
                  <a:gd name="T70" fmla="*/ 50 w 69"/>
                  <a:gd name="T71" fmla="*/ 4 h 26"/>
                  <a:gd name="T72" fmla="*/ 50 w 69"/>
                  <a:gd name="T73" fmla="*/ 4 h 26"/>
                  <a:gd name="T74" fmla="*/ 47 w 69"/>
                  <a:gd name="T75" fmla="*/ 4 h 26"/>
                  <a:gd name="T76" fmla="*/ 47 w 69"/>
                  <a:gd name="T77" fmla="*/ 4 h 26"/>
                  <a:gd name="T78" fmla="*/ 47 w 69"/>
                  <a:gd name="T79" fmla="*/ 4 h 26"/>
                  <a:gd name="T80" fmla="*/ 47 w 69"/>
                  <a:gd name="T81" fmla="*/ 4 h 26"/>
                  <a:gd name="T82" fmla="*/ 56 w 69"/>
                  <a:gd name="T83" fmla="*/ 2 h 26"/>
                  <a:gd name="T84" fmla="*/ 60 w 69"/>
                  <a:gd name="T85" fmla="*/ 0 h 26"/>
                  <a:gd name="T86" fmla="*/ 62 w 69"/>
                  <a:gd name="T87" fmla="*/ 0 h 26"/>
                  <a:gd name="T88" fmla="*/ 62 w 69"/>
                  <a:gd name="T89" fmla="*/ 0 h 26"/>
                  <a:gd name="T90" fmla="*/ 57 w 69"/>
                  <a:gd name="T91" fmla="*/ 2 h 26"/>
                  <a:gd name="T92" fmla="*/ 53 w 69"/>
                  <a:gd name="T93" fmla="*/ 4 h 26"/>
                  <a:gd name="T94" fmla="*/ 52 w 69"/>
                  <a:gd name="T95" fmla="*/ 6 h 26"/>
                  <a:gd name="T96" fmla="*/ 53 w 69"/>
                  <a:gd name="T97" fmla="*/ 6 h 26"/>
                  <a:gd name="T98" fmla="*/ 53 w 69"/>
                  <a:gd name="T99" fmla="*/ 6 h 26"/>
                  <a:gd name="T100" fmla="*/ 56 w 69"/>
                  <a:gd name="T101" fmla="*/ 4 h 26"/>
                  <a:gd name="T102" fmla="*/ 60 w 69"/>
                  <a:gd name="T103" fmla="*/ 3 h 26"/>
                  <a:gd name="T104" fmla="*/ 60 w 69"/>
                  <a:gd name="T105" fmla="*/ 3 h 26"/>
                  <a:gd name="T106" fmla="*/ 69 w 69"/>
                  <a:gd name="T107" fmla="*/ 3 h 26"/>
                  <a:gd name="T108" fmla="*/ 69 w 69"/>
                  <a:gd name="T109" fmla="*/ 3 h 26"/>
                  <a:gd name="T110" fmla="*/ 59 w 69"/>
                  <a:gd name="T111" fmla="*/ 4 h 26"/>
                  <a:gd name="T112" fmla="*/ 56 w 69"/>
                  <a:gd name="T113" fmla="*/ 6 h 26"/>
                  <a:gd name="T114" fmla="*/ 55 w 69"/>
                  <a:gd name="T115" fmla="*/ 7 h 26"/>
                  <a:gd name="T116" fmla="*/ 56 w 69"/>
                  <a:gd name="T117" fmla="*/ 7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69" h="26">
                    <a:moveTo>
                      <a:pt x="56" y="7"/>
                    </a:moveTo>
                    <a:lnTo>
                      <a:pt x="56" y="7"/>
                    </a:lnTo>
                    <a:lnTo>
                      <a:pt x="62" y="6"/>
                    </a:lnTo>
                    <a:lnTo>
                      <a:pt x="62" y="6"/>
                    </a:lnTo>
                    <a:lnTo>
                      <a:pt x="56" y="7"/>
                    </a:lnTo>
                    <a:lnTo>
                      <a:pt x="52" y="9"/>
                    </a:lnTo>
                    <a:lnTo>
                      <a:pt x="45" y="7"/>
                    </a:lnTo>
                    <a:lnTo>
                      <a:pt x="45" y="7"/>
                    </a:lnTo>
                    <a:lnTo>
                      <a:pt x="39" y="10"/>
                    </a:lnTo>
                    <a:lnTo>
                      <a:pt x="39" y="10"/>
                    </a:lnTo>
                    <a:lnTo>
                      <a:pt x="33" y="12"/>
                    </a:lnTo>
                    <a:lnTo>
                      <a:pt x="33" y="12"/>
                    </a:lnTo>
                    <a:lnTo>
                      <a:pt x="26" y="13"/>
                    </a:lnTo>
                    <a:lnTo>
                      <a:pt x="26" y="13"/>
                    </a:lnTo>
                    <a:lnTo>
                      <a:pt x="15" y="17"/>
                    </a:lnTo>
                    <a:lnTo>
                      <a:pt x="15" y="17"/>
                    </a:lnTo>
                    <a:lnTo>
                      <a:pt x="12" y="20"/>
                    </a:lnTo>
                    <a:lnTo>
                      <a:pt x="9" y="23"/>
                    </a:lnTo>
                    <a:lnTo>
                      <a:pt x="9" y="23"/>
                    </a:lnTo>
                    <a:lnTo>
                      <a:pt x="8" y="23"/>
                    </a:lnTo>
                    <a:lnTo>
                      <a:pt x="6" y="23"/>
                    </a:lnTo>
                    <a:lnTo>
                      <a:pt x="3" y="24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9" y="20"/>
                    </a:lnTo>
                    <a:lnTo>
                      <a:pt x="15" y="16"/>
                    </a:lnTo>
                    <a:lnTo>
                      <a:pt x="15" y="16"/>
                    </a:lnTo>
                    <a:lnTo>
                      <a:pt x="22" y="14"/>
                    </a:lnTo>
                    <a:lnTo>
                      <a:pt x="29" y="12"/>
                    </a:lnTo>
                    <a:lnTo>
                      <a:pt x="43" y="6"/>
                    </a:lnTo>
                    <a:lnTo>
                      <a:pt x="43" y="6"/>
                    </a:lnTo>
                    <a:lnTo>
                      <a:pt x="40" y="7"/>
                    </a:lnTo>
                    <a:lnTo>
                      <a:pt x="39" y="9"/>
                    </a:lnTo>
                    <a:lnTo>
                      <a:pt x="39" y="9"/>
                    </a:lnTo>
                    <a:lnTo>
                      <a:pt x="39" y="9"/>
                    </a:lnTo>
                    <a:lnTo>
                      <a:pt x="50" y="4"/>
                    </a:lnTo>
                    <a:lnTo>
                      <a:pt x="50" y="4"/>
                    </a:lnTo>
                    <a:lnTo>
                      <a:pt x="47" y="4"/>
                    </a:lnTo>
                    <a:lnTo>
                      <a:pt x="47" y="4"/>
                    </a:lnTo>
                    <a:lnTo>
                      <a:pt x="47" y="4"/>
                    </a:lnTo>
                    <a:lnTo>
                      <a:pt x="47" y="4"/>
                    </a:lnTo>
                    <a:lnTo>
                      <a:pt x="56" y="2"/>
                    </a:lnTo>
                    <a:lnTo>
                      <a:pt x="60" y="0"/>
                    </a:lnTo>
                    <a:lnTo>
                      <a:pt x="62" y="0"/>
                    </a:lnTo>
                    <a:lnTo>
                      <a:pt x="62" y="0"/>
                    </a:lnTo>
                    <a:lnTo>
                      <a:pt x="57" y="2"/>
                    </a:lnTo>
                    <a:lnTo>
                      <a:pt x="53" y="4"/>
                    </a:lnTo>
                    <a:lnTo>
                      <a:pt x="52" y="6"/>
                    </a:lnTo>
                    <a:lnTo>
                      <a:pt x="53" y="6"/>
                    </a:lnTo>
                    <a:lnTo>
                      <a:pt x="53" y="6"/>
                    </a:lnTo>
                    <a:lnTo>
                      <a:pt x="56" y="4"/>
                    </a:lnTo>
                    <a:lnTo>
                      <a:pt x="60" y="3"/>
                    </a:lnTo>
                    <a:lnTo>
                      <a:pt x="60" y="3"/>
                    </a:lnTo>
                    <a:lnTo>
                      <a:pt x="69" y="3"/>
                    </a:lnTo>
                    <a:lnTo>
                      <a:pt x="69" y="3"/>
                    </a:lnTo>
                    <a:lnTo>
                      <a:pt x="59" y="4"/>
                    </a:lnTo>
                    <a:lnTo>
                      <a:pt x="56" y="6"/>
                    </a:lnTo>
                    <a:lnTo>
                      <a:pt x="55" y="7"/>
                    </a:lnTo>
                    <a:lnTo>
                      <a:pt x="56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7" name="iṣḷíde"/>
              <p:cNvSpPr/>
              <p:nvPr/>
            </p:nvSpPr>
            <p:spPr bwMode="auto">
              <a:xfrm>
                <a:off x="3061094" y="1668895"/>
                <a:ext cx="43007" cy="18433"/>
              </a:xfrm>
              <a:custGeom>
                <a:avLst/>
                <a:gdLst>
                  <a:gd name="T0" fmla="*/ 0 w 13"/>
                  <a:gd name="T1" fmla="*/ 4 h 4"/>
                  <a:gd name="T2" fmla="*/ 0 w 13"/>
                  <a:gd name="T3" fmla="*/ 4 h 4"/>
                  <a:gd name="T4" fmla="*/ 2 w 13"/>
                  <a:gd name="T5" fmla="*/ 3 h 4"/>
                  <a:gd name="T6" fmla="*/ 2 w 13"/>
                  <a:gd name="T7" fmla="*/ 3 h 4"/>
                  <a:gd name="T8" fmla="*/ 7 w 13"/>
                  <a:gd name="T9" fmla="*/ 0 h 4"/>
                  <a:gd name="T10" fmla="*/ 7 w 13"/>
                  <a:gd name="T11" fmla="*/ 0 h 4"/>
                  <a:gd name="T12" fmla="*/ 7 w 13"/>
                  <a:gd name="T13" fmla="*/ 1 h 4"/>
                  <a:gd name="T14" fmla="*/ 9 w 13"/>
                  <a:gd name="T15" fmla="*/ 1 h 4"/>
                  <a:gd name="T16" fmla="*/ 13 w 13"/>
                  <a:gd name="T17" fmla="*/ 0 h 4"/>
                  <a:gd name="T18" fmla="*/ 13 w 13"/>
                  <a:gd name="T19" fmla="*/ 0 h 4"/>
                  <a:gd name="T20" fmla="*/ 7 w 13"/>
                  <a:gd name="T21" fmla="*/ 3 h 4"/>
                  <a:gd name="T22" fmla="*/ 7 w 13"/>
                  <a:gd name="T23" fmla="*/ 3 h 4"/>
                  <a:gd name="T24" fmla="*/ 0 w 13"/>
                  <a:gd name="T2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" h="4">
                    <a:moveTo>
                      <a:pt x="0" y="4"/>
                    </a:moveTo>
                    <a:lnTo>
                      <a:pt x="0" y="4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7" y="1"/>
                    </a:lnTo>
                    <a:lnTo>
                      <a:pt x="9" y="1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8" name="ïśľíďé"/>
              <p:cNvSpPr/>
              <p:nvPr/>
            </p:nvSpPr>
            <p:spPr bwMode="auto">
              <a:xfrm>
                <a:off x="2692483" y="1748759"/>
                <a:ext cx="49148" cy="24574"/>
              </a:xfrm>
              <a:custGeom>
                <a:avLst/>
                <a:gdLst>
                  <a:gd name="T0" fmla="*/ 0 w 16"/>
                  <a:gd name="T1" fmla="*/ 8 h 8"/>
                  <a:gd name="T2" fmla="*/ 0 w 16"/>
                  <a:gd name="T3" fmla="*/ 8 h 8"/>
                  <a:gd name="T4" fmla="*/ 3 w 16"/>
                  <a:gd name="T5" fmla="*/ 6 h 8"/>
                  <a:gd name="T6" fmla="*/ 3 w 16"/>
                  <a:gd name="T7" fmla="*/ 6 h 8"/>
                  <a:gd name="T8" fmla="*/ 8 w 16"/>
                  <a:gd name="T9" fmla="*/ 3 h 8"/>
                  <a:gd name="T10" fmla="*/ 8 w 16"/>
                  <a:gd name="T11" fmla="*/ 3 h 8"/>
                  <a:gd name="T12" fmla="*/ 16 w 16"/>
                  <a:gd name="T13" fmla="*/ 0 h 8"/>
                  <a:gd name="T14" fmla="*/ 16 w 16"/>
                  <a:gd name="T15" fmla="*/ 0 h 8"/>
                  <a:gd name="T16" fmla="*/ 6 w 16"/>
                  <a:gd name="T17" fmla="*/ 6 h 8"/>
                  <a:gd name="T18" fmla="*/ 6 w 16"/>
                  <a:gd name="T19" fmla="*/ 6 h 8"/>
                  <a:gd name="T20" fmla="*/ 3 w 16"/>
                  <a:gd name="T21" fmla="*/ 8 h 8"/>
                  <a:gd name="T22" fmla="*/ 0 w 16"/>
                  <a:gd name="T23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6" h="8">
                    <a:moveTo>
                      <a:pt x="0" y="8"/>
                    </a:moveTo>
                    <a:lnTo>
                      <a:pt x="0" y="8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8" y="3"/>
                    </a:lnTo>
                    <a:lnTo>
                      <a:pt x="8" y="3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3" y="8"/>
                    </a:lnTo>
                    <a:lnTo>
                      <a:pt x="0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79" name="iṩḷiḑè"/>
              <p:cNvSpPr/>
              <p:nvPr/>
            </p:nvSpPr>
            <p:spPr bwMode="auto">
              <a:xfrm>
                <a:off x="2815354" y="1742618"/>
                <a:ext cx="18433" cy="12287"/>
              </a:xfrm>
              <a:custGeom>
                <a:avLst/>
                <a:gdLst>
                  <a:gd name="T0" fmla="*/ 7 w 7"/>
                  <a:gd name="T1" fmla="*/ 1 h 3"/>
                  <a:gd name="T2" fmla="*/ 7 w 7"/>
                  <a:gd name="T3" fmla="*/ 1 h 3"/>
                  <a:gd name="T4" fmla="*/ 4 w 7"/>
                  <a:gd name="T5" fmla="*/ 1 h 3"/>
                  <a:gd name="T6" fmla="*/ 0 w 7"/>
                  <a:gd name="T7" fmla="*/ 3 h 3"/>
                  <a:gd name="T8" fmla="*/ 0 w 7"/>
                  <a:gd name="T9" fmla="*/ 3 h 3"/>
                  <a:gd name="T10" fmla="*/ 3 w 7"/>
                  <a:gd name="T11" fmla="*/ 1 h 3"/>
                  <a:gd name="T12" fmla="*/ 4 w 7"/>
                  <a:gd name="T13" fmla="*/ 0 h 3"/>
                  <a:gd name="T14" fmla="*/ 7 w 7"/>
                  <a:gd name="T15" fmla="*/ 0 h 3"/>
                  <a:gd name="T16" fmla="*/ 7 w 7"/>
                  <a:gd name="T17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3">
                    <a:moveTo>
                      <a:pt x="7" y="1"/>
                    </a:moveTo>
                    <a:lnTo>
                      <a:pt x="7" y="1"/>
                    </a:lnTo>
                    <a:lnTo>
                      <a:pt x="4" y="1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1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7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0" name="ïṧ1îḓé"/>
              <p:cNvSpPr/>
              <p:nvPr/>
            </p:nvSpPr>
            <p:spPr bwMode="auto">
              <a:xfrm>
                <a:off x="2864502" y="1730331"/>
                <a:ext cx="30720" cy="12287"/>
              </a:xfrm>
              <a:custGeom>
                <a:avLst/>
                <a:gdLst>
                  <a:gd name="T0" fmla="*/ 10 w 10"/>
                  <a:gd name="T1" fmla="*/ 0 h 5"/>
                  <a:gd name="T2" fmla="*/ 10 w 10"/>
                  <a:gd name="T3" fmla="*/ 0 h 5"/>
                  <a:gd name="T4" fmla="*/ 4 w 10"/>
                  <a:gd name="T5" fmla="*/ 3 h 5"/>
                  <a:gd name="T6" fmla="*/ 2 w 10"/>
                  <a:gd name="T7" fmla="*/ 5 h 5"/>
                  <a:gd name="T8" fmla="*/ 0 w 10"/>
                  <a:gd name="T9" fmla="*/ 3 h 5"/>
                  <a:gd name="T10" fmla="*/ 0 w 10"/>
                  <a:gd name="T11" fmla="*/ 3 h 5"/>
                  <a:gd name="T12" fmla="*/ 10 w 10"/>
                  <a:gd name="T1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5">
                    <a:moveTo>
                      <a:pt x="10" y="0"/>
                    </a:moveTo>
                    <a:lnTo>
                      <a:pt x="10" y="0"/>
                    </a:lnTo>
                    <a:lnTo>
                      <a:pt x="4" y="3"/>
                    </a:lnTo>
                    <a:lnTo>
                      <a:pt x="2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1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1" name="íšļïďè"/>
              <p:cNvSpPr/>
              <p:nvPr/>
            </p:nvSpPr>
            <p:spPr bwMode="auto">
              <a:xfrm>
                <a:off x="2747773" y="1736472"/>
                <a:ext cx="18433" cy="12287"/>
              </a:xfrm>
              <a:custGeom>
                <a:avLst/>
                <a:gdLst>
                  <a:gd name="T0" fmla="*/ 7 w 7"/>
                  <a:gd name="T1" fmla="*/ 0 h 4"/>
                  <a:gd name="T2" fmla="*/ 7 w 7"/>
                  <a:gd name="T3" fmla="*/ 0 h 4"/>
                  <a:gd name="T4" fmla="*/ 4 w 7"/>
                  <a:gd name="T5" fmla="*/ 3 h 4"/>
                  <a:gd name="T6" fmla="*/ 0 w 7"/>
                  <a:gd name="T7" fmla="*/ 4 h 4"/>
                  <a:gd name="T8" fmla="*/ 0 w 7"/>
                  <a:gd name="T9" fmla="*/ 4 h 4"/>
                  <a:gd name="T10" fmla="*/ 2 w 7"/>
                  <a:gd name="T11" fmla="*/ 2 h 4"/>
                  <a:gd name="T12" fmla="*/ 7 w 7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4">
                    <a:moveTo>
                      <a:pt x="7" y="0"/>
                    </a:moveTo>
                    <a:lnTo>
                      <a:pt x="7" y="0"/>
                    </a:lnTo>
                    <a:lnTo>
                      <a:pt x="4" y="3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2" name="ïṣļïḋê"/>
              <p:cNvSpPr/>
              <p:nvPr/>
            </p:nvSpPr>
            <p:spPr bwMode="auto">
              <a:xfrm>
                <a:off x="3331410" y="1742618"/>
                <a:ext cx="24574" cy="12287"/>
              </a:xfrm>
              <a:custGeom>
                <a:avLst/>
                <a:gdLst>
                  <a:gd name="T0" fmla="*/ 7 w 7"/>
                  <a:gd name="T1" fmla="*/ 0 h 3"/>
                  <a:gd name="T2" fmla="*/ 7 w 7"/>
                  <a:gd name="T3" fmla="*/ 0 h 3"/>
                  <a:gd name="T4" fmla="*/ 4 w 7"/>
                  <a:gd name="T5" fmla="*/ 1 h 3"/>
                  <a:gd name="T6" fmla="*/ 4 w 7"/>
                  <a:gd name="T7" fmla="*/ 1 h 3"/>
                  <a:gd name="T8" fmla="*/ 3 w 7"/>
                  <a:gd name="T9" fmla="*/ 1 h 3"/>
                  <a:gd name="T10" fmla="*/ 1 w 7"/>
                  <a:gd name="T11" fmla="*/ 3 h 3"/>
                  <a:gd name="T12" fmla="*/ 1 w 7"/>
                  <a:gd name="T13" fmla="*/ 3 h 3"/>
                  <a:gd name="T14" fmla="*/ 0 w 7"/>
                  <a:gd name="T15" fmla="*/ 3 h 3"/>
                  <a:gd name="T16" fmla="*/ 1 w 7"/>
                  <a:gd name="T17" fmla="*/ 1 h 3"/>
                  <a:gd name="T18" fmla="*/ 4 w 7"/>
                  <a:gd name="T19" fmla="*/ 0 h 3"/>
                  <a:gd name="T20" fmla="*/ 7 w 7"/>
                  <a:gd name="T2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3">
                    <a:moveTo>
                      <a:pt x="7" y="0"/>
                    </a:moveTo>
                    <a:lnTo>
                      <a:pt x="7" y="0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3" y="1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4" y="0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3" name="îsḻïḑê"/>
              <p:cNvSpPr/>
              <p:nvPr/>
            </p:nvSpPr>
            <p:spPr bwMode="auto">
              <a:xfrm>
                <a:off x="3355984" y="1742618"/>
                <a:ext cx="36861" cy="12287"/>
              </a:xfrm>
              <a:custGeom>
                <a:avLst/>
                <a:gdLst>
                  <a:gd name="T0" fmla="*/ 11 w 11"/>
                  <a:gd name="T1" fmla="*/ 0 h 4"/>
                  <a:gd name="T2" fmla="*/ 11 w 11"/>
                  <a:gd name="T3" fmla="*/ 0 h 4"/>
                  <a:gd name="T4" fmla="*/ 11 w 11"/>
                  <a:gd name="T5" fmla="*/ 1 h 4"/>
                  <a:gd name="T6" fmla="*/ 8 w 11"/>
                  <a:gd name="T7" fmla="*/ 1 h 4"/>
                  <a:gd name="T8" fmla="*/ 3 w 11"/>
                  <a:gd name="T9" fmla="*/ 4 h 4"/>
                  <a:gd name="T10" fmla="*/ 3 w 11"/>
                  <a:gd name="T11" fmla="*/ 4 h 4"/>
                  <a:gd name="T12" fmla="*/ 0 w 11"/>
                  <a:gd name="T13" fmla="*/ 2 h 4"/>
                  <a:gd name="T14" fmla="*/ 0 w 11"/>
                  <a:gd name="T15" fmla="*/ 2 h 4"/>
                  <a:gd name="T16" fmla="*/ 6 w 11"/>
                  <a:gd name="T17" fmla="*/ 1 h 4"/>
                  <a:gd name="T18" fmla="*/ 11 w 11"/>
                  <a:gd name="T1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" h="4">
                    <a:moveTo>
                      <a:pt x="11" y="0"/>
                    </a:moveTo>
                    <a:lnTo>
                      <a:pt x="11" y="0"/>
                    </a:lnTo>
                    <a:lnTo>
                      <a:pt x="11" y="1"/>
                    </a:lnTo>
                    <a:lnTo>
                      <a:pt x="8" y="1"/>
                    </a:lnTo>
                    <a:lnTo>
                      <a:pt x="3" y="4"/>
                    </a:lnTo>
                    <a:lnTo>
                      <a:pt x="3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6" y="1"/>
                    </a:lnTo>
                    <a:lnTo>
                      <a:pt x="1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4" name="îs1ide"/>
              <p:cNvSpPr/>
              <p:nvPr/>
            </p:nvSpPr>
            <p:spPr bwMode="auto">
              <a:xfrm>
                <a:off x="2956653" y="1699611"/>
                <a:ext cx="30720" cy="12287"/>
              </a:xfrm>
              <a:custGeom>
                <a:avLst/>
                <a:gdLst>
                  <a:gd name="T0" fmla="*/ 10 w 10"/>
                  <a:gd name="T1" fmla="*/ 0 h 5"/>
                  <a:gd name="T2" fmla="*/ 10 w 10"/>
                  <a:gd name="T3" fmla="*/ 0 h 5"/>
                  <a:gd name="T4" fmla="*/ 3 w 10"/>
                  <a:gd name="T5" fmla="*/ 3 h 5"/>
                  <a:gd name="T6" fmla="*/ 0 w 10"/>
                  <a:gd name="T7" fmla="*/ 5 h 5"/>
                  <a:gd name="T8" fmla="*/ 0 w 10"/>
                  <a:gd name="T9" fmla="*/ 3 h 5"/>
                  <a:gd name="T10" fmla="*/ 0 w 10"/>
                  <a:gd name="T11" fmla="*/ 3 h 5"/>
                  <a:gd name="T12" fmla="*/ 4 w 10"/>
                  <a:gd name="T13" fmla="*/ 2 h 5"/>
                  <a:gd name="T14" fmla="*/ 10 w 10"/>
                  <a:gd name="T1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5">
                    <a:moveTo>
                      <a:pt x="10" y="0"/>
                    </a:moveTo>
                    <a:lnTo>
                      <a:pt x="10" y="0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4" y="2"/>
                    </a:lnTo>
                    <a:lnTo>
                      <a:pt x="1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5" name="iṥļîḋé"/>
              <p:cNvSpPr/>
              <p:nvPr/>
            </p:nvSpPr>
            <p:spPr bwMode="auto">
              <a:xfrm>
                <a:off x="2895218" y="1687324"/>
                <a:ext cx="24574" cy="12287"/>
              </a:xfrm>
              <a:custGeom>
                <a:avLst/>
                <a:gdLst>
                  <a:gd name="T0" fmla="*/ 7 w 7"/>
                  <a:gd name="T1" fmla="*/ 0 h 3"/>
                  <a:gd name="T2" fmla="*/ 7 w 7"/>
                  <a:gd name="T3" fmla="*/ 0 h 3"/>
                  <a:gd name="T4" fmla="*/ 3 w 7"/>
                  <a:gd name="T5" fmla="*/ 2 h 3"/>
                  <a:gd name="T6" fmla="*/ 0 w 7"/>
                  <a:gd name="T7" fmla="*/ 3 h 3"/>
                  <a:gd name="T8" fmla="*/ 0 w 7"/>
                  <a:gd name="T9" fmla="*/ 3 h 3"/>
                  <a:gd name="T10" fmla="*/ 3 w 7"/>
                  <a:gd name="T11" fmla="*/ 0 h 3"/>
                  <a:gd name="T12" fmla="*/ 7 w 7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3">
                    <a:moveTo>
                      <a:pt x="7" y="0"/>
                    </a:moveTo>
                    <a:lnTo>
                      <a:pt x="7" y="0"/>
                    </a:lnTo>
                    <a:lnTo>
                      <a:pt x="3" y="2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0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6" name="îṥḷiďè"/>
              <p:cNvSpPr/>
              <p:nvPr/>
            </p:nvSpPr>
            <p:spPr bwMode="auto">
              <a:xfrm>
                <a:off x="3122530" y="1668895"/>
                <a:ext cx="24574" cy="12287"/>
              </a:xfrm>
              <a:custGeom>
                <a:avLst/>
                <a:gdLst>
                  <a:gd name="T0" fmla="*/ 0 w 9"/>
                  <a:gd name="T1" fmla="*/ 3 h 5"/>
                  <a:gd name="T2" fmla="*/ 0 w 9"/>
                  <a:gd name="T3" fmla="*/ 3 h 5"/>
                  <a:gd name="T4" fmla="*/ 9 w 9"/>
                  <a:gd name="T5" fmla="*/ 0 h 5"/>
                  <a:gd name="T6" fmla="*/ 9 w 9"/>
                  <a:gd name="T7" fmla="*/ 0 h 5"/>
                  <a:gd name="T8" fmla="*/ 6 w 9"/>
                  <a:gd name="T9" fmla="*/ 3 h 5"/>
                  <a:gd name="T10" fmla="*/ 0 w 9"/>
                  <a:gd name="T11" fmla="*/ 5 h 5"/>
                  <a:gd name="T12" fmla="*/ 0 w 9"/>
                  <a:gd name="T13" fmla="*/ 5 h 5"/>
                  <a:gd name="T14" fmla="*/ 2 w 9"/>
                  <a:gd name="T15" fmla="*/ 3 h 5"/>
                  <a:gd name="T16" fmla="*/ 0 w 9"/>
                  <a:gd name="T17" fmla="*/ 3 h 5"/>
                  <a:gd name="T18" fmla="*/ 0 w 9"/>
                  <a:gd name="T19" fmla="*/ 3 h 5"/>
                  <a:gd name="T20" fmla="*/ 0 w 9"/>
                  <a:gd name="T21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5">
                    <a:moveTo>
                      <a:pt x="0" y="3"/>
                    </a:moveTo>
                    <a:lnTo>
                      <a:pt x="0" y="3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6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7" name="îšliḑè"/>
              <p:cNvSpPr/>
              <p:nvPr/>
            </p:nvSpPr>
            <p:spPr bwMode="auto">
              <a:xfrm>
                <a:off x="3165532" y="1668895"/>
                <a:ext cx="43007" cy="18433"/>
              </a:xfrm>
              <a:custGeom>
                <a:avLst/>
                <a:gdLst>
                  <a:gd name="T0" fmla="*/ 10 w 14"/>
                  <a:gd name="T1" fmla="*/ 0 h 6"/>
                  <a:gd name="T2" fmla="*/ 10 w 14"/>
                  <a:gd name="T3" fmla="*/ 0 h 6"/>
                  <a:gd name="T4" fmla="*/ 14 w 14"/>
                  <a:gd name="T5" fmla="*/ 0 h 6"/>
                  <a:gd name="T6" fmla="*/ 14 w 14"/>
                  <a:gd name="T7" fmla="*/ 0 h 6"/>
                  <a:gd name="T8" fmla="*/ 12 w 14"/>
                  <a:gd name="T9" fmla="*/ 2 h 6"/>
                  <a:gd name="T10" fmla="*/ 12 w 14"/>
                  <a:gd name="T11" fmla="*/ 2 h 6"/>
                  <a:gd name="T12" fmla="*/ 12 w 14"/>
                  <a:gd name="T13" fmla="*/ 2 h 6"/>
                  <a:gd name="T14" fmla="*/ 12 w 14"/>
                  <a:gd name="T15" fmla="*/ 3 h 6"/>
                  <a:gd name="T16" fmla="*/ 12 w 14"/>
                  <a:gd name="T17" fmla="*/ 3 h 6"/>
                  <a:gd name="T18" fmla="*/ 10 w 14"/>
                  <a:gd name="T19" fmla="*/ 3 h 6"/>
                  <a:gd name="T20" fmla="*/ 8 w 14"/>
                  <a:gd name="T21" fmla="*/ 3 h 6"/>
                  <a:gd name="T22" fmla="*/ 10 w 14"/>
                  <a:gd name="T23" fmla="*/ 5 h 6"/>
                  <a:gd name="T24" fmla="*/ 8 w 14"/>
                  <a:gd name="T25" fmla="*/ 5 h 6"/>
                  <a:gd name="T26" fmla="*/ 8 w 14"/>
                  <a:gd name="T27" fmla="*/ 5 h 6"/>
                  <a:gd name="T28" fmla="*/ 4 w 14"/>
                  <a:gd name="T29" fmla="*/ 6 h 6"/>
                  <a:gd name="T30" fmla="*/ 0 w 14"/>
                  <a:gd name="T31" fmla="*/ 6 h 6"/>
                  <a:gd name="T32" fmla="*/ 0 w 14"/>
                  <a:gd name="T33" fmla="*/ 6 h 6"/>
                  <a:gd name="T34" fmla="*/ 5 w 14"/>
                  <a:gd name="T35" fmla="*/ 3 h 6"/>
                  <a:gd name="T36" fmla="*/ 10 w 14"/>
                  <a:gd name="T3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" h="6">
                    <a:moveTo>
                      <a:pt x="10" y="0"/>
                    </a:moveTo>
                    <a:lnTo>
                      <a:pt x="10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2" y="2"/>
                    </a:lnTo>
                    <a:lnTo>
                      <a:pt x="12" y="2"/>
                    </a:lnTo>
                    <a:lnTo>
                      <a:pt x="12" y="2"/>
                    </a:lnTo>
                    <a:lnTo>
                      <a:pt x="12" y="3"/>
                    </a:lnTo>
                    <a:lnTo>
                      <a:pt x="12" y="3"/>
                    </a:lnTo>
                    <a:lnTo>
                      <a:pt x="10" y="3"/>
                    </a:lnTo>
                    <a:lnTo>
                      <a:pt x="8" y="3"/>
                    </a:lnTo>
                    <a:lnTo>
                      <a:pt x="10" y="5"/>
                    </a:lnTo>
                    <a:lnTo>
                      <a:pt x="8" y="5"/>
                    </a:lnTo>
                    <a:lnTo>
                      <a:pt x="8" y="5"/>
                    </a:lnTo>
                    <a:lnTo>
                      <a:pt x="4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5" y="3"/>
                    </a:lnTo>
                    <a:lnTo>
                      <a:pt x="1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8" name="ï$lïḓé"/>
              <p:cNvSpPr/>
              <p:nvPr/>
            </p:nvSpPr>
            <p:spPr bwMode="auto">
              <a:xfrm>
                <a:off x="3116384" y="1656607"/>
                <a:ext cx="49148" cy="12287"/>
              </a:xfrm>
              <a:custGeom>
                <a:avLst/>
                <a:gdLst>
                  <a:gd name="T0" fmla="*/ 11 w 16"/>
                  <a:gd name="T1" fmla="*/ 0 h 5"/>
                  <a:gd name="T2" fmla="*/ 11 w 16"/>
                  <a:gd name="T3" fmla="*/ 0 h 5"/>
                  <a:gd name="T4" fmla="*/ 14 w 16"/>
                  <a:gd name="T5" fmla="*/ 0 h 5"/>
                  <a:gd name="T6" fmla="*/ 16 w 16"/>
                  <a:gd name="T7" fmla="*/ 0 h 5"/>
                  <a:gd name="T8" fmla="*/ 14 w 16"/>
                  <a:gd name="T9" fmla="*/ 2 h 5"/>
                  <a:gd name="T10" fmla="*/ 14 w 16"/>
                  <a:gd name="T11" fmla="*/ 2 h 5"/>
                  <a:gd name="T12" fmla="*/ 7 w 16"/>
                  <a:gd name="T13" fmla="*/ 3 h 5"/>
                  <a:gd name="T14" fmla="*/ 7 w 16"/>
                  <a:gd name="T15" fmla="*/ 3 h 5"/>
                  <a:gd name="T16" fmla="*/ 3 w 16"/>
                  <a:gd name="T17" fmla="*/ 3 h 5"/>
                  <a:gd name="T18" fmla="*/ 0 w 16"/>
                  <a:gd name="T19" fmla="*/ 5 h 5"/>
                  <a:gd name="T20" fmla="*/ 0 w 16"/>
                  <a:gd name="T21" fmla="*/ 5 h 5"/>
                  <a:gd name="T22" fmla="*/ 6 w 16"/>
                  <a:gd name="T23" fmla="*/ 2 h 5"/>
                  <a:gd name="T24" fmla="*/ 11 w 16"/>
                  <a:gd name="T25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" h="5">
                    <a:moveTo>
                      <a:pt x="11" y="0"/>
                    </a:moveTo>
                    <a:lnTo>
                      <a:pt x="11" y="0"/>
                    </a:lnTo>
                    <a:lnTo>
                      <a:pt x="14" y="0"/>
                    </a:lnTo>
                    <a:lnTo>
                      <a:pt x="16" y="0"/>
                    </a:lnTo>
                    <a:lnTo>
                      <a:pt x="14" y="2"/>
                    </a:lnTo>
                    <a:lnTo>
                      <a:pt x="14" y="2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6" y="2"/>
                    </a:lnTo>
                    <a:lnTo>
                      <a:pt x="1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89" name="íṧlidé"/>
              <p:cNvSpPr/>
              <p:nvPr/>
            </p:nvSpPr>
            <p:spPr bwMode="auto">
              <a:xfrm>
                <a:off x="4013338" y="2006787"/>
                <a:ext cx="18433" cy="0"/>
              </a:xfrm>
              <a:custGeom>
                <a:avLst/>
                <a:gdLst>
                  <a:gd name="T0" fmla="*/ 6 w 7"/>
                  <a:gd name="T1" fmla="*/ 0 h 2"/>
                  <a:gd name="T2" fmla="*/ 6 w 7"/>
                  <a:gd name="T3" fmla="*/ 0 h 2"/>
                  <a:gd name="T4" fmla="*/ 7 w 7"/>
                  <a:gd name="T5" fmla="*/ 2 h 2"/>
                  <a:gd name="T6" fmla="*/ 7 w 7"/>
                  <a:gd name="T7" fmla="*/ 2 h 2"/>
                  <a:gd name="T8" fmla="*/ 3 w 7"/>
                  <a:gd name="T9" fmla="*/ 2 h 2"/>
                  <a:gd name="T10" fmla="*/ 3 w 7"/>
                  <a:gd name="T11" fmla="*/ 2 h 2"/>
                  <a:gd name="T12" fmla="*/ 0 w 7"/>
                  <a:gd name="T13" fmla="*/ 0 h 2"/>
                  <a:gd name="T14" fmla="*/ 0 w 7"/>
                  <a:gd name="T15" fmla="*/ 0 h 2"/>
                  <a:gd name="T16" fmla="*/ 1 w 7"/>
                  <a:gd name="T17" fmla="*/ 0 h 2"/>
                  <a:gd name="T18" fmla="*/ 1 w 7"/>
                  <a:gd name="T19" fmla="*/ 0 h 2"/>
                  <a:gd name="T20" fmla="*/ 6 w 7"/>
                  <a:gd name="T2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2">
                    <a:moveTo>
                      <a:pt x="6" y="0"/>
                    </a:moveTo>
                    <a:lnTo>
                      <a:pt x="6" y="0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0" name="îṡḻíḓè"/>
              <p:cNvSpPr/>
              <p:nvPr/>
            </p:nvSpPr>
            <p:spPr bwMode="auto">
              <a:xfrm>
                <a:off x="3540290" y="1730331"/>
                <a:ext cx="30720" cy="12287"/>
              </a:xfrm>
              <a:custGeom>
                <a:avLst/>
                <a:gdLst>
                  <a:gd name="T0" fmla="*/ 0 w 10"/>
                  <a:gd name="T1" fmla="*/ 1 h 4"/>
                  <a:gd name="T2" fmla="*/ 0 w 10"/>
                  <a:gd name="T3" fmla="*/ 1 h 4"/>
                  <a:gd name="T4" fmla="*/ 5 w 10"/>
                  <a:gd name="T5" fmla="*/ 0 h 4"/>
                  <a:gd name="T6" fmla="*/ 10 w 10"/>
                  <a:gd name="T7" fmla="*/ 1 h 4"/>
                  <a:gd name="T8" fmla="*/ 10 w 10"/>
                  <a:gd name="T9" fmla="*/ 1 h 4"/>
                  <a:gd name="T10" fmla="*/ 5 w 10"/>
                  <a:gd name="T11" fmla="*/ 4 h 4"/>
                  <a:gd name="T12" fmla="*/ 4 w 10"/>
                  <a:gd name="T13" fmla="*/ 4 h 4"/>
                  <a:gd name="T14" fmla="*/ 0 w 10"/>
                  <a:gd name="T15" fmla="*/ 4 h 4"/>
                  <a:gd name="T16" fmla="*/ 0 w 10"/>
                  <a:gd name="T17" fmla="*/ 4 h 4"/>
                  <a:gd name="T18" fmla="*/ 3 w 10"/>
                  <a:gd name="T19" fmla="*/ 3 h 4"/>
                  <a:gd name="T20" fmla="*/ 3 w 10"/>
                  <a:gd name="T21" fmla="*/ 1 h 4"/>
                  <a:gd name="T22" fmla="*/ 0 w 10"/>
                  <a:gd name="T2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4">
                    <a:moveTo>
                      <a:pt x="0" y="1"/>
                    </a:moveTo>
                    <a:lnTo>
                      <a:pt x="0" y="1"/>
                    </a:lnTo>
                    <a:lnTo>
                      <a:pt x="5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5" y="4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3" y="3"/>
                    </a:lnTo>
                    <a:lnTo>
                      <a:pt x="3" y="1"/>
                    </a:lnTo>
                    <a:lnTo>
                      <a:pt x="0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1" name="ïsľiḋé"/>
              <p:cNvSpPr/>
              <p:nvPr/>
            </p:nvSpPr>
            <p:spPr bwMode="auto">
              <a:xfrm>
                <a:off x="3177820" y="1638176"/>
                <a:ext cx="153590" cy="30720"/>
              </a:xfrm>
              <a:custGeom>
                <a:avLst/>
                <a:gdLst>
                  <a:gd name="T0" fmla="*/ 30 w 50"/>
                  <a:gd name="T1" fmla="*/ 5 h 8"/>
                  <a:gd name="T2" fmla="*/ 30 w 50"/>
                  <a:gd name="T3" fmla="*/ 5 h 8"/>
                  <a:gd name="T4" fmla="*/ 25 w 50"/>
                  <a:gd name="T5" fmla="*/ 5 h 8"/>
                  <a:gd name="T6" fmla="*/ 25 w 50"/>
                  <a:gd name="T7" fmla="*/ 5 h 8"/>
                  <a:gd name="T8" fmla="*/ 25 w 50"/>
                  <a:gd name="T9" fmla="*/ 4 h 8"/>
                  <a:gd name="T10" fmla="*/ 25 w 50"/>
                  <a:gd name="T11" fmla="*/ 4 h 8"/>
                  <a:gd name="T12" fmla="*/ 11 w 50"/>
                  <a:gd name="T13" fmla="*/ 7 h 8"/>
                  <a:gd name="T14" fmla="*/ 11 w 50"/>
                  <a:gd name="T15" fmla="*/ 7 h 8"/>
                  <a:gd name="T16" fmla="*/ 6 w 50"/>
                  <a:gd name="T17" fmla="*/ 8 h 8"/>
                  <a:gd name="T18" fmla="*/ 0 w 50"/>
                  <a:gd name="T19" fmla="*/ 7 h 8"/>
                  <a:gd name="T20" fmla="*/ 0 w 50"/>
                  <a:gd name="T21" fmla="*/ 7 h 8"/>
                  <a:gd name="T22" fmla="*/ 14 w 50"/>
                  <a:gd name="T23" fmla="*/ 5 h 8"/>
                  <a:gd name="T24" fmla="*/ 14 w 50"/>
                  <a:gd name="T25" fmla="*/ 5 h 8"/>
                  <a:gd name="T26" fmla="*/ 21 w 50"/>
                  <a:gd name="T27" fmla="*/ 4 h 8"/>
                  <a:gd name="T28" fmla="*/ 21 w 50"/>
                  <a:gd name="T29" fmla="*/ 4 h 8"/>
                  <a:gd name="T30" fmla="*/ 27 w 50"/>
                  <a:gd name="T31" fmla="*/ 3 h 8"/>
                  <a:gd name="T32" fmla="*/ 27 w 50"/>
                  <a:gd name="T33" fmla="*/ 3 h 8"/>
                  <a:gd name="T34" fmla="*/ 27 w 50"/>
                  <a:gd name="T35" fmla="*/ 3 h 8"/>
                  <a:gd name="T36" fmla="*/ 27 w 50"/>
                  <a:gd name="T37" fmla="*/ 3 h 8"/>
                  <a:gd name="T38" fmla="*/ 30 w 50"/>
                  <a:gd name="T39" fmla="*/ 4 h 8"/>
                  <a:gd name="T40" fmla="*/ 30 w 50"/>
                  <a:gd name="T41" fmla="*/ 4 h 8"/>
                  <a:gd name="T42" fmla="*/ 30 w 50"/>
                  <a:gd name="T43" fmla="*/ 3 h 8"/>
                  <a:gd name="T44" fmla="*/ 35 w 50"/>
                  <a:gd name="T45" fmla="*/ 3 h 8"/>
                  <a:gd name="T46" fmla="*/ 35 w 50"/>
                  <a:gd name="T47" fmla="*/ 3 h 8"/>
                  <a:gd name="T48" fmla="*/ 35 w 50"/>
                  <a:gd name="T49" fmla="*/ 3 h 8"/>
                  <a:gd name="T50" fmla="*/ 35 w 50"/>
                  <a:gd name="T51" fmla="*/ 4 h 8"/>
                  <a:gd name="T52" fmla="*/ 35 w 50"/>
                  <a:gd name="T53" fmla="*/ 4 h 8"/>
                  <a:gd name="T54" fmla="*/ 38 w 50"/>
                  <a:gd name="T55" fmla="*/ 3 h 8"/>
                  <a:gd name="T56" fmla="*/ 43 w 50"/>
                  <a:gd name="T57" fmla="*/ 1 h 8"/>
                  <a:gd name="T58" fmla="*/ 43 w 50"/>
                  <a:gd name="T59" fmla="*/ 1 h 8"/>
                  <a:gd name="T60" fmla="*/ 41 w 50"/>
                  <a:gd name="T61" fmla="*/ 1 h 8"/>
                  <a:gd name="T62" fmla="*/ 44 w 50"/>
                  <a:gd name="T63" fmla="*/ 1 h 8"/>
                  <a:gd name="T64" fmla="*/ 50 w 50"/>
                  <a:gd name="T65" fmla="*/ 0 h 8"/>
                  <a:gd name="T66" fmla="*/ 50 w 50"/>
                  <a:gd name="T67" fmla="*/ 0 h 8"/>
                  <a:gd name="T68" fmla="*/ 47 w 50"/>
                  <a:gd name="T69" fmla="*/ 1 h 8"/>
                  <a:gd name="T70" fmla="*/ 41 w 50"/>
                  <a:gd name="T71" fmla="*/ 4 h 8"/>
                  <a:gd name="T72" fmla="*/ 41 w 50"/>
                  <a:gd name="T73" fmla="*/ 4 h 8"/>
                  <a:gd name="T74" fmla="*/ 34 w 50"/>
                  <a:gd name="T75" fmla="*/ 4 h 8"/>
                  <a:gd name="T76" fmla="*/ 30 w 50"/>
                  <a:gd name="T7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0" h="8">
                    <a:moveTo>
                      <a:pt x="30" y="5"/>
                    </a:moveTo>
                    <a:lnTo>
                      <a:pt x="30" y="5"/>
                    </a:lnTo>
                    <a:lnTo>
                      <a:pt x="25" y="5"/>
                    </a:lnTo>
                    <a:lnTo>
                      <a:pt x="25" y="5"/>
                    </a:lnTo>
                    <a:lnTo>
                      <a:pt x="25" y="4"/>
                    </a:lnTo>
                    <a:lnTo>
                      <a:pt x="25" y="4"/>
                    </a:lnTo>
                    <a:lnTo>
                      <a:pt x="11" y="7"/>
                    </a:lnTo>
                    <a:lnTo>
                      <a:pt x="11" y="7"/>
                    </a:lnTo>
                    <a:lnTo>
                      <a:pt x="6" y="8"/>
                    </a:lnTo>
                    <a:lnTo>
                      <a:pt x="0" y="7"/>
                    </a:lnTo>
                    <a:lnTo>
                      <a:pt x="0" y="7"/>
                    </a:lnTo>
                    <a:lnTo>
                      <a:pt x="14" y="5"/>
                    </a:lnTo>
                    <a:lnTo>
                      <a:pt x="14" y="5"/>
                    </a:lnTo>
                    <a:lnTo>
                      <a:pt x="21" y="4"/>
                    </a:lnTo>
                    <a:lnTo>
                      <a:pt x="21" y="4"/>
                    </a:lnTo>
                    <a:lnTo>
                      <a:pt x="27" y="3"/>
                    </a:lnTo>
                    <a:lnTo>
                      <a:pt x="27" y="3"/>
                    </a:lnTo>
                    <a:lnTo>
                      <a:pt x="27" y="3"/>
                    </a:lnTo>
                    <a:lnTo>
                      <a:pt x="27" y="3"/>
                    </a:lnTo>
                    <a:lnTo>
                      <a:pt x="30" y="4"/>
                    </a:lnTo>
                    <a:lnTo>
                      <a:pt x="30" y="4"/>
                    </a:lnTo>
                    <a:lnTo>
                      <a:pt x="30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5" y="4"/>
                    </a:lnTo>
                    <a:lnTo>
                      <a:pt x="38" y="3"/>
                    </a:lnTo>
                    <a:lnTo>
                      <a:pt x="43" y="1"/>
                    </a:lnTo>
                    <a:lnTo>
                      <a:pt x="43" y="1"/>
                    </a:lnTo>
                    <a:lnTo>
                      <a:pt x="41" y="1"/>
                    </a:lnTo>
                    <a:lnTo>
                      <a:pt x="44" y="1"/>
                    </a:lnTo>
                    <a:lnTo>
                      <a:pt x="50" y="0"/>
                    </a:lnTo>
                    <a:lnTo>
                      <a:pt x="50" y="0"/>
                    </a:lnTo>
                    <a:lnTo>
                      <a:pt x="47" y="1"/>
                    </a:lnTo>
                    <a:lnTo>
                      <a:pt x="41" y="4"/>
                    </a:lnTo>
                    <a:lnTo>
                      <a:pt x="41" y="4"/>
                    </a:lnTo>
                    <a:lnTo>
                      <a:pt x="34" y="4"/>
                    </a:lnTo>
                    <a:lnTo>
                      <a:pt x="30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2" name="iṩ1îḋé"/>
              <p:cNvSpPr/>
              <p:nvPr/>
            </p:nvSpPr>
            <p:spPr bwMode="auto">
              <a:xfrm>
                <a:off x="3005801" y="1607459"/>
                <a:ext cx="49148" cy="24574"/>
              </a:xfrm>
              <a:custGeom>
                <a:avLst/>
                <a:gdLst>
                  <a:gd name="T0" fmla="*/ 1 w 15"/>
                  <a:gd name="T1" fmla="*/ 5 h 7"/>
                  <a:gd name="T2" fmla="*/ 1 w 15"/>
                  <a:gd name="T3" fmla="*/ 5 h 7"/>
                  <a:gd name="T4" fmla="*/ 5 w 15"/>
                  <a:gd name="T5" fmla="*/ 4 h 7"/>
                  <a:gd name="T6" fmla="*/ 8 w 15"/>
                  <a:gd name="T7" fmla="*/ 3 h 7"/>
                  <a:gd name="T8" fmla="*/ 14 w 15"/>
                  <a:gd name="T9" fmla="*/ 0 h 7"/>
                  <a:gd name="T10" fmla="*/ 14 w 15"/>
                  <a:gd name="T11" fmla="*/ 0 h 7"/>
                  <a:gd name="T12" fmla="*/ 15 w 15"/>
                  <a:gd name="T13" fmla="*/ 0 h 7"/>
                  <a:gd name="T14" fmla="*/ 15 w 15"/>
                  <a:gd name="T15" fmla="*/ 1 h 7"/>
                  <a:gd name="T16" fmla="*/ 15 w 15"/>
                  <a:gd name="T17" fmla="*/ 1 h 7"/>
                  <a:gd name="T18" fmla="*/ 10 w 15"/>
                  <a:gd name="T19" fmla="*/ 4 h 7"/>
                  <a:gd name="T20" fmla="*/ 10 w 15"/>
                  <a:gd name="T21" fmla="*/ 4 h 7"/>
                  <a:gd name="T22" fmla="*/ 7 w 15"/>
                  <a:gd name="T23" fmla="*/ 5 h 7"/>
                  <a:gd name="T24" fmla="*/ 3 w 15"/>
                  <a:gd name="T25" fmla="*/ 7 h 7"/>
                  <a:gd name="T26" fmla="*/ 3 w 15"/>
                  <a:gd name="T27" fmla="*/ 7 h 7"/>
                  <a:gd name="T28" fmla="*/ 0 w 15"/>
                  <a:gd name="T29" fmla="*/ 7 h 7"/>
                  <a:gd name="T30" fmla="*/ 1 w 15"/>
                  <a:gd name="T31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" h="7">
                    <a:moveTo>
                      <a:pt x="1" y="5"/>
                    </a:moveTo>
                    <a:lnTo>
                      <a:pt x="1" y="5"/>
                    </a:lnTo>
                    <a:lnTo>
                      <a:pt x="5" y="4"/>
                    </a:lnTo>
                    <a:lnTo>
                      <a:pt x="8" y="3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1"/>
                    </a:lnTo>
                    <a:lnTo>
                      <a:pt x="15" y="1"/>
                    </a:lnTo>
                    <a:lnTo>
                      <a:pt x="10" y="4"/>
                    </a:lnTo>
                    <a:lnTo>
                      <a:pt x="10" y="4"/>
                    </a:lnTo>
                    <a:lnTo>
                      <a:pt x="7" y="5"/>
                    </a:lnTo>
                    <a:lnTo>
                      <a:pt x="3" y="7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1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3" name="îṥľïdê"/>
              <p:cNvSpPr/>
              <p:nvPr/>
            </p:nvSpPr>
            <p:spPr bwMode="auto">
              <a:xfrm>
                <a:off x="3263829" y="1638176"/>
                <a:ext cx="49148" cy="6145"/>
              </a:xfrm>
              <a:custGeom>
                <a:avLst/>
                <a:gdLst>
                  <a:gd name="T0" fmla="*/ 1 w 16"/>
                  <a:gd name="T1" fmla="*/ 0 h 1"/>
                  <a:gd name="T2" fmla="*/ 1 w 16"/>
                  <a:gd name="T3" fmla="*/ 0 h 1"/>
                  <a:gd name="T4" fmla="*/ 16 w 16"/>
                  <a:gd name="T5" fmla="*/ 0 h 1"/>
                  <a:gd name="T6" fmla="*/ 16 w 16"/>
                  <a:gd name="T7" fmla="*/ 0 h 1"/>
                  <a:gd name="T8" fmla="*/ 6 w 16"/>
                  <a:gd name="T9" fmla="*/ 1 h 1"/>
                  <a:gd name="T10" fmla="*/ 6 w 16"/>
                  <a:gd name="T11" fmla="*/ 1 h 1"/>
                  <a:gd name="T12" fmla="*/ 3 w 16"/>
                  <a:gd name="T13" fmla="*/ 1 h 1"/>
                  <a:gd name="T14" fmla="*/ 0 w 16"/>
                  <a:gd name="T15" fmla="*/ 1 h 1"/>
                  <a:gd name="T16" fmla="*/ 1 w 16"/>
                  <a:gd name="T1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" h="1">
                    <a:moveTo>
                      <a:pt x="1" y="0"/>
                    </a:moveTo>
                    <a:lnTo>
                      <a:pt x="1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3" y="1"/>
                    </a:lnTo>
                    <a:lnTo>
                      <a:pt x="0" y="1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4" name="ïśḻiḋè"/>
              <p:cNvSpPr/>
              <p:nvPr/>
            </p:nvSpPr>
            <p:spPr bwMode="auto">
              <a:xfrm>
                <a:off x="3110242" y="1613601"/>
                <a:ext cx="24574" cy="12287"/>
              </a:xfrm>
              <a:custGeom>
                <a:avLst/>
                <a:gdLst>
                  <a:gd name="T0" fmla="*/ 9 w 9"/>
                  <a:gd name="T1" fmla="*/ 0 h 3"/>
                  <a:gd name="T2" fmla="*/ 9 w 9"/>
                  <a:gd name="T3" fmla="*/ 0 h 3"/>
                  <a:gd name="T4" fmla="*/ 6 w 9"/>
                  <a:gd name="T5" fmla="*/ 2 h 3"/>
                  <a:gd name="T6" fmla="*/ 0 w 9"/>
                  <a:gd name="T7" fmla="*/ 3 h 3"/>
                  <a:gd name="T8" fmla="*/ 0 w 9"/>
                  <a:gd name="T9" fmla="*/ 3 h 3"/>
                  <a:gd name="T10" fmla="*/ 4 w 9"/>
                  <a:gd name="T11" fmla="*/ 0 h 3"/>
                  <a:gd name="T12" fmla="*/ 9 w 9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3">
                    <a:moveTo>
                      <a:pt x="9" y="0"/>
                    </a:moveTo>
                    <a:lnTo>
                      <a:pt x="9" y="0"/>
                    </a:lnTo>
                    <a:lnTo>
                      <a:pt x="6" y="2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5" name="íṩľiḑé"/>
              <p:cNvSpPr/>
              <p:nvPr/>
            </p:nvSpPr>
            <p:spPr bwMode="auto">
              <a:xfrm>
                <a:off x="3061094" y="1595172"/>
                <a:ext cx="55294" cy="18433"/>
              </a:xfrm>
              <a:custGeom>
                <a:avLst/>
                <a:gdLst>
                  <a:gd name="T0" fmla="*/ 17 w 17"/>
                  <a:gd name="T1" fmla="*/ 0 h 6"/>
                  <a:gd name="T2" fmla="*/ 17 w 17"/>
                  <a:gd name="T3" fmla="*/ 0 h 6"/>
                  <a:gd name="T4" fmla="*/ 13 w 17"/>
                  <a:gd name="T5" fmla="*/ 2 h 6"/>
                  <a:gd name="T6" fmla="*/ 9 w 17"/>
                  <a:gd name="T7" fmla="*/ 5 h 6"/>
                  <a:gd name="T8" fmla="*/ 9 w 17"/>
                  <a:gd name="T9" fmla="*/ 5 h 6"/>
                  <a:gd name="T10" fmla="*/ 13 w 17"/>
                  <a:gd name="T11" fmla="*/ 3 h 6"/>
                  <a:gd name="T12" fmla="*/ 13 w 17"/>
                  <a:gd name="T13" fmla="*/ 5 h 6"/>
                  <a:gd name="T14" fmla="*/ 13 w 17"/>
                  <a:gd name="T15" fmla="*/ 5 h 6"/>
                  <a:gd name="T16" fmla="*/ 13 w 17"/>
                  <a:gd name="T17" fmla="*/ 5 h 6"/>
                  <a:gd name="T18" fmla="*/ 5 w 17"/>
                  <a:gd name="T19" fmla="*/ 6 h 6"/>
                  <a:gd name="T20" fmla="*/ 2 w 17"/>
                  <a:gd name="T21" fmla="*/ 6 h 6"/>
                  <a:gd name="T22" fmla="*/ 0 w 17"/>
                  <a:gd name="T23" fmla="*/ 6 h 6"/>
                  <a:gd name="T24" fmla="*/ 0 w 17"/>
                  <a:gd name="T25" fmla="*/ 6 h 6"/>
                  <a:gd name="T26" fmla="*/ 7 w 17"/>
                  <a:gd name="T27" fmla="*/ 3 h 6"/>
                  <a:gd name="T28" fmla="*/ 17 w 17"/>
                  <a:gd name="T2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7" h="6">
                    <a:moveTo>
                      <a:pt x="17" y="0"/>
                    </a:moveTo>
                    <a:lnTo>
                      <a:pt x="17" y="0"/>
                    </a:lnTo>
                    <a:lnTo>
                      <a:pt x="13" y="2"/>
                    </a:lnTo>
                    <a:lnTo>
                      <a:pt x="9" y="5"/>
                    </a:lnTo>
                    <a:lnTo>
                      <a:pt x="9" y="5"/>
                    </a:lnTo>
                    <a:lnTo>
                      <a:pt x="13" y="3"/>
                    </a:lnTo>
                    <a:lnTo>
                      <a:pt x="13" y="5"/>
                    </a:lnTo>
                    <a:lnTo>
                      <a:pt x="13" y="5"/>
                    </a:lnTo>
                    <a:lnTo>
                      <a:pt x="13" y="5"/>
                    </a:lnTo>
                    <a:lnTo>
                      <a:pt x="5" y="6"/>
                    </a:lnTo>
                    <a:lnTo>
                      <a:pt x="2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7" y="3"/>
                    </a:lnTo>
                    <a:lnTo>
                      <a:pt x="1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6" name="í$1ïḋé"/>
              <p:cNvSpPr/>
              <p:nvPr/>
            </p:nvSpPr>
            <p:spPr bwMode="auto">
              <a:xfrm>
                <a:off x="3349839" y="1638176"/>
                <a:ext cx="24574" cy="6145"/>
              </a:xfrm>
              <a:custGeom>
                <a:avLst/>
                <a:gdLst>
                  <a:gd name="T0" fmla="*/ 1 w 9"/>
                  <a:gd name="T1" fmla="*/ 0 h 1"/>
                  <a:gd name="T2" fmla="*/ 1 w 9"/>
                  <a:gd name="T3" fmla="*/ 0 h 1"/>
                  <a:gd name="T4" fmla="*/ 3 w 9"/>
                  <a:gd name="T5" fmla="*/ 1 h 1"/>
                  <a:gd name="T6" fmla="*/ 6 w 9"/>
                  <a:gd name="T7" fmla="*/ 0 h 1"/>
                  <a:gd name="T8" fmla="*/ 9 w 9"/>
                  <a:gd name="T9" fmla="*/ 0 h 1"/>
                  <a:gd name="T10" fmla="*/ 9 w 9"/>
                  <a:gd name="T11" fmla="*/ 1 h 1"/>
                  <a:gd name="T12" fmla="*/ 9 w 9"/>
                  <a:gd name="T13" fmla="*/ 1 h 1"/>
                  <a:gd name="T14" fmla="*/ 3 w 9"/>
                  <a:gd name="T15" fmla="*/ 1 h 1"/>
                  <a:gd name="T16" fmla="*/ 0 w 9"/>
                  <a:gd name="T17" fmla="*/ 1 h 1"/>
                  <a:gd name="T18" fmla="*/ 1 w 9"/>
                  <a:gd name="T1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">
                    <a:moveTo>
                      <a:pt x="1" y="0"/>
                    </a:moveTo>
                    <a:lnTo>
                      <a:pt x="1" y="0"/>
                    </a:lnTo>
                    <a:lnTo>
                      <a:pt x="3" y="1"/>
                    </a:lnTo>
                    <a:lnTo>
                      <a:pt x="6" y="0"/>
                    </a:lnTo>
                    <a:lnTo>
                      <a:pt x="9" y="0"/>
                    </a:lnTo>
                    <a:lnTo>
                      <a:pt x="9" y="1"/>
                    </a:lnTo>
                    <a:lnTo>
                      <a:pt x="9" y="1"/>
                    </a:lnTo>
                    <a:lnTo>
                      <a:pt x="3" y="1"/>
                    </a:lnTo>
                    <a:lnTo>
                      <a:pt x="0" y="1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7" name="ïşḻíḓe"/>
              <p:cNvSpPr/>
              <p:nvPr/>
            </p:nvSpPr>
            <p:spPr bwMode="auto">
              <a:xfrm>
                <a:off x="3239255" y="1613601"/>
                <a:ext cx="36861" cy="12287"/>
              </a:xfrm>
              <a:custGeom>
                <a:avLst/>
                <a:gdLst>
                  <a:gd name="T0" fmla="*/ 13 w 13"/>
                  <a:gd name="T1" fmla="*/ 0 h 3"/>
                  <a:gd name="T2" fmla="*/ 13 w 13"/>
                  <a:gd name="T3" fmla="*/ 0 h 3"/>
                  <a:gd name="T4" fmla="*/ 0 w 13"/>
                  <a:gd name="T5" fmla="*/ 3 h 3"/>
                  <a:gd name="T6" fmla="*/ 0 w 13"/>
                  <a:gd name="T7" fmla="*/ 3 h 3"/>
                  <a:gd name="T8" fmla="*/ 7 w 13"/>
                  <a:gd name="T9" fmla="*/ 0 h 3"/>
                  <a:gd name="T10" fmla="*/ 12 w 13"/>
                  <a:gd name="T11" fmla="*/ 0 h 3"/>
                  <a:gd name="T12" fmla="*/ 13 w 13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3">
                    <a:moveTo>
                      <a:pt x="13" y="0"/>
                    </a:moveTo>
                    <a:lnTo>
                      <a:pt x="13" y="0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7" y="0"/>
                    </a:lnTo>
                    <a:lnTo>
                      <a:pt x="12" y="0"/>
                    </a:lnTo>
                    <a:lnTo>
                      <a:pt x="1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8" name="íṧļîḍè"/>
              <p:cNvSpPr/>
              <p:nvPr/>
            </p:nvSpPr>
            <p:spPr bwMode="auto">
              <a:xfrm>
                <a:off x="3110242" y="1595172"/>
                <a:ext cx="36861" cy="12287"/>
              </a:xfrm>
              <a:custGeom>
                <a:avLst/>
                <a:gdLst>
                  <a:gd name="T0" fmla="*/ 13 w 13"/>
                  <a:gd name="T1" fmla="*/ 0 h 3"/>
                  <a:gd name="T2" fmla="*/ 13 w 13"/>
                  <a:gd name="T3" fmla="*/ 0 h 3"/>
                  <a:gd name="T4" fmla="*/ 10 w 13"/>
                  <a:gd name="T5" fmla="*/ 2 h 3"/>
                  <a:gd name="T6" fmla="*/ 10 w 13"/>
                  <a:gd name="T7" fmla="*/ 2 h 3"/>
                  <a:gd name="T8" fmla="*/ 4 w 13"/>
                  <a:gd name="T9" fmla="*/ 3 h 3"/>
                  <a:gd name="T10" fmla="*/ 0 w 13"/>
                  <a:gd name="T11" fmla="*/ 3 h 3"/>
                  <a:gd name="T12" fmla="*/ 0 w 13"/>
                  <a:gd name="T13" fmla="*/ 3 h 3"/>
                  <a:gd name="T14" fmla="*/ 0 w 13"/>
                  <a:gd name="T15" fmla="*/ 3 h 3"/>
                  <a:gd name="T16" fmla="*/ 6 w 13"/>
                  <a:gd name="T17" fmla="*/ 2 h 3"/>
                  <a:gd name="T18" fmla="*/ 9 w 13"/>
                  <a:gd name="T19" fmla="*/ 0 h 3"/>
                  <a:gd name="T20" fmla="*/ 13 w 13"/>
                  <a:gd name="T2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" h="3">
                    <a:moveTo>
                      <a:pt x="13" y="0"/>
                    </a:moveTo>
                    <a:lnTo>
                      <a:pt x="13" y="0"/>
                    </a:lnTo>
                    <a:lnTo>
                      <a:pt x="10" y="2"/>
                    </a:lnTo>
                    <a:lnTo>
                      <a:pt x="10" y="2"/>
                    </a:lnTo>
                    <a:lnTo>
                      <a:pt x="4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6" y="2"/>
                    </a:lnTo>
                    <a:lnTo>
                      <a:pt x="9" y="0"/>
                    </a:lnTo>
                    <a:lnTo>
                      <a:pt x="1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699" name="iṧľiḑè"/>
              <p:cNvSpPr/>
              <p:nvPr/>
            </p:nvSpPr>
            <p:spPr bwMode="auto">
              <a:xfrm>
                <a:off x="3380558" y="1632033"/>
                <a:ext cx="116729" cy="12287"/>
              </a:xfrm>
              <a:custGeom>
                <a:avLst/>
                <a:gdLst>
                  <a:gd name="T0" fmla="*/ 38 w 38"/>
                  <a:gd name="T1" fmla="*/ 0 h 4"/>
                  <a:gd name="T2" fmla="*/ 38 w 38"/>
                  <a:gd name="T3" fmla="*/ 0 h 4"/>
                  <a:gd name="T4" fmla="*/ 25 w 38"/>
                  <a:gd name="T5" fmla="*/ 1 h 4"/>
                  <a:gd name="T6" fmla="*/ 25 w 38"/>
                  <a:gd name="T7" fmla="*/ 1 h 4"/>
                  <a:gd name="T8" fmla="*/ 16 w 38"/>
                  <a:gd name="T9" fmla="*/ 1 h 4"/>
                  <a:gd name="T10" fmla="*/ 16 w 38"/>
                  <a:gd name="T11" fmla="*/ 1 h 4"/>
                  <a:gd name="T12" fmla="*/ 10 w 38"/>
                  <a:gd name="T13" fmla="*/ 3 h 4"/>
                  <a:gd name="T14" fmla="*/ 10 w 38"/>
                  <a:gd name="T15" fmla="*/ 3 h 4"/>
                  <a:gd name="T16" fmla="*/ 12 w 38"/>
                  <a:gd name="T17" fmla="*/ 3 h 4"/>
                  <a:gd name="T18" fmla="*/ 12 w 38"/>
                  <a:gd name="T19" fmla="*/ 4 h 4"/>
                  <a:gd name="T20" fmla="*/ 10 w 38"/>
                  <a:gd name="T21" fmla="*/ 4 h 4"/>
                  <a:gd name="T22" fmla="*/ 10 w 38"/>
                  <a:gd name="T23" fmla="*/ 4 h 4"/>
                  <a:gd name="T24" fmla="*/ 9 w 38"/>
                  <a:gd name="T25" fmla="*/ 3 h 4"/>
                  <a:gd name="T26" fmla="*/ 8 w 38"/>
                  <a:gd name="T27" fmla="*/ 3 h 4"/>
                  <a:gd name="T28" fmla="*/ 0 w 38"/>
                  <a:gd name="T29" fmla="*/ 3 h 4"/>
                  <a:gd name="T30" fmla="*/ 0 w 38"/>
                  <a:gd name="T31" fmla="*/ 3 h 4"/>
                  <a:gd name="T32" fmla="*/ 5 w 38"/>
                  <a:gd name="T33" fmla="*/ 1 h 4"/>
                  <a:gd name="T34" fmla="*/ 6 w 38"/>
                  <a:gd name="T35" fmla="*/ 1 h 4"/>
                  <a:gd name="T36" fmla="*/ 6 w 38"/>
                  <a:gd name="T37" fmla="*/ 0 h 4"/>
                  <a:gd name="T38" fmla="*/ 6 w 38"/>
                  <a:gd name="T39" fmla="*/ 0 h 4"/>
                  <a:gd name="T40" fmla="*/ 12 w 38"/>
                  <a:gd name="T41" fmla="*/ 0 h 4"/>
                  <a:gd name="T42" fmla="*/ 12 w 38"/>
                  <a:gd name="T43" fmla="*/ 0 h 4"/>
                  <a:gd name="T44" fmla="*/ 20 w 38"/>
                  <a:gd name="T45" fmla="*/ 0 h 4"/>
                  <a:gd name="T46" fmla="*/ 20 w 38"/>
                  <a:gd name="T47" fmla="*/ 0 h 4"/>
                  <a:gd name="T48" fmla="*/ 29 w 38"/>
                  <a:gd name="T49" fmla="*/ 0 h 4"/>
                  <a:gd name="T50" fmla="*/ 38 w 38"/>
                  <a:gd name="T5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38" h="4">
                    <a:moveTo>
                      <a:pt x="38" y="0"/>
                    </a:moveTo>
                    <a:lnTo>
                      <a:pt x="38" y="0"/>
                    </a:lnTo>
                    <a:lnTo>
                      <a:pt x="25" y="1"/>
                    </a:lnTo>
                    <a:lnTo>
                      <a:pt x="25" y="1"/>
                    </a:lnTo>
                    <a:lnTo>
                      <a:pt x="16" y="1"/>
                    </a:lnTo>
                    <a:lnTo>
                      <a:pt x="16" y="1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12" y="3"/>
                    </a:lnTo>
                    <a:lnTo>
                      <a:pt x="12" y="4"/>
                    </a:lnTo>
                    <a:lnTo>
                      <a:pt x="10" y="4"/>
                    </a:lnTo>
                    <a:lnTo>
                      <a:pt x="10" y="4"/>
                    </a:lnTo>
                    <a:lnTo>
                      <a:pt x="9" y="3"/>
                    </a:lnTo>
                    <a:lnTo>
                      <a:pt x="8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5" y="1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9" y="0"/>
                    </a:lnTo>
                    <a:lnTo>
                      <a:pt x="38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0" name="îŝḷïḓê"/>
              <p:cNvSpPr/>
              <p:nvPr/>
            </p:nvSpPr>
            <p:spPr bwMode="auto">
              <a:xfrm>
                <a:off x="4179216" y="2068222"/>
                <a:ext cx="24574" cy="12287"/>
              </a:xfrm>
              <a:custGeom>
                <a:avLst/>
                <a:gdLst>
                  <a:gd name="T0" fmla="*/ 9 w 9"/>
                  <a:gd name="T1" fmla="*/ 4 h 4"/>
                  <a:gd name="T2" fmla="*/ 9 w 9"/>
                  <a:gd name="T3" fmla="*/ 4 h 4"/>
                  <a:gd name="T4" fmla="*/ 3 w 9"/>
                  <a:gd name="T5" fmla="*/ 3 h 4"/>
                  <a:gd name="T6" fmla="*/ 1 w 9"/>
                  <a:gd name="T7" fmla="*/ 2 h 4"/>
                  <a:gd name="T8" fmla="*/ 0 w 9"/>
                  <a:gd name="T9" fmla="*/ 0 h 4"/>
                  <a:gd name="T10" fmla="*/ 0 w 9"/>
                  <a:gd name="T11" fmla="*/ 0 h 4"/>
                  <a:gd name="T12" fmla="*/ 6 w 9"/>
                  <a:gd name="T13" fmla="*/ 2 h 4"/>
                  <a:gd name="T14" fmla="*/ 7 w 9"/>
                  <a:gd name="T15" fmla="*/ 3 h 4"/>
                  <a:gd name="T16" fmla="*/ 9 w 9"/>
                  <a:gd name="T1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4">
                    <a:moveTo>
                      <a:pt x="9" y="4"/>
                    </a:moveTo>
                    <a:lnTo>
                      <a:pt x="9" y="4"/>
                    </a:lnTo>
                    <a:lnTo>
                      <a:pt x="3" y="3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2"/>
                    </a:lnTo>
                    <a:lnTo>
                      <a:pt x="7" y="3"/>
                    </a:lnTo>
                    <a:lnTo>
                      <a:pt x="9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1" name="íşḻîḋe"/>
              <p:cNvSpPr/>
              <p:nvPr/>
            </p:nvSpPr>
            <p:spPr bwMode="auto">
              <a:xfrm>
                <a:off x="3743023" y="1754904"/>
                <a:ext cx="49148" cy="6145"/>
              </a:xfrm>
              <a:custGeom>
                <a:avLst/>
                <a:gdLst>
                  <a:gd name="T0" fmla="*/ 7 w 14"/>
                  <a:gd name="T1" fmla="*/ 0 h 3"/>
                  <a:gd name="T2" fmla="*/ 7 w 14"/>
                  <a:gd name="T3" fmla="*/ 0 h 3"/>
                  <a:gd name="T4" fmla="*/ 10 w 14"/>
                  <a:gd name="T5" fmla="*/ 0 h 3"/>
                  <a:gd name="T6" fmla="*/ 14 w 14"/>
                  <a:gd name="T7" fmla="*/ 0 h 3"/>
                  <a:gd name="T8" fmla="*/ 14 w 14"/>
                  <a:gd name="T9" fmla="*/ 0 h 3"/>
                  <a:gd name="T10" fmla="*/ 14 w 14"/>
                  <a:gd name="T11" fmla="*/ 1 h 3"/>
                  <a:gd name="T12" fmla="*/ 14 w 14"/>
                  <a:gd name="T13" fmla="*/ 1 h 3"/>
                  <a:gd name="T14" fmla="*/ 10 w 14"/>
                  <a:gd name="T15" fmla="*/ 3 h 3"/>
                  <a:gd name="T16" fmla="*/ 10 w 14"/>
                  <a:gd name="T17" fmla="*/ 3 h 3"/>
                  <a:gd name="T18" fmla="*/ 0 w 14"/>
                  <a:gd name="T19" fmla="*/ 1 h 3"/>
                  <a:gd name="T20" fmla="*/ 0 w 14"/>
                  <a:gd name="T21" fmla="*/ 1 h 3"/>
                  <a:gd name="T22" fmla="*/ 6 w 14"/>
                  <a:gd name="T23" fmla="*/ 1 h 3"/>
                  <a:gd name="T24" fmla="*/ 6 w 14"/>
                  <a:gd name="T25" fmla="*/ 1 h 3"/>
                  <a:gd name="T26" fmla="*/ 7 w 14"/>
                  <a:gd name="T2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" h="3">
                    <a:moveTo>
                      <a:pt x="7" y="0"/>
                    </a:moveTo>
                    <a:lnTo>
                      <a:pt x="7" y="0"/>
                    </a:lnTo>
                    <a:lnTo>
                      <a:pt x="10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1"/>
                    </a:lnTo>
                    <a:lnTo>
                      <a:pt x="14" y="1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2" name="îŝľïďe"/>
              <p:cNvSpPr/>
              <p:nvPr/>
            </p:nvSpPr>
            <p:spPr bwMode="auto">
              <a:xfrm>
                <a:off x="3153245" y="1589028"/>
                <a:ext cx="67581" cy="6145"/>
              </a:xfrm>
              <a:custGeom>
                <a:avLst/>
                <a:gdLst>
                  <a:gd name="T0" fmla="*/ 22 w 22"/>
                  <a:gd name="T1" fmla="*/ 0 h 2"/>
                  <a:gd name="T2" fmla="*/ 22 w 22"/>
                  <a:gd name="T3" fmla="*/ 0 h 2"/>
                  <a:gd name="T4" fmla="*/ 12 w 22"/>
                  <a:gd name="T5" fmla="*/ 1 h 2"/>
                  <a:gd name="T6" fmla="*/ 0 w 22"/>
                  <a:gd name="T7" fmla="*/ 2 h 2"/>
                  <a:gd name="T8" fmla="*/ 0 w 22"/>
                  <a:gd name="T9" fmla="*/ 2 h 2"/>
                  <a:gd name="T10" fmla="*/ 5 w 22"/>
                  <a:gd name="T11" fmla="*/ 1 h 2"/>
                  <a:gd name="T12" fmla="*/ 5 w 22"/>
                  <a:gd name="T13" fmla="*/ 1 h 2"/>
                  <a:gd name="T14" fmla="*/ 22 w 22"/>
                  <a:gd name="T1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2" h="2">
                    <a:moveTo>
                      <a:pt x="22" y="0"/>
                    </a:moveTo>
                    <a:lnTo>
                      <a:pt x="22" y="0"/>
                    </a:lnTo>
                    <a:lnTo>
                      <a:pt x="12" y="1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2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3" name="ïṩļîḓè"/>
              <p:cNvSpPr/>
              <p:nvPr/>
            </p:nvSpPr>
            <p:spPr bwMode="auto">
              <a:xfrm>
                <a:off x="3497283" y="1662750"/>
                <a:ext cx="49148" cy="6145"/>
              </a:xfrm>
              <a:custGeom>
                <a:avLst/>
                <a:gdLst>
                  <a:gd name="T0" fmla="*/ 16 w 16"/>
                  <a:gd name="T1" fmla="*/ 1 h 1"/>
                  <a:gd name="T2" fmla="*/ 16 w 16"/>
                  <a:gd name="T3" fmla="*/ 1 h 1"/>
                  <a:gd name="T4" fmla="*/ 6 w 16"/>
                  <a:gd name="T5" fmla="*/ 1 h 1"/>
                  <a:gd name="T6" fmla="*/ 1 w 16"/>
                  <a:gd name="T7" fmla="*/ 0 h 1"/>
                  <a:gd name="T8" fmla="*/ 0 w 16"/>
                  <a:gd name="T9" fmla="*/ 0 h 1"/>
                  <a:gd name="T10" fmla="*/ 0 w 16"/>
                  <a:gd name="T11" fmla="*/ 0 h 1"/>
                  <a:gd name="T12" fmla="*/ 9 w 16"/>
                  <a:gd name="T13" fmla="*/ 0 h 1"/>
                  <a:gd name="T14" fmla="*/ 9 w 16"/>
                  <a:gd name="T15" fmla="*/ 0 h 1"/>
                  <a:gd name="T16" fmla="*/ 13 w 16"/>
                  <a:gd name="T17" fmla="*/ 0 h 1"/>
                  <a:gd name="T18" fmla="*/ 16 w 16"/>
                  <a:gd name="T19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" h="1">
                    <a:moveTo>
                      <a:pt x="16" y="1"/>
                    </a:moveTo>
                    <a:lnTo>
                      <a:pt x="16" y="1"/>
                    </a:lnTo>
                    <a:lnTo>
                      <a:pt x="6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6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4" name="ïṧḻïďé"/>
              <p:cNvSpPr/>
              <p:nvPr/>
            </p:nvSpPr>
            <p:spPr bwMode="auto">
              <a:xfrm>
                <a:off x="3503429" y="1644320"/>
                <a:ext cx="67581" cy="12287"/>
              </a:xfrm>
              <a:custGeom>
                <a:avLst/>
                <a:gdLst>
                  <a:gd name="T0" fmla="*/ 5 w 22"/>
                  <a:gd name="T1" fmla="*/ 0 h 3"/>
                  <a:gd name="T2" fmla="*/ 5 w 22"/>
                  <a:gd name="T3" fmla="*/ 0 h 3"/>
                  <a:gd name="T4" fmla="*/ 13 w 22"/>
                  <a:gd name="T5" fmla="*/ 2 h 3"/>
                  <a:gd name="T6" fmla="*/ 22 w 22"/>
                  <a:gd name="T7" fmla="*/ 2 h 3"/>
                  <a:gd name="T8" fmla="*/ 22 w 22"/>
                  <a:gd name="T9" fmla="*/ 2 h 3"/>
                  <a:gd name="T10" fmla="*/ 9 w 22"/>
                  <a:gd name="T11" fmla="*/ 3 h 3"/>
                  <a:gd name="T12" fmla="*/ 0 w 22"/>
                  <a:gd name="T13" fmla="*/ 2 h 3"/>
                  <a:gd name="T14" fmla="*/ 0 w 22"/>
                  <a:gd name="T15" fmla="*/ 2 h 3"/>
                  <a:gd name="T16" fmla="*/ 3 w 22"/>
                  <a:gd name="T17" fmla="*/ 2 h 3"/>
                  <a:gd name="T18" fmla="*/ 5 w 22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" h="3">
                    <a:moveTo>
                      <a:pt x="5" y="0"/>
                    </a:moveTo>
                    <a:lnTo>
                      <a:pt x="5" y="0"/>
                    </a:lnTo>
                    <a:lnTo>
                      <a:pt x="13" y="2"/>
                    </a:lnTo>
                    <a:lnTo>
                      <a:pt x="22" y="2"/>
                    </a:lnTo>
                    <a:lnTo>
                      <a:pt x="22" y="2"/>
                    </a:lnTo>
                    <a:lnTo>
                      <a:pt x="9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3" y="2"/>
                    </a:lnTo>
                    <a:lnTo>
                      <a:pt x="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5" name="iṩḷîḋè"/>
              <p:cNvSpPr/>
              <p:nvPr/>
            </p:nvSpPr>
            <p:spPr bwMode="auto">
              <a:xfrm>
                <a:off x="3226969" y="1576740"/>
                <a:ext cx="24574" cy="12287"/>
              </a:xfrm>
              <a:custGeom>
                <a:avLst/>
                <a:gdLst>
                  <a:gd name="T0" fmla="*/ 7 w 9"/>
                  <a:gd name="T1" fmla="*/ 0 h 3"/>
                  <a:gd name="T2" fmla="*/ 7 w 9"/>
                  <a:gd name="T3" fmla="*/ 0 h 3"/>
                  <a:gd name="T4" fmla="*/ 7 w 9"/>
                  <a:gd name="T5" fmla="*/ 1 h 3"/>
                  <a:gd name="T6" fmla="*/ 9 w 9"/>
                  <a:gd name="T7" fmla="*/ 1 h 3"/>
                  <a:gd name="T8" fmla="*/ 9 w 9"/>
                  <a:gd name="T9" fmla="*/ 1 h 3"/>
                  <a:gd name="T10" fmla="*/ 9 w 9"/>
                  <a:gd name="T11" fmla="*/ 1 h 3"/>
                  <a:gd name="T12" fmla="*/ 9 w 9"/>
                  <a:gd name="T13" fmla="*/ 1 h 3"/>
                  <a:gd name="T14" fmla="*/ 4 w 9"/>
                  <a:gd name="T15" fmla="*/ 3 h 3"/>
                  <a:gd name="T16" fmla="*/ 0 w 9"/>
                  <a:gd name="T17" fmla="*/ 3 h 3"/>
                  <a:gd name="T18" fmla="*/ 0 w 9"/>
                  <a:gd name="T19" fmla="*/ 3 h 3"/>
                  <a:gd name="T20" fmla="*/ 3 w 9"/>
                  <a:gd name="T21" fmla="*/ 1 h 3"/>
                  <a:gd name="T22" fmla="*/ 7 w 9"/>
                  <a:gd name="T2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">
                    <a:moveTo>
                      <a:pt x="7" y="0"/>
                    </a:moveTo>
                    <a:lnTo>
                      <a:pt x="7" y="0"/>
                    </a:lnTo>
                    <a:lnTo>
                      <a:pt x="7" y="1"/>
                    </a:lnTo>
                    <a:lnTo>
                      <a:pt x="9" y="1"/>
                    </a:lnTo>
                    <a:lnTo>
                      <a:pt x="9" y="1"/>
                    </a:lnTo>
                    <a:lnTo>
                      <a:pt x="9" y="1"/>
                    </a:lnTo>
                    <a:lnTo>
                      <a:pt x="9" y="1"/>
                    </a:lnTo>
                    <a:lnTo>
                      <a:pt x="4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1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6" name="îSliḋê"/>
              <p:cNvSpPr/>
              <p:nvPr/>
            </p:nvSpPr>
            <p:spPr bwMode="auto">
              <a:xfrm>
                <a:off x="3282262" y="1576740"/>
                <a:ext cx="36861" cy="6145"/>
              </a:xfrm>
              <a:custGeom>
                <a:avLst/>
                <a:gdLst>
                  <a:gd name="T0" fmla="*/ 11 w 11"/>
                  <a:gd name="T1" fmla="*/ 0 h 3"/>
                  <a:gd name="T2" fmla="*/ 11 w 11"/>
                  <a:gd name="T3" fmla="*/ 0 h 3"/>
                  <a:gd name="T4" fmla="*/ 5 w 11"/>
                  <a:gd name="T5" fmla="*/ 2 h 3"/>
                  <a:gd name="T6" fmla="*/ 0 w 11"/>
                  <a:gd name="T7" fmla="*/ 3 h 3"/>
                  <a:gd name="T8" fmla="*/ 0 w 11"/>
                  <a:gd name="T9" fmla="*/ 3 h 3"/>
                  <a:gd name="T10" fmla="*/ 5 w 11"/>
                  <a:gd name="T11" fmla="*/ 0 h 3"/>
                  <a:gd name="T12" fmla="*/ 11 w 11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3">
                    <a:moveTo>
                      <a:pt x="11" y="0"/>
                    </a:moveTo>
                    <a:lnTo>
                      <a:pt x="11" y="0"/>
                    </a:lnTo>
                    <a:lnTo>
                      <a:pt x="5" y="2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5" y="0"/>
                    </a:lnTo>
                    <a:lnTo>
                      <a:pt x="1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7" name="íṧļíďé"/>
              <p:cNvSpPr/>
              <p:nvPr/>
            </p:nvSpPr>
            <p:spPr bwMode="auto">
              <a:xfrm>
                <a:off x="3521856" y="1632033"/>
                <a:ext cx="36861" cy="6145"/>
              </a:xfrm>
              <a:custGeom>
                <a:avLst/>
                <a:gdLst>
                  <a:gd name="T0" fmla="*/ 0 w 11"/>
                  <a:gd name="T1" fmla="*/ 0 h 3"/>
                  <a:gd name="T2" fmla="*/ 0 w 11"/>
                  <a:gd name="T3" fmla="*/ 0 h 3"/>
                  <a:gd name="T4" fmla="*/ 4 w 11"/>
                  <a:gd name="T5" fmla="*/ 0 h 3"/>
                  <a:gd name="T6" fmla="*/ 7 w 11"/>
                  <a:gd name="T7" fmla="*/ 0 h 3"/>
                  <a:gd name="T8" fmla="*/ 11 w 11"/>
                  <a:gd name="T9" fmla="*/ 1 h 3"/>
                  <a:gd name="T10" fmla="*/ 11 w 11"/>
                  <a:gd name="T11" fmla="*/ 1 h 3"/>
                  <a:gd name="T12" fmla="*/ 9 w 11"/>
                  <a:gd name="T13" fmla="*/ 3 h 3"/>
                  <a:gd name="T14" fmla="*/ 9 w 11"/>
                  <a:gd name="T15" fmla="*/ 3 h 3"/>
                  <a:gd name="T16" fmla="*/ 6 w 11"/>
                  <a:gd name="T17" fmla="*/ 3 h 3"/>
                  <a:gd name="T18" fmla="*/ 6 w 11"/>
                  <a:gd name="T19" fmla="*/ 3 h 3"/>
                  <a:gd name="T20" fmla="*/ 7 w 11"/>
                  <a:gd name="T21" fmla="*/ 1 h 3"/>
                  <a:gd name="T22" fmla="*/ 6 w 11"/>
                  <a:gd name="T23" fmla="*/ 1 h 3"/>
                  <a:gd name="T24" fmla="*/ 0 w 11"/>
                  <a:gd name="T2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" h="3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7" y="0"/>
                    </a:lnTo>
                    <a:lnTo>
                      <a:pt x="11" y="1"/>
                    </a:lnTo>
                    <a:lnTo>
                      <a:pt x="11" y="1"/>
                    </a:lnTo>
                    <a:lnTo>
                      <a:pt x="9" y="3"/>
                    </a:lnTo>
                    <a:lnTo>
                      <a:pt x="9" y="3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7" y="1"/>
                    </a:lnTo>
                    <a:lnTo>
                      <a:pt x="6" y="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8" name="iśḻíde"/>
              <p:cNvSpPr/>
              <p:nvPr/>
            </p:nvSpPr>
            <p:spPr bwMode="auto">
              <a:xfrm>
                <a:off x="3276116" y="1564454"/>
                <a:ext cx="61435" cy="12287"/>
              </a:xfrm>
              <a:custGeom>
                <a:avLst/>
                <a:gdLst>
                  <a:gd name="T0" fmla="*/ 2 w 20"/>
                  <a:gd name="T1" fmla="*/ 1 h 4"/>
                  <a:gd name="T2" fmla="*/ 2 w 20"/>
                  <a:gd name="T3" fmla="*/ 1 h 4"/>
                  <a:gd name="T4" fmla="*/ 10 w 20"/>
                  <a:gd name="T5" fmla="*/ 0 h 4"/>
                  <a:gd name="T6" fmla="*/ 10 w 20"/>
                  <a:gd name="T7" fmla="*/ 0 h 4"/>
                  <a:gd name="T8" fmla="*/ 16 w 20"/>
                  <a:gd name="T9" fmla="*/ 0 h 4"/>
                  <a:gd name="T10" fmla="*/ 16 w 20"/>
                  <a:gd name="T11" fmla="*/ 0 h 4"/>
                  <a:gd name="T12" fmla="*/ 20 w 20"/>
                  <a:gd name="T13" fmla="*/ 0 h 4"/>
                  <a:gd name="T14" fmla="*/ 20 w 20"/>
                  <a:gd name="T15" fmla="*/ 0 h 4"/>
                  <a:gd name="T16" fmla="*/ 16 w 20"/>
                  <a:gd name="T17" fmla="*/ 0 h 4"/>
                  <a:gd name="T18" fmla="*/ 14 w 20"/>
                  <a:gd name="T19" fmla="*/ 1 h 4"/>
                  <a:gd name="T20" fmla="*/ 13 w 20"/>
                  <a:gd name="T21" fmla="*/ 3 h 4"/>
                  <a:gd name="T22" fmla="*/ 10 w 20"/>
                  <a:gd name="T23" fmla="*/ 3 h 4"/>
                  <a:gd name="T24" fmla="*/ 10 w 20"/>
                  <a:gd name="T25" fmla="*/ 3 h 4"/>
                  <a:gd name="T26" fmla="*/ 7 w 20"/>
                  <a:gd name="T27" fmla="*/ 3 h 4"/>
                  <a:gd name="T28" fmla="*/ 7 w 20"/>
                  <a:gd name="T29" fmla="*/ 1 h 4"/>
                  <a:gd name="T30" fmla="*/ 7 w 20"/>
                  <a:gd name="T31" fmla="*/ 1 h 4"/>
                  <a:gd name="T32" fmla="*/ 6 w 20"/>
                  <a:gd name="T33" fmla="*/ 1 h 4"/>
                  <a:gd name="T34" fmla="*/ 6 w 20"/>
                  <a:gd name="T35" fmla="*/ 1 h 4"/>
                  <a:gd name="T36" fmla="*/ 4 w 20"/>
                  <a:gd name="T37" fmla="*/ 3 h 4"/>
                  <a:gd name="T38" fmla="*/ 2 w 20"/>
                  <a:gd name="T39" fmla="*/ 4 h 4"/>
                  <a:gd name="T40" fmla="*/ 2 w 20"/>
                  <a:gd name="T41" fmla="*/ 4 h 4"/>
                  <a:gd name="T42" fmla="*/ 0 w 20"/>
                  <a:gd name="T43" fmla="*/ 3 h 4"/>
                  <a:gd name="T44" fmla="*/ 0 w 20"/>
                  <a:gd name="T45" fmla="*/ 3 h 4"/>
                  <a:gd name="T46" fmla="*/ 2 w 20"/>
                  <a:gd name="T47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0" h="4">
                    <a:moveTo>
                      <a:pt x="2" y="1"/>
                    </a:moveTo>
                    <a:lnTo>
                      <a:pt x="2" y="1"/>
                    </a:lnTo>
                    <a:lnTo>
                      <a:pt x="10" y="0"/>
                    </a:lnTo>
                    <a:lnTo>
                      <a:pt x="10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16" y="0"/>
                    </a:lnTo>
                    <a:lnTo>
                      <a:pt x="14" y="1"/>
                    </a:lnTo>
                    <a:lnTo>
                      <a:pt x="13" y="3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7" y="3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6" y="1"/>
                    </a:lnTo>
                    <a:lnTo>
                      <a:pt x="6" y="1"/>
                    </a:lnTo>
                    <a:lnTo>
                      <a:pt x="4" y="3"/>
                    </a:lnTo>
                    <a:lnTo>
                      <a:pt x="2" y="4"/>
                    </a:lnTo>
                    <a:lnTo>
                      <a:pt x="2" y="4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09" name="ïş1íďê"/>
              <p:cNvSpPr/>
              <p:nvPr/>
            </p:nvSpPr>
            <p:spPr bwMode="auto">
              <a:xfrm>
                <a:off x="3319123" y="1570599"/>
                <a:ext cx="43007" cy="6145"/>
              </a:xfrm>
              <a:custGeom>
                <a:avLst/>
                <a:gdLst>
                  <a:gd name="T0" fmla="*/ 15 w 15"/>
                  <a:gd name="T1" fmla="*/ 0 h 3"/>
                  <a:gd name="T2" fmla="*/ 15 w 15"/>
                  <a:gd name="T3" fmla="*/ 0 h 3"/>
                  <a:gd name="T4" fmla="*/ 10 w 15"/>
                  <a:gd name="T5" fmla="*/ 3 h 3"/>
                  <a:gd name="T6" fmla="*/ 10 w 15"/>
                  <a:gd name="T7" fmla="*/ 3 h 3"/>
                  <a:gd name="T8" fmla="*/ 6 w 15"/>
                  <a:gd name="T9" fmla="*/ 1 h 3"/>
                  <a:gd name="T10" fmla="*/ 0 w 15"/>
                  <a:gd name="T11" fmla="*/ 1 h 3"/>
                  <a:gd name="T12" fmla="*/ 0 w 15"/>
                  <a:gd name="T13" fmla="*/ 1 h 3"/>
                  <a:gd name="T14" fmla="*/ 3 w 15"/>
                  <a:gd name="T15" fmla="*/ 1 h 3"/>
                  <a:gd name="T16" fmla="*/ 3 w 15"/>
                  <a:gd name="T17" fmla="*/ 1 h 3"/>
                  <a:gd name="T18" fmla="*/ 8 w 15"/>
                  <a:gd name="T19" fmla="*/ 1 h 3"/>
                  <a:gd name="T20" fmla="*/ 15 w 15"/>
                  <a:gd name="T2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" h="3">
                    <a:moveTo>
                      <a:pt x="15" y="0"/>
                    </a:moveTo>
                    <a:lnTo>
                      <a:pt x="15" y="0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6" y="1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3" y="1"/>
                    </a:lnTo>
                    <a:lnTo>
                      <a:pt x="3" y="1"/>
                    </a:lnTo>
                    <a:lnTo>
                      <a:pt x="8" y="1"/>
                    </a:lnTo>
                    <a:lnTo>
                      <a:pt x="1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0" name="ïśḻiḍé"/>
              <p:cNvSpPr/>
              <p:nvPr/>
            </p:nvSpPr>
            <p:spPr bwMode="auto">
              <a:xfrm>
                <a:off x="3583293" y="1638176"/>
                <a:ext cx="55294" cy="0"/>
              </a:xfrm>
              <a:custGeom>
                <a:avLst/>
                <a:gdLst>
                  <a:gd name="T0" fmla="*/ 17 w 17"/>
                  <a:gd name="T1" fmla="*/ 2 h 2"/>
                  <a:gd name="T2" fmla="*/ 17 w 17"/>
                  <a:gd name="T3" fmla="*/ 2 h 2"/>
                  <a:gd name="T4" fmla="*/ 6 w 17"/>
                  <a:gd name="T5" fmla="*/ 2 h 2"/>
                  <a:gd name="T6" fmla="*/ 6 w 17"/>
                  <a:gd name="T7" fmla="*/ 2 h 2"/>
                  <a:gd name="T8" fmla="*/ 1 w 17"/>
                  <a:gd name="T9" fmla="*/ 2 h 2"/>
                  <a:gd name="T10" fmla="*/ 0 w 17"/>
                  <a:gd name="T11" fmla="*/ 0 h 2"/>
                  <a:gd name="T12" fmla="*/ 0 w 17"/>
                  <a:gd name="T13" fmla="*/ 0 h 2"/>
                  <a:gd name="T14" fmla="*/ 0 w 17"/>
                  <a:gd name="T15" fmla="*/ 0 h 2"/>
                  <a:gd name="T16" fmla="*/ 4 w 17"/>
                  <a:gd name="T17" fmla="*/ 0 h 2"/>
                  <a:gd name="T18" fmla="*/ 4 w 17"/>
                  <a:gd name="T19" fmla="*/ 0 h 2"/>
                  <a:gd name="T20" fmla="*/ 9 w 17"/>
                  <a:gd name="T21" fmla="*/ 0 h 2"/>
                  <a:gd name="T22" fmla="*/ 9 w 17"/>
                  <a:gd name="T23" fmla="*/ 0 h 2"/>
                  <a:gd name="T24" fmla="*/ 13 w 17"/>
                  <a:gd name="T25" fmla="*/ 0 h 2"/>
                  <a:gd name="T26" fmla="*/ 17 w 17"/>
                  <a:gd name="T2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" h="2">
                    <a:moveTo>
                      <a:pt x="17" y="2"/>
                    </a:moveTo>
                    <a:lnTo>
                      <a:pt x="17" y="2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1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4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7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1" name="íşľïḋê"/>
              <p:cNvSpPr/>
              <p:nvPr/>
            </p:nvSpPr>
            <p:spPr bwMode="auto">
              <a:xfrm>
                <a:off x="3712309" y="1662751"/>
                <a:ext cx="24574" cy="0"/>
              </a:xfrm>
              <a:custGeom>
                <a:avLst/>
                <a:gdLst>
                  <a:gd name="T0" fmla="*/ 9 w 9"/>
                  <a:gd name="T1" fmla="*/ 9 w 9"/>
                  <a:gd name="T2" fmla="*/ 5 w 9"/>
                  <a:gd name="T3" fmla="*/ 0 w 9"/>
                  <a:gd name="T4" fmla="*/ 0 w 9"/>
                  <a:gd name="T5" fmla="*/ 3 w 9"/>
                  <a:gd name="T6" fmla="*/ 9 w 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  <a:cxn ang="0">
                    <a:pos x="T4" y="0"/>
                  </a:cxn>
                  <a:cxn ang="0">
                    <a:pos x="T5" y="0"/>
                  </a:cxn>
                  <a:cxn ang="0">
                    <a:pos x="T6" y="0"/>
                  </a:cxn>
                </a:cxnLst>
                <a:rect l="0" t="0" r="r" b="b"/>
                <a:pathLst>
                  <a:path w="9">
                    <a:moveTo>
                      <a:pt x="9" y="0"/>
                    </a:moveTo>
                    <a:lnTo>
                      <a:pt x="9" y="0"/>
                    </a:lnTo>
                    <a:lnTo>
                      <a:pt x="5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9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2" name="ïšlîḍê"/>
              <p:cNvSpPr/>
              <p:nvPr/>
            </p:nvSpPr>
            <p:spPr bwMode="auto">
              <a:xfrm>
                <a:off x="3669302" y="1638176"/>
                <a:ext cx="73722" cy="18433"/>
              </a:xfrm>
              <a:custGeom>
                <a:avLst/>
                <a:gdLst>
                  <a:gd name="T0" fmla="*/ 22 w 22"/>
                  <a:gd name="T1" fmla="*/ 4 h 4"/>
                  <a:gd name="T2" fmla="*/ 22 w 22"/>
                  <a:gd name="T3" fmla="*/ 4 h 4"/>
                  <a:gd name="T4" fmla="*/ 8 w 22"/>
                  <a:gd name="T5" fmla="*/ 3 h 4"/>
                  <a:gd name="T6" fmla="*/ 2 w 22"/>
                  <a:gd name="T7" fmla="*/ 1 h 4"/>
                  <a:gd name="T8" fmla="*/ 1 w 22"/>
                  <a:gd name="T9" fmla="*/ 1 h 4"/>
                  <a:gd name="T10" fmla="*/ 0 w 22"/>
                  <a:gd name="T11" fmla="*/ 0 h 4"/>
                  <a:gd name="T12" fmla="*/ 0 w 22"/>
                  <a:gd name="T13" fmla="*/ 0 h 4"/>
                  <a:gd name="T14" fmla="*/ 12 w 22"/>
                  <a:gd name="T15" fmla="*/ 3 h 4"/>
                  <a:gd name="T16" fmla="*/ 12 w 22"/>
                  <a:gd name="T17" fmla="*/ 3 h 4"/>
                  <a:gd name="T18" fmla="*/ 20 w 22"/>
                  <a:gd name="T19" fmla="*/ 3 h 4"/>
                  <a:gd name="T20" fmla="*/ 22 w 22"/>
                  <a:gd name="T2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" h="4">
                    <a:moveTo>
                      <a:pt x="22" y="4"/>
                    </a:moveTo>
                    <a:lnTo>
                      <a:pt x="22" y="4"/>
                    </a:lnTo>
                    <a:lnTo>
                      <a:pt x="8" y="3"/>
                    </a:lnTo>
                    <a:lnTo>
                      <a:pt x="2" y="1"/>
                    </a:lnTo>
                    <a:lnTo>
                      <a:pt x="1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2" y="3"/>
                    </a:lnTo>
                    <a:lnTo>
                      <a:pt x="12" y="3"/>
                    </a:lnTo>
                    <a:lnTo>
                      <a:pt x="20" y="3"/>
                    </a:lnTo>
                    <a:lnTo>
                      <a:pt x="22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3" name="ïṥḷíďé"/>
              <p:cNvSpPr/>
              <p:nvPr/>
            </p:nvSpPr>
            <p:spPr bwMode="auto">
              <a:xfrm>
                <a:off x="3822891" y="1693471"/>
                <a:ext cx="30720" cy="6145"/>
              </a:xfrm>
              <a:custGeom>
                <a:avLst/>
                <a:gdLst>
                  <a:gd name="T0" fmla="*/ 9 w 9"/>
                  <a:gd name="T1" fmla="*/ 1 h 1"/>
                  <a:gd name="T2" fmla="*/ 9 w 9"/>
                  <a:gd name="T3" fmla="*/ 1 h 1"/>
                  <a:gd name="T4" fmla="*/ 5 w 9"/>
                  <a:gd name="T5" fmla="*/ 1 h 1"/>
                  <a:gd name="T6" fmla="*/ 0 w 9"/>
                  <a:gd name="T7" fmla="*/ 0 h 1"/>
                  <a:gd name="T8" fmla="*/ 0 w 9"/>
                  <a:gd name="T9" fmla="*/ 0 h 1"/>
                  <a:gd name="T10" fmla="*/ 5 w 9"/>
                  <a:gd name="T11" fmla="*/ 0 h 1"/>
                  <a:gd name="T12" fmla="*/ 9 w 9"/>
                  <a:gd name="T13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">
                    <a:moveTo>
                      <a:pt x="9" y="1"/>
                    </a:moveTo>
                    <a:lnTo>
                      <a:pt x="9" y="1"/>
                    </a:lnTo>
                    <a:lnTo>
                      <a:pt x="5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0"/>
                    </a:lnTo>
                    <a:lnTo>
                      <a:pt x="9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4" name="ïšľîḑè"/>
              <p:cNvSpPr/>
              <p:nvPr/>
            </p:nvSpPr>
            <p:spPr bwMode="auto">
              <a:xfrm>
                <a:off x="3822891" y="1675038"/>
                <a:ext cx="67581" cy="18433"/>
              </a:xfrm>
              <a:custGeom>
                <a:avLst/>
                <a:gdLst>
                  <a:gd name="T0" fmla="*/ 4 w 23"/>
                  <a:gd name="T1" fmla="*/ 0 h 6"/>
                  <a:gd name="T2" fmla="*/ 4 w 23"/>
                  <a:gd name="T3" fmla="*/ 0 h 6"/>
                  <a:gd name="T4" fmla="*/ 9 w 23"/>
                  <a:gd name="T5" fmla="*/ 3 h 6"/>
                  <a:gd name="T6" fmla="*/ 13 w 23"/>
                  <a:gd name="T7" fmla="*/ 3 h 6"/>
                  <a:gd name="T8" fmla="*/ 23 w 23"/>
                  <a:gd name="T9" fmla="*/ 6 h 6"/>
                  <a:gd name="T10" fmla="*/ 23 w 23"/>
                  <a:gd name="T11" fmla="*/ 6 h 6"/>
                  <a:gd name="T12" fmla="*/ 19 w 23"/>
                  <a:gd name="T13" fmla="*/ 6 h 6"/>
                  <a:gd name="T14" fmla="*/ 11 w 23"/>
                  <a:gd name="T15" fmla="*/ 4 h 6"/>
                  <a:gd name="T16" fmla="*/ 11 w 23"/>
                  <a:gd name="T17" fmla="*/ 4 h 6"/>
                  <a:gd name="T18" fmla="*/ 0 w 23"/>
                  <a:gd name="T19" fmla="*/ 2 h 6"/>
                  <a:gd name="T20" fmla="*/ 0 w 23"/>
                  <a:gd name="T21" fmla="*/ 2 h 6"/>
                  <a:gd name="T22" fmla="*/ 1 w 23"/>
                  <a:gd name="T23" fmla="*/ 2 h 6"/>
                  <a:gd name="T24" fmla="*/ 4 w 23"/>
                  <a:gd name="T2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3" h="6">
                    <a:moveTo>
                      <a:pt x="4" y="0"/>
                    </a:moveTo>
                    <a:lnTo>
                      <a:pt x="4" y="0"/>
                    </a:lnTo>
                    <a:lnTo>
                      <a:pt x="9" y="3"/>
                    </a:lnTo>
                    <a:lnTo>
                      <a:pt x="13" y="3"/>
                    </a:lnTo>
                    <a:lnTo>
                      <a:pt x="23" y="6"/>
                    </a:lnTo>
                    <a:lnTo>
                      <a:pt x="23" y="6"/>
                    </a:lnTo>
                    <a:lnTo>
                      <a:pt x="19" y="6"/>
                    </a:lnTo>
                    <a:lnTo>
                      <a:pt x="11" y="4"/>
                    </a:lnTo>
                    <a:lnTo>
                      <a:pt x="11" y="4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5" name="íślídê"/>
              <p:cNvSpPr/>
              <p:nvPr/>
            </p:nvSpPr>
            <p:spPr bwMode="auto">
              <a:xfrm>
                <a:off x="3835179" y="1675038"/>
                <a:ext cx="49148" cy="12287"/>
              </a:xfrm>
              <a:custGeom>
                <a:avLst/>
                <a:gdLst>
                  <a:gd name="T0" fmla="*/ 1 w 15"/>
                  <a:gd name="T1" fmla="*/ 0 h 3"/>
                  <a:gd name="T2" fmla="*/ 1 w 15"/>
                  <a:gd name="T3" fmla="*/ 0 h 3"/>
                  <a:gd name="T4" fmla="*/ 5 w 15"/>
                  <a:gd name="T5" fmla="*/ 0 h 3"/>
                  <a:gd name="T6" fmla="*/ 5 w 15"/>
                  <a:gd name="T7" fmla="*/ 0 h 3"/>
                  <a:gd name="T8" fmla="*/ 8 w 15"/>
                  <a:gd name="T9" fmla="*/ 0 h 3"/>
                  <a:gd name="T10" fmla="*/ 8 w 15"/>
                  <a:gd name="T11" fmla="*/ 0 h 3"/>
                  <a:gd name="T12" fmla="*/ 11 w 15"/>
                  <a:gd name="T13" fmla="*/ 0 h 3"/>
                  <a:gd name="T14" fmla="*/ 15 w 15"/>
                  <a:gd name="T15" fmla="*/ 2 h 3"/>
                  <a:gd name="T16" fmla="*/ 15 w 15"/>
                  <a:gd name="T17" fmla="*/ 2 h 3"/>
                  <a:gd name="T18" fmla="*/ 11 w 15"/>
                  <a:gd name="T19" fmla="*/ 2 h 3"/>
                  <a:gd name="T20" fmla="*/ 10 w 15"/>
                  <a:gd name="T21" fmla="*/ 3 h 3"/>
                  <a:gd name="T22" fmla="*/ 10 w 15"/>
                  <a:gd name="T23" fmla="*/ 3 h 3"/>
                  <a:gd name="T24" fmla="*/ 3 w 15"/>
                  <a:gd name="T25" fmla="*/ 2 h 3"/>
                  <a:gd name="T26" fmla="*/ 0 w 15"/>
                  <a:gd name="T27" fmla="*/ 0 h 3"/>
                  <a:gd name="T28" fmla="*/ 1 w 15"/>
                  <a:gd name="T2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3">
                    <a:moveTo>
                      <a:pt x="1" y="0"/>
                    </a:moveTo>
                    <a:lnTo>
                      <a:pt x="1" y="0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11" y="0"/>
                    </a:lnTo>
                    <a:lnTo>
                      <a:pt x="15" y="2"/>
                    </a:lnTo>
                    <a:lnTo>
                      <a:pt x="15" y="2"/>
                    </a:lnTo>
                    <a:lnTo>
                      <a:pt x="11" y="2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3" y="2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6" name="ïSľïde"/>
              <p:cNvSpPr/>
              <p:nvPr/>
            </p:nvSpPr>
            <p:spPr bwMode="auto">
              <a:xfrm>
                <a:off x="3927329" y="1693471"/>
                <a:ext cx="30720" cy="6145"/>
              </a:xfrm>
              <a:custGeom>
                <a:avLst/>
                <a:gdLst>
                  <a:gd name="T0" fmla="*/ 10 w 10"/>
                  <a:gd name="T1" fmla="*/ 3 h 3"/>
                  <a:gd name="T2" fmla="*/ 10 w 10"/>
                  <a:gd name="T3" fmla="*/ 3 h 3"/>
                  <a:gd name="T4" fmla="*/ 5 w 10"/>
                  <a:gd name="T5" fmla="*/ 3 h 3"/>
                  <a:gd name="T6" fmla="*/ 5 w 10"/>
                  <a:gd name="T7" fmla="*/ 3 h 3"/>
                  <a:gd name="T8" fmla="*/ 0 w 10"/>
                  <a:gd name="T9" fmla="*/ 1 h 3"/>
                  <a:gd name="T10" fmla="*/ 0 w 10"/>
                  <a:gd name="T11" fmla="*/ 1 h 3"/>
                  <a:gd name="T12" fmla="*/ 5 w 10"/>
                  <a:gd name="T13" fmla="*/ 0 h 3"/>
                  <a:gd name="T14" fmla="*/ 5 w 10"/>
                  <a:gd name="T15" fmla="*/ 0 h 3"/>
                  <a:gd name="T16" fmla="*/ 7 w 10"/>
                  <a:gd name="T17" fmla="*/ 1 h 3"/>
                  <a:gd name="T18" fmla="*/ 10 w 10"/>
                  <a:gd name="T1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3">
                    <a:moveTo>
                      <a:pt x="10" y="3"/>
                    </a:moveTo>
                    <a:lnTo>
                      <a:pt x="10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7" y="1"/>
                    </a:lnTo>
                    <a:lnTo>
                      <a:pt x="10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7" name="í$1iḍe"/>
              <p:cNvSpPr/>
              <p:nvPr/>
            </p:nvSpPr>
            <p:spPr bwMode="auto">
              <a:xfrm>
                <a:off x="3712309" y="1582886"/>
                <a:ext cx="36861" cy="6145"/>
              </a:xfrm>
              <a:custGeom>
                <a:avLst/>
                <a:gdLst>
                  <a:gd name="T0" fmla="*/ 11 w 11"/>
                  <a:gd name="T1" fmla="*/ 2 h 2"/>
                  <a:gd name="T2" fmla="*/ 11 w 11"/>
                  <a:gd name="T3" fmla="*/ 2 h 2"/>
                  <a:gd name="T4" fmla="*/ 6 w 11"/>
                  <a:gd name="T5" fmla="*/ 2 h 2"/>
                  <a:gd name="T6" fmla="*/ 0 w 11"/>
                  <a:gd name="T7" fmla="*/ 0 h 2"/>
                  <a:gd name="T8" fmla="*/ 0 w 11"/>
                  <a:gd name="T9" fmla="*/ 0 h 2"/>
                  <a:gd name="T10" fmla="*/ 6 w 11"/>
                  <a:gd name="T11" fmla="*/ 0 h 2"/>
                  <a:gd name="T12" fmla="*/ 11 w 11"/>
                  <a:gd name="T13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" h="2">
                    <a:moveTo>
                      <a:pt x="11" y="2"/>
                    </a:moveTo>
                    <a:lnTo>
                      <a:pt x="11" y="2"/>
                    </a:lnTo>
                    <a:lnTo>
                      <a:pt x="6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11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8" name="ïśļiḑè"/>
              <p:cNvSpPr/>
              <p:nvPr/>
            </p:nvSpPr>
            <p:spPr bwMode="auto">
              <a:xfrm>
                <a:off x="3712309" y="1576741"/>
                <a:ext cx="30720" cy="6145"/>
              </a:xfrm>
              <a:custGeom>
                <a:avLst/>
                <a:gdLst>
                  <a:gd name="T0" fmla="*/ 10 w 10"/>
                  <a:gd name="T1" fmla="*/ 1 h 1"/>
                  <a:gd name="T2" fmla="*/ 10 w 10"/>
                  <a:gd name="T3" fmla="*/ 1 h 1"/>
                  <a:gd name="T4" fmla="*/ 3 w 10"/>
                  <a:gd name="T5" fmla="*/ 1 h 1"/>
                  <a:gd name="T6" fmla="*/ 1 w 10"/>
                  <a:gd name="T7" fmla="*/ 0 h 1"/>
                  <a:gd name="T8" fmla="*/ 0 w 10"/>
                  <a:gd name="T9" fmla="*/ 0 h 1"/>
                  <a:gd name="T10" fmla="*/ 0 w 10"/>
                  <a:gd name="T11" fmla="*/ 0 h 1"/>
                  <a:gd name="T12" fmla="*/ 6 w 10"/>
                  <a:gd name="T13" fmla="*/ 0 h 1"/>
                  <a:gd name="T14" fmla="*/ 7 w 10"/>
                  <a:gd name="T15" fmla="*/ 0 h 1"/>
                  <a:gd name="T16" fmla="*/ 10 w 10"/>
                  <a:gd name="T1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1">
                    <a:moveTo>
                      <a:pt x="10" y="1"/>
                    </a:moveTo>
                    <a:lnTo>
                      <a:pt x="10" y="1"/>
                    </a:lnTo>
                    <a:lnTo>
                      <a:pt x="3" y="1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0"/>
                    </a:lnTo>
                    <a:lnTo>
                      <a:pt x="7" y="0"/>
                    </a:lnTo>
                    <a:lnTo>
                      <a:pt x="10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19" name="iṣľíḍé"/>
              <p:cNvSpPr/>
              <p:nvPr/>
            </p:nvSpPr>
            <p:spPr bwMode="auto">
              <a:xfrm>
                <a:off x="3773743" y="1601314"/>
                <a:ext cx="24574" cy="6145"/>
              </a:xfrm>
              <a:custGeom>
                <a:avLst/>
                <a:gdLst>
                  <a:gd name="T0" fmla="*/ 6 w 7"/>
                  <a:gd name="T1" fmla="*/ 0 h 3"/>
                  <a:gd name="T2" fmla="*/ 6 w 7"/>
                  <a:gd name="T3" fmla="*/ 0 h 3"/>
                  <a:gd name="T4" fmla="*/ 6 w 7"/>
                  <a:gd name="T5" fmla="*/ 0 h 3"/>
                  <a:gd name="T6" fmla="*/ 6 w 7"/>
                  <a:gd name="T7" fmla="*/ 1 h 3"/>
                  <a:gd name="T8" fmla="*/ 7 w 7"/>
                  <a:gd name="T9" fmla="*/ 1 h 3"/>
                  <a:gd name="T10" fmla="*/ 7 w 7"/>
                  <a:gd name="T11" fmla="*/ 1 h 3"/>
                  <a:gd name="T12" fmla="*/ 3 w 7"/>
                  <a:gd name="T13" fmla="*/ 3 h 3"/>
                  <a:gd name="T14" fmla="*/ 0 w 7"/>
                  <a:gd name="T15" fmla="*/ 1 h 3"/>
                  <a:gd name="T16" fmla="*/ 0 w 7"/>
                  <a:gd name="T17" fmla="*/ 1 h 3"/>
                  <a:gd name="T18" fmla="*/ 1 w 7"/>
                  <a:gd name="T19" fmla="*/ 1 h 3"/>
                  <a:gd name="T20" fmla="*/ 1 w 7"/>
                  <a:gd name="T21" fmla="*/ 0 h 3"/>
                  <a:gd name="T22" fmla="*/ 3 w 7"/>
                  <a:gd name="T23" fmla="*/ 0 h 3"/>
                  <a:gd name="T24" fmla="*/ 6 w 7"/>
                  <a:gd name="T2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" h="3">
                    <a:moveTo>
                      <a:pt x="6" y="0"/>
                    </a:moveTo>
                    <a:lnTo>
                      <a:pt x="6" y="0"/>
                    </a:lnTo>
                    <a:lnTo>
                      <a:pt x="6" y="0"/>
                    </a:lnTo>
                    <a:lnTo>
                      <a:pt x="6" y="1"/>
                    </a:lnTo>
                    <a:lnTo>
                      <a:pt x="7" y="1"/>
                    </a:lnTo>
                    <a:lnTo>
                      <a:pt x="7" y="1"/>
                    </a:lnTo>
                    <a:lnTo>
                      <a:pt x="3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1" y="1"/>
                    </a:lnTo>
                    <a:lnTo>
                      <a:pt x="1" y="0"/>
                    </a:lnTo>
                    <a:lnTo>
                      <a:pt x="3" y="0"/>
                    </a:lnTo>
                    <a:lnTo>
                      <a:pt x="6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20" name="íṣliḍê"/>
              <p:cNvSpPr/>
              <p:nvPr/>
            </p:nvSpPr>
            <p:spPr bwMode="auto">
              <a:xfrm>
                <a:off x="3755311" y="1576740"/>
                <a:ext cx="49148" cy="18433"/>
              </a:xfrm>
              <a:custGeom>
                <a:avLst/>
                <a:gdLst>
                  <a:gd name="T0" fmla="*/ 14 w 17"/>
                  <a:gd name="T1" fmla="*/ 0 h 4"/>
                  <a:gd name="T2" fmla="*/ 14 w 17"/>
                  <a:gd name="T3" fmla="*/ 0 h 4"/>
                  <a:gd name="T4" fmla="*/ 11 w 17"/>
                  <a:gd name="T5" fmla="*/ 1 h 4"/>
                  <a:gd name="T6" fmla="*/ 10 w 17"/>
                  <a:gd name="T7" fmla="*/ 1 h 4"/>
                  <a:gd name="T8" fmla="*/ 10 w 17"/>
                  <a:gd name="T9" fmla="*/ 3 h 4"/>
                  <a:gd name="T10" fmla="*/ 10 w 17"/>
                  <a:gd name="T11" fmla="*/ 3 h 4"/>
                  <a:gd name="T12" fmla="*/ 14 w 17"/>
                  <a:gd name="T13" fmla="*/ 3 h 4"/>
                  <a:gd name="T14" fmla="*/ 17 w 17"/>
                  <a:gd name="T15" fmla="*/ 4 h 4"/>
                  <a:gd name="T16" fmla="*/ 17 w 17"/>
                  <a:gd name="T17" fmla="*/ 4 h 4"/>
                  <a:gd name="T18" fmla="*/ 8 w 17"/>
                  <a:gd name="T19" fmla="*/ 4 h 4"/>
                  <a:gd name="T20" fmla="*/ 8 w 17"/>
                  <a:gd name="T21" fmla="*/ 4 h 4"/>
                  <a:gd name="T22" fmla="*/ 4 w 17"/>
                  <a:gd name="T23" fmla="*/ 4 h 4"/>
                  <a:gd name="T24" fmla="*/ 0 w 17"/>
                  <a:gd name="T25" fmla="*/ 4 h 4"/>
                  <a:gd name="T26" fmla="*/ 0 w 17"/>
                  <a:gd name="T27" fmla="*/ 4 h 4"/>
                  <a:gd name="T28" fmla="*/ 4 w 17"/>
                  <a:gd name="T29" fmla="*/ 3 h 4"/>
                  <a:gd name="T30" fmla="*/ 5 w 17"/>
                  <a:gd name="T31" fmla="*/ 1 h 4"/>
                  <a:gd name="T32" fmla="*/ 5 w 17"/>
                  <a:gd name="T33" fmla="*/ 1 h 4"/>
                  <a:gd name="T34" fmla="*/ 8 w 17"/>
                  <a:gd name="T35" fmla="*/ 0 h 4"/>
                  <a:gd name="T36" fmla="*/ 14 w 17"/>
                  <a:gd name="T3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7" h="4">
                    <a:moveTo>
                      <a:pt x="14" y="0"/>
                    </a:moveTo>
                    <a:lnTo>
                      <a:pt x="14" y="0"/>
                    </a:lnTo>
                    <a:lnTo>
                      <a:pt x="11" y="1"/>
                    </a:lnTo>
                    <a:lnTo>
                      <a:pt x="10" y="1"/>
                    </a:lnTo>
                    <a:lnTo>
                      <a:pt x="10" y="3"/>
                    </a:lnTo>
                    <a:lnTo>
                      <a:pt x="10" y="3"/>
                    </a:lnTo>
                    <a:lnTo>
                      <a:pt x="14" y="3"/>
                    </a:lnTo>
                    <a:lnTo>
                      <a:pt x="17" y="4"/>
                    </a:lnTo>
                    <a:lnTo>
                      <a:pt x="17" y="4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4" y="4"/>
                    </a:lnTo>
                    <a:lnTo>
                      <a:pt x="0" y="4"/>
                    </a:lnTo>
                    <a:lnTo>
                      <a:pt x="0" y="4"/>
                    </a:lnTo>
                    <a:lnTo>
                      <a:pt x="4" y="3"/>
                    </a:lnTo>
                    <a:lnTo>
                      <a:pt x="5" y="1"/>
                    </a:lnTo>
                    <a:lnTo>
                      <a:pt x="5" y="1"/>
                    </a:lnTo>
                    <a:lnTo>
                      <a:pt x="8" y="0"/>
                    </a:lnTo>
                    <a:lnTo>
                      <a:pt x="1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21" name="îṥḷíďè"/>
              <p:cNvSpPr/>
              <p:nvPr/>
            </p:nvSpPr>
            <p:spPr bwMode="auto">
              <a:xfrm>
                <a:off x="4044059" y="1742618"/>
                <a:ext cx="24574" cy="6145"/>
              </a:xfrm>
              <a:custGeom>
                <a:avLst/>
                <a:gdLst>
                  <a:gd name="T0" fmla="*/ 8 w 8"/>
                  <a:gd name="T1" fmla="*/ 2 h 2"/>
                  <a:gd name="T2" fmla="*/ 8 w 8"/>
                  <a:gd name="T3" fmla="*/ 2 h 2"/>
                  <a:gd name="T4" fmla="*/ 3 w 8"/>
                  <a:gd name="T5" fmla="*/ 2 h 2"/>
                  <a:gd name="T6" fmla="*/ 0 w 8"/>
                  <a:gd name="T7" fmla="*/ 1 h 2"/>
                  <a:gd name="T8" fmla="*/ 0 w 8"/>
                  <a:gd name="T9" fmla="*/ 0 h 2"/>
                  <a:gd name="T10" fmla="*/ 0 w 8"/>
                  <a:gd name="T11" fmla="*/ 0 h 2"/>
                  <a:gd name="T12" fmla="*/ 4 w 8"/>
                  <a:gd name="T13" fmla="*/ 1 h 2"/>
                  <a:gd name="T14" fmla="*/ 8 w 8"/>
                  <a:gd name="T1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" h="2">
                    <a:moveTo>
                      <a:pt x="8" y="2"/>
                    </a:moveTo>
                    <a:lnTo>
                      <a:pt x="8" y="2"/>
                    </a:lnTo>
                    <a:lnTo>
                      <a:pt x="3" y="2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1"/>
                    </a:lnTo>
                    <a:lnTo>
                      <a:pt x="8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22" name="îšľîdé"/>
              <p:cNvSpPr/>
              <p:nvPr/>
            </p:nvSpPr>
            <p:spPr bwMode="auto">
              <a:xfrm>
                <a:off x="3822891" y="1601313"/>
                <a:ext cx="24574" cy="6145"/>
              </a:xfrm>
              <a:custGeom>
                <a:avLst/>
                <a:gdLst>
                  <a:gd name="T0" fmla="*/ 9 w 9"/>
                  <a:gd name="T1" fmla="*/ 0 h 1"/>
                  <a:gd name="T2" fmla="*/ 9 w 9"/>
                  <a:gd name="T3" fmla="*/ 0 h 1"/>
                  <a:gd name="T4" fmla="*/ 4 w 9"/>
                  <a:gd name="T5" fmla="*/ 1 h 1"/>
                  <a:gd name="T6" fmla="*/ 0 w 9"/>
                  <a:gd name="T7" fmla="*/ 0 h 1"/>
                  <a:gd name="T8" fmla="*/ 0 w 9"/>
                  <a:gd name="T9" fmla="*/ 0 h 1"/>
                  <a:gd name="T10" fmla="*/ 4 w 9"/>
                  <a:gd name="T11" fmla="*/ 0 h 1"/>
                  <a:gd name="T12" fmla="*/ 9 w 9"/>
                  <a:gd name="T1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">
                    <a:moveTo>
                      <a:pt x="9" y="0"/>
                    </a:moveTo>
                    <a:lnTo>
                      <a:pt x="9" y="0"/>
                    </a:lnTo>
                    <a:lnTo>
                      <a:pt x="4" y="1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0"/>
                    </a:lnTo>
                    <a:lnTo>
                      <a:pt x="9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23" name="îṧľiďè"/>
              <p:cNvSpPr/>
              <p:nvPr/>
            </p:nvSpPr>
            <p:spPr bwMode="auto">
              <a:xfrm>
                <a:off x="4037913" y="1718043"/>
                <a:ext cx="98296" cy="36861"/>
              </a:xfrm>
              <a:custGeom>
                <a:avLst/>
                <a:gdLst>
                  <a:gd name="T0" fmla="*/ 0 w 32"/>
                  <a:gd name="T1" fmla="*/ 0 h 12"/>
                  <a:gd name="T2" fmla="*/ 0 w 32"/>
                  <a:gd name="T3" fmla="*/ 0 h 12"/>
                  <a:gd name="T4" fmla="*/ 9 w 32"/>
                  <a:gd name="T5" fmla="*/ 3 h 12"/>
                  <a:gd name="T6" fmla="*/ 13 w 32"/>
                  <a:gd name="T7" fmla="*/ 5 h 12"/>
                  <a:gd name="T8" fmla="*/ 16 w 32"/>
                  <a:gd name="T9" fmla="*/ 6 h 12"/>
                  <a:gd name="T10" fmla="*/ 16 w 32"/>
                  <a:gd name="T11" fmla="*/ 6 h 12"/>
                  <a:gd name="T12" fmla="*/ 23 w 32"/>
                  <a:gd name="T13" fmla="*/ 8 h 12"/>
                  <a:gd name="T14" fmla="*/ 23 w 32"/>
                  <a:gd name="T15" fmla="*/ 8 h 12"/>
                  <a:gd name="T16" fmla="*/ 26 w 32"/>
                  <a:gd name="T17" fmla="*/ 9 h 12"/>
                  <a:gd name="T18" fmla="*/ 27 w 32"/>
                  <a:gd name="T19" fmla="*/ 9 h 12"/>
                  <a:gd name="T20" fmla="*/ 27 w 32"/>
                  <a:gd name="T21" fmla="*/ 9 h 12"/>
                  <a:gd name="T22" fmla="*/ 32 w 32"/>
                  <a:gd name="T23" fmla="*/ 12 h 12"/>
                  <a:gd name="T24" fmla="*/ 32 w 32"/>
                  <a:gd name="T25" fmla="*/ 12 h 12"/>
                  <a:gd name="T26" fmla="*/ 27 w 32"/>
                  <a:gd name="T27" fmla="*/ 10 h 12"/>
                  <a:gd name="T28" fmla="*/ 26 w 32"/>
                  <a:gd name="T29" fmla="*/ 10 h 12"/>
                  <a:gd name="T30" fmla="*/ 26 w 32"/>
                  <a:gd name="T31" fmla="*/ 10 h 12"/>
                  <a:gd name="T32" fmla="*/ 19 w 32"/>
                  <a:gd name="T33" fmla="*/ 8 h 12"/>
                  <a:gd name="T34" fmla="*/ 16 w 32"/>
                  <a:gd name="T35" fmla="*/ 8 h 12"/>
                  <a:gd name="T36" fmla="*/ 15 w 32"/>
                  <a:gd name="T37" fmla="*/ 9 h 12"/>
                  <a:gd name="T38" fmla="*/ 15 w 32"/>
                  <a:gd name="T39" fmla="*/ 9 h 12"/>
                  <a:gd name="T40" fmla="*/ 13 w 32"/>
                  <a:gd name="T41" fmla="*/ 8 h 12"/>
                  <a:gd name="T42" fmla="*/ 13 w 32"/>
                  <a:gd name="T43" fmla="*/ 8 h 12"/>
                  <a:gd name="T44" fmla="*/ 13 w 32"/>
                  <a:gd name="T45" fmla="*/ 6 h 12"/>
                  <a:gd name="T46" fmla="*/ 13 w 32"/>
                  <a:gd name="T47" fmla="*/ 6 h 12"/>
                  <a:gd name="T48" fmla="*/ 13 w 32"/>
                  <a:gd name="T49" fmla="*/ 6 h 12"/>
                  <a:gd name="T50" fmla="*/ 8 w 32"/>
                  <a:gd name="T51" fmla="*/ 6 h 12"/>
                  <a:gd name="T52" fmla="*/ 8 w 32"/>
                  <a:gd name="T53" fmla="*/ 6 h 12"/>
                  <a:gd name="T54" fmla="*/ 6 w 32"/>
                  <a:gd name="T55" fmla="*/ 5 h 12"/>
                  <a:gd name="T56" fmla="*/ 5 w 32"/>
                  <a:gd name="T57" fmla="*/ 3 h 12"/>
                  <a:gd name="T58" fmla="*/ 5 w 32"/>
                  <a:gd name="T59" fmla="*/ 2 h 12"/>
                  <a:gd name="T60" fmla="*/ 0 w 32"/>
                  <a:gd name="T6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2" h="12">
                    <a:moveTo>
                      <a:pt x="0" y="0"/>
                    </a:moveTo>
                    <a:lnTo>
                      <a:pt x="0" y="0"/>
                    </a:lnTo>
                    <a:lnTo>
                      <a:pt x="9" y="3"/>
                    </a:lnTo>
                    <a:lnTo>
                      <a:pt x="13" y="5"/>
                    </a:lnTo>
                    <a:lnTo>
                      <a:pt x="16" y="6"/>
                    </a:lnTo>
                    <a:lnTo>
                      <a:pt x="16" y="6"/>
                    </a:lnTo>
                    <a:lnTo>
                      <a:pt x="23" y="8"/>
                    </a:lnTo>
                    <a:lnTo>
                      <a:pt x="23" y="8"/>
                    </a:lnTo>
                    <a:lnTo>
                      <a:pt x="26" y="9"/>
                    </a:lnTo>
                    <a:lnTo>
                      <a:pt x="27" y="9"/>
                    </a:lnTo>
                    <a:lnTo>
                      <a:pt x="27" y="9"/>
                    </a:lnTo>
                    <a:lnTo>
                      <a:pt x="32" y="12"/>
                    </a:lnTo>
                    <a:lnTo>
                      <a:pt x="32" y="12"/>
                    </a:lnTo>
                    <a:lnTo>
                      <a:pt x="27" y="10"/>
                    </a:lnTo>
                    <a:lnTo>
                      <a:pt x="26" y="10"/>
                    </a:lnTo>
                    <a:lnTo>
                      <a:pt x="26" y="10"/>
                    </a:lnTo>
                    <a:lnTo>
                      <a:pt x="19" y="8"/>
                    </a:lnTo>
                    <a:lnTo>
                      <a:pt x="16" y="8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3" y="8"/>
                    </a:lnTo>
                    <a:lnTo>
                      <a:pt x="13" y="8"/>
                    </a:lnTo>
                    <a:lnTo>
                      <a:pt x="13" y="6"/>
                    </a:lnTo>
                    <a:lnTo>
                      <a:pt x="13" y="6"/>
                    </a:lnTo>
                    <a:lnTo>
                      <a:pt x="13" y="6"/>
                    </a:lnTo>
                    <a:lnTo>
                      <a:pt x="8" y="6"/>
                    </a:lnTo>
                    <a:lnTo>
                      <a:pt x="8" y="6"/>
                    </a:lnTo>
                    <a:lnTo>
                      <a:pt x="6" y="5"/>
                    </a:lnTo>
                    <a:lnTo>
                      <a:pt x="5" y="3"/>
                    </a:lnTo>
                    <a:lnTo>
                      <a:pt x="5" y="2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24" name="ïṡḷïdé"/>
              <p:cNvSpPr/>
              <p:nvPr/>
            </p:nvSpPr>
            <p:spPr bwMode="auto">
              <a:xfrm>
                <a:off x="4117781" y="1754904"/>
                <a:ext cx="36861" cy="12287"/>
              </a:xfrm>
              <a:custGeom>
                <a:avLst/>
                <a:gdLst>
                  <a:gd name="T0" fmla="*/ 11 w 11"/>
                  <a:gd name="T1" fmla="*/ 3 h 4"/>
                  <a:gd name="T2" fmla="*/ 11 w 11"/>
                  <a:gd name="T3" fmla="*/ 3 h 4"/>
                  <a:gd name="T4" fmla="*/ 11 w 11"/>
                  <a:gd name="T5" fmla="*/ 4 h 4"/>
                  <a:gd name="T6" fmla="*/ 11 w 11"/>
                  <a:gd name="T7" fmla="*/ 4 h 4"/>
                  <a:gd name="T8" fmla="*/ 9 w 11"/>
                  <a:gd name="T9" fmla="*/ 4 h 4"/>
                  <a:gd name="T10" fmla="*/ 3 w 11"/>
                  <a:gd name="T11" fmla="*/ 3 h 4"/>
                  <a:gd name="T12" fmla="*/ 0 w 11"/>
                  <a:gd name="T13" fmla="*/ 1 h 4"/>
                  <a:gd name="T14" fmla="*/ 0 w 11"/>
                  <a:gd name="T15" fmla="*/ 1 h 4"/>
                  <a:gd name="T16" fmla="*/ 0 w 11"/>
                  <a:gd name="T17" fmla="*/ 0 h 4"/>
                  <a:gd name="T18" fmla="*/ 1 w 11"/>
                  <a:gd name="T19" fmla="*/ 0 h 4"/>
                  <a:gd name="T20" fmla="*/ 1 w 11"/>
                  <a:gd name="T21" fmla="*/ 0 h 4"/>
                  <a:gd name="T22" fmla="*/ 6 w 11"/>
                  <a:gd name="T23" fmla="*/ 1 h 4"/>
                  <a:gd name="T24" fmla="*/ 7 w 11"/>
                  <a:gd name="T25" fmla="*/ 3 h 4"/>
                  <a:gd name="T26" fmla="*/ 9 w 11"/>
                  <a:gd name="T27" fmla="*/ 3 h 4"/>
                  <a:gd name="T28" fmla="*/ 11 w 11"/>
                  <a:gd name="T29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1" h="4">
                    <a:moveTo>
                      <a:pt x="11" y="3"/>
                    </a:moveTo>
                    <a:lnTo>
                      <a:pt x="11" y="3"/>
                    </a:lnTo>
                    <a:lnTo>
                      <a:pt x="11" y="4"/>
                    </a:lnTo>
                    <a:lnTo>
                      <a:pt x="11" y="4"/>
                    </a:lnTo>
                    <a:lnTo>
                      <a:pt x="9" y="4"/>
                    </a:lnTo>
                    <a:lnTo>
                      <a:pt x="3" y="3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6" y="1"/>
                    </a:lnTo>
                    <a:lnTo>
                      <a:pt x="7" y="3"/>
                    </a:lnTo>
                    <a:lnTo>
                      <a:pt x="9" y="3"/>
                    </a:lnTo>
                    <a:lnTo>
                      <a:pt x="11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25" name="íṥḷïḑè"/>
              <p:cNvSpPr/>
              <p:nvPr/>
            </p:nvSpPr>
            <p:spPr bwMode="auto">
              <a:xfrm>
                <a:off x="4160784" y="1767191"/>
                <a:ext cx="36861" cy="6145"/>
              </a:xfrm>
              <a:custGeom>
                <a:avLst/>
                <a:gdLst>
                  <a:gd name="T0" fmla="*/ 9 w 12"/>
                  <a:gd name="T1" fmla="*/ 2 h 3"/>
                  <a:gd name="T2" fmla="*/ 9 w 12"/>
                  <a:gd name="T3" fmla="*/ 2 h 3"/>
                  <a:gd name="T4" fmla="*/ 12 w 12"/>
                  <a:gd name="T5" fmla="*/ 3 h 3"/>
                  <a:gd name="T6" fmla="*/ 10 w 12"/>
                  <a:gd name="T7" fmla="*/ 3 h 3"/>
                  <a:gd name="T8" fmla="*/ 5 w 12"/>
                  <a:gd name="T9" fmla="*/ 3 h 3"/>
                  <a:gd name="T10" fmla="*/ 5 w 12"/>
                  <a:gd name="T11" fmla="*/ 3 h 3"/>
                  <a:gd name="T12" fmla="*/ 2 w 12"/>
                  <a:gd name="T13" fmla="*/ 2 h 3"/>
                  <a:gd name="T14" fmla="*/ 0 w 12"/>
                  <a:gd name="T15" fmla="*/ 0 h 3"/>
                  <a:gd name="T16" fmla="*/ 0 w 12"/>
                  <a:gd name="T17" fmla="*/ 0 h 3"/>
                  <a:gd name="T18" fmla="*/ 5 w 12"/>
                  <a:gd name="T19" fmla="*/ 2 h 3"/>
                  <a:gd name="T20" fmla="*/ 9 w 12"/>
                  <a:gd name="T2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3">
                    <a:moveTo>
                      <a:pt x="9" y="2"/>
                    </a:moveTo>
                    <a:lnTo>
                      <a:pt x="9" y="2"/>
                    </a:lnTo>
                    <a:lnTo>
                      <a:pt x="12" y="3"/>
                    </a:lnTo>
                    <a:lnTo>
                      <a:pt x="10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2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2"/>
                    </a:lnTo>
                    <a:lnTo>
                      <a:pt x="9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26" name="ï$ḷiḍê"/>
              <p:cNvSpPr/>
              <p:nvPr/>
            </p:nvSpPr>
            <p:spPr bwMode="auto">
              <a:xfrm>
                <a:off x="4228365" y="1810194"/>
                <a:ext cx="24574" cy="12287"/>
              </a:xfrm>
              <a:custGeom>
                <a:avLst/>
                <a:gdLst>
                  <a:gd name="T0" fmla="*/ 8 w 8"/>
                  <a:gd name="T1" fmla="*/ 5 h 5"/>
                  <a:gd name="T2" fmla="*/ 8 w 8"/>
                  <a:gd name="T3" fmla="*/ 5 h 5"/>
                  <a:gd name="T4" fmla="*/ 4 w 8"/>
                  <a:gd name="T5" fmla="*/ 3 h 5"/>
                  <a:gd name="T6" fmla="*/ 0 w 8"/>
                  <a:gd name="T7" fmla="*/ 0 h 5"/>
                  <a:gd name="T8" fmla="*/ 0 w 8"/>
                  <a:gd name="T9" fmla="*/ 0 h 5"/>
                  <a:gd name="T10" fmla="*/ 5 w 8"/>
                  <a:gd name="T11" fmla="*/ 2 h 5"/>
                  <a:gd name="T12" fmla="*/ 8 w 8"/>
                  <a:gd name="T13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5">
                    <a:moveTo>
                      <a:pt x="8" y="5"/>
                    </a:moveTo>
                    <a:lnTo>
                      <a:pt x="8" y="5"/>
                    </a:lnTo>
                    <a:lnTo>
                      <a:pt x="4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2"/>
                    </a:lnTo>
                    <a:lnTo>
                      <a:pt x="8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27" name="íṡľíḍê"/>
              <p:cNvSpPr/>
              <p:nvPr/>
            </p:nvSpPr>
            <p:spPr bwMode="auto">
              <a:xfrm>
                <a:off x="4775135" y="2547417"/>
                <a:ext cx="18433" cy="24574"/>
              </a:xfrm>
              <a:custGeom>
                <a:avLst/>
                <a:gdLst>
                  <a:gd name="T0" fmla="*/ 0 w 6"/>
                  <a:gd name="T1" fmla="*/ 0 h 7"/>
                  <a:gd name="T2" fmla="*/ 0 w 6"/>
                  <a:gd name="T3" fmla="*/ 0 h 7"/>
                  <a:gd name="T4" fmla="*/ 4 w 6"/>
                  <a:gd name="T5" fmla="*/ 4 h 7"/>
                  <a:gd name="T6" fmla="*/ 6 w 6"/>
                  <a:gd name="T7" fmla="*/ 6 h 7"/>
                  <a:gd name="T8" fmla="*/ 6 w 6"/>
                  <a:gd name="T9" fmla="*/ 7 h 7"/>
                  <a:gd name="T10" fmla="*/ 6 w 6"/>
                  <a:gd name="T11" fmla="*/ 7 h 7"/>
                  <a:gd name="T12" fmla="*/ 3 w 6"/>
                  <a:gd name="T13" fmla="*/ 3 h 7"/>
                  <a:gd name="T14" fmla="*/ 0 w 6"/>
                  <a:gd name="T15" fmla="*/ 3 h 7"/>
                  <a:gd name="T16" fmla="*/ 0 w 6"/>
                  <a:gd name="T17" fmla="*/ 3 h 7"/>
                  <a:gd name="T18" fmla="*/ 0 w 6"/>
                  <a:gd name="T1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7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6" y="6"/>
                    </a:lnTo>
                    <a:lnTo>
                      <a:pt x="6" y="7"/>
                    </a:lnTo>
                    <a:lnTo>
                      <a:pt x="6" y="7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28" name="ïṩļïḓé"/>
              <p:cNvSpPr/>
              <p:nvPr/>
            </p:nvSpPr>
            <p:spPr bwMode="auto">
              <a:xfrm>
                <a:off x="4400383" y="1883916"/>
                <a:ext cx="30720" cy="12287"/>
              </a:xfrm>
              <a:custGeom>
                <a:avLst/>
                <a:gdLst>
                  <a:gd name="T0" fmla="*/ 10 w 10"/>
                  <a:gd name="T1" fmla="*/ 5 h 6"/>
                  <a:gd name="T2" fmla="*/ 10 w 10"/>
                  <a:gd name="T3" fmla="*/ 5 h 6"/>
                  <a:gd name="T4" fmla="*/ 10 w 10"/>
                  <a:gd name="T5" fmla="*/ 6 h 6"/>
                  <a:gd name="T6" fmla="*/ 10 w 10"/>
                  <a:gd name="T7" fmla="*/ 6 h 6"/>
                  <a:gd name="T8" fmla="*/ 6 w 10"/>
                  <a:gd name="T9" fmla="*/ 5 h 6"/>
                  <a:gd name="T10" fmla="*/ 6 w 10"/>
                  <a:gd name="T11" fmla="*/ 5 h 6"/>
                  <a:gd name="T12" fmla="*/ 2 w 10"/>
                  <a:gd name="T13" fmla="*/ 3 h 6"/>
                  <a:gd name="T14" fmla="*/ 0 w 10"/>
                  <a:gd name="T15" fmla="*/ 2 h 6"/>
                  <a:gd name="T16" fmla="*/ 0 w 10"/>
                  <a:gd name="T17" fmla="*/ 0 h 6"/>
                  <a:gd name="T18" fmla="*/ 0 w 10"/>
                  <a:gd name="T19" fmla="*/ 0 h 6"/>
                  <a:gd name="T20" fmla="*/ 2 w 10"/>
                  <a:gd name="T21" fmla="*/ 2 h 6"/>
                  <a:gd name="T22" fmla="*/ 5 w 10"/>
                  <a:gd name="T23" fmla="*/ 3 h 6"/>
                  <a:gd name="T24" fmla="*/ 10 w 10"/>
                  <a:gd name="T25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" h="6">
                    <a:moveTo>
                      <a:pt x="10" y="5"/>
                    </a:moveTo>
                    <a:lnTo>
                      <a:pt x="10" y="5"/>
                    </a:lnTo>
                    <a:lnTo>
                      <a:pt x="10" y="6"/>
                    </a:lnTo>
                    <a:lnTo>
                      <a:pt x="10" y="6"/>
                    </a:lnTo>
                    <a:lnTo>
                      <a:pt x="6" y="5"/>
                    </a:lnTo>
                    <a:lnTo>
                      <a:pt x="6" y="5"/>
                    </a:lnTo>
                    <a:lnTo>
                      <a:pt x="2" y="3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lnTo>
                      <a:pt x="5" y="3"/>
                    </a:lnTo>
                    <a:lnTo>
                      <a:pt x="10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29" name="iSḷïḋe"/>
              <p:cNvSpPr/>
              <p:nvPr/>
            </p:nvSpPr>
            <p:spPr bwMode="auto">
              <a:xfrm>
                <a:off x="4799709" y="2584278"/>
                <a:ext cx="30720" cy="43007"/>
              </a:xfrm>
              <a:custGeom>
                <a:avLst/>
                <a:gdLst>
                  <a:gd name="T0" fmla="*/ 1 w 10"/>
                  <a:gd name="T1" fmla="*/ 0 h 14"/>
                  <a:gd name="T2" fmla="*/ 1 w 10"/>
                  <a:gd name="T3" fmla="*/ 0 h 14"/>
                  <a:gd name="T4" fmla="*/ 7 w 10"/>
                  <a:gd name="T5" fmla="*/ 8 h 14"/>
                  <a:gd name="T6" fmla="*/ 8 w 10"/>
                  <a:gd name="T7" fmla="*/ 11 h 14"/>
                  <a:gd name="T8" fmla="*/ 10 w 10"/>
                  <a:gd name="T9" fmla="*/ 14 h 14"/>
                  <a:gd name="T10" fmla="*/ 10 w 10"/>
                  <a:gd name="T11" fmla="*/ 14 h 14"/>
                  <a:gd name="T12" fmla="*/ 8 w 10"/>
                  <a:gd name="T13" fmla="*/ 11 h 14"/>
                  <a:gd name="T14" fmla="*/ 7 w 10"/>
                  <a:gd name="T15" fmla="*/ 11 h 14"/>
                  <a:gd name="T16" fmla="*/ 5 w 10"/>
                  <a:gd name="T17" fmla="*/ 11 h 14"/>
                  <a:gd name="T18" fmla="*/ 4 w 10"/>
                  <a:gd name="T19" fmla="*/ 11 h 14"/>
                  <a:gd name="T20" fmla="*/ 4 w 10"/>
                  <a:gd name="T21" fmla="*/ 11 h 14"/>
                  <a:gd name="T22" fmla="*/ 4 w 10"/>
                  <a:gd name="T23" fmla="*/ 8 h 14"/>
                  <a:gd name="T24" fmla="*/ 4 w 10"/>
                  <a:gd name="T25" fmla="*/ 8 h 14"/>
                  <a:gd name="T26" fmla="*/ 5 w 10"/>
                  <a:gd name="T27" fmla="*/ 7 h 14"/>
                  <a:gd name="T28" fmla="*/ 5 w 10"/>
                  <a:gd name="T29" fmla="*/ 7 h 14"/>
                  <a:gd name="T30" fmla="*/ 1 w 10"/>
                  <a:gd name="T31" fmla="*/ 2 h 14"/>
                  <a:gd name="T32" fmla="*/ 0 w 10"/>
                  <a:gd name="T33" fmla="*/ 1 h 14"/>
                  <a:gd name="T34" fmla="*/ 1 w 10"/>
                  <a:gd name="T35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" h="14">
                    <a:moveTo>
                      <a:pt x="1" y="0"/>
                    </a:moveTo>
                    <a:lnTo>
                      <a:pt x="1" y="0"/>
                    </a:lnTo>
                    <a:lnTo>
                      <a:pt x="7" y="8"/>
                    </a:lnTo>
                    <a:lnTo>
                      <a:pt x="8" y="11"/>
                    </a:lnTo>
                    <a:lnTo>
                      <a:pt x="10" y="14"/>
                    </a:lnTo>
                    <a:lnTo>
                      <a:pt x="10" y="14"/>
                    </a:lnTo>
                    <a:lnTo>
                      <a:pt x="8" y="11"/>
                    </a:lnTo>
                    <a:lnTo>
                      <a:pt x="7" y="11"/>
                    </a:lnTo>
                    <a:lnTo>
                      <a:pt x="5" y="11"/>
                    </a:lnTo>
                    <a:lnTo>
                      <a:pt x="4" y="11"/>
                    </a:lnTo>
                    <a:lnTo>
                      <a:pt x="4" y="11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0" name="iṧľíďè"/>
              <p:cNvSpPr/>
              <p:nvPr/>
            </p:nvSpPr>
            <p:spPr bwMode="auto">
              <a:xfrm>
                <a:off x="4842717" y="2639572"/>
                <a:ext cx="12287" cy="24574"/>
              </a:xfrm>
              <a:custGeom>
                <a:avLst/>
                <a:gdLst>
                  <a:gd name="T0" fmla="*/ 5 w 5"/>
                  <a:gd name="T1" fmla="*/ 7 h 7"/>
                  <a:gd name="T2" fmla="*/ 5 w 5"/>
                  <a:gd name="T3" fmla="*/ 7 h 7"/>
                  <a:gd name="T4" fmla="*/ 2 w 5"/>
                  <a:gd name="T5" fmla="*/ 3 h 7"/>
                  <a:gd name="T6" fmla="*/ 0 w 5"/>
                  <a:gd name="T7" fmla="*/ 0 h 7"/>
                  <a:gd name="T8" fmla="*/ 0 w 5"/>
                  <a:gd name="T9" fmla="*/ 0 h 7"/>
                  <a:gd name="T10" fmla="*/ 2 w 5"/>
                  <a:gd name="T11" fmla="*/ 2 h 7"/>
                  <a:gd name="T12" fmla="*/ 5 w 5"/>
                  <a:gd name="T13" fmla="*/ 4 h 7"/>
                  <a:gd name="T14" fmla="*/ 5 w 5"/>
                  <a:gd name="T15" fmla="*/ 6 h 7"/>
                  <a:gd name="T16" fmla="*/ 5 w 5"/>
                  <a:gd name="T17" fmla="*/ 7 h 7"/>
                  <a:gd name="T18" fmla="*/ 5 w 5"/>
                  <a:gd name="T1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7">
                    <a:moveTo>
                      <a:pt x="5" y="7"/>
                    </a:moveTo>
                    <a:lnTo>
                      <a:pt x="5" y="7"/>
                    </a:lnTo>
                    <a:lnTo>
                      <a:pt x="2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2"/>
                    </a:lnTo>
                    <a:lnTo>
                      <a:pt x="5" y="4"/>
                    </a:lnTo>
                    <a:lnTo>
                      <a:pt x="5" y="6"/>
                    </a:lnTo>
                    <a:lnTo>
                      <a:pt x="5" y="7"/>
                    </a:lnTo>
                    <a:lnTo>
                      <a:pt x="5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1" name="îŝlïďê"/>
              <p:cNvSpPr/>
              <p:nvPr/>
            </p:nvSpPr>
            <p:spPr bwMode="auto">
              <a:xfrm>
                <a:off x="4437243" y="1804052"/>
                <a:ext cx="30720" cy="18433"/>
              </a:xfrm>
              <a:custGeom>
                <a:avLst/>
                <a:gdLst>
                  <a:gd name="T0" fmla="*/ 10 w 10"/>
                  <a:gd name="T1" fmla="*/ 6 h 6"/>
                  <a:gd name="T2" fmla="*/ 10 w 10"/>
                  <a:gd name="T3" fmla="*/ 6 h 6"/>
                  <a:gd name="T4" fmla="*/ 4 w 10"/>
                  <a:gd name="T5" fmla="*/ 4 h 6"/>
                  <a:gd name="T6" fmla="*/ 4 w 10"/>
                  <a:gd name="T7" fmla="*/ 4 h 6"/>
                  <a:gd name="T8" fmla="*/ 0 w 10"/>
                  <a:gd name="T9" fmla="*/ 0 h 6"/>
                  <a:gd name="T10" fmla="*/ 0 w 10"/>
                  <a:gd name="T11" fmla="*/ 0 h 6"/>
                  <a:gd name="T12" fmla="*/ 6 w 10"/>
                  <a:gd name="T13" fmla="*/ 3 h 6"/>
                  <a:gd name="T14" fmla="*/ 6 w 10"/>
                  <a:gd name="T15" fmla="*/ 3 h 6"/>
                  <a:gd name="T16" fmla="*/ 10 w 10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6">
                    <a:moveTo>
                      <a:pt x="10" y="6"/>
                    </a:moveTo>
                    <a:lnTo>
                      <a:pt x="10" y="6"/>
                    </a:lnTo>
                    <a:lnTo>
                      <a:pt x="4" y="4"/>
                    </a:lnTo>
                    <a:lnTo>
                      <a:pt x="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10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2" name="ïṩlîďè"/>
              <p:cNvSpPr/>
              <p:nvPr/>
            </p:nvSpPr>
            <p:spPr bwMode="auto">
              <a:xfrm>
                <a:off x="4480247" y="1822481"/>
                <a:ext cx="104442" cy="73721"/>
              </a:xfrm>
              <a:custGeom>
                <a:avLst/>
                <a:gdLst>
                  <a:gd name="T0" fmla="*/ 17 w 36"/>
                  <a:gd name="T1" fmla="*/ 10 h 23"/>
                  <a:gd name="T2" fmla="*/ 17 w 36"/>
                  <a:gd name="T3" fmla="*/ 10 h 23"/>
                  <a:gd name="T4" fmla="*/ 19 w 36"/>
                  <a:gd name="T5" fmla="*/ 10 h 23"/>
                  <a:gd name="T6" fmla="*/ 21 w 36"/>
                  <a:gd name="T7" fmla="*/ 11 h 23"/>
                  <a:gd name="T8" fmla="*/ 24 w 36"/>
                  <a:gd name="T9" fmla="*/ 14 h 23"/>
                  <a:gd name="T10" fmla="*/ 24 w 36"/>
                  <a:gd name="T11" fmla="*/ 14 h 23"/>
                  <a:gd name="T12" fmla="*/ 24 w 36"/>
                  <a:gd name="T13" fmla="*/ 14 h 23"/>
                  <a:gd name="T14" fmla="*/ 26 w 36"/>
                  <a:gd name="T15" fmla="*/ 13 h 23"/>
                  <a:gd name="T16" fmla="*/ 30 w 36"/>
                  <a:gd name="T17" fmla="*/ 14 h 23"/>
                  <a:gd name="T18" fmla="*/ 30 w 36"/>
                  <a:gd name="T19" fmla="*/ 14 h 23"/>
                  <a:gd name="T20" fmla="*/ 31 w 36"/>
                  <a:gd name="T21" fmla="*/ 15 h 23"/>
                  <a:gd name="T22" fmla="*/ 31 w 36"/>
                  <a:gd name="T23" fmla="*/ 15 h 23"/>
                  <a:gd name="T24" fmla="*/ 29 w 36"/>
                  <a:gd name="T25" fmla="*/ 15 h 23"/>
                  <a:gd name="T26" fmla="*/ 26 w 36"/>
                  <a:gd name="T27" fmla="*/ 15 h 23"/>
                  <a:gd name="T28" fmla="*/ 26 w 36"/>
                  <a:gd name="T29" fmla="*/ 15 h 23"/>
                  <a:gd name="T30" fmla="*/ 27 w 36"/>
                  <a:gd name="T31" fmla="*/ 17 h 23"/>
                  <a:gd name="T32" fmla="*/ 27 w 36"/>
                  <a:gd name="T33" fmla="*/ 17 h 23"/>
                  <a:gd name="T34" fmla="*/ 29 w 36"/>
                  <a:gd name="T35" fmla="*/ 17 h 23"/>
                  <a:gd name="T36" fmla="*/ 31 w 36"/>
                  <a:gd name="T37" fmla="*/ 18 h 23"/>
                  <a:gd name="T38" fmla="*/ 31 w 36"/>
                  <a:gd name="T39" fmla="*/ 18 h 23"/>
                  <a:gd name="T40" fmla="*/ 34 w 36"/>
                  <a:gd name="T41" fmla="*/ 21 h 23"/>
                  <a:gd name="T42" fmla="*/ 36 w 36"/>
                  <a:gd name="T43" fmla="*/ 23 h 23"/>
                  <a:gd name="T44" fmla="*/ 36 w 36"/>
                  <a:gd name="T45" fmla="*/ 23 h 23"/>
                  <a:gd name="T46" fmla="*/ 36 w 36"/>
                  <a:gd name="T47" fmla="*/ 23 h 23"/>
                  <a:gd name="T48" fmla="*/ 29 w 36"/>
                  <a:gd name="T49" fmla="*/ 18 h 23"/>
                  <a:gd name="T50" fmla="*/ 20 w 36"/>
                  <a:gd name="T51" fmla="*/ 14 h 23"/>
                  <a:gd name="T52" fmla="*/ 20 w 36"/>
                  <a:gd name="T53" fmla="*/ 14 h 23"/>
                  <a:gd name="T54" fmla="*/ 13 w 36"/>
                  <a:gd name="T55" fmla="*/ 11 h 23"/>
                  <a:gd name="T56" fmla="*/ 13 w 36"/>
                  <a:gd name="T57" fmla="*/ 10 h 23"/>
                  <a:gd name="T58" fmla="*/ 14 w 36"/>
                  <a:gd name="T59" fmla="*/ 8 h 23"/>
                  <a:gd name="T60" fmla="*/ 14 w 36"/>
                  <a:gd name="T61" fmla="*/ 8 h 23"/>
                  <a:gd name="T62" fmla="*/ 6 w 36"/>
                  <a:gd name="T63" fmla="*/ 4 h 23"/>
                  <a:gd name="T64" fmla="*/ 1 w 36"/>
                  <a:gd name="T65" fmla="*/ 3 h 23"/>
                  <a:gd name="T66" fmla="*/ 0 w 36"/>
                  <a:gd name="T67" fmla="*/ 0 h 23"/>
                  <a:gd name="T68" fmla="*/ 0 w 36"/>
                  <a:gd name="T69" fmla="*/ 0 h 23"/>
                  <a:gd name="T70" fmla="*/ 9 w 36"/>
                  <a:gd name="T71" fmla="*/ 4 h 23"/>
                  <a:gd name="T72" fmla="*/ 14 w 36"/>
                  <a:gd name="T73" fmla="*/ 7 h 23"/>
                  <a:gd name="T74" fmla="*/ 17 w 36"/>
                  <a:gd name="T75" fmla="*/ 1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36" h="23">
                    <a:moveTo>
                      <a:pt x="17" y="10"/>
                    </a:moveTo>
                    <a:lnTo>
                      <a:pt x="17" y="10"/>
                    </a:lnTo>
                    <a:lnTo>
                      <a:pt x="19" y="10"/>
                    </a:lnTo>
                    <a:lnTo>
                      <a:pt x="21" y="11"/>
                    </a:lnTo>
                    <a:lnTo>
                      <a:pt x="24" y="14"/>
                    </a:lnTo>
                    <a:lnTo>
                      <a:pt x="24" y="14"/>
                    </a:lnTo>
                    <a:lnTo>
                      <a:pt x="24" y="14"/>
                    </a:lnTo>
                    <a:lnTo>
                      <a:pt x="26" y="13"/>
                    </a:lnTo>
                    <a:lnTo>
                      <a:pt x="30" y="14"/>
                    </a:lnTo>
                    <a:lnTo>
                      <a:pt x="30" y="14"/>
                    </a:lnTo>
                    <a:lnTo>
                      <a:pt x="31" y="15"/>
                    </a:lnTo>
                    <a:lnTo>
                      <a:pt x="31" y="15"/>
                    </a:lnTo>
                    <a:lnTo>
                      <a:pt x="29" y="15"/>
                    </a:lnTo>
                    <a:lnTo>
                      <a:pt x="26" y="15"/>
                    </a:lnTo>
                    <a:lnTo>
                      <a:pt x="26" y="15"/>
                    </a:lnTo>
                    <a:lnTo>
                      <a:pt x="27" y="17"/>
                    </a:lnTo>
                    <a:lnTo>
                      <a:pt x="27" y="17"/>
                    </a:lnTo>
                    <a:lnTo>
                      <a:pt x="29" y="17"/>
                    </a:lnTo>
                    <a:lnTo>
                      <a:pt x="31" y="18"/>
                    </a:lnTo>
                    <a:lnTo>
                      <a:pt x="31" y="18"/>
                    </a:lnTo>
                    <a:lnTo>
                      <a:pt x="34" y="21"/>
                    </a:lnTo>
                    <a:lnTo>
                      <a:pt x="36" y="23"/>
                    </a:lnTo>
                    <a:lnTo>
                      <a:pt x="36" y="23"/>
                    </a:lnTo>
                    <a:lnTo>
                      <a:pt x="36" y="23"/>
                    </a:lnTo>
                    <a:lnTo>
                      <a:pt x="29" y="18"/>
                    </a:lnTo>
                    <a:lnTo>
                      <a:pt x="20" y="14"/>
                    </a:lnTo>
                    <a:lnTo>
                      <a:pt x="20" y="14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4" y="8"/>
                    </a:lnTo>
                    <a:lnTo>
                      <a:pt x="14" y="8"/>
                    </a:lnTo>
                    <a:lnTo>
                      <a:pt x="6" y="4"/>
                    </a:lnTo>
                    <a:lnTo>
                      <a:pt x="1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9" y="4"/>
                    </a:lnTo>
                    <a:lnTo>
                      <a:pt x="14" y="7"/>
                    </a:lnTo>
                    <a:lnTo>
                      <a:pt x="17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3" name="ïṥḻïďé"/>
              <p:cNvSpPr/>
              <p:nvPr/>
            </p:nvSpPr>
            <p:spPr bwMode="auto">
              <a:xfrm>
                <a:off x="4504821" y="1834768"/>
                <a:ext cx="49148" cy="24574"/>
              </a:xfrm>
              <a:custGeom>
                <a:avLst/>
                <a:gdLst>
                  <a:gd name="T0" fmla="*/ 15 w 15"/>
                  <a:gd name="T1" fmla="*/ 8 h 8"/>
                  <a:gd name="T2" fmla="*/ 15 w 15"/>
                  <a:gd name="T3" fmla="*/ 8 h 8"/>
                  <a:gd name="T4" fmla="*/ 11 w 15"/>
                  <a:gd name="T5" fmla="*/ 7 h 8"/>
                  <a:gd name="T6" fmla="*/ 11 w 15"/>
                  <a:gd name="T7" fmla="*/ 7 h 8"/>
                  <a:gd name="T8" fmla="*/ 8 w 15"/>
                  <a:gd name="T9" fmla="*/ 4 h 8"/>
                  <a:gd name="T10" fmla="*/ 8 w 15"/>
                  <a:gd name="T11" fmla="*/ 4 h 8"/>
                  <a:gd name="T12" fmla="*/ 0 w 15"/>
                  <a:gd name="T13" fmla="*/ 0 h 8"/>
                  <a:gd name="T14" fmla="*/ 0 w 15"/>
                  <a:gd name="T15" fmla="*/ 0 h 8"/>
                  <a:gd name="T16" fmla="*/ 8 w 15"/>
                  <a:gd name="T17" fmla="*/ 2 h 8"/>
                  <a:gd name="T18" fmla="*/ 8 w 15"/>
                  <a:gd name="T19" fmla="*/ 2 h 8"/>
                  <a:gd name="T20" fmla="*/ 12 w 15"/>
                  <a:gd name="T21" fmla="*/ 5 h 8"/>
                  <a:gd name="T22" fmla="*/ 12 w 15"/>
                  <a:gd name="T23" fmla="*/ 5 h 8"/>
                  <a:gd name="T24" fmla="*/ 15 w 15"/>
                  <a:gd name="T25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" h="8">
                    <a:moveTo>
                      <a:pt x="15" y="8"/>
                    </a:moveTo>
                    <a:lnTo>
                      <a:pt x="15" y="8"/>
                    </a:lnTo>
                    <a:lnTo>
                      <a:pt x="11" y="7"/>
                    </a:lnTo>
                    <a:lnTo>
                      <a:pt x="11" y="7"/>
                    </a:lnTo>
                    <a:lnTo>
                      <a:pt x="8" y="4"/>
                    </a:lnTo>
                    <a:lnTo>
                      <a:pt x="8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" y="2"/>
                    </a:lnTo>
                    <a:lnTo>
                      <a:pt x="8" y="2"/>
                    </a:lnTo>
                    <a:lnTo>
                      <a:pt x="12" y="5"/>
                    </a:lnTo>
                    <a:lnTo>
                      <a:pt x="12" y="5"/>
                    </a:lnTo>
                    <a:lnTo>
                      <a:pt x="15" y="8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4" name="ïṣḷiḓé"/>
              <p:cNvSpPr/>
              <p:nvPr/>
            </p:nvSpPr>
            <p:spPr bwMode="auto">
              <a:xfrm>
                <a:off x="4953301" y="2823877"/>
                <a:ext cx="12287" cy="43007"/>
              </a:xfrm>
              <a:custGeom>
                <a:avLst/>
                <a:gdLst>
                  <a:gd name="T0" fmla="*/ 0 w 5"/>
                  <a:gd name="T1" fmla="*/ 0 h 14"/>
                  <a:gd name="T2" fmla="*/ 0 w 5"/>
                  <a:gd name="T3" fmla="*/ 0 h 14"/>
                  <a:gd name="T4" fmla="*/ 3 w 5"/>
                  <a:gd name="T5" fmla="*/ 9 h 14"/>
                  <a:gd name="T6" fmla="*/ 3 w 5"/>
                  <a:gd name="T7" fmla="*/ 9 h 14"/>
                  <a:gd name="T8" fmla="*/ 5 w 5"/>
                  <a:gd name="T9" fmla="*/ 12 h 14"/>
                  <a:gd name="T10" fmla="*/ 5 w 5"/>
                  <a:gd name="T11" fmla="*/ 14 h 14"/>
                  <a:gd name="T12" fmla="*/ 5 w 5"/>
                  <a:gd name="T13" fmla="*/ 14 h 14"/>
                  <a:gd name="T14" fmla="*/ 2 w 5"/>
                  <a:gd name="T15" fmla="*/ 7 h 14"/>
                  <a:gd name="T16" fmla="*/ 0 w 5"/>
                  <a:gd name="T17" fmla="*/ 3 h 14"/>
                  <a:gd name="T18" fmla="*/ 0 w 5"/>
                  <a:gd name="T1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14">
                    <a:moveTo>
                      <a:pt x="0" y="0"/>
                    </a:moveTo>
                    <a:lnTo>
                      <a:pt x="0" y="0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5" y="12"/>
                    </a:lnTo>
                    <a:lnTo>
                      <a:pt x="5" y="14"/>
                    </a:lnTo>
                    <a:lnTo>
                      <a:pt x="5" y="14"/>
                    </a:lnTo>
                    <a:lnTo>
                      <a:pt x="2" y="7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5" name="îšḻîdé"/>
              <p:cNvSpPr/>
              <p:nvPr/>
            </p:nvSpPr>
            <p:spPr bwMode="auto">
              <a:xfrm>
                <a:off x="4584689" y="1883917"/>
                <a:ext cx="30720" cy="18433"/>
              </a:xfrm>
              <a:custGeom>
                <a:avLst/>
                <a:gdLst>
                  <a:gd name="T0" fmla="*/ 7 w 8"/>
                  <a:gd name="T1" fmla="*/ 3 h 7"/>
                  <a:gd name="T2" fmla="*/ 7 w 8"/>
                  <a:gd name="T3" fmla="*/ 3 h 7"/>
                  <a:gd name="T4" fmla="*/ 8 w 8"/>
                  <a:gd name="T5" fmla="*/ 6 h 7"/>
                  <a:gd name="T6" fmla="*/ 8 w 8"/>
                  <a:gd name="T7" fmla="*/ 7 h 7"/>
                  <a:gd name="T8" fmla="*/ 8 w 8"/>
                  <a:gd name="T9" fmla="*/ 7 h 7"/>
                  <a:gd name="T10" fmla="*/ 8 w 8"/>
                  <a:gd name="T11" fmla="*/ 7 h 7"/>
                  <a:gd name="T12" fmla="*/ 4 w 8"/>
                  <a:gd name="T13" fmla="*/ 3 h 7"/>
                  <a:gd name="T14" fmla="*/ 0 w 8"/>
                  <a:gd name="T15" fmla="*/ 2 h 7"/>
                  <a:gd name="T16" fmla="*/ 0 w 8"/>
                  <a:gd name="T17" fmla="*/ 2 h 7"/>
                  <a:gd name="T18" fmla="*/ 0 w 8"/>
                  <a:gd name="T19" fmla="*/ 0 h 7"/>
                  <a:gd name="T20" fmla="*/ 1 w 8"/>
                  <a:gd name="T21" fmla="*/ 0 h 7"/>
                  <a:gd name="T22" fmla="*/ 7 w 8"/>
                  <a:gd name="T23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" h="7">
                    <a:moveTo>
                      <a:pt x="7" y="3"/>
                    </a:moveTo>
                    <a:lnTo>
                      <a:pt x="7" y="3"/>
                    </a:lnTo>
                    <a:lnTo>
                      <a:pt x="8" y="6"/>
                    </a:lnTo>
                    <a:lnTo>
                      <a:pt x="8" y="7"/>
                    </a:lnTo>
                    <a:lnTo>
                      <a:pt x="8" y="7"/>
                    </a:lnTo>
                    <a:lnTo>
                      <a:pt x="8" y="7"/>
                    </a:lnTo>
                    <a:lnTo>
                      <a:pt x="4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7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6" name="ísľiḑé"/>
              <p:cNvSpPr/>
              <p:nvPr/>
            </p:nvSpPr>
            <p:spPr bwMode="auto">
              <a:xfrm>
                <a:off x="4652265" y="1939211"/>
                <a:ext cx="24574" cy="18433"/>
              </a:xfrm>
              <a:custGeom>
                <a:avLst/>
                <a:gdLst>
                  <a:gd name="T0" fmla="*/ 1 w 7"/>
                  <a:gd name="T1" fmla="*/ 0 h 6"/>
                  <a:gd name="T2" fmla="*/ 1 w 7"/>
                  <a:gd name="T3" fmla="*/ 0 h 6"/>
                  <a:gd name="T4" fmla="*/ 4 w 7"/>
                  <a:gd name="T5" fmla="*/ 3 h 6"/>
                  <a:gd name="T6" fmla="*/ 6 w 7"/>
                  <a:gd name="T7" fmla="*/ 4 h 6"/>
                  <a:gd name="T8" fmla="*/ 7 w 7"/>
                  <a:gd name="T9" fmla="*/ 6 h 6"/>
                  <a:gd name="T10" fmla="*/ 7 w 7"/>
                  <a:gd name="T11" fmla="*/ 6 h 6"/>
                  <a:gd name="T12" fmla="*/ 1 w 7"/>
                  <a:gd name="T13" fmla="*/ 3 h 6"/>
                  <a:gd name="T14" fmla="*/ 0 w 7"/>
                  <a:gd name="T15" fmla="*/ 0 h 6"/>
                  <a:gd name="T16" fmla="*/ 1 w 7"/>
                  <a:gd name="T1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6">
                    <a:moveTo>
                      <a:pt x="1" y="0"/>
                    </a:moveTo>
                    <a:lnTo>
                      <a:pt x="1" y="0"/>
                    </a:lnTo>
                    <a:lnTo>
                      <a:pt x="4" y="3"/>
                    </a:lnTo>
                    <a:lnTo>
                      <a:pt x="6" y="4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1" y="3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7" name="îSľïďè"/>
              <p:cNvSpPr/>
              <p:nvPr/>
            </p:nvSpPr>
            <p:spPr bwMode="auto">
              <a:xfrm>
                <a:off x="4627691" y="1896204"/>
                <a:ext cx="24574" cy="18433"/>
              </a:xfrm>
              <a:custGeom>
                <a:avLst/>
                <a:gdLst>
                  <a:gd name="T0" fmla="*/ 6 w 7"/>
                  <a:gd name="T1" fmla="*/ 3 h 6"/>
                  <a:gd name="T2" fmla="*/ 6 w 7"/>
                  <a:gd name="T3" fmla="*/ 3 h 6"/>
                  <a:gd name="T4" fmla="*/ 7 w 7"/>
                  <a:gd name="T5" fmla="*/ 6 h 6"/>
                  <a:gd name="T6" fmla="*/ 6 w 7"/>
                  <a:gd name="T7" fmla="*/ 6 h 6"/>
                  <a:gd name="T8" fmla="*/ 6 w 7"/>
                  <a:gd name="T9" fmla="*/ 6 h 6"/>
                  <a:gd name="T10" fmla="*/ 3 w 7"/>
                  <a:gd name="T11" fmla="*/ 3 h 6"/>
                  <a:gd name="T12" fmla="*/ 3 w 7"/>
                  <a:gd name="T13" fmla="*/ 3 h 6"/>
                  <a:gd name="T14" fmla="*/ 0 w 7"/>
                  <a:gd name="T15" fmla="*/ 0 h 6"/>
                  <a:gd name="T16" fmla="*/ 0 w 7"/>
                  <a:gd name="T17" fmla="*/ 0 h 6"/>
                  <a:gd name="T18" fmla="*/ 6 w 7"/>
                  <a:gd name="T19" fmla="*/ 3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6">
                    <a:moveTo>
                      <a:pt x="6" y="3"/>
                    </a:moveTo>
                    <a:lnTo>
                      <a:pt x="6" y="3"/>
                    </a:lnTo>
                    <a:lnTo>
                      <a:pt x="7" y="6"/>
                    </a:lnTo>
                    <a:lnTo>
                      <a:pt x="6" y="6"/>
                    </a:lnTo>
                    <a:lnTo>
                      <a:pt x="6" y="6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8" name="iṩlíďê"/>
              <p:cNvSpPr/>
              <p:nvPr/>
            </p:nvSpPr>
            <p:spPr bwMode="auto">
              <a:xfrm>
                <a:off x="4996303" y="2934462"/>
                <a:ext cx="12287" cy="30720"/>
              </a:xfrm>
              <a:custGeom>
                <a:avLst/>
                <a:gdLst>
                  <a:gd name="T0" fmla="*/ 5 w 5"/>
                  <a:gd name="T1" fmla="*/ 10 h 10"/>
                  <a:gd name="T2" fmla="*/ 5 w 5"/>
                  <a:gd name="T3" fmla="*/ 10 h 10"/>
                  <a:gd name="T4" fmla="*/ 3 w 5"/>
                  <a:gd name="T5" fmla="*/ 8 h 10"/>
                  <a:gd name="T6" fmla="*/ 2 w 5"/>
                  <a:gd name="T7" fmla="*/ 7 h 10"/>
                  <a:gd name="T8" fmla="*/ 2 w 5"/>
                  <a:gd name="T9" fmla="*/ 7 h 10"/>
                  <a:gd name="T10" fmla="*/ 2 w 5"/>
                  <a:gd name="T11" fmla="*/ 4 h 10"/>
                  <a:gd name="T12" fmla="*/ 0 w 5"/>
                  <a:gd name="T13" fmla="*/ 0 h 10"/>
                  <a:gd name="T14" fmla="*/ 0 w 5"/>
                  <a:gd name="T15" fmla="*/ 0 h 10"/>
                  <a:gd name="T16" fmla="*/ 3 w 5"/>
                  <a:gd name="T17" fmla="*/ 4 h 10"/>
                  <a:gd name="T18" fmla="*/ 5 w 5"/>
                  <a:gd name="T19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10">
                    <a:moveTo>
                      <a:pt x="5" y="10"/>
                    </a:moveTo>
                    <a:lnTo>
                      <a:pt x="5" y="10"/>
                    </a:lnTo>
                    <a:lnTo>
                      <a:pt x="3" y="8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4"/>
                    </a:lnTo>
                    <a:lnTo>
                      <a:pt x="5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39" name="i$ḻïḍè"/>
              <p:cNvSpPr/>
              <p:nvPr/>
            </p:nvSpPr>
            <p:spPr bwMode="auto">
              <a:xfrm>
                <a:off x="4732133" y="2006788"/>
                <a:ext cx="49148" cy="43007"/>
              </a:xfrm>
              <a:custGeom>
                <a:avLst/>
                <a:gdLst>
                  <a:gd name="T0" fmla="*/ 8 w 17"/>
                  <a:gd name="T1" fmla="*/ 4 h 14"/>
                  <a:gd name="T2" fmla="*/ 8 w 17"/>
                  <a:gd name="T3" fmla="*/ 4 h 14"/>
                  <a:gd name="T4" fmla="*/ 10 w 17"/>
                  <a:gd name="T5" fmla="*/ 7 h 14"/>
                  <a:gd name="T6" fmla="*/ 11 w 17"/>
                  <a:gd name="T7" fmla="*/ 9 h 14"/>
                  <a:gd name="T8" fmla="*/ 11 w 17"/>
                  <a:gd name="T9" fmla="*/ 9 h 14"/>
                  <a:gd name="T10" fmla="*/ 13 w 17"/>
                  <a:gd name="T11" fmla="*/ 9 h 14"/>
                  <a:gd name="T12" fmla="*/ 14 w 17"/>
                  <a:gd name="T13" fmla="*/ 9 h 14"/>
                  <a:gd name="T14" fmla="*/ 14 w 17"/>
                  <a:gd name="T15" fmla="*/ 9 h 14"/>
                  <a:gd name="T16" fmla="*/ 15 w 17"/>
                  <a:gd name="T17" fmla="*/ 12 h 14"/>
                  <a:gd name="T18" fmla="*/ 17 w 17"/>
                  <a:gd name="T19" fmla="*/ 13 h 14"/>
                  <a:gd name="T20" fmla="*/ 17 w 17"/>
                  <a:gd name="T21" fmla="*/ 14 h 14"/>
                  <a:gd name="T22" fmla="*/ 14 w 17"/>
                  <a:gd name="T23" fmla="*/ 13 h 14"/>
                  <a:gd name="T24" fmla="*/ 14 w 17"/>
                  <a:gd name="T25" fmla="*/ 13 h 14"/>
                  <a:gd name="T26" fmla="*/ 7 w 17"/>
                  <a:gd name="T27" fmla="*/ 7 h 14"/>
                  <a:gd name="T28" fmla="*/ 7 w 17"/>
                  <a:gd name="T29" fmla="*/ 7 h 14"/>
                  <a:gd name="T30" fmla="*/ 0 w 17"/>
                  <a:gd name="T31" fmla="*/ 0 h 14"/>
                  <a:gd name="T32" fmla="*/ 0 w 17"/>
                  <a:gd name="T33" fmla="*/ 0 h 14"/>
                  <a:gd name="T34" fmla="*/ 8 w 17"/>
                  <a:gd name="T35" fmla="*/ 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7" h="14">
                    <a:moveTo>
                      <a:pt x="8" y="4"/>
                    </a:moveTo>
                    <a:lnTo>
                      <a:pt x="8" y="4"/>
                    </a:lnTo>
                    <a:lnTo>
                      <a:pt x="10" y="7"/>
                    </a:lnTo>
                    <a:lnTo>
                      <a:pt x="11" y="9"/>
                    </a:lnTo>
                    <a:lnTo>
                      <a:pt x="11" y="9"/>
                    </a:lnTo>
                    <a:lnTo>
                      <a:pt x="13" y="9"/>
                    </a:lnTo>
                    <a:lnTo>
                      <a:pt x="14" y="9"/>
                    </a:lnTo>
                    <a:lnTo>
                      <a:pt x="14" y="9"/>
                    </a:lnTo>
                    <a:lnTo>
                      <a:pt x="15" y="12"/>
                    </a:lnTo>
                    <a:lnTo>
                      <a:pt x="17" y="13"/>
                    </a:lnTo>
                    <a:lnTo>
                      <a:pt x="17" y="14"/>
                    </a:lnTo>
                    <a:lnTo>
                      <a:pt x="14" y="13"/>
                    </a:lnTo>
                    <a:lnTo>
                      <a:pt x="14" y="13"/>
                    </a:lnTo>
                    <a:lnTo>
                      <a:pt x="7" y="7"/>
                    </a:lnTo>
                    <a:lnTo>
                      <a:pt x="7" y="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0" name="îṩḻîḋe"/>
              <p:cNvSpPr/>
              <p:nvPr/>
            </p:nvSpPr>
            <p:spPr bwMode="auto">
              <a:xfrm>
                <a:off x="5014736" y="3002039"/>
                <a:ext cx="6145" cy="12287"/>
              </a:xfrm>
              <a:custGeom>
                <a:avLst/>
                <a:gdLst>
                  <a:gd name="T0" fmla="*/ 0 w 3"/>
                  <a:gd name="T1" fmla="*/ 2 h 4"/>
                  <a:gd name="T2" fmla="*/ 1 w 3"/>
                  <a:gd name="T3" fmla="*/ 0 h 4"/>
                  <a:gd name="T4" fmla="*/ 1 w 3"/>
                  <a:gd name="T5" fmla="*/ 0 h 4"/>
                  <a:gd name="T6" fmla="*/ 1 w 3"/>
                  <a:gd name="T7" fmla="*/ 1 h 4"/>
                  <a:gd name="T8" fmla="*/ 3 w 3"/>
                  <a:gd name="T9" fmla="*/ 4 h 4"/>
                  <a:gd name="T10" fmla="*/ 1 w 3"/>
                  <a:gd name="T11" fmla="*/ 4 h 4"/>
                  <a:gd name="T12" fmla="*/ 0 w 3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4">
                    <a:moveTo>
                      <a:pt x="0" y="2"/>
                    </a:moveTo>
                    <a:lnTo>
                      <a:pt x="1" y="0"/>
                    </a:lnTo>
                    <a:lnTo>
                      <a:pt x="1" y="0"/>
                    </a:lnTo>
                    <a:lnTo>
                      <a:pt x="1" y="1"/>
                    </a:lnTo>
                    <a:lnTo>
                      <a:pt x="3" y="4"/>
                    </a:lnTo>
                    <a:lnTo>
                      <a:pt x="1" y="4"/>
                    </a:lnTo>
                    <a:lnTo>
                      <a:pt x="0" y="2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1" name="ï$ľîdê"/>
              <p:cNvSpPr/>
              <p:nvPr/>
            </p:nvSpPr>
            <p:spPr bwMode="auto">
              <a:xfrm>
                <a:off x="4818142" y="2080510"/>
                <a:ext cx="24574" cy="24574"/>
              </a:xfrm>
              <a:custGeom>
                <a:avLst/>
                <a:gdLst>
                  <a:gd name="T0" fmla="*/ 0 w 7"/>
                  <a:gd name="T1" fmla="*/ 0 h 7"/>
                  <a:gd name="T2" fmla="*/ 0 w 7"/>
                  <a:gd name="T3" fmla="*/ 0 h 7"/>
                  <a:gd name="T4" fmla="*/ 5 w 7"/>
                  <a:gd name="T5" fmla="*/ 3 h 7"/>
                  <a:gd name="T6" fmla="*/ 7 w 7"/>
                  <a:gd name="T7" fmla="*/ 7 h 7"/>
                  <a:gd name="T8" fmla="*/ 7 w 7"/>
                  <a:gd name="T9" fmla="*/ 7 h 7"/>
                  <a:gd name="T10" fmla="*/ 3 w 7"/>
                  <a:gd name="T11" fmla="*/ 4 h 7"/>
                  <a:gd name="T12" fmla="*/ 0 w 7"/>
                  <a:gd name="T13" fmla="*/ 0 h 7"/>
                  <a:gd name="T14" fmla="*/ 0 w 7"/>
                  <a:gd name="T15" fmla="*/ 0 h 7"/>
                  <a:gd name="T16" fmla="*/ 2 w 7"/>
                  <a:gd name="T17" fmla="*/ 1 h 7"/>
                  <a:gd name="T18" fmla="*/ 0 w 7"/>
                  <a:gd name="T1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7">
                    <a:moveTo>
                      <a:pt x="0" y="0"/>
                    </a:moveTo>
                    <a:lnTo>
                      <a:pt x="0" y="0"/>
                    </a:lnTo>
                    <a:lnTo>
                      <a:pt x="5" y="3"/>
                    </a:lnTo>
                    <a:lnTo>
                      <a:pt x="7" y="7"/>
                    </a:lnTo>
                    <a:lnTo>
                      <a:pt x="7" y="7"/>
                    </a:lnTo>
                    <a:lnTo>
                      <a:pt x="3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1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2" name="ïšḻiḍê"/>
              <p:cNvSpPr/>
              <p:nvPr/>
            </p:nvSpPr>
            <p:spPr bwMode="auto">
              <a:xfrm>
                <a:off x="5045451" y="3124910"/>
                <a:ext cx="12287" cy="30720"/>
              </a:xfrm>
              <a:custGeom>
                <a:avLst/>
                <a:gdLst>
                  <a:gd name="T0" fmla="*/ 5 w 5"/>
                  <a:gd name="T1" fmla="*/ 4 h 12"/>
                  <a:gd name="T2" fmla="*/ 5 w 5"/>
                  <a:gd name="T3" fmla="*/ 4 h 12"/>
                  <a:gd name="T4" fmla="*/ 5 w 5"/>
                  <a:gd name="T5" fmla="*/ 12 h 12"/>
                  <a:gd name="T6" fmla="*/ 5 w 5"/>
                  <a:gd name="T7" fmla="*/ 12 h 12"/>
                  <a:gd name="T8" fmla="*/ 3 w 5"/>
                  <a:gd name="T9" fmla="*/ 12 h 12"/>
                  <a:gd name="T10" fmla="*/ 3 w 5"/>
                  <a:gd name="T11" fmla="*/ 10 h 12"/>
                  <a:gd name="T12" fmla="*/ 2 w 5"/>
                  <a:gd name="T13" fmla="*/ 9 h 12"/>
                  <a:gd name="T14" fmla="*/ 2 w 5"/>
                  <a:gd name="T15" fmla="*/ 9 h 12"/>
                  <a:gd name="T16" fmla="*/ 3 w 5"/>
                  <a:gd name="T17" fmla="*/ 10 h 12"/>
                  <a:gd name="T18" fmla="*/ 3 w 5"/>
                  <a:gd name="T19" fmla="*/ 9 h 12"/>
                  <a:gd name="T20" fmla="*/ 3 w 5"/>
                  <a:gd name="T21" fmla="*/ 6 h 12"/>
                  <a:gd name="T22" fmla="*/ 3 w 5"/>
                  <a:gd name="T23" fmla="*/ 6 h 12"/>
                  <a:gd name="T24" fmla="*/ 2 w 5"/>
                  <a:gd name="T25" fmla="*/ 7 h 12"/>
                  <a:gd name="T26" fmla="*/ 0 w 5"/>
                  <a:gd name="T27" fmla="*/ 6 h 12"/>
                  <a:gd name="T28" fmla="*/ 0 w 5"/>
                  <a:gd name="T29" fmla="*/ 6 h 12"/>
                  <a:gd name="T30" fmla="*/ 0 w 5"/>
                  <a:gd name="T31" fmla="*/ 3 h 12"/>
                  <a:gd name="T32" fmla="*/ 0 w 5"/>
                  <a:gd name="T33" fmla="*/ 0 h 12"/>
                  <a:gd name="T34" fmla="*/ 0 w 5"/>
                  <a:gd name="T35" fmla="*/ 0 h 12"/>
                  <a:gd name="T36" fmla="*/ 2 w 5"/>
                  <a:gd name="T37" fmla="*/ 3 h 12"/>
                  <a:gd name="T38" fmla="*/ 2 w 5"/>
                  <a:gd name="T39" fmla="*/ 3 h 12"/>
                  <a:gd name="T40" fmla="*/ 3 w 5"/>
                  <a:gd name="T41" fmla="*/ 3 h 12"/>
                  <a:gd name="T42" fmla="*/ 5 w 5"/>
                  <a:gd name="T43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" h="12">
                    <a:moveTo>
                      <a:pt x="5" y="4"/>
                    </a:moveTo>
                    <a:lnTo>
                      <a:pt x="5" y="4"/>
                    </a:lnTo>
                    <a:lnTo>
                      <a:pt x="5" y="12"/>
                    </a:lnTo>
                    <a:lnTo>
                      <a:pt x="5" y="12"/>
                    </a:lnTo>
                    <a:lnTo>
                      <a:pt x="3" y="12"/>
                    </a:lnTo>
                    <a:lnTo>
                      <a:pt x="3" y="10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2" y="7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3" y="3"/>
                    </a:lnTo>
                    <a:lnTo>
                      <a:pt x="5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3" name="isļîďè"/>
              <p:cNvSpPr/>
              <p:nvPr/>
            </p:nvSpPr>
            <p:spPr bwMode="auto">
              <a:xfrm>
                <a:off x="4904152" y="2154233"/>
                <a:ext cx="30720" cy="43007"/>
              </a:xfrm>
              <a:custGeom>
                <a:avLst/>
                <a:gdLst>
                  <a:gd name="T0" fmla="*/ 0 w 12"/>
                  <a:gd name="T1" fmla="*/ 0 h 14"/>
                  <a:gd name="T2" fmla="*/ 0 w 12"/>
                  <a:gd name="T3" fmla="*/ 0 h 14"/>
                  <a:gd name="T4" fmla="*/ 8 w 12"/>
                  <a:gd name="T5" fmla="*/ 8 h 14"/>
                  <a:gd name="T6" fmla="*/ 10 w 12"/>
                  <a:gd name="T7" fmla="*/ 11 h 14"/>
                  <a:gd name="T8" fmla="*/ 12 w 12"/>
                  <a:gd name="T9" fmla="*/ 14 h 14"/>
                  <a:gd name="T10" fmla="*/ 12 w 12"/>
                  <a:gd name="T11" fmla="*/ 14 h 14"/>
                  <a:gd name="T12" fmla="*/ 5 w 12"/>
                  <a:gd name="T13" fmla="*/ 5 h 14"/>
                  <a:gd name="T14" fmla="*/ 5 w 12"/>
                  <a:gd name="T15" fmla="*/ 5 h 14"/>
                  <a:gd name="T16" fmla="*/ 8 w 12"/>
                  <a:gd name="T17" fmla="*/ 11 h 14"/>
                  <a:gd name="T18" fmla="*/ 8 w 12"/>
                  <a:gd name="T19" fmla="*/ 11 h 14"/>
                  <a:gd name="T20" fmla="*/ 3 w 12"/>
                  <a:gd name="T21" fmla="*/ 7 h 14"/>
                  <a:gd name="T22" fmla="*/ 0 w 12"/>
                  <a:gd name="T23" fmla="*/ 5 h 14"/>
                  <a:gd name="T24" fmla="*/ 0 w 12"/>
                  <a:gd name="T25" fmla="*/ 5 h 14"/>
                  <a:gd name="T26" fmla="*/ 0 w 12"/>
                  <a:gd name="T27" fmla="*/ 3 h 14"/>
                  <a:gd name="T28" fmla="*/ 0 w 12"/>
                  <a:gd name="T2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" h="14">
                    <a:moveTo>
                      <a:pt x="0" y="0"/>
                    </a:moveTo>
                    <a:lnTo>
                      <a:pt x="0" y="0"/>
                    </a:lnTo>
                    <a:lnTo>
                      <a:pt x="8" y="8"/>
                    </a:lnTo>
                    <a:lnTo>
                      <a:pt x="10" y="11"/>
                    </a:lnTo>
                    <a:lnTo>
                      <a:pt x="12" y="14"/>
                    </a:lnTo>
                    <a:lnTo>
                      <a:pt x="12" y="14"/>
                    </a:lnTo>
                    <a:lnTo>
                      <a:pt x="5" y="5"/>
                    </a:lnTo>
                    <a:lnTo>
                      <a:pt x="5" y="5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3" y="7"/>
                    </a:lnTo>
                    <a:lnTo>
                      <a:pt x="0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4" name="íṩḻiḍê"/>
              <p:cNvSpPr/>
              <p:nvPr/>
            </p:nvSpPr>
            <p:spPr bwMode="auto">
              <a:xfrm>
                <a:off x="5057739" y="3186345"/>
                <a:ext cx="12287" cy="12287"/>
              </a:xfrm>
              <a:custGeom>
                <a:avLst/>
                <a:gdLst>
                  <a:gd name="T0" fmla="*/ 3 w 3"/>
                  <a:gd name="T1" fmla="*/ 4 h 4"/>
                  <a:gd name="T2" fmla="*/ 3 w 3"/>
                  <a:gd name="T3" fmla="*/ 4 h 4"/>
                  <a:gd name="T4" fmla="*/ 1 w 3"/>
                  <a:gd name="T5" fmla="*/ 3 h 4"/>
                  <a:gd name="T6" fmla="*/ 0 w 3"/>
                  <a:gd name="T7" fmla="*/ 2 h 4"/>
                  <a:gd name="T8" fmla="*/ 0 w 3"/>
                  <a:gd name="T9" fmla="*/ 2 h 4"/>
                  <a:gd name="T10" fmla="*/ 1 w 3"/>
                  <a:gd name="T11" fmla="*/ 0 h 4"/>
                  <a:gd name="T12" fmla="*/ 1 w 3"/>
                  <a:gd name="T13" fmla="*/ 0 h 4"/>
                  <a:gd name="T14" fmla="*/ 3 w 3"/>
                  <a:gd name="T15" fmla="*/ 2 h 4"/>
                  <a:gd name="T16" fmla="*/ 3 w 3"/>
                  <a:gd name="T1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lnTo>
                      <a:pt x="3" y="4"/>
                    </a:lnTo>
                    <a:lnTo>
                      <a:pt x="1" y="3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3" y="2"/>
                    </a:lnTo>
                    <a:lnTo>
                      <a:pt x="3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5" name="ïŝḷiḑe"/>
              <p:cNvSpPr/>
              <p:nvPr/>
            </p:nvSpPr>
            <p:spPr bwMode="auto">
              <a:xfrm>
                <a:off x="4934868" y="2209527"/>
                <a:ext cx="18433" cy="18433"/>
              </a:xfrm>
              <a:custGeom>
                <a:avLst/>
                <a:gdLst>
                  <a:gd name="T0" fmla="*/ 4 w 5"/>
                  <a:gd name="T1" fmla="*/ 0 h 6"/>
                  <a:gd name="T2" fmla="*/ 4 w 5"/>
                  <a:gd name="T3" fmla="*/ 0 h 6"/>
                  <a:gd name="T4" fmla="*/ 5 w 5"/>
                  <a:gd name="T5" fmla="*/ 5 h 6"/>
                  <a:gd name="T6" fmla="*/ 4 w 5"/>
                  <a:gd name="T7" fmla="*/ 6 h 6"/>
                  <a:gd name="T8" fmla="*/ 4 w 5"/>
                  <a:gd name="T9" fmla="*/ 6 h 6"/>
                  <a:gd name="T10" fmla="*/ 4 w 5"/>
                  <a:gd name="T11" fmla="*/ 6 h 6"/>
                  <a:gd name="T12" fmla="*/ 3 w 5"/>
                  <a:gd name="T13" fmla="*/ 6 h 6"/>
                  <a:gd name="T14" fmla="*/ 3 w 5"/>
                  <a:gd name="T15" fmla="*/ 6 h 6"/>
                  <a:gd name="T16" fmla="*/ 0 w 5"/>
                  <a:gd name="T17" fmla="*/ 2 h 6"/>
                  <a:gd name="T18" fmla="*/ 0 w 5"/>
                  <a:gd name="T19" fmla="*/ 2 h 6"/>
                  <a:gd name="T20" fmla="*/ 1 w 5"/>
                  <a:gd name="T21" fmla="*/ 2 h 6"/>
                  <a:gd name="T22" fmla="*/ 1 w 5"/>
                  <a:gd name="T23" fmla="*/ 0 h 6"/>
                  <a:gd name="T24" fmla="*/ 1 w 5"/>
                  <a:gd name="T25" fmla="*/ 0 h 6"/>
                  <a:gd name="T26" fmla="*/ 4 w 5"/>
                  <a:gd name="T27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" h="6">
                    <a:moveTo>
                      <a:pt x="4" y="0"/>
                    </a:moveTo>
                    <a:lnTo>
                      <a:pt x="4" y="0"/>
                    </a:lnTo>
                    <a:lnTo>
                      <a:pt x="5" y="5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1" y="2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4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6" name="ïSḻíďê"/>
              <p:cNvSpPr/>
              <p:nvPr/>
            </p:nvSpPr>
            <p:spPr bwMode="auto">
              <a:xfrm>
                <a:off x="5063884" y="3198633"/>
                <a:ext cx="6145" cy="24574"/>
              </a:xfrm>
              <a:custGeom>
                <a:avLst/>
                <a:gdLst>
                  <a:gd name="T0" fmla="*/ 2 w 2"/>
                  <a:gd name="T1" fmla="*/ 7 h 7"/>
                  <a:gd name="T2" fmla="*/ 2 w 2"/>
                  <a:gd name="T3" fmla="*/ 7 h 7"/>
                  <a:gd name="T4" fmla="*/ 0 w 2"/>
                  <a:gd name="T5" fmla="*/ 3 h 7"/>
                  <a:gd name="T6" fmla="*/ 0 w 2"/>
                  <a:gd name="T7" fmla="*/ 0 h 7"/>
                  <a:gd name="T8" fmla="*/ 0 w 2"/>
                  <a:gd name="T9" fmla="*/ 0 h 7"/>
                  <a:gd name="T10" fmla="*/ 2 w 2"/>
                  <a:gd name="T11" fmla="*/ 3 h 7"/>
                  <a:gd name="T12" fmla="*/ 2 w 2"/>
                  <a:gd name="T1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7">
                    <a:moveTo>
                      <a:pt x="2" y="7"/>
                    </a:moveTo>
                    <a:lnTo>
                      <a:pt x="2" y="7"/>
                    </a:lnTo>
                    <a:lnTo>
                      <a:pt x="0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2" y="3"/>
                    </a:lnTo>
                    <a:lnTo>
                      <a:pt x="2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7" name="ïṣlíḋe"/>
              <p:cNvSpPr/>
              <p:nvPr/>
            </p:nvSpPr>
            <p:spPr bwMode="auto">
              <a:xfrm>
                <a:off x="4947155" y="2203381"/>
                <a:ext cx="36861" cy="43007"/>
              </a:xfrm>
              <a:custGeom>
                <a:avLst/>
                <a:gdLst>
                  <a:gd name="T0" fmla="*/ 11 w 11"/>
                  <a:gd name="T1" fmla="*/ 15 h 15"/>
                  <a:gd name="T2" fmla="*/ 11 w 11"/>
                  <a:gd name="T3" fmla="*/ 15 h 15"/>
                  <a:gd name="T4" fmla="*/ 5 w 11"/>
                  <a:gd name="T5" fmla="*/ 8 h 15"/>
                  <a:gd name="T6" fmla="*/ 0 w 11"/>
                  <a:gd name="T7" fmla="*/ 0 h 15"/>
                  <a:gd name="T8" fmla="*/ 0 w 11"/>
                  <a:gd name="T9" fmla="*/ 0 h 15"/>
                  <a:gd name="T10" fmla="*/ 8 w 11"/>
                  <a:gd name="T11" fmla="*/ 10 h 15"/>
                  <a:gd name="T12" fmla="*/ 8 w 11"/>
                  <a:gd name="T13" fmla="*/ 10 h 15"/>
                  <a:gd name="T14" fmla="*/ 8 w 11"/>
                  <a:gd name="T15" fmla="*/ 10 h 15"/>
                  <a:gd name="T16" fmla="*/ 8 w 11"/>
                  <a:gd name="T17" fmla="*/ 12 h 15"/>
                  <a:gd name="T18" fmla="*/ 8 w 11"/>
                  <a:gd name="T19" fmla="*/ 12 h 15"/>
                  <a:gd name="T20" fmla="*/ 10 w 11"/>
                  <a:gd name="T21" fmla="*/ 13 h 15"/>
                  <a:gd name="T22" fmla="*/ 11 w 11"/>
                  <a:gd name="T23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1" h="15">
                    <a:moveTo>
                      <a:pt x="11" y="15"/>
                    </a:moveTo>
                    <a:lnTo>
                      <a:pt x="11" y="15"/>
                    </a:lnTo>
                    <a:lnTo>
                      <a:pt x="5" y="8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8" y="10"/>
                    </a:lnTo>
                    <a:lnTo>
                      <a:pt x="8" y="12"/>
                    </a:lnTo>
                    <a:lnTo>
                      <a:pt x="8" y="12"/>
                    </a:lnTo>
                    <a:lnTo>
                      <a:pt x="10" y="13"/>
                    </a:lnTo>
                    <a:lnTo>
                      <a:pt x="11" y="1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8" name="ïsḷiḑè"/>
              <p:cNvSpPr/>
              <p:nvPr/>
            </p:nvSpPr>
            <p:spPr bwMode="auto">
              <a:xfrm>
                <a:off x="4953301" y="2227955"/>
                <a:ext cx="43007" cy="49148"/>
              </a:xfrm>
              <a:custGeom>
                <a:avLst/>
                <a:gdLst>
                  <a:gd name="T0" fmla="*/ 13 w 13"/>
                  <a:gd name="T1" fmla="*/ 14 h 16"/>
                  <a:gd name="T2" fmla="*/ 13 w 13"/>
                  <a:gd name="T3" fmla="*/ 14 h 16"/>
                  <a:gd name="T4" fmla="*/ 13 w 13"/>
                  <a:gd name="T5" fmla="*/ 14 h 16"/>
                  <a:gd name="T6" fmla="*/ 13 w 13"/>
                  <a:gd name="T7" fmla="*/ 14 h 16"/>
                  <a:gd name="T8" fmla="*/ 13 w 13"/>
                  <a:gd name="T9" fmla="*/ 16 h 16"/>
                  <a:gd name="T10" fmla="*/ 13 w 13"/>
                  <a:gd name="T11" fmla="*/ 16 h 16"/>
                  <a:gd name="T12" fmla="*/ 6 w 13"/>
                  <a:gd name="T13" fmla="*/ 9 h 16"/>
                  <a:gd name="T14" fmla="*/ 0 w 13"/>
                  <a:gd name="T15" fmla="*/ 0 h 16"/>
                  <a:gd name="T16" fmla="*/ 0 w 13"/>
                  <a:gd name="T17" fmla="*/ 0 h 16"/>
                  <a:gd name="T18" fmla="*/ 3 w 13"/>
                  <a:gd name="T19" fmla="*/ 1 h 16"/>
                  <a:gd name="T20" fmla="*/ 6 w 13"/>
                  <a:gd name="T21" fmla="*/ 3 h 16"/>
                  <a:gd name="T22" fmla="*/ 6 w 13"/>
                  <a:gd name="T23" fmla="*/ 3 h 16"/>
                  <a:gd name="T24" fmla="*/ 13 w 13"/>
                  <a:gd name="T25" fmla="*/ 14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" h="16">
                    <a:moveTo>
                      <a:pt x="13" y="14"/>
                    </a:moveTo>
                    <a:lnTo>
                      <a:pt x="13" y="14"/>
                    </a:lnTo>
                    <a:lnTo>
                      <a:pt x="13" y="14"/>
                    </a:lnTo>
                    <a:lnTo>
                      <a:pt x="13" y="14"/>
                    </a:lnTo>
                    <a:lnTo>
                      <a:pt x="13" y="16"/>
                    </a:lnTo>
                    <a:lnTo>
                      <a:pt x="13" y="16"/>
                    </a:lnTo>
                    <a:lnTo>
                      <a:pt x="6" y="9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3" y="1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13" y="1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49" name="îşļîdé"/>
              <p:cNvSpPr/>
              <p:nvPr/>
            </p:nvSpPr>
            <p:spPr bwMode="auto">
              <a:xfrm>
                <a:off x="5070026" y="3253926"/>
                <a:ext cx="12287" cy="36861"/>
              </a:xfrm>
              <a:custGeom>
                <a:avLst/>
                <a:gdLst>
                  <a:gd name="T0" fmla="*/ 4 w 4"/>
                  <a:gd name="T1" fmla="*/ 13 h 13"/>
                  <a:gd name="T2" fmla="*/ 4 w 4"/>
                  <a:gd name="T3" fmla="*/ 13 h 13"/>
                  <a:gd name="T4" fmla="*/ 2 w 4"/>
                  <a:gd name="T5" fmla="*/ 9 h 13"/>
                  <a:gd name="T6" fmla="*/ 1 w 4"/>
                  <a:gd name="T7" fmla="*/ 9 h 13"/>
                  <a:gd name="T8" fmla="*/ 1 w 4"/>
                  <a:gd name="T9" fmla="*/ 9 h 13"/>
                  <a:gd name="T10" fmla="*/ 1 w 4"/>
                  <a:gd name="T11" fmla="*/ 9 h 13"/>
                  <a:gd name="T12" fmla="*/ 1 w 4"/>
                  <a:gd name="T13" fmla="*/ 4 h 13"/>
                  <a:gd name="T14" fmla="*/ 0 w 4"/>
                  <a:gd name="T15" fmla="*/ 0 h 13"/>
                  <a:gd name="T16" fmla="*/ 0 w 4"/>
                  <a:gd name="T17" fmla="*/ 0 h 13"/>
                  <a:gd name="T18" fmla="*/ 1 w 4"/>
                  <a:gd name="T19" fmla="*/ 1 h 13"/>
                  <a:gd name="T20" fmla="*/ 2 w 4"/>
                  <a:gd name="T21" fmla="*/ 0 h 13"/>
                  <a:gd name="T22" fmla="*/ 2 w 4"/>
                  <a:gd name="T23" fmla="*/ 0 h 13"/>
                  <a:gd name="T24" fmla="*/ 2 w 4"/>
                  <a:gd name="T25" fmla="*/ 0 h 13"/>
                  <a:gd name="T26" fmla="*/ 2 w 4"/>
                  <a:gd name="T27" fmla="*/ 0 h 13"/>
                  <a:gd name="T28" fmla="*/ 4 w 4"/>
                  <a:gd name="T29" fmla="*/ 6 h 13"/>
                  <a:gd name="T30" fmla="*/ 4 w 4"/>
                  <a:gd name="T31" fmla="*/ 6 h 13"/>
                  <a:gd name="T32" fmla="*/ 4 w 4"/>
                  <a:gd name="T33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" h="13">
                    <a:moveTo>
                      <a:pt x="4" y="13"/>
                    </a:moveTo>
                    <a:lnTo>
                      <a:pt x="4" y="13"/>
                    </a:lnTo>
                    <a:lnTo>
                      <a:pt x="2" y="9"/>
                    </a:lnTo>
                    <a:lnTo>
                      <a:pt x="1" y="9"/>
                    </a:lnTo>
                    <a:lnTo>
                      <a:pt x="1" y="9"/>
                    </a:lnTo>
                    <a:lnTo>
                      <a:pt x="1" y="9"/>
                    </a:lnTo>
                    <a:lnTo>
                      <a:pt x="1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1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4" y="6"/>
                    </a:lnTo>
                    <a:lnTo>
                      <a:pt x="4" y="6"/>
                    </a:lnTo>
                    <a:lnTo>
                      <a:pt x="4" y="1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0" name="iṣḷîḓè"/>
              <p:cNvSpPr/>
              <p:nvPr/>
            </p:nvSpPr>
            <p:spPr bwMode="auto">
              <a:xfrm>
                <a:off x="4996303" y="2270962"/>
                <a:ext cx="30720" cy="36861"/>
              </a:xfrm>
              <a:custGeom>
                <a:avLst/>
                <a:gdLst>
                  <a:gd name="T0" fmla="*/ 7 w 10"/>
                  <a:gd name="T1" fmla="*/ 5 h 12"/>
                  <a:gd name="T2" fmla="*/ 7 w 10"/>
                  <a:gd name="T3" fmla="*/ 5 h 12"/>
                  <a:gd name="T4" fmla="*/ 7 w 10"/>
                  <a:gd name="T5" fmla="*/ 6 h 12"/>
                  <a:gd name="T6" fmla="*/ 7 w 10"/>
                  <a:gd name="T7" fmla="*/ 7 h 12"/>
                  <a:gd name="T8" fmla="*/ 7 w 10"/>
                  <a:gd name="T9" fmla="*/ 7 h 12"/>
                  <a:gd name="T10" fmla="*/ 10 w 10"/>
                  <a:gd name="T11" fmla="*/ 9 h 12"/>
                  <a:gd name="T12" fmla="*/ 10 w 10"/>
                  <a:gd name="T13" fmla="*/ 9 h 12"/>
                  <a:gd name="T14" fmla="*/ 10 w 10"/>
                  <a:gd name="T15" fmla="*/ 10 h 12"/>
                  <a:gd name="T16" fmla="*/ 10 w 10"/>
                  <a:gd name="T17" fmla="*/ 12 h 12"/>
                  <a:gd name="T18" fmla="*/ 7 w 10"/>
                  <a:gd name="T19" fmla="*/ 9 h 12"/>
                  <a:gd name="T20" fmla="*/ 7 w 10"/>
                  <a:gd name="T21" fmla="*/ 9 h 12"/>
                  <a:gd name="T22" fmla="*/ 5 w 10"/>
                  <a:gd name="T23" fmla="*/ 6 h 12"/>
                  <a:gd name="T24" fmla="*/ 4 w 10"/>
                  <a:gd name="T25" fmla="*/ 5 h 12"/>
                  <a:gd name="T26" fmla="*/ 4 w 10"/>
                  <a:gd name="T27" fmla="*/ 5 h 12"/>
                  <a:gd name="T28" fmla="*/ 4 w 10"/>
                  <a:gd name="T29" fmla="*/ 5 h 12"/>
                  <a:gd name="T30" fmla="*/ 4 w 10"/>
                  <a:gd name="T31" fmla="*/ 5 h 12"/>
                  <a:gd name="T32" fmla="*/ 1 w 10"/>
                  <a:gd name="T33" fmla="*/ 3 h 12"/>
                  <a:gd name="T34" fmla="*/ 1 w 10"/>
                  <a:gd name="T35" fmla="*/ 3 h 12"/>
                  <a:gd name="T36" fmla="*/ 0 w 10"/>
                  <a:gd name="T37" fmla="*/ 0 h 12"/>
                  <a:gd name="T38" fmla="*/ 0 w 10"/>
                  <a:gd name="T39" fmla="*/ 0 h 12"/>
                  <a:gd name="T40" fmla="*/ 4 w 10"/>
                  <a:gd name="T41" fmla="*/ 3 h 12"/>
                  <a:gd name="T42" fmla="*/ 7 w 10"/>
                  <a:gd name="T43" fmla="*/ 5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" h="12">
                    <a:moveTo>
                      <a:pt x="7" y="5"/>
                    </a:moveTo>
                    <a:lnTo>
                      <a:pt x="7" y="5"/>
                    </a:lnTo>
                    <a:lnTo>
                      <a:pt x="7" y="6"/>
                    </a:lnTo>
                    <a:lnTo>
                      <a:pt x="7" y="7"/>
                    </a:lnTo>
                    <a:lnTo>
                      <a:pt x="7" y="7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0" y="10"/>
                    </a:lnTo>
                    <a:lnTo>
                      <a:pt x="10" y="12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5" y="6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4" y="5"/>
                    </a:lnTo>
                    <a:lnTo>
                      <a:pt x="1" y="3"/>
                    </a:lnTo>
                    <a:lnTo>
                      <a:pt x="1" y="3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3"/>
                    </a:lnTo>
                    <a:lnTo>
                      <a:pt x="7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1" name="iṧľîḋè"/>
              <p:cNvSpPr/>
              <p:nvPr/>
            </p:nvSpPr>
            <p:spPr bwMode="auto">
              <a:xfrm>
                <a:off x="5039310" y="2332397"/>
                <a:ext cx="18433" cy="24574"/>
              </a:xfrm>
              <a:custGeom>
                <a:avLst/>
                <a:gdLst>
                  <a:gd name="T0" fmla="*/ 0 w 7"/>
                  <a:gd name="T1" fmla="*/ 0 h 9"/>
                  <a:gd name="T2" fmla="*/ 0 w 7"/>
                  <a:gd name="T3" fmla="*/ 0 h 9"/>
                  <a:gd name="T4" fmla="*/ 2 w 7"/>
                  <a:gd name="T5" fmla="*/ 5 h 9"/>
                  <a:gd name="T6" fmla="*/ 7 w 7"/>
                  <a:gd name="T7" fmla="*/ 9 h 9"/>
                  <a:gd name="T8" fmla="*/ 7 w 7"/>
                  <a:gd name="T9" fmla="*/ 9 h 9"/>
                  <a:gd name="T10" fmla="*/ 1 w 7"/>
                  <a:gd name="T11" fmla="*/ 5 h 9"/>
                  <a:gd name="T12" fmla="*/ 0 w 7"/>
                  <a:gd name="T13" fmla="*/ 2 h 9"/>
                  <a:gd name="T14" fmla="*/ 0 w 7"/>
                  <a:gd name="T15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9">
                    <a:moveTo>
                      <a:pt x="0" y="0"/>
                    </a:moveTo>
                    <a:lnTo>
                      <a:pt x="0" y="0"/>
                    </a:lnTo>
                    <a:lnTo>
                      <a:pt x="2" y="5"/>
                    </a:lnTo>
                    <a:lnTo>
                      <a:pt x="7" y="9"/>
                    </a:lnTo>
                    <a:lnTo>
                      <a:pt x="7" y="9"/>
                    </a:lnTo>
                    <a:lnTo>
                      <a:pt x="1" y="5"/>
                    </a:ln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2" name="ïš1ïḓè"/>
              <p:cNvSpPr/>
              <p:nvPr/>
            </p:nvSpPr>
            <p:spPr bwMode="auto">
              <a:xfrm>
                <a:off x="5088458" y="2387688"/>
                <a:ext cx="18433" cy="30720"/>
              </a:xfrm>
              <a:custGeom>
                <a:avLst/>
                <a:gdLst>
                  <a:gd name="T0" fmla="*/ 0 w 5"/>
                  <a:gd name="T1" fmla="*/ 0 h 8"/>
                  <a:gd name="T2" fmla="*/ 0 w 5"/>
                  <a:gd name="T3" fmla="*/ 0 h 8"/>
                  <a:gd name="T4" fmla="*/ 3 w 5"/>
                  <a:gd name="T5" fmla="*/ 4 h 8"/>
                  <a:gd name="T6" fmla="*/ 5 w 5"/>
                  <a:gd name="T7" fmla="*/ 8 h 8"/>
                  <a:gd name="T8" fmla="*/ 5 w 5"/>
                  <a:gd name="T9" fmla="*/ 8 h 8"/>
                  <a:gd name="T10" fmla="*/ 3 w 5"/>
                  <a:gd name="T11" fmla="*/ 6 h 8"/>
                  <a:gd name="T12" fmla="*/ 0 w 5"/>
                  <a:gd name="T13" fmla="*/ 1 h 8"/>
                  <a:gd name="T14" fmla="*/ 0 w 5"/>
                  <a:gd name="T15" fmla="*/ 1 h 8"/>
                  <a:gd name="T16" fmla="*/ 0 w 5"/>
                  <a:gd name="T17" fmla="*/ 3 h 8"/>
                  <a:gd name="T18" fmla="*/ 0 w 5"/>
                  <a:gd name="T19" fmla="*/ 3 h 8"/>
                  <a:gd name="T20" fmla="*/ 0 w 5"/>
                  <a:gd name="T21" fmla="*/ 3 h 8"/>
                  <a:gd name="T22" fmla="*/ 0 w 5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lnTo>
                      <a:pt x="0" y="0"/>
                    </a:lnTo>
                    <a:lnTo>
                      <a:pt x="3" y="4"/>
                    </a:lnTo>
                    <a:lnTo>
                      <a:pt x="5" y="8"/>
                    </a:lnTo>
                    <a:lnTo>
                      <a:pt x="5" y="8"/>
                    </a:lnTo>
                    <a:lnTo>
                      <a:pt x="3" y="6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3" name="iSlïḋè"/>
              <p:cNvSpPr/>
              <p:nvPr/>
            </p:nvSpPr>
            <p:spPr bwMode="auto">
              <a:xfrm>
                <a:off x="5106887" y="2436834"/>
                <a:ext cx="18433" cy="30720"/>
              </a:xfrm>
              <a:custGeom>
                <a:avLst/>
                <a:gdLst>
                  <a:gd name="T0" fmla="*/ 6 w 6"/>
                  <a:gd name="T1" fmla="*/ 10 h 10"/>
                  <a:gd name="T2" fmla="*/ 6 w 6"/>
                  <a:gd name="T3" fmla="*/ 10 h 10"/>
                  <a:gd name="T4" fmla="*/ 3 w 6"/>
                  <a:gd name="T5" fmla="*/ 4 h 10"/>
                  <a:gd name="T6" fmla="*/ 0 w 6"/>
                  <a:gd name="T7" fmla="*/ 0 h 10"/>
                  <a:gd name="T8" fmla="*/ 0 w 6"/>
                  <a:gd name="T9" fmla="*/ 0 h 10"/>
                  <a:gd name="T10" fmla="*/ 5 w 6"/>
                  <a:gd name="T11" fmla="*/ 6 h 10"/>
                  <a:gd name="T12" fmla="*/ 5 w 6"/>
                  <a:gd name="T13" fmla="*/ 6 h 10"/>
                  <a:gd name="T14" fmla="*/ 6 w 6"/>
                  <a:gd name="T15" fmla="*/ 9 h 10"/>
                  <a:gd name="T16" fmla="*/ 6 w 6"/>
                  <a:gd name="T17" fmla="*/ 10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10">
                    <a:moveTo>
                      <a:pt x="6" y="10"/>
                    </a:moveTo>
                    <a:lnTo>
                      <a:pt x="6" y="10"/>
                    </a:lnTo>
                    <a:lnTo>
                      <a:pt x="3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6"/>
                    </a:lnTo>
                    <a:lnTo>
                      <a:pt x="5" y="6"/>
                    </a:lnTo>
                    <a:lnTo>
                      <a:pt x="6" y="9"/>
                    </a:lnTo>
                    <a:lnTo>
                      <a:pt x="6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4" name="iš1íḍé"/>
              <p:cNvSpPr/>
              <p:nvPr/>
            </p:nvSpPr>
            <p:spPr bwMode="auto">
              <a:xfrm>
                <a:off x="5119174" y="2455268"/>
                <a:ext cx="12287" cy="18433"/>
              </a:xfrm>
              <a:custGeom>
                <a:avLst/>
                <a:gdLst>
                  <a:gd name="T0" fmla="*/ 2 w 5"/>
                  <a:gd name="T1" fmla="*/ 0 h 6"/>
                  <a:gd name="T2" fmla="*/ 2 w 5"/>
                  <a:gd name="T3" fmla="*/ 0 h 6"/>
                  <a:gd name="T4" fmla="*/ 3 w 5"/>
                  <a:gd name="T5" fmla="*/ 3 h 6"/>
                  <a:gd name="T6" fmla="*/ 3 w 5"/>
                  <a:gd name="T7" fmla="*/ 3 h 6"/>
                  <a:gd name="T8" fmla="*/ 5 w 5"/>
                  <a:gd name="T9" fmla="*/ 6 h 6"/>
                  <a:gd name="T10" fmla="*/ 3 w 5"/>
                  <a:gd name="T11" fmla="*/ 6 h 6"/>
                  <a:gd name="T12" fmla="*/ 3 w 5"/>
                  <a:gd name="T13" fmla="*/ 6 h 6"/>
                  <a:gd name="T14" fmla="*/ 0 w 5"/>
                  <a:gd name="T15" fmla="*/ 2 h 6"/>
                  <a:gd name="T16" fmla="*/ 0 w 5"/>
                  <a:gd name="T17" fmla="*/ 2 h 6"/>
                  <a:gd name="T18" fmla="*/ 2 w 5"/>
                  <a:gd name="T19" fmla="*/ 2 h 6"/>
                  <a:gd name="T20" fmla="*/ 2 w 5"/>
                  <a:gd name="T21" fmla="*/ 2 h 6"/>
                  <a:gd name="T22" fmla="*/ 2 w 5"/>
                  <a:gd name="T2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" h="6">
                    <a:moveTo>
                      <a:pt x="2" y="0"/>
                    </a:moveTo>
                    <a:lnTo>
                      <a:pt x="2" y="0"/>
                    </a:lnTo>
                    <a:lnTo>
                      <a:pt x="3" y="3"/>
                    </a:lnTo>
                    <a:lnTo>
                      <a:pt x="3" y="3"/>
                    </a:lnTo>
                    <a:lnTo>
                      <a:pt x="5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5" name="î$ḻiḋè"/>
              <p:cNvSpPr/>
              <p:nvPr/>
            </p:nvSpPr>
            <p:spPr bwMode="auto">
              <a:xfrm>
                <a:off x="5131461" y="2479842"/>
                <a:ext cx="30720" cy="49148"/>
              </a:xfrm>
              <a:custGeom>
                <a:avLst/>
                <a:gdLst>
                  <a:gd name="T0" fmla="*/ 10 w 10"/>
                  <a:gd name="T1" fmla="*/ 14 h 14"/>
                  <a:gd name="T2" fmla="*/ 10 w 10"/>
                  <a:gd name="T3" fmla="*/ 14 h 14"/>
                  <a:gd name="T4" fmla="*/ 4 w 10"/>
                  <a:gd name="T5" fmla="*/ 7 h 14"/>
                  <a:gd name="T6" fmla="*/ 0 w 10"/>
                  <a:gd name="T7" fmla="*/ 0 h 14"/>
                  <a:gd name="T8" fmla="*/ 0 w 10"/>
                  <a:gd name="T9" fmla="*/ 0 h 14"/>
                  <a:gd name="T10" fmla="*/ 5 w 10"/>
                  <a:gd name="T11" fmla="*/ 7 h 14"/>
                  <a:gd name="T12" fmla="*/ 10 w 10"/>
                  <a:gd name="T13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14">
                    <a:moveTo>
                      <a:pt x="10" y="14"/>
                    </a:moveTo>
                    <a:lnTo>
                      <a:pt x="10" y="14"/>
                    </a:lnTo>
                    <a:lnTo>
                      <a:pt x="4" y="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5" y="7"/>
                    </a:lnTo>
                    <a:lnTo>
                      <a:pt x="10" y="1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6" name="iśḻïḍè"/>
              <p:cNvSpPr/>
              <p:nvPr/>
            </p:nvSpPr>
            <p:spPr bwMode="auto">
              <a:xfrm>
                <a:off x="5149893" y="2498272"/>
                <a:ext cx="30720" cy="36861"/>
              </a:xfrm>
              <a:custGeom>
                <a:avLst/>
                <a:gdLst>
                  <a:gd name="T0" fmla="*/ 10 w 10"/>
                  <a:gd name="T1" fmla="*/ 13 h 13"/>
                  <a:gd name="T2" fmla="*/ 10 w 10"/>
                  <a:gd name="T3" fmla="*/ 13 h 13"/>
                  <a:gd name="T4" fmla="*/ 7 w 10"/>
                  <a:gd name="T5" fmla="*/ 11 h 13"/>
                  <a:gd name="T6" fmla="*/ 5 w 10"/>
                  <a:gd name="T7" fmla="*/ 7 h 13"/>
                  <a:gd name="T8" fmla="*/ 0 w 10"/>
                  <a:gd name="T9" fmla="*/ 0 h 13"/>
                  <a:gd name="T10" fmla="*/ 0 w 10"/>
                  <a:gd name="T11" fmla="*/ 0 h 13"/>
                  <a:gd name="T12" fmla="*/ 6 w 10"/>
                  <a:gd name="T13" fmla="*/ 6 h 13"/>
                  <a:gd name="T14" fmla="*/ 10 w 10"/>
                  <a:gd name="T15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13">
                    <a:moveTo>
                      <a:pt x="10" y="13"/>
                    </a:moveTo>
                    <a:lnTo>
                      <a:pt x="10" y="13"/>
                    </a:lnTo>
                    <a:lnTo>
                      <a:pt x="7" y="11"/>
                    </a:lnTo>
                    <a:lnTo>
                      <a:pt x="5" y="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6" y="6"/>
                    </a:lnTo>
                    <a:lnTo>
                      <a:pt x="10" y="1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7" name="îśḷídé"/>
              <p:cNvSpPr/>
              <p:nvPr/>
            </p:nvSpPr>
            <p:spPr bwMode="auto">
              <a:xfrm>
                <a:off x="5180609" y="2590425"/>
                <a:ext cx="24574" cy="36861"/>
              </a:xfrm>
              <a:custGeom>
                <a:avLst/>
                <a:gdLst>
                  <a:gd name="T0" fmla="*/ 7 w 7"/>
                  <a:gd name="T1" fmla="*/ 10 h 13"/>
                  <a:gd name="T2" fmla="*/ 7 w 7"/>
                  <a:gd name="T3" fmla="*/ 10 h 13"/>
                  <a:gd name="T4" fmla="*/ 7 w 7"/>
                  <a:gd name="T5" fmla="*/ 10 h 13"/>
                  <a:gd name="T6" fmla="*/ 7 w 7"/>
                  <a:gd name="T7" fmla="*/ 13 h 13"/>
                  <a:gd name="T8" fmla="*/ 7 w 7"/>
                  <a:gd name="T9" fmla="*/ 13 h 13"/>
                  <a:gd name="T10" fmla="*/ 3 w 7"/>
                  <a:gd name="T11" fmla="*/ 7 h 13"/>
                  <a:gd name="T12" fmla="*/ 0 w 7"/>
                  <a:gd name="T13" fmla="*/ 0 h 13"/>
                  <a:gd name="T14" fmla="*/ 0 w 7"/>
                  <a:gd name="T15" fmla="*/ 0 h 13"/>
                  <a:gd name="T16" fmla="*/ 4 w 7"/>
                  <a:gd name="T17" fmla="*/ 7 h 13"/>
                  <a:gd name="T18" fmla="*/ 7 w 7"/>
                  <a:gd name="T19" fmla="*/ 1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13">
                    <a:moveTo>
                      <a:pt x="7" y="10"/>
                    </a:moveTo>
                    <a:lnTo>
                      <a:pt x="7" y="10"/>
                    </a:lnTo>
                    <a:lnTo>
                      <a:pt x="7" y="10"/>
                    </a:lnTo>
                    <a:lnTo>
                      <a:pt x="7" y="13"/>
                    </a:lnTo>
                    <a:lnTo>
                      <a:pt x="7" y="13"/>
                    </a:lnTo>
                    <a:lnTo>
                      <a:pt x="3" y="7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" y="7"/>
                    </a:lnTo>
                    <a:lnTo>
                      <a:pt x="7" y="1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8" name="išlíḑe"/>
              <p:cNvSpPr/>
              <p:nvPr/>
            </p:nvSpPr>
            <p:spPr bwMode="auto">
              <a:xfrm>
                <a:off x="5291191" y="2793160"/>
                <a:ext cx="12287" cy="24574"/>
              </a:xfrm>
              <a:custGeom>
                <a:avLst/>
                <a:gdLst>
                  <a:gd name="T0" fmla="*/ 3 w 3"/>
                  <a:gd name="T1" fmla="*/ 4 h 9"/>
                  <a:gd name="T2" fmla="*/ 3 w 3"/>
                  <a:gd name="T3" fmla="*/ 4 h 9"/>
                  <a:gd name="T4" fmla="*/ 2 w 3"/>
                  <a:gd name="T5" fmla="*/ 3 h 9"/>
                  <a:gd name="T6" fmla="*/ 2 w 3"/>
                  <a:gd name="T7" fmla="*/ 4 h 9"/>
                  <a:gd name="T8" fmla="*/ 3 w 3"/>
                  <a:gd name="T9" fmla="*/ 9 h 9"/>
                  <a:gd name="T10" fmla="*/ 3 w 3"/>
                  <a:gd name="T11" fmla="*/ 9 h 9"/>
                  <a:gd name="T12" fmla="*/ 0 w 3"/>
                  <a:gd name="T13" fmla="*/ 3 h 9"/>
                  <a:gd name="T14" fmla="*/ 0 w 3"/>
                  <a:gd name="T15" fmla="*/ 2 h 9"/>
                  <a:gd name="T16" fmla="*/ 2 w 3"/>
                  <a:gd name="T17" fmla="*/ 0 h 9"/>
                  <a:gd name="T18" fmla="*/ 2 w 3"/>
                  <a:gd name="T19" fmla="*/ 0 h 9"/>
                  <a:gd name="T20" fmla="*/ 2 w 3"/>
                  <a:gd name="T21" fmla="*/ 3 h 9"/>
                  <a:gd name="T22" fmla="*/ 3 w 3"/>
                  <a:gd name="T23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9">
                    <a:moveTo>
                      <a:pt x="3" y="4"/>
                    </a:moveTo>
                    <a:lnTo>
                      <a:pt x="3" y="4"/>
                    </a:lnTo>
                    <a:lnTo>
                      <a:pt x="2" y="3"/>
                    </a:lnTo>
                    <a:lnTo>
                      <a:pt x="2" y="4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0" y="3"/>
                    </a:lnTo>
                    <a:lnTo>
                      <a:pt x="0" y="2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2" y="3"/>
                    </a:lnTo>
                    <a:lnTo>
                      <a:pt x="3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59" name="íśľíḑê"/>
              <p:cNvSpPr/>
              <p:nvPr/>
            </p:nvSpPr>
            <p:spPr bwMode="auto">
              <a:xfrm>
                <a:off x="5223616" y="4200030"/>
                <a:ext cx="18433" cy="49148"/>
              </a:xfrm>
              <a:custGeom>
                <a:avLst/>
                <a:gdLst>
                  <a:gd name="T0" fmla="*/ 4 w 6"/>
                  <a:gd name="T1" fmla="*/ 9 h 16"/>
                  <a:gd name="T2" fmla="*/ 4 w 6"/>
                  <a:gd name="T3" fmla="*/ 9 h 16"/>
                  <a:gd name="T4" fmla="*/ 3 w 6"/>
                  <a:gd name="T5" fmla="*/ 13 h 16"/>
                  <a:gd name="T6" fmla="*/ 0 w 6"/>
                  <a:gd name="T7" fmla="*/ 16 h 16"/>
                  <a:gd name="T8" fmla="*/ 0 w 6"/>
                  <a:gd name="T9" fmla="*/ 16 h 16"/>
                  <a:gd name="T10" fmla="*/ 1 w 6"/>
                  <a:gd name="T11" fmla="*/ 9 h 16"/>
                  <a:gd name="T12" fmla="*/ 4 w 6"/>
                  <a:gd name="T13" fmla="*/ 3 h 16"/>
                  <a:gd name="T14" fmla="*/ 4 w 6"/>
                  <a:gd name="T15" fmla="*/ 3 h 16"/>
                  <a:gd name="T16" fmla="*/ 6 w 6"/>
                  <a:gd name="T17" fmla="*/ 0 h 16"/>
                  <a:gd name="T18" fmla="*/ 6 w 6"/>
                  <a:gd name="T19" fmla="*/ 0 h 16"/>
                  <a:gd name="T20" fmla="*/ 4 w 6"/>
                  <a:gd name="T21" fmla="*/ 6 h 16"/>
                  <a:gd name="T22" fmla="*/ 4 w 6"/>
                  <a:gd name="T23" fmla="*/ 9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16">
                    <a:moveTo>
                      <a:pt x="4" y="9"/>
                    </a:moveTo>
                    <a:lnTo>
                      <a:pt x="4" y="9"/>
                    </a:lnTo>
                    <a:lnTo>
                      <a:pt x="3" y="13"/>
                    </a:lnTo>
                    <a:lnTo>
                      <a:pt x="0" y="16"/>
                    </a:lnTo>
                    <a:lnTo>
                      <a:pt x="0" y="16"/>
                    </a:lnTo>
                    <a:lnTo>
                      <a:pt x="1" y="9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4" y="6"/>
                    </a:lnTo>
                    <a:lnTo>
                      <a:pt x="4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0" name="íṣľïde"/>
              <p:cNvSpPr/>
              <p:nvPr/>
            </p:nvSpPr>
            <p:spPr bwMode="auto">
              <a:xfrm>
                <a:off x="5180609" y="4304469"/>
                <a:ext cx="24574" cy="24574"/>
              </a:xfrm>
              <a:custGeom>
                <a:avLst/>
                <a:gdLst>
                  <a:gd name="T0" fmla="*/ 0 w 7"/>
                  <a:gd name="T1" fmla="*/ 9 h 9"/>
                  <a:gd name="T2" fmla="*/ 0 w 7"/>
                  <a:gd name="T3" fmla="*/ 9 h 9"/>
                  <a:gd name="T4" fmla="*/ 3 w 7"/>
                  <a:gd name="T5" fmla="*/ 6 h 9"/>
                  <a:gd name="T6" fmla="*/ 4 w 7"/>
                  <a:gd name="T7" fmla="*/ 2 h 9"/>
                  <a:gd name="T8" fmla="*/ 5 w 7"/>
                  <a:gd name="T9" fmla="*/ 0 h 9"/>
                  <a:gd name="T10" fmla="*/ 7 w 7"/>
                  <a:gd name="T11" fmla="*/ 0 h 9"/>
                  <a:gd name="T12" fmla="*/ 7 w 7"/>
                  <a:gd name="T13" fmla="*/ 0 h 9"/>
                  <a:gd name="T14" fmla="*/ 3 w 7"/>
                  <a:gd name="T15" fmla="*/ 6 h 9"/>
                  <a:gd name="T16" fmla="*/ 1 w 7"/>
                  <a:gd name="T17" fmla="*/ 9 h 9"/>
                  <a:gd name="T18" fmla="*/ 0 w 7"/>
                  <a:gd name="T1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9">
                    <a:moveTo>
                      <a:pt x="0" y="9"/>
                    </a:moveTo>
                    <a:lnTo>
                      <a:pt x="0" y="9"/>
                    </a:lnTo>
                    <a:lnTo>
                      <a:pt x="3" y="6"/>
                    </a:lnTo>
                    <a:lnTo>
                      <a:pt x="4" y="2"/>
                    </a:lnTo>
                    <a:lnTo>
                      <a:pt x="5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3" y="6"/>
                    </a:lnTo>
                    <a:lnTo>
                      <a:pt x="1" y="9"/>
                    </a:lnTo>
                    <a:lnTo>
                      <a:pt x="0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1" name="íṧļïḓè"/>
              <p:cNvSpPr/>
              <p:nvPr/>
            </p:nvSpPr>
            <p:spPr bwMode="auto">
              <a:xfrm>
                <a:off x="4080920" y="4900392"/>
                <a:ext cx="30720" cy="12287"/>
              </a:xfrm>
              <a:custGeom>
                <a:avLst/>
                <a:gdLst>
                  <a:gd name="T0" fmla="*/ 2 w 8"/>
                  <a:gd name="T1" fmla="*/ 4 h 4"/>
                  <a:gd name="T2" fmla="*/ 2 w 8"/>
                  <a:gd name="T3" fmla="*/ 4 h 4"/>
                  <a:gd name="T4" fmla="*/ 4 w 8"/>
                  <a:gd name="T5" fmla="*/ 3 h 4"/>
                  <a:gd name="T6" fmla="*/ 4 w 8"/>
                  <a:gd name="T7" fmla="*/ 3 h 4"/>
                  <a:gd name="T8" fmla="*/ 2 w 8"/>
                  <a:gd name="T9" fmla="*/ 3 h 4"/>
                  <a:gd name="T10" fmla="*/ 2 w 8"/>
                  <a:gd name="T11" fmla="*/ 3 h 4"/>
                  <a:gd name="T12" fmla="*/ 0 w 8"/>
                  <a:gd name="T13" fmla="*/ 3 h 4"/>
                  <a:gd name="T14" fmla="*/ 2 w 8"/>
                  <a:gd name="T15" fmla="*/ 0 h 4"/>
                  <a:gd name="T16" fmla="*/ 2 w 8"/>
                  <a:gd name="T17" fmla="*/ 0 h 4"/>
                  <a:gd name="T18" fmla="*/ 5 w 8"/>
                  <a:gd name="T19" fmla="*/ 0 h 4"/>
                  <a:gd name="T20" fmla="*/ 8 w 8"/>
                  <a:gd name="T21" fmla="*/ 0 h 4"/>
                  <a:gd name="T22" fmla="*/ 8 w 8"/>
                  <a:gd name="T23" fmla="*/ 0 h 4"/>
                  <a:gd name="T24" fmla="*/ 7 w 8"/>
                  <a:gd name="T25" fmla="*/ 2 h 4"/>
                  <a:gd name="T26" fmla="*/ 5 w 8"/>
                  <a:gd name="T27" fmla="*/ 3 h 4"/>
                  <a:gd name="T28" fmla="*/ 2 w 8"/>
                  <a:gd name="T29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" h="4">
                    <a:moveTo>
                      <a:pt x="2" y="4"/>
                    </a:moveTo>
                    <a:lnTo>
                      <a:pt x="2" y="4"/>
                    </a:lnTo>
                    <a:lnTo>
                      <a:pt x="4" y="3"/>
                    </a:lnTo>
                    <a:lnTo>
                      <a:pt x="4" y="3"/>
                    </a:lnTo>
                    <a:lnTo>
                      <a:pt x="2" y="3"/>
                    </a:lnTo>
                    <a:lnTo>
                      <a:pt x="2" y="3"/>
                    </a:lnTo>
                    <a:lnTo>
                      <a:pt x="0" y="3"/>
                    </a:lnTo>
                    <a:lnTo>
                      <a:pt x="2" y="0"/>
                    </a:lnTo>
                    <a:lnTo>
                      <a:pt x="2" y="0"/>
                    </a:lnTo>
                    <a:lnTo>
                      <a:pt x="5" y="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7" y="2"/>
                    </a:lnTo>
                    <a:lnTo>
                      <a:pt x="5" y="3"/>
                    </a:lnTo>
                    <a:lnTo>
                      <a:pt x="2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2" name="ísḷïḋê"/>
              <p:cNvSpPr/>
              <p:nvPr/>
            </p:nvSpPr>
            <p:spPr bwMode="auto">
              <a:xfrm>
                <a:off x="4111636" y="4875818"/>
                <a:ext cx="30720" cy="24574"/>
              </a:xfrm>
              <a:custGeom>
                <a:avLst/>
                <a:gdLst>
                  <a:gd name="T0" fmla="*/ 3 w 10"/>
                  <a:gd name="T1" fmla="*/ 4 h 9"/>
                  <a:gd name="T2" fmla="*/ 3 w 10"/>
                  <a:gd name="T3" fmla="*/ 4 h 9"/>
                  <a:gd name="T4" fmla="*/ 6 w 10"/>
                  <a:gd name="T5" fmla="*/ 3 h 9"/>
                  <a:gd name="T6" fmla="*/ 6 w 10"/>
                  <a:gd name="T7" fmla="*/ 3 h 9"/>
                  <a:gd name="T8" fmla="*/ 7 w 10"/>
                  <a:gd name="T9" fmla="*/ 1 h 9"/>
                  <a:gd name="T10" fmla="*/ 7 w 10"/>
                  <a:gd name="T11" fmla="*/ 0 h 9"/>
                  <a:gd name="T12" fmla="*/ 9 w 10"/>
                  <a:gd name="T13" fmla="*/ 0 h 9"/>
                  <a:gd name="T14" fmla="*/ 9 w 10"/>
                  <a:gd name="T15" fmla="*/ 0 h 9"/>
                  <a:gd name="T16" fmla="*/ 9 w 10"/>
                  <a:gd name="T17" fmla="*/ 0 h 9"/>
                  <a:gd name="T18" fmla="*/ 10 w 10"/>
                  <a:gd name="T19" fmla="*/ 1 h 9"/>
                  <a:gd name="T20" fmla="*/ 10 w 10"/>
                  <a:gd name="T21" fmla="*/ 1 h 9"/>
                  <a:gd name="T22" fmla="*/ 10 w 10"/>
                  <a:gd name="T23" fmla="*/ 1 h 9"/>
                  <a:gd name="T24" fmla="*/ 9 w 10"/>
                  <a:gd name="T25" fmla="*/ 3 h 9"/>
                  <a:gd name="T26" fmla="*/ 7 w 10"/>
                  <a:gd name="T27" fmla="*/ 4 h 9"/>
                  <a:gd name="T28" fmla="*/ 6 w 10"/>
                  <a:gd name="T29" fmla="*/ 6 h 9"/>
                  <a:gd name="T30" fmla="*/ 3 w 10"/>
                  <a:gd name="T31" fmla="*/ 9 h 9"/>
                  <a:gd name="T32" fmla="*/ 3 w 10"/>
                  <a:gd name="T33" fmla="*/ 9 h 9"/>
                  <a:gd name="T34" fmla="*/ 0 w 10"/>
                  <a:gd name="T35" fmla="*/ 7 h 9"/>
                  <a:gd name="T36" fmla="*/ 2 w 10"/>
                  <a:gd name="T37" fmla="*/ 6 h 9"/>
                  <a:gd name="T38" fmla="*/ 3 w 10"/>
                  <a:gd name="T39" fmla="*/ 4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0" h="9">
                    <a:moveTo>
                      <a:pt x="3" y="4"/>
                    </a:moveTo>
                    <a:lnTo>
                      <a:pt x="3" y="4"/>
                    </a:lnTo>
                    <a:lnTo>
                      <a:pt x="6" y="3"/>
                    </a:lnTo>
                    <a:lnTo>
                      <a:pt x="6" y="3"/>
                    </a:lnTo>
                    <a:lnTo>
                      <a:pt x="7" y="1"/>
                    </a:lnTo>
                    <a:lnTo>
                      <a:pt x="7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9" y="3"/>
                    </a:lnTo>
                    <a:lnTo>
                      <a:pt x="7" y="4"/>
                    </a:lnTo>
                    <a:lnTo>
                      <a:pt x="6" y="6"/>
                    </a:lnTo>
                    <a:lnTo>
                      <a:pt x="3" y="9"/>
                    </a:lnTo>
                    <a:lnTo>
                      <a:pt x="3" y="9"/>
                    </a:lnTo>
                    <a:lnTo>
                      <a:pt x="0" y="7"/>
                    </a:lnTo>
                    <a:lnTo>
                      <a:pt x="2" y="6"/>
                    </a:lnTo>
                    <a:lnTo>
                      <a:pt x="3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3" name="îṣḷíḋé"/>
              <p:cNvSpPr/>
              <p:nvPr/>
            </p:nvSpPr>
            <p:spPr bwMode="auto">
              <a:xfrm>
                <a:off x="4977875" y="4617790"/>
                <a:ext cx="18433" cy="24574"/>
              </a:xfrm>
              <a:custGeom>
                <a:avLst/>
                <a:gdLst>
                  <a:gd name="T0" fmla="*/ 7 w 7"/>
                  <a:gd name="T1" fmla="*/ 0 h 8"/>
                  <a:gd name="T2" fmla="*/ 7 w 7"/>
                  <a:gd name="T3" fmla="*/ 0 h 8"/>
                  <a:gd name="T4" fmla="*/ 4 w 7"/>
                  <a:gd name="T5" fmla="*/ 6 h 8"/>
                  <a:gd name="T6" fmla="*/ 0 w 7"/>
                  <a:gd name="T7" fmla="*/ 8 h 8"/>
                  <a:gd name="T8" fmla="*/ 0 w 7"/>
                  <a:gd name="T9" fmla="*/ 8 h 8"/>
                  <a:gd name="T10" fmla="*/ 1 w 7"/>
                  <a:gd name="T11" fmla="*/ 6 h 8"/>
                  <a:gd name="T12" fmla="*/ 4 w 7"/>
                  <a:gd name="T13" fmla="*/ 1 h 8"/>
                  <a:gd name="T14" fmla="*/ 4 w 7"/>
                  <a:gd name="T15" fmla="*/ 1 h 8"/>
                  <a:gd name="T16" fmla="*/ 5 w 7"/>
                  <a:gd name="T17" fmla="*/ 0 h 8"/>
                  <a:gd name="T18" fmla="*/ 5 w 7"/>
                  <a:gd name="T19" fmla="*/ 0 h 8"/>
                  <a:gd name="T20" fmla="*/ 5 w 7"/>
                  <a:gd name="T21" fmla="*/ 1 h 8"/>
                  <a:gd name="T22" fmla="*/ 7 w 7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8">
                    <a:moveTo>
                      <a:pt x="7" y="0"/>
                    </a:moveTo>
                    <a:lnTo>
                      <a:pt x="7" y="0"/>
                    </a:lnTo>
                    <a:lnTo>
                      <a:pt x="4" y="6"/>
                    </a:lnTo>
                    <a:lnTo>
                      <a:pt x="0" y="8"/>
                    </a:lnTo>
                    <a:lnTo>
                      <a:pt x="0" y="8"/>
                    </a:lnTo>
                    <a:lnTo>
                      <a:pt x="1" y="6"/>
                    </a:lnTo>
                    <a:lnTo>
                      <a:pt x="4" y="1"/>
                    </a:lnTo>
                    <a:lnTo>
                      <a:pt x="4" y="1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5" y="1"/>
                    </a:lnTo>
                    <a:lnTo>
                      <a:pt x="7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4" name="íṡļïḓê"/>
              <p:cNvSpPr/>
              <p:nvPr/>
            </p:nvSpPr>
            <p:spPr bwMode="auto">
              <a:xfrm>
                <a:off x="4044059" y="4912679"/>
                <a:ext cx="18433" cy="12287"/>
              </a:xfrm>
              <a:custGeom>
                <a:avLst/>
                <a:gdLst>
                  <a:gd name="T0" fmla="*/ 3 w 7"/>
                  <a:gd name="T1" fmla="*/ 5 h 5"/>
                  <a:gd name="T2" fmla="*/ 3 w 7"/>
                  <a:gd name="T3" fmla="*/ 5 h 5"/>
                  <a:gd name="T4" fmla="*/ 1 w 7"/>
                  <a:gd name="T5" fmla="*/ 5 h 5"/>
                  <a:gd name="T6" fmla="*/ 0 w 7"/>
                  <a:gd name="T7" fmla="*/ 5 h 5"/>
                  <a:gd name="T8" fmla="*/ 0 w 7"/>
                  <a:gd name="T9" fmla="*/ 3 h 5"/>
                  <a:gd name="T10" fmla="*/ 0 w 7"/>
                  <a:gd name="T11" fmla="*/ 3 h 5"/>
                  <a:gd name="T12" fmla="*/ 3 w 7"/>
                  <a:gd name="T13" fmla="*/ 2 h 5"/>
                  <a:gd name="T14" fmla="*/ 6 w 7"/>
                  <a:gd name="T15" fmla="*/ 0 h 5"/>
                  <a:gd name="T16" fmla="*/ 7 w 7"/>
                  <a:gd name="T17" fmla="*/ 0 h 5"/>
                  <a:gd name="T18" fmla="*/ 7 w 7"/>
                  <a:gd name="T19" fmla="*/ 0 h 5"/>
                  <a:gd name="T20" fmla="*/ 3 w 7"/>
                  <a:gd name="T2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" h="5">
                    <a:moveTo>
                      <a:pt x="3" y="5"/>
                    </a:moveTo>
                    <a:lnTo>
                      <a:pt x="3" y="5"/>
                    </a:lnTo>
                    <a:lnTo>
                      <a:pt x="1" y="5"/>
                    </a:lnTo>
                    <a:lnTo>
                      <a:pt x="0" y="5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3" y="2"/>
                    </a:lnTo>
                    <a:lnTo>
                      <a:pt x="6" y="0"/>
                    </a:lnTo>
                    <a:lnTo>
                      <a:pt x="7" y="0"/>
                    </a:lnTo>
                    <a:lnTo>
                      <a:pt x="7" y="0"/>
                    </a:lnTo>
                    <a:lnTo>
                      <a:pt x="3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5" name="ïṥḷiḑé"/>
              <p:cNvSpPr/>
              <p:nvPr/>
            </p:nvSpPr>
            <p:spPr bwMode="auto">
              <a:xfrm>
                <a:off x="4947155" y="4654651"/>
                <a:ext cx="18433" cy="18433"/>
              </a:xfrm>
              <a:custGeom>
                <a:avLst/>
                <a:gdLst>
                  <a:gd name="T0" fmla="*/ 0 w 5"/>
                  <a:gd name="T1" fmla="*/ 7 h 7"/>
                  <a:gd name="T2" fmla="*/ 0 w 5"/>
                  <a:gd name="T3" fmla="*/ 7 h 7"/>
                  <a:gd name="T4" fmla="*/ 2 w 5"/>
                  <a:gd name="T5" fmla="*/ 3 h 7"/>
                  <a:gd name="T6" fmla="*/ 5 w 5"/>
                  <a:gd name="T7" fmla="*/ 0 h 7"/>
                  <a:gd name="T8" fmla="*/ 5 w 5"/>
                  <a:gd name="T9" fmla="*/ 0 h 7"/>
                  <a:gd name="T10" fmla="*/ 4 w 5"/>
                  <a:gd name="T11" fmla="*/ 5 h 7"/>
                  <a:gd name="T12" fmla="*/ 1 w 5"/>
                  <a:gd name="T13" fmla="*/ 7 h 7"/>
                  <a:gd name="T14" fmla="*/ 1 w 5"/>
                  <a:gd name="T15" fmla="*/ 7 h 7"/>
                  <a:gd name="T16" fmla="*/ 0 w 5"/>
                  <a:gd name="T17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7">
                    <a:moveTo>
                      <a:pt x="0" y="7"/>
                    </a:moveTo>
                    <a:lnTo>
                      <a:pt x="0" y="7"/>
                    </a:lnTo>
                    <a:lnTo>
                      <a:pt x="2" y="3"/>
                    </a:lnTo>
                    <a:lnTo>
                      <a:pt x="5" y="0"/>
                    </a:lnTo>
                    <a:lnTo>
                      <a:pt x="5" y="0"/>
                    </a:lnTo>
                    <a:lnTo>
                      <a:pt x="4" y="5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0" y="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6" name="išlîde"/>
              <p:cNvSpPr/>
              <p:nvPr/>
            </p:nvSpPr>
            <p:spPr bwMode="auto">
              <a:xfrm>
                <a:off x="4025626" y="4924966"/>
                <a:ext cx="18433" cy="6145"/>
              </a:xfrm>
              <a:custGeom>
                <a:avLst/>
                <a:gdLst>
                  <a:gd name="T0" fmla="*/ 6 w 6"/>
                  <a:gd name="T1" fmla="*/ 1 h 3"/>
                  <a:gd name="T2" fmla="*/ 6 w 6"/>
                  <a:gd name="T3" fmla="*/ 1 h 3"/>
                  <a:gd name="T4" fmla="*/ 3 w 6"/>
                  <a:gd name="T5" fmla="*/ 3 h 3"/>
                  <a:gd name="T6" fmla="*/ 0 w 6"/>
                  <a:gd name="T7" fmla="*/ 3 h 3"/>
                  <a:gd name="T8" fmla="*/ 0 w 6"/>
                  <a:gd name="T9" fmla="*/ 3 h 3"/>
                  <a:gd name="T10" fmla="*/ 2 w 6"/>
                  <a:gd name="T11" fmla="*/ 1 h 3"/>
                  <a:gd name="T12" fmla="*/ 3 w 6"/>
                  <a:gd name="T13" fmla="*/ 0 h 3"/>
                  <a:gd name="T14" fmla="*/ 3 w 6"/>
                  <a:gd name="T15" fmla="*/ 0 h 3"/>
                  <a:gd name="T16" fmla="*/ 3 w 6"/>
                  <a:gd name="T17" fmla="*/ 1 h 3"/>
                  <a:gd name="T18" fmla="*/ 6 w 6"/>
                  <a:gd name="T1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3">
                    <a:moveTo>
                      <a:pt x="6" y="1"/>
                    </a:moveTo>
                    <a:lnTo>
                      <a:pt x="6" y="1"/>
                    </a:lnTo>
                    <a:lnTo>
                      <a:pt x="3" y="3"/>
                    </a:lnTo>
                    <a:lnTo>
                      <a:pt x="0" y="3"/>
                    </a:lnTo>
                    <a:lnTo>
                      <a:pt x="0" y="3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1"/>
                    </a:lnTo>
                    <a:lnTo>
                      <a:pt x="6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7" name="iṡ1ïďè"/>
              <p:cNvSpPr/>
              <p:nvPr/>
            </p:nvSpPr>
            <p:spPr bwMode="auto">
              <a:xfrm>
                <a:off x="2581900" y="4869671"/>
                <a:ext cx="24574" cy="12287"/>
              </a:xfrm>
              <a:custGeom>
                <a:avLst/>
                <a:gdLst>
                  <a:gd name="T0" fmla="*/ 2 w 9"/>
                  <a:gd name="T1" fmla="*/ 1 h 4"/>
                  <a:gd name="T2" fmla="*/ 2 w 9"/>
                  <a:gd name="T3" fmla="*/ 1 h 4"/>
                  <a:gd name="T4" fmla="*/ 0 w 9"/>
                  <a:gd name="T5" fmla="*/ 0 h 4"/>
                  <a:gd name="T6" fmla="*/ 2 w 9"/>
                  <a:gd name="T7" fmla="*/ 0 h 4"/>
                  <a:gd name="T8" fmla="*/ 3 w 9"/>
                  <a:gd name="T9" fmla="*/ 0 h 4"/>
                  <a:gd name="T10" fmla="*/ 3 w 9"/>
                  <a:gd name="T11" fmla="*/ 0 h 4"/>
                  <a:gd name="T12" fmla="*/ 6 w 9"/>
                  <a:gd name="T13" fmla="*/ 1 h 4"/>
                  <a:gd name="T14" fmla="*/ 9 w 9"/>
                  <a:gd name="T15" fmla="*/ 4 h 4"/>
                  <a:gd name="T16" fmla="*/ 9 w 9"/>
                  <a:gd name="T17" fmla="*/ 4 h 4"/>
                  <a:gd name="T18" fmla="*/ 5 w 9"/>
                  <a:gd name="T19" fmla="*/ 2 h 4"/>
                  <a:gd name="T20" fmla="*/ 2 w 9"/>
                  <a:gd name="T21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4">
                    <a:moveTo>
                      <a:pt x="2" y="1"/>
                    </a:moveTo>
                    <a:lnTo>
                      <a:pt x="2" y="1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6" y="1"/>
                    </a:lnTo>
                    <a:lnTo>
                      <a:pt x="9" y="4"/>
                    </a:lnTo>
                    <a:lnTo>
                      <a:pt x="9" y="4"/>
                    </a:lnTo>
                    <a:lnTo>
                      <a:pt x="5" y="2"/>
                    </a:lnTo>
                    <a:lnTo>
                      <a:pt x="2" y="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8" name="íŝ1íďê"/>
              <p:cNvSpPr/>
              <p:nvPr/>
            </p:nvSpPr>
            <p:spPr bwMode="auto">
              <a:xfrm>
                <a:off x="2108846" y="4642362"/>
                <a:ext cx="18433" cy="18433"/>
              </a:xfrm>
              <a:custGeom>
                <a:avLst/>
                <a:gdLst>
                  <a:gd name="T0" fmla="*/ 0 w 7"/>
                  <a:gd name="T1" fmla="*/ 0 h 6"/>
                  <a:gd name="T2" fmla="*/ 0 w 7"/>
                  <a:gd name="T3" fmla="*/ 0 h 6"/>
                  <a:gd name="T4" fmla="*/ 3 w 7"/>
                  <a:gd name="T5" fmla="*/ 2 h 6"/>
                  <a:gd name="T6" fmla="*/ 7 w 7"/>
                  <a:gd name="T7" fmla="*/ 6 h 6"/>
                  <a:gd name="T8" fmla="*/ 7 w 7"/>
                  <a:gd name="T9" fmla="*/ 6 h 6"/>
                  <a:gd name="T10" fmla="*/ 5 w 7"/>
                  <a:gd name="T11" fmla="*/ 5 h 6"/>
                  <a:gd name="T12" fmla="*/ 0 w 7"/>
                  <a:gd name="T1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6">
                    <a:moveTo>
                      <a:pt x="0" y="0"/>
                    </a:moveTo>
                    <a:lnTo>
                      <a:pt x="0" y="0"/>
                    </a:lnTo>
                    <a:lnTo>
                      <a:pt x="3" y="2"/>
                    </a:lnTo>
                    <a:lnTo>
                      <a:pt x="7" y="6"/>
                    </a:lnTo>
                    <a:lnTo>
                      <a:pt x="7" y="6"/>
                    </a:lnTo>
                    <a:lnTo>
                      <a:pt x="5" y="5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69" name="išlïḍé"/>
              <p:cNvSpPr/>
              <p:nvPr/>
            </p:nvSpPr>
            <p:spPr bwMode="auto">
              <a:xfrm>
                <a:off x="1973689" y="3690114"/>
                <a:ext cx="12287" cy="24574"/>
              </a:xfrm>
              <a:custGeom>
                <a:avLst/>
                <a:gdLst>
                  <a:gd name="T0" fmla="*/ 2 w 2"/>
                  <a:gd name="T1" fmla="*/ 9 h 9"/>
                  <a:gd name="T2" fmla="*/ 2 w 2"/>
                  <a:gd name="T3" fmla="*/ 9 h 9"/>
                  <a:gd name="T4" fmla="*/ 1 w 2"/>
                  <a:gd name="T5" fmla="*/ 5 h 9"/>
                  <a:gd name="T6" fmla="*/ 0 w 2"/>
                  <a:gd name="T7" fmla="*/ 0 h 9"/>
                  <a:gd name="T8" fmla="*/ 0 w 2"/>
                  <a:gd name="T9" fmla="*/ 0 h 9"/>
                  <a:gd name="T10" fmla="*/ 1 w 2"/>
                  <a:gd name="T11" fmla="*/ 5 h 9"/>
                  <a:gd name="T12" fmla="*/ 2 w 2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9">
                    <a:moveTo>
                      <a:pt x="2" y="9"/>
                    </a:moveTo>
                    <a:lnTo>
                      <a:pt x="2" y="9"/>
                    </a:lnTo>
                    <a:lnTo>
                      <a:pt x="1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2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0" name="îṥ1ïďe"/>
              <p:cNvSpPr/>
              <p:nvPr/>
            </p:nvSpPr>
            <p:spPr bwMode="auto">
              <a:xfrm>
                <a:off x="1973689" y="3690114"/>
                <a:ext cx="12287" cy="24574"/>
              </a:xfrm>
              <a:custGeom>
                <a:avLst/>
                <a:gdLst>
                  <a:gd name="T0" fmla="*/ 2 w 2"/>
                  <a:gd name="T1" fmla="*/ 9 h 9"/>
                  <a:gd name="T2" fmla="*/ 2 w 2"/>
                  <a:gd name="T3" fmla="*/ 9 h 9"/>
                  <a:gd name="T4" fmla="*/ 1 w 2"/>
                  <a:gd name="T5" fmla="*/ 5 h 9"/>
                  <a:gd name="T6" fmla="*/ 0 w 2"/>
                  <a:gd name="T7" fmla="*/ 0 h 9"/>
                  <a:gd name="T8" fmla="*/ 0 w 2"/>
                  <a:gd name="T9" fmla="*/ 0 h 9"/>
                  <a:gd name="T10" fmla="*/ 1 w 2"/>
                  <a:gd name="T11" fmla="*/ 5 h 9"/>
                  <a:gd name="T12" fmla="*/ 2 w 2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9">
                    <a:moveTo>
                      <a:pt x="2" y="9"/>
                    </a:moveTo>
                    <a:lnTo>
                      <a:pt x="2" y="9"/>
                    </a:lnTo>
                    <a:lnTo>
                      <a:pt x="1" y="5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1" y="5"/>
                    </a:lnTo>
                    <a:lnTo>
                      <a:pt x="2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1" name="îṡļïḓè"/>
              <p:cNvSpPr/>
              <p:nvPr/>
            </p:nvSpPr>
            <p:spPr bwMode="auto">
              <a:xfrm>
                <a:off x="1973689" y="3161771"/>
                <a:ext cx="6145" cy="24574"/>
              </a:xfrm>
              <a:custGeom>
                <a:avLst/>
                <a:gdLst>
                  <a:gd name="T0" fmla="*/ 0 w 3"/>
                  <a:gd name="T1" fmla="*/ 4 h 7"/>
                  <a:gd name="T2" fmla="*/ 0 w 3"/>
                  <a:gd name="T3" fmla="*/ 4 h 7"/>
                  <a:gd name="T4" fmla="*/ 0 w 3"/>
                  <a:gd name="T5" fmla="*/ 6 h 7"/>
                  <a:gd name="T6" fmla="*/ 2 w 3"/>
                  <a:gd name="T7" fmla="*/ 7 h 7"/>
                  <a:gd name="T8" fmla="*/ 2 w 3"/>
                  <a:gd name="T9" fmla="*/ 7 h 7"/>
                  <a:gd name="T10" fmla="*/ 2 w 3"/>
                  <a:gd name="T11" fmla="*/ 1 h 7"/>
                  <a:gd name="T12" fmla="*/ 2 w 3"/>
                  <a:gd name="T13" fmla="*/ 1 h 7"/>
                  <a:gd name="T14" fmla="*/ 3 w 3"/>
                  <a:gd name="T15" fmla="*/ 0 h 7"/>
                  <a:gd name="T16" fmla="*/ 3 w 3"/>
                  <a:gd name="T17" fmla="*/ 0 h 7"/>
                  <a:gd name="T18" fmla="*/ 3 w 3"/>
                  <a:gd name="T19" fmla="*/ 0 h 7"/>
                  <a:gd name="T20" fmla="*/ 2 w 3"/>
                  <a:gd name="T21" fmla="*/ 0 h 7"/>
                  <a:gd name="T22" fmla="*/ 0 w 3"/>
                  <a:gd name="T23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7">
                    <a:moveTo>
                      <a:pt x="0" y="4"/>
                    </a:moveTo>
                    <a:lnTo>
                      <a:pt x="0" y="4"/>
                    </a:lnTo>
                    <a:lnTo>
                      <a:pt x="0" y="6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2" name="îšļîḍê"/>
              <p:cNvSpPr/>
              <p:nvPr/>
            </p:nvSpPr>
            <p:spPr bwMode="auto">
              <a:xfrm>
                <a:off x="1973689" y="3161771"/>
                <a:ext cx="6145" cy="24574"/>
              </a:xfrm>
              <a:custGeom>
                <a:avLst/>
                <a:gdLst>
                  <a:gd name="T0" fmla="*/ 0 w 3"/>
                  <a:gd name="T1" fmla="*/ 4 h 7"/>
                  <a:gd name="T2" fmla="*/ 0 w 3"/>
                  <a:gd name="T3" fmla="*/ 4 h 7"/>
                  <a:gd name="T4" fmla="*/ 0 w 3"/>
                  <a:gd name="T5" fmla="*/ 6 h 7"/>
                  <a:gd name="T6" fmla="*/ 2 w 3"/>
                  <a:gd name="T7" fmla="*/ 7 h 7"/>
                  <a:gd name="T8" fmla="*/ 2 w 3"/>
                  <a:gd name="T9" fmla="*/ 7 h 7"/>
                  <a:gd name="T10" fmla="*/ 2 w 3"/>
                  <a:gd name="T11" fmla="*/ 1 h 7"/>
                  <a:gd name="T12" fmla="*/ 2 w 3"/>
                  <a:gd name="T13" fmla="*/ 1 h 7"/>
                  <a:gd name="T14" fmla="*/ 3 w 3"/>
                  <a:gd name="T15" fmla="*/ 0 h 7"/>
                  <a:gd name="T16" fmla="*/ 3 w 3"/>
                  <a:gd name="T17" fmla="*/ 0 h 7"/>
                  <a:gd name="T18" fmla="*/ 3 w 3"/>
                  <a:gd name="T19" fmla="*/ 0 h 7"/>
                  <a:gd name="T20" fmla="*/ 2 w 3"/>
                  <a:gd name="T21" fmla="*/ 0 h 7"/>
                  <a:gd name="T22" fmla="*/ 0 w 3"/>
                  <a:gd name="T23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7">
                    <a:moveTo>
                      <a:pt x="0" y="4"/>
                    </a:moveTo>
                    <a:lnTo>
                      <a:pt x="0" y="4"/>
                    </a:lnTo>
                    <a:lnTo>
                      <a:pt x="0" y="6"/>
                    </a:lnTo>
                    <a:lnTo>
                      <a:pt x="2" y="7"/>
                    </a:lnTo>
                    <a:lnTo>
                      <a:pt x="2" y="7"/>
                    </a:lnTo>
                    <a:lnTo>
                      <a:pt x="2" y="1"/>
                    </a:lnTo>
                    <a:lnTo>
                      <a:pt x="2" y="1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3" name="íṩľiḍe"/>
              <p:cNvSpPr/>
              <p:nvPr/>
            </p:nvSpPr>
            <p:spPr bwMode="auto">
              <a:xfrm>
                <a:off x="1801670" y="3597964"/>
                <a:ext cx="6145" cy="24574"/>
              </a:xfrm>
              <a:custGeom>
                <a:avLst/>
                <a:gdLst>
                  <a:gd name="T0" fmla="*/ 1 w 2"/>
                  <a:gd name="T1" fmla="*/ 9 h 9"/>
                  <a:gd name="T2" fmla="*/ 1 w 2"/>
                  <a:gd name="T3" fmla="*/ 9 h 9"/>
                  <a:gd name="T4" fmla="*/ 1 w 2"/>
                  <a:gd name="T5" fmla="*/ 9 h 9"/>
                  <a:gd name="T6" fmla="*/ 1 w 2"/>
                  <a:gd name="T7" fmla="*/ 7 h 9"/>
                  <a:gd name="T8" fmla="*/ 1 w 2"/>
                  <a:gd name="T9" fmla="*/ 3 h 9"/>
                  <a:gd name="T10" fmla="*/ 2 w 2"/>
                  <a:gd name="T11" fmla="*/ 2 h 9"/>
                  <a:gd name="T12" fmla="*/ 2 w 2"/>
                  <a:gd name="T13" fmla="*/ 2 h 9"/>
                  <a:gd name="T14" fmla="*/ 1 w 2"/>
                  <a:gd name="T15" fmla="*/ 0 h 9"/>
                  <a:gd name="T16" fmla="*/ 0 w 2"/>
                  <a:gd name="T17" fmla="*/ 0 h 9"/>
                  <a:gd name="T18" fmla="*/ 0 w 2"/>
                  <a:gd name="T19" fmla="*/ 0 h 9"/>
                  <a:gd name="T20" fmla="*/ 0 w 2"/>
                  <a:gd name="T21" fmla="*/ 3 h 9"/>
                  <a:gd name="T22" fmla="*/ 0 w 2"/>
                  <a:gd name="T23" fmla="*/ 5 h 9"/>
                  <a:gd name="T24" fmla="*/ 1 w 2"/>
                  <a:gd name="T25" fmla="*/ 6 h 9"/>
                  <a:gd name="T26" fmla="*/ 1 w 2"/>
                  <a:gd name="T2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" h="9">
                    <a:moveTo>
                      <a:pt x="1" y="9"/>
                    </a:moveTo>
                    <a:lnTo>
                      <a:pt x="1" y="9"/>
                    </a:lnTo>
                    <a:lnTo>
                      <a:pt x="1" y="9"/>
                    </a:lnTo>
                    <a:lnTo>
                      <a:pt x="1" y="7"/>
                    </a:lnTo>
                    <a:lnTo>
                      <a:pt x="1" y="3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1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4" name="ïṥļïďé"/>
              <p:cNvSpPr/>
              <p:nvPr/>
            </p:nvSpPr>
            <p:spPr bwMode="auto">
              <a:xfrm>
                <a:off x="1801670" y="3597964"/>
                <a:ext cx="6145" cy="24574"/>
              </a:xfrm>
              <a:custGeom>
                <a:avLst/>
                <a:gdLst>
                  <a:gd name="T0" fmla="*/ 1 w 2"/>
                  <a:gd name="T1" fmla="*/ 9 h 9"/>
                  <a:gd name="T2" fmla="*/ 1 w 2"/>
                  <a:gd name="T3" fmla="*/ 9 h 9"/>
                  <a:gd name="T4" fmla="*/ 1 w 2"/>
                  <a:gd name="T5" fmla="*/ 9 h 9"/>
                  <a:gd name="T6" fmla="*/ 1 w 2"/>
                  <a:gd name="T7" fmla="*/ 7 h 9"/>
                  <a:gd name="T8" fmla="*/ 1 w 2"/>
                  <a:gd name="T9" fmla="*/ 3 h 9"/>
                  <a:gd name="T10" fmla="*/ 2 w 2"/>
                  <a:gd name="T11" fmla="*/ 2 h 9"/>
                  <a:gd name="T12" fmla="*/ 2 w 2"/>
                  <a:gd name="T13" fmla="*/ 2 h 9"/>
                  <a:gd name="T14" fmla="*/ 1 w 2"/>
                  <a:gd name="T15" fmla="*/ 0 h 9"/>
                  <a:gd name="T16" fmla="*/ 0 w 2"/>
                  <a:gd name="T17" fmla="*/ 0 h 9"/>
                  <a:gd name="T18" fmla="*/ 0 w 2"/>
                  <a:gd name="T19" fmla="*/ 0 h 9"/>
                  <a:gd name="T20" fmla="*/ 0 w 2"/>
                  <a:gd name="T21" fmla="*/ 3 h 9"/>
                  <a:gd name="T22" fmla="*/ 0 w 2"/>
                  <a:gd name="T23" fmla="*/ 5 h 9"/>
                  <a:gd name="T24" fmla="*/ 1 w 2"/>
                  <a:gd name="T25" fmla="*/ 6 h 9"/>
                  <a:gd name="T26" fmla="*/ 1 w 2"/>
                  <a:gd name="T27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" h="9">
                    <a:moveTo>
                      <a:pt x="1" y="9"/>
                    </a:moveTo>
                    <a:lnTo>
                      <a:pt x="1" y="9"/>
                    </a:lnTo>
                    <a:lnTo>
                      <a:pt x="1" y="9"/>
                    </a:lnTo>
                    <a:lnTo>
                      <a:pt x="1" y="7"/>
                    </a:lnTo>
                    <a:lnTo>
                      <a:pt x="1" y="3"/>
                    </a:lnTo>
                    <a:lnTo>
                      <a:pt x="2" y="2"/>
                    </a:lnTo>
                    <a:lnTo>
                      <a:pt x="2" y="2"/>
                    </a:lnTo>
                    <a:lnTo>
                      <a:pt x="1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5"/>
                    </a:lnTo>
                    <a:lnTo>
                      <a:pt x="1" y="6"/>
                    </a:lnTo>
                    <a:lnTo>
                      <a:pt x="1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5" name="íśľîdè"/>
              <p:cNvSpPr/>
              <p:nvPr/>
            </p:nvSpPr>
            <p:spPr bwMode="auto">
              <a:xfrm>
                <a:off x="1856964" y="3401371"/>
                <a:ext cx="6145" cy="18433"/>
              </a:xfrm>
              <a:custGeom>
                <a:avLst/>
                <a:gdLst>
                  <a:gd name="T0" fmla="*/ 0 w 1"/>
                  <a:gd name="T1" fmla="*/ 4 h 7"/>
                  <a:gd name="T2" fmla="*/ 0 w 1"/>
                  <a:gd name="T3" fmla="*/ 4 h 7"/>
                  <a:gd name="T4" fmla="*/ 1 w 1"/>
                  <a:gd name="T5" fmla="*/ 7 h 7"/>
                  <a:gd name="T6" fmla="*/ 1 w 1"/>
                  <a:gd name="T7" fmla="*/ 6 h 7"/>
                  <a:gd name="T8" fmla="*/ 1 w 1"/>
                  <a:gd name="T9" fmla="*/ 6 h 7"/>
                  <a:gd name="T10" fmla="*/ 1 w 1"/>
                  <a:gd name="T11" fmla="*/ 3 h 7"/>
                  <a:gd name="T12" fmla="*/ 1 w 1"/>
                  <a:gd name="T13" fmla="*/ 0 h 7"/>
                  <a:gd name="T14" fmla="*/ 1 w 1"/>
                  <a:gd name="T15" fmla="*/ 0 h 7"/>
                  <a:gd name="T16" fmla="*/ 1 w 1"/>
                  <a:gd name="T17" fmla="*/ 0 h 7"/>
                  <a:gd name="T18" fmla="*/ 0 w 1"/>
                  <a:gd name="T19" fmla="*/ 2 h 7"/>
                  <a:gd name="T20" fmla="*/ 0 w 1"/>
                  <a:gd name="T21" fmla="*/ 2 h 7"/>
                  <a:gd name="T22" fmla="*/ 0 w 1"/>
                  <a:gd name="T23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" h="7">
                    <a:moveTo>
                      <a:pt x="0" y="4"/>
                    </a:moveTo>
                    <a:lnTo>
                      <a:pt x="0" y="4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3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6" name="iśľïḋé"/>
              <p:cNvSpPr/>
              <p:nvPr/>
            </p:nvSpPr>
            <p:spPr bwMode="auto">
              <a:xfrm>
                <a:off x="1856964" y="3401371"/>
                <a:ext cx="6145" cy="18433"/>
              </a:xfrm>
              <a:custGeom>
                <a:avLst/>
                <a:gdLst>
                  <a:gd name="T0" fmla="*/ 0 w 1"/>
                  <a:gd name="T1" fmla="*/ 4 h 7"/>
                  <a:gd name="T2" fmla="*/ 0 w 1"/>
                  <a:gd name="T3" fmla="*/ 4 h 7"/>
                  <a:gd name="T4" fmla="*/ 1 w 1"/>
                  <a:gd name="T5" fmla="*/ 7 h 7"/>
                  <a:gd name="T6" fmla="*/ 1 w 1"/>
                  <a:gd name="T7" fmla="*/ 6 h 7"/>
                  <a:gd name="T8" fmla="*/ 1 w 1"/>
                  <a:gd name="T9" fmla="*/ 6 h 7"/>
                  <a:gd name="T10" fmla="*/ 1 w 1"/>
                  <a:gd name="T11" fmla="*/ 3 h 7"/>
                  <a:gd name="T12" fmla="*/ 1 w 1"/>
                  <a:gd name="T13" fmla="*/ 0 h 7"/>
                  <a:gd name="T14" fmla="*/ 1 w 1"/>
                  <a:gd name="T15" fmla="*/ 0 h 7"/>
                  <a:gd name="T16" fmla="*/ 1 w 1"/>
                  <a:gd name="T17" fmla="*/ 0 h 7"/>
                  <a:gd name="T18" fmla="*/ 0 w 1"/>
                  <a:gd name="T19" fmla="*/ 2 h 7"/>
                  <a:gd name="T20" fmla="*/ 0 w 1"/>
                  <a:gd name="T21" fmla="*/ 2 h 7"/>
                  <a:gd name="T22" fmla="*/ 0 w 1"/>
                  <a:gd name="T23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" h="7">
                    <a:moveTo>
                      <a:pt x="0" y="4"/>
                    </a:moveTo>
                    <a:lnTo>
                      <a:pt x="0" y="4"/>
                    </a:lnTo>
                    <a:lnTo>
                      <a:pt x="1" y="7"/>
                    </a:lnTo>
                    <a:lnTo>
                      <a:pt x="1" y="6"/>
                    </a:lnTo>
                    <a:lnTo>
                      <a:pt x="1" y="6"/>
                    </a:lnTo>
                    <a:lnTo>
                      <a:pt x="1" y="3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2"/>
                    </a:lnTo>
                    <a:lnTo>
                      <a:pt x="0" y="2"/>
                    </a:lnTo>
                    <a:lnTo>
                      <a:pt x="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7" name="ïṡḻîḓê"/>
              <p:cNvSpPr/>
              <p:nvPr/>
            </p:nvSpPr>
            <p:spPr bwMode="auto">
              <a:xfrm>
                <a:off x="1826244" y="3444373"/>
                <a:ext cx="6145" cy="18433"/>
              </a:xfrm>
              <a:custGeom>
                <a:avLst/>
                <a:gdLst>
                  <a:gd name="T0" fmla="*/ 2 w 3"/>
                  <a:gd name="T1" fmla="*/ 0 h 5"/>
                  <a:gd name="T2" fmla="*/ 2 w 3"/>
                  <a:gd name="T3" fmla="*/ 0 h 5"/>
                  <a:gd name="T4" fmla="*/ 2 w 3"/>
                  <a:gd name="T5" fmla="*/ 0 h 5"/>
                  <a:gd name="T6" fmla="*/ 0 w 3"/>
                  <a:gd name="T7" fmla="*/ 1 h 5"/>
                  <a:gd name="T8" fmla="*/ 0 w 3"/>
                  <a:gd name="T9" fmla="*/ 1 h 5"/>
                  <a:gd name="T10" fmla="*/ 3 w 3"/>
                  <a:gd name="T11" fmla="*/ 5 h 5"/>
                  <a:gd name="T12" fmla="*/ 3 w 3"/>
                  <a:gd name="T13" fmla="*/ 5 h 5"/>
                  <a:gd name="T14" fmla="*/ 3 w 3"/>
                  <a:gd name="T15" fmla="*/ 3 h 5"/>
                  <a:gd name="T16" fmla="*/ 3 w 3"/>
                  <a:gd name="T17" fmla="*/ 0 h 5"/>
                  <a:gd name="T18" fmla="*/ 3 w 3"/>
                  <a:gd name="T19" fmla="*/ 0 h 5"/>
                  <a:gd name="T20" fmla="*/ 2 w 3"/>
                  <a:gd name="T21" fmla="*/ 0 h 5"/>
                  <a:gd name="T22" fmla="*/ 2 w 3"/>
                  <a:gd name="T2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5">
                    <a:moveTo>
                      <a:pt x="2" y="0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8" name="íṩļíḋe"/>
              <p:cNvSpPr/>
              <p:nvPr/>
            </p:nvSpPr>
            <p:spPr bwMode="auto">
              <a:xfrm>
                <a:off x="1826244" y="3444373"/>
                <a:ext cx="6145" cy="18433"/>
              </a:xfrm>
              <a:custGeom>
                <a:avLst/>
                <a:gdLst>
                  <a:gd name="T0" fmla="*/ 2 w 3"/>
                  <a:gd name="T1" fmla="*/ 0 h 5"/>
                  <a:gd name="T2" fmla="*/ 2 w 3"/>
                  <a:gd name="T3" fmla="*/ 0 h 5"/>
                  <a:gd name="T4" fmla="*/ 2 w 3"/>
                  <a:gd name="T5" fmla="*/ 0 h 5"/>
                  <a:gd name="T6" fmla="*/ 0 w 3"/>
                  <a:gd name="T7" fmla="*/ 1 h 5"/>
                  <a:gd name="T8" fmla="*/ 0 w 3"/>
                  <a:gd name="T9" fmla="*/ 1 h 5"/>
                  <a:gd name="T10" fmla="*/ 3 w 3"/>
                  <a:gd name="T11" fmla="*/ 5 h 5"/>
                  <a:gd name="T12" fmla="*/ 3 w 3"/>
                  <a:gd name="T13" fmla="*/ 5 h 5"/>
                  <a:gd name="T14" fmla="*/ 3 w 3"/>
                  <a:gd name="T15" fmla="*/ 3 h 5"/>
                  <a:gd name="T16" fmla="*/ 3 w 3"/>
                  <a:gd name="T17" fmla="*/ 0 h 5"/>
                  <a:gd name="T18" fmla="*/ 3 w 3"/>
                  <a:gd name="T19" fmla="*/ 0 h 5"/>
                  <a:gd name="T20" fmla="*/ 2 w 3"/>
                  <a:gd name="T21" fmla="*/ 0 h 5"/>
                  <a:gd name="T22" fmla="*/ 2 w 3"/>
                  <a:gd name="T2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" h="5">
                    <a:moveTo>
                      <a:pt x="2" y="0"/>
                    </a:moveTo>
                    <a:lnTo>
                      <a:pt x="2" y="0"/>
                    </a:lnTo>
                    <a:lnTo>
                      <a:pt x="2" y="0"/>
                    </a:lnTo>
                    <a:lnTo>
                      <a:pt x="0" y="1"/>
                    </a:lnTo>
                    <a:lnTo>
                      <a:pt x="0" y="1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2" y="0"/>
                    </a:lnTo>
                    <a:lnTo>
                      <a:pt x="2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79" name="iṩ1iďè"/>
              <p:cNvSpPr/>
              <p:nvPr/>
            </p:nvSpPr>
            <p:spPr bwMode="auto">
              <a:xfrm>
                <a:off x="2035124" y="2965179"/>
                <a:ext cx="18433" cy="79868"/>
              </a:xfrm>
              <a:custGeom>
                <a:avLst/>
                <a:gdLst>
                  <a:gd name="T0" fmla="*/ 0 w 7"/>
                  <a:gd name="T1" fmla="*/ 25 h 25"/>
                  <a:gd name="T2" fmla="*/ 0 w 7"/>
                  <a:gd name="T3" fmla="*/ 25 h 25"/>
                  <a:gd name="T4" fmla="*/ 2 w 7"/>
                  <a:gd name="T5" fmla="*/ 24 h 25"/>
                  <a:gd name="T6" fmla="*/ 2 w 7"/>
                  <a:gd name="T7" fmla="*/ 23 h 25"/>
                  <a:gd name="T8" fmla="*/ 0 w 7"/>
                  <a:gd name="T9" fmla="*/ 21 h 25"/>
                  <a:gd name="T10" fmla="*/ 0 w 7"/>
                  <a:gd name="T11" fmla="*/ 21 h 25"/>
                  <a:gd name="T12" fmla="*/ 0 w 7"/>
                  <a:gd name="T13" fmla="*/ 20 h 25"/>
                  <a:gd name="T14" fmla="*/ 2 w 7"/>
                  <a:gd name="T15" fmla="*/ 20 h 25"/>
                  <a:gd name="T16" fmla="*/ 2 w 7"/>
                  <a:gd name="T17" fmla="*/ 20 h 25"/>
                  <a:gd name="T18" fmla="*/ 3 w 7"/>
                  <a:gd name="T19" fmla="*/ 18 h 25"/>
                  <a:gd name="T20" fmla="*/ 3 w 7"/>
                  <a:gd name="T21" fmla="*/ 18 h 25"/>
                  <a:gd name="T22" fmla="*/ 3 w 7"/>
                  <a:gd name="T23" fmla="*/ 10 h 25"/>
                  <a:gd name="T24" fmla="*/ 7 w 7"/>
                  <a:gd name="T25" fmla="*/ 3 h 25"/>
                  <a:gd name="T26" fmla="*/ 7 w 7"/>
                  <a:gd name="T27" fmla="*/ 3 h 25"/>
                  <a:gd name="T28" fmla="*/ 6 w 7"/>
                  <a:gd name="T29" fmla="*/ 0 h 25"/>
                  <a:gd name="T30" fmla="*/ 6 w 7"/>
                  <a:gd name="T31" fmla="*/ 0 h 25"/>
                  <a:gd name="T32" fmla="*/ 3 w 7"/>
                  <a:gd name="T33" fmla="*/ 10 h 25"/>
                  <a:gd name="T34" fmla="*/ 0 w 7"/>
                  <a:gd name="T35" fmla="*/ 20 h 25"/>
                  <a:gd name="T36" fmla="*/ 0 w 7"/>
                  <a:gd name="T37" fmla="*/ 20 h 25"/>
                  <a:gd name="T38" fmla="*/ 0 w 7"/>
                  <a:gd name="T39" fmla="*/ 24 h 25"/>
                  <a:gd name="T40" fmla="*/ 0 w 7"/>
                  <a:gd name="T41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" h="25">
                    <a:moveTo>
                      <a:pt x="0" y="25"/>
                    </a:moveTo>
                    <a:lnTo>
                      <a:pt x="0" y="25"/>
                    </a:lnTo>
                    <a:lnTo>
                      <a:pt x="2" y="24"/>
                    </a:lnTo>
                    <a:lnTo>
                      <a:pt x="2" y="23"/>
                    </a:lnTo>
                    <a:lnTo>
                      <a:pt x="0" y="21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0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3" y="1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24"/>
                    </a:lnTo>
                    <a:lnTo>
                      <a:pt x="0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0" name="îŝľïḑè"/>
              <p:cNvSpPr/>
              <p:nvPr/>
            </p:nvSpPr>
            <p:spPr bwMode="auto">
              <a:xfrm>
                <a:off x="2035124" y="2965179"/>
                <a:ext cx="18433" cy="79868"/>
              </a:xfrm>
              <a:custGeom>
                <a:avLst/>
                <a:gdLst>
                  <a:gd name="T0" fmla="*/ 0 w 7"/>
                  <a:gd name="T1" fmla="*/ 25 h 25"/>
                  <a:gd name="T2" fmla="*/ 0 w 7"/>
                  <a:gd name="T3" fmla="*/ 25 h 25"/>
                  <a:gd name="T4" fmla="*/ 2 w 7"/>
                  <a:gd name="T5" fmla="*/ 24 h 25"/>
                  <a:gd name="T6" fmla="*/ 2 w 7"/>
                  <a:gd name="T7" fmla="*/ 23 h 25"/>
                  <a:gd name="T8" fmla="*/ 0 w 7"/>
                  <a:gd name="T9" fmla="*/ 21 h 25"/>
                  <a:gd name="T10" fmla="*/ 0 w 7"/>
                  <a:gd name="T11" fmla="*/ 21 h 25"/>
                  <a:gd name="T12" fmla="*/ 0 w 7"/>
                  <a:gd name="T13" fmla="*/ 20 h 25"/>
                  <a:gd name="T14" fmla="*/ 2 w 7"/>
                  <a:gd name="T15" fmla="*/ 20 h 25"/>
                  <a:gd name="T16" fmla="*/ 2 w 7"/>
                  <a:gd name="T17" fmla="*/ 20 h 25"/>
                  <a:gd name="T18" fmla="*/ 3 w 7"/>
                  <a:gd name="T19" fmla="*/ 18 h 25"/>
                  <a:gd name="T20" fmla="*/ 3 w 7"/>
                  <a:gd name="T21" fmla="*/ 18 h 25"/>
                  <a:gd name="T22" fmla="*/ 3 w 7"/>
                  <a:gd name="T23" fmla="*/ 10 h 25"/>
                  <a:gd name="T24" fmla="*/ 7 w 7"/>
                  <a:gd name="T25" fmla="*/ 3 h 25"/>
                  <a:gd name="T26" fmla="*/ 7 w 7"/>
                  <a:gd name="T27" fmla="*/ 3 h 25"/>
                  <a:gd name="T28" fmla="*/ 6 w 7"/>
                  <a:gd name="T29" fmla="*/ 0 h 25"/>
                  <a:gd name="T30" fmla="*/ 6 w 7"/>
                  <a:gd name="T31" fmla="*/ 0 h 25"/>
                  <a:gd name="T32" fmla="*/ 3 w 7"/>
                  <a:gd name="T33" fmla="*/ 10 h 25"/>
                  <a:gd name="T34" fmla="*/ 0 w 7"/>
                  <a:gd name="T35" fmla="*/ 20 h 25"/>
                  <a:gd name="T36" fmla="*/ 0 w 7"/>
                  <a:gd name="T37" fmla="*/ 20 h 25"/>
                  <a:gd name="T38" fmla="*/ 0 w 7"/>
                  <a:gd name="T39" fmla="*/ 24 h 25"/>
                  <a:gd name="T40" fmla="*/ 0 w 7"/>
                  <a:gd name="T41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" h="25">
                    <a:moveTo>
                      <a:pt x="0" y="25"/>
                    </a:moveTo>
                    <a:lnTo>
                      <a:pt x="0" y="25"/>
                    </a:lnTo>
                    <a:lnTo>
                      <a:pt x="2" y="24"/>
                    </a:lnTo>
                    <a:lnTo>
                      <a:pt x="2" y="23"/>
                    </a:lnTo>
                    <a:lnTo>
                      <a:pt x="0" y="21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0"/>
                    </a:lnTo>
                    <a:lnTo>
                      <a:pt x="7" y="3"/>
                    </a:lnTo>
                    <a:lnTo>
                      <a:pt x="7" y="3"/>
                    </a:lnTo>
                    <a:lnTo>
                      <a:pt x="6" y="0"/>
                    </a:lnTo>
                    <a:lnTo>
                      <a:pt x="6" y="0"/>
                    </a:lnTo>
                    <a:lnTo>
                      <a:pt x="3" y="1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24"/>
                    </a:lnTo>
                    <a:lnTo>
                      <a:pt x="0" y="2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1" name="ïsḻiḑe"/>
              <p:cNvSpPr/>
              <p:nvPr/>
            </p:nvSpPr>
            <p:spPr bwMode="auto">
              <a:xfrm>
                <a:off x="1795529" y="3370651"/>
                <a:ext cx="12287" cy="104441"/>
              </a:xfrm>
              <a:custGeom>
                <a:avLst/>
                <a:gdLst>
                  <a:gd name="T0" fmla="*/ 4 w 4"/>
                  <a:gd name="T1" fmla="*/ 34 h 34"/>
                  <a:gd name="T2" fmla="*/ 4 w 4"/>
                  <a:gd name="T3" fmla="*/ 34 h 34"/>
                  <a:gd name="T4" fmla="*/ 4 w 4"/>
                  <a:gd name="T5" fmla="*/ 17 h 34"/>
                  <a:gd name="T6" fmla="*/ 4 w 4"/>
                  <a:gd name="T7" fmla="*/ 17 h 34"/>
                  <a:gd name="T8" fmla="*/ 4 w 4"/>
                  <a:gd name="T9" fmla="*/ 8 h 34"/>
                  <a:gd name="T10" fmla="*/ 4 w 4"/>
                  <a:gd name="T11" fmla="*/ 8 h 34"/>
                  <a:gd name="T12" fmla="*/ 3 w 4"/>
                  <a:gd name="T13" fmla="*/ 0 h 34"/>
                  <a:gd name="T14" fmla="*/ 3 w 4"/>
                  <a:gd name="T15" fmla="*/ 0 h 34"/>
                  <a:gd name="T16" fmla="*/ 3 w 4"/>
                  <a:gd name="T17" fmla="*/ 2 h 34"/>
                  <a:gd name="T18" fmla="*/ 3 w 4"/>
                  <a:gd name="T19" fmla="*/ 2 h 34"/>
                  <a:gd name="T20" fmla="*/ 3 w 4"/>
                  <a:gd name="T21" fmla="*/ 2 h 34"/>
                  <a:gd name="T22" fmla="*/ 3 w 4"/>
                  <a:gd name="T23" fmla="*/ 2 h 34"/>
                  <a:gd name="T24" fmla="*/ 2 w 4"/>
                  <a:gd name="T25" fmla="*/ 5 h 34"/>
                  <a:gd name="T26" fmla="*/ 3 w 4"/>
                  <a:gd name="T27" fmla="*/ 10 h 34"/>
                  <a:gd name="T28" fmla="*/ 3 w 4"/>
                  <a:gd name="T29" fmla="*/ 10 h 34"/>
                  <a:gd name="T30" fmla="*/ 2 w 4"/>
                  <a:gd name="T31" fmla="*/ 12 h 34"/>
                  <a:gd name="T32" fmla="*/ 2 w 4"/>
                  <a:gd name="T33" fmla="*/ 17 h 34"/>
                  <a:gd name="T34" fmla="*/ 2 w 4"/>
                  <a:gd name="T35" fmla="*/ 21 h 34"/>
                  <a:gd name="T36" fmla="*/ 2 w 4"/>
                  <a:gd name="T37" fmla="*/ 22 h 34"/>
                  <a:gd name="T38" fmla="*/ 2 w 4"/>
                  <a:gd name="T39" fmla="*/ 21 h 34"/>
                  <a:gd name="T40" fmla="*/ 2 w 4"/>
                  <a:gd name="T41" fmla="*/ 21 h 34"/>
                  <a:gd name="T42" fmla="*/ 0 w 4"/>
                  <a:gd name="T43" fmla="*/ 24 h 34"/>
                  <a:gd name="T44" fmla="*/ 2 w 4"/>
                  <a:gd name="T45" fmla="*/ 28 h 34"/>
                  <a:gd name="T46" fmla="*/ 4 w 4"/>
                  <a:gd name="T4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" h="34">
                    <a:moveTo>
                      <a:pt x="4" y="34"/>
                    </a:moveTo>
                    <a:lnTo>
                      <a:pt x="4" y="34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2" y="5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2" y="12"/>
                    </a:lnTo>
                    <a:lnTo>
                      <a:pt x="2" y="17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0" y="24"/>
                    </a:lnTo>
                    <a:lnTo>
                      <a:pt x="2" y="28"/>
                    </a:lnTo>
                    <a:lnTo>
                      <a:pt x="4" y="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2" name="îṣlïde"/>
              <p:cNvSpPr/>
              <p:nvPr/>
            </p:nvSpPr>
            <p:spPr bwMode="auto">
              <a:xfrm>
                <a:off x="1795529" y="3370651"/>
                <a:ext cx="12287" cy="104441"/>
              </a:xfrm>
              <a:custGeom>
                <a:avLst/>
                <a:gdLst>
                  <a:gd name="T0" fmla="*/ 4 w 4"/>
                  <a:gd name="T1" fmla="*/ 34 h 34"/>
                  <a:gd name="T2" fmla="*/ 4 w 4"/>
                  <a:gd name="T3" fmla="*/ 34 h 34"/>
                  <a:gd name="T4" fmla="*/ 4 w 4"/>
                  <a:gd name="T5" fmla="*/ 17 h 34"/>
                  <a:gd name="T6" fmla="*/ 4 w 4"/>
                  <a:gd name="T7" fmla="*/ 17 h 34"/>
                  <a:gd name="T8" fmla="*/ 4 w 4"/>
                  <a:gd name="T9" fmla="*/ 8 h 34"/>
                  <a:gd name="T10" fmla="*/ 4 w 4"/>
                  <a:gd name="T11" fmla="*/ 8 h 34"/>
                  <a:gd name="T12" fmla="*/ 3 w 4"/>
                  <a:gd name="T13" fmla="*/ 0 h 34"/>
                  <a:gd name="T14" fmla="*/ 3 w 4"/>
                  <a:gd name="T15" fmla="*/ 0 h 34"/>
                  <a:gd name="T16" fmla="*/ 3 w 4"/>
                  <a:gd name="T17" fmla="*/ 2 h 34"/>
                  <a:gd name="T18" fmla="*/ 3 w 4"/>
                  <a:gd name="T19" fmla="*/ 2 h 34"/>
                  <a:gd name="T20" fmla="*/ 3 w 4"/>
                  <a:gd name="T21" fmla="*/ 2 h 34"/>
                  <a:gd name="T22" fmla="*/ 3 w 4"/>
                  <a:gd name="T23" fmla="*/ 2 h 34"/>
                  <a:gd name="T24" fmla="*/ 2 w 4"/>
                  <a:gd name="T25" fmla="*/ 5 h 34"/>
                  <a:gd name="T26" fmla="*/ 3 w 4"/>
                  <a:gd name="T27" fmla="*/ 10 h 34"/>
                  <a:gd name="T28" fmla="*/ 3 w 4"/>
                  <a:gd name="T29" fmla="*/ 10 h 34"/>
                  <a:gd name="T30" fmla="*/ 2 w 4"/>
                  <a:gd name="T31" fmla="*/ 12 h 34"/>
                  <a:gd name="T32" fmla="*/ 2 w 4"/>
                  <a:gd name="T33" fmla="*/ 17 h 34"/>
                  <a:gd name="T34" fmla="*/ 2 w 4"/>
                  <a:gd name="T35" fmla="*/ 21 h 34"/>
                  <a:gd name="T36" fmla="*/ 2 w 4"/>
                  <a:gd name="T37" fmla="*/ 22 h 34"/>
                  <a:gd name="T38" fmla="*/ 2 w 4"/>
                  <a:gd name="T39" fmla="*/ 21 h 34"/>
                  <a:gd name="T40" fmla="*/ 2 w 4"/>
                  <a:gd name="T41" fmla="*/ 21 h 34"/>
                  <a:gd name="T42" fmla="*/ 0 w 4"/>
                  <a:gd name="T43" fmla="*/ 24 h 34"/>
                  <a:gd name="T44" fmla="*/ 2 w 4"/>
                  <a:gd name="T45" fmla="*/ 28 h 34"/>
                  <a:gd name="T46" fmla="*/ 4 w 4"/>
                  <a:gd name="T47" fmla="*/ 34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4" h="34">
                    <a:moveTo>
                      <a:pt x="4" y="34"/>
                    </a:moveTo>
                    <a:lnTo>
                      <a:pt x="4" y="34"/>
                    </a:lnTo>
                    <a:lnTo>
                      <a:pt x="4" y="17"/>
                    </a:lnTo>
                    <a:lnTo>
                      <a:pt x="4" y="17"/>
                    </a:lnTo>
                    <a:lnTo>
                      <a:pt x="4" y="8"/>
                    </a:lnTo>
                    <a:lnTo>
                      <a:pt x="4" y="8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3" y="2"/>
                    </a:lnTo>
                    <a:lnTo>
                      <a:pt x="2" y="5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2" y="12"/>
                    </a:lnTo>
                    <a:lnTo>
                      <a:pt x="2" y="17"/>
                    </a:lnTo>
                    <a:lnTo>
                      <a:pt x="2" y="21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0" y="24"/>
                    </a:lnTo>
                    <a:lnTo>
                      <a:pt x="2" y="28"/>
                    </a:lnTo>
                    <a:lnTo>
                      <a:pt x="4" y="3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3" name="i$ḻîḑé"/>
              <p:cNvSpPr/>
              <p:nvPr/>
            </p:nvSpPr>
            <p:spPr bwMode="auto">
              <a:xfrm>
                <a:off x="2108846" y="2854595"/>
                <a:ext cx="30720" cy="55293"/>
              </a:xfrm>
              <a:custGeom>
                <a:avLst/>
                <a:gdLst>
                  <a:gd name="T0" fmla="*/ 0 w 8"/>
                  <a:gd name="T1" fmla="*/ 19 h 19"/>
                  <a:gd name="T2" fmla="*/ 0 w 8"/>
                  <a:gd name="T3" fmla="*/ 19 h 19"/>
                  <a:gd name="T4" fmla="*/ 4 w 8"/>
                  <a:gd name="T5" fmla="*/ 10 h 19"/>
                  <a:gd name="T6" fmla="*/ 8 w 8"/>
                  <a:gd name="T7" fmla="*/ 0 h 19"/>
                  <a:gd name="T8" fmla="*/ 8 w 8"/>
                  <a:gd name="T9" fmla="*/ 0 h 19"/>
                  <a:gd name="T10" fmla="*/ 0 w 8"/>
                  <a:gd name="T11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9">
                    <a:moveTo>
                      <a:pt x="0" y="19"/>
                    </a:moveTo>
                    <a:lnTo>
                      <a:pt x="0" y="19"/>
                    </a:lnTo>
                    <a:lnTo>
                      <a:pt x="4" y="1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0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4" name="isḻíḍé"/>
              <p:cNvSpPr/>
              <p:nvPr/>
            </p:nvSpPr>
            <p:spPr bwMode="auto">
              <a:xfrm>
                <a:off x="2108846" y="2854595"/>
                <a:ext cx="30720" cy="55293"/>
              </a:xfrm>
              <a:custGeom>
                <a:avLst/>
                <a:gdLst>
                  <a:gd name="T0" fmla="*/ 0 w 8"/>
                  <a:gd name="T1" fmla="*/ 19 h 19"/>
                  <a:gd name="T2" fmla="*/ 0 w 8"/>
                  <a:gd name="T3" fmla="*/ 19 h 19"/>
                  <a:gd name="T4" fmla="*/ 4 w 8"/>
                  <a:gd name="T5" fmla="*/ 10 h 19"/>
                  <a:gd name="T6" fmla="*/ 8 w 8"/>
                  <a:gd name="T7" fmla="*/ 0 h 19"/>
                  <a:gd name="T8" fmla="*/ 8 w 8"/>
                  <a:gd name="T9" fmla="*/ 0 h 19"/>
                  <a:gd name="T10" fmla="*/ 0 w 8"/>
                  <a:gd name="T11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19">
                    <a:moveTo>
                      <a:pt x="0" y="19"/>
                    </a:moveTo>
                    <a:lnTo>
                      <a:pt x="0" y="19"/>
                    </a:lnTo>
                    <a:lnTo>
                      <a:pt x="4" y="10"/>
                    </a:lnTo>
                    <a:lnTo>
                      <a:pt x="8" y="0"/>
                    </a:lnTo>
                    <a:lnTo>
                      <a:pt x="8" y="0"/>
                    </a:lnTo>
                    <a:lnTo>
                      <a:pt x="0" y="1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5" name="íşľiḋè"/>
              <p:cNvSpPr/>
              <p:nvPr/>
            </p:nvSpPr>
            <p:spPr bwMode="auto">
              <a:xfrm>
                <a:off x="1697232" y="3917427"/>
                <a:ext cx="12287" cy="30720"/>
              </a:xfrm>
              <a:custGeom>
                <a:avLst/>
                <a:gdLst>
                  <a:gd name="T0" fmla="*/ 0 w 3"/>
                  <a:gd name="T1" fmla="*/ 4 h 10"/>
                  <a:gd name="T2" fmla="*/ 0 w 3"/>
                  <a:gd name="T3" fmla="*/ 4 h 10"/>
                  <a:gd name="T4" fmla="*/ 1 w 3"/>
                  <a:gd name="T5" fmla="*/ 6 h 10"/>
                  <a:gd name="T6" fmla="*/ 3 w 3"/>
                  <a:gd name="T7" fmla="*/ 10 h 10"/>
                  <a:gd name="T8" fmla="*/ 3 w 3"/>
                  <a:gd name="T9" fmla="*/ 10 h 10"/>
                  <a:gd name="T10" fmla="*/ 1 w 3"/>
                  <a:gd name="T11" fmla="*/ 4 h 10"/>
                  <a:gd name="T12" fmla="*/ 0 w 3"/>
                  <a:gd name="T13" fmla="*/ 0 h 10"/>
                  <a:gd name="T14" fmla="*/ 0 w 3"/>
                  <a:gd name="T15" fmla="*/ 0 h 10"/>
                  <a:gd name="T16" fmla="*/ 0 w 3"/>
                  <a:gd name="T17" fmla="*/ 0 h 10"/>
                  <a:gd name="T18" fmla="*/ 0 w 3"/>
                  <a:gd name="T19" fmla="*/ 1 h 10"/>
                  <a:gd name="T20" fmla="*/ 0 w 3"/>
                  <a:gd name="T21" fmla="*/ 4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10">
                    <a:moveTo>
                      <a:pt x="0" y="4"/>
                    </a:moveTo>
                    <a:lnTo>
                      <a:pt x="0" y="4"/>
                    </a:lnTo>
                    <a:lnTo>
                      <a:pt x="1" y="6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1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6" name="isḻîḓé"/>
              <p:cNvSpPr/>
              <p:nvPr/>
            </p:nvSpPr>
            <p:spPr bwMode="auto">
              <a:xfrm>
                <a:off x="1697232" y="3917427"/>
                <a:ext cx="12287" cy="30720"/>
              </a:xfrm>
              <a:custGeom>
                <a:avLst/>
                <a:gdLst>
                  <a:gd name="T0" fmla="*/ 0 w 3"/>
                  <a:gd name="T1" fmla="*/ 4 h 10"/>
                  <a:gd name="T2" fmla="*/ 0 w 3"/>
                  <a:gd name="T3" fmla="*/ 4 h 10"/>
                  <a:gd name="T4" fmla="*/ 1 w 3"/>
                  <a:gd name="T5" fmla="*/ 6 h 10"/>
                  <a:gd name="T6" fmla="*/ 3 w 3"/>
                  <a:gd name="T7" fmla="*/ 10 h 10"/>
                  <a:gd name="T8" fmla="*/ 3 w 3"/>
                  <a:gd name="T9" fmla="*/ 10 h 10"/>
                  <a:gd name="T10" fmla="*/ 1 w 3"/>
                  <a:gd name="T11" fmla="*/ 4 h 10"/>
                  <a:gd name="T12" fmla="*/ 0 w 3"/>
                  <a:gd name="T13" fmla="*/ 0 h 10"/>
                  <a:gd name="T14" fmla="*/ 0 w 3"/>
                  <a:gd name="T15" fmla="*/ 0 h 10"/>
                  <a:gd name="T16" fmla="*/ 0 w 3"/>
                  <a:gd name="T17" fmla="*/ 0 h 10"/>
                  <a:gd name="T18" fmla="*/ 0 w 3"/>
                  <a:gd name="T19" fmla="*/ 1 h 10"/>
                  <a:gd name="T20" fmla="*/ 0 w 3"/>
                  <a:gd name="T21" fmla="*/ 4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10">
                    <a:moveTo>
                      <a:pt x="0" y="4"/>
                    </a:moveTo>
                    <a:lnTo>
                      <a:pt x="0" y="4"/>
                    </a:lnTo>
                    <a:lnTo>
                      <a:pt x="1" y="6"/>
                    </a:lnTo>
                    <a:lnTo>
                      <a:pt x="3" y="10"/>
                    </a:lnTo>
                    <a:lnTo>
                      <a:pt x="3" y="10"/>
                    </a:lnTo>
                    <a:lnTo>
                      <a:pt x="1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4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7" name="i$ḻíḓé"/>
              <p:cNvSpPr/>
              <p:nvPr/>
            </p:nvSpPr>
            <p:spPr bwMode="auto">
              <a:xfrm>
                <a:off x="1807816" y="3352223"/>
                <a:ext cx="6145" cy="36861"/>
              </a:xfrm>
              <a:custGeom>
                <a:avLst/>
                <a:gdLst>
                  <a:gd name="T0" fmla="*/ 0 w 2"/>
                  <a:gd name="T1" fmla="*/ 11 h 11"/>
                  <a:gd name="T2" fmla="*/ 0 w 2"/>
                  <a:gd name="T3" fmla="*/ 11 h 11"/>
                  <a:gd name="T4" fmla="*/ 2 w 2"/>
                  <a:gd name="T5" fmla="*/ 6 h 11"/>
                  <a:gd name="T6" fmla="*/ 0 w 2"/>
                  <a:gd name="T7" fmla="*/ 0 h 11"/>
                  <a:gd name="T8" fmla="*/ 0 w 2"/>
                  <a:gd name="T9" fmla="*/ 0 h 11"/>
                  <a:gd name="T10" fmla="*/ 0 w 2"/>
                  <a:gd name="T11" fmla="*/ 3 h 11"/>
                  <a:gd name="T12" fmla="*/ 0 w 2"/>
                  <a:gd name="T13" fmla="*/ 6 h 11"/>
                  <a:gd name="T14" fmla="*/ 0 w 2"/>
                  <a:gd name="T1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11">
                    <a:moveTo>
                      <a:pt x="0" y="11"/>
                    </a:moveTo>
                    <a:lnTo>
                      <a:pt x="0" y="11"/>
                    </a:lnTo>
                    <a:lnTo>
                      <a:pt x="2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8" name="ïśľïdé"/>
              <p:cNvSpPr/>
              <p:nvPr/>
            </p:nvSpPr>
            <p:spPr bwMode="auto">
              <a:xfrm>
                <a:off x="1807816" y="3352223"/>
                <a:ext cx="6145" cy="36861"/>
              </a:xfrm>
              <a:custGeom>
                <a:avLst/>
                <a:gdLst>
                  <a:gd name="T0" fmla="*/ 0 w 2"/>
                  <a:gd name="T1" fmla="*/ 11 h 11"/>
                  <a:gd name="T2" fmla="*/ 0 w 2"/>
                  <a:gd name="T3" fmla="*/ 11 h 11"/>
                  <a:gd name="T4" fmla="*/ 2 w 2"/>
                  <a:gd name="T5" fmla="*/ 6 h 11"/>
                  <a:gd name="T6" fmla="*/ 0 w 2"/>
                  <a:gd name="T7" fmla="*/ 0 h 11"/>
                  <a:gd name="T8" fmla="*/ 0 w 2"/>
                  <a:gd name="T9" fmla="*/ 0 h 11"/>
                  <a:gd name="T10" fmla="*/ 0 w 2"/>
                  <a:gd name="T11" fmla="*/ 3 h 11"/>
                  <a:gd name="T12" fmla="*/ 0 w 2"/>
                  <a:gd name="T13" fmla="*/ 6 h 11"/>
                  <a:gd name="T14" fmla="*/ 0 w 2"/>
                  <a:gd name="T15" fmla="*/ 11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" h="11">
                    <a:moveTo>
                      <a:pt x="0" y="11"/>
                    </a:moveTo>
                    <a:lnTo>
                      <a:pt x="0" y="11"/>
                    </a:lnTo>
                    <a:lnTo>
                      <a:pt x="2" y="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3"/>
                    </a:lnTo>
                    <a:lnTo>
                      <a:pt x="0" y="6"/>
                    </a:lnTo>
                    <a:lnTo>
                      <a:pt x="0" y="11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89" name="îšlïḑè"/>
              <p:cNvSpPr/>
              <p:nvPr/>
            </p:nvSpPr>
            <p:spPr bwMode="auto">
              <a:xfrm>
                <a:off x="2053556" y="2909889"/>
                <a:ext cx="12287" cy="12287"/>
              </a:xfrm>
              <a:custGeom>
                <a:avLst/>
                <a:gdLst>
                  <a:gd name="T0" fmla="*/ 0 w 3"/>
                  <a:gd name="T1" fmla="*/ 5 h 6"/>
                  <a:gd name="T2" fmla="*/ 0 w 3"/>
                  <a:gd name="T3" fmla="*/ 5 h 6"/>
                  <a:gd name="T4" fmla="*/ 0 w 3"/>
                  <a:gd name="T5" fmla="*/ 6 h 6"/>
                  <a:gd name="T6" fmla="*/ 0 w 3"/>
                  <a:gd name="T7" fmla="*/ 6 h 6"/>
                  <a:gd name="T8" fmla="*/ 0 w 3"/>
                  <a:gd name="T9" fmla="*/ 6 h 6"/>
                  <a:gd name="T10" fmla="*/ 0 w 3"/>
                  <a:gd name="T11" fmla="*/ 6 h 6"/>
                  <a:gd name="T12" fmla="*/ 0 w 3"/>
                  <a:gd name="T13" fmla="*/ 6 h 6"/>
                  <a:gd name="T14" fmla="*/ 2 w 3"/>
                  <a:gd name="T15" fmla="*/ 3 h 6"/>
                  <a:gd name="T16" fmla="*/ 3 w 3"/>
                  <a:gd name="T17" fmla="*/ 0 h 6"/>
                  <a:gd name="T18" fmla="*/ 3 w 3"/>
                  <a:gd name="T19" fmla="*/ 0 h 6"/>
                  <a:gd name="T20" fmla="*/ 3 w 3"/>
                  <a:gd name="T21" fmla="*/ 0 h 6"/>
                  <a:gd name="T22" fmla="*/ 2 w 3"/>
                  <a:gd name="T23" fmla="*/ 2 h 6"/>
                  <a:gd name="T24" fmla="*/ 0 w 3"/>
                  <a:gd name="T25" fmla="*/ 3 h 6"/>
                  <a:gd name="T26" fmla="*/ 0 w 3"/>
                  <a:gd name="T27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" h="6">
                    <a:moveTo>
                      <a:pt x="0" y="5"/>
                    </a:move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0" name="íṥḷíḓé"/>
              <p:cNvSpPr/>
              <p:nvPr/>
            </p:nvSpPr>
            <p:spPr bwMode="auto">
              <a:xfrm>
                <a:off x="2053556" y="2909889"/>
                <a:ext cx="12287" cy="12287"/>
              </a:xfrm>
              <a:custGeom>
                <a:avLst/>
                <a:gdLst>
                  <a:gd name="T0" fmla="*/ 0 w 3"/>
                  <a:gd name="T1" fmla="*/ 5 h 6"/>
                  <a:gd name="T2" fmla="*/ 0 w 3"/>
                  <a:gd name="T3" fmla="*/ 5 h 6"/>
                  <a:gd name="T4" fmla="*/ 0 w 3"/>
                  <a:gd name="T5" fmla="*/ 6 h 6"/>
                  <a:gd name="T6" fmla="*/ 0 w 3"/>
                  <a:gd name="T7" fmla="*/ 6 h 6"/>
                  <a:gd name="T8" fmla="*/ 0 w 3"/>
                  <a:gd name="T9" fmla="*/ 6 h 6"/>
                  <a:gd name="T10" fmla="*/ 0 w 3"/>
                  <a:gd name="T11" fmla="*/ 6 h 6"/>
                  <a:gd name="T12" fmla="*/ 0 w 3"/>
                  <a:gd name="T13" fmla="*/ 6 h 6"/>
                  <a:gd name="T14" fmla="*/ 2 w 3"/>
                  <a:gd name="T15" fmla="*/ 3 h 6"/>
                  <a:gd name="T16" fmla="*/ 3 w 3"/>
                  <a:gd name="T17" fmla="*/ 0 h 6"/>
                  <a:gd name="T18" fmla="*/ 3 w 3"/>
                  <a:gd name="T19" fmla="*/ 0 h 6"/>
                  <a:gd name="T20" fmla="*/ 3 w 3"/>
                  <a:gd name="T21" fmla="*/ 0 h 6"/>
                  <a:gd name="T22" fmla="*/ 2 w 3"/>
                  <a:gd name="T23" fmla="*/ 2 h 6"/>
                  <a:gd name="T24" fmla="*/ 0 w 3"/>
                  <a:gd name="T25" fmla="*/ 3 h 6"/>
                  <a:gd name="T26" fmla="*/ 0 w 3"/>
                  <a:gd name="T27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" h="6">
                    <a:moveTo>
                      <a:pt x="0" y="5"/>
                    </a:moveTo>
                    <a:lnTo>
                      <a:pt x="0" y="5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2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1" name="îṩľïḓê"/>
              <p:cNvSpPr/>
              <p:nvPr/>
            </p:nvSpPr>
            <p:spPr bwMode="auto">
              <a:xfrm>
                <a:off x="1691087" y="3554957"/>
                <a:ext cx="6145" cy="43007"/>
              </a:xfrm>
              <a:custGeom>
                <a:avLst/>
                <a:gdLst>
                  <a:gd name="T0" fmla="*/ 3 w 3"/>
                  <a:gd name="T1" fmla="*/ 6 h 14"/>
                  <a:gd name="T2" fmla="*/ 3 w 3"/>
                  <a:gd name="T3" fmla="*/ 6 h 14"/>
                  <a:gd name="T4" fmla="*/ 1 w 3"/>
                  <a:gd name="T5" fmla="*/ 6 h 14"/>
                  <a:gd name="T6" fmla="*/ 1 w 3"/>
                  <a:gd name="T7" fmla="*/ 7 h 14"/>
                  <a:gd name="T8" fmla="*/ 1 w 3"/>
                  <a:gd name="T9" fmla="*/ 7 h 14"/>
                  <a:gd name="T10" fmla="*/ 1 w 3"/>
                  <a:gd name="T11" fmla="*/ 4 h 14"/>
                  <a:gd name="T12" fmla="*/ 0 w 3"/>
                  <a:gd name="T13" fmla="*/ 0 h 14"/>
                  <a:gd name="T14" fmla="*/ 0 w 3"/>
                  <a:gd name="T15" fmla="*/ 0 h 14"/>
                  <a:gd name="T16" fmla="*/ 0 w 3"/>
                  <a:gd name="T17" fmla="*/ 7 h 14"/>
                  <a:gd name="T18" fmla="*/ 1 w 3"/>
                  <a:gd name="T19" fmla="*/ 14 h 14"/>
                  <a:gd name="T20" fmla="*/ 1 w 3"/>
                  <a:gd name="T21" fmla="*/ 14 h 14"/>
                  <a:gd name="T22" fmla="*/ 1 w 3"/>
                  <a:gd name="T23" fmla="*/ 9 h 14"/>
                  <a:gd name="T24" fmla="*/ 3 w 3"/>
                  <a:gd name="T25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" h="14">
                    <a:moveTo>
                      <a:pt x="3" y="6"/>
                    </a:moveTo>
                    <a:lnTo>
                      <a:pt x="3" y="6"/>
                    </a:lnTo>
                    <a:lnTo>
                      <a:pt x="1" y="6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1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7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9"/>
                    </a:lnTo>
                    <a:lnTo>
                      <a:pt x="3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2" name="iṥľíḑè"/>
              <p:cNvSpPr/>
              <p:nvPr/>
            </p:nvSpPr>
            <p:spPr bwMode="auto">
              <a:xfrm>
                <a:off x="1691087" y="3554957"/>
                <a:ext cx="6145" cy="43007"/>
              </a:xfrm>
              <a:custGeom>
                <a:avLst/>
                <a:gdLst>
                  <a:gd name="T0" fmla="*/ 3 w 3"/>
                  <a:gd name="T1" fmla="*/ 6 h 14"/>
                  <a:gd name="T2" fmla="*/ 3 w 3"/>
                  <a:gd name="T3" fmla="*/ 6 h 14"/>
                  <a:gd name="T4" fmla="*/ 1 w 3"/>
                  <a:gd name="T5" fmla="*/ 6 h 14"/>
                  <a:gd name="T6" fmla="*/ 1 w 3"/>
                  <a:gd name="T7" fmla="*/ 7 h 14"/>
                  <a:gd name="T8" fmla="*/ 1 w 3"/>
                  <a:gd name="T9" fmla="*/ 7 h 14"/>
                  <a:gd name="T10" fmla="*/ 1 w 3"/>
                  <a:gd name="T11" fmla="*/ 4 h 14"/>
                  <a:gd name="T12" fmla="*/ 0 w 3"/>
                  <a:gd name="T13" fmla="*/ 0 h 14"/>
                  <a:gd name="T14" fmla="*/ 0 w 3"/>
                  <a:gd name="T15" fmla="*/ 0 h 14"/>
                  <a:gd name="T16" fmla="*/ 0 w 3"/>
                  <a:gd name="T17" fmla="*/ 7 h 14"/>
                  <a:gd name="T18" fmla="*/ 1 w 3"/>
                  <a:gd name="T19" fmla="*/ 14 h 14"/>
                  <a:gd name="T20" fmla="*/ 1 w 3"/>
                  <a:gd name="T21" fmla="*/ 14 h 14"/>
                  <a:gd name="T22" fmla="*/ 1 w 3"/>
                  <a:gd name="T23" fmla="*/ 9 h 14"/>
                  <a:gd name="T24" fmla="*/ 3 w 3"/>
                  <a:gd name="T25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" h="14">
                    <a:moveTo>
                      <a:pt x="3" y="6"/>
                    </a:moveTo>
                    <a:lnTo>
                      <a:pt x="3" y="6"/>
                    </a:lnTo>
                    <a:lnTo>
                      <a:pt x="1" y="6"/>
                    </a:lnTo>
                    <a:lnTo>
                      <a:pt x="1" y="7"/>
                    </a:lnTo>
                    <a:lnTo>
                      <a:pt x="1" y="7"/>
                    </a:lnTo>
                    <a:lnTo>
                      <a:pt x="1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7"/>
                    </a:lnTo>
                    <a:lnTo>
                      <a:pt x="1" y="14"/>
                    </a:lnTo>
                    <a:lnTo>
                      <a:pt x="1" y="14"/>
                    </a:lnTo>
                    <a:lnTo>
                      <a:pt x="1" y="9"/>
                    </a:lnTo>
                    <a:lnTo>
                      <a:pt x="3" y="6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3" name="îŝlíḑe"/>
              <p:cNvSpPr/>
              <p:nvPr/>
            </p:nvSpPr>
            <p:spPr bwMode="auto">
              <a:xfrm>
                <a:off x="1770955" y="3149483"/>
                <a:ext cx="12287" cy="49148"/>
              </a:xfrm>
              <a:custGeom>
                <a:avLst/>
                <a:gdLst>
                  <a:gd name="T0" fmla="*/ 0 w 3"/>
                  <a:gd name="T1" fmla="*/ 15 h 15"/>
                  <a:gd name="T2" fmla="*/ 0 w 3"/>
                  <a:gd name="T3" fmla="*/ 15 h 15"/>
                  <a:gd name="T4" fmla="*/ 1 w 3"/>
                  <a:gd name="T5" fmla="*/ 11 h 15"/>
                  <a:gd name="T6" fmla="*/ 3 w 3"/>
                  <a:gd name="T7" fmla="*/ 5 h 15"/>
                  <a:gd name="T8" fmla="*/ 3 w 3"/>
                  <a:gd name="T9" fmla="*/ 5 h 15"/>
                  <a:gd name="T10" fmla="*/ 1 w 3"/>
                  <a:gd name="T11" fmla="*/ 0 h 15"/>
                  <a:gd name="T12" fmla="*/ 1 w 3"/>
                  <a:gd name="T13" fmla="*/ 0 h 15"/>
                  <a:gd name="T14" fmla="*/ 0 w 3"/>
                  <a:gd name="T15" fmla="*/ 10 h 15"/>
                  <a:gd name="T16" fmla="*/ 0 w 3"/>
                  <a:gd name="T17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15">
                    <a:moveTo>
                      <a:pt x="0" y="15"/>
                    </a:moveTo>
                    <a:lnTo>
                      <a:pt x="0" y="15"/>
                    </a:lnTo>
                    <a:lnTo>
                      <a:pt x="1" y="11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10"/>
                    </a:lnTo>
                    <a:lnTo>
                      <a:pt x="0" y="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4" name="iṡḻîḍè"/>
              <p:cNvSpPr/>
              <p:nvPr/>
            </p:nvSpPr>
            <p:spPr bwMode="auto">
              <a:xfrm>
                <a:off x="1770955" y="3149483"/>
                <a:ext cx="12287" cy="49148"/>
              </a:xfrm>
              <a:custGeom>
                <a:avLst/>
                <a:gdLst>
                  <a:gd name="T0" fmla="*/ 0 w 3"/>
                  <a:gd name="T1" fmla="*/ 15 h 15"/>
                  <a:gd name="T2" fmla="*/ 0 w 3"/>
                  <a:gd name="T3" fmla="*/ 15 h 15"/>
                  <a:gd name="T4" fmla="*/ 1 w 3"/>
                  <a:gd name="T5" fmla="*/ 11 h 15"/>
                  <a:gd name="T6" fmla="*/ 3 w 3"/>
                  <a:gd name="T7" fmla="*/ 5 h 15"/>
                  <a:gd name="T8" fmla="*/ 3 w 3"/>
                  <a:gd name="T9" fmla="*/ 5 h 15"/>
                  <a:gd name="T10" fmla="*/ 1 w 3"/>
                  <a:gd name="T11" fmla="*/ 0 h 15"/>
                  <a:gd name="T12" fmla="*/ 1 w 3"/>
                  <a:gd name="T13" fmla="*/ 0 h 15"/>
                  <a:gd name="T14" fmla="*/ 0 w 3"/>
                  <a:gd name="T15" fmla="*/ 10 h 15"/>
                  <a:gd name="T16" fmla="*/ 0 w 3"/>
                  <a:gd name="T17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15">
                    <a:moveTo>
                      <a:pt x="0" y="15"/>
                    </a:moveTo>
                    <a:lnTo>
                      <a:pt x="0" y="15"/>
                    </a:lnTo>
                    <a:lnTo>
                      <a:pt x="1" y="11"/>
                    </a:lnTo>
                    <a:lnTo>
                      <a:pt x="3" y="5"/>
                    </a:lnTo>
                    <a:lnTo>
                      <a:pt x="3" y="5"/>
                    </a:lnTo>
                    <a:lnTo>
                      <a:pt x="1" y="0"/>
                    </a:lnTo>
                    <a:lnTo>
                      <a:pt x="1" y="0"/>
                    </a:lnTo>
                    <a:lnTo>
                      <a:pt x="0" y="10"/>
                    </a:lnTo>
                    <a:lnTo>
                      <a:pt x="0" y="15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5" name="í$ļîde"/>
              <p:cNvSpPr/>
              <p:nvPr/>
            </p:nvSpPr>
            <p:spPr bwMode="auto">
              <a:xfrm>
                <a:off x="1605078" y="3167917"/>
                <a:ext cx="12287" cy="24574"/>
              </a:xfrm>
              <a:custGeom>
                <a:avLst/>
                <a:gdLst>
                  <a:gd name="T0" fmla="*/ 0 w 3"/>
                  <a:gd name="T1" fmla="*/ 9 h 9"/>
                  <a:gd name="T2" fmla="*/ 0 w 3"/>
                  <a:gd name="T3" fmla="*/ 9 h 9"/>
                  <a:gd name="T4" fmla="*/ 1 w 3"/>
                  <a:gd name="T5" fmla="*/ 9 h 9"/>
                  <a:gd name="T6" fmla="*/ 1 w 3"/>
                  <a:gd name="T7" fmla="*/ 8 h 9"/>
                  <a:gd name="T8" fmla="*/ 1 w 3"/>
                  <a:gd name="T9" fmla="*/ 8 h 9"/>
                  <a:gd name="T10" fmla="*/ 3 w 3"/>
                  <a:gd name="T11" fmla="*/ 6 h 9"/>
                  <a:gd name="T12" fmla="*/ 3 w 3"/>
                  <a:gd name="T13" fmla="*/ 6 h 9"/>
                  <a:gd name="T14" fmla="*/ 3 w 3"/>
                  <a:gd name="T15" fmla="*/ 6 h 9"/>
                  <a:gd name="T16" fmla="*/ 3 w 3"/>
                  <a:gd name="T17" fmla="*/ 6 h 9"/>
                  <a:gd name="T18" fmla="*/ 3 w 3"/>
                  <a:gd name="T19" fmla="*/ 3 h 9"/>
                  <a:gd name="T20" fmla="*/ 3 w 3"/>
                  <a:gd name="T21" fmla="*/ 0 h 9"/>
                  <a:gd name="T22" fmla="*/ 3 w 3"/>
                  <a:gd name="T23" fmla="*/ 0 h 9"/>
                  <a:gd name="T24" fmla="*/ 0 w 3"/>
                  <a:gd name="T2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" h="9">
                    <a:moveTo>
                      <a:pt x="0" y="9"/>
                    </a:moveTo>
                    <a:lnTo>
                      <a:pt x="0" y="9"/>
                    </a:lnTo>
                    <a:lnTo>
                      <a:pt x="1" y="9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6" name="ïšľíḓè"/>
              <p:cNvSpPr/>
              <p:nvPr/>
            </p:nvSpPr>
            <p:spPr bwMode="auto">
              <a:xfrm>
                <a:off x="1605077" y="3167917"/>
                <a:ext cx="12287" cy="24574"/>
              </a:xfrm>
              <a:custGeom>
                <a:avLst/>
                <a:gdLst>
                  <a:gd name="T0" fmla="*/ 0 w 3"/>
                  <a:gd name="T1" fmla="*/ 9 h 9"/>
                  <a:gd name="T2" fmla="*/ 0 w 3"/>
                  <a:gd name="T3" fmla="*/ 9 h 9"/>
                  <a:gd name="T4" fmla="*/ 1 w 3"/>
                  <a:gd name="T5" fmla="*/ 9 h 9"/>
                  <a:gd name="T6" fmla="*/ 1 w 3"/>
                  <a:gd name="T7" fmla="*/ 8 h 9"/>
                  <a:gd name="T8" fmla="*/ 1 w 3"/>
                  <a:gd name="T9" fmla="*/ 8 h 9"/>
                  <a:gd name="T10" fmla="*/ 3 w 3"/>
                  <a:gd name="T11" fmla="*/ 6 h 9"/>
                  <a:gd name="T12" fmla="*/ 3 w 3"/>
                  <a:gd name="T13" fmla="*/ 6 h 9"/>
                  <a:gd name="T14" fmla="*/ 3 w 3"/>
                  <a:gd name="T15" fmla="*/ 6 h 9"/>
                  <a:gd name="T16" fmla="*/ 3 w 3"/>
                  <a:gd name="T17" fmla="*/ 6 h 9"/>
                  <a:gd name="T18" fmla="*/ 3 w 3"/>
                  <a:gd name="T19" fmla="*/ 3 h 9"/>
                  <a:gd name="T20" fmla="*/ 3 w 3"/>
                  <a:gd name="T21" fmla="*/ 0 h 9"/>
                  <a:gd name="T22" fmla="*/ 3 w 3"/>
                  <a:gd name="T23" fmla="*/ 0 h 9"/>
                  <a:gd name="T24" fmla="*/ 0 w 3"/>
                  <a:gd name="T2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" h="9">
                    <a:moveTo>
                      <a:pt x="0" y="9"/>
                    </a:moveTo>
                    <a:lnTo>
                      <a:pt x="0" y="9"/>
                    </a:lnTo>
                    <a:lnTo>
                      <a:pt x="1" y="9"/>
                    </a:lnTo>
                    <a:lnTo>
                      <a:pt x="1" y="8"/>
                    </a:lnTo>
                    <a:lnTo>
                      <a:pt x="1" y="8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6"/>
                    </a:lnTo>
                    <a:lnTo>
                      <a:pt x="3" y="3"/>
                    </a:lnTo>
                    <a:lnTo>
                      <a:pt x="3" y="0"/>
                    </a:lnTo>
                    <a:lnTo>
                      <a:pt x="3" y="0"/>
                    </a:lnTo>
                    <a:lnTo>
                      <a:pt x="0" y="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7" name="íSļíḓé"/>
              <p:cNvSpPr/>
              <p:nvPr/>
            </p:nvSpPr>
            <p:spPr bwMode="auto">
              <a:xfrm>
                <a:off x="1715661" y="2799304"/>
                <a:ext cx="24574" cy="61435"/>
              </a:xfrm>
              <a:custGeom>
                <a:avLst/>
                <a:gdLst>
                  <a:gd name="T0" fmla="*/ 0 w 9"/>
                  <a:gd name="T1" fmla="*/ 20 h 20"/>
                  <a:gd name="T2" fmla="*/ 0 w 9"/>
                  <a:gd name="T3" fmla="*/ 20 h 20"/>
                  <a:gd name="T4" fmla="*/ 5 w 9"/>
                  <a:gd name="T5" fmla="*/ 12 h 20"/>
                  <a:gd name="T6" fmla="*/ 8 w 9"/>
                  <a:gd name="T7" fmla="*/ 5 h 20"/>
                  <a:gd name="T8" fmla="*/ 9 w 9"/>
                  <a:gd name="T9" fmla="*/ 0 h 20"/>
                  <a:gd name="T10" fmla="*/ 9 w 9"/>
                  <a:gd name="T11" fmla="*/ 0 h 20"/>
                  <a:gd name="T12" fmla="*/ 6 w 9"/>
                  <a:gd name="T13" fmla="*/ 4 h 20"/>
                  <a:gd name="T14" fmla="*/ 6 w 9"/>
                  <a:gd name="T15" fmla="*/ 7 h 20"/>
                  <a:gd name="T16" fmla="*/ 5 w 9"/>
                  <a:gd name="T17" fmla="*/ 7 h 20"/>
                  <a:gd name="T18" fmla="*/ 5 w 9"/>
                  <a:gd name="T19" fmla="*/ 7 h 20"/>
                  <a:gd name="T20" fmla="*/ 3 w 9"/>
                  <a:gd name="T21" fmla="*/ 12 h 20"/>
                  <a:gd name="T22" fmla="*/ 2 w 9"/>
                  <a:gd name="T23" fmla="*/ 17 h 20"/>
                  <a:gd name="T24" fmla="*/ 0 w 9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20">
                    <a:moveTo>
                      <a:pt x="0" y="20"/>
                    </a:moveTo>
                    <a:lnTo>
                      <a:pt x="0" y="20"/>
                    </a:lnTo>
                    <a:lnTo>
                      <a:pt x="5" y="12"/>
                    </a:lnTo>
                    <a:lnTo>
                      <a:pt x="8" y="5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6" y="4"/>
                    </a:lnTo>
                    <a:lnTo>
                      <a:pt x="6" y="7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3" y="12"/>
                    </a:lnTo>
                    <a:lnTo>
                      <a:pt x="2" y="17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8" name="iśľïḋê"/>
              <p:cNvSpPr/>
              <p:nvPr/>
            </p:nvSpPr>
            <p:spPr bwMode="auto">
              <a:xfrm>
                <a:off x="1715660" y="2799303"/>
                <a:ext cx="24574" cy="61435"/>
              </a:xfrm>
              <a:custGeom>
                <a:avLst/>
                <a:gdLst>
                  <a:gd name="T0" fmla="*/ 0 w 9"/>
                  <a:gd name="T1" fmla="*/ 20 h 20"/>
                  <a:gd name="T2" fmla="*/ 0 w 9"/>
                  <a:gd name="T3" fmla="*/ 20 h 20"/>
                  <a:gd name="T4" fmla="*/ 5 w 9"/>
                  <a:gd name="T5" fmla="*/ 12 h 20"/>
                  <a:gd name="T6" fmla="*/ 8 w 9"/>
                  <a:gd name="T7" fmla="*/ 5 h 20"/>
                  <a:gd name="T8" fmla="*/ 9 w 9"/>
                  <a:gd name="T9" fmla="*/ 0 h 20"/>
                  <a:gd name="T10" fmla="*/ 9 w 9"/>
                  <a:gd name="T11" fmla="*/ 0 h 20"/>
                  <a:gd name="T12" fmla="*/ 6 w 9"/>
                  <a:gd name="T13" fmla="*/ 4 h 20"/>
                  <a:gd name="T14" fmla="*/ 6 w 9"/>
                  <a:gd name="T15" fmla="*/ 7 h 20"/>
                  <a:gd name="T16" fmla="*/ 5 w 9"/>
                  <a:gd name="T17" fmla="*/ 7 h 20"/>
                  <a:gd name="T18" fmla="*/ 5 w 9"/>
                  <a:gd name="T19" fmla="*/ 7 h 20"/>
                  <a:gd name="T20" fmla="*/ 3 w 9"/>
                  <a:gd name="T21" fmla="*/ 12 h 20"/>
                  <a:gd name="T22" fmla="*/ 2 w 9"/>
                  <a:gd name="T23" fmla="*/ 17 h 20"/>
                  <a:gd name="T24" fmla="*/ 0 w 9"/>
                  <a:gd name="T25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" h="20">
                    <a:moveTo>
                      <a:pt x="0" y="20"/>
                    </a:moveTo>
                    <a:lnTo>
                      <a:pt x="0" y="20"/>
                    </a:lnTo>
                    <a:lnTo>
                      <a:pt x="5" y="12"/>
                    </a:lnTo>
                    <a:lnTo>
                      <a:pt x="8" y="5"/>
                    </a:lnTo>
                    <a:lnTo>
                      <a:pt x="9" y="0"/>
                    </a:lnTo>
                    <a:lnTo>
                      <a:pt x="9" y="0"/>
                    </a:lnTo>
                    <a:lnTo>
                      <a:pt x="6" y="4"/>
                    </a:lnTo>
                    <a:lnTo>
                      <a:pt x="6" y="7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3" y="12"/>
                    </a:lnTo>
                    <a:lnTo>
                      <a:pt x="2" y="17"/>
                    </a:lnTo>
                    <a:lnTo>
                      <a:pt x="0" y="2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799" name="i$ḻîdè"/>
              <p:cNvSpPr/>
              <p:nvPr/>
            </p:nvSpPr>
            <p:spPr bwMode="auto">
              <a:xfrm>
                <a:off x="5352626" y="3917426"/>
                <a:ext cx="12287" cy="30720"/>
              </a:xfrm>
              <a:custGeom>
                <a:avLst/>
                <a:gdLst>
                  <a:gd name="T0" fmla="*/ 3 w 3"/>
                  <a:gd name="T1" fmla="*/ 0 h 12"/>
                  <a:gd name="T2" fmla="*/ 3 w 3"/>
                  <a:gd name="T3" fmla="*/ 0 h 12"/>
                  <a:gd name="T4" fmla="*/ 3 w 3"/>
                  <a:gd name="T5" fmla="*/ 0 h 12"/>
                  <a:gd name="T6" fmla="*/ 2 w 3"/>
                  <a:gd name="T7" fmla="*/ 5 h 12"/>
                  <a:gd name="T8" fmla="*/ 0 w 3"/>
                  <a:gd name="T9" fmla="*/ 10 h 12"/>
                  <a:gd name="T10" fmla="*/ 0 w 3"/>
                  <a:gd name="T11" fmla="*/ 10 h 12"/>
                  <a:gd name="T12" fmla="*/ 0 w 3"/>
                  <a:gd name="T13" fmla="*/ 12 h 12"/>
                  <a:gd name="T14" fmla="*/ 0 w 3"/>
                  <a:gd name="T15" fmla="*/ 12 h 12"/>
                  <a:gd name="T16" fmla="*/ 0 w 3"/>
                  <a:gd name="T17" fmla="*/ 12 h 12"/>
                  <a:gd name="T18" fmla="*/ 2 w 3"/>
                  <a:gd name="T19" fmla="*/ 9 h 12"/>
                  <a:gd name="T20" fmla="*/ 2 w 3"/>
                  <a:gd name="T21" fmla="*/ 9 h 12"/>
                  <a:gd name="T22" fmla="*/ 2 w 3"/>
                  <a:gd name="T23" fmla="*/ 5 h 12"/>
                  <a:gd name="T24" fmla="*/ 3 w 3"/>
                  <a:gd name="T2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" h="12">
                    <a:moveTo>
                      <a:pt x="3" y="0"/>
                    </a:moveTo>
                    <a:lnTo>
                      <a:pt x="3" y="0"/>
                    </a:lnTo>
                    <a:lnTo>
                      <a:pt x="3" y="0"/>
                    </a:lnTo>
                    <a:lnTo>
                      <a:pt x="2" y="5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5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00" name="îşḻïḍé"/>
              <p:cNvSpPr/>
              <p:nvPr/>
            </p:nvSpPr>
            <p:spPr bwMode="auto">
              <a:xfrm>
                <a:off x="5352628" y="3917426"/>
                <a:ext cx="12287" cy="30720"/>
              </a:xfrm>
              <a:custGeom>
                <a:avLst/>
                <a:gdLst>
                  <a:gd name="T0" fmla="*/ 3 w 3"/>
                  <a:gd name="T1" fmla="*/ 0 h 12"/>
                  <a:gd name="T2" fmla="*/ 3 w 3"/>
                  <a:gd name="T3" fmla="*/ 0 h 12"/>
                  <a:gd name="T4" fmla="*/ 3 w 3"/>
                  <a:gd name="T5" fmla="*/ 0 h 12"/>
                  <a:gd name="T6" fmla="*/ 2 w 3"/>
                  <a:gd name="T7" fmla="*/ 5 h 12"/>
                  <a:gd name="T8" fmla="*/ 0 w 3"/>
                  <a:gd name="T9" fmla="*/ 10 h 12"/>
                  <a:gd name="T10" fmla="*/ 0 w 3"/>
                  <a:gd name="T11" fmla="*/ 10 h 12"/>
                  <a:gd name="T12" fmla="*/ 0 w 3"/>
                  <a:gd name="T13" fmla="*/ 12 h 12"/>
                  <a:gd name="T14" fmla="*/ 0 w 3"/>
                  <a:gd name="T15" fmla="*/ 12 h 12"/>
                  <a:gd name="T16" fmla="*/ 0 w 3"/>
                  <a:gd name="T17" fmla="*/ 12 h 12"/>
                  <a:gd name="T18" fmla="*/ 2 w 3"/>
                  <a:gd name="T19" fmla="*/ 9 h 12"/>
                  <a:gd name="T20" fmla="*/ 2 w 3"/>
                  <a:gd name="T21" fmla="*/ 9 h 12"/>
                  <a:gd name="T22" fmla="*/ 2 w 3"/>
                  <a:gd name="T23" fmla="*/ 5 h 12"/>
                  <a:gd name="T24" fmla="*/ 3 w 3"/>
                  <a:gd name="T2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" h="12">
                    <a:moveTo>
                      <a:pt x="3" y="0"/>
                    </a:moveTo>
                    <a:lnTo>
                      <a:pt x="3" y="0"/>
                    </a:lnTo>
                    <a:lnTo>
                      <a:pt x="3" y="0"/>
                    </a:lnTo>
                    <a:lnTo>
                      <a:pt x="2" y="5"/>
                    </a:lnTo>
                    <a:lnTo>
                      <a:pt x="0" y="10"/>
                    </a:lnTo>
                    <a:lnTo>
                      <a:pt x="0" y="10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0" y="12"/>
                    </a:lnTo>
                    <a:lnTo>
                      <a:pt x="2" y="9"/>
                    </a:lnTo>
                    <a:lnTo>
                      <a:pt x="2" y="9"/>
                    </a:lnTo>
                    <a:lnTo>
                      <a:pt x="2" y="5"/>
                    </a:lnTo>
                    <a:lnTo>
                      <a:pt x="3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01" name="íṣľíḍé"/>
              <p:cNvSpPr/>
              <p:nvPr/>
            </p:nvSpPr>
            <p:spPr bwMode="auto">
              <a:xfrm>
                <a:off x="4418837" y="4636204"/>
                <a:ext cx="73722" cy="61435"/>
              </a:xfrm>
              <a:custGeom>
                <a:avLst/>
                <a:gdLst>
                  <a:gd name="T0" fmla="*/ 25 w 25"/>
                  <a:gd name="T1" fmla="*/ 0 h 20"/>
                  <a:gd name="T2" fmla="*/ 25 w 25"/>
                  <a:gd name="T3" fmla="*/ 0 h 20"/>
                  <a:gd name="T4" fmla="*/ 22 w 25"/>
                  <a:gd name="T5" fmla="*/ 2 h 20"/>
                  <a:gd name="T6" fmla="*/ 22 w 25"/>
                  <a:gd name="T7" fmla="*/ 2 h 20"/>
                  <a:gd name="T8" fmla="*/ 18 w 25"/>
                  <a:gd name="T9" fmla="*/ 4 h 20"/>
                  <a:gd name="T10" fmla="*/ 18 w 25"/>
                  <a:gd name="T11" fmla="*/ 4 h 20"/>
                  <a:gd name="T12" fmla="*/ 12 w 25"/>
                  <a:gd name="T13" fmla="*/ 10 h 20"/>
                  <a:gd name="T14" fmla="*/ 12 w 25"/>
                  <a:gd name="T15" fmla="*/ 10 h 20"/>
                  <a:gd name="T16" fmla="*/ 10 w 25"/>
                  <a:gd name="T17" fmla="*/ 11 h 20"/>
                  <a:gd name="T18" fmla="*/ 8 w 25"/>
                  <a:gd name="T19" fmla="*/ 14 h 20"/>
                  <a:gd name="T20" fmla="*/ 0 w 25"/>
                  <a:gd name="T21" fmla="*/ 18 h 20"/>
                  <a:gd name="T22" fmla="*/ 0 w 25"/>
                  <a:gd name="T23" fmla="*/ 18 h 20"/>
                  <a:gd name="T24" fmla="*/ 0 w 25"/>
                  <a:gd name="T25" fmla="*/ 20 h 20"/>
                  <a:gd name="T26" fmla="*/ 0 w 25"/>
                  <a:gd name="T27" fmla="*/ 20 h 20"/>
                  <a:gd name="T28" fmla="*/ 0 w 25"/>
                  <a:gd name="T29" fmla="*/ 20 h 20"/>
                  <a:gd name="T30" fmla="*/ 0 w 25"/>
                  <a:gd name="T31" fmla="*/ 20 h 20"/>
                  <a:gd name="T32" fmla="*/ 0 w 25"/>
                  <a:gd name="T33" fmla="*/ 20 h 20"/>
                  <a:gd name="T34" fmla="*/ 12 w 25"/>
                  <a:gd name="T35" fmla="*/ 10 h 20"/>
                  <a:gd name="T36" fmla="*/ 12 w 25"/>
                  <a:gd name="T37" fmla="*/ 10 h 20"/>
                  <a:gd name="T38" fmla="*/ 19 w 25"/>
                  <a:gd name="T39" fmla="*/ 5 h 20"/>
                  <a:gd name="T40" fmla="*/ 25 w 25"/>
                  <a:gd name="T4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" h="20">
                    <a:moveTo>
                      <a:pt x="25" y="0"/>
                    </a:moveTo>
                    <a:lnTo>
                      <a:pt x="25" y="0"/>
                    </a:lnTo>
                    <a:lnTo>
                      <a:pt x="22" y="2"/>
                    </a:lnTo>
                    <a:lnTo>
                      <a:pt x="22" y="2"/>
                    </a:lnTo>
                    <a:lnTo>
                      <a:pt x="18" y="4"/>
                    </a:lnTo>
                    <a:lnTo>
                      <a:pt x="18" y="4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10" y="11"/>
                    </a:lnTo>
                    <a:lnTo>
                      <a:pt x="8" y="14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19" y="5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  <p:sp>
            <p:nvSpPr>
              <p:cNvPr id="802" name="ïśḻïďé"/>
              <p:cNvSpPr/>
              <p:nvPr/>
            </p:nvSpPr>
            <p:spPr bwMode="auto">
              <a:xfrm>
                <a:off x="4418812" y="4636218"/>
                <a:ext cx="73722" cy="61435"/>
              </a:xfrm>
              <a:custGeom>
                <a:avLst/>
                <a:gdLst>
                  <a:gd name="T0" fmla="*/ 25 w 25"/>
                  <a:gd name="T1" fmla="*/ 0 h 20"/>
                  <a:gd name="T2" fmla="*/ 25 w 25"/>
                  <a:gd name="T3" fmla="*/ 0 h 20"/>
                  <a:gd name="T4" fmla="*/ 22 w 25"/>
                  <a:gd name="T5" fmla="*/ 2 h 20"/>
                  <a:gd name="T6" fmla="*/ 22 w 25"/>
                  <a:gd name="T7" fmla="*/ 2 h 20"/>
                  <a:gd name="T8" fmla="*/ 18 w 25"/>
                  <a:gd name="T9" fmla="*/ 4 h 20"/>
                  <a:gd name="T10" fmla="*/ 18 w 25"/>
                  <a:gd name="T11" fmla="*/ 4 h 20"/>
                  <a:gd name="T12" fmla="*/ 12 w 25"/>
                  <a:gd name="T13" fmla="*/ 10 h 20"/>
                  <a:gd name="T14" fmla="*/ 12 w 25"/>
                  <a:gd name="T15" fmla="*/ 10 h 20"/>
                  <a:gd name="T16" fmla="*/ 10 w 25"/>
                  <a:gd name="T17" fmla="*/ 11 h 20"/>
                  <a:gd name="T18" fmla="*/ 8 w 25"/>
                  <a:gd name="T19" fmla="*/ 14 h 20"/>
                  <a:gd name="T20" fmla="*/ 0 w 25"/>
                  <a:gd name="T21" fmla="*/ 18 h 20"/>
                  <a:gd name="T22" fmla="*/ 0 w 25"/>
                  <a:gd name="T23" fmla="*/ 18 h 20"/>
                  <a:gd name="T24" fmla="*/ 0 w 25"/>
                  <a:gd name="T25" fmla="*/ 20 h 20"/>
                  <a:gd name="T26" fmla="*/ 0 w 25"/>
                  <a:gd name="T27" fmla="*/ 20 h 20"/>
                  <a:gd name="T28" fmla="*/ 0 w 25"/>
                  <a:gd name="T29" fmla="*/ 20 h 20"/>
                  <a:gd name="T30" fmla="*/ 0 w 25"/>
                  <a:gd name="T31" fmla="*/ 20 h 20"/>
                  <a:gd name="T32" fmla="*/ 0 w 25"/>
                  <a:gd name="T33" fmla="*/ 20 h 20"/>
                  <a:gd name="T34" fmla="*/ 12 w 25"/>
                  <a:gd name="T35" fmla="*/ 10 h 20"/>
                  <a:gd name="T36" fmla="*/ 12 w 25"/>
                  <a:gd name="T37" fmla="*/ 10 h 20"/>
                  <a:gd name="T38" fmla="*/ 19 w 25"/>
                  <a:gd name="T39" fmla="*/ 5 h 20"/>
                  <a:gd name="T40" fmla="*/ 25 w 25"/>
                  <a:gd name="T41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" h="20">
                    <a:moveTo>
                      <a:pt x="25" y="0"/>
                    </a:moveTo>
                    <a:lnTo>
                      <a:pt x="25" y="0"/>
                    </a:lnTo>
                    <a:lnTo>
                      <a:pt x="22" y="2"/>
                    </a:lnTo>
                    <a:lnTo>
                      <a:pt x="22" y="2"/>
                    </a:lnTo>
                    <a:lnTo>
                      <a:pt x="18" y="4"/>
                    </a:lnTo>
                    <a:lnTo>
                      <a:pt x="18" y="4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10" y="11"/>
                    </a:lnTo>
                    <a:lnTo>
                      <a:pt x="8" y="14"/>
                    </a:lnTo>
                    <a:lnTo>
                      <a:pt x="0" y="18"/>
                    </a:lnTo>
                    <a:lnTo>
                      <a:pt x="0" y="18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0" y="20"/>
                    </a:lnTo>
                    <a:lnTo>
                      <a:pt x="12" y="10"/>
                    </a:lnTo>
                    <a:lnTo>
                      <a:pt x="12" y="10"/>
                    </a:lnTo>
                    <a:lnTo>
                      <a:pt x="19" y="5"/>
                    </a:lnTo>
                    <a:lnTo>
                      <a:pt x="25" y="0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sp>
          <p:nvSpPr>
            <p:cNvPr id="24" name="îšļíḍe"/>
            <p:cNvSpPr/>
            <p:nvPr/>
          </p:nvSpPr>
          <p:spPr>
            <a:xfrm>
              <a:off x="6321252" y="2950405"/>
              <a:ext cx="3689747" cy="362560"/>
            </a:xfrm>
            <a:prstGeom prst="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r>
                <a:rPr lang="en-US" altLang="zh-CN" sz="1200" dirty="0"/>
                <a:t>CEO</a:t>
              </a:r>
              <a:endParaRPr lang="en-US" altLang="zh-CN" sz="1200" dirty="0"/>
            </a:p>
          </p:txBody>
        </p:sp>
        <p:sp>
          <p:nvSpPr>
            <p:cNvPr id="25" name="iṥḻîḍê"/>
            <p:cNvSpPr txBox="1"/>
            <p:nvPr/>
          </p:nvSpPr>
          <p:spPr bwMode="auto">
            <a:xfrm>
              <a:off x="6321157" y="2441610"/>
              <a:ext cx="5199380" cy="44196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>
                  <a:solidFill>
                    <a:schemeClr val="tx1"/>
                  </a:solidFill>
                </a:rPr>
                <a:t>Text here</a:t>
              </a:r>
              <a:endParaRPr lang="en-US" altLang="zh-CN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iśḻiḓê"/>
            <p:cNvSpPr/>
            <p:nvPr/>
          </p:nvSpPr>
          <p:spPr bwMode="auto">
            <a:xfrm>
              <a:off x="6321252" y="3380133"/>
              <a:ext cx="5199235" cy="662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chemeClr val="tx1"/>
                  </a:solidFill>
                </a:rPr>
                <a:t>Copy paste fonts. Choose the only option to retain text.</a:t>
              </a:r>
              <a:endParaRPr lang="en-US" altLang="zh-CN" sz="1100" dirty="0">
                <a:solidFill>
                  <a:schemeClr val="tx1"/>
                </a:solidFill>
              </a:endParaRPr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chemeClr val="tx1"/>
                  </a:solidFill>
                </a:rPr>
                <a:t>……</a:t>
              </a:r>
              <a:endParaRPr lang="en-US" altLang="zh-CN" sz="11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290060" y="708660"/>
            <a:ext cx="7406640" cy="5474335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81229" y="2624071"/>
            <a:ext cx="7860325" cy="428625"/>
          </a:xfrm>
        </p:spPr>
        <p:txBody>
          <a:bodyPr>
            <a:normAutofit fontScale="90000"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Section Header Here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81229" y="3142297"/>
            <a:ext cx="7860325" cy="1095375"/>
          </a:xfrm>
        </p:spPr>
        <p:txBody>
          <a:bodyPr/>
          <a:lstStyle/>
          <a:p>
            <a:pPr lvl="0"/>
            <a:r>
              <a:rPr lang="en-US" altLang="zh-CN">
                <a:solidFill>
                  <a:schemeClr val="bg1"/>
                </a:solidFill>
              </a:rPr>
              <a:t>Supporting text here.</a:t>
            </a:r>
            <a:endParaRPr lang="en-US" altLang="zh-CN">
              <a:solidFill>
                <a:schemeClr val="bg1"/>
              </a:solidFill>
            </a:endParaRPr>
          </a:p>
          <a:p>
            <a:pPr lvl="0"/>
            <a:r>
              <a:rPr lang="en-US" altLang="zh-CN">
                <a:solidFill>
                  <a:schemeClr val="bg1"/>
                </a:solidFill>
              </a:rPr>
              <a:t>When you copy &amp; apaste, choose "keep text only" option.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73158" y="524736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bg1">
                  <a:lumMod val="85000"/>
                </a:schemeClr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104f7908-7dde-4e8d-b08e-39051e89657f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232594"/>
            <a:ext cx="10842763" cy="4936872"/>
            <a:chOff x="669925" y="1232594"/>
            <a:chExt cx="10842763" cy="4936872"/>
          </a:xfrm>
        </p:grpSpPr>
        <p:grpSp>
          <p:nvGrpSpPr>
            <p:cNvPr id="6" name="íšḻídè"/>
            <p:cNvGrpSpPr/>
            <p:nvPr/>
          </p:nvGrpSpPr>
          <p:grpSpPr>
            <a:xfrm>
              <a:off x="669925" y="1232594"/>
              <a:ext cx="8904343" cy="1435700"/>
              <a:chOff x="669925" y="1579889"/>
              <a:chExt cx="8904343" cy="1435700"/>
            </a:xfrm>
          </p:grpSpPr>
          <p:grpSp>
            <p:nvGrpSpPr>
              <p:cNvPr id="19" name="îśļíḓé"/>
              <p:cNvGrpSpPr/>
              <p:nvPr/>
            </p:nvGrpSpPr>
            <p:grpSpPr>
              <a:xfrm>
                <a:off x="669925" y="1579889"/>
                <a:ext cx="1938420" cy="1435700"/>
                <a:chOff x="669925" y="1579889"/>
                <a:chExt cx="1938420" cy="1435700"/>
              </a:xfrm>
            </p:grpSpPr>
            <p:sp>
              <p:nvSpPr>
                <p:cNvPr id="22" name="í$ļiḓè"/>
                <p:cNvSpPr/>
                <p:nvPr/>
              </p:nvSpPr>
              <p:spPr bwMode="auto">
                <a:xfrm rot="10800000" flipV="1">
                  <a:off x="669925" y="2831301"/>
                  <a:ext cx="1938420" cy="18428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noFill/>
                  <a:round/>
                </a:ln>
                <a:effectLst/>
              </p:spPr>
              <p:txBody>
                <a:bodyPr wrap="none" lIns="134289" tIns="67145" rIns="134289" bIns="67145" anchor="ctr"/>
                <a:lstStyle/>
                <a:p>
                  <a:pPr defTabSz="913765">
                    <a:defRPr/>
                  </a:pPr>
                  <a:endParaRPr lang="zh-CN" altLang="en-US" sz="1705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23" name="iṣļíḑè"/>
                <p:cNvSpPr/>
                <p:nvPr/>
              </p:nvSpPr>
              <p:spPr>
                <a:xfrm>
                  <a:off x="1024293" y="1579889"/>
                  <a:ext cx="1252998" cy="1251412"/>
                </a:xfrm>
                <a:prstGeom prst="diamond">
                  <a:avLst/>
                </a:prstGeom>
                <a:solidFill>
                  <a:schemeClr val="accent1"/>
                </a:solidFill>
                <a:ln w="12700" cmpd="sng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algn="ctr" defTabSz="913765">
                    <a:defRPr/>
                  </a:pPr>
                  <a:r>
                    <a:rPr lang="en-US" altLang="zh-CN" sz="2800" b="1" dirty="0"/>
                    <a:t>01</a:t>
                  </a:r>
                  <a:endParaRPr lang="zh-CN" altLang="en-US" sz="2800" b="1" dirty="0"/>
                </a:p>
              </p:txBody>
            </p:sp>
          </p:grpSp>
          <p:sp>
            <p:nvSpPr>
              <p:cNvPr id="20" name="íṣḷíďê"/>
              <p:cNvSpPr txBox="1"/>
              <p:nvPr/>
            </p:nvSpPr>
            <p:spPr bwMode="auto">
              <a:xfrm>
                <a:off x="2766000" y="1732108"/>
                <a:ext cx="680826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21" name="ïṥļiḋè"/>
              <p:cNvSpPr/>
              <p:nvPr/>
            </p:nvSpPr>
            <p:spPr bwMode="auto">
              <a:xfrm>
                <a:off x="2766000" y="2173914"/>
                <a:ext cx="6808268" cy="813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7" name="îṧlîḋè"/>
            <p:cNvGrpSpPr/>
            <p:nvPr/>
          </p:nvGrpSpPr>
          <p:grpSpPr>
            <a:xfrm>
              <a:off x="2766000" y="2935554"/>
              <a:ext cx="8746688" cy="1530952"/>
              <a:chOff x="2766000" y="3017955"/>
              <a:chExt cx="8746688" cy="1530952"/>
            </a:xfrm>
          </p:grpSpPr>
          <p:grpSp>
            <p:nvGrpSpPr>
              <p:cNvPr id="14" name="işḷíḑe"/>
              <p:cNvGrpSpPr/>
              <p:nvPr/>
            </p:nvGrpSpPr>
            <p:grpSpPr>
              <a:xfrm>
                <a:off x="9574268" y="3017955"/>
                <a:ext cx="1938420" cy="1435700"/>
                <a:chOff x="669925" y="1579889"/>
                <a:chExt cx="1938420" cy="1435700"/>
              </a:xfrm>
            </p:grpSpPr>
            <p:sp>
              <p:nvSpPr>
                <p:cNvPr id="17" name="íṥ1ïḑé"/>
                <p:cNvSpPr/>
                <p:nvPr/>
              </p:nvSpPr>
              <p:spPr bwMode="auto">
                <a:xfrm rot="10800000" flipV="1">
                  <a:off x="669925" y="2831301"/>
                  <a:ext cx="1938420" cy="18428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noFill/>
                  <a:round/>
                </a:ln>
                <a:effectLst/>
              </p:spPr>
              <p:txBody>
                <a:bodyPr wrap="none" lIns="134289" tIns="67145" rIns="134289" bIns="67145" anchor="ctr"/>
                <a:lstStyle/>
                <a:p>
                  <a:pPr defTabSz="913765">
                    <a:defRPr/>
                  </a:pPr>
                  <a:endParaRPr lang="zh-CN" altLang="en-US" sz="1705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8" name="îşḻíḑê"/>
                <p:cNvSpPr/>
                <p:nvPr/>
              </p:nvSpPr>
              <p:spPr>
                <a:xfrm>
                  <a:off x="1024293" y="1579889"/>
                  <a:ext cx="1252998" cy="1251412"/>
                </a:xfrm>
                <a:prstGeom prst="diamond">
                  <a:avLst/>
                </a:prstGeom>
                <a:solidFill>
                  <a:schemeClr val="accent1"/>
                </a:solidFill>
                <a:ln w="12700" cmpd="sng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algn="ctr" defTabSz="913765">
                    <a:defRPr/>
                  </a:pPr>
                  <a:r>
                    <a:rPr lang="en-US" altLang="zh-CN" sz="2800" b="1" dirty="0"/>
                    <a:t>02</a:t>
                  </a:r>
                  <a:endParaRPr lang="zh-CN" altLang="en-US" sz="2800" b="1" dirty="0"/>
                </a:p>
              </p:txBody>
            </p:sp>
          </p:grpSp>
          <p:sp>
            <p:nvSpPr>
              <p:cNvPr id="15" name="iṡļïḑè"/>
              <p:cNvSpPr txBox="1"/>
              <p:nvPr/>
            </p:nvSpPr>
            <p:spPr bwMode="auto">
              <a:xfrm>
                <a:off x="2766000" y="3294000"/>
                <a:ext cx="6570000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6" name="işḻiďé"/>
              <p:cNvSpPr/>
              <p:nvPr/>
            </p:nvSpPr>
            <p:spPr bwMode="auto">
              <a:xfrm>
                <a:off x="2766000" y="3735806"/>
                <a:ext cx="6570000" cy="813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 </a:t>
                </a:r>
                <a:endParaRPr lang="en-US" altLang="zh-CN" sz="1100" dirty="0"/>
              </a:p>
              <a:p>
                <a:pPr marL="171450" indent="-171450" algn="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8" name="íślíḓê"/>
            <p:cNvGrpSpPr/>
            <p:nvPr/>
          </p:nvGrpSpPr>
          <p:grpSpPr>
            <a:xfrm>
              <a:off x="669925" y="4733766"/>
              <a:ext cx="8904343" cy="1435700"/>
              <a:chOff x="669925" y="4733766"/>
              <a:chExt cx="8904343" cy="1435700"/>
            </a:xfrm>
          </p:grpSpPr>
          <p:grpSp>
            <p:nvGrpSpPr>
              <p:cNvPr id="9" name="îśḷîḑê"/>
              <p:cNvGrpSpPr/>
              <p:nvPr/>
            </p:nvGrpSpPr>
            <p:grpSpPr>
              <a:xfrm>
                <a:off x="669925" y="4733766"/>
                <a:ext cx="1938420" cy="1435700"/>
                <a:chOff x="669925" y="1579889"/>
                <a:chExt cx="1938420" cy="1435700"/>
              </a:xfrm>
            </p:grpSpPr>
            <p:sp>
              <p:nvSpPr>
                <p:cNvPr id="12" name="iS1ïḓè"/>
                <p:cNvSpPr/>
                <p:nvPr/>
              </p:nvSpPr>
              <p:spPr bwMode="auto">
                <a:xfrm rot="10800000" flipV="1">
                  <a:off x="669925" y="2831301"/>
                  <a:ext cx="1938420" cy="18428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9525">
                  <a:noFill/>
                  <a:round/>
                </a:ln>
                <a:effectLst/>
              </p:spPr>
              <p:txBody>
                <a:bodyPr wrap="none" lIns="134289" tIns="67145" rIns="134289" bIns="67145" anchor="ctr"/>
                <a:lstStyle/>
                <a:p>
                  <a:pPr defTabSz="913765">
                    <a:defRPr/>
                  </a:pPr>
                  <a:endParaRPr lang="zh-CN" altLang="en-US" sz="1705" kern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3" name="i$ḻiḑe"/>
                <p:cNvSpPr/>
                <p:nvPr/>
              </p:nvSpPr>
              <p:spPr>
                <a:xfrm>
                  <a:off x="1024293" y="1579889"/>
                  <a:ext cx="1252998" cy="1251412"/>
                </a:xfrm>
                <a:prstGeom prst="diamond">
                  <a:avLst/>
                </a:prstGeom>
                <a:solidFill>
                  <a:schemeClr val="accent1"/>
                </a:solidFill>
                <a:ln w="12700" cmpd="sng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/>
                <a:lstStyle/>
                <a:p>
                  <a:pPr algn="ctr" defTabSz="913765">
                    <a:defRPr/>
                  </a:pPr>
                  <a:r>
                    <a:rPr lang="en-US" altLang="zh-CN" sz="2800" b="1" dirty="0"/>
                    <a:t>01</a:t>
                  </a:r>
                  <a:endParaRPr lang="zh-CN" altLang="en-US" sz="2800" b="1" dirty="0"/>
                </a:p>
              </p:txBody>
            </p:sp>
          </p:grpSp>
          <p:sp>
            <p:nvSpPr>
              <p:cNvPr id="10" name="íṡ1ïḓé"/>
              <p:cNvSpPr txBox="1"/>
              <p:nvPr/>
            </p:nvSpPr>
            <p:spPr bwMode="auto">
              <a:xfrm>
                <a:off x="2766000" y="4885985"/>
                <a:ext cx="680826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1" name="íS1ïḍè"/>
              <p:cNvSpPr/>
              <p:nvPr/>
            </p:nvSpPr>
            <p:spPr bwMode="auto">
              <a:xfrm>
                <a:off x="2766000" y="5327791"/>
                <a:ext cx="6808268" cy="8131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 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0" name="473bbf2c-cbc0-4b0d-919e-3e3744197c8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7279" y="1123949"/>
            <a:ext cx="10844659" cy="5019676"/>
            <a:chOff x="687279" y="1123949"/>
            <a:chExt cx="10844659" cy="5019676"/>
          </a:xfrm>
        </p:grpSpPr>
        <p:grpSp>
          <p:nvGrpSpPr>
            <p:cNvPr id="31" name="íṣľîḍe"/>
            <p:cNvGrpSpPr/>
            <p:nvPr/>
          </p:nvGrpSpPr>
          <p:grpSpPr>
            <a:xfrm>
              <a:off x="3595813" y="1123949"/>
              <a:ext cx="5000375" cy="5019675"/>
              <a:chOff x="3126000" y="1123949"/>
              <a:chExt cx="5000375" cy="5019675"/>
            </a:xfrm>
          </p:grpSpPr>
          <p:sp>
            <p:nvSpPr>
              <p:cNvPr id="42" name="išḻîḓê"/>
              <p:cNvSpPr/>
              <p:nvPr/>
            </p:nvSpPr>
            <p:spPr bwMode="auto">
              <a:xfrm>
                <a:off x="3126000" y="1123949"/>
                <a:ext cx="4901843" cy="4854709"/>
              </a:xfrm>
              <a:prstGeom prst="parallelogram">
                <a:avLst>
                  <a:gd name="adj" fmla="val 36678"/>
                </a:avLst>
              </a:prstGeom>
              <a:noFill/>
              <a:ln w="22225" cap="flat" cmpd="sng" algn="ctr">
                <a:solidFill>
                  <a:schemeClr val="bg1">
                    <a:lumMod val="75000"/>
                  </a:schemeClr>
                </a:solidFill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slíďe"/>
              <p:cNvSpPr/>
              <p:nvPr/>
            </p:nvSpPr>
            <p:spPr bwMode="auto">
              <a:xfrm>
                <a:off x="3224532" y="1288915"/>
                <a:ext cx="4901843" cy="4854709"/>
              </a:xfrm>
              <a:prstGeom prst="parallelogram">
                <a:avLst>
                  <a:gd name="adj" fmla="val 36678"/>
                </a:avLst>
              </a:prstGeom>
              <a:blipFill rotWithShape="1">
                <a:blip r:embed="rId2"/>
                <a:stretch>
                  <a:fillRect l="-24634" r="-24506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32" name="ïṡḷîḓê"/>
            <p:cNvGrpSpPr/>
            <p:nvPr/>
          </p:nvGrpSpPr>
          <p:grpSpPr>
            <a:xfrm>
              <a:off x="687279" y="1511451"/>
              <a:ext cx="3833721" cy="1899399"/>
              <a:chOff x="687278" y="2398652"/>
              <a:chExt cx="3524773" cy="1899399"/>
            </a:xfrm>
          </p:grpSpPr>
          <p:sp>
            <p:nvSpPr>
              <p:cNvPr id="40" name="ï$ļïďê"/>
              <p:cNvSpPr/>
              <p:nvPr/>
            </p:nvSpPr>
            <p:spPr>
              <a:xfrm>
                <a:off x="687278" y="2840457"/>
                <a:ext cx="3524773" cy="1457594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41" name="îṧlîḋe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33" name="íşļîḋè"/>
            <p:cNvGrpSpPr/>
            <p:nvPr/>
          </p:nvGrpSpPr>
          <p:grpSpPr>
            <a:xfrm>
              <a:off x="7698217" y="3345916"/>
              <a:ext cx="3833721" cy="1134827"/>
              <a:chOff x="719137" y="2442364"/>
              <a:chExt cx="5376847" cy="1134827"/>
            </a:xfrm>
          </p:grpSpPr>
          <p:sp>
            <p:nvSpPr>
              <p:cNvPr id="38" name="ïşļiḑé"/>
              <p:cNvSpPr/>
              <p:nvPr/>
            </p:nvSpPr>
            <p:spPr bwMode="auto">
              <a:xfrm>
                <a:off x="719137" y="2884169"/>
                <a:ext cx="5376845" cy="6930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zh-CN" altLang="en-US" sz="1100" dirty="0"/>
              </a:p>
            </p:txBody>
          </p:sp>
          <p:sp>
            <p:nvSpPr>
              <p:cNvPr id="39" name="iṣḻíḍé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01.Text here</a:t>
                </a:r>
                <a:endParaRPr lang="en-US" altLang="zh-CN" sz="2000" b="1" dirty="0"/>
              </a:p>
            </p:txBody>
          </p:sp>
        </p:grpSp>
        <p:grpSp>
          <p:nvGrpSpPr>
            <p:cNvPr id="34" name="iṩḻïḍé"/>
            <p:cNvGrpSpPr/>
            <p:nvPr/>
          </p:nvGrpSpPr>
          <p:grpSpPr>
            <a:xfrm>
              <a:off x="7698217" y="5008798"/>
              <a:ext cx="3833721" cy="1134827"/>
              <a:chOff x="719137" y="2442364"/>
              <a:chExt cx="5376847" cy="1134827"/>
            </a:xfrm>
          </p:grpSpPr>
          <p:sp>
            <p:nvSpPr>
              <p:cNvPr id="36" name="íṡḷïḓè"/>
              <p:cNvSpPr/>
              <p:nvPr/>
            </p:nvSpPr>
            <p:spPr bwMode="auto">
              <a:xfrm>
                <a:off x="719137" y="2884169"/>
                <a:ext cx="5376845" cy="6930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 algn="r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zh-CN" altLang="en-US" sz="1100" dirty="0"/>
              </a:p>
            </p:txBody>
          </p:sp>
          <p:sp>
            <p:nvSpPr>
              <p:cNvPr id="37" name="îṧlîḋè"/>
              <p:cNvSpPr txBox="1"/>
              <p:nvPr/>
            </p:nvSpPr>
            <p:spPr bwMode="auto">
              <a:xfrm>
                <a:off x="719137" y="2442364"/>
                <a:ext cx="5376847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02.Text here</a:t>
                </a:r>
                <a:endParaRPr lang="en-US" altLang="zh-CN" sz="2000" b="1" dirty="0"/>
              </a:p>
            </p:txBody>
          </p:sp>
        </p:grpSp>
        <p:cxnSp>
          <p:nvCxnSpPr>
            <p:cNvPr id="35" name="直接连接符 34"/>
            <p:cNvCxnSpPr/>
            <p:nvPr/>
          </p:nvCxnSpPr>
          <p:spPr>
            <a:xfrm>
              <a:off x="7581000" y="4770673"/>
              <a:ext cx="393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8bf22f34-57b5-4231-b591-e293d09106c6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1138026"/>
            <a:ext cx="10845800" cy="5001048"/>
            <a:chOff x="673100" y="1138026"/>
            <a:chExt cx="10845800" cy="5001048"/>
          </a:xfrm>
        </p:grpSpPr>
        <p:sp>
          <p:nvSpPr>
            <p:cNvPr id="6" name="iśliḋè"/>
            <p:cNvSpPr/>
            <p:nvPr/>
          </p:nvSpPr>
          <p:spPr bwMode="auto">
            <a:xfrm>
              <a:off x="1424852" y="1138026"/>
              <a:ext cx="881285" cy="2784733"/>
            </a:xfrm>
            <a:custGeom>
              <a:avLst/>
              <a:gdLst>
                <a:gd name="T0" fmla="*/ 412 w 463"/>
                <a:gd name="T1" fmla="*/ 379 h 1470"/>
                <a:gd name="T2" fmla="*/ 323 w 463"/>
                <a:gd name="T3" fmla="*/ 262 h 1470"/>
                <a:gd name="T4" fmla="*/ 285 w 463"/>
                <a:gd name="T5" fmla="*/ 285 h 1470"/>
                <a:gd name="T6" fmla="*/ 267 w 463"/>
                <a:gd name="T7" fmla="*/ 261 h 1470"/>
                <a:gd name="T8" fmla="*/ 184 w 463"/>
                <a:gd name="T9" fmla="*/ 204 h 1470"/>
                <a:gd name="T10" fmla="*/ 217 w 463"/>
                <a:gd name="T11" fmla="*/ 229 h 1470"/>
                <a:gd name="T12" fmla="*/ 275 w 463"/>
                <a:gd name="T13" fmla="*/ 231 h 1470"/>
                <a:gd name="T14" fmla="*/ 275 w 463"/>
                <a:gd name="T15" fmla="*/ 231 h 1470"/>
                <a:gd name="T16" fmla="*/ 280 w 463"/>
                <a:gd name="T17" fmla="*/ 213 h 1470"/>
                <a:gd name="T18" fmla="*/ 313 w 463"/>
                <a:gd name="T19" fmla="*/ 121 h 1470"/>
                <a:gd name="T20" fmla="*/ 312 w 463"/>
                <a:gd name="T21" fmla="*/ 65 h 1470"/>
                <a:gd name="T22" fmla="*/ 194 w 463"/>
                <a:gd name="T23" fmla="*/ 42 h 1470"/>
                <a:gd name="T24" fmla="*/ 186 w 463"/>
                <a:gd name="T25" fmla="*/ 51 h 1470"/>
                <a:gd name="T26" fmla="*/ 175 w 463"/>
                <a:gd name="T27" fmla="*/ 119 h 1470"/>
                <a:gd name="T28" fmla="*/ 178 w 463"/>
                <a:gd name="T29" fmla="*/ 165 h 1470"/>
                <a:gd name="T30" fmla="*/ 181 w 463"/>
                <a:gd name="T31" fmla="*/ 201 h 1470"/>
                <a:gd name="T32" fmla="*/ 175 w 463"/>
                <a:gd name="T33" fmla="*/ 217 h 1470"/>
                <a:gd name="T34" fmla="*/ 79 w 463"/>
                <a:gd name="T35" fmla="*/ 333 h 1470"/>
                <a:gd name="T36" fmla="*/ 104 w 463"/>
                <a:gd name="T37" fmla="*/ 477 h 1470"/>
                <a:gd name="T38" fmla="*/ 99 w 463"/>
                <a:gd name="T39" fmla="*/ 610 h 1470"/>
                <a:gd name="T40" fmla="*/ 85 w 463"/>
                <a:gd name="T41" fmla="*/ 763 h 1470"/>
                <a:gd name="T42" fmla="*/ 69 w 463"/>
                <a:gd name="T43" fmla="*/ 975 h 1470"/>
                <a:gd name="T44" fmla="*/ 8 w 463"/>
                <a:gd name="T45" fmla="*/ 1383 h 1470"/>
                <a:gd name="T46" fmla="*/ 11 w 463"/>
                <a:gd name="T47" fmla="*/ 1423 h 1470"/>
                <a:gd name="T48" fmla="*/ 108 w 463"/>
                <a:gd name="T49" fmla="*/ 1468 h 1470"/>
                <a:gd name="T50" fmla="*/ 96 w 463"/>
                <a:gd name="T51" fmla="*/ 1398 h 1470"/>
                <a:gd name="T52" fmla="*/ 153 w 463"/>
                <a:gd name="T53" fmla="*/ 1231 h 1470"/>
                <a:gd name="T54" fmla="*/ 220 w 463"/>
                <a:gd name="T55" fmla="*/ 1100 h 1470"/>
                <a:gd name="T56" fmla="*/ 215 w 463"/>
                <a:gd name="T57" fmla="*/ 1363 h 1470"/>
                <a:gd name="T58" fmla="*/ 242 w 463"/>
                <a:gd name="T59" fmla="*/ 1391 h 1470"/>
                <a:gd name="T60" fmla="*/ 297 w 463"/>
                <a:gd name="T61" fmla="*/ 1388 h 1470"/>
                <a:gd name="T62" fmla="*/ 429 w 463"/>
                <a:gd name="T63" fmla="*/ 1397 h 1470"/>
                <a:gd name="T64" fmla="*/ 342 w 463"/>
                <a:gd name="T65" fmla="*/ 1344 h 1470"/>
                <a:gd name="T66" fmla="*/ 316 w 463"/>
                <a:gd name="T67" fmla="*/ 1300 h 1470"/>
                <a:gd name="T68" fmla="*/ 337 w 463"/>
                <a:gd name="T69" fmla="*/ 1080 h 1470"/>
                <a:gd name="T70" fmla="*/ 376 w 463"/>
                <a:gd name="T71" fmla="*/ 792 h 1470"/>
                <a:gd name="T72" fmla="*/ 388 w 463"/>
                <a:gd name="T73" fmla="*/ 747 h 1470"/>
                <a:gd name="T74" fmla="*/ 359 w 463"/>
                <a:gd name="T75" fmla="*/ 534 h 1470"/>
                <a:gd name="T76" fmla="*/ 385 w 463"/>
                <a:gd name="T77" fmla="*/ 500 h 1470"/>
                <a:gd name="T78" fmla="*/ 454 w 463"/>
                <a:gd name="T79" fmla="*/ 422 h 1470"/>
                <a:gd name="T80" fmla="*/ 330 w 463"/>
                <a:gd name="T81" fmla="*/ 437 h 1470"/>
                <a:gd name="T82" fmla="*/ 327 w 463"/>
                <a:gd name="T83" fmla="*/ 411 h 1470"/>
                <a:gd name="T84" fmla="*/ 311 w 463"/>
                <a:gd name="T85" fmla="*/ 458 h 1470"/>
                <a:gd name="T86" fmla="*/ 353 w 463"/>
                <a:gd name="T87" fmla="*/ 483 h 1470"/>
                <a:gd name="T88" fmla="*/ 350 w 463"/>
                <a:gd name="T89" fmla="*/ 540 h 1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3" h="1470">
                  <a:moveTo>
                    <a:pt x="454" y="422"/>
                  </a:moveTo>
                  <a:cubicBezTo>
                    <a:pt x="448" y="394"/>
                    <a:pt x="430" y="395"/>
                    <a:pt x="412" y="379"/>
                  </a:cubicBezTo>
                  <a:cubicBezTo>
                    <a:pt x="395" y="363"/>
                    <a:pt x="381" y="350"/>
                    <a:pt x="379" y="321"/>
                  </a:cubicBezTo>
                  <a:cubicBezTo>
                    <a:pt x="376" y="291"/>
                    <a:pt x="344" y="267"/>
                    <a:pt x="323" y="262"/>
                  </a:cubicBezTo>
                  <a:cubicBezTo>
                    <a:pt x="304" y="258"/>
                    <a:pt x="286" y="248"/>
                    <a:pt x="281" y="246"/>
                  </a:cubicBezTo>
                  <a:cubicBezTo>
                    <a:pt x="280" y="254"/>
                    <a:pt x="283" y="272"/>
                    <a:pt x="285" y="285"/>
                  </a:cubicBezTo>
                  <a:cubicBezTo>
                    <a:pt x="284" y="286"/>
                    <a:pt x="282" y="284"/>
                    <a:pt x="281" y="281"/>
                  </a:cubicBezTo>
                  <a:cubicBezTo>
                    <a:pt x="274" y="266"/>
                    <a:pt x="272" y="258"/>
                    <a:pt x="267" y="261"/>
                  </a:cubicBezTo>
                  <a:cubicBezTo>
                    <a:pt x="263" y="263"/>
                    <a:pt x="260" y="273"/>
                    <a:pt x="257" y="282"/>
                  </a:cubicBezTo>
                  <a:cubicBezTo>
                    <a:pt x="241" y="262"/>
                    <a:pt x="203" y="221"/>
                    <a:pt x="184" y="204"/>
                  </a:cubicBezTo>
                  <a:cubicBezTo>
                    <a:pt x="185" y="202"/>
                    <a:pt x="187" y="200"/>
                    <a:pt x="189" y="199"/>
                  </a:cubicBezTo>
                  <a:cubicBezTo>
                    <a:pt x="194" y="208"/>
                    <a:pt x="205" y="223"/>
                    <a:pt x="217" y="229"/>
                  </a:cubicBezTo>
                  <a:cubicBezTo>
                    <a:pt x="232" y="237"/>
                    <a:pt x="266" y="257"/>
                    <a:pt x="266" y="257"/>
                  </a:cubicBezTo>
                  <a:cubicBezTo>
                    <a:pt x="266" y="257"/>
                    <a:pt x="273" y="241"/>
                    <a:pt x="275" y="231"/>
                  </a:cubicBezTo>
                  <a:cubicBezTo>
                    <a:pt x="275" y="230"/>
                    <a:pt x="275" y="230"/>
                    <a:pt x="275" y="230"/>
                  </a:cubicBezTo>
                  <a:cubicBezTo>
                    <a:pt x="275" y="231"/>
                    <a:pt x="275" y="231"/>
                    <a:pt x="275" y="231"/>
                  </a:cubicBezTo>
                  <a:cubicBezTo>
                    <a:pt x="275" y="230"/>
                    <a:pt x="275" y="228"/>
                    <a:pt x="275" y="227"/>
                  </a:cubicBezTo>
                  <a:cubicBezTo>
                    <a:pt x="275" y="220"/>
                    <a:pt x="273" y="215"/>
                    <a:pt x="280" y="213"/>
                  </a:cubicBezTo>
                  <a:cubicBezTo>
                    <a:pt x="288" y="211"/>
                    <a:pt x="299" y="185"/>
                    <a:pt x="302" y="169"/>
                  </a:cubicBezTo>
                  <a:cubicBezTo>
                    <a:pt x="306" y="153"/>
                    <a:pt x="306" y="139"/>
                    <a:pt x="313" y="121"/>
                  </a:cubicBezTo>
                  <a:cubicBezTo>
                    <a:pt x="321" y="104"/>
                    <a:pt x="320" y="87"/>
                    <a:pt x="312" y="65"/>
                  </a:cubicBezTo>
                  <a:cubicBezTo>
                    <a:pt x="312" y="65"/>
                    <a:pt x="312" y="65"/>
                    <a:pt x="312" y="65"/>
                  </a:cubicBezTo>
                  <a:cubicBezTo>
                    <a:pt x="300" y="14"/>
                    <a:pt x="277" y="28"/>
                    <a:pt x="277" y="28"/>
                  </a:cubicBezTo>
                  <a:cubicBezTo>
                    <a:pt x="246" y="0"/>
                    <a:pt x="210" y="26"/>
                    <a:pt x="194" y="42"/>
                  </a:cubicBezTo>
                  <a:cubicBezTo>
                    <a:pt x="194" y="42"/>
                    <a:pt x="194" y="42"/>
                    <a:pt x="193" y="42"/>
                  </a:cubicBezTo>
                  <a:cubicBezTo>
                    <a:pt x="190" y="44"/>
                    <a:pt x="188" y="47"/>
                    <a:pt x="186" y="51"/>
                  </a:cubicBezTo>
                  <a:cubicBezTo>
                    <a:pt x="186" y="51"/>
                    <a:pt x="186" y="51"/>
                    <a:pt x="186" y="51"/>
                  </a:cubicBezTo>
                  <a:cubicBezTo>
                    <a:pt x="171" y="73"/>
                    <a:pt x="175" y="119"/>
                    <a:pt x="175" y="119"/>
                  </a:cubicBezTo>
                  <a:cubicBezTo>
                    <a:pt x="175" y="119"/>
                    <a:pt x="173" y="120"/>
                    <a:pt x="171" y="131"/>
                  </a:cubicBezTo>
                  <a:cubicBezTo>
                    <a:pt x="170" y="142"/>
                    <a:pt x="175" y="159"/>
                    <a:pt x="178" y="165"/>
                  </a:cubicBezTo>
                  <a:cubicBezTo>
                    <a:pt x="180" y="171"/>
                    <a:pt x="185" y="172"/>
                    <a:pt x="186" y="177"/>
                  </a:cubicBezTo>
                  <a:cubicBezTo>
                    <a:pt x="186" y="177"/>
                    <a:pt x="184" y="189"/>
                    <a:pt x="181" y="201"/>
                  </a:cubicBezTo>
                  <a:cubicBezTo>
                    <a:pt x="181" y="201"/>
                    <a:pt x="181" y="201"/>
                    <a:pt x="180" y="201"/>
                  </a:cubicBezTo>
                  <a:cubicBezTo>
                    <a:pt x="179" y="203"/>
                    <a:pt x="181" y="206"/>
                    <a:pt x="175" y="217"/>
                  </a:cubicBezTo>
                  <a:cubicBezTo>
                    <a:pt x="166" y="231"/>
                    <a:pt x="153" y="236"/>
                    <a:pt x="121" y="253"/>
                  </a:cubicBezTo>
                  <a:cubicBezTo>
                    <a:pt x="90" y="269"/>
                    <a:pt x="82" y="302"/>
                    <a:pt x="79" y="333"/>
                  </a:cubicBezTo>
                  <a:cubicBezTo>
                    <a:pt x="76" y="365"/>
                    <a:pt x="71" y="389"/>
                    <a:pt x="76" y="396"/>
                  </a:cubicBezTo>
                  <a:cubicBezTo>
                    <a:pt x="81" y="403"/>
                    <a:pt x="93" y="443"/>
                    <a:pt x="104" y="477"/>
                  </a:cubicBezTo>
                  <a:cubicBezTo>
                    <a:pt x="116" y="510"/>
                    <a:pt x="111" y="549"/>
                    <a:pt x="109" y="564"/>
                  </a:cubicBezTo>
                  <a:cubicBezTo>
                    <a:pt x="107" y="578"/>
                    <a:pt x="98" y="591"/>
                    <a:pt x="99" y="610"/>
                  </a:cubicBezTo>
                  <a:cubicBezTo>
                    <a:pt x="100" y="629"/>
                    <a:pt x="98" y="648"/>
                    <a:pt x="95" y="677"/>
                  </a:cubicBezTo>
                  <a:cubicBezTo>
                    <a:pt x="93" y="705"/>
                    <a:pt x="76" y="759"/>
                    <a:pt x="85" y="763"/>
                  </a:cubicBezTo>
                  <a:cubicBezTo>
                    <a:pt x="93" y="768"/>
                    <a:pt x="96" y="767"/>
                    <a:pt x="96" y="780"/>
                  </a:cubicBezTo>
                  <a:cubicBezTo>
                    <a:pt x="96" y="793"/>
                    <a:pt x="90" y="876"/>
                    <a:pt x="69" y="975"/>
                  </a:cubicBezTo>
                  <a:cubicBezTo>
                    <a:pt x="48" y="1075"/>
                    <a:pt x="16" y="1296"/>
                    <a:pt x="9" y="1338"/>
                  </a:cubicBezTo>
                  <a:cubicBezTo>
                    <a:pt x="2" y="1379"/>
                    <a:pt x="8" y="1383"/>
                    <a:pt x="8" y="1383"/>
                  </a:cubicBezTo>
                  <a:cubicBezTo>
                    <a:pt x="8" y="1383"/>
                    <a:pt x="8" y="1386"/>
                    <a:pt x="4" y="1398"/>
                  </a:cubicBezTo>
                  <a:cubicBezTo>
                    <a:pt x="0" y="1410"/>
                    <a:pt x="4" y="1418"/>
                    <a:pt x="11" y="1423"/>
                  </a:cubicBezTo>
                  <a:cubicBezTo>
                    <a:pt x="18" y="1428"/>
                    <a:pt x="19" y="1438"/>
                    <a:pt x="34" y="1449"/>
                  </a:cubicBezTo>
                  <a:cubicBezTo>
                    <a:pt x="48" y="1460"/>
                    <a:pt x="90" y="1470"/>
                    <a:pt x="108" y="1468"/>
                  </a:cubicBezTo>
                  <a:cubicBezTo>
                    <a:pt x="126" y="1466"/>
                    <a:pt x="121" y="1460"/>
                    <a:pt x="120" y="1442"/>
                  </a:cubicBezTo>
                  <a:cubicBezTo>
                    <a:pt x="119" y="1424"/>
                    <a:pt x="96" y="1398"/>
                    <a:pt x="96" y="1398"/>
                  </a:cubicBezTo>
                  <a:cubicBezTo>
                    <a:pt x="96" y="1398"/>
                    <a:pt x="95" y="1393"/>
                    <a:pt x="101" y="1390"/>
                  </a:cubicBezTo>
                  <a:cubicBezTo>
                    <a:pt x="107" y="1386"/>
                    <a:pt x="132" y="1306"/>
                    <a:pt x="153" y="1231"/>
                  </a:cubicBezTo>
                  <a:cubicBezTo>
                    <a:pt x="175" y="1157"/>
                    <a:pt x="214" y="1022"/>
                    <a:pt x="214" y="1022"/>
                  </a:cubicBezTo>
                  <a:cubicBezTo>
                    <a:pt x="214" y="1022"/>
                    <a:pt x="217" y="1061"/>
                    <a:pt x="220" y="1100"/>
                  </a:cubicBezTo>
                  <a:cubicBezTo>
                    <a:pt x="222" y="1139"/>
                    <a:pt x="224" y="1267"/>
                    <a:pt x="220" y="1300"/>
                  </a:cubicBezTo>
                  <a:cubicBezTo>
                    <a:pt x="215" y="1333"/>
                    <a:pt x="215" y="1363"/>
                    <a:pt x="215" y="1363"/>
                  </a:cubicBezTo>
                  <a:cubicBezTo>
                    <a:pt x="215" y="1363"/>
                    <a:pt x="215" y="1367"/>
                    <a:pt x="215" y="1378"/>
                  </a:cubicBezTo>
                  <a:cubicBezTo>
                    <a:pt x="215" y="1389"/>
                    <a:pt x="223" y="1389"/>
                    <a:pt x="242" y="1391"/>
                  </a:cubicBezTo>
                  <a:cubicBezTo>
                    <a:pt x="261" y="1393"/>
                    <a:pt x="287" y="1392"/>
                    <a:pt x="287" y="1392"/>
                  </a:cubicBezTo>
                  <a:cubicBezTo>
                    <a:pt x="287" y="1392"/>
                    <a:pt x="286" y="1383"/>
                    <a:pt x="297" y="1388"/>
                  </a:cubicBezTo>
                  <a:cubicBezTo>
                    <a:pt x="307" y="1392"/>
                    <a:pt x="329" y="1403"/>
                    <a:pt x="349" y="1403"/>
                  </a:cubicBezTo>
                  <a:cubicBezTo>
                    <a:pt x="369" y="1403"/>
                    <a:pt x="429" y="1412"/>
                    <a:pt x="429" y="1397"/>
                  </a:cubicBezTo>
                  <a:cubicBezTo>
                    <a:pt x="429" y="1382"/>
                    <a:pt x="406" y="1376"/>
                    <a:pt x="385" y="1376"/>
                  </a:cubicBezTo>
                  <a:cubicBezTo>
                    <a:pt x="365" y="1376"/>
                    <a:pt x="342" y="1344"/>
                    <a:pt x="342" y="1344"/>
                  </a:cubicBezTo>
                  <a:cubicBezTo>
                    <a:pt x="342" y="1344"/>
                    <a:pt x="342" y="1344"/>
                    <a:pt x="348" y="1340"/>
                  </a:cubicBezTo>
                  <a:cubicBezTo>
                    <a:pt x="353" y="1337"/>
                    <a:pt x="320" y="1312"/>
                    <a:pt x="316" y="1300"/>
                  </a:cubicBezTo>
                  <a:cubicBezTo>
                    <a:pt x="311" y="1288"/>
                    <a:pt x="312" y="1286"/>
                    <a:pt x="316" y="1257"/>
                  </a:cubicBezTo>
                  <a:cubicBezTo>
                    <a:pt x="319" y="1229"/>
                    <a:pt x="327" y="1136"/>
                    <a:pt x="337" y="1080"/>
                  </a:cubicBezTo>
                  <a:cubicBezTo>
                    <a:pt x="346" y="1023"/>
                    <a:pt x="358" y="968"/>
                    <a:pt x="365" y="920"/>
                  </a:cubicBezTo>
                  <a:cubicBezTo>
                    <a:pt x="372" y="871"/>
                    <a:pt x="376" y="792"/>
                    <a:pt x="376" y="792"/>
                  </a:cubicBezTo>
                  <a:cubicBezTo>
                    <a:pt x="376" y="792"/>
                    <a:pt x="380" y="791"/>
                    <a:pt x="387" y="785"/>
                  </a:cubicBezTo>
                  <a:cubicBezTo>
                    <a:pt x="394" y="779"/>
                    <a:pt x="392" y="764"/>
                    <a:pt x="388" y="747"/>
                  </a:cubicBezTo>
                  <a:cubicBezTo>
                    <a:pt x="385" y="729"/>
                    <a:pt x="380" y="656"/>
                    <a:pt x="377" y="621"/>
                  </a:cubicBezTo>
                  <a:cubicBezTo>
                    <a:pt x="373" y="586"/>
                    <a:pt x="359" y="534"/>
                    <a:pt x="359" y="534"/>
                  </a:cubicBezTo>
                  <a:cubicBezTo>
                    <a:pt x="359" y="534"/>
                    <a:pt x="370" y="529"/>
                    <a:pt x="377" y="522"/>
                  </a:cubicBezTo>
                  <a:cubicBezTo>
                    <a:pt x="384" y="516"/>
                    <a:pt x="385" y="500"/>
                    <a:pt x="385" y="500"/>
                  </a:cubicBezTo>
                  <a:cubicBezTo>
                    <a:pt x="385" y="500"/>
                    <a:pt x="428" y="504"/>
                    <a:pt x="446" y="496"/>
                  </a:cubicBezTo>
                  <a:cubicBezTo>
                    <a:pt x="463" y="489"/>
                    <a:pt x="460" y="450"/>
                    <a:pt x="454" y="422"/>
                  </a:cubicBezTo>
                  <a:close/>
                  <a:moveTo>
                    <a:pt x="311" y="458"/>
                  </a:moveTo>
                  <a:cubicBezTo>
                    <a:pt x="311" y="458"/>
                    <a:pt x="330" y="452"/>
                    <a:pt x="330" y="437"/>
                  </a:cubicBezTo>
                  <a:cubicBezTo>
                    <a:pt x="330" y="421"/>
                    <a:pt x="315" y="411"/>
                    <a:pt x="308" y="410"/>
                  </a:cubicBezTo>
                  <a:cubicBezTo>
                    <a:pt x="301" y="410"/>
                    <a:pt x="313" y="399"/>
                    <a:pt x="327" y="411"/>
                  </a:cubicBezTo>
                  <a:cubicBezTo>
                    <a:pt x="342" y="423"/>
                    <a:pt x="353" y="475"/>
                    <a:pt x="353" y="475"/>
                  </a:cubicBezTo>
                  <a:cubicBezTo>
                    <a:pt x="353" y="475"/>
                    <a:pt x="323" y="463"/>
                    <a:pt x="311" y="458"/>
                  </a:cubicBezTo>
                  <a:close/>
                  <a:moveTo>
                    <a:pt x="350" y="540"/>
                  </a:moveTo>
                  <a:cubicBezTo>
                    <a:pt x="350" y="540"/>
                    <a:pt x="352" y="500"/>
                    <a:pt x="353" y="483"/>
                  </a:cubicBezTo>
                  <a:cubicBezTo>
                    <a:pt x="362" y="531"/>
                    <a:pt x="362" y="531"/>
                    <a:pt x="362" y="531"/>
                  </a:cubicBezTo>
                  <a:lnTo>
                    <a:pt x="350" y="54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6000"/>
                </a:prstClr>
              </a:outerShdw>
            </a:effectLst>
          </p:spPr>
          <p:txBody>
            <a:bodyPr vert="horz" wrap="square" lIns="162560" tIns="81280" rIns="162560" bIns="81280" numCol="1" anchor="t" anchorCtr="0" compatLnSpc="1"/>
            <a:lstStyle/>
            <a:p>
              <a:pPr algn="ctr"/>
              <a:endParaRPr lang="id-ID" sz="3200"/>
            </a:p>
          </p:txBody>
        </p:sp>
        <p:sp>
          <p:nvSpPr>
            <p:cNvPr id="7" name="işľíḋé"/>
            <p:cNvSpPr txBox="1"/>
            <p:nvPr/>
          </p:nvSpPr>
          <p:spPr bwMode="auto">
            <a:xfrm>
              <a:off x="912894" y="3970401"/>
              <a:ext cx="1905200" cy="44180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bg1"/>
                  </a:solidFill>
                </a:rPr>
                <a:t>S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îṩḷiḑe"/>
            <p:cNvSpPr txBox="1"/>
            <p:nvPr/>
          </p:nvSpPr>
          <p:spPr bwMode="auto">
            <a:xfrm>
              <a:off x="673100" y="4533073"/>
              <a:ext cx="2384788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9" name="iṣ1íde"/>
            <p:cNvSpPr/>
            <p:nvPr/>
          </p:nvSpPr>
          <p:spPr bwMode="auto">
            <a:xfrm>
              <a:off x="673100" y="4974877"/>
              <a:ext cx="2384788" cy="1164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0" name="îṧlídè"/>
            <p:cNvSpPr/>
            <p:nvPr/>
          </p:nvSpPr>
          <p:spPr bwMode="auto">
            <a:xfrm>
              <a:off x="9771823" y="1138026"/>
              <a:ext cx="1109367" cy="2784733"/>
            </a:xfrm>
            <a:custGeom>
              <a:avLst/>
              <a:gdLst>
                <a:gd name="T0" fmla="*/ 137 w 180"/>
                <a:gd name="T1" fmla="*/ 75 h 457"/>
                <a:gd name="T2" fmla="*/ 99 w 180"/>
                <a:gd name="T3" fmla="*/ 61 h 457"/>
                <a:gd name="T4" fmla="*/ 81 w 180"/>
                <a:gd name="T5" fmla="*/ 69 h 457"/>
                <a:gd name="T6" fmla="*/ 95 w 180"/>
                <a:gd name="T7" fmla="*/ 56 h 457"/>
                <a:gd name="T8" fmla="*/ 101 w 180"/>
                <a:gd name="T9" fmla="*/ 47 h 457"/>
                <a:gd name="T10" fmla="*/ 89 w 180"/>
                <a:gd name="T11" fmla="*/ 3 h 457"/>
                <a:gd name="T12" fmla="*/ 60 w 180"/>
                <a:gd name="T13" fmla="*/ 39 h 457"/>
                <a:gd name="T14" fmla="*/ 64 w 180"/>
                <a:gd name="T15" fmla="*/ 63 h 457"/>
                <a:gd name="T16" fmla="*/ 61 w 180"/>
                <a:gd name="T17" fmla="*/ 68 h 457"/>
                <a:gd name="T18" fmla="*/ 61 w 180"/>
                <a:gd name="T19" fmla="*/ 67 h 457"/>
                <a:gd name="T20" fmla="*/ 26 w 180"/>
                <a:gd name="T21" fmla="*/ 92 h 457"/>
                <a:gd name="T22" fmla="*/ 7 w 180"/>
                <a:gd name="T23" fmla="*/ 118 h 457"/>
                <a:gd name="T24" fmla="*/ 9 w 180"/>
                <a:gd name="T25" fmla="*/ 149 h 457"/>
                <a:gd name="T26" fmla="*/ 32 w 180"/>
                <a:gd name="T27" fmla="*/ 178 h 457"/>
                <a:gd name="T28" fmla="*/ 39 w 180"/>
                <a:gd name="T29" fmla="*/ 220 h 457"/>
                <a:gd name="T30" fmla="*/ 47 w 180"/>
                <a:gd name="T31" fmla="*/ 318 h 457"/>
                <a:gd name="T32" fmla="*/ 57 w 180"/>
                <a:gd name="T33" fmla="*/ 359 h 457"/>
                <a:gd name="T34" fmla="*/ 39 w 180"/>
                <a:gd name="T35" fmla="*/ 403 h 457"/>
                <a:gd name="T36" fmla="*/ 51 w 180"/>
                <a:gd name="T37" fmla="*/ 416 h 457"/>
                <a:gd name="T38" fmla="*/ 86 w 180"/>
                <a:gd name="T39" fmla="*/ 403 h 457"/>
                <a:gd name="T40" fmla="*/ 82 w 180"/>
                <a:gd name="T41" fmla="*/ 382 h 457"/>
                <a:gd name="T42" fmla="*/ 85 w 180"/>
                <a:gd name="T43" fmla="*/ 336 h 457"/>
                <a:gd name="T44" fmla="*/ 81 w 180"/>
                <a:gd name="T45" fmla="*/ 303 h 457"/>
                <a:gd name="T46" fmla="*/ 86 w 180"/>
                <a:gd name="T47" fmla="*/ 327 h 457"/>
                <a:gd name="T48" fmla="*/ 90 w 180"/>
                <a:gd name="T49" fmla="*/ 378 h 457"/>
                <a:gd name="T50" fmla="*/ 96 w 180"/>
                <a:gd name="T51" fmla="*/ 418 h 457"/>
                <a:gd name="T52" fmla="*/ 96 w 180"/>
                <a:gd name="T53" fmla="*/ 456 h 457"/>
                <a:gd name="T54" fmla="*/ 122 w 180"/>
                <a:gd name="T55" fmla="*/ 421 h 457"/>
                <a:gd name="T56" fmla="*/ 124 w 180"/>
                <a:gd name="T57" fmla="*/ 384 h 457"/>
                <a:gd name="T58" fmla="*/ 124 w 180"/>
                <a:gd name="T59" fmla="*/ 355 h 457"/>
                <a:gd name="T60" fmla="*/ 123 w 180"/>
                <a:gd name="T61" fmla="*/ 335 h 457"/>
                <a:gd name="T62" fmla="*/ 116 w 180"/>
                <a:gd name="T63" fmla="*/ 284 h 457"/>
                <a:gd name="T64" fmla="*/ 119 w 180"/>
                <a:gd name="T65" fmla="*/ 253 h 457"/>
                <a:gd name="T66" fmla="*/ 122 w 180"/>
                <a:gd name="T67" fmla="*/ 229 h 457"/>
                <a:gd name="T68" fmla="*/ 140 w 180"/>
                <a:gd name="T69" fmla="*/ 225 h 457"/>
                <a:gd name="T70" fmla="*/ 143 w 180"/>
                <a:gd name="T71" fmla="*/ 180 h 457"/>
                <a:gd name="T72" fmla="*/ 175 w 180"/>
                <a:gd name="T73" fmla="*/ 132 h 457"/>
                <a:gd name="T74" fmla="*/ 33 w 180"/>
                <a:gd name="T75" fmla="*/ 146 h 457"/>
                <a:gd name="T76" fmla="*/ 28 w 180"/>
                <a:gd name="T77" fmla="*/ 129 h 457"/>
                <a:gd name="T78" fmla="*/ 36 w 180"/>
                <a:gd name="T79" fmla="*/ 144 h 457"/>
                <a:gd name="T80" fmla="*/ 42 w 180"/>
                <a:gd name="T81" fmla="*/ 124 h 457"/>
                <a:gd name="T82" fmla="*/ 60 w 180"/>
                <a:gd name="T83" fmla="*/ 72 h 457"/>
                <a:gd name="T84" fmla="*/ 66 w 180"/>
                <a:gd name="T85" fmla="*/ 82 h 457"/>
                <a:gd name="T86" fmla="*/ 53 w 180"/>
                <a:gd name="T87" fmla="*/ 138 h 457"/>
                <a:gd name="T88" fmla="*/ 117 w 180"/>
                <a:gd name="T89" fmla="*/ 191 h 457"/>
                <a:gd name="T90" fmla="*/ 63 w 180"/>
                <a:gd name="T91" fmla="*/ 199 h 457"/>
                <a:gd name="T92" fmla="*/ 71 w 180"/>
                <a:gd name="T93" fmla="*/ 95 h 457"/>
                <a:gd name="T94" fmla="*/ 77 w 180"/>
                <a:gd name="T95" fmla="*/ 66 h 457"/>
                <a:gd name="T96" fmla="*/ 82 w 180"/>
                <a:gd name="T97" fmla="*/ 115 h 457"/>
                <a:gd name="T98" fmla="*/ 105 w 180"/>
                <a:gd name="T99" fmla="*/ 161 h 457"/>
                <a:gd name="T100" fmla="*/ 102 w 180"/>
                <a:gd name="T101" fmla="*/ 174 h 457"/>
                <a:gd name="T102" fmla="*/ 114 w 180"/>
                <a:gd name="T103" fmla="*/ 183 h 457"/>
                <a:gd name="T104" fmla="*/ 118 w 180"/>
                <a:gd name="T105" fmla="*/ 180 h 457"/>
                <a:gd name="T106" fmla="*/ 138 w 180"/>
                <a:gd name="T107" fmla="*/ 135 h 457"/>
                <a:gd name="T108" fmla="*/ 136 w 180"/>
                <a:gd name="T109" fmla="*/ 117 h 457"/>
                <a:gd name="T110" fmla="*/ 142 w 180"/>
                <a:gd name="T111" fmla="*/ 12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0" h="457">
                  <a:moveTo>
                    <a:pt x="177" y="118"/>
                  </a:moveTo>
                  <a:cubicBezTo>
                    <a:pt x="175" y="113"/>
                    <a:pt x="164" y="101"/>
                    <a:pt x="159" y="97"/>
                  </a:cubicBezTo>
                  <a:cubicBezTo>
                    <a:pt x="155" y="93"/>
                    <a:pt x="145" y="86"/>
                    <a:pt x="142" y="84"/>
                  </a:cubicBezTo>
                  <a:cubicBezTo>
                    <a:pt x="138" y="82"/>
                    <a:pt x="138" y="78"/>
                    <a:pt x="137" y="75"/>
                  </a:cubicBezTo>
                  <a:cubicBezTo>
                    <a:pt x="136" y="72"/>
                    <a:pt x="136" y="68"/>
                    <a:pt x="133" y="62"/>
                  </a:cubicBezTo>
                  <a:cubicBezTo>
                    <a:pt x="130" y="57"/>
                    <a:pt x="118" y="60"/>
                    <a:pt x="114" y="61"/>
                  </a:cubicBezTo>
                  <a:cubicBezTo>
                    <a:pt x="109" y="61"/>
                    <a:pt x="108" y="62"/>
                    <a:pt x="104" y="64"/>
                  </a:cubicBezTo>
                  <a:cubicBezTo>
                    <a:pt x="100" y="65"/>
                    <a:pt x="101" y="63"/>
                    <a:pt x="99" y="61"/>
                  </a:cubicBezTo>
                  <a:cubicBezTo>
                    <a:pt x="98" y="61"/>
                    <a:pt x="97" y="60"/>
                    <a:pt x="97" y="59"/>
                  </a:cubicBezTo>
                  <a:cubicBezTo>
                    <a:pt x="93" y="63"/>
                    <a:pt x="90" y="69"/>
                    <a:pt x="87" y="77"/>
                  </a:cubicBezTo>
                  <a:cubicBezTo>
                    <a:pt x="87" y="77"/>
                    <a:pt x="87" y="76"/>
                    <a:pt x="86" y="75"/>
                  </a:cubicBezTo>
                  <a:cubicBezTo>
                    <a:pt x="85" y="74"/>
                    <a:pt x="83" y="71"/>
                    <a:pt x="81" y="69"/>
                  </a:cubicBezTo>
                  <a:cubicBezTo>
                    <a:pt x="80" y="67"/>
                    <a:pt x="78" y="66"/>
                    <a:pt x="77" y="66"/>
                  </a:cubicBezTo>
                  <a:cubicBezTo>
                    <a:pt x="76" y="66"/>
                    <a:pt x="75" y="66"/>
                    <a:pt x="74" y="66"/>
                  </a:cubicBezTo>
                  <a:cubicBezTo>
                    <a:pt x="75" y="66"/>
                    <a:pt x="75" y="66"/>
                    <a:pt x="75" y="66"/>
                  </a:cubicBezTo>
                  <a:cubicBezTo>
                    <a:pt x="77" y="65"/>
                    <a:pt x="95" y="56"/>
                    <a:pt x="95" y="56"/>
                  </a:cubicBezTo>
                  <a:cubicBezTo>
                    <a:pt x="96" y="56"/>
                    <a:pt x="96" y="56"/>
                    <a:pt x="96" y="56"/>
                  </a:cubicBezTo>
                  <a:cubicBezTo>
                    <a:pt x="96" y="56"/>
                    <a:pt x="96" y="55"/>
                    <a:pt x="96" y="55"/>
                  </a:cubicBezTo>
                  <a:cubicBezTo>
                    <a:pt x="97" y="54"/>
                    <a:pt x="98" y="49"/>
                    <a:pt x="98" y="48"/>
                  </a:cubicBezTo>
                  <a:cubicBezTo>
                    <a:pt x="99" y="47"/>
                    <a:pt x="99" y="47"/>
                    <a:pt x="101" y="47"/>
                  </a:cubicBezTo>
                  <a:cubicBezTo>
                    <a:pt x="104" y="46"/>
                    <a:pt x="105" y="40"/>
                    <a:pt x="105" y="36"/>
                  </a:cubicBezTo>
                  <a:cubicBezTo>
                    <a:pt x="106" y="32"/>
                    <a:pt x="104" y="33"/>
                    <a:pt x="103" y="33"/>
                  </a:cubicBezTo>
                  <a:cubicBezTo>
                    <a:pt x="102" y="33"/>
                    <a:pt x="104" y="30"/>
                    <a:pt x="104" y="23"/>
                  </a:cubicBezTo>
                  <a:cubicBezTo>
                    <a:pt x="104" y="16"/>
                    <a:pt x="98" y="5"/>
                    <a:pt x="89" y="3"/>
                  </a:cubicBezTo>
                  <a:cubicBezTo>
                    <a:pt x="81" y="0"/>
                    <a:pt x="70" y="2"/>
                    <a:pt x="64" y="11"/>
                  </a:cubicBezTo>
                  <a:cubicBezTo>
                    <a:pt x="57" y="20"/>
                    <a:pt x="60" y="28"/>
                    <a:pt x="60" y="31"/>
                  </a:cubicBezTo>
                  <a:cubicBezTo>
                    <a:pt x="60" y="34"/>
                    <a:pt x="60" y="34"/>
                    <a:pt x="60" y="34"/>
                  </a:cubicBezTo>
                  <a:cubicBezTo>
                    <a:pt x="59" y="35"/>
                    <a:pt x="59" y="37"/>
                    <a:pt x="60" y="39"/>
                  </a:cubicBezTo>
                  <a:cubicBezTo>
                    <a:pt x="61" y="42"/>
                    <a:pt x="61" y="44"/>
                    <a:pt x="61" y="46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53"/>
                    <a:pt x="65" y="56"/>
                    <a:pt x="65" y="59"/>
                  </a:cubicBezTo>
                  <a:cubicBezTo>
                    <a:pt x="65" y="60"/>
                    <a:pt x="65" y="61"/>
                    <a:pt x="64" y="63"/>
                  </a:cubicBezTo>
                  <a:cubicBezTo>
                    <a:pt x="65" y="61"/>
                    <a:pt x="65" y="61"/>
                    <a:pt x="65" y="61"/>
                  </a:cubicBezTo>
                  <a:cubicBezTo>
                    <a:pt x="70" y="68"/>
                    <a:pt x="70" y="68"/>
                    <a:pt x="70" y="68"/>
                  </a:cubicBezTo>
                  <a:cubicBezTo>
                    <a:pt x="69" y="68"/>
                    <a:pt x="66" y="67"/>
                    <a:pt x="64" y="67"/>
                  </a:cubicBezTo>
                  <a:cubicBezTo>
                    <a:pt x="63" y="67"/>
                    <a:pt x="62" y="67"/>
                    <a:pt x="61" y="68"/>
                  </a:cubicBezTo>
                  <a:cubicBezTo>
                    <a:pt x="60" y="69"/>
                    <a:pt x="60" y="71"/>
                    <a:pt x="60" y="72"/>
                  </a:cubicBezTo>
                  <a:cubicBezTo>
                    <a:pt x="60" y="73"/>
                    <a:pt x="60" y="73"/>
                    <a:pt x="60" y="73"/>
                  </a:cubicBezTo>
                  <a:cubicBezTo>
                    <a:pt x="59" y="72"/>
                    <a:pt x="59" y="71"/>
                    <a:pt x="59" y="70"/>
                  </a:cubicBezTo>
                  <a:cubicBezTo>
                    <a:pt x="59" y="68"/>
                    <a:pt x="61" y="67"/>
                    <a:pt x="61" y="67"/>
                  </a:cubicBezTo>
                  <a:cubicBezTo>
                    <a:pt x="61" y="67"/>
                    <a:pt x="57" y="67"/>
                    <a:pt x="52" y="68"/>
                  </a:cubicBezTo>
                  <a:cubicBezTo>
                    <a:pt x="47" y="69"/>
                    <a:pt x="41" y="72"/>
                    <a:pt x="37" y="73"/>
                  </a:cubicBezTo>
                  <a:cubicBezTo>
                    <a:pt x="34" y="73"/>
                    <a:pt x="30" y="86"/>
                    <a:pt x="30" y="88"/>
                  </a:cubicBezTo>
                  <a:cubicBezTo>
                    <a:pt x="29" y="90"/>
                    <a:pt x="28" y="90"/>
                    <a:pt x="26" y="92"/>
                  </a:cubicBezTo>
                  <a:cubicBezTo>
                    <a:pt x="24" y="94"/>
                    <a:pt x="24" y="96"/>
                    <a:pt x="22" y="99"/>
                  </a:cubicBezTo>
                  <a:cubicBezTo>
                    <a:pt x="20" y="102"/>
                    <a:pt x="19" y="102"/>
                    <a:pt x="19" y="103"/>
                  </a:cubicBezTo>
                  <a:cubicBezTo>
                    <a:pt x="19" y="104"/>
                    <a:pt x="16" y="105"/>
                    <a:pt x="13" y="109"/>
                  </a:cubicBezTo>
                  <a:cubicBezTo>
                    <a:pt x="11" y="112"/>
                    <a:pt x="9" y="114"/>
                    <a:pt x="7" y="118"/>
                  </a:cubicBezTo>
                  <a:cubicBezTo>
                    <a:pt x="5" y="122"/>
                    <a:pt x="4" y="121"/>
                    <a:pt x="2" y="125"/>
                  </a:cubicBezTo>
                  <a:cubicBezTo>
                    <a:pt x="0" y="129"/>
                    <a:pt x="2" y="129"/>
                    <a:pt x="3" y="132"/>
                  </a:cubicBezTo>
                  <a:cubicBezTo>
                    <a:pt x="3" y="134"/>
                    <a:pt x="5" y="137"/>
                    <a:pt x="6" y="140"/>
                  </a:cubicBezTo>
                  <a:cubicBezTo>
                    <a:pt x="8" y="143"/>
                    <a:pt x="8" y="145"/>
                    <a:pt x="9" y="149"/>
                  </a:cubicBezTo>
                  <a:cubicBezTo>
                    <a:pt x="11" y="152"/>
                    <a:pt x="14" y="158"/>
                    <a:pt x="16" y="162"/>
                  </a:cubicBezTo>
                  <a:cubicBezTo>
                    <a:pt x="18" y="166"/>
                    <a:pt x="22" y="173"/>
                    <a:pt x="23" y="175"/>
                  </a:cubicBezTo>
                  <a:cubicBezTo>
                    <a:pt x="24" y="178"/>
                    <a:pt x="26" y="178"/>
                    <a:pt x="29" y="179"/>
                  </a:cubicBezTo>
                  <a:cubicBezTo>
                    <a:pt x="31" y="180"/>
                    <a:pt x="32" y="178"/>
                    <a:pt x="32" y="178"/>
                  </a:cubicBezTo>
                  <a:cubicBezTo>
                    <a:pt x="32" y="178"/>
                    <a:pt x="31" y="180"/>
                    <a:pt x="32" y="186"/>
                  </a:cubicBezTo>
                  <a:cubicBezTo>
                    <a:pt x="32" y="191"/>
                    <a:pt x="33" y="204"/>
                    <a:pt x="33" y="209"/>
                  </a:cubicBezTo>
                  <a:cubicBezTo>
                    <a:pt x="33" y="215"/>
                    <a:pt x="33" y="221"/>
                    <a:pt x="34" y="223"/>
                  </a:cubicBezTo>
                  <a:cubicBezTo>
                    <a:pt x="35" y="225"/>
                    <a:pt x="39" y="220"/>
                    <a:pt x="39" y="220"/>
                  </a:cubicBezTo>
                  <a:cubicBezTo>
                    <a:pt x="39" y="220"/>
                    <a:pt x="39" y="223"/>
                    <a:pt x="39" y="228"/>
                  </a:cubicBezTo>
                  <a:cubicBezTo>
                    <a:pt x="39" y="232"/>
                    <a:pt x="40" y="245"/>
                    <a:pt x="40" y="253"/>
                  </a:cubicBezTo>
                  <a:cubicBezTo>
                    <a:pt x="40" y="261"/>
                    <a:pt x="41" y="266"/>
                    <a:pt x="43" y="288"/>
                  </a:cubicBezTo>
                  <a:cubicBezTo>
                    <a:pt x="46" y="310"/>
                    <a:pt x="46" y="310"/>
                    <a:pt x="47" y="318"/>
                  </a:cubicBezTo>
                  <a:cubicBezTo>
                    <a:pt x="48" y="326"/>
                    <a:pt x="51" y="331"/>
                    <a:pt x="52" y="335"/>
                  </a:cubicBezTo>
                  <a:cubicBezTo>
                    <a:pt x="54" y="338"/>
                    <a:pt x="54" y="341"/>
                    <a:pt x="54" y="343"/>
                  </a:cubicBezTo>
                  <a:cubicBezTo>
                    <a:pt x="55" y="345"/>
                    <a:pt x="54" y="348"/>
                    <a:pt x="54" y="351"/>
                  </a:cubicBezTo>
                  <a:cubicBezTo>
                    <a:pt x="54" y="353"/>
                    <a:pt x="56" y="355"/>
                    <a:pt x="57" y="359"/>
                  </a:cubicBezTo>
                  <a:cubicBezTo>
                    <a:pt x="57" y="363"/>
                    <a:pt x="58" y="367"/>
                    <a:pt x="58" y="373"/>
                  </a:cubicBezTo>
                  <a:cubicBezTo>
                    <a:pt x="57" y="379"/>
                    <a:pt x="60" y="382"/>
                    <a:pt x="59" y="382"/>
                  </a:cubicBezTo>
                  <a:cubicBezTo>
                    <a:pt x="57" y="382"/>
                    <a:pt x="57" y="382"/>
                    <a:pt x="56" y="388"/>
                  </a:cubicBezTo>
                  <a:cubicBezTo>
                    <a:pt x="54" y="393"/>
                    <a:pt x="45" y="400"/>
                    <a:pt x="39" y="403"/>
                  </a:cubicBezTo>
                  <a:cubicBezTo>
                    <a:pt x="33" y="406"/>
                    <a:pt x="29" y="407"/>
                    <a:pt x="27" y="407"/>
                  </a:cubicBezTo>
                  <a:cubicBezTo>
                    <a:pt x="24" y="407"/>
                    <a:pt x="25" y="410"/>
                    <a:pt x="24" y="410"/>
                  </a:cubicBezTo>
                  <a:cubicBezTo>
                    <a:pt x="23" y="410"/>
                    <a:pt x="23" y="412"/>
                    <a:pt x="27" y="414"/>
                  </a:cubicBezTo>
                  <a:cubicBezTo>
                    <a:pt x="31" y="417"/>
                    <a:pt x="41" y="418"/>
                    <a:pt x="51" y="416"/>
                  </a:cubicBezTo>
                  <a:cubicBezTo>
                    <a:pt x="61" y="414"/>
                    <a:pt x="67" y="408"/>
                    <a:pt x="68" y="407"/>
                  </a:cubicBezTo>
                  <a:cubicBezTo>
                    <a:pt x="69" y="406"/>
                    <a:pt x="71" y="408"/>
                    <a:pt x="71" y="408"/>
                  </a:cubicBezTo>
                  <a:cubicBezTo>
                    <a:pt x="72" y="409"/>
                    <a:pt x="82" y="407"/>
                    <a:pt x="83" y="406"/>
                  </a:cubicBezTo>
                  <a:cubicBezTo>
                    <a:pt x="85" y="405"/>
                    <a:pt x="86" y="406"/>
                    <a:pt x="86" y="403"/>
                  </a:cubicBezTo>
                  <a:cubicBezTo>
                    <a:pt x="86" y="401"/>
                    <a:pt x="85" y="399"/>
                    <a:pt x="84" y="398"/>
                  </a:cubicBezTo>
                  <a:cubicBezTo>
                    <a:pt x="84" y="397"/>
                    <a:pt x="85" y="397"/>
                    <a:pt x="85" y="396"/>
                  </a:cubicBezTo>
                  <a:cubicBezTo>
                    <a:pt x="85" y="395"/>
                    <a:pt x="84" y="389"/>
                    <a:pt x="85" y="387"/>
                  </a:cubicBezTo>
                  <a:cubicBezTo>
                    <a:pt x="86" y="384"/>
                    <a:pt x="84" y="383"/>
                    <a:pt x="82" y="382"/>
                  </a:cubicBezTo>
                  <a:cubicBezTo>
                    <a:pt x="81" y="381"/>
                    <a:pt x="83" y="379"/>
                    <a:pt x="83" y="376"/>
                  </a:cubicBezTo>
                  <a:cubicBezTo>
                    <a:pt x="83" y="373"/>
                    <a:pt x="83" y="365"/>
                    <a:pt x="83" y="362"/>
                  </a:cubicBezTo>
                  <a:cubicBezTo>
                    <a:pt x="83" y="358"/>
                    <a:pt x="84" y="355"/>
                    <a:pt x="86" y="350"/>
                  </a:cubicBezTo>
                  <a:cubicBezTo>
                    <a:pt x="87" y="346"/>
                    <a:pt x="86" y="340"/>
                    <a:pt x="85" y="336"/>
                  </a:cubicBezTo>
                  <a:cubicBezTo>
                    <a:pt x="85" y="332"/>
                    <a:pt x="84" y="330"/>
                    <a:pt x="84" y="326"/>
                  </a:cubicBezTo>
                  <a:cubicBezTo>
                    <a:pt x="84" y="322"/>
                    <a:pt x="84" y="318"/>
                    <a:pt x="83" y="316"/>
                  </a:cubicBezTo>
                  <a:cubicBezTo>
                    <a:pt x="83" y="315"/>
                    <a:pt x="82" y="312"/>
                    <a:pt x="82" y="310"/>
                  </a:cubicBezTo>
                  <a:cubicBezTo>
                    <a:pt x="82" y="308"/>
                    <a:pt x="81" y="303"/>
                    <a:pt x="81" y="303"/>
                  </a:cubicBezTo>
                  <a:cubicBezTo>
                    <a:pt x="81" y="303"/>
                    <a:pt x="82" y="306"/>
                    <a:pt x="83" y="307"/>
                  </a:cubicBezTo>
                  <a:cubicBezTo>
                    <a:pt x="83" y="308"/>
                    <a:pt x="84" y="310"/>
                    <a:pt x="84" y="313"/>
                  </a:cubicBezTo>
                  <a:cubicBezTo>
                    <a:pt x="84" y="316"/>
                    <a:pt x="85" y="317"/>
                    <a:pt x="85" y="320"/>
                  </a:cubicBezTo>
                  <a:cubicBezTo>
                    <a:pt x="86" y="323"/>
                    <a:pt x="86" y="324"/>
                    <a:pt x="86" y="327"/>
                  </a:cubicBezTo>
                  <a:cubicBezTo>
                    <a:pt x="86" y="330"/>
                    <a:pt x="87" y="333"/>
                    <a:pt x="87" y="337"/>
                  </a:cubicBezTo>
                  <a:cubicBezTo>
                    <a:pt x="87" y="342"/>
                    <a:pt x="89" y="343"/>
                    <a:pt x="88" y="347"/>
                  </a:cubicBezTo>
                  <a:cubicBezTo>
                    <a:pt x="87" y="351"/>
                    <a:pt x="89" y="367"/>
                    <a:pt x="90" y="371"/>
                  </a:cubicBezTo>
                  <a:cubicBezTo>
                    <a:pt x="91" y="374"/>
                    <a:pt x="90" y="375"/>
                    <a:pt x="90" y="378"/>
                  </a:cubicBezTo>
                  <a:cubicBezTo>
                    <a:pt x="89" y="380"/>
                    <a:pt x="89" y="384"/>
                    <a:pt x="90" y="388"/>
                  </a:cubicBezTo>
                  <a:cubicBezTo>
                    <a:pt x="90" y="391"/>
                    <a:pt x="88" y="397"/>
                    <a:pt x="88" y="400"/>
                  </a:cubicBezTo>
                  <a:cubicBezTo>
                    <a:pt x="88" y="403"/>
                    <a:pt x="93" y="404"/>
                    <a:pt x="95" y="407"/>
                  </a:cubicBezTo>
                  <a:cubicBezTo>
                    <a:pt x="97" y="410"/>
                    <a:pt x="97" y="413"/>
                    <a:pt x="96" y="418"/>
                  </a:cubicBezTo>
                  <a:cubicBezTo>
                    <a:pt x="96" y="423"/>
                    <a:pt x="93" y="426"/>
                    <a:pt x="92" y="428"/>
                  </a:cubicBezTo>
                  <a:cubicBezTo>
                    <a:pt x="90" y="430"/>
                    <a:pt x="85" y="437"/>
                    <a:pt x="83" y="441"/>
                  </a:cubicBezTo>
                  <a:cubicBezTo>
                    <a:pt x="82" y="445"/>
                    <a:pt x="78" y="449"/>
                    <a:pt x="77" y="452"/>
                  </a:cubicBezTo>
                  <a:cubicBezTo>
                    <a:pt x="75" y="455"/>
                    <a:pt x="90" y="457"/>
                    <a:pt x="96" y="456"/>
                  </a:cubicBezTo>
                  <a:cubicBezTo>
                    <a:pt x="101" y="454"/>
                    <a:pt x="112" y="449"/>
                    <a:pt x="114" y="445"/>
                  </a:cubicBezTo>
                  <a:cubicBezTo>
                    <a:pt x="115" y="440"/>
                    <a:pt x="119" y="436"/>
                    <a:pt x="122" y="434"/>
                  </a:cubicBezTo>
                  <a:cubicBezTo>
                    <a:pt x="124" y="433"/>
                    <a:pt x="123" y="426"/>
                    <a:pt x="122" y="424"/>
                  </a:cubicBezTo>
                  <a:cubicBezTo>
                    <a:pt x="122" y="421"/>
                    <a:pt x="122" y="422"/>
                    <a:pt x="122" y="421"/>
                  </a:cubicBezTo>
                  <a:cubicBezTo>
                    <a:pt x="123" y="419"/>
                    <a:pt x="123" y="417"/>
                    <a:pt x="124" y="414"/>
                  </a:cubicBezTo>
                  <a:cubicBezTo>
                    <a:pt x="125" y="411"/>
                    <a:pt x="122" y="408"/>
                    <a:pt x="120" y="406"/>
                  </a:cubicBezTo>
                  <a:cubicBezTo>
                    <a:pt x="118" y="404"/>
                    <a:pt x="121" y="395"/>
                    <a:pt x="121" y="395"/>
                  </a:cubicBezTo>
                  <a:cubicBezTo>
                    <a:pt x="121" y="395"/>
                    <a:pt x="122" y="388"/>
                    <a:pt x="124" y="384"/>
                  </a:cubicBezTo>
                  <a:cubicBezTo>
                    <a:pt x="126" y="380"/>
                    <a:pt x="126" y="378"/>
                    <a:pt x="126" y="378"/>
                  </a:cubicBezTo>
                  <a:cubicBezTo>
                    <a:pt x="126" y="378"/>
                    <a:pt x="125" y="373"/>
                    <a:pt x="126" y="369"/>
                  </a:cubicBezTo>
                  <a:cubicBezTo>
                    <a:pt x="126" y="365"/>
                    <a:pt x="126" y="367"/>
                    <a:pt x="125" y="363"/>
                  </a:cubicBezTo>
                  <a:cubicBezTo>
                    <a:pt x="124" y="359"/>
                    <a:pt x="124" y="359"/>
                    <a:pt x="124" y="355"/>
                  </a:cubicBezTo>
                  <a:cubicBezTo>
                    <a:pt x="124" y="351"/>
                    <a:pt x="124" y="351"/>
                    <a:pt x="124" y="348"/>
                  </a:cubicBezTo>
                  <a:cubicBezTo>
                    <a:pt x="123" y="345"/>
                    <a:pt x="123" y="347"/>
                    <a:pt x="123" y="344"/>
                  </a:cubicBezTo>
                  <a:cubicBezTo>
                    <a:pt x="124" y="341"/>
                    <a:pt x="124" y="342"/>
                    <a:pt x="123" y="340"/>
                  </a:cubicBezTo>
                  <a:cubicBezTo>
                    <a:pt x="122" y="338"/>
                    <a:pt x="121" y="338"/>
                    <a:pt x="123" y="335"/>
                  </a:cubicBezTo>
                  <a:cubicBezTo>
                    <a:pt x="124" y="331"/>
                    <a:pt x="121" y="331"/>
                    <a:pt x="121" y="322"/>
                  </a:cubicBezTo>
                  <a:cubicBezTo>
                    <a:pt x="122" y="312"/>
                    <a:pt x="119" y="304"/>
                    <a:pt x="118" y="297"/>
                  </a:cubicBezTo>
                  <a:cubicBezTo>
                    <a:pt x="117" y="291"/>
                    <a:pt x="117" y="291"/>
                    <a:pt x="116" y="288"/>
                  </a:cubicBezTo>
                  <a:cubicBezTo>
                    <a:pt x="116" y="285"/>
                    <a:pt x="116" y="286"/>
                    <a:pt x="116" y="284"/>
                  </a:cubicBezTo>
                  <a:cubicBezTo>
                    <a:pt x="116" y="281"/>
                    <a:pt x="117" y="280"/>
                    <a:pt x="117" y="278"/>
                  </a:cubicBezTo>
                  <a:cubicBezTo>
                    <a:pt x="118" y="275"/>
                    <a:pt x="118" y="275"/>
                    <a:pt x="119" y="270"/>
                  </a:cubicBezTo>
                  <a:cubicBezTo>
                    <a:pt x="119" y="266"/>
                    <a:pt x="119" y="263"/>
                    <a:pt x="120" y="260"/>
                  </a:cubicBezTo>
                  <a:cubicBezTo>
                    <a:pt x="120" y="256"/>
                    <a:pt x="119" y="257"/>
                    <a:pt x="119" y="253"/>
                  </a:cubicBezTo>
                  <a:cubicBezTo>
                    <a:pt x="119" y="249"/>
                    <a:pt x="119" y="251"/>
                    <a:pt x="119" y="247"/>
                  </a:cubicBezTo>
                  <a:cubicBezTo>
                    <a:pt x="119" y="244"/>
                    <a:pt x="120" y="245"/>
                    <a:pt x="120" y="242"/>
                  </a:cubicBezTo>
                  <a:cubicBezTo>
                    <a:pt x="120" y="240"/>
                    <a:pt x="120" y="240"/>
                    <a:pt x="121" y="236"/>
                  </a:cubicBezTo>
                  <a:cubicBezTo>
                    <a:pt x="122" y="233"/>
                    <a:pt x="122" y="232"/>
                    <a:pt x="122" y="229"/>
                  </a:cubicBezTo>
                  <a:cubicBezTo>
                    <a:pt x="121" y="226"/>
                    <a:pt x="123" y="225"/>
                    <a:pt x="123" y="225"/>
                  </a:cubicBezTo>
                  <a:cubicBezTo>
                    <a:pt x="123" y="225"/>
                    <a:pt x="129" y="225"/>
                    <a:pt x="130" y="225"/>
                  </a:cubicBezTo>
                  <a:cubicBezTo>
                    <a:pt x="132" y="225"/>
                    <a:pt x="134" y="225"/>
                    <a:pt x="137" y="225"/>
                  </a:cubicBezTo>
                  <a:cubicBezTo>
                    <a:pt x="139" y="224"/>
                    <a:pt x="139" y="225"/>
                    <a:pt x="140" y="225"/>
                  </a:cubicBezTo>
                  <a:cubicBezTo>
                    <a:pt x="141" y="226"/>
                    <a:pt x="145" y="225"/>
                    <a:pt x="148" y="224"/>
                  </a:cubicBezTo>
                  <a:cubicBezTo>
                    <a:pt x="152" y="223"/>
                    <a:pt x="151" y="224"/>
                    <a:pt x="154" y="222"/>
                  </a:cubicBezTo>
                  <a:cubicBezTo>
                    <a:pt x="157" y="221"/>
                    <a:pt x="153" y="214"/>
                    <a:pt x="152" y="211"/>
                  </a:cubicBezTo>
                  <a:cubicBezTo>
                    <a:pt x="150" y="207"/>
                    <a:pt x="145" y="185"/>
                    <a:pt x="143" y="180"/>
                  </a:cubicBezTo>
                  <a:cubicBezTo>
                    <a:pt x="142" y="174"/>
                    <a:pt x="141" y="173"/>
                    <a:pt x="141" y="173"/>
                  </a:cubicBezTo>
                  <a:cubicBezTo>
                    <a:pt x="141" y="173"/>
                    <a:pt x="144" y="171"/>
                    <a:pt x="146" y="168"/>
                  </a:cubicBezTo>
                  <a:cubicBezTo>
                    <a:pt x="148" y="164"/>
                    <a:pt x="159" y="153"/>
                    <a:pt x="164" y="145"/>
                  </a:cubicBezTo>
                  <a:cubicBezTo>
                    <a:pt x="170" y="138"/>
                    <a:pt x="170" y="135"/>
                    <a:pt x="175" y="132"/>
                  </a:cubicBezTo>
                  <a:cubicBezTo>
                    <a:pt x="180" y="128"/>
                    <a:pt x="178" y="124"/>
                    <a:pt x="177" y="118"/>
                  </a:cubicBezTo>
                  <a:close/>
                  <a:moveTo>
                    <a:pt x="36" y="151"/>
                  </a:moveTo>
                  <a:cubicBezTo>
                    <a:pt x="36" y="152"/>
                    <a:pt x="34" y="151"/>
                    <a:pt x="33" y="151"/>
                  </a:cubicBezTo>
                  <a:cubicBezTo>
                    <a:pt x="33" y="150"/>
                    <a:pt x="34" y="149"/>
                    <a:pt x="33" y="146"/>
                  </a:cubicBezTo>
                  <a:cubicBezTo>
                    <a:pt x="31" y="143"/>
                    <a:pt x="31" y="143"/>
                    <a:pt x="30" y="141"/>
                  </a:cubicBezTo>
                  <a:cubicBezTo>
                    <a:pt x="30" y="139"/>
                    <a:pt x="30" y="139"/>
                    <a:pt x="29" y="136"/>
                  </a:cubicBezTo>
                  <a:cubicBezTo>
                    <a:pt x="28" y="133"/>
                    <a:pt x="25" y="132"/>
                    <a:pt x="27" y="131"/>
                  </a:cubicBezTo>
                  <a:cubicBezTo>
                    <a:pt x="28" y="131"/>
                    <a:pt x="29" y="131"/>
                    <a:pt x="28" y="129"/>
                  </a:cubicBezTo>
                  <a:cubicBezTo>
                    <a:pt x="28" y="127"/>
                    <a:pt x="27" y="127"/>
                    <a:pt x="30" y="126"/>
                  </a:cubicBezTo>
                  <a:cubicBezTo>
                    <a:pt x="32" y="125"/>
                    <a:pt x="32" y="125"/>
                    <a:pt x="32" y="125"/>
                  </a:cubicBezTo>
                  <a:cubicBezTo>
                    <a:pt x="32" y="125"/>
                    <a:pt x="33" y="132"/>
                    <a:pt x="34" y="136"/>
                  </a:cubicBezTo>
                  <a:cubicBezTo>
                    <a:pt x="36" y="141"/>
                    <a:pt x="37" y="141"/>
                    <a:pt x="36" y="144"/>
                  </a:cubicBezTo>
                  <a:cubicBezTo>
                    <a:pt x="36" y="147"/>
                    <a:pt x="37" y="149"/>
                    <a:pt x="36" y="151"/>
                  </a:cubicBezTo>
                  <a:close/>
                  <a:moveTo>
                    <a:pt x="48" y="195"/>
                  </a:moveTo>
                  <a:cubicBezTo>
                    <a:pt x="45" y="193"/>
                    <a:pt x="43" y="183"/>
                    <a:pt x="42" y="171"/>
                  </a:cubicBezTo>
                  <a:cubicBezTo>
                    <a:pt x="41" y="158"/>
                    <a:pt x="42" y="139"/>
                    <a:pt x="42" y="124"/>
                  </a:cubicBezTo>
                  <a:cubicBezTo>
                    <a:pt x="43" y="110"/>
                    <a:pt x="58" y="85"/>
                    <a:pt x="59" y="83"/>
                  </a:cubicBezTo>
                  <a:cubicBezTo>
                    <a:pt x="60" y="81"/>
                    <a:pt x="60" y="79"/>
                    <a:pt x="60" y="77"/>
                  </a:cubicBezTo>
                  <a:cubicBezTo>
                    <a:pt x="60" y="77"/>
                    <a:pt x="60" y="77"/>
                    <a:pt x="60" y="77"/>
                  </a:cubicBezTo>
                  <a:cubicBezTo>
                    <a:pt x="60" y="75"/>
                    <a:pt x="60" y="74"/>
                    <a:pt x="60" y="72"/>
                  </a:cubicBezTo>
                  <a:cubicBezTo>
                    <a:pt x="60" y="71"/>
                    <a:pt x="60" y="69"/>
                    <a:pt x="61" y="68"/>
                  </a:cubicBezTo>
                  <a:cubicBezTo>
                    <a:pt x="62" y="67"/>
                    <a:pt x="63" y="67"/>
                    <a:pt x="64" y="67"/>
                  </a:cubicBezTo>
                  <a:cubicBezTo>
                    <a:pt x="66" y="67"/>
                    <a:pt x="69" y="68"/>
                    <a:pt x="70" y="69"/>
                  </a:cubicBezTo>
                  <a:cubicBezTo>
                    <a:pt x="61" y="69"/>
                    <a:pt x="66" y="80"/>
                    <a:pt x="66" y="82"/>
                  </a:cubicBezTo>
                  <a:cubicBezTo>
                    <a:pt x="66" y="84"/>
                    <a:pt x="64" y="87"/>
                    <a:pt x="63" y="89"/>
                  </a:cubicBezTo>
                  <a:cubicBezTo>
                    <a:pt x="62" y="91"/>
                    <a:pt x="61" y="94"/>
                    <a:pt x="60" y="99"/>
                  </a:cubicBezTo>
                  <a:cubicBezTo>
                    <a:pt x="60" y="104"/>
                    <a:pt x="57" y="110"/>
                    <a:pt x="56" y="112"/>
                  </a:cubicBezTo>
                  <a:cubicBezTo>
                    <a:pt x="56" y="115"/>
                    <a:pt x="54" y="130"/>
                    <a:pt x="53" y="138"/>
                  </a:cubicBezTo>
                  <a:cubicBezTo>
                    <a:pt x="51" y="146"/>
                    <a:pt x="51" y="187"/>
                    <a:pt x="51" y="190"/>
                  </a:cubicBezTo>
                  <a:cubicBezTo>
                    <a:pt x="51" y="191"/>
                    <a:pt x="52" y="194"/>
                    <a:pt x="53" y="197"/>
                  </a:cubicBezTo>
                  <a:cubicBezTo>
                    <a:pt x="51" y="197"/>
                    <a:pt x="49" y="196"/>
                    <a:pt x="48" y="195"/>
                  </a:cubicBezTo>
                  <a:close/>
                  <a:moveTo>
                    <a:pt x="117" y="191"/>
                  </a:moveTo>
                  <a:cubicBezTo>
                    <a:pt x="117" y="191"/>
                    <a:pt x="114" y="192"/>
                    <a:pt x="112" y="193"/>
                  </a:cubicBezTo>
                  <a:cubicBezTo>
                    <a:pt x="110" y="193"/>
                    <a:pt x="106" y="193"/>
                    <a:pt x="103" y="193"/>
                  </a:cubicBezTo>
                  <a:cubicBezTo>
                    <a:pt x="100" y="193"/>
                    <a:pt x="99" y="194"/>
                    <a:pt x="91" y="195"/>
                  </a:cubicBezTo>
                  <a:cubicBezTo>
                    <a:pt x="83" y="196"/>
                    <a:pt x="70" y="199"/>
                    <a:pt x="63" y="199"/>
                  </a:cubicBezTo>
                  <a:cubicBezTo>
                    <a:pt x="62" y="199"/>
                    <a:pt x="62" y="199"/>
                    <a:pt x="61" y="199"/>
                  </a:cubicBezTo>
                  <a:cubicBezTo>
                    <a:pt x="63" y="196"/>
                    <a:pt x="65" y="194"/>
                    <a:pt x="66" y="193"/>
                  </a:cubicBezTo>
                  <a:cubicBezTo>
                    <a:pt x="67" y="191"/>
                    <a:pt x="69" y="145"/>
                    <a:pt x="68" y="136"/>
                  </a:cubicBezTo>
                  <a:cubicBezTo>
                    <a:pt x="68" y="127"/>
                    <a:pt x="71" y="102"/>
                    <a:pt x="71" y="95"/>
                  </a:cubicBezTo>
                  <a:cubicBezTo>
                    <a:pt x="71" y="88"/>
                    <a:pt x="72" y="83"/>
                    <a:pt x="75" y="78"/>
                  </a:cubicBezTo>
                  <a:cubicBezTo>
                    <a:pt x="78" y="72"/>
                    <a:pt x="71" y="69"/>
                    <a:pt x="70" y="69"/>
                  </a:cubicBezTo>
                  <a:cubicBezTo>
                    <a:pt x="70" y="69"/>
                    <a:pt x="71" y="68"/>
                    <a:pt x="72" y="67"/>
                  </a:cubicBezTo>
                  <a:cubicBezTo>
                    <a:pt x="73" y="67"/>
                    <a:pt x="75" y="66"/>
                    <a:pt x="77" y="66"/>
                  </a:cubicBezTo>
                  <a:cubicBezTo>
                    <a:pt x="78" y="66"/>
                    <a:pt x="80" y="67"/>
                    <a:pt x="81" y="69"/>
                  </a:cubicBezTo>
                  <a:cubicBezTo>
                    <a:pt x="85" y="75"/>
                    <a:pt x="87" y="77"/>
                    <a:pt x="87" y="77"/>
                  </a:cubicBezTo>
                  <a:cubicBezTo>
                    <a:pt x="87" y="77"/>
                    <a:pt x="87" y="77"/>
                    <a:pt x="87" y="77"/>
                  </a:cubicBezTo>
                  <a:cubicBezTo>
                    <a:pt x="83" y="90"/>
                    <a:pt x="82" y="106"/>
                    <a:pt x="82" y="115"/>
                  </a:cubicBezTo>
                  <a:cubicBezTo>
                    <a:pt x="82" y="129"/>
                    <a:pt x="96" y="145"/>
                    <a:pt x="100" y="150"/>
                  </a:cubicBezTo>
                  <a:cubicBezTo>
                    <a:pt x="103" y="154"/>
                    <a:pt x="110" y="157"/>
                    <a:pt x="110" y="157"/>
                  </a:cubicBezTo>
                  <a:cubicBezTo>
                    <a:pt x="110" y="157"/>
                    <a:pt x="113" y="160"/>
                    <a:pt x="112" y="160"/>
                  </a:cubicBezTo>
                  <a:cubicBezTo>
                    <a:pt x="110" y="160"/>
                    <a:pt x="108" y="161"/>
                    <a:pt x="105" y="161"/>
                  </a:cubicBezTo>
                  <a:cubicBezTo>
                    <a:pt x="103" y="161"/>
                    <a:pt x="102" y="162"/>
                    <a:pt x="101" y="163"/>
                  </a:cubicBezTo>
                  <a:cubicBezTo>
                    <a:pt x="99" y="164"/>
                    <a:pt x="100" y="166"/>
                    <a:pt x="100" y="167"/>
                  </a:cubicBezTo>
                  <a:cubicBezTo>
                    <a:pt x="101" y="168"/>
                    <a:pt x="101" y="168"/>
                    <a:pt x="100" y="171"/>
                  </a:cubicBezTo>
                  <a:cubicBezTo>
                    <a:pt x="99" y="173"/>
                    <a:pt x="102" y="173"/>
                    <a:pt x="102" y="174"/>
                  </a:cubicBezTo>
                  <a:cubicBezTo>
                    <a:pt x="102" y="175"/>
                    <a:pt x="103" y="176"/>
                    <a:pt x="104" y="178"/>
                  </a:cubicBezTo>
                  <a:cubicBezTo>
                    <a:pt x="105" y="180"/>
                    <a:pt x="106" y="182"/>
                    <a:pt x="107" y="183"/>
                  </a:cubicBezTo>
                  <a:cubicBezTo>
                    <a:pt x="107" y="185"/>
                    <a:pt x="110" y="186"/>
                    <a:pt x="113" y="186"/>
                  </a:cubicBezTo>
                  <a:cubicBezTo>
                    <a:pt x="115" y="187"/>
                    <a:pt x="114" y="183"/>
                    <a:pt x="114" y="183"/>
                  </a:cubicBezTo>
                  <a:cubicBezTo>
                    <a:pt x="114" y="183"/>
                    <a:pt x="114" y="184"/>
                    <a:pt x="116" y="183"/>
                  </a:cubicBezTo>
                  <a:cubicBezTo>
                    <a:pt x="119" y="183"/>
                    <a:pt x="116" y="180"/>
                    <a:pt x="117" y="180"/>
                  </a:cubicBezTo>
                  <a:cubicBezTo>
                    <a:pt x="118" y="180"/>
                    <a:pt x="117" y="178"/>
                    <a:pt x="117" y="179"/>
                  </a:cubicBezTo>
                  <a:cubicBezTo>
                    <a:pt x="118" y="179"/>
                    <a:pt x="118" y="180"/>
                    <a:pt x="118" y="180"/>
                  </a:cubicBezTo>
                  <a:lnTo>
                    <a:pt x="117" y="191"/>
                  </a:lnTo>
                  <a:close/>
                  <a:moveTo>
                    <a:pt x="142" y="128"/>
                  </a:moveTo>
                  <a:cubicBezTo>
                    <a:pt x="141" y="128"/>
                    <a:pt x="139" y="128"/>
                    <a:pt x="139" y="131"/>
                  </a:cubicBezTo>
                  <a:cubicBezTo>
                    <a:pt x="138" y="133"/>
                    <a:pt x="139" y="133"/>
                    <a:pt x="138" y="135"/>
                  </a:cubicBezTo>
                  <a:cubicBezTo>
                    <a:pt x="137" y="136"/>
                    <a:pt x="138" y="136"/>
                    <a:pt x="137" y="137"/>
                  </a:cubicBezTo>
                  <a:cubicBezTo>
                    <a:pt x="136" y="138"/>
                    <a:pt x="130" y="141"/>
                    <a:pt x="130" y="141"/>
                  </a:cubicBezTo>
                  <a:cubicBezTo>
                    <a:pt x="130" y="141"/>
                    <a:pt x="127" y="135"/>
                    <a:pt x="128" y="132"/>
                  </a:cubicBezTo>
                  <a:cubicBezTo>
                    <a:pt x="129" y="130"/>
                    <a:pt x="136" y="117"/>
                    <a:pt x="136" y="117"/>
                  </a:cubicBezTo>
                  <a:cubicBezTo>
                    <a:pt x="136" y="117"/>
                    <a:pt x="137" y="115"/>
                    <a:pt x="137" y="117"/>
                  </a:cubicBezTo>
                  <a:cubicBezTo>
                    <a:pt x="138" y="119"/>
                    <a:pt x="138" y="121"/>
                    <a:pt x="139" y="122"/>
                  </a:cubicBezTo>
                  <a:cubicBezTo>
                    <a:pt x="141" y="124"/>
                    <a:pt x="141" y="124"/>
                    <a:pt x="142" y="125"/>
                  </a:cubicBezTo>
                  <a:cubicBezTo>
                    <a:pt x="142" y="126"/>
                    <a:pt x="143" y="128"/>
                    <a:pt x="142" y="128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6000"/>
                </a:prstClr>
              </a:outerShdw>
            </a:effectLst>
          </p:spPr>
          <p:txBody>
            <a:bodyPr vert="horz" wrap="square" lIns="162560" tIns="81280" rIns="162560" bIns="81280" numCol="1" anchor="t" anchorCtr="0" compatLnSpc="1"/>
            <a:lstStyle/>
            <a:p>
              <a:pPr algn="ctr"/>
              <a:endParaRPr lang="id-ID" sz="3200"/>
            </a:p>
          </p:txBody>
        </p:sp>
        <p:sp>
          <p:nvSpPr>
            <p:cNvPr id="11" name="îSļíde"/>
            <p:cNvSpPr txBox="1"/>
            <p:nvPr/>
          </p:nvSpPr>
          <p:spPr bwMode="auto">
            <a:xfrm>
              <a:off x="9373906" y="3970401"/>
              <a:ext cx="1905200" cy="44180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bg1"/>
                  </a:solidFill>
                </a:rPr>
                <a:t>T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î$ḻïḓé"/>
            <p:cNvSpPr txBox="1"/>
            <p:nvPr/>
          </p:nvSpPr>
          <p:spPr bwMode="auto">
            <a:xfrm>
              <a:off x="9134112" y="4533073"/>
              <a:ext cx="2384788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3" name="îsliḑe"/>
            <p:cNvSpPr/>
            <p:nvPr/>
          </p:nvSpPr>
          <p:spPr bwMode="auto">
            <a:xfrm>
              <a:off x="9134112" y="4974877"/>
              <a:ext cx="2384788" cy="1164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4" name="íśḻîdê"/>
            <p:cNvSpPr/>
            <p:nvPr/>
          </p:nvSpPr>
          <p:spPr bwMode="auto">
            <a:xfrm>
              <a:off x="4349678" y="1138026"/>
              <a:ext cx="672307" cy="2784733"/>
            </a:xfrm>
            <a:custGeom>
              <a:avLst/>
              <a:gdLst>
                <a:gd name="T0" fmla="*/ 563 w 563"/>
                <a:gd name="T1" fmla="*/ 1247 h 2332"/>
                <a:gd name="T2" fmla="*/ 519 w 563"/>
                <a:gd name="T3" fmla="*/ 943 h 2332"/>
                <a:gd name="T4" fmla="*/ 519 w 563"/>
                <a:gd name="T5" fmla="*/ 723 h 2332"/>
                <a:gd name="T6" fmla="*/ 519 w 563"/>
                <a:gd name="T7" fmla="*/ 602 h 2332"/>
                <a:gd name="T8" fmla="*/ 475 w 563"/>
                <a:gd name="T9" fmla="*/ 404 h 2332"/>
                <a:gd name="T10" fmla="*/ 373 w 563"/>
                <a:gd name="T11" fmla="*/ 319 h 2332"/>
                <a:gd name="T12" fmla="*/ 351 w 563"/>
                <a:gd name="T13" fmla="*/ 283 h 2332"/>
                <a:gd name="T14" fmla="*/ 322 w 563"/>
                <a:gd name="T15" fmla="*/ 255 h 2332"/>
                <a:gd name="T16" fmla="*/ 307 w 563"/>
                <a:gd name="T17" fmla="*/ 262 h 2332"/>
                <a:gd name="T18" fmla="*/ 293 w 563"/>
                <a:gd name="T19" fmla="*/ 227 h 2332"/>
                <a:gd name="T20" fmla="*/ 293 w 563"/>
                <a:gd name="T21" fmla="*/ 191 h 2332"/>
                <a:gd name="T22" fmla="*/ 271 w 563"/>
                <a:gd name="T23" fmla="*/ 85 h 2332"/>
                <a:gd name="T24" fmla="*/ 190 w 563"/>
                <a:gd name="T25" fmla="*/ 14 h 2332"/>
                <a:gd name="T26" fmla="*/ 95 w 563"/>
                <a:gd name="T27" fmla="*/ 14 h 2332"/>
                <a:gd name="T28" fmla="*/ 30 w 563"/>
                <a:gd name="T29" fmla="*/ 71 h 2332"/>
                <a:gd name="T30" fmla="*/ 15 w 563"/>
                <a:gd name="T31" fmla="*/ 149 h 2332"/>
                <a:gd name="T32" fmla="*/ 30 w 563"/>
                <a:gd name="T33" fmla="*/ 198 h 2332"/>
                <a:gd name="T34" fmla="*/ 37 w 563"/>
                <a:gd name="T35" fmla="*/ 234 h 2332"/>
                <a:gd name="T36" fmla="*/ 51 w 563"/>
                <a:gd name="T37" fmla="*/ 248 h 2332"/>
                <a:gd name="T38" fmla="*/ 73 w 563"/>
                <a:gd name="T39" fmla="*/ 291 h 2332"/>
                <a:gd name="T40" fmla="*/ 103 w 563"/>
                <a:gd name="T41" fmla="*/ 333 h 2332"/>
                <a:gd name="T42" fmla="*/ 139 w 563"/>
                <a:gd name="T43" fmla="*/ 361 h 2332"/>
                <a:gd name="T44" fmla="*/ 190 w 563"/>
                <a:gd name="T45" fmla="*/ 361 h 2332"/>
                <a:gd name="T46" fmla="*/ 183 w 563"/>
                <a:gd name="T47" fmla="*/ 376 h 2332"/>
                <a:gd name="T48" fmla="*/ 183 w 563"/>
                <a:gd name="T49" fmla="*/ 383 h 2332"/>
                <a:gd name="T50" fmla="*/ 176 w 563"/>
                <a:gd name="T51" fmla="*/ 404 h 2332"/>
                <a:gd name="T52" fmla="*/ 176 w 563"/>
                <a:gd name="T53" fmla="*/ 411 h 2332"/>
                <a:gd name="T54" fmla="*/ 161 w 563"/>
                <a:gd name="T55" fmla="*/ 454 h 2332"/>
                <a:gd name="T56" fmla="*/ 103 w 563"/>
                <a:gd name="T57" fmla="*/ 702 h 2332"/>
                <a:gd name="T58" fmla="*/ 73 w 563"/>
                <a:gd name="T59" fmla="*/ 857 h 2332"/>
                <a:gd name="T60" fmla="*/ 51 w 563"/>
                <a:gd name="T61" fmla="*/ 971 h 2332"/>
                <a:gd name="T62" fmla="*/ 51 w 563"/>
                <a:gd name="T63" fmla="*/ 1013 h 2332"/>
                <a:gd name="T64" fmla="*/ 44 w 563"/>
                <a:gd name="T65" fmla="*/ 1233 h 2332"/>
                <a:gd name="T66" fmla="*/ 44 w 563"/>
                <a:gd name="T67" fmla="*/ 1304 h 2332"/>
                <a:gd name="T68" fmla="*/ 132 w 563"/>
                <a:gd name="T69" fmla="*/ 1318 h 2332"/>
                <a:gd name="T70" fmla="*/ 139 w 563"/>
                <a:gd name="T71" fmla="*/ 1318 h 2332"/>
                <a:gd name="T72" fmla="*/ 168 w 563"/>
                <a:gd name="T73" fmla="*/ 1672 h 2332"/>
                <a:gd name="T74" fmla="*/ 263 w 563"/>
                <a:gd name="T75" fmla="*/ 2062 h 2332"/>
                <a:gd name="T76" fmla="*/ 307 w 563"/>
                <a:gd name="T77" fmla="*/ 2154 h 2332"/>
                <a:gd name="T78" fmla="*/ 285 w 563"/>
                <a:gd name="T79" fmla="*/ 2197 h 2332"/>
                <a:gd name="T80" fmla="*/ 205 w 563"/>
                <a:gd name="T81" fmla="*/ 2239 h 2332"/>
                <a:gd name="T82" fmla="*/ 139 w 563"/>
                <a:gd name="T83" fmla="*/ 2261 h 2332"/>
                <a:gd name="T84" fmla="*/ 168 w 563"/>
                <a:gd name="T85" fmla="*/ 2289 h 2332"/>
                <a:gd name="T86" fmla="*/ 154 w 563"/>
                <a:gd name="T87" fmla="*/ 2303 h 2332"/>
                <a:gd name="T88" fmla="*/ 271 w 563"/>
                <a:gd name="T89" fmla="*/ 2332 h 2332"/>
                <a:gd name="T90" fmla="*/ 402 w 563"/>
                <a:gd name="T91" fmla="*/ 2310 h 2332"/>
                <a:gd name="T92" fmla="*/ 483 w 563"/>
                <a:gd name="T93" fmla="*/ 2317 h 2332"/>
                <a:gd name="T94" fmla="*/ 527 w 563"/>
                <a:gd name="T95" fmla="*/ 2239 h 2332"/>
                <a:gd name="T96" fmla="*/ 527 w 563"/>
                <a:gd name="T97" fmla="*/ 2133 h 2332"/>
                <a:gd name="T98" fmla="*/ 497 w 563"/>
                <a:gd name="T99" fmla="*/ 1991 h 2332"/>
                <a:gd name="T100" fmla="*/ 490 w 563"/>
                <a:gd name="T101" fmla="*/ 1750 h 2332"/>
                <a:gd name="T102" fmla="*/ 475 w 563"/>
                <a:gd name="T103" fmla="*/ 1488 h 2332"/>
                <a:gd name="T104" fmla="*/ 490 w 563"/>
                <a:gd name="T105" fmla="*/ 1283 h 2332"/>
                <a:gd name="T106" fmla="*/ 519 w 563"/>
                <a:gd name="T107" fmla="*/ 1247 h 2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63" h="2332">
                  <a:moveTo>
                    <a:pt x="519" y="1247"/>
                  </a:moveTo>
                  <a:lnTo>
                    <a:pt x="556" y="1247"/>
                  </a:lnTo>
                  <a:lnTo>
                    <a:pt x="563" y="1247"/>
                  </a:lnTo>
                  <a:lnTo>
                    <a:pt x="548" y="1183"/>
                  </a:lnTo>
                  <a:lnTo>
                    <a:pt x="534" y="1070"/>
                  </a:lnTo>
                  <a:lnTo>
                    <a:pt x="519" y="943"/>
                  </a:lnTo>
                  <a:lnTo>
                    <a:pt x="512" y="843"/>
                  </a:lnTo>
                  <a:lnTo>
                    <a:pt x="512" y="751"/>
                  </a:lnTo>
                  <a:lnTo>
                    <a:pt x="519" y="723"/>
                  </a:lnTo>
                  <a:lnTo>
                    <a:pt x="512" y="645"/>
                  </a:lnTo>
                  <a:lnTo>
                    <a:pt x="519" y="624"/>
                  </a:lnTo>
                  <a:lnTo>
                    <a:pt x="519" y="602"/>
                  </a:lnTo>
                  <a:lnTo>
                    <a:pt x="519" y="553"/>
                  </a:lnTo>
                  <a:lnTo>
                    <a:pt x="505" y="482"/>
                  </a:lnTo>
                  <a:lnTo>
                    <a:pt x="475" y="404"/>
                  </a:lnTo>
                  <a:lnTo>
                    <a:pt x="453" y="368"/>
                  </a:lnTo>
                  <a:lnTo>
                    <a:pt x="402" y="333"/>
                  </a:lnTo>
                  <a:lnTo>
                    <a:pt x="373" y="319"/>
                  </a:lnTo>
                  <a:lnTo>
                    <a:pt x="358" y="305"/>
                  </a:lnTo>
                  <a:lnTo>
                    <a:pt x="351" y="291"/>
                  </a:lnTo>
                  <a:lnTo>
                    <a:pt x="351" y="283"/>
                  </a:lnTo>
                  <a:lnTo>
                    <a:pt x="344" y="276"/>
                  </a:lnTo>
                  <a:lnTo>
                    <a:pt x="344" y="276"/>
                  </a:lnTo>
                  <a:lnTo>
                    <a:pt x="322" y="255"/>
                  </a:lnTo>
                  <a:lnTo>
                    <a:pt x="307" y="255"/>
                  </a:lnTo>
                  <a:lnTo>
                    <a:pt x="307" y="262"/>
                  </a:lnTo>
                  <a:lnTo>
                    <a:pt x="307" y="262"/>
                  </a:lnTo>
                  <a:lnTo>
                    <a:pt x="300" y="241"/>
                  </a:lnTo>
                  <a:lnTo>
                    <a:pt x="293" y="234"/>
                  </a:lnTo>
                  <a:lnTo>
                    <a:pt x="293" y="227"/>
                  </a:lnTo>
                  <a:lnTo>
                    <a:pt x="293" y="234"/>
                  </a:lnTo>
                  <a:lnTo>
                    <a:pt x="293" y="220"/>
                  </a:lnTo>
                  <a:lnTo>
                    <a:pt x="293" y="191"/>
                  </a:lnTo>
                  <a:lnTo>
                    <a:pt x="293" y="142"/>
                  </a:lnTo>
                  <a:lnTo>
                    <a:pt x="285" y="113"/>
                  </a:lnTo>
                  <a:lnTo>
                    <a:pt x="271" y="85"/>
                  </a:lnTo>
                  <a:lnTo>
                    <a:pt x="249" y="64"/>
                  </a:lnTo>
                  <a:lnTo>
                    <a:pt x="220" y="28"/>
                  </a:lnTo>
                  <a:lnTo>
                    <a:pt x="190" y="14"/>
                  </a:lnTo>
                  <a:lnTo>
                    <a:pt x="154" y="0"/>
                  </a:lnTo>
                  <a:lnTo>
                    <a:pt x="117" y="7"/>
                  </a:lnTo>
                  <a:lnTo>
                    <a:pt x="95" y="14"/>
                  </a:lnTo>
                  <a:lnTo>
                    <a:pt x="73" y="28"/>
                  </a:lnTo>
                  <a:lnTo>
                    <a:pt x="44" y="43"/>
                  </a:lnTo>
                  <a:lnTo>
                    <a:pt x="30" y="71"/>
                  </a:lnTo>
                  <a:lnTo>
                    <a:pt x="8" y="106"/>
                  </a:lnTo>
                  <a:lnTo>
                    <a:pt x="0" y="128"/>
                  </a:lnTo>
                  <a:lnTo>
                    <a:pt x="15" y="149"/>
                  </a:lnTo>
                  <a:lnTo>
                    <a:pt x="15" y="156"/>
                  </a:lnTo>
                  <a:lnTo>
                    <a:pt x="22" y="184"/>
                  </a:lnTo>
                  <a:lnTo>
                    <a:pt x="30" y="198"/>
                  </a:lnTo>
                  <a:lnTo>
                    <a:pt x="30" y="213"/>
                  </a:lnTo>
                  <a:lnTo>
                    <a:pt x="30" y="227"/>
                  </a:lnTo>
                  <a:lnTo>
                    <a:pt x="37" y="234"/>
                  </a:lnTo>
                  <a:lnTo>
                    <a:pt x="37" y="234"/>
                  </a:lnTo>
                  <a:lnTo>
                    <a:pt x="44" y="248"/>
                  </a:lnTo>
                  <a:lnTo>
                    <a:pt x="51" y="248"/>
                  </a:lnTo>
                  <a:lnTo>
                    <a:pt x="51" y="269"/>
                  </a:lnTo>
                  <a:lnTo>
                    <a:pt x="59" y="276"/>
                  </a:lnTo>
                  <a:lnTo>
                    <a:pt x="73" y="291"/>
                  </a:lnTo>
                  <a:lnTo>
                    <a:pt x="88" y="305"/>
                  </a:lnTo>
                  <a:lnTo>
                    <a:pt x="95" y="319"/>
                  </a:lnTo>
                  <a:lnTo>
                    <a:pt x="103" y="333"/>
                  </a:lnTo>
                  <a:lnTo>
                    <a:pt x="117" y="333"/>
                  </a:lnTo>
                  <a:lnTo>
                    <a:pt x="125" y="354"/>
                  </a:lnTo>
                  <a:lnTo>
                    <a:pt x="139" y="361"/>
                  </a:lnTo>
                  <a:lnTo>
                    <a:pt x="161" y="361"/>
                  </a:lnTo>
                  <a:lnTo>
                    <a:pt x="183" y="354"/>
                  </a:lnTo>
                  <a:lnTo>
                    <a:pt x="190" y="361"/>
                  </a:lnTo>
                  <a:lnTo>
                    <a:pt x="190" y="361"/>
                  </a:lnTo>
                  <a:lnTo>
                    <a:pt x="190" y="361"/>
                  </a:lnTo>
                  <a:lnTo>
                    <a:pt x="183" y="376"/>
                  </a:lnTo>
                  <a:lnTo>
                    <a:pt x="176" y="390"/>
                  </a:lnTo>
                  <a:lnTo>
                    <a:pt x="176" y="404"/>
                  </a:lnTo>
                  <a:lnTo>
                    <a:pt x="183" y="383"/>
                  </a:lnTo>
                  <a:lnTo>
                    <a:pt x="183" y="383"/>
                  </a:lnTo>
                  <a:lnTo>
                    <a:pt x="183" y="383"/>
                  </a:lnTo>
                  <a:lnTo>
                    <a:pt x="176" y="404"/>
                  </a:lnTo>
                  <a:lnTo>
                    <a:pt x="176" y="404"/>
                  </a:lnTo>
                  <a:lnTo>
                    <a:pt x="176" y="404"/>
                  </a:lnTo>
                  <a:lnTo>
                    <a:pt x="176" y="411"/>
                  </a:lnTo>
                  <a:lnTo>
                    <a:pt x="168" y="439"/>
                  </a:lnTo>
                  <a:lnTo>
                    <a:pt x="168" y="446"/>
                  </a:lnTo>
                  <a:lnTo>
                    <a:pt x="161" y="454"/>
                  </a:lnTo>
                  <a:lnTo>
                    <a:pt x="139" y="517"/>
                  </a:lnTo>
                  <a:lnTo>
                    <a:pt x="125" y="595"/>
                  </a:lnTo>
                  <a:lnTo>
                    <a:pt x="103" y="702"/>
                  </a:lnTo>
                  <a:lnTo>
                    <a:pt x="95" y="744"/>
                  </a:lnTo>
                  <a:lnTo>
                    <a:pt x="103" y="716"/>
                  </a:lnTo>
                  <a:lnTo>
                    <a:pt x="73" y="857"/>
                  </a:lnTo>
                  <a:lnTo>
                    <a:pt x="59" y="921"/>
                  </a:lnTo>
                  <a:lnTo>
                    <a:pt x="51" y="964"/>
                  </a:lnTo>
                  <a:lnTo>
                    <a:pt x="51" y="971"/>
                  </a:lnTo>
                  <a:lnTo>
                    <a:pt x="51" y="978"/>
                  </a:lnTo>
                  <a:lnTo>
                    <a:pt x="51" y="971"/>
                  </a:lnTo>
                  <a:lnTo>
                    <a:pt x="51" y="1013"/>
                  </a:lnTo>
                  <a:lnTo>
                    <a:pt x="59" y="1063"/>
                  </a:lnTo>
                  <a:lnTo>
                    <a:pt x="51" y="1155"/>
                  </a:lnTo>
                  <a:lnTo>
                    <a:pt x="44" y="1233"/>
                  </a:lnTo>
                  <a:lnTo>
                    <a:pt x="37" y="1304"/>
                  </a:lnTo>
                  <a:lnTo>
                    <a:pt x="37" y="1304"/>
                  </a:lnTo>
                  <a:lnTo>
                    <a:pt x="44" y="1304"/>
                  </a:lnTo>
                  <a:lnTo>
                    <a:pt x="59" y="1311"/>
                  </a:lnTo>
                  <a:lnTo>
                    <a:pt x="88" y="1318"/>
                  </a:lnTo>
                  <a:lnTo>
                    <a:pt x="132" y="1318"/>
                  </a:lnTo>
                  <a:lnTo>
                    <a:pt x="256" y="1318"/>
                  </a:lnTo>
                  <a:lnTo>
                    <a:pt x="256" y="1318"/>
                  </a:lnTo>
                  <a:lnTo>
                    <a:pt x="139" y="1318"/>
                  </a:lnTo>
                  <a:lnTo>
                    <a:pt x="132" y="1361"/>
                  </a:lnTo>
                  <a:lnTo>
                    <a:pt x="154" y="1502"/>
                  </a:lnTo>
                  <a:lnTo>
                    <a:pt x="168" y="1672"/>
                  </a:lnTo>
                  <a:lnTo>
                    <a:pt x="198" y="1807"/>
                  </a:lnTo>
                  <a:lnTo>
                    <a:pt x="212" y="1913"/>
                  </a:lnTo>
                  <a:lnTo>
                    <a:pt x="263" y="2062"/>
                  </a:lnTo>
                  <a:lnTo>
                    <a:pt x="293" y="2126"/>
                  </a:lnTo>
                  <a:lnTo>
                    <a:pt x="307" y="2133"/>
                  </a:lnTo>
                  <a:lnTo>
                    <a:pt x="307" y="2154"/>
                  </a:lnTo>
                  <a:lnTo>
                    <a:pt x="293" y="2183"/>
                  </a:lnTo>
                  <a:lnTo>
                    <a:pt x="300" y="2190"/>
                  </a:lnTo>
                  <a:lnTo>
                    <a:pt x="285" y="2197"/>
                  </a:lnTo>
                  <a:lnTo>
                    <a:pt x="256" y="2225"/>
                  </a:lnTo>
                  <a:lnTo>
                    <a:pt x="227" y="2239"/>
                  </a:lnTo>
                  <a:lnTo>
                    <a:pt x="205" y="2239"/>
                  </a:lnTo>
                  <a:lnTo>
                    <a:pt x="168" y="2239"/>
                  </a:lnTo>
                  <a:lnTo>
                    <a:pt x="154" y="2254"/>
                  </a:lnTo>
                  <a:lnTo>
                    <a:pt x="139" y="2261"/>
                  </a:lnTo>
                  <a:lnTo>
                    <a:pt x="139" y="2268"/>
                  </a:lnTo>
                  <a:lnTo>
                    <a:pt x="139" y="2275"/>
                  </a:lnTo>
                  <a:lnTo>
                    <a:pt x="168" y="2289"/>
                  </a:lnTo>
                  <a:lnTo>
                    <a:pt x="161" y="2296"/>
                  </a:lnTo>
                  <a:lnTo>
                    <a:pt x="161" y="2296"/>
                  </a:lnTo>
                  <a:lnTo>
                    <a:pt x="154" y="2303"/>
                  </a:lnTo>
                  <a:lnTo>
                    <a:pt x="154" y="2317"/>
                  </a:lnTo>
                  <a:lnTo>
                    <a:pt x="190" y="2324"/>
                  </a:lnTo>
                  <a:lnTo>
                    <a:pt x="271" y="2332"/>
                  </a:lnTo>
                  <a:lnTo>
                    <a:pt x="358" y="2332"/>
                  </a:lnTo>
                  <a:lnTo>
                    <a:pt x="388" y="2317"/>
                  </a:lnTo>
                  <a:lnTo>
                    <a:pt x="402" y="2310"/>
                  </a:lnTo>
                  <a:lnTo>
                    <a:pt x="417" y="2317"/>
                  </a:lnTo>
                  <a:lnTo>
                    <a:pt x="432" y="2324"/>
                  </a:lnTo>
                  <a:lnTo>
                    <a:pt x="483" y="2317"/>
                  </a:lnTo>
                  <a:lnTo>
                    <a:pt x="505" y="2303"/>
                  </a:lnTo>
                  <a:lnTo>
                    <a:pt x="519" y="2254"/>
                  </a:lnTo>
                  <a:lnTo>
                    <a:pt x="527" y="2239"/>
                  </a:lnTo>
                  <a:lnTo>
                    <a:pt x="527" y="2239"/>
                  </a:lnTo>
                  <a:lnTo>
                    <a:pt x="527" y="2190"/>
                  </a:lnTo>
                  <a:lnTo>
                    <a:pt x="527" y="2133"/>
                  </a:lnTo>
                  <a:lnTo>
                    <a:pt x="512" y="2084"/>
                  </a:lnTo>
                  <a:lnTo>
                    <a:pt x="519" y="2062"/>
                  </a:lnTo>
                  <a:lnTo>
                    <a:pt x="497" y="1991"/>
                  </a:lnTo>
                  <a:lnTo>
                    <a:pt x="512" y="1935"/>
                  </a:lnTo>
                  <a:lnTo>
                    <a:pt x="497" y="1821"/>
                  </a:lnTo>
                  <a:lnTo>
                    <a:pt x="490" y="1750"/>
                  </a:lnTo>
                  <a:lnTo>
                    <a:pt x="483" y="1694"/>
                  </a:lnTo>
                  <a:lnTo>
                    <a:pt x="475" y="1552"/>
                  </a:lnTo>
                  <a:lnTo>
                    <a:pt x="475" y="1488"/>
                  </a:lnTo>
                  <a:lnTo>
                    <a:pt x="490" y="1424"/>
                  </a:lnTo>
                  <a:lnTo>
                    <a:pt x="490" y="1318"/>
                  </a:lnTo>
                  <a:lnTo>
                    <a:pt x="490" y="1283"/>
                  </a:lnTo>
                  <a:lnTo>
                    <a:pt x="439" y="1304"/>
                  </a:lnTo>
                  <a:lnTo>
                    <a:pt x="519" y="1276"/>
                  </a:lnTo>
                  <a:lnTo>
                    <a:pt x="519" y="124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6000"/>
                </a:prstClr>
              </a:outerShdw>
            </a:effectLst>
          </p:spPr>
          <p:txBody>
            <a:bodyPr vert="horz" wrap="square" lIns="162560" tIns="81280" rIns="162560" bIns="81280" numCol="1" anchor="t" anchorCtr="0" compatLnSpc="1"/>
            <a:lstStyle/>
            <a:p>
              <a:pPr algn="ctr"/>
              <a:endParaRPr lang="id-ID" sz="3200"/>
            </a:p>
          </p:txBody>
        </p:sp>
        <p:sp>
          <p:nvSpPr>
            <p:cNvPr id="15" name="ïšliḍè"/>
            <p:cNvSpPr txBox="1"/>
            <p:nvPr/>
          </p:nvSpPr>
          <p:spPr bwMode="auto">
            <a:xfrm>
              <a:off x="3733231" y="3970401"/>
              <a:ext cx="1905200" cy="44180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bg1"/>
                  </a:solidFill>
                </a:rPr>
                <a:t>W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išḻïďè"/>
            <p:cNvSpPr txBox="1"/>
            <p:nvPr/>
          </p:nvSpPr>
          <p:spPr bwMode="auto">
            <a:xfrm>
              <a:off x="3493437" y="4533073"/>
              <a:ext cx="2384788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7" name="ïśľîḑè"/>
            <p:cNvSpPr/>
            <p:nvPr/>
          </p:nvSpPr>
          <p:spPr bwMode="auto">
            <a:xfrm>
              <a:off x="3493437" y="4974877"/>
              <a:ext cx="2384788" cy="1164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8" name="iSḻíḑê"/>
            <p:cNvSpPr/>
            <p:nvPr/>
          </p:nvSpPr>
          <p:spPr bwMode="auto">
            <a:xfrm>
              <a:off x="7151134" y="1138026"/>
              <a:ext cx="710068" cy="2784733"/>
            </a:xfrm>
            <a:custGeom>
              <a:avLst/>
              <a:gdLst>
                <a:gd name="T0" fmla="*/ 556 w 592"/>
                <a:gd name="T1" fmla="*/ 422 h 2332"/>
                <a:gd name="T2" fmla="*/ 463 w 592"/>
                <a:gd name="T3" fmla="*/ 340 h 2332"/>
                <a:gd name="T4" fmla="*/ 443 w 592"/>
                <a:gd name="T5" fmla="*/ 286 h 2332"/>
                <a:gd name="T6" fmla="*/ 465 w 592"/>
                <a:gd name="T7" fmla="*/ 223 h 2332"/>
                <a:gd name="T8" fmla="*/ 398 w 592"/>
                <a:gd name="T9" fmla="*/ 18 h 2332"/>
                <a:gd name="T10" fmla="*/ 390 w 592"/>
                <a:gd name="T11" fmla="*/ 12 h 2332"/>
                <a:gd name="T12" fmla="*/ 322 w 592"/>
                <a:gd name="T13" fmla="*/ 0 h 2332"/>
                <a:gd name="T14" fmla="*/ 189 w 592"/>
                <a:gd name="T15" fmla="*/ 79 h 2332"/>
                <a:gd name="T16" fmla="*/ 206 w 592"/>
                <a:gd name="T17" fmla="*/ 92 h 2332"/>
                <a:gd name="T18" fmla="*/ 201 w 592"/>
                <a:gd name="T19" fmla="*/ 210 h 2332"/>
                <a:gd name="T20" fmla="*/ 202 w 592"/>
                <a:gd name="T21" fmla="*/ 262 h 2332"/>
                <a:gd name="T22" fmla="*/ 111 w 592"/>
                <a:gd name="T23" fmla="*/ 332 h 2332"/>
                <a:gd name="T24" fmla="*/ 65 w 592"/>
                <a:gd name="T25" fmla="*/ 494 h 2332"/>
                <a:gd name="T26" fmla="*/ 52 w 592"/>
                <a:gd name="T27" fmla="*/ 521 h 2332"/>
                <a:gd name="T28" fmla="*/ 13 w 592"/>
                <a:gd name="T29" fmla="*/ 778 h 2332"/>
                <a:gd name="T30" fmla="*/ 86 w 592"/>
                <a:gd name="T31" fmla="*/ 846 h 2332"/>
                <a:gd name="T32" fmla="*/ 90 w 592"/>
                <a:gd name="T33" fmla="*/ 1054 h 2332"/>
                <a:gd name="T34" fmla="*/ 124 w 592"/>
                <a:gd name="T35" fmla="*/ 1245 h 2332"/>
                <a:gd name="T36" fmla="*/ 195 w 592"/>
                <a:gd name="T37" fmla="*/ 1920 h 2332"/>
                <a:gd name="T38" fmla="*/ 203 w 592"/>
                <a:gd name="T39" fmla="*/ 2029 h 2332"/>
                <a:gd name="T40" fmla="*/ 147 w 592"/>
                <a:gd name="T41" fmla="*/ 2144 h 2332"/>
                <a:gd name="T42" fmla="*/ 195 w 592"/>
                <a:gd name="T43" fmla="*/ 2217 h 2332"/>
                <a:gd name="T44" fmla="*/ 297 w 592"/>
                <a:gd name="T45" fmla="*/ 2212 h 2332"/>
                <a:gd name="T46" fmla="*/ 315 w 592"/>
                <a:gd name="T47" fmla="*/ 2229 h 2332"/>
                <a:gd name="T48" fmla="*/ 267 w 592"/>
                <a:gd name="T49" fmla="*/ 2266 h 2332"/>
                <a:gd name="T50" fmla="*/ 355 w 592"/>
                <a:gd name="T51" fmla="*/ 2330 h 2332"/>
                <a:gd name="T52" fmla="*/ 531 w 592"/>
                <a:gd name="T53" fmla="*/ 2277 h 2332"/>
                <a:gd name="T54" fmla="*/ 545 w 592"/>
                <a:gd name="T55" fmla="*/ 2157 h 2332"/>
                <a:gd name="T56" fmla="*/ 527 w 592"/>
                <a:gd name="T57" fmla="*/ 1629 h 2332"/>
                <a:gd name="T58" fmla="*/ 491 w 592"/>
                <a:gd name="T59" fmla="*/ 1517 h 2332"/>
                <a:gd name="T60" fmla="*/ 494 w 592"/>
                <a:gd name="T61" fmla="*/ 1408 h 2332"/>
                <a:gd name="T62" fmla="*/ 487 w 592"/>
                <a:gd name="T63" fmla="*/ 1324 h 2332"/>
                <a:gd name="T64" fmla="*/ 517 w 592"/>
                <a:gd name="T65" fmla="*/ 1126 h 2332"/>
                <a:gd name="T66" fmla="*/ 503 w 592"/>
                <a:gd name="T67" fmla="*/ 988 h 2332"/>
                <a:gd name="T68" fmla="*/ 510 w 592"/>
                <a:gd name="T69" fmla="*/ 908 h 2332"/>
                <a:gd name="T70" fmla="*/ 539 w 592"/>
                <a:gd name="T71" fmla="*/ 754 h 2332"/>
                <a:gd name="T72" fmla="*/ 592 w 592"/>
                <a:gd name="T73" fmla="*/ 630 h 2332"/>
                <a:gd name="T74" fmla="*/ 222 w 592"/>
                <a:gd name="T75" fmla="*/ 401 h 2332"/>
                <a:gd name="T76" fmla="*/ 155 w 592"/>
                <a:gd name="T77" fmla="*/ 469 h 2332"/>
                <a:gd name="T78" fmla="*/ 128 w 592"/>
                <a:gd name="T79" fmla="*/ 500 h 2332"/>
                <a:gd name="T80" fmla="*/ 175 w 592"/>
                <a:gd name="T81" fmla="*/ 422 h 2332"/>
                <a:gd name="T82" fmla="*/ 216 w 592"/>
                <a:gd name="T83" fmla="*/ 381 h 2332"/>
                <a:gd name="T84" fmla="*/ 235 w 592"/>
                <a:gd name="T85" fmla="*/ 362 h 2332"/>
                <a:gd name="T86" fmla="*/ 279 w 592"/>
                <a:gd name="T87" fmla="*/ 364 h 2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92" h="2332">
                  <a:moveTo>
                    <a:pt x="592" y="630"/>
                  </a:moveTo>
                  <a:cubicBezTo>
                    <a:pt x="591" y="574"/>
                    <a:pt x="589" y="534"/>
                    <a:pt x="586" y="511"/>
                  </a:cubicBezTo>
                  <a:cubicBezTo>
                    <a:pt x="582" y="472"/>
                    <a:pt x="572" y="443"/>
                    <a:pt x="556" y="422"/>
                  </a:cubicBezTo>
                  <a:cubicBezTo>
                    <a:pt x="553" y="418"/>
                    <a:pt x="547" y="412"/>
                    <a:pt x="539" y="406"/>
                  </a:cubicBezTo>
                  <a:cubicBezTo>
                    <a:pt x="529" y="397"/>
                    <a:pt x="523" y="391"/>
                    <a:pt x="520" y="388"/>
                  </a:cubicBezTo>
                  <a:cubicBezTo>
                    <a:pt x="497" y="365"/>
                    <a:pt x="478" y="349"/>
                    <a:pt x="463" y="340"/>
                  </a:cubicBezTo>
                  <a:cubicBezTo>
                    <a:pt x="463" y="336"/>
                    <a:pt x="460" y="328"/>
                    <a:pt x="454" y="318"/>
                  </a:cubicBezTo>
                  <a:cubicBezTo>
                    <a:pt x="454" y="317"/>
                    <a:pt x="453" y="316"/>
                    <a:pt x="453" y="315"/>
                  </a:cubicBezTo>
                  <a:cubicBezTo>
                    <a:pt x="447" y="303"/>
                    <a:pt x="443" y="293"/>
                    <a:pt x="443" y="286"/>
                  </a:cubicBezTo>
                  <a:cubicBezTo>
                    <a:pt x="441" y="284"/>
                    <a:pt x="439" y="284"/>
                    <a:pt x="436" y="284"/>
                  </a:cubicBezTo>
                  <a:cubicBezTo>
                    <a:pt x="434" y="284"/>
                    <a:pt x="431" y="283"/>
                    <a:pt x="427" y="283"/>
                  </a:cubicBezTo>
                  <a:cubicBezTo>
                    <a:pt x="444" y="271"/>
                    <a:pt x="456" y="251"/>
                    <a:pt x="465" y="223"/>
                  </a:cubicBezTo>
                  <a:cubicBezTo>
                    <a:pt x="473" y="196"/>
                    <a:pt x="476" y="168"/>
                    <a:pt x="474" y="138"/>
                  </a:cubicBezTo>
                  <a:cubicBezTo>
                    <a:pt x="472" y="107"/>
                    <a:pt x="465" y="80"/>
                    <a:pt x="453" y="60"/>
                  </a:cubicBezTo>
                  <a:cubicBezTo>
                    <a:pt x="439" y="36"/>
                    <a:pt x="421" y="22"/>
                    <a:pt x="398" y="18"/>
                  </a:cubicBezTo>
                  <a:cubicBezTo>
                    <a:pt x="395" y="18"/>
                    <a:pt x="395" y="16"/>
                    <a:pt x="397" y="14"/>
                  </a:cubicBezTo>
                  <a:cubicBezTo>
                    <a:pt x="398" y="12"/>
                    <a:pt x="398" y="11"/>
                    <a:pt x="396" y="11"/>
                  </a:cubicBezTo>
                  <a:cubicBezTo>
                    <a:pt x="393" y="10"/>
                    <a:pt x="391" y="10"/>
                    <a:pt x="390" y="12"/>
                  </a:cubicBezTo>
                  <a:cubicBezTo>
                    <a:pt x="389" y="14"/>
                    <a:pt x="388" y="16"/>
                    <a:pt x="387" y="16"/>
                  </a:cubicBezTo>
                  <a:cubicBezTo>
                    <a:pt x="383" y="11"/>
                    <a:pt x="374" y="7"/>
                    <a:pt x="359" y="4"/>
                  </a:cubicBezTo>
                  <a:cubicBezTo>
                    <a:pt x="346" y="1"/>
                    <a:pt x="333" y="0"/>
                    <a:pt x="322" y="0"/>
                  </a:cubicBezTo>
                  <a:cubicBezTo>
                    <a:pt x="301" y="3"/>
                    <a:pt x="277" y="12"/>
                    <a:pt x="249" y="28"/>
                  </a:cubicBezTo>
                  <a:cubicBezTo>
                    <a:pt x="234" y="37"/>
                    <a:pt x="214" y="49"/>
                    <a:pt x="189" y="64"/>
                  </a:cubicBezTo>
                  <a:cubicBezTo>
                    <a:pt x="191" y="69"/>
                    <a:pt x="190" y="74"/>
                    <a:pt x="189" y="79"/>
                  </a:cubicBezTo>
                  <a:cubicBezTo>
                    <a:pt x="187" y="82"/>
                    <a:pt x="185" y="86"/>
                    <a:pt x="183" y="94"/>
                  </a:cubicBezTo>
                  <a:cubicBezTo>
                    <a:pt x="188" y="95"/>
                    <a:pt x="193" y="95"/>
                    <a:pt x="197" y="94"/>
                  </a:cubicBezTo>
                  <a:cubicBezTo>
                    <a:pt x="202" y="92"/>
                    <a:pt x="205" y="92"/>
                    <a:pt x="206" y="92"/>
                  </a:cubicBezTo>
                  <a:cubicBezTo>
                    <a:pt x="204" y="100"/>
                    <a:pt x="200" y="113"/>
                    <a:pt x="194" y="130"/>
                  </a:cubicBezTo>
                  <a:cubicBezTo>
                    <a:pt x="190" y="144"/>
                    <a:pt x="189" y="160"/>
                    <a:pt x="189" y="174"/>
                  </a:cubicBezTo>
                  <a:cubicBezTo>
                    <a:pt x="203" y="182"/>
                    <a:pt x="207" y="194"/>
                    <a:pt x="201" y="210"/>
                  </a:cubicBezTo>
                  <a:cubicBezTo>
                    <a:pt x="198" y="219"/>
                    <a:pt x="191" y="233"/>
                    <a:pt x="181" y="252"/>
                  </a:cubicBezTo>
                  <a:cubicBezTo>
                    <a:pt x="181" y="256"/>
                    <a:pt x="184" y="258"/>
                    <a:pt x="189" y="260"/>
                  </a:cubicBezTo>
                  <a:cubicBezTo>
                    <a:pt x="191" y="261"/>
                    <a:pt x="195" y="262"/>
                    <a:pt x="202" y="262"/>
                  </a:cubicBezTo>
                  <a:cubicBezTo>
                    <a:pt x="202" y="274"/>
                    <a:pt x="203" y="283"/>
                    <a:pt x="205" y="290"/>
                  </a:cubicBezTo>
                  <a:cubicBezTo>
                    <a:pt x="207" y="294"/>
                    <a:pt x="211" y="300"/>
                    <a:pt x="217" y="308"/>
                  </a:cubicBezTo>
                  <a:cubicBezTo>
                    <a:pt x="180" y="300"/>
                    <a:pt x="145" y="308"/>
                    <a:pt x="111" y="332"/>
                  </a:cubicBezTo>
                  <a:cubicBezTo>
                    <a:pt x="107" y="344"/>
                    <a:pt x="101" y="367"/>
                    <a:pt x="95" y="402"/>
                  </a:cubicBezTo>
                  <a:cubicBezTo>
                    <a:pt x="89" y="436"/>
                    <a:pt x="82" y="460"/>
                    <a:pt x="75" y="475"/>
                  </a:cubicBezTo>
                  <a:cubicBezTo>
                    <a:pt x="73" y="479"/>
                    <a:pt x="70" y="485"/>
                    <a:pt x="65" y="494"/>
                  </a:cubicBezTo>
                  <a:cubicBezTo>
                    <a:pt x="63" y="498"/>
                    <a:pt x="61" y="501"/>
                    <a:pt x="59" y="504"/>
                  </a:cubicBezTo>
                  <a:cubicBezTo>
                    <a:pt x="57" y="508"/>
                    <a:pt x="55" y="512"/>
                    <a:pt x="54" y="515"/>
                  </a:cubicBezTo>
                  <a:cubicBezTo>
                    <a:pt x="53" y="517"/>
                    <a:pt x="53" y="519"/>
                    <a:pt x="52" y="521"/>
                  </a:cubicBezTo>
                  <a:cubicBezTo>
                    <a:pt x="36" y="559"/>
                    <a:pt x="26" y="582"/>
                    <a:pt x="23" y="592"/>
                  </a:cubicBezTo>
                  <a:cubicBezTo>
                    <a:pt x="12" y="622"/>
                    <a:pt x="5" y="650"/>
                    <a:pt x="3" y="676"/>
                  </a:cubicBezTo>
                  <a:cubicBezTo>
                    <a:pt x="0" y="718"/>
                    <a:pt x="4" y="753"/>
                    <a:pt x="13" y="778"/>
                  </a:cubicBezTo>
                  <a:cubicBezTo>
                    <a:pt x="27" y="812"/>
                    <a:pt x="51" y="826"/>
                    <a:pt x="86" y="820"/>
                  </a:cubicBezTo>
                  <a:cubicBezTo>
                    <a:pt x="88" y="822"/>
                    <a:pt x="89" y="827"/>
                    <a:pt x="88" y="832"/>
                  </a:cubicBezTo>
                  <a:cubicBezTo>
                    <a:pt x="87" y="836"/>
                    <a:pt x="87" y="840"/>
                    <a:pt x="86" y="846"/>
                  </a:cubicBezTo>
                  <a:cubicBezTo>
                    <a:pt x="89" y="846"/>
                    <a:pt x="93" y="848"/>
                    <a:pt x="99" y="849"/>
                  </a:cubicBezTo>
                  <a:cubicBezTo>
                    <a:pt x="104" y="850"/>
                    <a:pt x="108" y="851"/>
                    <a:pt x="111" y="851"/>
                  </a:cubicBezTo>
                  <a:cubicBezTo>
                    <a:pt x="109" y="883"/>
                    <a:pt x="102" y="951"/>
                    <a:pt x="90" y="1054"/>
                  </a:cubicBezTo>
                  <a:cubicBezTo>
                    <a:pt x="80" y="1138"/>
                    <a:pt x="75" y="1205"/>
                    <a:pt x="77" y="1256"/>
                  </a:cubicBezTo>
                  <a:cubicBezTo>
                    <a:pt x="82" y="1253"/>
                    <a:pt x="89" y="1251"/>
                    <a:pt x="100" y="1250"/>
                  </a:cubicBezTo>
                  <a:cubicBezTo>
                    <a:pt x="112" y="1248"/>
                    <a:pt x="120" y="1246"/>
                    <a:pt x="124" y="1245"/>
                  </a:cubicBezTo>
                  <a:cubicBezTo>
                    <a:pt x="128" y="1310"/>
                    <a:pt x="134" y="1412"/>
                    <a:pt x="142" y="1551"/>
                  </a:cubicBezTo>
                  <a:cubicBezTo>
                    <a:pt x="150" y="1674"/>
                    <a:pt x="161" y="1773"/>
                    <a:pt x="175" y="1846"/>
                  </a:cubicBezTo>
                  <a:cubicBezTo>
                    <a:pt x="177" y="1862"/>
                    <a:pt x="185" y="1886"/>
                    <a:pt x="195" y="1920"/>
                  </a:cubicBezTo>
                  <a:cubicBezTo>
                    <a:pt x="198" y="1930"/>
                    <a:pt x="202" y="1943"/>
                    <a:pt x="208" y="1962"/>
                  </a:cubicBezTo>
                  <a:cubicBezTo>
                    <a:pt x="213" y="1977"/>
                    <a:pt x="215" y="1988"/>
                    <a:pt x="215" y="1994"/>
                  </a:cubicBezTo>
                  <a:cubicBezTo>
                    <a:pt x="215" y="1996"/>
                    <a:pt x="211" y="2008"/>
                    <a:pt x="203" y="2029"/>
                  </a:cubicBezTo>
                  <a:cubicBezTo>
                    <a:pt x="198" y="2043"/>
                    <a:pt x="200" y="2054"/>
                    <a:pt x="208" y="2062"/>
                  </a:cubicBezTo>
                  <a:cubicBezTo>
                    <a:pt x="204" y="2072"/>
                    <a:pt x="193" y="2086"/>
                    <a:pt x="176" y="2103"/>
                  </a:cubicBezTo>
                  <a:cubicBezTo>
                    <a:pt x="159" y="2120"/>
                    <a:pt x="150" y="2133"/>
                    <a:pt x="147" y="2144"/>
                  </a:cubicBezTo>
                  <a:cubicBezTo>
                    <a:pt x="132" y="2155"/>
                    <a:pt x="107" y="2160"/>
                    <a:pt x="73" y="2160"/>
                  </a:cubicBezTo>
                  <a:cubicBezTo>
                    <a:pt x="35" y="2176"/>
                    <a:pt x="45" y="2198"/>
                    <a:pt x="103" y="2226"/>
                  </a:cubicBezTo>
                  <a:cubicBezTo>
                    <a:pt x="131" y="2229"/>
                    <a:pt x="161" y="2226"/>
                    <a:pt x="195" y="2217"/>
                  </a:cubicBezTo>
                  <a:cubicBezTo>
                    <a:pt x="250" y="2202"/>
                    <a:pt x="277" y="2194"/>
                    <a:pt x="278" y="2194"/>
                  </a:cubicBezTo>
                  <a:cubicBezTo>
                    <a:pt x="281" y="2195"/>
                    <a:pt x="285" y="2198"/>
                    <a:pt x="288" y="2202"/>
                  </a:cubicBezTo>
                  <a:cubicBezTo>
                    <a:pt x="291" y="2208"/>
                    <a:pt x="294" y="2211"/>
                    <a:pt x="297" y="2212"/>
                  </a:cubicBezTo>
                  <a:cubicBezTo>
                    <a:pt x="300" y="2212"/>
                    <a:pt x="305" y="2211"/>
                    <a:pt x="313" y="2210"/>
                  </a:cubicBezTo>
                  <a:cubicBezTo>
                    <a:pt x="319" y="2209"/>
                    <a:pt x="324" y="2209"/>
                    <a:pt x="329" y="2209"/>
                  </a:cubicBezTo>
                  <a:cubicBezTo>
                    <a:pt x="325" y="2213"/>
                    <a:pt x="321" y="2219"/>
                    <a:pt x="315" y="2229"/>
                  </a:cubicBezTo>
                  <a:cubicBezTo>
                    <a:pt x="309" y="2238"/>
                    <a:pt x="304" y="2245"/>
                    <a:pt x="299" y="2249"/>
                  </a:cubicBezTo>
                  <a:cubicBezTo>
                    <a:pt x="296" y="2252"/>
                    <a:pt x="291" y="2255"/>
                    <a:pt x="283" y="2258"/>
                  </a:cubicBezTo>
                  <a:cubicBezTo>
                    <a:pt x="275" y="2261"/>
                    <a:pt x="270" y="2264"/>
                    <a:pt x="267" y="2266"/>
                  </a:cubicBezTo>
                  <a:cubicBezTo>
                    <a:pt x="264" y="2269"/>
                    <a:pt x="259" y="2275"/>
                    <a:pt x="253" y="2285"/>
                  </a:cubicBezTo>
                  <a:cubicBezTo>
                    <a:pt x="248" y="2292"/>
                    <a:pt x="247" y="2299"/>
                    <a:pt x="252" y="2304"/>
                  </a:cubicBezTo>
                  <a:cubicBezTo>
                    <a:pt x="268" y="2324"/>
                    <a:pt x="303" y="2332"/>
                    <a:pt x="355" y="2330"/>
                  </a:cubicBezTo>
                  <a:cubicBezTo>
                    <a:pt x="406" y="2326"/>
                    <a:pt x="443" y="2314"/>
                    <a:pt x="467" y="2292"/>
                  </a:cubicBezTo>
                  <a:cubicBezTo>
                    <a:pt x="477" y="2296"/>
                    <a:pt x="489" y="2297"/>
                    <a:pt x="501" y="2293"/>
                  </a:cubicBezTo>
                  <a:cubicBezTo>
                    <a:pt x="511" y="2290"/>
                    <a:pt x="521" y="2285"/>
                    <a:pt x="531" y="2277"/>
                  </a:cubicBezTo>
                  <a:cubicBezTo>
                    <a:pt x="531" y="2265"/>
                    <a:pt x="530" y="2252"/>
                    <a:pt x="527" y="2237"/>
                  </a:cubicBezTo>
                  <a:cubicBezTo>
                    <a:pt x="523" y="2212"/>
                    <a:pt x="520" y="2199"/>
                    <a:pt x="520" y="2199"/>
                  </a:cubicBezTo>
                  <a:cubicBezTo>
                    <a:pt x="534" y="2191"/>
                    <a:pt x="542" y="2177"/>
                    <a:pt x="545" y="2157"/>
                  </a:cubicBezTo>
                  <a:cubicBezTo>
                    <a:pt x="547" y="2135"/>
                    <a:pt x="538" y="2124"/>
                    <a:pt x="516" y="2123"/>
                  </a:cubicBezTo>
                  <a:cubicBezTo>
                    <a:pt x="538" y="2067"/>
                    <a:pt x="548" y="1987"/>
                    <a:pt x="547" y="1884"/>
                  </a:cubicBezTo>
                  <a:cubicBezTo>
                    <a:pt x="546" y="1815"/>
                    <a:pt x="539" y="1730"/>
                    <a:pt x="527" y="1629"/>
                  </a:cubicBezTo>
                  <a:cubicBezTo>
                    <a:pt x="524" y="1610"/>
                    <a:pt x="519" y="1590"/>
                    <a:pt x="512" y="1570"/>
                  </a:cubicBezTo>
                  <a:cubicBezTo>
                    <a:pt x="511" y="1568"/>
                    <a:pt x="507" y="1559"/>
                    <a:pt x="500" y="1543"/>
                  </a:cubicBezTo>
                  <a:cubicBezTo>
                    <a:pt x="494" y="1532"/>
                    <a:pt x="491" y="1524"/>
                    <a:pt x="491" y="1517"/>
                  </a:cubicBezTo>
                  <a:cubicBezTo>
                    <a:pt x="490" y="1507"/>
                    <a:pt x="491" y="1492"/>
                    <a:pt x="493" y="1470"/>
                  </a:cubicBezTo>
                  <a:cubicBezTo>
                    <a:pt x="497" y="1448"/>
                    <a:pt x="497" y="1432"/>
                    <a:pt x="497" y="1422"/>
                  </a:cubicBezTo>
                  <a:cubicBezTo>
                    <a:pt x="497" y="1419"/>
                    <a:pt x="496" y="1414"/>
                    <a:pt x="494" y="1408"/>
                  </a:cubicBezTo>
                  <a:cubicBezTo>
                    <a:pt x="492" y="1401"/>
                    <a:pt x="491" y="1396"/>
                    <a:pt x="491" y="1393"/>
                  </a:cubicBezTo>
                  <a:cubicBezTo>
                    <a:pt x="493" y="1358"/>
                    <a:pt x="493" y="1358"/>
                    <a:pt x="493" y="1358"/>
                  </a:cubicBezTo>
                  <a:cubicBezTo>
                    <a:pt x="493" y="1344"/>
                    <a:pt x="491" y="1332"/>
                    <a:pt x="487" y="1324"/>
                  </a:cubicBezTo>
                  <a:cubicBezTo>
                    <a:pt x="490" y="1308"/>
                    <a:pt x="493" y="1290"/>
                    <a:pt x="495" y="1270"/>
                  </a:cubicBezTo>
                  <a:cubicBezTo>
                    <a:pt x="498" y="1246"/>
                    <a:pt x="500" y="1230"/>
                    <a:pt x="501" y="1218"/>
                  </a:cubicBezTo>
                  <a:cubicBezTo>
                    <a:pt x="509" y="1178"/>
                    <a:pt x="514" y="1146"/>
                    <a:pt x="517" y="1126"/>
                  </a:cubicBezTo>
                  <a:cubicBezTo>
                    <a:pt x="522" y="1088"/>
                    <a:pt x="522" y="1056"/>
                    <a:pt x="516" y="1028"/>
                  </a:cubicBezTo>
                  <a:cubicBezTo>
                    <a:pt x="515" y="1024"/>
                    <a:pt x="513" y="1018"/>
                    <a:pt x="510" y="1009"/>
                  </a:cubicBezTo>
                  <a:cubicBezTo>
                    <a:pt x="506" y="1000"/>
                    <a:pt x="504" y="994"/>
                    <a:pt x="503" y="988"/>
                  </a:cubicBezTo>
                  <a:cubicBezTo>
                    <a:pt x="501" y="969"/>
                    <a:pt x="501" y="952"/>
                    <a:pt x="501" y="936"/>
                  </a:cubicBezTo>
                  <a:cubicBezTo>
                    <a:pt x="502" y="932"/>
                    <a:pt x="503" y="927"/>
                    <a:pt x="505" y="922"/>
                  </a:cubicBezTo>
                  <a:cubicBezTo>
                    <a:pt x="507" y="915"/>
                    <a:pt x="509" y="910"/>
                    <a:pt x="510" y="908"/>
                  </a:cubicBezTo>
                  <a:cubicBezTo>
                    <a:pt x="512" y="896"/>
                    <a:pt x="515" y="878"/>
                    <a:pt x="517" y="852"/>
                  </a:cubicBezTo>
                  <a:cubicBezTo>
                    <a:pt x="519" y="826"/>
                    <a:pt x="522" y="808"/>
                    <a:pt x="525" y="796"/>
                  </a:cubicBezTo>
                  <a:cubicBezTo>
                    <a:pt x="527" y="785"/>
                    <a:pt x="532" y="771"/>
                    <a:pt x="539" y="754"/>
                  </a:cubicBezTo>
                  <a:cubicBezTo>
                    <a:pt x="550" y="725"/>
                    <a:pt x="556" y="710"/>
                    <a:pt x="556" y="710"/>
                  </a:cubicBezTo>
                  <a:cubicBezTo>
                    <a:pt x="566" y="681"/>
                    <a:pt x="571" y="666"/>
                    <a:pt x="572" y="666"/>
                  </a:cubicBezTo>
                  <a:cubicBezTo>
                    <a:pt x="578" y="650"/>
                    <a:pt x="585" y="638"/>
                    <a:pt x="592" y="630"/>
                  </a:cubicBezTo>
                  <a:close/>
                  <a:moveTo>
                    <a:pt x="279" y="364"/>
                  </a:moveTo>
                  <a:cubicBezTo>
                    <a:pt x="274" y="372"/>
                    <a:pt x="272" y="377"/>
                    <a:pt x="271" y="378"/>
                  </a:cubicBezTo>
                  <a:cubicBezTo>
                    <a:pt x="266" y="382"/>
                    <a:pt x="249" y="390"/>
                    <a:pt x="222" y="401"/>
                  </a:cubicBezTo>
                  <a:cubicBezTo>
                    <a:pt x="201" y="410"/>
                    <a:pt x="187" y="419"/>
                    <a:pt x="179" y="429"/>
                  </a:cubicBezTo>
                  <a:cubicBezTo>
                    <a:pt x="175" y="433"/>
                    <a:pt x="172" y="440"/>
                    <a:pt x="167" y="449"/>
                  </a:cubicBezTo>
                  <a:cubicBezTo>
                    <a:pt x="163" y="458"/>
                    <a:pt x="159" y="465"/>
                    <a:pt x="155" y="469"/>
                  </a:cubicBezTo>
                  <a:cubicBezTo>
                    <a:pt x="154" y="477"/>
                    <a:pt x="151" y="485"/>
                    <a:pt x="147" y="492"/>
                  </a:cubicBezTo>
                  <a:cubicBezTo>
                    <a:pt x="145" y="497"/>
                    <a:pt x="140" y="503"/>
                    <a:pt x="135" y="511"/>
                  </a:cubicBezTo>
                  <a:cubicBezTo>
                    <a:pt x="131" y="508"/>
                    <a:pt x="129" y="504"/>
                    <a:pt x="128" y="500"/>
                  </a:cubicBezTo>
                  <a:cubicBezTo>
                    <a:pt x="124" y="488"/>
                    <a:pt x="130" y="472"/>
                    <a:pt x="145" y="452"/>
                  </a:cubicBezTo>
                  <a:cubicBezTo>
                    <a:pt x="147" y="449"/>
                    <a:pt x="153" y="444"/>
                    <a:pt x="160" y="438"/>
                  </a:cubicBezTo>
                  <a:cubicBezTo>
                    <a:pt x="167" y="432"/>
                    <a:pt x="172" y="426"/>
                    <a:pt x="175" y="422"/>
                  </a:cubicBezTo>
                  <a:cubicBezTo>
                    <a:pt x="178" y="417"/>
                    <a:pt x="181" y="410"/>
                    <a:pt x="183" y="400"/>
                  </a:cubicBezTo>
                  <a:cubicBezTo>
                    <a:pt x="186" y="389"/>
                    <a:pt x="189" y="381"/>
                    <a:pt x="191" y="376"/>
                  </a:cubicBezTo>
                  <a:cubicBezTo>
                    <a:pt x="201" y="380"/>
                    <a:pt x="209" y="382"/>
                    <a:pt x="216" y="381"/>
                  </a:cubicBezTo>
                  <a:cubicBezTo>
                    <a:pt x="223" y="380"/>
                    <a:pt x="231" y="378"/>
                    <a:pt x="240" y="374"/>
                  </a:cubicBezTo>
                  <a:cubicBezTo>
                    <a:pt x="240" y="372"/>
                    <a:pt x="239" y="370"/>
                    <a:pt x="237" y="368"/>
                  </a:cubicBezTo>
                  <a:cubicBezTo>
                    <a:pt x="235" y="366"/>
                    <a:pt x="235" y="364"/>
                    <a:pt x="235" y="362"/>
                  </a:cubicBezTo>
                  <a:cubicBezTo>
                    <a:pt x="242" y="364"/>
                    <a:pt x="250" y="362"/>
                    <a:pt x="258" y="354"/>
                  </a:cubicBezTo>
                  <a:cubicBezTo>
                    <a:pt x="267" y="347"/>
                    <a:pt x="275" y="345"/>
                    <a:pt x="282" y="348"/>
                  </a:cubicBezTo>
                  <a:cubicBezTo>
                    <a:pt x="283" y="352"/>
                    <a:pt x="283" y="358"/>
                    <a:pt x="279" y="364"/>
                  </a:cubicBezTo>
                  <a:cubicBezTo>
                    <a:pt x="279" y="364"/>
                    <a:pt x="279" y="364"/>
                    <a:pt x="279" y="364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76200" dir="13500000" sy="23000" kx="1200000" algn="br" rotWithShape="0">
                <a:prstClr val="black">
                  <a:alpha val="6000"/>
                </a:prstClr>
              </a:outerShdw>
            </a:effectLst>
          </p:spPr>
          <p:txBody>
            <a:bodyPr vert="horz" wrap="square" lIns="162560" tIns="81280" rIns="162560" bIns="81280" numCol="1" anchor="t" anchorCtr="0" compatLnSpc="1"/>
            <a:lstStyle/>
            <a:p>
              <a:pPr algn="ctr"/>
              <a:endParaRPr lang="id-ID" sz="3200"/>
            </a:p>
          </p:txBody>
        </p:sp>
        <p:sp>
          <p:nvSpPr>
            <p:cNvPr id="19" name="ïṣ1iďê"/>
            <p:cNvSpPr txBox="1"/>
            <p:nvPr/>
          </p:nvSpPr>
          <p:spPr bwMode="auto">
            <a:xfrm>
              <a:off x="6553568" y="3970401"/>
              <a:ext cx="1905200" cy="44180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b="1" dirty="0">
                  <a:solidFill>
                    <a:schemeClr val="bg1"/>
                  </a:solidFill>
                </a:rPr>
                <a:t>O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îşḻîḍe"/>
            <p:cNvSpPr txBox="1"/>
            <p:nvPr/>
          </p:nvSpPr>
          <p:spPr bwMode="auto">
            <a:xfrm>
              <a:off x="6313774" y="4533073"/>
              <a:ext cx="2384788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21" name="ïṡḻîḓê"/>
            <p:cNvSpPr/>
            <p:nvPr/>
          </p:nvSpPr>
          <p:spPr bwMode="auto">
            <a:xfrm>
              <a:off x="6313774" y="4974877"/>
              <a:ext cx="2384788" cy="1164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f7024f3-6678-4065-8ed6-e18a0932b3f7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21109" y="1391756"/>
            <a:ext cx="10781528" cy="4464496"/>
            <a:chOff x="721109" y="1391756"/>
            <a:chExt cx="10781528" cy="4464496"/>
          </a:xfrm>
        </p:grpSpPr>
        <p:grpSp>
          <p:nvGrpSpPr>
            <p:cNvPr id="6" name="íślïdé"/>
            <p:cNvGrpSpPr/>
            <p:nvPr/>
          </p:nvGrpSpPr>
          <p:grpSpPr>
            <a:xfrm>
              <a:off x="721109" y="1484784"/>
              <a:ext cx="3307537" cy="4199806"/>
              <a:chOff x="1416748" y="1485488"/>
              <a:chExt cx="3227861" cy="4098637"/>
            </a:xfrm>
          </p:grpSpPr>
          <p:grpSp>
            <p:nvGrpSpPr>
              <p:cNvPr id="27" name="ïṥľide"/>
              <p:cNvGrpSpPr/>
              <p:nvPr/>
            </p:nvGrpSpPr>
            <p:grpSpPr>
              <a:xfrm>
                <a:off x="1416748" y="1485488"/>
                <a:ext cx="3227861" cy="4098637"/>
                <a:chOff x="1416748" y="1485488"/>
                <a:chExt cx="3227861" cy="4098637"/>
              </a:xfrm>
            </p:grpSpPr>
            <p:sp>
              <p:nvSpPr>
                <p:cNvPr id="36" name="iŝlíḋè"/>
                <p:cNvSpPr/>
                <p:nvPr/>
              </p:nvSpPr>
              <p:spPr bwMode="auto">
                <a:xfrm>
                  <a:off x="1975274" y="4686140"/>
                  <a:ext cx="380771" cy="274472"/>
                </a:xfrm>
                <a:custGeom>
                  <a:avLst/>
                  <a:gdLst>
                    <a:gd name="T0" fmla="*/ 38 w 101"/>
                    <a:gd name="T1" fmla="*/ 73 h 73"/>
                    <a:gd name="T2" fmla="*/ 38 w 101"/>
                    <a:gd name="T3" fmla="*/ 62 h 73"/>
                    <a:gd name="T4" fmla="*/ 46 w 101"/>
                    <a:gd name="T5" fmla="*/ 50 h 73"/>
                    <a:gd name="T6" fmla="*/ 10 w 101"/>
                    <a:gd name="T7" fmla="*/ 33 h 73"/>
                    <a:gd name="T8" fmla="*/ 3 w 101"/>
                    <a:gd name="T9" fmla="*/ 0 h 73"/>
                    <a:gd name="T10" fmla="*/ 98 w 101"/>
                    <a:gd name="T11" fmla="*/ 2 h 73"/>
                    <a:gd name="T12" fmla="*/ 68 w 101"/>
                    <a:gd name="T13" fmla="*/ 42 h 73"/>
                    <a:gd name="T14" fmla="*/ 56 w 101"/>
                    <a:gd name="T15" fmla="*/ 62 h 73"/>
                    <a:gd name="T16" fmla="*/ 68 w 101"/>
                    <a:gd name="T17" fmla="*/ 68 h 73"/>
                    <a:gd name="T18" fmla="*/ 38 w 101"/>
                    <a:gd name="T19" fmla="*/ 65 h 73"/>
                    <a:gd name="T20" fmla="*/ 38 w 101"/>
                    <a:gd name="T21" fmla="*/ 70 h 73"/>
                    <a:gd name="T22" fmla="*/ 65 w 101"/>
                    <a:gd name="T23" fmla="*/ 68 h 73"/>
                    <a:gd name="T24" fmla="*/ 53 w 101"/>
                    <a:gd name="T25" fmla="*/ 65 h 73"/>
                    <a:gd name="T26" fmla="*/ 54 w 101"/>
                    <a:gd name="T27" fmla="*/ 47 h 73"/>
                    <a:gd name="T28" fmla="*/ 67 w 101"/>
                    <a:gd name="T29" fmla="*/ 39 h 73"/>
                    <a:gd name="T30" fmla="*/ 88 w 101"/>
                    <a:gd name="T31" fmla="*/ 31 h 73"/>
                    <a:gd name="T32" fmla="*/ 5 w 101"/>
                    <a:gd name="T33" fmla="*/ 3 h 73"/>
                    <a:gd name="T34" fmla="*/ 33 w 101"/>
                    <a:gd name="T35" fmla="*/ 39 h 73"/>
                    <a:gd name="T36" fmla="*/ 34 w 101"/>
                    <a:gd name="T37" fmla="*/ 39 h 73"/>
                    <a:gd name="T38" fmla="*/ 49 w 101"/>
                    <a:gd name="T39" fmla="*/ 48 h 73"/>
                    <a:gd name="T40" fmla="*/ 38 w 101"/>
                    <a:gd name="T41" fmla="*/ 65 h 73"/>
                    <a:gd name="T42" fmla="*/ 71 w 101"/>
                    <a:gd name="T43" fmla="*/ 31 h 73"/>
                    <a:gd name="T44" fmla="*/ 78 w 101"/>
                    <a:gd name="T45" fmla="*/ 7 h 73"/>
                    <a:gd name="T46" fmla="*/ 91 w 101"/>
                    <a:gd name="T47" fmla="*/ 8 h 73"/>
                    <a:gd name="T48" fmla="*/ 70 w 101"/>
                    <a:gd name="T49" fmla="*/ 34 h 73"/>
                    <a:gd name="T50" fmla="*/ 75 w 101"/>
                    <a:gd name="T51" fmla="*/ 30 h 73"/>
                    <a:gd name="T52" fmla="*/ 81 w 101"/>
                    <a:gd name="T53" fmla="*/ 10 h 73"/>
                    <a:gd name="T54" fmla="*/ 27 w 101"/>
                    <a:gd name="T55" fmla="*/ 34 h 73"/>
                    <a:gd name="T56" fmla="*/ 9 w 101"/>
                    <a:gd name="T57" fmla="*/ 7 h 73"/>
                    <a:gd name="T58" fmla="*/ 22 w 101"/>
                    <a:gd name="T59" fmla="*/ 9 h 73"/>
                    <a:gd name="T60" fmla="*/ 30 w 101"/>
                    <a:gd name="T61" fmla="*/ 34 h 73"/>
                    <a:gd name="T62" fmla="*/ 25 w 101"/>
                    <a:gd name="T63" fmla="*/ 30 h 73"/>
                    <a:gd name="T64" fmla="*/ 12 w 101"/>
                    <a:gd name="T65" fmla="*/ 10 h 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01" h="73">
                      <a:moveTo>
                        <a:pt x="62" y="73"/>
                      </a:moveTo>
                      <a:cubicBezTo>
                        <a:pt x="38" y="73"/>
                        <a:pt x="38" y="73"/>
                        <a:pt x="38" y="73"/>
                      </a:cubicBezTo>
                      <a:cubicBezTo>
                        <a:pt x="34" y="73"/>
                        <a:pt x="32" y="71"/>
                        <a:pt x="32" y="68"/>
                      </a:cubicBezTo>
                      <a:cubicBezTo>
                        <a:pt x="32" y="65"/>
                        <a:pt x="34" y="62"/>
                        <a:pt x="38" y="62"/>
                      </a:cubicBezTo>
                      <a:cubicBezTo>
                        <a:pt x="46" y="62"/>
                        <a:pt x="46" y="62"/>
                        <a:pt x="46" y="62"/>
                      </a:cubicBezTo>
                      <a:cubicBezTo>
                        <a:pt x="46" y="50"/>
                        <a:pt x="46" y="50"/>
                        <a:pt x="46" y="50"/>
                      </a:cubicBezTo>
                      <a:cubicBezTo>
                        <a:pt x="41" y="49"/>
                        <a:pt x="36" y="46"/>
                        <a:pt x="32" y="42"/>
                      </a:cubicBezTo>
                      <a:cubicBezTo>
                        <a:pt x="23" y="42"/>
                        <a:pt x="15" y="39"/>
                        <a:pt x="10" y="33"/>
                      </a:cubicBezTo>
                      <a:cubicBezTo>
                        <a:pt x="0" y="21"/>
                        <a:pt x="2" y="2"/>
                        <a:pt x="3" y="2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98" y="0"/>
                        <a:pt x="98" y="0"/>
                        <a:pt x="98" y="0"/>
                      </a:cubicBezTo>
                      <a:cubicBezTo>
                        <a:pt x="98" y="2"/>
                        <a:pt x="98" y="2"/>
                        <a:pt x="98" y="2"/>
                      </a:cubicBezTo>
                      <a:cubicBezTo>
                        <a:pt x="98" y="2"/>
                        <a:pt x="101" y="21"/>
                        <a:pt x="90" y="33"/>
                      </a:cubicBezTo>
                      <a:cubicBezTo>
                        <a:pt x="85" y="39"/>
                        <a:pt x="78" y="42"/>
                        <a:pt x="68" y="42"/>
                      </a:cubicBezTo>
                      <a:cubicBezTo>
                        <a:pt x="64" y="46"/>
                        <a:pt x="60" y="49"/>
                        <a:pt x="56" y="50"/>
                      </a:cubicBezTo>
                      <a:cubicBezTo>
                        <a:pt x="56" y="62"/>
                        <a:pt x="56" y="62"/>
                        <a:pt x="56" y="62"/>
                      </a:cubicBezTo>
                      <a:cubicBezTo>
                        <a:pt x="62" y="62"/>
                        <a:pt x="62" y="62"/>
                        <a:pt x="62" y="62"/>
                      </a:cubicBezTo>
                      <a:cubicBezTo>
                        <a:pt x="65" y="62"/>
                        <a:pt x="68" y="65"/>
                        <a:pt x="68" y="68"/>
                      </a:cubicBezTo>
                      <a:cubicBezTo>
                        <a:pt x="68" y="71"/>
                        <a:pt x="65" y="73"/>
                        <a:pt x="62" y="73"/>
                      </a:cubicBezTo>
                      <a:close/>
                      <a:moveTo>
                        <a:pt x="38" y="65"/>
                      </a:moveTo>
                      <a:cubicBezTo>
                        <a:pt x="36" y="65"/>
                        <a:pt x="35" y="66"/>
                        <a:pt x="35" y="68"/>
                      </a:cubicBezTo>
                      <a:cubicBezTo>
                        <a:pt x="35" y="69"/>
                        <a:pt x="36" y="70"/>
                        <a:pt x="38" y="70"/>
                      </a:cubicBezTo>
                      <a:cubicBezTo>
                        <a:pt x="62" y="70"/>
                        <a:pt x="62" y="70"/>
                        <a:pt x="62" y="70"/>
                      </a:cubicBezTo>
                      <a:cubicBezTo>
                        <a:pt x="64" y="70"/>
                        <a:pt x="65" y="69"/>
                        <a:pt x="65" y="68"/>
                      </a:cubicBezTo>
                      <a:cubicBezTo>
                        <a:pt x="65" y="66"/>
                        <a:pt x="64" y="65"/>
                        <a:pt x="62" y="65"/>
                      </a:cubicBezTo>
                      <a:cubicBezTo>
                        <a:pt x="53" y="65"/>
                        <a:pt x="53" y="65"/>
                        <a:pt x="53" y="65"/>
                      </a:cubicBezTo>
                      <a:cubicBezTo>
                        <a:pt x="53" y="48"/>
                        <a:pt x="53" y="48"/>
                        <a:pt x="53" y="48"/>
                      </a:cubicBezTo>
                      <a:cubicBezTo>
                        <a:pt x="54" y="47"/>
                        <a:pt x="54" y="47"/>
                        <a:pt x="54" y="47"/>
                      </a:cubicBezTo>
                      <a:cubicBezTo>
                        <a:pt x="58" y="46"/>
                        <a:pt x="63" y="44"/>
                        <a:pt x="66" y="39"/>
                      </a:cubicBezTo>
                      <a:cubicBezTo>
                        <a:pt x="67" y="39"/>
                        <a:pt x="67" y="39"/>
                        <a:pt x="67" y="39"/>
                      </a:cubicBezTo>
                      <a:cubicBezTo>
                        <a:pt x="68" y="39"/>
                        <a:pt x="68" y="39"/>
                        <a:pt x="68" y="39"/>
                      </a:cubicBezTo>
                      <a:cubicBezTo>
                        <a:pt x="77" y="39"/>
                        <a:pt x="83" y="36"/>
                        <a:pt x="88" y="31"/>
                      </a:cubicBezTo>
                      <a:cubicBezTo>
                        <a:pt x="96" y="22"/>
                        <a:pt x="96" y="8"/>
                        <a:pt x="95" y="3"/>
                      </a:cubicBezTo>
                      <a:cubicBezTo>
                        <a:pt x="5" y="3"/>
                        <a:pt x="5" y="3"/>
                        <a:pt x="5" y="3"/>
                      </a:cubicBezTo>
                      <a:cubicBezTo>
                        <a:pt x="5" y="8"/>
                        <a:pt x="5" y="22"/>
                        <a:pt x="13" y="31"/>
                      </a:cubicBezTo>
                      <a:cubicBezTo>
                        <a:pt x="17" y="36"/>
                        <a:pt x="24" y="39"/>
                        <a:pt x="33" y="39"/>
                      </a:cubicBezTo>
                      <a:cubicBezTo>
                        <a:pt x="34" y="39"/>
                        <a:pt x="34" y="39"/>
                        <a:pt x="34" y="39"/>
                      </a:cubicBezTo>
                      <a:cubicBezTo>
                        <a:pt x="34" y="39"/>
                        <a:pt x="34" y="39"/>
                        <a:pt x="34" y="39"/>
                      </a:cubicBezTo>
                      <a:cubicBezTo>
                        <a:pt x="38" y="44"/>
                        <a:pt x="43" y="47"/>
                        <a:pt x="47" y="48"/>
                      </a:cubicBezTo>
                      <a:cubicBezTo>
                        <a:pt x="49" y="48"/>
                        <a:pt x="49" y="48"/>
                        <a:pt x="49" y="48"/>
                      </a:cubicBezTo>
                      <a:cubicBezTo>
                        <a:pt x="49" y="65"/>
                        <a:pt x="49" y="65"/>
                        <a:pt x="49" y="65"/>
                      </a:cubicBezTo>
                      <a:lnTo>
                        <a:pt x="38" y="65"/>
                      </a:lnTo>
                      <a:close/>
                      <a:moveTo>
                        <a:pt x="70" y="34"/>
                      </a:moveTo>
                      <a:cubicBezTo>
                        <a:pt x="71" y="31"/>
                        <a:pt x="71" y="31"/>
                        <a:pt x="71" y="31"/>
                      </a:cubicBezTo>
                      <a:cubicBezTo>
                        <a:pt x="75" y="25"/>
                        <a:pt x="77" y="17"/>
                        <a:pt x="78" y="9"/>
                      </a:cubicBezTo>
                      <a:cubicBezTo>
                        <a:pt x="78" y="7"/>
                        <a:pt x="78" y="7"/>
                        <a:pt x="78" y="7"/>
                      </a:cubicBezTo>
                      <a:cubicBezTo>
                        <a:pt x="91" y="7"/>
                        <a:pt x="91" y="7"/>
                        <a:pt x="91" y="7"/>
                      </a:cubicBezTo>
                      <a:cubicBezTo>
                        <a:pt x="91" y="8"/>
                        <a:pt x="91" y="8"/>
                        <a:pt x="91" y="8"/>
                      </a:cubicBezTo>
                      <a:cubicBezTo>
                        <a:pt x="91" y="28"/>
                        <a:pt x="78" y="33"/>
                        <a:pt x="73" y="34"/>
                      </a:cubicBezTo>
                      <a:lnTo>
                        <a:pt x="70" y="34"/>
                      </a:lnTo>
                      <a:close/>
                      <a:moveTo>
                        <a:pt x="81" y="10"/>
                      </a:moveTo>
                      <a:cubicBezTo>
                        <a:pt x="80" y="17"/>
                        <a:pt x="78" y="24"/>
                        <a:pt x="75" y="30"/>
                      </a:cubicBezTo>
                      <a:cubicBezTo>
                        <a:pt x="81" y="28"/>
                        <a:pt x="88" y="23"/>
                        <a:pt x="88" y="10"/>
                      </a:cubicBezTo>
                      <a:lnTo>
                        <a:pt x="81" y="10"/>
                      </a:lnTo>
                      <a:close/>
                      <a:moveTo>
                        <a:pt x="30" y="34"/>
                      </a:moveTo>
                      <a:cubicBezTo>
                        <a:pt x="27" y="34"/>
                        <a:pt x="27" y="34"/>
                        <a:pt x="27" y="34"/>
                      </a:cubicBezTo>
                      <a:cubicBezTo>
                        <a:pt x="22" y="32"/>
                        <a:pt x="10" y="28"/>
                        <a:pt x="9" y="8"/>
                      </a:cubicBezTo>
                      <a:cubicBezTo>
                        <a:pt x="9" y="7"/>
                        <a:pt x="9" y="7"/>
                        <a:pt x="9" y="7"/>
                      </a:cubicBezTo>
                      <a:cubicBezTo>
                        <a:pt x="22" y="7"/>
                        <a:pt x="22" y="7"/>
                        <a:pt x="22" y="7"/>
                      </a:cubicBezTo>
                      <a:cubicBezTo>
                        <a:pt x="22" y="9"/>
                        <a:pt x="22" y="9"/>
                        <a:pt x="22" y="9"/>
                      </a:cubicBezTo>
                      <a:cubicBezTo>
                        <a:pt x="23" y="17"/>
                        <a:pt x="25" y="25"/>
                        <a:pt x="29" y="31"/>
                      </a:cubicBezTo>
                      <a:lnTo>
                        <a:pt x="30" y="34"/>
                      </a:lnTo>
                      <a:close/>
                      <a:moveTo>
                        <a:pt x="12" y="10"/>
                      </a:moveTo>
                      <a:cubicBezTo>
                        <a:pt x="13" y="23"/>
                        <a:pt x="19" y="28"/>
                        <a:pt x="25" y="30"/>
                      </a:cubicBezTo>
                      <a:cubicBezTo>
                        <a:pt x="22" y="24"/>
                        <a:pt x="20" y="17"/>
                        <a:pt x="19" y="10"/>
                      </a:cubicBezTo>
                      <a:lnTo>
                        <a:pt x="12" y="10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grpSp>
              <p:nvGrpSpPr>
                <p:cNvPr id="37" name="íś1îdè"/>
                <p:cNvGrpSpPr/>
                <p:nvPr/>
              </p:nvGrpSpPr>
              <p:grpSpPr>
                <a:xfrm>
                  <a:off x="3359518" y="4532488"/>
                  <a:ext cx="312551" cy="393463"/>
                  <a:chOff x="4541592" y="4960612"/>
                  <a:chExt cx="312551" cy="393463"/>
                </a:xfrm>
              </p:grpSpPr>
              <p:sp>
                <p:nvSpPr>
                  <p:cNvPr id="121" name="išļíďé"/>
                  <p:cNvSpPr/>
                  <p:nvPr/>
                </p:nvSpPr>
                <p:spPr bwMode="auto">
                  <a:xfrm>
                    <a:off x="4541592" y="4978064"/>
                    <a:ext cx="304617" cy="376011"/>
                  </a:xfrm>
                  <a:custGeom>
                    <a:avLst/>
                    <a:gdLst>
                      <a:gd name="T0" fmla="*/ 190 w 192"/>
                      <a:gd name="T1" fmla="*/ 29 h 237"/>
                      <a:gd name="T2" fmla="*/ 164 w 192"/>
                      <a:gd name="T3" fmla="*/ 67 h 237"/>
                      <a:gd name="T4" fmla="*/ 159 w 192"/>
                      <a:gd name="T5" fmla="*/ 71 h 237"/>
                      <a:gd name="T6" fmla="*/ 69 w 192"/>
                      <a:gd name="T7" fmla="*/ 199 h 237"/>
                      <a:gd name="T8" fmla="*/ 5 w 192"/>
                      <a:gd name="T9" fmla="*/ 230 h 237"/>
                      <a:gd name="T10" fmla="*/ 14 w 192"/>
                      <a:gd name="T11" fmla="*/ 164 h 237"/>
                      <a:gd name="T12" fmla="*/ 109 w 192"/>
                      <a:gd name="T13" fmla="*/ 36 h 237"/>
                      <a:gd name="T14" fmla="*/ 112 w 192"/>
                      <a:gd name="T15" fmla="*/ 34 h 237"/>
                      <a:gd name="T16" fmla="*/ 133 w 192"/>
                      <a:gd name="T17" fmla="*/ 3 h 237"/>
                      <a:gd name="T18" fmla="*/ 128 w 192"/>
                      <a:gd name="T19" fmla="*/ 0 h 237"/>
                      <a:gd name="T20" fmla="*/ 12 w 192"/>
                      <a:gd name="T21" fmla="*/ 161 h 237"/>
                      <a:gd name="T22" fmla="*/ 0 w 192"/>
                      <a:gd name="T23" fmla="*/ 237 h 237"/>
                      <a:gd name="T24" fmla="*/ 71 w 192"/>
                      <a:gd name="T25" fmla="*/ 204 h 237"/>
                      <a:gd name="T26" fmla="*/ 71 w 192"/>
                      <a:gd name="T27" fmla="*/ 204 h 237"/>
                      <a:gd name="T28" fmla="*/ 173 w 192"/>
                      <a:gd name="T29" fmla="*/ 62 h 237"/>
                      <a:gd name="T30" fmla="*/ 192 w 192"/>
                      <a:gd name="T31" fmla="*/ 31 h 237"/>
                      <a:gd name="T32" fmla="*/ 190 w 192"/>
                      <a:gd name="T33" fmla="*/ 29 h 2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192" h="237">
                        <a:moveTo>
                          <a:pt x="190" y="29"/>
                        </a:moveTo>
                        <a:lnTo>
                          <a:pt x="164" y="67"/>
                        </a:lnTo>
                        <a:lnTo>
                          <a:pt x="159" y="71"/>
                        </a:lnTo>
                        <a:lnTo>
                          <a:pt x="69" y="199"/>
                        </a:lnTo>
                        <a:lnTo>
                          <a:pt x="5" y="230"/>
                        </a:lnTo>
                        <a:lnTo>
                          <a:pt x="14" y="164"/>
                        </a:lnTo>
                        <a:lnTo>
                          <a:pt x="109" y="36"/>
                        </a:lnTo>
                        <a:lnTo>
                          <a:pt x="112" y="34"/>
                        </a:lnTo>
                        <a:lnTo>
                          <a:pt x="133" y="3"/>
                        </a:lnTo>
                        <a:lnTo>
                          <a:pt x="128" y="0"/>
                        </a:lnTo>
                        <a:lnTo>
                          <a:pt x="12" y="161"/>
                        </a:lnTo>
                        <a:lnTo>
                          <a:pt x="0" y="237"/>
                        </a:lnTo>
                        <a:lnTo>
                          <a:pt x="71" y="204"/>
                        </a:lnTo>
                        <a:lnTo>
                          <a:pt x="71" y="204"/>
                        </a:lnTo>
                        <a:lnTo>
                          <a:pt x="173" y="62"/>
                        </a:lnTo>
                        <a:lnTo>
                          <a:pt x="192" y="31"/>
                        </a:lnTo>
                        <a:lnTo>
                          <a:pt x="190" y="2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2" name="íṩļíḑê"/>
                  <p:cNvSpPr/>
                  <p:nvPr/>
                </p:nvSpPr>
                <p:spPr bwMode="auto">
                  <a:xfrm>
                    <a:off x="4587603" y="5035181"/>
                    <a:ext cx="153896" cy="211010"/>
                  </a:xfrm>
                  <a:custGeom>
                    <a:avLst/>
                    <a:gdLst>
                      <a:gd name="T0" fmla="*/ 41 w 41"/>
                      <a:gd name="T1" fmla="*/ 0 h 56"/>
                      <a:gd name="T2" fmla="*/ 40 w 41"/>
                      <a:gd name="T3" fmla="*/ 2 h 56"/>
                      <a:gd name="T4" fmla="*/ 2 w 41"/>
                      <a:gd name="T5" fmla="*/ 56 h 56"/>
                      <a:gd name="T6" fmla="*/ 0 w 41"/>
                      <a:gd name="T7" fmla="*/ 55 h 56"/>
                      <a:gd name="T8" fmla="*/ 38 w 41"/>
                      <a:gd name="T9" fmla="*/ 1 h 56"/>
                      <a:gd name="T10" fmla="*/ 39 w 41"/>
                      <a:gd name="T11" fmla="*/ 0 h 56"/>
                      <a:gd name="T12" fmla="*/ 41 w 41"/>
                      <a:gd name="T13" fmla="*/ 0 h 5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1" h="56">
                        <a:moveTo>
                          <a:pt x="41" y="0"/>
                        </a:moveTo>
                        <a:cubicBezTo>
                          <a:pt x="40" y="2"/>
                          <a:pt x="40" y="2"/>
                          <a:pt x="40" y="2"/>
                        </a:cubicBezTo>
                        <a:cubicBezTo>
                          <a:pt x="2" y="56"/>
                          <a:pt x="2" y="56"/>
                          <a:pt x="2" y="56"/>
                        </a:cubicBezTo>
                        <a:cubicBezTo>
                          <a:pt x="0" y="55"/>
                          <a:pt x="0" y="55"/>
                          <a:pt x="0" y="55"/>
                        </a:cubicBezTo>
                        <a:cubicBezTo>
                          <a:pt x="38" y="1"/>
                          <a:pt x="38" y="1"/>
                          <a:pt x="38" y="1"/>
                        </a:cubicBezTo>
                        <a:cubicBezTo>
                          <a:pt x="39" y="0"/>
                          <a:pt x="39" y="0"/>
                          <a:pt x="39" y="0"/>
                        </a:cubicBezTo>
                        <a:cubicBezTo>
                          <a:pt x="40" y="0"/>
                          <a:pt x="41" y="0"/>
                          <a:pt x="41" y="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3" name="iṣļîdê"/>
                  <p:cNvSpPr/>
                  <p:nvPr/>
                </p:nvSpPr>
                <p:spPr bwMode="auto">
                  <a:xfrm>
                    <a:off x="4609814" y="5043113"/>
                    <a:ext cx="158655" cy="220529"/>
                  </a:xfrm>
                  <a:custGeom>
                    <a:avLst/>
                    <a:gdLst>
                      <a:gd name="T0" fmla="*/ 42 w 42"/>
                      <a:gd name="T1" fmla="*/ 1 h 59"/>
                      <a:gd name="T2" fmla="*/ 41 w 42"/>
                      <a:gd name="T3" fmla="*/ 3 h 59"/>
                      <a:gd name="T4" fmla="*/ 2 w 42"/>
                      <a:gd name="T5" fmla="*/ 59 h 59"/>
                      <a:gd name="T6" fmla="*/ 0 w 42"/>
                      <a:gd name="T7" fmla="*/ 58 h 59"/>
                      <a:gd name="T8" fmla="*/ 39 w 42"/>
                      <a:gd name="T9" fmla="*/ 2 h 59"/>
                      <a:gd name="T10" fmla="*/ 40 w 42"/>
                      <a:gd name="T11" fmla="*/ 0 h 59"/>
                      <a:gd name="T12" fmla="*/ 42 w 42"/>
                      <a:gd name="T13" fmla="*/ 1 h 5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2" h="59">
                        <a:moveTo>
                          <a:pt x="42" y="1"/>
                        </a:moveTo>
                        <a:cubicBezTo>
                          <a:pt x="41" y="3"/>
                          <a:pt x="41" y="3"/>
                          <a:pt x="41" y="3"/>
                        </a:cubicBezTo>
                        <a:cubicBezTo>
                          <a:pt x="2" y="59"/>
                          <a:pt x="2" y="59"/>
                          <a:pt x="2" y="59"/>
                        </a:cubicBezTo>
                        <a:cubicBezTo>
                          <a:pt x="0" y="58"/>
                          <a:pt x="0" y="58"/>
                          <a:pt x="0" y="58"/>
                        </a:cubicBezTo>
                        <a:cubicBezTo>
                          <a:pt x="39" y="2"/>
                          <a:pt x="39" y="2"/>
                          <a:pt x="39" y="2"/>
                        </a:cubicBezTo>
                        <a:cubicBezTo>
                          <a:pt x="40" y="0"/>
                          <a:pt x="40" y="0"/>
                          <a:pt x="40" y="0"/>
                        </a:cubicBezTo>
                        <a:cubicBezTo>
                          <a:pt x="41" y="1"/>
                          <a:pt x="41" y="1"/>
                          <a:pt x="42" y="1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4" name="ïṥļïḓê"/>
                  <p:cNvSpPr/>
                  <p:nvPr/>
                </p:nvSpPr>
                <p:spPr bwMode="auto">
                  <a:xfrm>
                    <a:off x="4632026" y="5060565"/>
                    <a:ext cx="158655" cy="218943"/>
                  </a:xfrm>
                  <a:custGeom>
                    <a:avLst/>
                    <a:gdLst>
                      <a:gd name="T0" fmla="*/ 42 w 42"/>
                      <a:gd name="T1" fmla="*/ 2 h 58"/>
                      <a:gd name="T2" fmla="*/ 41 w 42"/>
                      <a:gd name="T3" fmla="*/ 4 h 58"/>
                      <a:gd name="T4" fmla="*/ 2 w 42"/>
                      <a:gd name="T5" fmla="*/ 58 h 58"/>
                      <a:gd name="T6" fmla="*/ 0 w 42"/>
                      <a:gd name="T7" fmla="*/ 57 h 58"/>
                      <a:gd name="T8" fmla="*/ 40 w 42"/>
                      <a:gd name="T9" fmla="*/ 2 h 58"/>
                      <a:gd name="T10" fmla="*/ 41 w 42"/>
                      <a:gd name="T11" fmla="*/ 0 h 58"/>
                      <a:gd name="T12" fmla="*/ 42 w 42"/>
                      <a:gd name="T13" fmla="*/ 2 h 5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2" h="58">
                        <a:moveTo>
                          <a:pt x="42" y="2"/>
                        </a:moveTo>
                        <a:cubicBezTo>
                          <a:pt x="41" y="4"/>
                          <a:pt x="41" y="4"/>
                          <a:pt x="41" y="4"/>
                        </a:cubicBezTo>
                        <a:cubicBezTo>
                          <a:pt x="2" y="58"/>
                          <a:pt x="2" y="58"/>
                          <a:pt x="2" y="58"/>
                        </a:cubicBezTo>
                        <a:cubicBezTo>
                          <a:pt x="0" y="57"/>
                          <a:pt x="0" y="57"/>
                          <a:pt x="0" y="57"/>
                        </a:cubicBezTo>
                        <a:cubicBezTo>
                          <a:pt x="40" y="2"/>
                          <a:pt x="40" y="2"/>
                          <a:pt x="40" y="2"/>
                        </a:cubicBezTo>
                        <a:cubicBezTo>
                          <a:pt x="41" y="0"/>
                          <a:pt x="41" y="0"/>
                          <a:pt x="41" y="0"/>
                        </a:cubicBezTo>
                        <a:cubicBezTo>
                          <a:pt x="41" y="1"/>
                          <a:pt x="42" y="1"/>
                          <a:pt x="42" y="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5" name="îṡľîďé"/>
                  <p:cNvSpPr/>
                  <p:nvPr/>
                </p:nvSpPr>
                <p:spPr bwMode="auto">
                  <a:xfrm>
                    <a:off x="4560631" y="5230325"/>
                    <a:ext cx="98366" cy="71394"/>
                  </a:xfrm>
                  <a:custGeom>
                    <a:avLst/>
                    <a:gdLst>
                      <a:gd name="T0" fmla="*/ 26 w 26"/>
                      <a:gd name="T1" fmla="*/ 17 h 19"/>
                      <a:gd name="T2" fmla="*/ 22 w 26"/>
                      <a:gd name="T3" fmla="*/ 19 h 19"/>
                      <a:gd name="T4" fmla="*/ 0 w 26"/>
                      <a:gd name="T5" fmla="*/ 4 h 19"/>
                      <a:gd name="T6" fmla="*/ 1 w 26"/>
                      <a:gd name="T7" fmla="*/ 0 h 19"/>
                      <a:gd name="T8" fmla="*/ 26 w 26"/>
                      <a:gd name="T9" fmla="*/ 17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9">
                        <a:moveTo>
                          <a:pt x="26" y="17"/>
                        </a:moveTo>
                        <a:cubicBezTo>
                          <a:pt x="22" y="19"/>
                          <a:pt x="22" y="19"/>
                          <a:pt x="22" y="19"/>
                        </a:cubicBezTo>
                        <a:cubicBezTo>
                          <a:pt x="15" y="5"/>
                          <a:pt x="0" y="4"/>
                          <a:pt x="0" y="4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" y="0"/>
                          <a:pt x="17" y="2"/>
                          <a:pt x="26" y="17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6" name="ïṡ1íḓé"/>
                  <p:cNvSpPr/>
                  <p:nvPr/>
                </p:nvSpPr>
                <p:spPr bwMode="auto">
                  <a:xfrm>
                    <a:off x="4549526" y="5298547"/>
                    <a:ext cx="41250" cy="33317"/>
                  </a:xfrm>
                  <a:custGeom>
                    <a:avLst/>
                    <a:gdLst>
                      <a:gd name="T0" fmla="*/ 11 w 11"/>
                      <a:gd name="T1" fmla="*/ 8 h 9"/>
                      <a:gd name="T2" fmla="*/ 8 w 11"/>
                      <a:gd name="T3" fmla="*/ 9 h 9"/>
                      <a:gd name="T4" fmla="*/ 0 w 11"/>
                      <a:gd name="T5" fmla="*/ 3 h 9"/>
                      <a:gd name="T6" fmla="*/ 1 w 11"/>
                      <a:gd name="T7" fmla="*/ 0 h 9"/>
                      <a:gd name="T8" fmla="*/ 11 w 11"/>
                      <a:gd name="T9" fmla="*/ 8 h 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" h="9">
                        <a:moveTo>
                          <a:pt x="11" y="8"/>
                        </a:moveTo>
                        <a:cubicBezTo>
                          <a:pt x="8" y="9"/>
                          <a:pt x="8" y="9"/>
                          <a:pt x="8" y="9"/>
                        </a:cubicBezTo>
                        <a:cubicBezTo>
                          <a:pt x="5" y="5"/>
                          <a:pt x="0" y="3"/>
                          <a:pt x="0" y="3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8" y="2"/>
                          <a:pt x="11" y="8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7" name="íŝḻïḑê"/>
                  <p:cNvSpPr/>
                  <p:nvPr/>
                </p:nvSpPr>
                <p:spPr bwMode="auto">
                  <a:xfrm>
                    <a:off x="4703420" y="4960612"/>
                    <a:ext cx="150723" cy="138029"/>
                  </a:xfrm>
                  <a:custGeom>
                    <a:avLst/>
                    <a:gdLst>
                      <a:gd name="T0" fmla="*/ 15 w 40"/>
                      <a:gd name="T1" fmla="*/ 22 h 37"/>
                      <a:gd name="T2" fmla="*/ 10 w 40"/>
                      <a:gd name="T3" fmla="*/ 20 h 37"/>
                      <a:gd name="T4" fmla="*/ 4 w 40"/>
                      <a:gd name="T5" fmla="*/ 19 h 37"/>
                      <a:gd name="T6" fmla="*/ 3 w 40"/>
                      <a:gd name="T7" fmla="*/ 20 h 37"/>
                      <a:gd name="T8" fmla="*/ 9 w 40"/>
                      <a:gd name="T9" fmla="*/ 22 h 37"/>
                      <a:gd name="T10" fmla="*/ 14 w 40"/>
                      <a:gd name="T11" fmla="*/ 24 h 37"/>
                      <a:gd name="T12" fmla="*/ 21 w 40"/>
                      <a:gd name="T13" fmla="*/ 29 h 37"/>
                      <a:gd name="T14" fmla="*/ 17 w 40"/>
                      <a:gd name="T15" fmla="*/ 23 h 37"/>
                      <a:gd name="T16" fmla="*/ 15 w 40"/>
                      <a:gd name="T17" fmla="*/ 22 h 37"/>
                      <a:gd name="T18" fmla="*/ 10 w 40"/>
                      <a:gd name="T19" fmla="*/ 20 h 37"/>
                      <a:gd name="T20" fmla="*/ 4 w 40"/>
                      <a:gd name="T21" fmla="*/ 19 h 37"/>
                      <a:gd name="T22" fmla="*/ 3 w 40"/>
                      <a:gd name="T23" fmla="*/ 20 h 37"/>
                      <a:gd name="T24" fmla="*/ 9 w 40"/>
                      <a:gd name="T25" fmla="*/ 22 h 37"/>
                      <a:gd name="T26" fmla="*/ 14 w 40"/>
                      <a:gd name="T27" fmla="*/ 24 h 37"/>
                      <a:gd name="T28" fmla="*/ 21 w 40"/>
                      <a:gd name="T29" fmla="*/ 29 h 37"/>
                      <a:gd name="T30" fmla="*/ 17 w 40"/>
                      <a:gd name="T31" fmla="*/ 23 h 37"/>
                      <a:gd name="T32" fmla="*/ 29 w 40"/>
                      <a:gd name="T33" fmla="*/ 2 h 37"/>
                      <a:gd name="T34" fmla="*/ 15 w 40"/>
                      <a:gd name="T35" fmla="*/ 1 h 37"/>
                      <a:gd name="T36" fmla="*/ 11 w 40"/>
                      <a:gd name="T37" fmla="*/ 5 h 37"/>
                      <a:gd name="T38" fmla="*/ 2 w 40"/>
                      <a:gd name="T39" fmla="*/ 20 h 37"/>
                      <a:gd name="T40" fmla="*/ 7 w 40"/>
                      <a:gd name="T41" fmla="*/ 21 h 37"/>
                      <a:gd name="T42" fmla="*/ 13 w 40"/>
                      <a:gd name="T43" fmla="*/ 23 h 37"/>
                      <a:gd name="T44" fmla="*/ 16 w 40"/>
                      <a:gd name="T45" fmla="*/ 25 h 37"/>
                      <a:gd name="T46" fmla="*/ 22 w 40"/>
                      <a:gd name="T47" fmla="*/ 31 h 37"/>
                      <a:gd name="T48" fmla="*/ 24 w 40"/>
                      <a:gd name="T49" fmla="*/ 35 h 37"/>
                      <a:gd name="T50" fmla="*/ 30 w 40"/>
                      <a:gd name="T51" fmla="*/ 31 h 37"/>
                      <a:gd name="T52" fmla="*/ 26 w 40"/>
                      <a:gd name="T53" fmla="*/ 33 h 37"/>
                      <a:gd name="T54" fmla="*/ 22 w 40"/>
                      <a:gd name="T55" fmla="*/ 27 h 37"/>
                      <a:gd name="T56" fmla="*/ 15 w 40"/>
                      <a:gd name="T57" fmla="*/ 22 h 37"/>
                      <a:gd name="T58" fmla="*/ 10 w 40"/>
                      <a:gd name="T59" fmla="*/ 20 h 37"/>
                      <a:gd name="T60" fmla="*/ 4 w 40"/>
                      <a:gd name="T61" fmla="*/ 19 h 37"/>
                      <a:gd name="T62" fmla="*/ 13 w 40"/>
                      <a:gd name="T63" fmla="*/ 6 h 37"/>
                      <a:gd name="T64" fmla="*/ 28 w 40"/>
                      <a:gd name="T65" fmla="*/ 4 h 37"/>
                      <a:gd name="T66" fmla="*/ 37 w 40"/>
                      <a:gd name="T67" fmla="*/ 17 h 37"/>
                      <a:gd name="T68" fmla="*/ 17 w 40"/>
                      <a:gd name="T69" fmla="*/ 23 h 37"/>
                      <a:gd name="T70" fmla="*/ 13 w 40"/>
                      <a:gd name="T71" fmla="*/ 22 h 37"/>
                      <a:gd name="T72" fmla="*/ 8 w 40"/>
                      <a:gd name="T73" fmla="*/ 20 h 37"/>
                      <a:gd name="T74" fmla="*/ 4 w 40"/>
                      <a:gd name="T75" fmla="*/ 19 h 37"/>
                      <a:gd name="T76" fmla="*/ 7 w 40"/>
                      <a:gd name="T77" fmla="*/ 21 h 37"/>
                      <a:gd name="T78" fmla="*/ 13 w 40"/>
                      <a:gd name="T79" fmla="*/ 23 h 37"/>
                      <a:gd name="T80" fmla="*/ 16 w 40"/>
                      <a:gd name="T81" fmla="*/ 25 h 37"/>
                      <a:gd name="T82" fmla="*/ 22 w 40"/>
                      <a:gd name="T83" fmla="*/ 27 h 37"/>
                      <a:gd name="T84" fmla="*/ 17 w 40"/>
                      <a:gd name="T85" fmla="*/ 23 h 37"/>
                      <a:gd name="T86" fmla="*/ 13 w 40"/>
                      <a:gd name="T87" fmla="*/ 22 h 37"/>
                      <a:gd name="T88" fmla="*/ 8 w 40"/>
                      <a:gd name="T89" fmla="*/ 20 h 37"/>
                      <a:gd name="T90" fmla="*/ 4 w 40"/>
                      <a:gd name="T91" fmla="*/ 19 h 37"/>
                      <a:gd name="T92" fmla="*/ 7 w 40"/>
                      <a:gd name="T93" fmla="*/ 21 h 37"/>
                      <a:gd name="T94" fmla="*/ 13 w 40"/>
                      <a:gd name="T95" fmla="*/ 23 h 37"/>
                      <a:gd name="T96" fmla="*/ 16 w 40"/>
                      <a:gd name="T97" fmla="*/ 25 h 37"/>
                      <a:gd name="T98" fmla="*/ 22 w 40"/>
                      <a:gd name="T99" fmla="*/ 27 h 3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40" h="37"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  <a:moveTo>
                          <a:pt x="40" y="15"/>
                        </a:moveTo>
                        <a:cubicBezTo>
                          <a:pt x="40" y="15"/>
                          <a:pt x="37" y="6"/>
                          <a:pt x="29" y="2"/>
                        </a:cubicBezTo>
                        <a:cubicBezTo>
                          <a:pt x="25" y="0"/>
                          <a:pt x="20" y="0"/>
                          <a:pt x="15" y="0"/>
                        </a:cubicBezTo>
                        <a:cubicBezTo>
                          <a:pt x="15" y="1"/>
                          <a:pt x="15" y="1"/>
                          <a:pt x="15" y="1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11" y="5"/>
                          <a:pt x="11" y="5"/>
                          <a:pt x="11" y="5"/>
                        </a:cubicBezTo>
                        <a:cubicBezTo>
                          <a:pt x="0" y="20"/>
                          <a:pt x="0" y="20"/>
                          <a:pt x="0" y="20"/>
                        </a:cubicBezTo>
                        <a:cubicBezTo>
                          <a:pt x="2" y="20"/>
                          <a:pt x="2" y="20"/>
                          <a:pt x="2" y="20"/>
                        </a:cubicBezTo>
                        <a:cubicBezTo>
                          <a:pt x="2" y="20"/>
                          <a:pt x="2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1" y="29"/>
                          <a:pt x="22" y="30"/>
                          <a:pt x="22" y="31"/>
                        </a:cubicBezTo>
                        <a:cubicBezTo>
                          <a:pt x="23" y="32"/>
                          <a:pt x="24" y="33"/>
                          <a:pt x="24" y="35"/>
                        </a:cubicBezTo>
                        <a:cubicBezTo>
                          <a:pt x="24" y="35"/>
                          <a:pt x="24" y="35"/>
                          <a:pt x="24" y="35"/>
                        </a:cubicBezTo>
                        <a:cubicBezTo>
                          <a:pt x="25" y="37"/>
                          <a:pt x="25" y="37"/>
                          <a:pt x="25" y="37"/>
                        </a:cubicBezTo>
                        <a:cubicBezTo>
                          <a:pt x="30" y="31"/>
                          <a:pt x="30" y="31"/>
                          <a:pt x="30" y="31"/>
                        </a:cubicBezTo>
                        <a:cubicBezTo>
                          <a:pt x="40" y="15"/>
                          <a:pt x="40" y="15"/>
                          <a:pt x="40" y="15"/>
                        </a:cubicBezTo>
                        <a:close/>
                        <a:moveTo>
                          <a:pt x="26" y="33"/>
                        </a:moveTo>
                        <a:cubicBezTo>
                          <a:pt x="25" y="31"/>
                          <a:pt x="24" y="30"/>
                          <a:pt x="23" y="29"/>
                        </a:cubicBezTo>
                        <a:cubicBezTo>
                          <a:pt x="23" y="28"/>
                          <a:pt x="22" y="28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13" y="6"/>
                          <a:pt x="13" y="6"/>
                          <a:pt x="13" y="6"/>
                        </a:cubicBezTo>
                        <a:cubicBezTo>
                          <a:pt x="16" y="2"/>
                          <a:pt x="16" y="2"/>
                          <a:pt x="16" y="2"/>
                        </a:cubicBezTo>
                        <a:cubicBezTo>
                          <a:pt x="20" y="2"/>
                          <a:pt x="24" y="2"/>
                          <a:pt x="28" y="4"/>
                        </a:cubicBezTo>
                        <a:cubicBezTo>
                          <a:pt x="35" y="7"/>
                          <a:pt x="38" y="13"/>
                          <a:pt x="38" y="15"/>
                        </a:cubicBezTo>
                        <a:cubicBezTo>
                          <a:pt x="37" y="17"/>
                          <a:pt x="37" y="17"/>
                          <a:pt x="37" y="17"/>
                        </a:cubicBezTo>
                        <a:lnTo>
                          <a:pt x="26" y="33"/>
                        </a:lnTo>
                        <a:close/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  <a:moveTo>
                          <a:pt x="17" y="23"/>
                        </a:moveTo>
                        <a:cubicBezTo>
                          <a:pt x="16" y="23"/>
                          <a:pt x="16" y="23"/>
                          <a:pt x="15" y="22"/>
                        </a:cubicBezTo>
                        <a:cubicBezTo>
                          <a:pt x="15" y="22"/>
                          <a:pt x="14" y="22"/>
                          <a:pt x="13" y="22"/>
                        </a:cubicBezTo>
                        <a:cubicBezTo>
                          <a:pt x="12" y="21"/>
                          <a:pt x="11" y="21"/>
                          <a:pt x="10" y="20"/>
                        </a:cubicBezTo>
                        <a:cubicBezTo>
                          <a:pt x="10" y="20"/>
                          <a:pt x="9" y="20"/>
                          <a:pt x="8" y="20"/>
                        </a:cubicBezTo>
                        <a:cubicBezTo>
                          <a:pt x="7" y="19"/>
                          <a:pt x="5" y="19"/>
                          <a:pt x="4" y="19"/>
                        </a:cubicBezTo>
                        <a:cubicBezTo>
                          <a:pt x="4" y="19"/>
                          <a:pt x="4" y="19"/>
                          <a:pt x="4" y="19"/>
                        </a:cubicBezTo>
                        <a:cubicBezTo>
                          <a:pt x="3" y="20"/>
                          <a:pt x="3" y="20"/>
                          <a:pt x="3" y="20"/>
                        </a:cubicBezTo>
                        <a:cubicBezTo>
                          <a:pt x="3" y="20"/>
                          <a:pt x="5" y="21"/>
                          <a:pt x="7" y="21"/>
                        </a:cubicBezTo>
                        <a:cubicBezTo>
                          <a:pt x="8" y="21"/>
                          <a:pt x="9" y="22"/>
                          <a:pt x="9" y="22"/>
                        </a:cubicBezTo>
                        <a:cubicBezTo>
                          <a:pt x="10" y="22"/>
                          <a:pt x="11" y="23"/>
                          <a:pt x="13" y="23"/>
                        </a:cubicBezTo>
                        <a:cubicBezTo>
                          <a:pt x="13" y="23"/>
                          <a:pt x="14" y="24"/>
                          <a:pt x="14" y="24"/>
                        </a:cubicBezTo>
                        <a:cubicBezTo>
                          <a:pt x="15" y="24"/>
                          <a:pt x="15" y="25"/>
                          <a:pt x="16" y="25"/>
                        </a:cubicBezTo>
                        <a:cubicBezTo>
                          <a:pt x="18" y="26"/>
                          <a:pt x="19" y="27"/>
                          <a:pt x="21" y="29"/>
                        </a:cubicBezTo>
                        <a:cubicBezTo>
                          <a:pt x="22" y="27"/>
                          <a:pt x="22" y="27"/>
                          <a:pt x="22" y="27"/>
                        </a:cubicBezTo>
                        <a:cubicBezTo>
                          <a:pt x="20" y="26"/>
                          <a:pt x="19" y="25"/>
                          <a:pt x="17" y="2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38" name="íṣļïďê"/>
                <p:cNvGrpSpPr/>
                <p:nvPr/>
              </p:nvGrpSpPr>
              <p:grpSpPr>
                <a:xfrm>
                  <a:off x="1416748" y="2456247"/>
                  <a:ext cx="312549" cy="442646"/>
                  <a:chOff x="5698186" y="1950933"/>
                  <a:chExt cx="312549" cy="442646"/>
                </a:xfrm>
              </p:grpSpPr>
              <p:sp>
                <p:nvSpPr>
                  <p:cNvPr id="118" name="iSlïḑê"/>
                  <p:cNvSpPr/>
                  <p:nvPr/>
                </p:nvSpPr>
                <p:spPr bwMode="auto">
                  <a:xfrm>
                    <a:off x="5702945" y="1950933"/>
                    <a:ext cx="307790" cy="442646"/>
                  </a:xfrm>
                  <a:custGeom>
                    <a:avLst/>
                    <a:gdLst>
                      <a:gd name="T0" fmla="*/ 82 w 82"/>
                      <a:gd name="T1" fmla="*/ 118 h 118"/>
                      <a:gd name="T2" fmla="*/ 29 w 82"/>
                      <a:gd name="T3" fmla="*/ 116 h 118"/>
                      <a:gd name="T4" fmla="*/ 47 w 82"/>
                      <a:gd name="T5" fmla="*/ 96 h 118"/>
                      <a:gd name="T6" fmla="*/ 30 w 82"/>
                      <a:gd name="T7" fmla="*/ 1 h 118"/>
                      <a:gd name="T8" fmla="*/ 31 w 82"/>
                      <a:gd name="T9" fmla="*/ 0 h 118"/>
                      <a:gd name="T10" fmla="*/ 59 w 82"/>
                      <a:gd name="T11" fmla="*/ 18 h 118"/>
                      <a:gd name="T12" fmla="*/ 58 w 82"/>
                      <a:gd name="T13" fmla="*/ 20 h 118"/>
                      <a:gd name="T14" fmla="*/ 60 w 82"/>
                      <a:gd name="T15" fmla="*/ 86 h 118"/>
                      <a:gd name="T16" fmla="*/ 79 w 82"/>
                      <a:gd name="T17" fmla="*/ 70 h 118"/>
                      <a:gd name="T18" fmla="*/ 82 w 82"/>
                      <a:gd name="T19" fmla="*/ 118 h 118"/>
                      <a:gd name="T20" fmla="*/ 36 w 82"/>
                      <a:gd name="T21" fmla="*/ 113 h 118"/>
                      <a:gd name="T22" fmla="*/ 79 w 82"/>
                      <a:gd name="T23" fmla="*/ 115 h 118"/>
                      <a:gd name="T24" fmla="*/ 76 w 82"/>
                      <a:gd name="T25" fmla="*/ 76 h 118"/>
                      <a:gd name="T26" fmla="*/ 59 w 82"/>
                      <a:gd name="T27" fmla="*/ 90 h 118"/>
                      <a:gd name="T28" fmla="*/ 59 w 82"/>
                      <a:gd name="T29" fmla="*/ 89 h 118"/>
                      <a:gd name="T30" fmla="*/ 55 w 82"/>
                      <a:gd name="T31" fmla="*/ 19 h 118"/>
                      <a:gd name="T32" fmla="*/ 32 w 82"/>
                      <a:gd name="T33" fmla="*/ 4 h 118"/>
                      <a:gd name="T34" fmla="*/ 50 w 82"/>
                      <a:gd name="T35" fmla="*/ 95 h 118"/>
                      <a:gd name="T36" fmla="*/ 52 w 82"/>
                      <a:gd name="T37" fmla="*/ 96 h 118"/>
                      <a:gd name="T38" fmla="*/ 36 w 82"/>
                      <a:gd name="T39" fmla="*/ 113 h 1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82" h="118">
                        <a:moveTo>
                          <a:pt x="82" y="118"/>
                        </a:moveTo>
                        <a:cubicBezTo>
                          <a:pt x="29" y="116"/>
                          <a:pt x="29" y="116"/>
                          <a:pt x="29" y="116"/>
                        </a:cubicBezTo>
                        <a:cubicBezTo>
                          <a:pt x="47" y="96"/>
                          <a:pt x="47" y="96"/>
                          <a:pt x="47" y="96"/>
                        </a:cubicBezTo>
                        <a:cubicBezTo>
                          <a:pt x="0" y="62"/>
                          <a:pt x="30" y="2"/>
                          <a:pt x="30" y="1"/>
                        </a:cubicBezTo>
                        <a:cubicBezTo>
                          <a:pt x="31" y="0"/>
                          <a:pt x="31" y="0"/>
                          <a:pt x="31" y="0"/>
                        </a:cubicBezTo>
                        <a:cubicBezTo>
                          <a:pt x="59" y="18"/>
                          <a:pt x="59" y="18"/>
                          <a:pt x="59" y="18"/>
                        </a:cubicBezTo>
                        <a:cubicBezTo>
                          <a:pt x="58" y="20"/>
                          <a:pt x="58" y="20"/>
                          <a:pt x="58" y="20"/>
                        </a:cubicBezTo>
                        <a:cubicBezTo>
                          <a:pt x="34" y="53"/>
                          <a:pt x="55" y="80"/>
                          <a:pt x="60" y="86"/>
                        </a:cubicBezTo>
                        <a:cubicBezTo>
                          <a:pt x="79" y="70"/>
                          <a:pt x="79" y="70"/>
                          <a:pt x="79" y="70"/>
                        </a:cubicBezTo>
                        <a:lnTo>
                          <a:pt x="82" y="118"/>
                        </a:lnTo>
                        <a:close/>
                        <a:moveTo>
                          <a:pt x="36" y="113"/>
                        </a:moveTo>
                        <a:cubicBezTo>
                          <a:pt x="79" y="115"/>
                          <a:pt x="79" y="115"/>
                          <a:pt x="79" y="115"/>
                        </a:cubicBezTo>
                        <a:cubicBezTo>
                          <a:pt x="76" y="76"/>
                          <a:pt x="76" y="76"/>
                          <a:pt x="76" y="76"/>
                        </a:cubicBezTo>
                        <a:cubicBezTo>
                          <a:pt x="59" y="90"/>
                          <a:pt x="59" y="90"/>
                          <a:pt x="59" y="90"/>
                        </a:cubicBezTo>
                        <a:cubicBezTo>
                          <a:pt x="59" y="89"/>
                          <a:pt x="59" y="89"/>
                          <a:pt x="59" y="89"/>
                        </a:cubicBezTo>
                        <a:cubicBezTo>
                          <a:pt x="58" y="88"/>
                          <a:pt x="28" y="58"/>
                          <a:pt x="55" y="19"/>
                        </a:cubicBezTo>
                        <a:cubicBezTo>
                          <a:pt x="32" y="4"/>
                          <a:pt x="32" y="4"/>
                          <a:pt x="32" y="4"/>
                        </a:cubicBezTo>
                        <a:cubicBezTo>
                          <a:pt x="28" y="14"/>
                          <a:pt x="7" y="65"/>
                          <a:pt x="50" y="95"/>
                        </a:cubicBezTo>
                        <a:cubicBezTo>
                          <a:pt x="52" y="96"/>
                          <a:pt x="52" y="96"/>
                          <a:pt x="52" y="96"/>
                        </a:cubicBezTo>
                        <a:lnTo>
                          <a:pt x="36" y="11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9" name="îṩļíḑê"/>
                  <p:cNvSpPr/>
                  <p:nvPr/>
                </p:nvSpPr>
                <p:spPr bwMode="auto">
                  <a:xfrm>
                    <a:off x="5698186" y="1954106"/>
                    <a:ext cx="199905" cy="431541"/>
                  </a:xfrm>
                  <a:custGeom>
                    <a:avLst/>
                    <a:gdLst>
                      <a:gd name="T0" fmla="*/ 34 w 53"/>
                      <a:gd name="T1" fmla="*/ 115 h 115"/>
                      <a:gd name="T2" fmla="*/ 22 w 53"/>
                      <a:gd name="T3" fmla="*/ 113 h 115"/>
                      <a:gd name="T4" fmla="*/ 37 w 53"/>
                      <a:gd name="T5" fmla="*/ 96 h 115"/>
                      <a:gd name="T6" fmla="*/ 20 w 53"/>
                      <a:gd name="T7" fmla="*/ 10 h 115"/>
                      <a:gd name="T8" fmla="*/ 21 w 53"/>
                      <a:gd name="T9" fmla="*/ 10 h 115"/>
                      <a:gd name="T10" fmla="*/ 31 w 53"/>
                      <a:gd name="T11" fmla="*/ 0 h 115"/>
                      <a:gd name="T12" fmla="*/ 33 w 53"/>
                      <a:gd name="T13" fmla="*/ 2 h 115"/>
                      <a:gd name="T14" fmla="*/ 23 w 53"/>
                      <a:gd name="T15" fmla="*/ 12 h 115"/>
                      <a:gd name="T16" fmla="*/ 40 w 53"/>
                      <a:gd name="T17" fmla="*/ 94 h 115"/>
                      <a:gd name="T18" fmla="*/ 53 w 53"/>
                      <a:gd name="T19" fmla="*/ 94 h 115"/>
                      <a:gd name="T20" fmla="*/ 34 w 53"/>
                      <a:gd name="T21" fmla="*/ 115 h 115"/>
                      <a:gd name="T22" fmla="*/ 28 w 53"/>
                      <a:gd name="T23" fmla="*/ 111 h 115"/>
                      <a:gd name="T24" fmla="*/ 33 w 53"/>
                      <a:gd name="T25" fmla="*/ 112 h 115"/>
                      <a:gd name="T26" fmla="*/ 46 w 53"/>
                      <a:gd name="T27" fmla="*/ 97 h 115"/>
                      <a:gd name="T28" fmla="*/ 40 w 53"/>
                      <a:gd name="T29" fmla="*/ 97 h 115"/>
                      <a:gd name="T30" fmla="*/ 28 w 53"/>
                      <a:gd name="T31" fmla="*/ 111 h 1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53" h="115">
                        <a:moveTo>
                          <a:pt x="34" y="115"/>
                        </a:moveTo>
                        <a:cubicBezTo>
                          <a:pt x="22" y="113"/>
                          <a:pt x="22" y="113"/>
                          <a:pt x="22" y="113"/>
                        </a:cubicBezTo>
                        <a:cubicBezTo>
                          <a:pt x="37" y="96"/>
                          <a:pt x="37" y="96"/>
                          <a:pt x="37" y="96"/>
                        </a:cubicBezTo>
                        <a:cubicBezTo>
                          <a:pt x="30" y="90"/>
                          <a:pt x="0" y="59"/>
                          <a:pt x="20" y="10"/>
                        </a:cubicBezTo>
                        <a:cubicBezTo>
                          <a:pt x="21" y="10"/>
                          <a:pt x="21" y="10"/>
                          <a:pt x="21" y="10"/>
                        </a:cubicBezTo>
                        <a:cubicBezTo>
                          <a:pt x="31" y="0"/>
                          <a:pt x="31" y="0"/>
                          <a:pt x="31" y="0"/>
                        </a:cubicBezTo>
                        <a:cubicBezTo>
                          <a:pt x="33" y="2"/>
                          <a:pt x="33" y="2"/>
                          <a:pt x="33" y="2"/>
                        </a:cubicBezTo>
                        <a:cubicBezTo>
                          <a:pt x="23" y="12"/>
                          <a:pt x="23" y="12"/>
                          <a:pt x="23" y="12"/>
                        </a:cubicBezTo>
                        <a:cubicBezTo>
                          <a:pt x="3" y="61"/>
                          <a:pt x="36" y="91"/>
                          <a:pt x="40" y="94"/>
                        </a:cubicBezTo>
                        <a:cubicBezTo>
                          <a:pt x="53" y="94"/>
                          <a:pt x="53" y="94"/>
                          <a:pt x="53" y="94"/>
                        </a:cubicBezTo>
                        <a:lnTo>
                          <a:pt x="34" y="115"/>
                        </a:lnTo>
                        <a:close/>
                        <a:moveTo>
                          <a:pt x="28" y="111"/>
                        </a:moveTo>
                        <a:cubicBezTo>
                          <a:pt x="33" y="112"/>
                          <a:pt x="33" y="112"/>
                          <a:pt x="33" y="112"/>
                        </a:cubicBezTo>
                        <a:cubicBezTo>
                          <a:pt x="46" y="97"/>
                          <a:pt x="46" y="97"/>
                          <a:pt x="46" y="97"/>
                        </a:cubicBezTo>
                        <a:cubicBezTo>
                          <a:pt x="40" y="97"/>
                          <a:pt x="40" y="97"/>
                          <a:pt x="40" y="97"/>
                        </a:cubicBezTo>
                        <a:lnTo>
                          <a:pt x="28" y="111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0" name="ï$1ïďé"/>
                  <p:cNvSpPr/>
                  <p:nvPr/>
                </p:nvSpPr>
                <p:spPr bwMode="auto">
                  <a:xfrm>
                    <a:off x="5906023" y="2217473"/>
                    <a:ext cx="90433" cy="44423"/>
                  </a:xfrm>
                  <a:custGeom>
                    <a:avLst/>
                    <a:gdLst>
                      <a:gd name="T0" fmla="*/ 5 w 57"/>
                      <a:gd name="T1" fmla="*/ 28 h 28"/>
                      <a:gd name="T2" fmla="*/ 0 w 57"/>
                      <a:gd name="T3" fmla="*/ 23 h 28"/>
                      <a:gd name="T4" fmla="*/ 24 w 57"/>
                      <a:gd name="T5" fmla="*/ 0 h 28"/>
                      <a:gd name="T6" fmla="*/ 57 w 57"/>
                      <a:gd name="T7" fmla="*/ 0 h 28"/>
                      <a:gd name="T8" fmla="*/ 57 w 57"/>
                      <a:gd name="T9" fmla="*/ 7 h 28"/>
                      <a:gd name="T10" fmla="*/ 28 w 57"/>
                      <a:gd name="T11" fmla="*/ 7 h 28"/>
                      <a:gd name="T12" fmla="*/ 5 w 57"/>
                      <a:gd name="T13" fmla="*/ 28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7" h="28">
                        <a:moveTo>
                          <a:pt x="5" y="28"/>
                        </a:moveTo>
                        <a:lnTo>
                          <a:pt x="0" y="23"/>
                        </a:lnTo>
                        <a:lnTo>
                          <a:pt x="24" y="0"/>
                        </a:lnTo>
                        <a:lnTo>
                          <a:pt x="57" y="0"/>
                        </a:lnTo>
                        <a:lnTo>
                          <a:pt x="57" y="7"/>
                        </a:lnTo>
                        <a:lnTo>
                          <a:pt x="28" y="7"/>
                        </a:lnTo>
                        <a:lnTo>
                          <a:pt x="5" y="2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39" name="ïşḷíḍé"/>
                <p:cNvGrpSpPr/>
                <p:nvPr/>
              </p:nvGrpSpPr>
              <p:grpSpPr>
                <a:xfrm>
                  <a:off x="2170350" y="4994742"/>
                  <a:ext cx="230051" cy="326829"/>
                  <a:chOff x="4382937" y="5523837"/>
                  <a:chExt cx="230051" cy="326829"/>
                </a:xfrm>
              </p:grpSpPr>
              <p:sp>
                <p:nvSpPr>
                  <p:cNvPr id="115" name="išļiḑe"/>
                  <p:cNvSpPr/>
                  <p:nvPr/>
                </p:nvSpPr>
                <p:spPr bwMode="auto">
                  <a:xfrm>
                    <a:off x="4382937" y="5523837"/>
                    <a:ext cx="226877" cy="326829"/>
                  </a:xfrm>
                  <a:custGeom>
                    <a:avLst/>
                    <a:gdLst>
                      <a:gd name="T0" fmla="*/ 0 w 60"/>
                      <a:gd name="T1" fmla="*/ 87 h 87"/>
                      <a:gd name="T2" fmla="*/ 2 w 60"/>
                      <a:gd name="T3" fmla="*/ 50 h 87"/>
                      <a:gd name="T4" fmla="*/ 16 w 60"/>
                      <a:gd name="T5" fmla="*/ 62 h 87"/>
                      <a:gd name="T6" fmla="*/ 17 w 60"/>
                      <a:gd name="T7" fmla="*/ 15 h 87"/>
                      <a:gd name="T8" fmla="*/ 16 w 60"/>
                      <a:gd name="T9" fmla="*/ 14 h 87"/>
                      <a:gd name="T10" fmla="*/ 38 w 60"/>
                      <a:gd name="T11" fmla="*/ 0 h 87"/>
                      <a:gd name="T12" fmla="*/ 38 w 60"/>
                      <a:gd name="T13" fmla="*/ 1 h 87"/>
                      <a:gd name="T14" fmla="*/ 26 w 60"/>
                      <a:gd name="T15" fmla="*/ 70 h 87"/>
                      <a:gd name="T16" fmla="*/ 40 w 60"/>
                      <a:gd name="T17" fmla="*/ 85 h 87"/>
                      <a:gd name="T18" fmla="*/ 0 w 60"/>
                      <a:gd name="T19" fmla="*/ 87 h 87"/>
                      <a:gd name="T20" fmla="*/ 5 w 60"/>
                      <a:gd name="T21" fmla="*/ 56 h 87"/>
                      <a:gd name="T22" fmla="*/ 3 w 60"/>
                      <a:gd name="T23" fmla="*/ 83 h 87"/>
                      <a:gd name="T24" fmla="*/ 33 w 60"/>
                      <a:gd name="T25" fmla="*/ 82 h 87"/>
                      <a:gd name="T26" fmla="*/ 22 w 60"/>
                      <a:gd name="T27" fmla="*/ 70 h 87"/>
                      <a:gd name="T28" fmla="*/ 23 w 60"/>
                      <a:gd name="T29" fmla="*/ 69 h 87"/>
                      <a:gd name="T30" fmla="*/ 36 w 60"/>
                      <a:gd name="T31" fmla="*/ 4 h 87"/>
                      <a:gd name="T32" fmla="*/ 20 w 60"/>
                      <a:gd name="T33" fmla="*/ 14 h 87"/>
                      <a:gd name="T34" fmla="*/ 18 w 60"/>
                      <a:gd name="T35" fmla="*/ 65 h 87"/>
                      <a:gd name="T36" fmla="*/ 17 w 60"/>
                      <a:gd name="T37" fmla="*/ 66 h 87"/>
                      <a:gd name="T38" fmla="*/ 5 w 60"/>
                      <a:gd name="T39" fmla="*/ 56 h 8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60" h="87">
                        <a:moveTo>
                          <a:pt x="0" y="87"/>
                        </a:moveTo>
                        <a:cubicBezTo>
                          <a:pt x="2" y="50"/>
                          <a:pt x="2" y="50"/>
                          <a:pt x="2" y="50"/>
                        </a:cubicBezTo>
                        <a:cubicBezTo>
                          <a:pt x="16" y="62"/>
                          <a:pt x="16" y="62"/>
                          <a:pt x="16" y="62"/>
                        </a:cubicBezTo>
                        <a:cubicBezTo>
                          <a:pt x="20" y="57"/>
                          <a:pt x="35" y="39"/>
                          <a:pt x="17" y="15"/>
                        </a:cubicBezTo>
                        <a:cubicBezTo>
                          <a:pt x="16" y="14"/>
                          <a:pt x="16" y="14"/>
                          <a:pt x="16" y="14"/>
                        </a:cubicBezTo>
                        <a:cubicBezTo>
                          <a:pt x="38" y="0"/>
                          <a:pt x="38" y="0"/>
                          <a:pt x="38" y="0"/>
                        </a:cubicBezTo>
                        <a:cubicBezTo>
                          <a:pt x="38" y="1"/>
                          <a:pt x="38" y="1"/>
                          <a:pt x="38" y="1"/>
                        </a:cubicBezTo>
                        <a:cubicBezTo>
                          <a:pt x="39" y="1"/>
                          <a:pt x="60" y="45"/>
                          <a:pt x="26" y="70"/>
                        </a:cubicBezTo>
                        <a:cubicBezTo>
                          <a:pt x="40" y="85"/>
                          <a:pt x="40" y="85"/>
                          <a:pt x="40" y="85"/>
                        </a:cubicBezTo>
                        <a:lnTo>
                          <a:pt x="0" y="87"/>
                        </a:lnTo>
                        <a:close/>
                        <a:moveTo>
                          <a:pt x="5" y="56"/>
                        </a:moveTo>
                        <a:cubicBezTo>
                          <a:pt x="3" y="83"/>
                          <a:pt x="3" y="83"/>
                          <a:pt x="3" y="83"/>
                        </a:cubicBezTo>
                        <a:cubicBezTo>
                          <a:pt x="33" y="82"/>
                          <a:pt x="33" y="82"/>
                          <a:pt x="33" y="82"/>
                        </a:cubicBezTo>
                        <a:cubicBezTo>
                          <a:pt x="22" y="70"/>
                          <a:pt x="22" y="70"/>
                          <a:pt x="22" y="70"/>
                        </a:cubicBezTo>
                        <a:cubicBezTo>
                          <a:pt x="23" y="69"/>
                          <a:pt x="23" y="69"/>
                          <a:pt x="23" y="69"/>
                        </a:cubicBezTo>
                        <a:cubicBezTo>
                          <a:pt x="53" y="48"/>
                          <a:pt x="40" y="12"/>
                          <a:pt x="36" y="4"/>
                        </a:cubicBezTo>
                        <a:cubicBezTo>
                          <a:pt x="20" y="14"/>
                          <a:pt x="20" y="14"/>
                          <a:pt x="20" y="14"/>
                        </a:cubicBezTo>
                        <a:cubicBezTo>
                          <a:pt x="40" y="42"/>
                          <a:pt x="18" y="65"/>
                          <a:pt x="18" y="65"/>
                        </a:cubicBezTo>
                        <a:cubicBezTo>
                          <a:pt x="17" y="66"/>
                          <a:pt x="17" y="66"/>
                          <a:pt x="17" y="66"/>
                        </a:cubicBezTo>
                        <a:lnTo>
                          <a:pt x="5" y="5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6" name="ïŝḷïḋè"/>
                  <p:cNvSpPr/>
                  <p:nvPr/>
                </p:nvSpPr>
                <p:spPr bwMode="auto">
                  <a:xfrm>
                    <a:off x="4462265" y="5527010"/>
                    <a:ext cx="150723" cy="315723"/>
                  </a:xfrm>
                  <a:custGeom>
                    <a:avLst/>
                    <a:gdLst>
                      <a:gd name="T0" fmla="*/ 15 w 40"/>
                      <a:gd name="T1" fmla="*/ 84 h 84"/>
                      <a:gd name="T2" fmla="*/ 0 w 40"/>
                      <a:gd name="T3" fmla="*/ 68 h 84"/>
                      <a:gd name="T4" fmla="*/ 11 w 40"/>
                      <a:gd name="T5" fmla="*/ 68 h 84"/>
                      <a:gd name="T6" fmla="*/ 22 w 40"/>
                      <a:gd name="T7" fmla="*/ 9 h 84"/>
                      <a:gd name="T8" fmla="*/ 15 w 40"/>
                      <a:gd name="T9" fmla="*/ 2 h 84"/>
                      <a:gd name="T10" fmla="*/ 17 w 40"/>
                      <a:gd name="T11" fmla="*/ 0 h 84"/>
                      <a:gd name="T12" fmla="*/ 25 w 40"/>
                      <a:gd name="T13" fmla="*/ 7 h 84"/>
                      <a:gd name="T14" fmla="*/ 13 w 40"/>
                      <a:gd name="T15" fmla="*/ 70 h 84"/>
                      <a:gd name="T16" fmla="*/ 24 w 40"/>
                      <a:gd name="T17" fmla="*/ 83 h 84"/>
                      <a:gd name="T18" fmla="*/ 15 w 40"/>
                      <a:gd name="T19" fmla="*/ 84 h 84"/>
                      <a:gd name="T20" fmla="*/ 7 w 40"/>
                      <a:gd name="T21" fmla="*/ 71 h 84"/>
                      <a:gd name="T22" fmla="*/ 16 w 40"/>
                      <a:gd name="T23" fmla="*/ 81 h 84"/>
                      <a:gd name="T24" fmla="*/ 18 w 40"/>
                      <a:gd name="T25" fmla="*/ 80 h 84"/>
                      <a:gd name="T26" fmla="*/ 10 w 40"/>
                      <a:gd name="T27" fmla="*/ 71 h 84"/>
                      <a:gd name="T28" fmla="*/ 7 w 40"/>
                      <a:gd name="T29" fmla="*/ 71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0" h="84">
                        <a:moveTo>
                          <a:pt x="15" y="84"/>
                        </a:moveTo>
                        <a:cubicBezTo>
                          <a:pt x="0" y="68"/>
                          <a:pt x="0" y="68"/>
                          <a:pt x="0" y="68"/>
                        </a:cubicBezTo>
                        <a:cubicBezTo>
                          <a:pt x="11" y="68"/>
                          <a:pt x="11" y="68"/>
                          <a:pt x="11" y="68"/>
                        </a:cubicBezTo>
                        <a:cubicBezTo>
                          <a:pt x="14" y="65"/>
                          <a:pt x="37" y="44"/>
                          <a:pt x="22" y="9"/>
                        </a:cubicBezTo>
                        <a:cubicBezTo>
                          <a:pt x="15" y="2"/>
                          <a:pt x="15" y="2"/>
                          <a:pt x="15" y="2"/>
                        </a:cubicBezTo>
                        <a:cubicBezTo>
                          <a:pt x="17" y="0"/>
                          <a:pt x="17" y="0"/>
                          <a:pt x="17" y="0"/>
                        </a:cubicBezTo>
                        <a:cubicBezTo>
                          <a:pt x="25" y="7"/>
                          <a:pt x="25" y="7"/>
                          <a:pt x="25" y="7"/>
                        </a:cubicBezTo>
                        <a:cubicBezTo>
                          <a:pt x="40" y="43"/>
                          <a:pt x="19" y="65"/>
                          <a:pt x="13" y="70"/>
                        </a:cubicBezTo>
                        <a:cubicBezTo>
                          <a:pt x="24" y="83"/>
                          <a:pt x="24" y="83"/>
                          <a:pt x="24" y="83"/>
                        </a:cubicBezTo>
                        <a:lnTo>
                          <a:pt x="15" y="84"/>
                        </a:lnTo>
                        <a:close/>
                        <a:moveTo>
                          <a:pt x="7" y="71"/>
                        </a:moveTo>
                        <a:cubicBezTo>
                          <a:pt x="16" y="81"/>
                          <a:pt x="16" y="81"/>
                          <a:pt x="16" y="81"/>
                        </a:cubicBezTo>
                        <a:cubicBezTo>
                          <a:pt x="18" y="80"/>
                          <a:pt x="18" y="80"/>
                          <a:pt x="18" y="80"/>
                        </a:cubicBezTo>
                        <a:cubicBezTo>
                          <a:pt x="10" y="71"/>
                          <a:pt x="10" y="71"/>
                          <a:pt x="10" y="71"/>
                        </a:cubicBezTo>
                        <a:lnTo>
                          <a:pt x="7" y="71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7" name="ïşḻîďé"/>
                  <p:cNvSpPr/>
                  <p:nvPr/>
                </p:nvSpPr>
                <p:spPr bwMode="auto">
                  <a:xfrm>
                    <a:off x="4394044" y="5715808"/>
                    <a:ext cx="68222" cy="36490"/>
                  </a:xfrm>
                  <a:custGeom>
                    <a:avLst/>
                    <a:gdLst>
                      <a:gd name="T0" fmla="*/ 38 w 43"/>
                      <a:gd name="T1" fmla="*/ 23 h 23"/>
                      <a:gd name="T2" fmla="*/ 22 w 43"/>
                      <a:gd name="T3" fmla="*/ 7 h 23"/>
                      <a:gd name="T4" fmla="*/ 0 w 43"/>
                      <a:gd name="T5" fmla="*/ 7 h 23"/>
                      <a:gd name="T6" fmla="*/ 0 w 43"/>
                      <a:gd name="T7" fmla="*/ 0 h 23"/>
                      <a:gd name="T8" fmla="*/ 24 w 43"/>
                      <a:gd name="T9" fmla="*/ 0 h 23"/>
                      <a:gd name="T10" fmla="*/ 43 w 43"/>
                      <a:gd name="T11" fmla="*/ 18 h 23"/>
                      <a:gd name="T12" fmla="*/ 38 w 43"/>
                      <a:gd name="T13" fmla="*/ 23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43" h="23">
                        <a:moveTo>
                          <a:pt x="38" y="23"/>
                        </a:moveTo>
                        <a:lnTo>
                          <a:pt x="22" y="7"/>
                        </a:ln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24" y="0"/>
                        </a:lnTo>
                        <a:lnTo>
                          <a:pt x="43" y="18"/>
                        </a:lnTo>
                        <a:lnTo>
                          <a:pt x="38" y="2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0" name="iṡ1ïḋê"/>
                <p:cNvGrpSpPr/>
                <p:nvPr/>
              </p:nvGrpSpPr>
              <p:grpSpPr>
                <a:xfrm>
                  <a:off x="1931456" y="1808281"/>
                  <a:ext cx="406156" cy="679041"/>
                  <a:chOff x="5714051" y="2563340"/>
                  <a:chExt cx="406156" cy="679041"/>
                </a:xfrm>
              </p:grpSpPr>
              <p:sp>
                <p:nvSpPr>
                  <p:cNvPr id="101" name="îŝḷîdè"/>
                  <p:cNvSpPr/>
                  <p:nvPr/>
                </p:nvSpPr>
                <p:spPr bwMode="auto">
                  <a:xfrm>
                    <a:off x="5755301" y="2701369"/>
                    <a:ext cx="320483" cy="395049"/>
                  </a:xfrm>
                  <a:custGeom>
                    <a:avLst/>
                    <a:gdLst>
                      <a:gd name="T0" fmla="*/ 57 w 85"/>
                      <a:gd name="T1" fmla="*/ 105 h 105"/>
                      <a:gd name="T2" fmla="*/ 61 w 85"/>
                      <a:gd name="T3" fmla="*/ 71 h 105"/>
                      <a:gd name="T4" fmla="*/ 75 w 85"/>
                      <a:gd name="T5" fmla="*/ 25 h 105"/>
                      <a:gd name="T6" fmla="*/ 50 w 85"/>
                      <a:gd name="T7" fmla="*/ 8 h 105"/>
                      <a:gd name="T8" fmla="*/ 13 w 85"/>
                      <a:gd name="T9" fmla="*/ 16 h 105"/>
                      <a:gd name="T10" fmla="*/ 18 w 85"/>
                      <a:gd name="T11" fmla="*/ 67 h 105"/>
                      <a:gd name="T12" fmla="*/ 29 w 85"/>
                      <a:gd name="T13" fmla="*/ 104 h 105"/>
                      <a:gd name="T14" fmla="*/ 26 w 85"/>
                      <a:gd name="T15" fmla="*/ 104 h 105"/>
                      <a:gd name="T16" fmla="*/ 15 w 85"/>
                      <a:gd name="T17" fmla="*/ 68 h 105"/>
                      <a:gd name="T18" fmla="*/ 10 w 85"/>
                      <a:gd name="T19" fmla="*/ 15 h 105"/>
                      <a:gd name="T20" fmla="*/ 51 w 85"/>
                      <a:gd name="T21" fmla="*/ 5 h 105"/>
                      <a:gd name="T22" fmla="*/ 77 w 85"/>
                      <a:gd name="T23" fmla="*/ 23 h 105"/>
                      <a:gd name="T24" fmla="*/ 64 w 85"/>
                      <a:gd name="T25" fmla="*/ 72 h 105"/>
                      <a:gd name="T26" fmla="*/ 59 w 85"/>
                      <a:gd name="T27" fmla="*/ 103 h 105"/>
                      <a:gd name="T28" fmla="*/ 57 w 85"/>
                      <a:gd name="T29" fmla="*/ 105 h 1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85" h="105">
                        <a:moveTo>
                          <a:pt x="57" y="105"/>
                        </a:moveTo>
                        <a:cubicBezTo>
                          <a:pt x="51" y="100"/>
                          <a:pt x="50" y="86"/>
                          <a:pt x="61" y="71"/>
                        </a:cubicBezTo>
                        <a:cubicBezTo>
                          <a:pt x="62" y="69"/>
                          <a:pt x="82" y="43"/>
                          <a:pt x="75" y="25"/>
                        </a:cubicBezTo>
                        <a:cubicBezTo>
                          <a:pt x="71" y="16"/>
                          <a:pt x="63" y="11"/>
                          <a:pt x="50" y="8"/>
                        </a:cubicBezTo>
                        <a:cubicBezTo>
                          <a:pt x="32" y="4"/>
                          <a:pt x="19" y="7"/>
                          <a:pt x="13" y="16"/>
                        </a:cubicBezTo>
                        <a:cubicBezTo>
                          <a:pt x="4" y="29"/>
                          <a:pt x="8" y="52"/>
                          <a:pt x="18" y="67"/>
                        </a:cubicBezTo>
                        <a:cubicBezTo>
                          <a:pt x="29" y="86"/>
                          <a:pt x="29" y="103"/>
                          <a:pt x="29" y="104"/>
                        </a:cubicBezTo>
                        <a:cubicBezTo>
                          <a:pt x="26" y="104"/>
                          <a:pt x="26" y="104"/>
                          <a:pt x="26" y="104"/>
                        </a:cubicBezTo>
                        <a:cubicBezTo>
                          <a:pt x="26" y="104"/>
                          <a:pt x="26" y="87"/>
                          <a:pt x="15" y="68"/>
                        </a:cubicBezTo>
                        <a:cubicBezTo>
                          <a:pt x="5" y="52"/>
                          <a:pt x="0" y="29"/>
                          <a:pt x="10" y="15"/>
                        </a:cubicBezTo>
                        <a:cubicBezTo>
                          <a:pt x="15" y="7"/>
                          <a:pt x="26" y="0"/>
                          <a:pt x="51" y="5"/>
                        </a:cubicBezTo>
                        <a:cubicBezTo>
                          <a:pt x="65" y="8"/>
                          <a:pt x="74" y="14"/>
                          <a:pt x="77" y="23"/>
                        </a:cubicBezTo>
                        <a:cubicBezTo>
                          <a:pt x="85" y="43"/>
                          <a:pt x="66" y="69"/>
                          <a:pt x="64" y="72"/>
                        </a:cubicBezTo>
                        <a:cubicBezTo>
                          <a:pt x="54" y="85"/>
                          <a:pt x="53" y="98"/>
                          <a:pt x="59" y="103"/>
                        </a:cubicBezTo>
                        <a:lnTo>
                          <a:pt x="57" y="105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2" name="iṥḷíḑé"/>
                  <p:cNvSpPr/>
                  <p:nvPr/>
                </p:nvSpPr>
                <p:spPr bwMode="auto">
                  <a:xfrm>
                    <a:off x="5879052" y="2931419"/>
                    <a:ext cx="71395" cy="157068"/>
                  </a:xfrm>
                  <a:custGeom>
                    <a:avLst/>
                    <a:gdLst>
                      <a:gd name="T0" fmla="*/ 16 w 19"/>
                      <a:gd name="T1" fmla="*/ 42 h 42"/>
                      <a:gd name="T2" fmla="*/ 13 w 19"/>
                      <a:gd name="T3" fmla="*/ 42 h 42"/>
                      <a:gd name="T4" fmla="*/ 8 w 19"/>
                      <a:gd name="T5" fmla="*/ 4 h 42"/>
                      <a:gd name="T6" fmla="*/ 7 w 19"/>
                      <a:gd name="T7" fmla="*/ 3 h 42"/>
                      <a:gd name="T8" fmla="*/ 5 w 19"/>
                      <a:gd name="T9" fmla="*/ 42 h 42"/>
                      <a:gd name="T10" fmla="*/ 2 w 19"/>
                      <a:gd name="T11" fmla="*/ 42 h 42"/>
                      <a:gd name="T12" fmla="*/ 6 w 19"/>
                      <a:gd name="T13" fmla="*/ 1 h 42"/>
                      <a:gd name="T14" fmla="*/ 9 w 19"/>
                      <a:gd name="T15" fmla="*/ 1 h 42"/>
                      <a:gd name="T16" fmla="*/ 16 w 19"/>
                      <a:gd name="T17" fmla="*/ 42 h 4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" h="42">
                        <a:moveTo>
                          <a:pt x="16" y="42"/>
                        </a:moveTo>
                        <a:cubicBezTo>
                          <a:pt x="13" y="42"/>
                          <a:pt x="13" y="42"/>
                          <a:pt x="13" y="42"/>
                        </a:cubicBezTo>
                        <a:cubicBezTo>
                          <a:pt x="14" y="33"/>
                          <a:pt x="14" y="7"/>
                          <a:pt x="8" y="4"/>
                        </a:cubicBezTo>
                        <a:cubicBezTo>
                          <a:pt x="7" y="3"/>
                          <a:pt x="7" y="3"/>
                          <a:pt x="7" y="3"/>
                        </a:cubicBezTo>
                        <a:cubicBezTo>
                          <a:pt x="4" y="5"/>
                          <a:pt x="4" y="25"/>
                          <a:pt x="5" y="42"/>
                        </a:cubicBezTo>
                        <a:cubicBezTo>
                          <a:pt x="2" y="42"/>
                          <a:pt x="2" y="42"/>
                          <a:pt x="2" y="42"/>
                        </a:cubicBezTo>
                        <a:cubicBezTo>
                          <a:pt x="1" y="33"/>
                          <a:pt x="0" y="5"/>
                          <a:pt x="6" y="1"/>
                        </a:cubicBezTo>
                        <a:cubicBezTo>
                          <a:pt x="7" y="0"/>
                          <a:pt x="8" y="0"/>
                          <a:pt x="9" y="1"/>
                        </a:cubicBezTo>
                        <a:cubicBezTo>
                          <a:pt x="19" y="6"/>
                          <a:pt x="16" y="39"/>
                          <a:pt x="16" y="4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3" name="îṣḷíḑê"/>
                  <p:cNvSpPr/>
                  <p:nvPr/>
                </p:nvSpPr>
                <p:spPr bwMode="auto">
                  <a:xfrm>
                    <a:off x="5856841" y="2874304"/>
                    <a:ext cx="109472" cy="109471"/>
                  </a:xfrm>
                  <a:custGeom>
                    <a:avLst/>
                    <a:gdLst>
                      <a:gd name="T0" fmla="*/ 21 w 29"/>
                      <a:gd name="T1" fmla="*/ 29 h 29"/>
                      <a:gd name="T2" fmla="*/ 18 w 29"/>
                      <a:gd name="T3" fmla="*/ 27 h 29"/>
                      <a:gd name="T4" fmla="*/ 26 w 29"/>
                      <a:gd name="T5" fmla="*/ 9 h 29"/>
                      <a:gd name="T6" fmla="*/ 25 w 29"/>
                      <a:gd name="T7" fmla="*/ 7 h 29"/>
                      <a:gd name="T8" fmla="*/ 20 w 29"/>
                      <a:gd name="T9" fmla="*/ 8 h 29"/>
                      <a:gd name="T10" fmla="*/ 10 w 29"/>
                      <a:gd name="T11" fmla="*/ 6 h 29"/>
                      <a:gd name="T12" fmla="*/ 8 w 29"/>
                      <a:gd name="T13" fmla="*/ 4 h 29"/>
                      <a:gd name="T14" fmla="*/ 5 w 29"/>
                      <a:gd name="T15" fmla="*/ 3 h 29"/>
                      <a:gd name="T16" fmla="*/ 3 w 29"/>
                      <a:gd name="T17" fmla="*/ 7 h 29"/>
                      <a:gd name="T18" fmla="*/ 11 w 29"/>
                      <a:gd name="T19" fmla="*/ 26 h 29"/>
                      <a:gd name="T20" fmla="*/ 8 w 29"/>
                      <a:gd name="T21" fmla="*/ 27 h 29"/>
                      <a:gd name="T22" fmla="*/ 0 w 29"/>
                      <a:gd name="T23" fmla="*/ 8 h 29"/>
                      <a:gd name="T24" fmla="*/ 0 w 29"/>
                      <a:gd name="T25" fmla="*/ 7 h 29"/>
                      <a:gd name="T26" fmla="*/ 4 w 29"/>
                      <a:gd name="T27" fmla="*/ 0 h 29"/>
                      <a:gd name="T28" fmla="*/ 9 w 29"/>
                      <a:gd name="T29" fmla="*/ 2 h 29"/>
                      <a:gd name="T30" fmla="*/ 12 w 29"/>
                      <a:gd name="T31" fmla="*/ 5 h 29"/>
                      <a:gd name="T32" fmla="*/ 18 w 29"/>
                      <a:gd name="T33" fmla="*/ 6 h 29"/>
                      <a:gd name="T34" fmla="*/ 27 w 29"/>
                      <a:gd name="T35" fmla="*/ 4 h 29"/>
                      <a:gd name="T36" fmla="*/ 29 w 29"/>
                      <a:gd name="T37" fmla="*/ 9 h 29"/>
                      <a:gd name="T38" fmla="*/ 29 w 29"/>
                      <a:gd name="T39" fmla="*/ 10 h 29"/>
                      <a:gd name="T40" fmla="*/ 21 w 29"/>
                      <a:gd name="T41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29" h="29">
                        <a:moveTo>
                          <a:pt x="21" y="29"/>
                        </a:moveTo>
                        <a:cubicBezTo>
                          <a:pt x="18" y="27"/>
                          <a:pt x="18" y="27"/>
                          <a:pt x="18" y="27"/>
                        </a:cubicBezTo>
                        <a:cubicBezTo>
                          <a:pt x="26" y="9"/>
                          <a:pt x="26" y="9"/>
                          <a:pt x="26" y="9"/>
                        </a:cubicBezTo>
                        <a:cubicBezTo>
                          <a:pt x="26" y="8"/>
                          <a:pt x="26" y="7"/>
                          <a:pt x="25" y="7"/>
                        </a:cubicBezTo>
                        <a:cubicBezTo>
                          <a:pt x="24" y="6"/>
                          <a:pt x="22" y="7"/>
                          <a:pt x="20" y="8"/>
                        </a:cubicBezTo>
                        <a:cubicBezTo>
                          <a:pt x="13" y="12"/>
                          <a:pt x="11" y="9"/>
                          <a:pt x="10" y="6"/>
                        </a:cubicBezTo>
                        <a:cubicBezTo>
                          <a:pt x="9" y="6"/>
                          <a:pt x="8" y="5"/>
                          <a:pt x="8" y="4"/>
                        </a:cubicBezTo>
                        <a:cubicBezTo>
                          <a:pt x="7" y="3"/>
                          <a:pt x="6" y="3"/>
                          <a:pt x="5" y="3"/>
                        </a:cubicBezTo>
                        <a:cubicBezTo>
                          <a:pt x="4" y="4"/>
                          <a:pt x="3" y="6"/>
                          <a:pt x="3" y="7"/>
                        </a:cubicBezTo>
                        <a:cubicBezTo>
                          <a:pt x="11" y="26"/>
                          <a:pt x="11" y="26"/>
                          <a:pt x="11" y="26"/>
                        </a:cubicBezTo>
                        <a:cubicBezTo>
                          <a:pt x="8" y="27"/>
                          <a:pt x="8" y="27"/>
                          <a:pt x="8" y="27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7"/>
                          <a:pt x="1" y="1"/>
                          <a:pt x="4" y="0"/>
                        </a:cubicBezTo>
                        <a:cubicBezTo>
                          <a:pt x="6" y="0"/>
                          <a:pt x="7" y="0"/>
                          <a:pt x="9" y="2"/>
                        </a:cubicBezTo>
                        <a:cubicBezTo>
                          <a:pt x="11" y="3"/>
                          <a:pt x="11" y="4"/>
                          <a:pt x="12" y="5"/>
                        </a:cubicBezTo>
                        <a:cubicBezTo>
                          <a:pt x="14" y="7"/>
                          <a:pt x="14" y="8"/>
                          <a:pt x="18" y="6"/>
                        </a:cubicBezTo>
                        <a:cubicBezTo>
                          <a:pt x="22" y="4"/>
                          <a:pt x="25" y="3"/>
                          <a:pt x="27" y="4"/>
                        </a:cubicBezTo>
                        <a:cubicBezTo>
                          <a:pt x="28" y="5"/>
                          <a:pt x="29" y="7"/>
                          <a:pt x="29" y="9"/>
                        </a:cubicBezTo>
                        <a:cubicBezTo>
                          <a:pt x="29" y="10"/>
                          <a:pt x="29" y="10"/>
                          <a:pt x="29" y="10"/>
                        </a:cubicBezTo>
                        <a:lnTo>
                          <a:pt x="21" y="2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4" name="íSļiďê"/>
                  <p:cNvSpPr/>
                  <p:nvPr/>
                </p:nvSpPr>
                <p:spPr bwMode="auto">
                  <a:xfrm>
                    <a:off x="5826696" y="3080555"/>
                    <a:ext cx="169761" cy="49182"/>
                  </a:xfrm>
                  <a:custGeom>
                    <a:avLst/>
                    <a:gdLst>
                      <a:gd name="T0" fmla="*/ 23 w 45"/>
                      <a:gd name="T1" fmla="*/ 13 h 13"/>
                      <a:gd name="T2" fmla="*/ 0 w 45"/>
                      <a:gd name="T3" fmla="*/ 7 h 13"/>
                      <a:gd name="T4" fmla="*/ 0 w 45"/>
                      <a:gd name="T5" fmla="*/ 4 h 13"/>
                      <a:gd name="T6" fmla="*/ 19 w 45"/>
                      <a:gd name="T7" fmla="*/ 0 h 13"/>
                      <a:gd name="T8" fmla="*/ 41 w 45"/>
                      <a:gd name="T9" fmla="*/ 1 h 13"/>
                      <a:gd name="T10" fmla="*/ 45 w 45"/>
                      <a:gd name="T11" fmla="*/ 6 h 13"/>
                      <a:gd name="T12" fmla="*/ 44 w 45"/>
                      <a:gd name="T13" fmla="*/ 9 h 13"/>
                      <a:gd name="T14" fmla="*/ 23 w 45"/>
                      <a:gd name="T15" fmla="*/ 13 h 13"/>
                      <a:gd name="T16" fmla="*/ 19 w 45"/>
                      <a:gd name="T17" fmla="*/ 3 h 13"/>
                      <a:gd name="T18" fmla="*/ 3 w 45"/>
                      <a:gd name="T19" fmla="*/ 6 h 13"/>
                      <a:gd name="T20" fmla="*/ 23 w 45"/>
                      <a:gd name="T21" fmla="*/ 10 h 13"/>
                      <a:gd name="T22" fmla="*/ 42 w 45"/>
                      <a:gd name="T23" fmla="*/ 7 h 13"/>
                      <a:gd name="T24" fmla="*/ 42 w 45"/>
                      <a:gd name="T25" fmla="*/ 6 h 13"/>
                      <a:gd name="T26" fmla="*/ 41 w 45"/>
                      <a:gd name="T27" fmla="*/ 4 h 13"/>
                      <a:gd name="T28" fmla="*/ 19 w 45"/>
                      <a:gd name="T29" fmla="*/ 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5" h="13">
                        <a:moveTo>
                          <a:pt x="23" y="13"/>
                        </a:moveTo>
                        <a:cubicBezTo>
                          <a:pt x="18" y="13"/>
                          <a:pt x="2" y="13"/>
                          <a:pt x="0" y="7"/>
                        </a:cubicBezTo>
                        <a:cubicBezTo>
                          <a:pt x="0" y="6"/>
                          <a:pt x="0" y="5"/>
                          <a:pt x="0" y="4"/>
                        </a:cubicBezTo>
                        <a:cubicBezTo>
                          <a:pt x="1" y="3"/>
                          <a:pt x="4" y="0"/>
                          <a:pt x="19" y="0"/>
                        </a:cubicBezTo>
                        <a:cubicBezTo>
                          <a:pt x="25" y="0"/>
                          <a:pt x="32" y="1"/>
                          <a:pt x="41" y="1"/>
                        </a:cubicBezTo>
                        <a:cubicBezTo>
                          <a:pt x="43" y="2"/>
                          <a:pt x="45" y="3"/>
                          <a:pt x="45" y="6"/>
                        </a:cubicBezTo>
                        <a:cubicBezTo>
                          <a:pt x="45" y="7"/>
                          <a:pt x="45" y="8"/>
                          <a:pt x="44" y="9"/>
                        </a:cubicBezTo>
                        <a:cubicBezTo>
                          <a:pt x="41" y="12"/>
                          <a:pt x="31" y="13"/>
                          <a:pt x="23" y="13"/>
                        </a:cubicBezTo>
                        <a:close/>
                        <a:moveTo>
                          <a:pt x="19" y="3"/>
                        </a:moveTo>
                        <a:cubicBezTo>
                          <a:pt x="4" y="3"/>
                          <a:pt x="3" y="6"/>
                          <a:pt x="3" y="6"/>
                        </a:cubicBezTo>
                        <a:cubicBezTo>
                          <a:pt x="3" y="8"/>
                          <a:pt x="11" y="10"/>
                          <a:pt x="23" y="10"/>
                        </a:cubicBezTo>
                        <a:cubicBezTo>
                          <a:pt x="32" y="10"/>
                          <a:pt x="40" y="9"/>
                          <a:pt x="42" y="7"/>
                        </a:cubicBezTo>
                        <a:cubicBezTo>
                          <a:pt x="42" y="7"/>
                          <a:pt x="42" y="6"/>
                          <a:pt x="42" y="6"/>
                        </a:cubicBezTo>
                        <a:cubicBezTo>
                          <a:pt x="42" y="5"/>
                          <a:pt x="41" y="5"/>
                          <a:pt x="41" y="4"/>
                        </a:cubicBezTo>
                        <a:cubicBezTo>
                          <a:pt x="32" y="4"/>
                          <a:pt x="25" y="3"/>
                          <a:pt x="19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5" name="ïṣliḍé"/>
                  <p:cNvSpPr/>
                  <p:nvPr/>
                </p:nvSpPr>
                <p:spPr bwMode="auto">
                  <a:xfrm>
                    <a:off x="5826696" y="3118632"/>
                    <a:ext cx="169761" cy="49182"/>
                  </a:xfrm>
                  <a:custGeom>
                    <a:avLst/>
                    <a:gdLst>
                      <a:gd name="T0" fmla="*/ 23 w 45"/>
                      <a:gd name="T1" fmla="*/ 13 h 13"/>
                      <a:gd name="T2" fmla="*/ 0 w 45"/>
                      <a:gd name="T3" fmla="*/ 6 h 13"/>
                      <a:gd name="T4" fmla="*/ 0 w 45"/>
                      <a:gd name="T5" fmla="*/ 4 h 13"/>
                      <a:gd name="T6" fmla="*/ 19 w 45"/>
                      <a:gd name="T7" fmla="*/ 0 h 13"/>
                      <a:gd name="T8" fmla="*/ 41 w 45"/>
                      <a:gd name="T9" fmla="*/ 1 h 13"/>
                      <a:gd name="T10" fmla="*/ 45 w 45"/>
                      <a:gd name="T11" fmla="*/ 6 h 13"/>
                      <a:gd name="T12" fmla="*/ 44 w 45"/>
                      <a:gd name="T13" fmla="*/ 8 h 13"/>
                      <a:gd name="T14" fmla="*/ 23 w 45"/>
                      <a:gd name="T15" fmla="*/ 13 h 13"/>
                      <a:gd name="T16" fmla="*/ 19 w 45"/>
                      <a:gd name="T17" fmla="*/ 3 h 13"/>
                      <a:gd name="T18" fmla="*/ 3 w 45"/>
                      <a:gd name="T19" fmla="*/ 5 h 13"/>
                      <a:gd name="T20" fmla="*/ 23 w 45"/>
                      <a:gd name="T21" fmla="*/ 10 h 13"/>
                      <a:gd name="T22" fmla="*/ 42 w 45"/>
                      <a:gd name="T23" fmla="*/ 6 h 13"/>
                      <a:gd name="T24" fmla="*/ 42 w 45"/>
                      <a:gd name="T25" fmla="*/ 6 h 13"/>
                      <a:gd name="T26" fmla="*/ 41 w 45"/>
                      <a:gd name="T27" fmla="*/ 4 h 13"/>
                      <a:gd name="T28" fmla="*/ 19 w 45"/>
                      <a:gd name="T29" fmla="*/ 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5" h="13">
                        <a:moveTo>
                          <a:pt x="23" y="13"/>
                        </a:moveTo>
                        <a:cubicBezTo>
                          <a:pt x="18" y="13"/>
                          <a:pt x="2" y="12"/>
                          <a:pt x="0" y="6"/>
                        </a:cubicBezTo>
                        <a:cubicBezTo>
                          <a:pt x="0" y="6"/>
                          <a:pt x="0" y="5"/>
                          <a:pt x="0" y="4"/>
                        </a:cubicBezTo>
                        <a:cubicBezTo>
                          <a:pt x="1" y="2"/>
                          <a:pt x="4" y="0"/>
                          <a:pt x="19" y="0"/>
                        </a:cubicBezTo>
                        <a:cubicBezTo>
                          <a:pt x="25" y="0"/>
                          <a:pt x="32" y="0"/>
                          <a:pt x="41" y="1"/>
                        </a:cubicBezTo>
                        <a:cubicBezTo>
                          <a:pt x="43" y="1"/>
                          <a:pt x="45" y="3"/>
                          <a:pt x="45" y="6"/>
                        </a:cubicBezTo>
                        <a:cubicBezTo>
                          <a:pt x="45" y="7"/>
                          <a:pt x="45" y="8"/>
                          <a:pt x="44" y="8"/>
                        </a:cubicBezTo>
                        <a:cubicBezTo>
                          <a:pt x="41" y="12"/>
                          <a:pt x="31" y="13"/>
                          <a:pt x="23" y="13"/>
                        </a:cubicBezTo>
                        <a:close/>
                        <a:moveTo>
                          <a:pt x="19" y="3"/>
                        </a:moveTo>
                        <a:cubicBezTo>
                          <a:pt x="4" y="3"/>
                          <a:pt x="3" y="5"/>
                          <a:pt x="3" y="5"/>
                        </a:cubicBezTo>
                        <a:cubicBezTo>
                          <a:pt x="3" y="7"/>
                          <a:pt x="11" y="10"/>
                          <a:pt x="23" y="10"/>
                        </a:cubicBezTo>
                        <a:cubicBezTo>
                          <a:pt x="32" y="10"/>
                          <a:pt x="40" y="8"/>
                          <a:pt x="42" y="6"/>
                        </a:cubicBezTo>
                        <a:cubicBezTo>
                          <a:pt x="42" y="6"/>
                          <a:pt x="42" y="6"/>
                          <a:pt x="42" y="6"/>
                        </a:cubicBezTo>
                        <a:cubicBezTo>
                          <a:pt x="42" y="4"/>
                          <a:pt x="41" y="4"/>
                          <a:pt x="41" y="4"/>
                        </a:cubicBezTo>
                        <a:cubicBezTo>
                          <a:pt x="32" y="3"/>
                          <a:pt x="25" y="3"/>
                          <a:pt x="19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6" name="ïsľíḋe"/>
                  <p:cNvSpPr/>
                  <p:nvPr/>
                </p:nvSpPr>
                <p:spPr bwMode="auto">
                  <a:xfrm>
                    <a:off x="5826696" y="3156709"/>
                    <a:ext cx="169761" cy="44423"/>
                  </a:xfrm>
                  <a:custGeom>
                    <a:avLst/>
                    <a:gdLst>
                      <a:gd name="T0" fmla="*/ 23 w 45"/>
                      <a:gd name="T1" fmla="*/ 12 h 12"/>
                      <a:gd name="T2" fmla="*/ 0 w 45"/>
                      <a:gd name="T3" fmla="*/ 6 h 12"/>
                      <a:gd name="T4" fmla="*/ 0 w 45"/>
                      <a:gd name="T5" fmla="*/ 4 h 12"/>
                      <a:gd name="T6" fmla="*/ 19 w 45"/>
                      <a:gd name="T7" fmla="*/ 0 h 12"/>
                      <a:gd name="T8" fmla="*/ 41 w 45"/>
                      <a:gd name="T9" fmla="*/ 1 h 12"/>
                      <a:gd name="T10" fmla="*/ 45 w 45"/>
                      <a:gd name="T11" fmla="*/ 6 h 12"/>
                      <a:gd name="T12" fmla="*/ 44 w 45"/>
                      <a:gd name="T13" fmla="*/ 8 h 12"/>
                      <a:gd name="T14" fmla="*/ 23 w 45"/>
                      <a:gd name="T15" fmla="*/ 12 h 12"/>
                      <a:gd name="T16" fmla="*/ 19 w 45"/>
                      <a:gd name="T17" fmla="*/ 3 h 12"/>
                      <a:gd name="T18" fmla="*/ 3 w 45"/>
                      <a:gd name="T19" fmla="*/ 5 h 12"/>
                      <a:gd name="T20" fmla="*/ 23 w 45"/>
                      <a:gd name="T21" fmla="*/ 9 h 12"/>
                      <a:gd name="T22" fmla="*/ 42 w 45"/>
                      <a:gd name="T23" fmla="*/ 6 h 12"/>
                      <a:gd name="T24" fmla="*/ 42 w 45"/>
                      <a:gd name="T25" fmla="*/ 6 h 12"/>
                      <a:gd name="T26" fmla="*/ 41 w 45"/>
                      <a:gd name="T27" fmla="*/ 4 h 12"/>
                      <a:gd name="T28" fmla="*/ 19 w 45"/>
                      <a:gd name="T29" fmla="*/ 3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</a:cxnLst>
                    <a:rect l="0" t="0" r="r" b="b"/>
                    <a:pathLst>
                      <a:path w="45" h="12">
                        <a:moveTo>
                          <a:pt x="23" y="12"/>
                        </a:moveTo>
                        <a:cubicBezTo>
                          <a:pt x="18" y="12"/>
                          <a:pt x="2" y="12"/>
                          <a:pt x="0" y="6"/>
                        </a:cubicBezTo>
                        <a:cubicBezTo>
                          <a:pt x="0" y="6"/>
                          <a:pt x="0" y="5"/>
                          <a:pt x="0" y="4"/>
                        </a:cubicBezTo>
                        <a:cubicBezTo>
                          <a:pt x="1" y="2"/>
                          <a:pt x="4" y="0"/>
                          <a:pt x="19" y="0"/>
                        </a:cubicBezTo>
                        <a:cubicBezTo>
                          <a:pt x="25" y="0"/>
                          <a:pt x="32" y="0"/>
                          <a:pt x="41" y="1"/>
                        </a:cubicBezTo>
                        <a:cubicBezTo>
                          <a:pt x="43" y="1"/>
                          <a:pt x="45" y="2"/>
                          <a:pt x="45" y="6"/>
                        </a:cubicBezTo>
                        <a:cubicBezTo>
                          <a:pt x="45" y="6"/>
                          <a:pt x="45" y="7"/>
                          <a:pt x="44" y="8"/>
                        </a:cubicBezTo>
                        <a:cubicBezTo>
                          <a:pt x="41" y="11"/>
                          <a:pt x="31" y="12"/>
                          <a:pt x="23" y="12"/>
                        </a:cubicBezTo>
                        <a:close/>
                        <a:moveTo>
                          <a:pt x="19" y="3"/>
                        </a:moveTo>
                        <a:cubicBezTo>
                          <a:pt x="4" y="3"/>
                          <a:pt x="3" y="5"/>
                          <a:pt x="3" y="5"/>
                        </a:cubicBezTo>
                        <a:cubicBezTo>
                          <a:pt x="3" y="7"/>
                          <a:pt x="11" y="9"/>
                          <a:pt x="23" y="9"/>
                        </a:cubicBezTo>
                        <a:cubicBezTo>
                          <a:pt x="32" y="9"/>
                          <a:pt x="40" y="8"/>
                          <a:pt x="42" y="6"/>
                        </a:cubicBezTo>
                        <a:cubicBezTo>
                          <a:pt x="42" y="6"/>
                          <a:pt x="42" y="6"/>
                          <a:pt x="42" y="6"/>
                        </a:cubicBezTo>
                        <a:cubicBezTo>
                          <a:pt x="42" y="4"/>
                          <a:pt x="41" y="4"/>
                          <a:pt x="41" y="4"/>
                        </a:cubicBezTo>
                        <a:cubicBezTo>
                          <a:pt x="32" y="3"/>
                          <a:pt x="25" y="3"/>
                          <a:pt x="19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7" name="ïṣḷide"/>
                  <p:cNvSpPr/>
                  <p:nvPr/>
                </p:nvSpPr>
                <p:spPr bwMode="auto">
                  <a:xfrm>
                    <a:off x="5883811" y="3193199"/>
                    <a:ext cx="71395" cy="49182"/>
                  </a:xfrm>
                  <a:custGeom>
                    <a:avLst/>
                    <a:gdLst>
                      <a:gd name="T0" fmla="*/ 9 w 19"/>
                      <a:gd name="T1" fmla="*/ 13 h 13"/>
                      <a:gd name="T2" fmla="*/ 9 w 19"/>
                      <a:gd name="T3" fmla="*/ 13 h 13"/>
                      <a:gd name="T4" fmla="*/ 0 w 19"/>
                      <a:gd name="T5" fmla="*/ 1 h 13"/>
                      <a:gd name="T6" fmla="*/ 3 w 19"/>
                      <a:gd name="T7" fmla="*/ 0 h 13"/>
                      <a:gd name="T8" fmla="*/ 9 w 19"/>
                      <a:gd name="T9" fmla="*/ 10 h 13"/>
                      <a:gd name="T10" fmla="*/ 9 w 19"/>
                      <a:gd name="T11" fmla="*/ 10 h 13"/>
                      <a:gd name="T12" fmla="*/ 16 w 19"/>
                      <a:gd name="T13" fmla="*/ 0 h 13"/>
                      <a:gd name="T14" fmla="*/ 19 w 19"/>
                      <a:gd name="T15" fmla="*/ 1 h 13"/>
                      <a:gd name="T16" fmla="*/ 9 w 19"/>
                      <a:gd name="T17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" h="13">
                        <a:moveTo>
                          <a:pt x="9" y="13"/>
                        </a:moveTo>
                        <a:cubicBezTo>
                          <a:pt x="9" y="13"/>
                          <a:pt x="9" y="13"/>
                          <a:pt x="9" y="13"/>
                        </a:cubicBezTo>
                        <a:cubicBezTo>
                          <a:pt x="4" y="12"/>
                          <a:pt x="0" y="2"/>
                          <a:pt x="0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4" y="4"/>
                          <a:pt x="7" y="10"/>
                          <a:pt x="9" y="10"/>
                        </a:cubicBezTo>
                        <a:cubicBezTo>
                          <a:pt x="9" y="10"/>
                          <a:pt x="9" y="10"/>
                          <a:pt x="9" y="10"/>
                        </a:cubicBezTo>
                        <a:cubicBezTo>
                          <a:pt x="10" y="10"/>
                          <a:pt x="13" y="9"/>
                          <a:pt x="16" y="0"/>
                        </a:cubicBezTo>
                        <a:cubicBezTo>
                          <a:pt x="19" y="1"/>
                          <a:pt x="19" y="1"/>
                          <a:pt x="19" y="1"/>
                        </a:cubicBezTo>
                        <a:cubicBezTo>
                          <a:pt x="16" y="9"/>
                          <a:pt x="13" y="13"/>
                          <a:pt x="9" y="1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8" name="íṥ1iḍé"/>
                  <p:cNvSpPr/>
                  <p:nvPr/>
                </p:nvSpPr>
                <p:spPr bwMode="auto">
                  <a:xfrm>
                    <a:off x="5714051" y="2610936"/>
                    <a:ext cx="90433" cy="98366"/>
                  </a:xfrm>
                  <a:custGeom>
                    <a:avLst/>
                    <a:gdLst>
                      <a:gd name="T0" fmla="*/ 21 w 24"/>
                      <a:gd name="T1" fmla="*/ 26 h 26"/>
                      <a:gd name="T2" fmla="*/ 0 w 24"/>
                      <a:gd name="T3" fmla="*/ 3 h 26"/>
                      <a:gd name="T4" fmla="*/ 1 w 24"/>
                      <a:gd name="T5" fmla="*/ 0 h 26"/>
                      <a:gd name="T6" fmla="*/ 24 w 24"/>
                      <a:gd name="T7" fmla="*/ 24 h 26"/>
                      <a:gd name="T8" fmla="*/ 21 w 24"/>
                      <a:gd name="T9" fmla="*/ 26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4" h="26">
                        <a:moveTo>
                          <a:pt x="21" y="26"/>
                        </a:moveTo>
                        <a:cubicBezTo>
                          <a:pt x="21" y="26"/>
                          <a:pt x="11" y="5"/>
                          <a:pt x="0" y="3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13" y="2"/>
                          <a:pt x="23" y="24"/>
                          <a:pt x="24" y="24"/>
                        </a:cubicBezTo>
                        <a:lnTo>
                          <a:pt x="21" y="2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9" name="îṥliḍê"/>
                  <p:cNvSpPr/>
                  <p:nvPr/>
                </p:nvSpPr>
                <p:spPr bwMode="auto">
                  <a:xfrm>
                    <a:off x="5837802" y="2607763"/>
                    <a:ext cx="30145" cy="82500"/>
                  </a:xfrm>
                  <a:custGeom>
                    <a:avLst/>
                    <a:gdLst>
                      <a:gd name="T0" fmla="*/ 5 w 8"/>
                      <a:gd name="T1" fmla="*/ 22 h 22"/>
                      <a:gd name="T2" fmla="*/ 0 w 8"/>
                      <a:gd name="T3" fmla="*/ 4 h 22"/>
                      <a:gd name="T4" fmla="*/ 1 w 8"/>
                      <a:gd name="T5" fmla="*/ 4 h 22"/>
                      <a:gd name="T6" fmla="*/ 1 w 8"/>
                      <a:gd name="T7" fmla="*/ 1 h 22"/>
                      <a:gd name="T8" fmla="*/ 8 w 8"/>
                      <a:gd name="T9" fmla="*/ 21 h 22"/>
                      <a:gd name="T10" fmla="*/ 5 w 8"/>
                      <a:gd name="T11" fmla="*/ 22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8" h="22">
                        <a:moveTo>
                          <a:pt x="5" y="22"/>
                        </a:moveTo>
                        <a:cubicBezTo>
                          <a:pt x="3" y="14"/>
                          <a:pt x="1" y="5"/>
                          <a:pt x="0" y="4"/>
                        </a:cubicBezTo>
                        <a:cubicBezTo>
                          <a:pt x="0" y="4"/>
                          <a:pt x="1" y="4"/>
                          <a:pt x="1" y="4"/>
                        </a:cubicBezTo>
                        <a:cubicBezTo>
                          <a:pt x="1" y="1"/>
                          <a:pt x="1" y="1"/>
                          <a:pt x="1" y="1"/>
                        </a:cubicBezTo>
                        <a:cubicBezTo>
                          <a:pt x="2" y="1"/>
                          <a:pt x="4" y="0"/>
                          <a:pt x="8" y="21"/>
                        </a:cubicBezTo>
                        <a:lnTo>
                          <a:pt x="5" y="22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0" name="iṩḷïḑè"/>
                  <p:cNvSpPr/>
                  <p:nvPr/>
                </p:nvSpPr>
                <p:spPr bwMode="auto">
                  <a:xfrm>
                    <a:off x="5909196" y="2563340"/>
                    <a:ext cx="30145" cy="126924"/>
                  </a:xfrm>
                  <a:custGeom>
                    <a:avLst/>
                    <a:gdLst>
                      <a:gd name="T0" fmla="*/ 3 w 8"/>
                      <a:gd name="T1" fmla="*/ 34 h 34"/>
                      <a:gd name="T2" fmla="*/ 6 w 8"/>
                      <a:gd name="T3" fmla="*/ 0 h 34"/>
                      <a:gd name="T4" fmla="*/ 8 w 8"/>
                      <a:gd name="T5" fmla="*/ 1 h 34"/>
                      <a:gd name="T6" fmla="*/ 6 w 8"/>
                      <a:gd name="T7" fmla="*/ 33 h 34"/>
                      <a:gd name="T8" fmla="*/ 3 w 8"/>
                      <a:gd name="T9" fmla="*/ 34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8" h="34">
                        <a:moveTo>
                          <a:pt x="3" y="34"/>
                        </a:moveTo>
                        <a:cubicBezTo>
                          <a:pt x="3" y="31"/>
                          <a:pt x="0" y="6"/>
                          <a:pt x="6" y="0"/>
                        </a:cubicBezTo>
                        <a:cubicBezTo>
                          <a:pt x="8" y="1"/>
                          <a:pt x="8" y="1"/>
                          <a:pt x="8" y="1"/>
                        </a:cubicBezTo>
                        <a:cubicBezTo>
                          <a:pt x="4" y="6"/>
                          <a:pt x="5" y="26"/>
                          <a:pt x="6" y="33"/>
                        </a:cubicBezTo>
                        <a:lnTo>
                          <a:pt x="3" y="34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1" name="iş1iḍé"/>
                  <p:cNvSpPr/>
                  <p:nvPr/>
                </p:nvSpPr>
                <p:spPr bwMode="auto">
                  <a:xfrm>
                    <a:off x="5969484" y="2629975"/>
                    <a:ext cx="34904" cy="68221"/>
                  </a:xfrm>
                  <a:custGeom>
                    <a:avLst/>
                    <a:gdLst>
                      <a:gd name="T0" fmla="*/ 3 w 9"/>
                      <a:gd name="T1" fmla="*/ 18 h 18"/>
                      <a:gd name="T2" fmla="*/ 0 w 9"/>
                      <a:gd name="T3" fmla="*/ 18 h 18"/>
                      <a:gd name="T4" fmla="*/ 8 w 9"/>
                      <a:gd name="T5" fmla="*/ 0 h 18"/>
                      <a:gd name="T6" fmla="*/ 9 w 9"/>
                      <a:gd name="T7" fmla="*/ 3 h 18"/>
                      <a:gd name="T8" fmla="*/ 3 w 9"/>
                      <a:gd name="T9" fmla="*/ 18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" h="18">
                        <a:moveTo>
                          <a:pt x="3" y="18"/>
                        </a:moveTo>
                        <a:cubicBezTo>
                          <a:pt x="0" y="18"/>
                          <a:pt x="0" y="18"/>
                          <a:pt x="0" y="18"/>
                        </a:cubicBezTo>
                        <a:cubicBezTo>
                          <a:pt x="1" y="15"/>
                          <a:pt x="3" y="1"/>
                          <a:pt x="8" y="0"/>
                        </a:cubicBezTo>
                        <a:cubicBezTo>
                          <a:pt x="9" y="3"/>
                          <a:pt x="9" y="3"/>
                          <a:pt x="9" y="3"/>
                        </a:cubicBezTo>
                        <a:cubicBezTo>
                          <a:pt x="6" y="4"/>
                          <a:pt x="4" y="12"/>
                          <a:pt x="3" y="18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2" name="í$ľîḑe"/>
                  <p:cNvSpPr/>
                  <p:nvPr/>
                </p:nvSpPr>
                <p:spPr bwMode="auto">
                  <a:xfrm>
                    <a:off x="6023427" y="2656946"/>
                    <a:ext cx="96780" cy="66635"/>
                  </a:xfrm>
                  <a:custGeom>
                    <a:avLst/>
                    <a:gdLst>
                      <a:gd name="T0" fmla="*/ 3 w 26"/>
                      <a:gd name="T1" fmla="*/ 18 h 18"/>
                      <a:gd name="T2" fmla="*/ 0 w 26"/>
                      <a:gd name="T3" fmla="*/ 16 h 18"/>
                      <a:gd name="T4" fmla="*/ 26 w 26"/>
                      <a:gd name="T5" fmla="*/ 1 h 18"/>
                      <a:gd name="T6" fmla="*/ 25 w 26"/>
                      <a:gd name="T7" fmla="*/ 4 h 18"/>
                      <a:gd name="T8" fmla="*/ 3 w 26"/>
                      <a:gd name="T9" fmla="*/ 18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8">
                        <a:moveTo>
                          <a:pt x="3" y="18"/>
                        </a:moveTo>
                        <a:cubicBezTo>
                          <a:pt x="0" y="16"/>
                          <a:pt x="0" y="16"/>
                          <a:pt x="0" y="16"/>
                        </a:cubicBezTo>
                        <a:cubicBezTo>
                          <a:pt x="1" y="15"/>
                          <a:pt x="14" y="0"/>
                          <a:pt x="26" y="1"/>
                        </a:cubicBezTo>
                        <a:cubicBezTo>
                          <a:pt x="25" y="4"/>
                          <a:pt x="25" y="4"/>
                          <a:pt x="25" y="4"/>
                        </a:cubicBezTo>
                        <a:cubicBezTo>
                          <a:pt x="16" y="3"/>
                          <a:pt x="3" y="18"/>
                          <a:pt x="3" y="18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3" name="ïsḻíḑè"/>
                  <p:cNvSpPr/>
                  <p:nvPr/>
                </p:nvSpPr>
                <p:spPr bwMode="auto">
                  <a:xfrm>
                    <a:off x="6056745" y="2736273"/>
                    <a:ext cx="44423" cy="22212"/>
                  </a:xfrm>
                  <a:custGeom>
                    <a:avLst/>
                    <a:gdLst>
                      <a:gd name="T0" fmla="*/ 2 w 12"/>
                      <a:gd name="T1" fmla="*/ 6 h 6"/>
                      <a:gd name="T2" fmla="*/ 0 w 12"/>
                      <a:gd name="T3" fmla="*/ 4 h 6"/>
                      <a:gd name="T4" fmla="*/ 12 w 12"/>
                      <a:gd name="T5" fmla="*/ 1 h 6"/>
                      <a:gd name="T6" fmla="*/ 11 w 12"/>
                      <a:gd name="T7" fmla="*/ 4 h 6"/>
                      <a:gd name="T8" fmla="*/ 2 w 12"/>
                      <a:gd name="T9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6">
                        <a:moveTo>
                          <a:pt x="2" y="6"/>
                        </a:moveTo>
                        <a:cubicBezTo>
                          <a:pt x="0" y="4"/>
                          <a:pt x="0" y="4"/>
                          <a:pt x="0" y="4"/>
                        </a:cubicBezTo>
                        <a:cubicBezTo>
                          <a:pt x="1" y="4"/>
                          <a:pt x="6" y="0"/>
                          <a:pt x="12" y="1"/>
                        </a:cubicBezTo>
                        <a:cubicBezTo>
                          <a:pt x="11" y="4"/>
                          <a:pt x="11" y="4"/>
                          <a:pt x="11" y="4"/>
                        </a:cubicBezTo>
                        <a:cubicBezTo>
                          <a:pt x="7" y="4"/>
                          <a:pt x="2" y="6"/>
                          <a:pt x="2" y="6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4" name="ïṧlïḍê"/>
                  <p:cNvSpPr/>
                  <p:nvPr/>
                </p:nvSpPr>
                <p:spPr bwMode="auto">
                  <a:xfrm>
                    <a:off x="5717224" y="2736273"/>
                    <a:ext cx="46010" cy="22212"/>
                  </a:xfrm>
                  <a:custGeom>
                    <a:avLst/>
                    <a:gdLst>
                      <a:gd name="T0" fmla="*/ 10 w 12"/>
                      <a:gd name="T1" fmla="*/ 6 h 6"/>
                      <a:gd name="T2" fmla="*/ 0 w 12"/>
                      <a:gd name="T3" fmla="*/ 3 h 6"/>
                      <a:gd name="T4" fmla="*/ 0 w 12"/>
                      <a:gd name="T5" fmla="*/ 0 h 6"/>
                      <a:gd name="T6" fmla="*/ 12 w 12"/>
                      <a:gd name="T7" fmla="*/ 4 h 6"/>
                      <a:gd name="T8" fmla="*/ 10 w 12"/>
                      <a:gd name="T9" fmla="*/ 6 h 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" h="6">
                        <a:moveTo>
                          <a:pt x="10" y="6"/>
                        </a:moveTo>
                        <a:cubicBezTo>
                          <a:pt x="9" y="6"/>
                          <a:pt x="6" y="3"/>
                          <a:pt x="0" y="3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7" y="0"/>
                          <a:pt x="11" y="4"/>
                          <a:pt x="12" y="4"/>
                        </a:cubicBezTo>
                        <a:lnTo>
                          <a:pt x="10" y="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1" name="îṣļïḍè"/>
                <p:cNvGrpSpPr/>
                <p:nvPr/>
              </p:nvGrpSpPr>
              <p:grpSpPr>
                <a:xfrm>
                  <a:off x="3272257" y="5170037"/>
                  <a:ext cx="309377" cy="414088"/>
                  <a:chOff x="3957743" y="5628549"/>
                  <a:chExt cx="309377" cy="414088"/>
                </a:xfrm>
              </p:grpSpPr>
              <p:sp>
                <p:nvSpPr>
                  <p:cNvPr id="95" name="íŝḷídê"/>
                  <p:cNvSpPr/>
                  <p:nvPr/>
                </p:nvSpPr>
                <p:spPr bwMode="auto">
                  <a:xfrm>
                    <a:off x="3957743" y="5639654"/>
                    <a:ext cx="120578" cy="150721"/>
                  </a:xfrm>
                  <a:custGeom>
                    <a:avLst/>
                    <a:gdLst>
                      <a:gd name="T0" fmla="*/ 29 w 32"/>
                      <a:gd name="T1" fmla="*/ 2 h 40"/>
                      <a:gd name="T2" fmla="*/ 26 w 32"/>
                      <a:gd name="T3" fmla="*/ 1 h 40"/>
                      <a:gd name="T4" fmla="*/ 22 w 32"/>
                      <a:gd name="T5" fmla="*/ 0 h 40"/>
                      <a:gd name="T6" fmla="*/ 4 w 32"/>
                      <a:gd name="T7" fmla="*/ 14 h 40"/>
                      <a:gd name="T8" fmla="*/ 11 w 32"/>
                      <a:gd name="T9" fmla="*/ 39 h 40"/>
                      <a:gd name="T10" fmla="*/ 14 w 32"/>
                      <a:gd name="T11" fmla="*/ 40 h 40"/>
                      <a:gd name="T12" fmla="*/ 15 w 32"/>
                      <a:gd name="T13" fmla="*/ 40 h 40"/>
                      <a:gd name="T14" fmla="*/ 18 w 32"/>
                      <a:gd name="T15" fmla="*/ 40 h 40"/>
                      <a:gd name="T16" fmla="*/ 15 w 32"/>
                      <a:gd name="T17" fmla="*/ 38 h 40"/>
                      <a:gd name="T18" fmla="*/ 12 w 32"/>
                      <a:gd name="T19" fmla="*/ 37 h 40"/>
                      <a:gd name="T20" fmla="*/ 12 w 32"/>
                      <a:gd name="T21" fmla="*/ 37 h 40"/>
                      <a:gd name="T22" fmla="*/ 6 w 32"/>
                      <a:gd name="T23" fmla="*/ 15 h 40"/>
                      <a:gd name="T24" fmla="*/ 22 w 32"/>
                      <a:gd name="T25" fmla="*/ 2 h 40"/>
                      <a:gd name="T26" fmla="*/ 26 w 32"/>
                      <a:gd name="T27" fmla="*/ 2 h 40"/>
                      <a:gd name="T28" fmla="*/ 28 w 32"/>
                      <a:gd name="T29" fmla="*/ 4 h 40"/>
                      <a:gd name="T30" fmla="*/ 32 w 32"/>
                      <a:gd name="T31" fmla="*/ 5 h 40"/>
                      <a:gd name="T32" fmla="*/ 29 w 32"/>
                      <a:gd name="T33" fmla="*/ 2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2" h="40">
                        <a:moveTo>
                          <a:pt x="29" y="2"/>
                        </a:moveTo>
                        <a:cubicBezTo>
                          <a:pt x="28" y="2"/>
                          <a:pt x="27" y="1"/>
                          <a:pt x="26" y="1"/>
                        </a:cubicBezTo>
                        <a:cubicBezTo>
                          <a:pt x="25" y="0"/>
                          <a:pt x="23" y="0"/>
                          <a:pt x="22" y="0"/>
                        </a:cubicBezTo>
                        <a:cubicBezTo>
                          <a:pt x="15" y="0"/>
                          <a:pt x="8" y="5"/>
                          <a:pt x="4" y="14"/>
                        </a:cubicBezTo>
                        <a:cubicBezTo>
                          <a:pt x="0" y="25"/>
                          <a:pt x="3" y="36"/>
                          <a:pt x="11" y="39"/>
                        </a:cubicBezTo>
                        <a:cubicBezTo>
                          <a:pt x="12" y="39"/>
                          <a:pt x="13" y="40"/>
                          <a:pt x="14" y="40"/>
                        </a:cubicBezTo>
                        <a:cubicBezTo>
                          <a:pt x="15" y="40"/>
                          <a:pt x="15" y="40"/>
                          <a:pt x="15" y="40"/>
                        </a:cubicBezTo>
                        <a:cubicBezTo>
                          <a:pt x="16" y="40"/>
                          <a:pt x="17" y="40"/>
                          <a:pt x="18" y="40"/>
                        </a:cubicBezTo>
                        <a:cubicBezTo>
                          <a:pt x="17" y="39"/>
                          <a:pt x="16" y="39"/>
                          <a:pt x="15" y="38"/>
                        </a:cubicBezTo>
                        <a:cubicBezTo>
                          <a:pt x="14" y="38"/>
                          <a:pt x="13" y="38"/>
                          <a:pt x="12" y="37"/>
                        </a:cubicBezTo>
                        <a:cubicBezTo>
                          <a:pt x="12" y="37"/>
                          <a:pt x="12" y="37"/>
                          <a:pt x="12" y="37"/>
                        </a:cubicBezTo>
                        <a:cubicBezTo>
                          <a:pt x="5" y="34"/>
                          <a:pt x="2" y="24"/>
                          <a:pt x="6" y="15"/>
                        </a:cubicBezTo>
                        <a:cubicBezTo>
                          <a:pt x="9" y="7"/>
                          <a:pt x="16" y="2"/>
                          <a:pt x="22" y="2"/>
                        </a:cubicBezTo>
                        <a:cubicBezTo>
                          <a:pt x="23" y="2"/>
                          <a:pt x="24" y="2"/>
                          <a:pt x="26" y="2"/>
                        </a:cubicBezTo>
                        <a:cubicBezTo>
                          <a:pt x="27" y="3"/>
                          <a:pt x="28" y="4"/>
                          <a:pt x="28" y="4"/>
                        </a:cubicBezTo>
                        <a:cubicBezTo>
                          <a:pt x="30" y="4"/>
                          <a:pt x="31" y="5"/>
                          <a:pt x="32" y="5"/>
                        </a:cubicBezTo>
                        <a:cubicBezTo>
                          <a:pt x="31" y="4"/>
                          <a:pt x="30" y="3"/>
                          <a:pt x="29" y="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6" name="íşḻíde"/>
                  <p:cNvSpPr/>
                  <p:nvPr/>
                </p:nvSpPr>
                <p:spPr bwMode="auto">
                  <a:xfrm>
                    <a:off x="3987888" y="5647588"/>
                    <a:ext cx="134857" cy="150721"/>
                  </a:xfrm>
                  <a:custGeom>
                    <a:avLst/>
                    <a:gdLst>
                      <a:gd name="T0" fmla="*/ 25 w 36"/>
                      <a:gd name="T1" fmla="*/ 1 h 40"/>
                      <a:gd name="T2" fmla="*/ 21 w 36"/>
                      <a:gd name="T3" fmla="*/ 0 h 40"/>
                      <a:gd name="T4" fmla="*/ 20 w 36"/>
                      <a:gd name="T5" fmla="*/ 0 h 40"/>
                      <a:gd name="T6" fmla="*/ 18 w 36"/>
                      <a:gd name="T7" fmla="*/ 0 h 40"/>
                      <a:gd name="T8" fmla="*/ 3 w 36"/>
                      <a:gd name="T9" fmla="*/ 15 h 40"/>
                      <a:gd name="T10" fmla="*/ 4 w 36"/>
                      <a:gd name="T11" fmla="*/ 35 h 40"/>
                      <a:gd name="T12" fmla="*/ 6 w 36"/>
                      <a:gd name="T13" fmla="*/ 38 h 40"/>
                      <a:gd name="T14" fmla="*/ 9 w 36"/>
                      <a:gd name="T15" fmla="*/ 40 h 40"/>
                      <a:gd name="T16" fmla="*/ 14 w 36"/>
                      <a:gd name="T17" fmla="*/ 40 h 40"/>
                      <a:gd name="T18" fmla="*/ 31 w 36"/>
                      <a:gd name="T19" fmla="*/ 26 h 40"/>
                      <a:gd name="T20" fmla="*/ 25 w 36"/>
                      <a:gd name="T21" fmla="*/ 1 h 40"/>
                      <a:gd name="T22" fmla="*/ 29 w 36"/>
                      <a:gd name="T23" fmla="*/ 25 h 40"/>
                      <a:gd name="T24" fmla="*/ 14 w 36"/>
                      <a:gd name="T25" fmla="*/ 38 h 40"/>
                      <a:gd name="T26" fmla="*/ 10 w 36"/>
                      <a:gd name="T27" fmla="*/ 38 h 40"/>
                      <a:gd name="T28" fmla="*/ 10 w 36"/>
                      <a:gd name="T29" fmla="*/ 38 h 40"/>
                      <a:gd name="T30" fmla="*/ 7 w 36"/>
                      <a:gd name="T31" fmla="*/ 36 h 40"/>
                      <a:gd name="T32" fmla="*/ 4 w 36"/>
                      <a:gd name="T33" fmla="*/ 15 h 40"/>
                      <a:gd name="T34" fmla="*/ 20 w 36"/>
                      <a:gd name="T35" fmla="*/ 2 h 40"/>
                      <a:gd name="T36" fmla="*/ 20 w 36"/>
                      <a:gd name="T37" fmla="*/ 2 h 40"/>
                      <a:gd name="T38" fmla="*/ 24 w 36"/>
                      <a:gd name="T39" fmla="*/ 3 h 40"/>
                      <a:gd name="T40" fmla="*/ 24 w 36"/>
                      <a:gd name="T41" fmla="*/ 3 h 40"/>
                      <a:gd name="T42" fmla="*/ 29 w 36"/>
                      <a:gd name="T43" fmla="*/ 25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36" h="40">
                        <a:moveTo>
                          <a:pt x="25" y="1"/>
                        </a:moveTo>
                        <a:cubicBezTo>
                          <a:pt x="24" y="1"/>
                          <a:pt x="22" y="0"/>
                          <a:pt x="21" y="0"/>
                        </a:cubicBezTo>
                        <a:cubicBezTo>
                          <a:pt x="21" y="0"/>
                          <a:pt x="21" y="0"/>
                          <a:pt x="20" y="0"/>
                        </a:cubicBezTo>
                        <a:cubicBezTo>
                          <a:pt x="19" y="0"/>
                          <a:pt x="18" y="0"/>
                          <a:pt x="18" y="0"/>
                        </a:cubicBezTo>
                        <a:cubicBezTo>
                          <a:pt x="11" y="2"/>
                          <a:pt x="6" y="7"/>
                          <a:pt x="3" y="15"/>
                        </a:cubicBezTo>
                        <a:cubicBezTo>
                          <a:pt x="0" y="22"/>
                          <a:pt x="0" y="30"/>
                          <a:pt x="4" y="35"/>
                        </a:cubicBezTo>
                        <a:cubicBezTo>
                          <a:pt x="4" y="36"/>
                          <a:pt x="5" y="37"/>
                          <a:pt x="6" y="38"/>
                        </a:cubicBezTo>
                        <a:cubicBezTo>
                          <a:pt x="7" y="39"/>
                          <a:pt x="8" y="39"/>
                          <a:pt x="9" y="40"/>
                        </a:cubicBezTo>
                        <a:cubicBezTo>
                          <a:pt x="11" y="40"/>
                          <a:pt x="12" y="40"/>
                          <a:pt x="14" y="40"/>
                        </a:cubicBezTo>
                        <a:cubicBezTo>
                          <a:pt x="21" y="40"/>
                          <a:pt x="28" y="35"/>
                          <a:pt x="31" y="26"/>
                        </a:cubicBezTo>
                        <a:cubicBezTo>
                          <a:pt x="36" y="15"/>
                          <a:pt x="33" y="4"/>
                          <a:pt x="25" y="1"/>
                        </a:cubicBezTo>
                        <a:close/>
                        <a:moveTo>
                          <a:pt x="29" y="25"/>
                        </a:moveTo>
                        <a:cubicBezTo>
                          <a:pt x="26" y="33"/>
                          <a:pt x="20" y="38"/>
                          <a:pt x="14" y="38"/>
                        </a:cubicBezTo>
                        <a:cubicBezTo>
                          <a:pt x="12" y="38"/>
                          <a:pt x="11" y="38"/>
                          <a:pt x="10" y="38"/>
                        </a:cubicBezTo>
                        <a:cubicBezTo>
                          <a:pt x="10" y="38"/>
                          <a:pt x="10" y="38"/>
                          <a:pt x="10" y="38"/>
                        </a:cubicBezTo>
                        <a:cubicBezTo>
                          <a:pt x="9" y="37"/>
                          <a:pt x="8" y="37"/>
                          <a:pt x="7" y="36"/>
                        </a:cubicBezTo>
                        <a:cubicBezTo>
                          <a:pt x="3" y="32"/>
                          <a:pt x="1" y="23"/>
                          <a:pt x="4" y="15"/>
                        </a:cubicBezTo>
                        <a:cubicBezTo>
                          <a:pt x="8" y="8"/>
                          <a:pt x="14" y="2"/>
                          <a:pt x="20" y="2"/>
                        </a:cubicBezTo>
                        <a:cubicBezTo>
                          <a:pt x="20" y="2"/>
                          <a:pt x="20" y="2"/>
                          <a:pt x="20" y="2"/>
                        </a:cubicBezTo>
                        <a:cubicBezTo>
                          <a:pt x="22" y="2"/>
                          <a:pt x="23" y="3"/>
                          <a:pt x="24" y="3"/>
                        </a:cubicBezTo>
                        <a:cubicBezTo>
                          <a:pt x="24" y="3"/>
                          <a:pt x="24" y="3"/>
                          <a:pt x="24" y="3"/>
                        </a:cubicBezTo>
                        <a:cubicBezTo>
                          <a:pt x="31" y="6"/>
                          <a:pt x="33" y="16"/>
                          <a:pt x="29" y="25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7" name="ïṩ1îďe"/>
                  <p:cNvSpPr/>
                  <p:nvPr/>
                </p:nvSpPr>
                <p:spPr bwMode="auto">
                  <a:xfrm>
                    <a:off x="4105292" y="5883982"/>
                    <a:ext cx="120578" cy="150721"/>
                  </a:xfrm>
                  <a:custGeom>
                    <a:avLst/>
                    <a:gdLst>
                      <a:gd name="T0" fmla="*/ 29 w 32"/>
                      <a:gd name="T1" fmla="*/ 2 h 40"/>
                      <a:gd name="T2" fmla="*/ 26 w 32"/>
                      <a:gd name="T3" fmla="*/ 1 h 40"/>
                      <a:gd name="T4" fmla="*/ 22 w 32"/>
                      <a:gd name="T5" fmla="*/ 0 h 40"/>
                      <a:gd name="T6" fmla="*/ 4 w 32"/>
                      <a:gd name="T7" fmla="*/ 14 h 40"/>
                      <a:gd name="T8" fmla="*/ 11 w 32"/>
                      <a:gd name="T9" fmla="*/ 39 h 40"/>
                      <a:gd name="T10" fmla="*/ 14 w 32"/>
                      <a:gd name="T11" fmla="*/ 40 h 40"/>
                      <a:gd name="T12" fmla="*/ 15 w 32"/>
                      <a:gd name="T13" fmla="*/ 40 h 40"/>
                      <a:gd name="T14" fmla="*/ 18 w 32"/>
                      <a:gd name="T15" fmla="*/ 40 h 40"/>
                      <a:gd name="T16" fmla="*/ 15 w 32"/>
                      <a:gd name="T17" fmla="*/ 38 h 40"/>
                      <a:gd name="T18" fmla="*/ 12 w 32"/>
                      <a:gd name="T19" fmla="*/ 37 h 40"/>
                      <a:gd name="T20" fmla="*/ 12 w 32"/>
                      <a:gd name="T21" fmla="*/ 37 h 40"/>
                      <a:gd name="T22" fmla="*/ 6 w 32"/>
                      <a:gd name="T23" fmla="*/ 15 h 40"/>
                      <a:gd name="T24" fmla="*/ 22 w 32"/>
                      <a:gd name="T25" fmla="*/ 2 h 40"/>
                      <a:gd name="T26" fmla="*/ 25 w 32"/>
                      <a:gd name="T27" fmla="*/ 3 h 40"/>
                      <a:gd name="T28" fmla="*/ 28 w 32"/>
                      <a:gd name="T29" fmla="*/ 4 h 40"/>
                      <a:gd name="T30" fmla="*/ 32 w 32"/>
                      <a:gd name="T31" fmla="*/ 5 h 40"/>
                      <a:gd name="T32" fmla="*/ 29 w 32"/>
                      <a:gd name="T33" fmla="*/ 2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</a:cxnLst>
                    <a:rect l="0" t="0" r="r" b="b"/>
                    <a:pathLst>
                      <a:path w="32" h="40">
                        <a:moveTo>
                          <a:pt x="29" y="2"/>
                        </a:moveTo>
                        <a:cubicBezTo>
                          <a:pt x="28" y="2"/>
                          <a:pt x="27" y="1"/>
                          <a:pt x="26" y="1"/>
                        </a:cubicBezTo>
                        <a:cubicBezTo>
                          <a:pt x="25" y="0"/>
                          <a:pt x="23" y="0"/>
                          <a:pt x="22" y="0"/>
                        </a:cubicBezTo>
                        <a:cubicBezTo>
                          <a:pt x="15" y="0"/>
                          <a:pt x="8" y="6"/>
                          <a:pt x="4" y="14"/>
                        </a:cubicBezTo>
                        <a:cubicBezTo>
                          <a:pt x="0" y="25"/>
                          <a:pt x="3" y="36"/>
                          <a:pt x="11" y="39"/>
                        </a:cubicBezTo>
                        <a:cubicBezTo>
                          <a:pt x="12" y="40"/>
                          <a:pt x="13" y="40"/>
                          <a:pt x="14" y="40"/>
                        </a:cubicBezTo>
                        <a:cubicBezTo>
                          <a:pt x="15" y="40"/>
                          <a:pt x="15" y="40"/>
                          <a:pt x="15" y="40"/>
                        </a:cubicBezTo>
                        <a:cubicBezTo>
                          <a:pt x="16" y="40"/>
                          <a:pt x="17" y="40"/>
                          <a:pt x="18" y="40"/>
                        </a:cubicBezTo>
                        <a:cubicBezTo>
                          <a:pt x="17" y="39"/>
                          <a:pt x="16" y="39"/>
                          <a:pt x="15" y="38"/>
                        </a:cubicBezTo>
                        <a:cubicBezTo>
                          <a:pt x="14" y="38"/>
                          <a:pt x="13" y="38"/>
                          <a:pt x="12" y="37"/>
                        </a:cubicBezTo>
                        <a:cubicBezTo>
                          <a:pt x="12" y="37"/>
                          <a:pt x="12" y="37"/>
                          <a:pt x="12" y="37"/>
                        </a:cubicBezTo>
                        <a:cubicBezTo>
                          <a:pt x="5" y="34"/>
                          <a:pt x="2" y="24"/>
                          <a:pt x="6" y="15"/>
                        </a:cubicBezTo>
                        <a:cubicBezTo>
                          <a:pt x="9" y="7"/>
                          <a:pt x="16" y="2"/>
                          <a:pt x="22" y="2"/>
                        </a:cubicBezTo>
                        <a:cubicBezTo>
                          <a:pt x="23" y="2"/>
                          <a:pt x="24" y="2"/>
                          <a:pt x="25" y="3"/>
                        </a:cubicBezTo>
                        <a:cubicBezTo>
                          <a:pt x="27" y="3"/>
                          <a:pt x="27" y="4"/>
                          <a:pt x="28" y="4"/>
                        </a:cubicBezTo>
                        <a:cubicBezTo>
                          <a:pt x="30" y="4"/>
                          <a:pt x="31" y="5"/>
                          <a:pt x="32" y="5"/>
                        </a:cubicBezTo>
                        <a:cubicBezTo>
                          <a:pt x="31" y="4"/>
                          <a:pt x="30" y="3"/>
                          <a:pt x="29" y="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8" name="iSḻíḋè"/>
                  <p:cNvSpPr/>
                  <p:nvPr/>
                </p:nvSpPr>
                <p:spPr bwMode="auto">
                  <a:xfrm>
                    <a:off x="4130677" y="5891916"/>
                    <a:ext cx="136443" cy="150721"/>
                  </a:xfrm>
                  <a:custGeom>
                    <a:avLst/>
                    <a:gdLst>
                      <a:gd name="T0" fmla="*/ 26 w 36"/>
                      <a:gd name="T1" fmla="*/ 1 h 40"/>
                      <a:gd name="T2" fmla="*/ 22 w 36"/>
                      <a:gd name="T3" fmla="*/ 0 h 40"/>
                      <a:gd name="T4" fmla="*/ 21 w 36"/>
                      <a:gd name="T5" fmla="*/ 0 h 40"/>
                      <a:gd name="T6" fmla="*/ 18 w 36"/>
                      <a:gd name="T7" fmla="*/ 1 h 40"/>
                      <a:gd name="T8" fmla="*/ 3 w 36"/>
                      <a:gd name="T9" fmla="*/ 15 h 40"/>
                      <a:gd name="T10" fmla="*/ 5 w 36"/>
                      <a:gd name="T11" fmla="*/ 35 h 40"/>
                      <a:gd name="T12" fmla="*/ 7 w 36"/>
                      <a:gd name="T13" fmla="*/ 38 h 40"/>
                      <a:gd name="T14" fmla="*/ 10 w 36"/>
                      <a:gd name="T15" fmla="*/ 40 h 40"/>
                      <a:gd name="T16" fmla="*/ 15 w 36"/>
                      <a:gd name="T17" fmla="*/ 40 h 40"/>
                      <a:gd name="T18" fmla="*/ 32 w 36"/>
                      <a:gd name="T19" fmla="*/ 26 h 40"/>
                      <a:gd name="T20" fmla="*/ 26 w 36"/>
                      <a:gd name="T21" fmla="*/ 1 h 40"/>
                      <a:gd name="T22" fmla="*/ 30 w 36"/>
                      <a:gd name="T23" fmla="*/ 25 h 40"/>
                      <a:gd name="T24" fmla="*/ 15 w 36"/>
                      <a:gd name="T25" fmla="*/ 38 h 40"/>
                      <a:gd name="T26" fmla="*/ 11 w 36"/>
                      <a:gd name="T27" fmla="*/ 38 h 40"/>
                      <a:gd name="T28" fmla="*/ 11 w 36"/>
                      <a:gd name="T29" fmla="*/ 38 h 40"/>
                      <a:gd name="T30" fmla="*/ 8 w 36"/>
                      <a:gd name="T31" fmla="*/ 36 h 40"/>
                      <a:gd name="T32" fmla="*/ 5 w 36"/>
                      <a:gd name="T33" fmla="*/ 15 h 40"/>
                      <a:gd name="T34" fmla="*/ 21 w 36"/>
                      <a:gd name="T35" fmla="*/ 2 h 40"/>
                      <a:gd name="T36" fmla="*/ 21 w 36"/>
                      <a:gd name="T37" fmla="*/ 2 h 40"/>
                      <a:gd name="T38" fmla="*/ 25 w 36"/>
                      <a:gd name="T39" fmla="*/ 3 h 40"/>
                      <a:gd name="T40" fmla="*/ 25 w 36"/>
                      <a:gd name="T41" fmla="*/ 3 h 40"/>
                      <a:gd name="T42" fmla="*/ 30 w 36"/>
                      <a:gd name="T43" fmla="*/ 25 h 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</a:cxnLst>
                    <a:rect l="0" t="0" r="r" b="b"/>
                    <a:pathLst>
                      <a:path w="36" h="40">
                        <a:moveTo>
                          <a:pt x="26" y="1"/>
                        </a:moveTo>
                        <a:cubicBezTo>
                          <a:pt x="25" y="1"/>
                          <a:pt x="23" y="0"/>
                          <a:pt x="22" y="0"/>
                        </a:cubicBezTo>
                        <a:cubicBezTo>
                          <a:pt x="22" y="0"/>
                          <a:pt x="21" y="0"/>
                          <a:pt x="21" y="0"/>
                        </a:cubicBezTo>
                        <a:cubicBezTo>
                          <a:pt x="20" y="0"/>
                          <a:pt x="19" y="0"/>
                          <a:pt x="18" y="1"/>
                        </a:cubicBezTo>
                        <a:cubicBezTo>
                          <a:pt x="12" y="2"/>
                          <a:pt x="6" y="7"/>
                          <a:pt x="3" y="15"/>
                        </a:cubicBezTo>
                        <a:cubicBezTo>
                          <a:pt x="0" y="22"/>
                          <a:pt x="1" y="30"/>
                          <a:pt x="5" y="35"/>
                        </a:cubicBezTo>
                        <a:cubicBezTo>
                          <a:pt x="5" y="36"/>
                          <a:pt x="6" y="37"/>
                          <a:pt x="7" y="38"/>
                        </a:cubicBezTo>
                        <a:cubicBezTo>
                          <a:pt x="8" y="39"/>
                          <a:pt x="9" y="39"/>
                          <a:pt x="10" y="40"/>
                        </a:cubicBezTo>
                        <a:cubicBezTo>
                          <a:pt x="12" y="40"/>
                          <a:pt x="13" y="40"/>
                          <a:pt x="15" y="40"/>
                        </a:cubicBezTo>
                        <a:cubicBezTo>
                          <a:pt x="22" y="40"/>
                          <a:pt x="29" y="35"/>
                          <a:pt x="32" y="26"/>
                        </a:cubicBezTo>
                        <a:cubicBezTo>
                          <a:pt x="36" y="16"/>
                          <a:pt x="33" y="4"/>
                          <a:pt x="26" y="1"/>
                        </a:cubicBezTo>
                        <a:close/>
                        <a:moveTo>
                          <a:pt x="30" y="25"/>
                        </a:moveTo>
                        <a:cubicBezTo>
                          <a:pt x="27" y="33"/>
                          <a:pt x="21" y="38"/>
                          <a:pt x="15" y="38"/>
                        </a:cubicBezTo>
                        <a:cubicBezTo>
                          <a:pt x="13" y="38"/>
                          <a:pt x="12" y="38"/>
                          <a:pt x="11" y="38"/>
                        </a:cubicBezTo>
                        <a:cubicBezTo>
                          <a:pt x="11" y="38"/>
                          <a:pt x="11" y="38"/>
                          <a:pt x="11" y="38"/>
                        </a:cubicBezTo>
                        <a:cubicBezTo>
                          <a:pt x="10" y="37"/>
                          <a:pt x="9" y="37"/>
                          <a:pt x="8" y="36"/>
                        </a:cubicBezTo>
                        <a:cubicBezTo>
                          <a:pt x="3" y="32"/>
                          <a:pt x="2" y="23"/>
                          <a:pt x="5" y="15"/>
                        </a:cubicBezTo>
                        <a:cubicBezTo>
                          <a:pt x="8" y="8"/>
                          <a:pt x="15" y="2"/>
                          <a:pt x="21" y="2"/>
                        </a:cubicBezTo>
                        <a:cubicBezTo>
                          <a:pt x="21" y="2"/>
                          <a:pt x="21" y="2"/>
                          <a:pt x="21" y="2"/>
                        </a:cubicBezTo>
                        <a:cubicBezTo>
                          <a:pt x="23" y="2"/>
                          <a:pt x="24" y="3"/>
                          <a:pt x="25" y="3"/>
                        </a:cubicBezTo>
                        <a:cubicBezTo>
                          <a:pt x="25" y="3"/>
                          <a:pt x="25" y="3"/>
                          <a:pt x="25" y="3"/>
                        </a:cubicBezTo>
                        <a:cubicBezTo>
                          <a:pt x="32" y="6"/>
                          <a:pt x="34" y="16"/>
                          <a:pt x="30" y="25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9" name="ïŝḷíďê"/>
                  <p:cNvSpPr/>
                  <p:nvPr/>
                </p:nvSpPr>
                <p:spPr bwMode="auto">
                  <a:xfrm>
                    <a:off x="3984715" y="5647588"/>
                    <a:ext cx="274473" cy="395049"/>
                  </a:xfrm>
                  <a:custGeom>
                    <a:avLst/>
                    <a:gdLst>
                      <a:gd name="T0" fmla="*/ 125 w 173"/>
                      <a:gd name="T1" fmla="*/ 0 h 249"/>
                      <a:gd name="T2" fmla="*/ 2 w 173"/>
                      <a:gd name="T3" fmla="*/ 244 h 249"/>
                      <a:gd name="T4" fmla="*/ 0 w 173"/>
                      <a:gd name="T5" fmla="*/ 249 h 249"/>
                      <a:gd name="T6" fmla="*/ 0 w 173"/>
                      <a:gd name="T7" fmla="*/ 249 h 249"/>
                      <a:gd name="T8" fmla="*/ 47 w 173"/>
                      <a:gd name="T9" fmla="*/ 249 h 249"/>
                      <a:gd name="T10" fmla="*/ 173 w 173"/>
                      <a:gd name="T11" fmla="*/ 0 h 249"/>
                      <a:gd name="T12" fmla="*/ 125 w 173"/>
                      <a:gd name="T13" fmla="*/ 0 h 249"/>
                      <a:gd name="T14" fmla="*/ 45 w 173"/>
                      <a:gd name="T15" fmla="*/ 244 h 249"/>
                      <a:gd name="T16" fmla="*/ 7 w 173"/>
                      <a:gd name="T17" fmla="*/ 244 h 249"/>
                      <a:gd name="T18" fmla="*/ 128 w 173"/>
                      <a:gd name="T19" fmla="*/ 5 h 249"/>
                      <a:gd name="T20" fmla="*/ 166 w 173"/>
                      <a:gd name="T21" fmla="*/ 5 h 249"/>
                      <a:gd name="T22" fmla="*/ 130 w 173"/>
                      <a:gd name="T23" fmla="*/ 73 h 249"/>
                      <a:gd name="T24" fmla="*/ 45 w 173"/>
                      <a:gd name="T25" fmla="*/ 244 h 24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73" h="249">
                        <a:moveTo>
                          <a:pt x="125" y="0"/>
                        </a:moveTo>
                        <a:lnTo>
                          <a:pt x="2" y="244"/>
                        </a:lnTo>
                        <a:lnTo>
                          <a:pt x="0" y="249"/>
                        </a:lnTo>
                        <a:lnTo>
                          <a:pt x="0" y="249"/>
                        </a:lnTo>
                        <a:lnTo>
                          <a:pt x="47" y="249"/>
                        </a:lnTo>
                        <a:lnTo>
                          <a:pt x="173" y="0"/>
                        </a:lnTo>
                        <a:lnTo>
                          <a:pt x="125" y="0"/>
                        </a:lnTo>
                        <a:close/>
                        <a:moveTo>
                          <a:pt x="45" y="244"/>
                        </a:moveTo>
                        <a:lnTo>
                          <a:pt x="7" y="244"/>
                        </a:lnTo>
                        <a:lnTo>
                          <a:pt x="128" y="5"/>
                        </a:lnTo>
                        <a:lnTo>
                          <a:pt x="166" y="5"/>
                        </a:lnTo>
                        <a:lnTo>
                          <a:pt x="130" y="73"/>
                        </a:lnTo>
                        <a:lnTo>
                          <a:pt x="45" y="244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00" name="iśļiḑé"/>
                  <p:cNvSpPr/>
                  <p:nvPr/>
                </p:nvSpPr>
                <p:spPr bwMode="auto">
                  <a:xfrm>
                    <a:off x="3968849" y="5628549"/>
                    <a:ext cx="290338" cy="414088"/>
                  </a:xfrm>
                  <a:custGeom>
                    <a:avLst/>
                    <a:gdLst>
                      <a:gd name="T0" fmla="*/ 166 w 183"/>
                      <a:gd name="T1" fmla="*/ 0 h 261"/>
                      <a:gd name="T2" fmla="*/ 126 w 183"/>
                      <a:gd name="T3" fmla="*/ 0 h 261"/>
                      <a:gd name="T4" fmla="*/ 0 w 183"/>
                      <a:gd name="T5" fmla="*/ 246 h 261"/>
                      <a:gd name="T6" fmla="*/ 0 w 183"/>
                      <a:gd name="T7" fmla="*/ 246 h 261"/>
                      <a:gd name="T8" fmla="*/ 10 w 183"/>
                      <a:gd name="T9" fmla="*/ 261 h 261"/>
                      <a:gd name="T10" fmla="*/ 10 w 183"/>
                      <a:gd name="T11" fmla="*/ 261 h 261"/>
                      <a:gd name="T12" fmla="*/ 40 w 183"/>
                      <a:gd name="T13" fmla="*/ 261 h 261"/>
                      <a:gd name="T14" fmla="*/ 43 w 183"/>
                      <a:gd name="T15" fmla="*/ 256 h 261"/>
                      <a:gd name="T16" fmla="*/ 12 w 183"/>
                      <a:gd name="T17" fmla="*/ 256 h 261"/>
                      <a:gd name="T18" fmla="*/ 12 w 183"/>
                      <a:gd name="T19" fmla="*/ 256 h 261"/>
                      <a:gd name="T20" fmla="*/ 5 w 183"/>
                      <a:gd name="T21" fmla="*/ 246 h 261"/>
                      <a:gd name="T22" fmla="*/ 128 w 183"/>
                      <a:gd name="T23" fmla="*/ 5 h 261"/>
                      <a:gd name="T24" fmla="*/ 164 w 183"/>
                      <a:gd name="T25" fmla="*/ 5 h 261"/>
                      <a:gd name="T26" fmla="*/ 173 w 183"/>
                      <a:gd name="T27" fmla="*/ 12 h 261"/>
                      <a:gd name="T28" fmla="*/ 176 w 183"/>
                      <a:gd name="T29" fmla="*/ 14 h 261"/>
                      <a:gd name="T30" fmla="*/ 173 w 183"/>
                      <a:gd name="T31" fmla="*/ 17 h 261"/>
                      <a:gd name="T32" fmla="*/ 176 w 183"/>
                      <a:gd name="T33" fmla="*/ 17 h 261"/>
                      <a:gd name="T34" fmla="*/ 140 w 183"/>
                      <a:gd name="T35" fmla="*/ 85 h 261"/>
                      <a:gd name="T36" fmla="*/ 183 w 183"/>
                      <a:gd name="T37" fmla="*/ 12 h 261"/>
                      <a:gd name="T38" fmla="*/ 183 w 183"/>
                      <a:gd name="T39" fmla="*/ 12 h 261"/>
                      <a:gd name="T40" fmla="*/ 166 w 183"/>
                      <a:gd name="T41" fmla="*/ 0 h 2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183" h="261">
                        <a:moveTo>
                          <a:pt x="166" y="0"/>
                        </a:moveTo>
                        <a:lnTo>
                          <a:pt x="126" y="0"/>
                        </a:lnTo>
                        <a:lnTo>
                          <a:pt x="0" y="246"/>
                        </a:lnTo>
                        <a:lnTo>
                          <a:pt x="0" y="246"/>
                        </a:lnTo>
                        <a:lnTo>
                          <a:pt x="10" y="261"/>
                        </a:lnTo>
                        <a:lnTo>
                          <a:pt x="10" y="261"/>
                        </a:lnTo>
                        <a:lnTo>
                          <a:pt x="40" y="261"/>
                        </a:lnTo>
                        <a:lnTo>
                          <a:pt x="43" y="256"/>
                        </a:lnTo>
                        <a:lnTo>
                          <a:pt x="12" y="256"/>
                        </a:lnTo>
                        <a:lnTo>
                          <a:pt x="12" y="256"/>
                        </a:lnTo>
                        <a:lnTo>
                          <a:pt x="5" y="246"/>
                        </a:lnTo>
                        <a:lnTo>
                          <a:pt x="128" y="5"/>
                        </a:lnTo>
                        <a:lnTo>
                          <a:pt x="164" y="5"/>
                        </a:lnTo>
                        <a:lnTo>
                          <a:pt x="173" y="12"/>
                        </a:lnTo>
                        <a:lnTo>
                          <a:pt x="176" y="14"/>
                        </a:lnTo>
                        <a:lnTo>
                          <a:pt x="173" y="17"/>
                        </a:lnTo>
                        <a:lnTo>
                          <a:pt x="176" y="17"/>
                        </a:lnTo>
                        <a:lnTo>
                          <a:pt x="140" y="85"/>
                        </a:lnTo>
                        <a:lnTo>
                          <a:pt x="183" y="12"/>
                        </a:lnTo>
                        <a:lnTo>
                          <a:pt x="183" y="12"/>
                        </a:lnTo>
                        <a:lnTo>
                          <a:pt x="166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2" name="iṧḻíḑê"/>
                <p:cNvGrpSpPr/>
                <p:nvPr/>
              </p:nvGrpSpPr>
              <p:grpSpPr>
                <a:xfrm>
                  <a:off x="1882274" y="3689768"/>
                  <a:ext cx="414088" cy="488656"/>
                  <a:chOff x="4711354" y="5301720"/>
                  <a:chExt cx="414088" cy="488656"/>
                </a:xfrm>
              </p:grpSpPr>
              <p:sp>
                <p:nvSpPr>
                  <p:cNvPr id="91" name="ïṧ1îḋé"/>
                  <p:cNvSpPr/>
                  <p:nvPr/>
                </p:nvSpPr>
                <p:spPr bwMode="auto">
                  <a:xfrm>
                    <a:off x="4801786" y="5301720"/>
                    <a:ext cx="323656" cy="323656"/>
                  </a:xfrm>
                  <a:custGeom>
                    <a:avLst/>
                    <a:gdLst>
                      <a:gd name="T0" fmla="*/ 43 w 86"/>
                      <a:gd name="T1" fmla="*/ 86 h 86"/>
                      <a:gd name="T2" fmla="*/ 0 w 86"/>
                      <a:gd name="T3" fmla="*/ 43 h 86"/>
                      <a:gd name="T4" fmla="*/ 43 w 86"/>
                      <a:gd name="T5" fmla="*/ 0 h 86"/>
                      <a:gd name="T6" fmla="*/ 86 w 86"/>
                      <a:gd name="T7" fmla="*/ 43 h 86"/>
                      <a:gd name="T8" fmla="*/ 43 w 86"/>
                      <a:gd name="T9" fmla="*/ 86 h 86"/>
                      <a:gd name="T10" fmla="*/ 43 w 86"/>
                      <a:gd name="T11" fmla="*/ 3 h 86"/>
                      <a:gd name="T12" fmla="*/ 3 w 86"/>
                      <a:gd name="T13" fmla="*/ 43 h 86"/>
                      <a:gd name="T14" fmla="*/ 43 w 86"/>
                      <a:gd name="T15" fmla="*/ 83 h 86"/>
                      <a:gd name="T16" fmla="*/ 83 w 86"/>
                      <a:gd name="T17" fmla="*/ 43 h 86"/>
                      <a:gd name="T18" fmla="*/ 43 w 86"/>
                      <a:gd name="T19" fmla="*/ 3 h 8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86">
                        <a:moveTo>
                          <a:pt x="43" y="86"/>
                        </a:moveTo>
                        <a:cubicBezTo>
                          <a:pt x="19" y="86"/>
                          <a:pt x="0" y="67"/>
                          <a:pt x="0" y="43"/>
                        </a:cubicBezTo>
                        <a:cubicBezTo>
                          <a:pt x="0" y="20"/>
                          <a:pt x="19" y="0"/>
                          <a:pt x="43" y="0"/>
                        </a:cubicBezTo>
                        <a:cubicBezTo>
                          <a:pt x="67" y="0"/>
                          <a:pt x="86" y="20"/>
                          <a:pt x="86" y="43"/>
                        </a:cubicBezTo>
                        <a:cubicBezTo>
                          <a:pt x="86" y="67"/>
                          <a:pt x="67" y="86"/>
                          <a:pt x="43" y="86"/>
                        </a:cubicBezTo>
                        <a:close/>
                        <a:moveTo>
                          <a:pt x="43" y="3"/>
                        </a:moveTo>
                        <a:cubicBezTo>
                          <a:pt x="21" y="3"/>
                          <a:pt x="3" y="21"/>
                          <a:pt x="3" y="43"/>
                        </a:cubicBezTo>
                        <a:cubicBezTo>
                          <a:pt x="3" y="65"/>
                          <a:pt x="21" y="83"/>
                          <a:pt x="43" y="83"/>
                        </a:cubicBezTo>
                        <a:cubicBezTo>
                          <a:pt x="65" y="83"/>
                          <a:pt x="83" y="65"/>
                          <a:pt x="83" y="43"/>
                        </a:cubicBezTo>
                        <a:cubicBezTo>
                          <a:pt x="83" y="21"/>
                          <a:pt x="65" y="3"/>
                          <a:pt x="43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2" name="iṥḻîḑe"/>
                  <p:cNvSpPr/>
                  <p:nvPr/>
                </p:nvSpPr>
                <p:spPr bwMode="auto">
                  <a:xfrm>
                    <a:off x="4835104" y="5335037"/>
                    <a:ext cx="257020" cy="260193"/>
                  </a:xfrm>
                  <a:custGeom>
                    <a:avLst/>
                    <a:gdLst>
                      <a:gd name="T0" fmla="*/ 34 w 68"/>
                      <a:gd name="T1" fmla="*/ 69 h 69"/>
                      <a:gd name="T2" fmla="*/ 0 w 68"/>
                      <a:gd name="T3" fmla="*/ 34 h 69"/>
                      <a:gd name="T4" fmla="*/ 34 w 68"/>
                      <a:gd name="T5" fmla="*/ 0 h 69"/>
                      <a:gd name="T6" fmla="*/ 68 w 68"/>
                      <a:gd name="T7" fmla="*/ 34 h 69"/>
                      <a:gd name="T8" fmla="*/ 34 w 68"/>
                      <a:gd name="T9" fmla="*/ 69 h 69"/>
                      <a:gd name="T10" fmla="*/ 34 w 68"/>
                      <a:gd name="T11" fmla="*/ 3 h 69"/>
                      <a:gd name="T12" fmla="*/ 3 w 68"/>
                      <a:gd name="T13" fmla="*/ 34 h 69"/>
                      <a:gd name="T14" fmla="*/ 34 w 68"/>
                      <a:gd name="T15" fmla="*/ 66 h 69"/>
                      <a:gd name="T16" fmla="*/ 65 w 68"/>
                      <a:gd name="T17" fmla="*/ 34 h 69"/>
                      <a:gd name="T18" fmla="*/ 34 w 68"/>
                      <a:gd name="T19" fmla="*/ 3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68" h="69">
                        <a:moveTo>
                          <a:pt x="34" y="69"/>
                        </a:moveTo>
                        <a:cubicBezTo>
                          <a:pt x="15" y="69"/>
                          <a:pt x="0" y="53"/>
                          <a:pt x="0" y="34"/>
                        </a:cubicBezTo>
                        <a:cubicBezTo>
                          <a:pt x="0" y="15"/>
                          <a:pt x="15" y="0"/>
                          <a:pt x="34" y="0"/>
                        </a:cubicBezTo>
                        <a:cubicBezTo>
                          <a:pt x="53" y="0"/>
                          <a:pt x="68" y="15"/>
                          <a:pt x="68" y="34"/>
                        </a:cubicBezTo>
                        <a:cubicBezTo>
                          <a:pt x="68" y="53"/>
                          <a:pt x="53" y="69"/>
                          <a:pt x="34" y="69"/>
                        </a:cubicBezTo>
                        <a:close/>
                        <a:moveTo>
                          <a:pt x="34" y="3"/>
                        </a:moveTo>
                        <a:cubicBezTo>
                          <a:pt x="17" y="3"/>
                          <a:pt x="3" y="17"/>
                          <a:pt x="3" y="34"/>
                        </a:cubicBezTo>
                        <a:cubicBezTo>
                          <a:pt x="3" y="51"/>
                          <a:pt x="17" y="66"/>
                          <a:pt x="34" y="66"/>
                        </a:cubicBezTo>
                        <a:cubicBezTo>
                          <a:pt x="51" y="66"/>
                          <a:pt x="65" y="51"/>
                          <a:pt x="65" y="34"/>
                        </a:cubicBezTo>
                        <a:cubicBezTo>
                          <a:pt x="65" y="17"/>
                          <a:pt x="51" y="3"/>
                          <a:pt x="34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3" name="íśḻiḑè"/>
                  <p:cNvSpPr/>
                  <p:nvPr/>
                </p:nvSpPr>
                <p:spPr bwMode="auto">
                  <a:xfrm>
                    <a:off x="4711354" y="5584125"/>
                    <a:ext cx="199905" cy="206251"/>
                  </a:xfrm>
                  <a:custGeom>
                    <a:avLst/>
                    <a:gdLst>
                      <a:gd name="T0" fmla="*/ 8 w 53"/>
                      <a:gd name="T1" fmla="*/ 55 h 55"/>
                      <a:gd name="T2" fmla="*/ 8 w 53"/>
                      <a:gd name="T3" fmla="*/ 55 h 55"/>
                      <a:gd name="T4" fmla="*/ 4 w 53"/>
                      <a:gd name="T5" fmla="*/ 53 h 55"/>
                      <a:gd name="T6" fmla="*/ 40 w 53"/>
                      <a:gd name="T7" fmla="*/ 0 h 55"/>
                      <a:gd name="T8" fmla="*/ 42 w 53"/>
                      <a:gd name="T9" fmla="*/ 2 h 55"/>
                      <a:gd name="T10" fmla="*/ 6 w 53"/>
                      <a:gd name="T11" fmla="*/ 51 h 55"/>
                      <a:gd name="T12" fmla="*/ 8 w 53"/>
                      <a:gd name="T13" fmla="*/ 52 h 55"/>
                      <a:gd name="T14" fmla="*/ 50 w 53"/>
                      <a:gd name="T15" fmla="*/ 6 h 55"/>
                      <a:gd name="T16" fmla="*/ 53 w 53"/>
                      <a:gd name="T17" fmla="*/ 8 h 55"/>
                      <a:gd name="T18" fmla="*/ 8 w 53"/>
                      <a:gd name="T19" fmla="*/ 55 h 5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3" h="55">
                        <a:moveTo>
                          <a:pt x="8" y="55"/>
                        </a:moveTo>
                        <a:cubicBezTo>
                          <a:pt x="8" y="55"/>
                          <a:pt x="8" y="55"/>
                          <a:pt x="8" y="55"/>
                        </a:cubicBezTo>
                        <a:cubicBezTo>
                          <a:pt x="6" y="55"/>
                          <a:pt x="5" y="54"/>
                          <a:pt x="4" y="53"/>
                        </a:cubicBezTo>
                        <a:cubicBezTo>
                          <a:pt x="0" y="45"/>
                          <a:pt x="31" y="10"/>
                          <a:pt x="40" y="0"/>
                        </a:cubicBezTo>
                        <a:cubicBezTo>
                          <a:pt x="42" y="2"/>
                          <a:pt x="42" y="2"/>
                          <a:pt x="42" y="2"/>
                        </a:cubicBezTo>
                        <a:cubicBezTo>
                          <a:pt x="23" y="23"/>
                          <a:pt x="4" y="47"/>
                          <a:pt x="6" y="51"/>
                        </a:cubicBezTo>
                        <a:cubicBezTo>
                          <a:pt x="7" y="52"/>
                          <a:pt x="7" y="52"/>
                          <a:pt x="8" y="52"/>
                        </a:cubicBezTo>
                        <a:cubicBezTo>
                          <a:pt x="15" y="52"/>
                          <a:pt x="32" y="38"/>
                          <a:pt x="50" y="6"/>
                        </a:cubicBezTo>
                        <a:cubicBezTo>
                          <a:pt x="53" y="8"/>
                          <a:pt x="53" y="8"/>
                          <a:pt x="53" y="8"/>
                        </a:cubicBezTo>
                        <a:cubicBezTo>
                          <a:pt x="35" y="39"/>
                          <a:pt x="17" y="55"/>
                          <a:pt x="8" y="55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4" name="ïsļíḑè"/>
                  <p:cNvSpPr/>
                  <p:nvPr/>
                </p:nvSpPr>
                <p:spPr bwMode="auto">
                  <a:xfrm>
                    <a:off x="5009624" y="5376288"/>
                    <a:ext cx="52356" cy="82500"/>
                  </a:xfrm>
                  <a:custGeom>
                    <a:avLst/>
                    <a:gdLst>
                      <a:gd name="T0" fmla="*/ 11 w 14"/>
                      <a:gd name="T1" fmla="*/ 22 h 22"/>
                      <a:gd name="T2" fmla="*/ 0 w 14"/>
                      <a:gd name="T3" fmla="*/ 3 h 22"/>
                      <a:gd name="T4" fmla="*/ 1 w 14"/>
                      <a:gd name="T5" fmla="*/ 0 h 22"/>
                      <a:gd name="T6" fmla="*/ 14 w 14"/>
                      <a:gd name="T7" fmla="*/ 21 h 22"/>
                      <a:gd name="T8" fmla="*/ 11 w 14"/>
                      <a:gd name="T9" fmla="*/ 22 h 2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" h="22">
                        <a:moveTo>
                          <a:pt x="11" y="22"/>
                        </a:moveTo>
                        <a:cubicBezTo>
                          <a:pt x="9" y="7"/>
                          <a:pt x="0" y="3"/>
                          <a:pt x="0" y="3"/>
                        </a:cubicBezTo>
                        <a:cubicBezTo>
                          <a:pt x="1" y="0"/>
                          <a:pt x="1" y="0"/>
                          <a:pt x="1" y="0"/>
                        </a:cubicBezTo>
                        <a:cubicBezTo>
                          <a:pt x="2" y="0"/>
                          <a:pt x="12" y="5"/>
                          <a:pt x="14" y="21"/>
                        </a:cubicBezTo>
                        <a:lnTo>
                          <a:pt x="11" y="22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3" name="îṡ1íďê"/>
                <p:cNvGrpSpPr/>
                <p:nvPr/>
              </p:nvGrpSpPr>
              <p:grpSpPr>
                <a:xfrm>
                  <a:off x="2627909" y="1485488"/>
                  <a:ext cx="339521" cy="337934"/>
                  <a:chOff x="5698186" y="4535417"/>
                  <a:chExt cx="339521" cy="337934"/>
                </a:xfrm>
              </p:grpSpPr>
              <p:sp>
                <p:nvSpPr>
                  <p:cNvPr id="86" name="ïSḻiḋê"/>
                  <p:cNvSpPr/>
                  <p:nvPr/>
                </p:nvSpPr>
                <p:spPr bwMode="auto">
                  <a:xfrm>
                    <a:off x="5698186" y="4535417"/>
                    <a:ext cx="339521" cy="337934"/>
                  </a:xfrm>
                  <a:custGeom>
                    <a:avLst/>
                    <a:gdLst>
                      <a:gd name="T0" fmla="*/ 45 w 90"/>
                      <a:gd name="T1" fmla="*/ 90 h 90"/>
                      <a:gd name="T2" fmla="*/ 0 w 90"/>
                      <a:gd name="T3" fmla="*/ 45 h 90"/>
                      <a:gd name="T4" fmla="*/ 45 w 90"/>
                      <a:gd name="T5" fmla="*/ 0 h 90"/>
                      <a:gd name="T6" fmla="*/ 90 w 90"/>
                      <a:gd name="T7" fmla="*/ 45 h 90"/>
                      <a:gd name="T8" fmla="*/ 45 w 90"/>
                      <a:gd name="T9" fmla="*/ 90 h 90"/>
                      <a:gd name="T10" fmla="*/ 45 w 90"/>
                      <a:gd name="T11" fmla="*/ 3 h 90"/>
                      <a:gd name="T12" fmla="*/ 3 w 90"/>
                      <a:gd name="T13" fmla="*/ 45 h 90"/>
                      <a:gd name="T14" fmla="*/ 45 w 90"/>
                      <a:gd name="T15" fmla="*/ 87 h 90"/>
                      <a:gd name="T16" fmla="*/ 87 w 90"/>
                      <a:gd name="T17" fmla="*/ 45 h 90"/>
                      <a:gd name="T18" fmla="*/ 45 w 90"/>
                      <a:gd name="T19" fmla="*/ 3 h 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90" h="90">
                        <a:moveTo>
                          <a:pt x="45" y="90"/>
                        </a:moveTo>
                        <a:cubicBezTo>
                          <a:pt x="20" y="90"/>
                          <a:pt x="0" y="70"/>
                          <a:pt x="0" y="45"/>
                        </a:cubicBezTo>
                        <a:cubicBezTo>
                          <a:pt x="0" y="21"/>
                          <a:pt x="20" y="0"/>
                          <a:pt x="45" y="0"/>
                        </a:cubicBezTo>
                        <a:cubicBezTo>
                          <a:pt x="70" y="0"/>
                          <a:pt x="90" y="21"/>
                          <a:pt x="90" y="45"/>
                        </a:cubicBezTo>
                        <a:cubicBezTo>
                          <a:pt x="90" y="70"/>
                          <a:pt x="70" y="90"/>
                          <a:pt x="45" y="90"/>
                        </a:cubicBezTo>
                        <a:close/>
                        <a:moveTo>
                          <a:pt x="45" y="3"/>
                        </a:moveTo>
                        <a:cubicBezTo>
                          <a:pt x="22" y="3"/>
                          <a:pt x="3" y="22"/>
                          <a:pt x="3" y="45"/>
                        </a:cubicBezTo>
                        <a:cubicBezTo>
                          <a:pt x="3" y="69"/>
                          <a:pt x="22" y="87"/>
                          <a:pt x="45" y="87"/>
                        </a:cubicBezTo>
                        <a:cubicBezTo>
                          <a:pt x="68" y="87"/>
                          <a:pt x="87" y="69"/>
                          <a:pt x="87" y="45"/>
                        </a:cubicBezTo>
                        <a:cubicBezTo>
                          <a:pt x="87" y="22"/>
                          <a:pt x="68" y="3"/>
                          <a:pt x="45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7" name="îṧḷíḓe"/>
                  <p:cNvSpPr/>
                  <p:nvPr/>
                </p:nvSpPr>
                <p:spPr bwMode="auto">
                  <a:xfrm>
                    <a:off x="5733090" y="4573495"/>
                    <a:ext cx="271300" cy="266540"/>
                  </a:xfrm>
                  <a:custGeom>
                    <a:avLst/>
                    <a:gdLst>
                      <a:gd name="T0" fmla="*/ 36 w 72"/>
                      <a:gd name="T1" fmla="*/ 71 h 71"/>
                      <a:gd name="T2" fmla="*/ 0 w 72"/>
                      <a:gd name="T3" fmla="*/ 35 h 71"/>
                      <a:gd name="T4" fmla="*/ 36 w 72"/>
                      <a:gd name="T5" fmla="*/ 0 h 71"/>
                      <a:gd name="T6" fmla="*/ 72 w 72"/>
                      <a:gd name="T7" fmla="*/ 35 h 71"/>
                      <a:gd name="T8" fmla="*/ 36 w 72"/>
                      <a:gd name="T9" fmla="*/ 71 h 71"/>
                      <a:gd name="T10" fmla="*/ 36 w 72"/>
                      <a:gd name="T11" fmla="*/ 3 h 71"/>
                      <a:gd name="T12" fmla="*/ 3 w 72"/>
                      <a:gd name="T13" fmla="*/ 35 h 71"/>
                      <a:gd name="T14" fmla="*/ 36 w 72"/>
                      <a:gd name="T15" fmla="*/ 68 h 71"/>
                      <a:gd name="T16" fmla="*/ 69 w 72"/>
                      <a:gd name="T17" fmla="*/ 35 h 71"/>
                      <a:gd name="T18" fmla="*/ 36 w 72"/>
                      <a:gd name="T19" fmla="*/ 3 h 7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72" h="71">
                        <a:moveTo>
                          <a:pt x="36" y="71"/>
                        </a:moveTo>
                        <a:cubicBezTo>
                          <a:pt x="16" y="71"/>
                          <a:pt x="0" y="55"/>
                          <a:pt x="0" y="35"/>
                        </a:cubicBezTo>
                        <a:cubicBezTo>
                          <a:pt x="0" y="16"/>
                          <a:pt x="16" y="0"/>
                          <a:pt x="36" y="0"/>
                        </a:cubicBezTo>
                        <a:cubicBezTo>
                          <a:pt x="56" y="0"/>
                          <a:pt x="72" y="16"/>
                          <a:pt x="72" y="35"/>
                        </a:cubicBezTo>
                        <a:cubicBezTo>
                          <a:pt x="72" y="55"/>
                          <a:pt x="56" y="71"/>
                          <a:pt x="36" y="71"/>
                        </a:cubicBezTo>
                        <a:close/>
                        <a:moveTo>
                          <a:pt x="36" y="3"/>
                        </a:moveTo>
                        <a:cubicBezTo>
                          <a:pt x="18" y="3"/>
                          <a:pt x="3" y="17"/>
                          <a:pt x="3" y="35"/>
                        </a:cubicBezTo>
                        <a:cubicBezTo>
                          <a:pt x="3" y="53"/>
                          <a:pt x="18" y="68"/>
                          <a:pt x="36" y="68"/>
                        </a:cubicBezTo>
                        <a:cubicBezTo>
                          <a:pt x="54" y="68"/>
                          <a:pt x="69" y="53"/>
                          <a:pt x="69" y="35"/>
                        </a:cubicBezTo>
                        <a:cubicBezTo>
                          <a:pt x="69" y="17"/>
                          <a:pt x="54" y="3"/>
                          <a:pt x="36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8" name="iṩḷíḋé"/>
                  <p:cNvSpPr/>
                  <p:nvPr/>
                </p:nvSpPr>
                <p:spPr bwMode="auto">
                  <a:xfrm>
                    <a:off x="5845734" y="4686140"/>
                    <a:ext cx="41250" cy="41250"/>
                  </a:xfrm>
                  <a:custGeom>
                    <a:avLst/>
                    <a:gdLst>
                      <a:gd name="T0" fmla="*/ 6 w 11"/>
                      <a:gd name="T1" fmla="*/ 11 h 11"/>
                      <a:gd name="T2" fmla="*/ 0 w 11"/>
                      <a:gd name="T3" fmla="*/ 5 h 11"/>
                      <a:gd name="T4" fmla="*/ 6 w 11"/>
                      <a:gd name="T5" fmla="*/ 0 h 11"/>
                      <a:gd name="T6" fmla="*/ 11 w 11"/>
                      <a:gd name="T7" fmla="*/ 5 h 11"/>
                      <a:gd name="T8" fmla="*/ 6 w 11"/>
                      <a:gd name="T9" fmla="*/ 11 h 11"/>
                      <a:gd name="T10" fmla="*/ 6 w 11"/>
                      <a:gd name="T11" fmla="*/ 3 h 11"/>
                      <a:gd name="T12" fmla="*/ 3 w 11"/>
                      <a:gd name="T13" fmla="*/ 5 h 11"/>
                      <a:gd name="T14" fmla="*/ 6 w 11"/>
                      <a:gd name="T15" fmla="*/ 8 h 11"/>
                      <a:gd name="T16" fmla="*/ 8 w 11"/>
                      <a:gd name="T17" fmla="*/ 5 h 11"/>
                      <a:gd name="T18" fmla="*/ 6 w 11"/>
                      <a:gd name="T19" fmla="*/ 3 h 1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1">
                        <a:moveTo>
                          <a:pt x="6" y="11"/>
                        </a:moveTo>
                        <a:cubicBezTo>
                          <a:pt x="3" y="11"/>
                          <a:pt x="0" y="9"/>
                          <a:pt x="0" y="5"/>
                        </a:cubicBezTo>
                        <a:cubicBezTo>
                          <a:pt x="0" y="2"/>
                          <a:pt x="3" y="0"/>
                          <a:pt x="6" y="0"/>
                        </a:cubicBezTo>
                        <a:cubicBezTo>
                          <a:pt x="9" y="0"/>
                          <a:pt x="11" y="2"/>
                          <a:pt x="11" y="5"/>
                        </a:cubicBezTo>
                        <a:cubicBezTo>
                          <a:pt x="11" y="9"/>
                          <a:pt x="9" y="11"/>
                          <a:pt x="6" y="11"/>
                        </a:cubicBezTo>
                        <a:close/>
                        <a:moveTo>
                          <a:pt x="6" y="3"/>
                        </a:moveTo>
                        <a:cubicBezTo>
                          <a:pt x="4" y="3"/>
                          <a:pt x="3" y="4"/>
                          <a:pt x="3" y="5"/>
                        </a:cubicBezTo>
                        <a:cubicBezTo>
                          <a:pt x="3" y="7"/>
                          <a:pt x="4" y="8"/>
                          <a:pt x="6" y="8"/>
                        </a:cubicBezTo>
                        <a:cubicBezTo>
                          <a:pt x="7" y="8"/>
                          <a:pt x="8" y="7"/>
                          <a:pt x="8" y="5"/>
                        </a:cubicBezTo>
                        <a:cubicBezTo>
                          <a:pt x="8" y="4"/>
                          <a:pt x="7" y="3"/>
                          <a:pt x="6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9" name="í$lîdé"/>
                  <p:cNvSpPr/>
                  <p:nvPr/>
                </p:nvSpPr>
                <p:spPr bwMode="auto">
                  <a:xfrm>
                    <a:off x="5853667" y="4598880"/>
                    <a:ext cx="30145" cy="98366"/>
                  </a:xfrm>
                  <a:custGeom>
                    <a:avLst/>
                    <a:gdLst>
                      <a:gd name="T0" fmla="*/ 5 w 8"/>
                      <a:gd name="T1" fmla="*/ 26 h 26"/>
                      <a:gd name="T2" fmla="*/ 4 w 8"/>
                      <a:gd name="T3" fmla="*/ 6 h 26"/>
                      <a:gd name="T4" fmla="*/ 3 w 8"/>
                      <a:gd name="T5" fmla="*/ 24 h 26"/>
                      <a:gd name="T6" fmla="*/ 0 w 8"/>
                      <a:gd name="T7" fmla="*/ 24 h 26"/>
                      <a:gd name="T8" fmla="*/ 3 w 8"/>
                      <a:gd name="T9" fmla="*/ 1 h 26"/>
                      <a:gd name="T10" fmla="*/ 5 w 8"/>
                      <a:gd name="T11" fmla="*/ 1 h 26"/>
                      <a:gd name="T12" fmla="*/ 8 w 8"/>
                      <a:gd name="T13" fmla="*/ 26 h 26"/>
                      <a:gd name="T14" fmla="*/ 5 w 8"/>
                      <a:gd name="T15" fmla="*/ 26 h 2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8" h="26">
                        <a:moveTo>
                          <a:pt x="5" y="26"/>
                        </a:moveTo>
                        <a:cubicBezTo>
                          <a:pt x="5" y="18"/>
                          <a:pt x="5" y="10"/>
                          <a:pt x="4" y="6"/>
                        </a:cubicBezTo>
                        <a:cubicBezTo>
                          <a:pt x="3" y="10"/>
                          <a:pt x="3" y="17"/>
                          <a:pt x="3" y="24"/>
                        </a:cubicBezTo>
                        <a:cubicBezTo>
                          <a:pt x="0" y="24"/>
                          <a:pt x="0" y="24"/>
                          <a:pt x="0" y="24"/>
                        </a:cubicBezTo>
                        <a:cubicBezTo>
                          <a:pt x="0" y="15"/>
                          <a:pt x="0" y="3"/>
                          <a:pt x="3" y="1"/>
                        </a:cubicBezTo>
                        <a:cubicBezTo>
                          <a:pt x="4" y="0"/>
                          <a:pt x="4" y="0"/>
                          <a:pt x="5" y="1"/>
                        </a:cubicBezTo>
                        <a:cubicBezTo>
                          <a:pt x="6" y="1"/>
                          <a:pt x="8" y="2"/>
                          <a:pt x="8" y="26"/>
                        </a:cubicBezTo>
                        <a:lnTo>
                          <a:pt x="5" y="2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90" name="ï$ļiḍé"/>
                  <p:cNvSpPr/>
                  <p:nvPr/>
                </p:nvSpPr>
                <p:spPr bwMode="auto">
                  <a:xfrm>
                    <a:off x="5763233" y="4689313"/>
                    <a:ext cx="93606" cy="44423"/>
                  </a:xfrm>
                  <a:custGeom>
                    <a:avLst/>
                    <a:gdLst>
                      <a:gd name="T0" fmla="*/ 5 w 25"/>
                      <a:gd name="T1" fmla="*/ 12 h 12"/>
                      <a:gd name="T2" fmla="*/ 1 w 25"/>
                      <a:gd name="T3" fmla="*/ 11 h 12"/>
                      <a:gd name="T4" fmla="*/ 0 w 25"/>
                      <a:gd name="T5" fmla="*/ 9 h 12"/>
                      <a:gd name="T6" fmla="*/ 24 w 25"/>
                      <a:gd name="T7" fmla="*/ 0 h 12"/>
                      <a:gd name="T8" fmla="*/ 25 w 25"/>
                      <a:gd name="T9" fmla="*/ 3 h 12"/>
                      <a:gd name="T10" fmla="*/ 6 w 25"/>
                      <a:gd name="T11" fmla="*/ 9 h 12"/>
                      <a:gd name="T12" fmla="*/ 24 w 25"/>
                      <a:gd name="T13" fmla="*/ 6 h 12"/>
                      <a:gd name="T14" fmla="*/ 24 w 25"/>
                      <a:gd name="T15" fmla="*/ 8 h 12"/>
                      <a:gd name="T16" fmla="*/ 5 w 25"/>
                      <a:gd name="T17" fmla="*/ 12 h 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25" h="12">
                        <a:moveTo>
                          <a:pt x="5" y="12"/>
                        </a:moveTo>
                        <a:cubicBezTo>
                          <a:pt x="3" y="12"/>
                          <a:pt x="2" y="11"/>
                          <a:pt x="1" y="11"/>
                        </a:cubicBezTo>
                        <a:cubicBezTo>
                          <a:pt x="0" y="10"/>
                          <a:pt x="0" y="9"/>
                          <a:pt x="0" y="9"/>
                        </a:cubicBezTo>
                        <a:cubicBezTo>
                          <a:pt x="1" y="8"/>
                          <a:pt x="1" y="6"/>
                          <a:pt x="24" y="0"/>
                        </a:cubicBezTo>
                        <a:cubicBezTo>
                          <a:pt x="25" y="3"/>
                          <a:pt x="25" y="3"/>
                          <a:pt x="25" y="3"/>
                        </a:cubicBezTo>
                        <a:cubicBezTo>
                          <a:pt x="18" y="5"/>
                          <a:pt x="10" y="7"/>
                          <a:pt x="6" y="9"/>
                        </a:cubicBezTo>
                        <a:cubicBezTo>
                          <a:pt x="10" y="8"/>
                          <a:pt x="17" y="7"/>
                          <a:pt x="24" y="6"/>
                        </a:cubicBezTo>
                        <a:cubicBezTo>
                          <a:pt x="24" y="8"/>
                          <a:pt x="24" y="8"/>
                          <a:pt x="24" y="8"/>
                        </a:cubicBezTo>
                        <a:cubicBezTo>
                          <a:pt x="18" y="10"/>
                          <a:pt x="10" y="12"/>
                          <a:pt x="5" y="1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4" name="ïṩľide"/>
                <p:cNvGrpSpPr/>
                <p:nvPr/>
              </p:nvGrpSpPr>
              <p:grpSpPr>
                <a:xfrm>
                  <a:off x="3272006" y="1596959"/>
                  <a:ext cx="425193" cy="425194"/>
                  <a:chOff x="5623618" y="3915078"/>
                  <a:chExt cx="425193" cy="425194"/>
                </a:xfrm>
              </p:grpSpPr>
              <p:sp>
                <p:nvSpPr>
                  <p:cNvPr id="81" name="iṡlîḓè"/>
                  <p:cNvSpPr/>
                  <p:nvPr/>
                </p:nvSpPr>
                <p:spPr bwMode="auto">
                  <a:xfrm>
                    <a:off x="5653762" y="3942049"/>
                    <a:ext cx="11106" cy="376011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2" name="îşlidé"/>
                  <p:cNvSpPr/>
                  <p:nvPr/>
                </p:nvSpPr>
                <p:spPr bwMode="auto">
                  <a:xfrm>
                    <a:off x="5623618" y="3915078"/>
                    <a:ext cx="60288" cy="82500"/>
                  </a:xfrm>
                  <a:custGeom>
                    <a:avLst/>
                    <a:gdLst>
                      <a:gd name="T0" fmla="*/ 7 w 38"/>
                      <a:gd name="T1" fmla="*/ 52 h 52"/>
                      <a:gd name="T2" fmla="*/ 0 w 38"/>
                      <a:gd name="T3" fmla="*/ 48 h 52"/>
                      <a:gd name="T4" fmla="*/ 21 w 38"/>
                      <a:gd name="T5" fmla="*/ 0 h 52"/>
                      <a:gd name="T6" fmla="*/ 38 w 38"/>
                      <a:gd name="T7" fmla="*/ 45 h 52"/>
                      <a:gd name="T8" fmla="*/ 31 w 38"/>
                      <a:gd name="T9" fmla="*/ 48 h 52"/>
                      <a:gd name="T10" fmla="*/ 21 w 38"/>
                      <a:gd name="T11" fmla="*/ 19 h 52"/>
                      <a:gd name="T12" fmla="*/ 7 w 38"/>
                      <a:gd name="T13" fmla="*/ 52 h 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8" h="52">
                        <a:moveTo>
                          <a:pt x="7" y="52"/>
                        </a:moveTo>
                        <a:lnTo>
                          <a:pt x="0" y="48"/>
                        </a:lnTo>
                        <a:lnTo>
                          <a:pt x="21" y="0"/>
                        </a:lnTo>
                        <a:lnTo>
                          <a:pt x="38" y="45"/>
                        </a:lnTo>
                        <a:lnTo>
                          <a:pt x="31" y="48"/>
                        </a:lnTo>
                        <a:lnTo>
                          <a:pt x="21" y="19"/>
                        </a:lnTo>
                        <a:lnTo>
                          <a:pt x="7" y="52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3" name="íSļïḓe"/>
                  <p:cNvSpPr/>
                  <p:nvPr/>
                </p:nvSpPr>
                <p:spPr bwMode="auto">
                  <a:xfrm>
                    <a:off x="5653762" y="4305369"/>
                    <a:ext cx="369666" cy="12692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4" name="îṥḻïdè"/>
                  <p:cNvSpPr/>
                  <p:nvPr/>
                </p:nvSpPr>
                <p:spPr bwMode="auto">
                  <a:xfrm>
                    <a:off x="5969484" y="4279984"/>
                    <a:ext cx="79327" cy="60288"/>
                  </a:xfrm>
                  <a:custGeom>
                    <a:avLst/>
                    <a:gdLst>
                      <a:gd name="T0" fmla="*/ 5 w 50"/>
                      <a:gd name="T1" fmla="*/ 38 h 38"/>
                      <a:gd name="T2" fmla="*/ 3 w 50"/>
                      <a:gd name="T3" fmla="*/ 31 h 38"/>
                      <a:gd name="T4" fmla="*/ 31 w 50"/>
                      <a:gd name="T5" fmla="*/ 21 h 38"/>
                      <a:gd name="T6" fmla="*/ 0 w 50"/>
                      <a:gd name="T7" fmla="*/ 7 h 38"/>
                      <a:gd name="T8" fmla="*/ 3 w 50"/>
                      <a:gd name="T9" fmla="*/ 0 h 38"/>
                      <a:gd name="T10" fmla="*/ 50 w 50"/>
                      <a:gd name="T11" fmla="*/ 21 h 38"/>
                      <a:gd name="T12" fmla="*/ 5 w 50"/>
                      <a:gd name="T13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50" h="38">
                        <a:moveTo>
                          <a:pt x="5" y="38"/>
                        </a:moveTo>
                        <a:lnTo>
                          <a:pt x="3" y="31"/>
                        </a:lnTo>
                        <a:lnTo>
                          <a:pt x="31" y="21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  <a:lnTo>
                          <a:pt x="50" y="21"/>
                        </a:lnTo>
                        <a:lnTo>
                          <a:pt x="5" y="3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5" name="iśḻíde"/>
                  <p:cNvSpPr/>
                  <p:nvPr/>
                </p:nvSpPr>
                <p:spPr bwMode="auto">
                  <a:xfrm>
                    <a:off x="5653762" y="4084838"/>
                    <a:ext cx="304617" cy="228463"/>
                  </a:xfrm>
                  <a:custGeom>
                    <a:avLst/>
                    <a:gdLst>
                      <a:gd name="T0" fmla="*/ 78 w 81"/>
                      <a:gd name="T1" fmla="*/ 61 h 61"/>
                      <a:gd name="T2" fmla="*/ 63 w 81"/>
                      <a:gd name="T3" fmla="*/ 5 h 61"/>
                      <a:gd name="T4" fmla="*/ 55 w 81"/>
                      <a:gd name="T5" fmla="*/ 4 h 61"/>
                      <a:gd name="T6" fmla="*/ 48 w 81"/>
                      <a:gd name="T7" fmla="*/ 23 h 61"/>
                      <a:gd name="T8" fmla="*/ 39 w 81"/>
                      <a:gd name="T9" fmla="*/ 44 h 61"/>
                      <a:gd name="T10" fmla="*/ 23 w 81"/>
                      <a:gd name="T11" fmla="*/ 37 h 61"/>
                      <a:gd name="T12" fmla="*/ 15 w 81"/>
                      <a:gd name="T13" fmla="*/ 28 h 61"/>
                      <a:gd name="T14" fmla="*/ 13 w 81"/>
                      <a:gd name="T15" fmla="*/ 29 h 61"/>
                      <a:gd name="T16" fmla="*/ 3 w 81"/>
                      <a:gd name="T17" fmla="*/ 59 h 61"/>
                      <a:gd name="T18" fmla="*/ 0 w 81"/>
                      <a:gd name="T19" fmla="*/ 58 h 61"/>
                      <a:gd name="T20" fmla="*/ 11 w 81"/>
                      <a:gd name="T21" fmla="*/ 26 h 61"/>
                      <a:gd name="T22" fmla="*/ 16 w 81"/>
                      <a:gd name="T23" fmla="*/ 26 h 61"/>
                      <a:gd name="T24" fmla="*/ 26 w 81"/>
                      <a:gd name="T25" fmla="*/ 35 h 61"/>
                      <a:gd name="T26" fmla="*/ 38 w 81"/>
                      <a:gd name="T27" fmla="*/ 41 h 61"/>
                      <a:gd name="T28" fmla="*/ 45 w 81"/>
                      <a:gd name="T29" fmla="*/ 23 h 61"/>
                      <a:gd name="T30" fmla="*/ 54 w 81"/>
                      <a:gd name="T31" fmla="*/ 2 h 61"/>
                      <a:gd name="T32" fmla="*/ 64 w 81"/>
                      <a:gd name="T33" fmla="*/ 3 h 61"/>
                      <a:gd name="T34" fmla="*/ 81 w 81"/>
                      <a:gd name="T35" fmla="*/ 61 h 61"/>
                      <a:gd name="T36" fmla="*/ 78 w 81"/>
                      <a:gd name="T37" fmla="*/ 61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81" h="61">
                        <a:moveTo>
                          <a:pt x="78" y="61"/>
                        </a:moveTo>
                        <a:cubicBezTo>
                          <a:pt x="78" y="47"/>
                          <a:pt x="75" y="11"/>
                          <a:pt x="63" y="5"/>
                        </a:cubicBezTo>
                        <a:cubicBezTo>
                          <a:pt x="60" y="4"/>
                          <a:pt x="57" y="3"/>
                          <a:pt x="55" y="4"/>
                        </a:cubicBezTo>
                        <a:cubicBezTo>
                          <a:pt x="51" y="7"/>
                          <a:pt x="50" y="15"/>
                          <a:pt x="48" y="23"/>
                        </a:cubicBezTo>
                        <a:cubicBezTo>
                          <a:pt x="47" y="33"/>
                          <a:pt x="45" y="41"/>
                          <a:pt x="39" y="44"/>
                        </a:cubicBezTo>
                        <a:cubicBezTo>
                          <a:pt x="31" y="48"/>
                          <a:pt x="27" y="42"/>
                          <a:pt x="23" y="37"/>
                        </a:cubicBezTo>
                        <a:cubicBezTo>
                          <a:pt x="21" y="33"/>
                          <a:pt x="19" y="30"/>
                          <a:pt x="15" y="28"/>
                        </a:cubicBezTo>
                        <a:cubicBezTo>
                          <a:pt x="14" y="28"/>
                          <a:pt x="13" y="28"/>
                          <a:pt x="13" y="29"/>
                        </a:cubicBezTo>
                        <a:cubicBezTo>
                          <a:pt x="7" y="32"/>
                          <a:pt x="4" y="51"/>
                          <a:pt x="3" y="59"/>
                        </a:cubicBezTo>
                        <a:cubicBezTo>
                          <a:pt x="0" y="58"/>
                          <a:pt x="0" y="58"/>
                          <a:pt x="0" y="58"/>
                        </a:cubicBezTo>
                        <a:cubicBezTo>
                          <a:pt x="0" y="55"/>
                          <a:pt x="3" y="30"/>
                          <a:pt x="11" y="26"/>
                        </a:cubicBezTo>
                        <a:cubicBezTo>
                          <a:pt x="13" y="25"/>
                          <a:pt x="14" y="25"/>
                          <a:pt x="16" y="26"/>
                        </a:cubicBezTo>
                        <a:cubicBezTo>
                          <a:pt x="21" y="28"/>
                          <a:pt x="23" y="32"/>
                          <a:pt x="26" y="35"/>
                        </a:cubicBezTo>
                        <a:cubicBezTo>
                          <a:pt x="30" y="41"/>
                          <a:pt x="32" y="44"/>
                          <a:pt x="38" y="41"/>
                        </a:cubicBezTo>
                        <a:cubicBezTo>
                          <a:pt x="42" y="39"/>
                          <a:pt x="44" y="31"/>
                          <a:pt x="45" y="23"/>
                        </a:cubicBezTo>
                        <a:cubicBezTo>
                          <a:pt x="47" y="13"/>
                          <a:pt x="48" y="5"/>
                          <a:pt x="54" y="2"/>
                        </a:cubicBezTo>
                        <a:cubicBezTo>
                          <a:pt x="57" y="0"/>
                          <a:pt x="60" y="1"/>
                          <a:pt x="64" y="3"/>
                        </a:cubicBezTo>
                        <a:cubicBezTo>
                          <a:pt x="80" y="10"/>
                          <a:pt x="81" y="59"/>
                          <a:pt x="81" y="61"/>
                        </a:cubicBezTo>
                        <a:lnTo>
                          <a:pt x="78" y="61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5" name="ïṥ1ïdé"/>
                <p:cNvGrpSpPr/>
                <p:nvPr/>
              </p:nvGrpSpPr>
              <p:grpSpPr>
                <a:xfrm>
                  <a:off x="4263837" y="2865836"/>
                  <a:ext cx="380772" cy="341108"/>
                  <a:chOff x="5100057" y="4749602"/>
                  <a:chExt cx="380772" cy="341108"/>
                </a:xfrm>
              </p:grpSpPr>
              <p:sp>
                <p:nvSpPr>
                  <p:cNvPr id="79" name="iṥľídè"/>
                  <p:cNvSpPr/>
                  <p:nvPr/>
                </p:nvSpPr>
                <p:spPr bwMode="auto">
                  <a:xfrm>
                    <a:off x="5100057" y="4809891"/>
                    <a:ext cx="282405" cy="280819"/>
                  </a:xfrm>
                  <a:custGeom>
                    <a:avLst/>
                    <a:gdLst>
                      <a:gd name="T0" fmla="*/ 72 w 75"/>
                      <a:gd name="T1" fmla="*/ 72 h 75"/>
                      <a:gd name="T2" fmla="*/ 3 w 75"/>
                      <a:gd name="T3" fmla="*/ 72 h 75"/>
                      <a:gd name="T4" fmla="*/ 3 w 75"/>
                      <a:gd name="T5" fmla="*/ 3 h 75"/>
                      <a:gd name="T6" fmla="*/ 16 w 75"/>
                      <a:gd name="T7" fmla="*/ 3 h 75"/>
                      <a:gd name="T8" fmla="*/ 15 w 75"/>
                      <a:gd name="T9" fmla="*/ 0 h 75"/>
                      <a:gd name="T10" fmla="*/ 0 w 75"/>
                      <a:gd name="T11" fmla="*/ 0 h 75"/>
                      <a:gd name="T12" fmla="*/ 0 w 75"/>
                      <a:gd name="T13" fmla="*/ 75 h 75"/>
                      <a:gd name="T14" fmla="*/ 75 w 75"/>
                      <a:gd name="T15" fmla="*/ 75 h 75"/>
                      <a:gd name="T16" fmla="*/ 75 w 75"/>
                      <a:gd name="T17" fmla="*/ 27 h 75"/>
                      <a:gd name="T18" fmla="*/ 72 w 75"/>
                      <a:gd name="T19" fmla="*/ 29 h 75"/>
                      <a:gd name="T20" fmla="*/ 72 w 75"/>
                      <a:gd name="T21" fmla="*/ 72 h 75"/>
                      <a:gd name="T22" fmla="*/ 28 w 75"/>
                      <a:gd name="T23" fmla="*/ 0 h 75"/>
                      <a:gd name="T24" fmla="*/ 29 w 75"/>
                      <a:gd name="T25" fmla="*/ 3 h 75"/>
                      <a:gd name="T26" fmla="*/ 72 w 75"/>
                      <a:gd name="T27" fmla="*/ 3 h 75"/>
                      <a:gd name="T28" fmla="*/ 72 w 75"/>
                      <a:gd name="T29" fmla="*/ 13 h 75"/>
                      <a:gd name="T30" fmla="*/ 75 w 75"/>
                      <a:gd name="T31" fmla="*/ 11 h 75"/>
                      <a:gd name="T32" fmla="*/ 75 w 75"/>
                      <a:gd name="T33" fmla="*/ 0 h 75"/>
                      <a:gd name="T34" fmla="*/ 28 w 75"/>
                      <a:gd name="T35" fmla="*/ 0 h 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</a:cxnLst>
                    <a:rect l="0" t="0" r="r" b="b"/>
                    <a:pathLst>
                      <a:path w="75" h="75">
                        <a:moveTo>
                          <a:pt x="72" y="72"/>
                        </a:moveTo>
                        <a:cubicBezTo>
                          <a:pt x="3" y="72"/>
                          <a:pt x="3" y="72"/>
                          <a:pt x="3" y="72"/>
                        </a:cubicBezTo>
                        <a:cubicBezTo>
                          <a:pt x="3" y="3"/>
                          <a:pt x="3" y="3"/>
                          <a:pt x="3" y="3"/>
                        </a:cubicBezTo>
                        <a:cubicBezTo>
                          <a:pt x="16" y="3"/>
                          <a:pt x="16" y="3"/>
                          <a:pt x="16" y="3"/>
                        </a:cubicBezTo>
                        <a:cubicBezTo>
                          <a:pt x="15" y="2"/>
                          <a:pt x="15" y="1"/>
                          <a:pt x="15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75"/>
                          <a:pt x="0" y="75"/>
                          <a:pt x="0" y="75"/>
                        </a:cubicBezTo>
                        <a:cubicBezTo>
                          <a:pt x="75" y="75"/>
                          <a:pt x="75" y="75"/>
                          <a:pt x="75" y="75"/>
                        </a:cubicBezTo>
                        <a:cubicBezTo>
                          <a:pt x="75" y="27"/>
                          <a:pt x="75" y="27"/>
                          <a:pt x="75" y="27"/>
                        </a:cubicBezTo>
                        <a:cubicBezTo>
                          <a:pt x="74" y="28"/>
                          <a:pt x="73" y="29"/>
                          <a:pt x="72" y="29"/>
                        </a:cubicBezTo>
                        <a:lnTo>
                          <a:pt x="72" y="72"/>
                        </a:lnTo>
                        <a:close/>
                        <a:moveTo>
                          <a:pt x="28" y="0"/>
                        </a:moveTo>
                        <a:cubicBezTo>
                          <a:pt x="28" y="1"/>
                          <a:pt x="29" y="2"/>
                          <a:pt x="29" y="3"/>
                        </a:cubicBezTo>
                        <a:cubicBezTo>
                          <a:pt x="72" y="3"/>
                          <a:pt x="72" y="3"/>
                          <a:pt x="72" y="3"/>
                        </a:cubicBezTo>
                        <a:cubicBezTo>
                          <a:pt x="72" y="13"/>
                          <a:pt x="72" y="13"/>
                          <a:pt x="72" y="13"/>
                        </a:cubicBezTo>
                        <a:cubicBezTo>
                          <a:pt x="73" y="13"/>
                          <a:pt x="74" y="12"/>
                          <a:pt x="75" y="11"/>
                        </a:cubicBezTo>
                        <a:cubicBezTo>
                          <a:pt x="75" y="0"/>
                          <a:pt x="75" y="0"/>
                          <a:pt x="75" y="0"/>
                        </a:cubicBez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80" name="ïṥḷíḑe"/>
                  <p:cNvSpPr/>
                  <p:nvPr/>
                </p:nvSpPr>
                <p:spPr bwMode="auto">
                  <a:xfrm>
                    <a:off x="5133375" y="4749602"/>
                    <a:ext cx="347454" cy="258607"/>
                  </a:xfrm>
                  <a:custGeom>
                    <a:avLst/>
                    <a:gdLst>
                      <a:gd name="T0" fmla="*/ 91 w 92"/>
                      <a:gd name="T1" fmla="*/ 22 h 69"/>
                      <a:gd name="T2" fmla="*/ 83 w 92"/>
                      <a:gd name="T3" fmla="*/ 17 h 69"/>
                      <a:gd name="T4" fmla="*/ 66 w 92"/>
                      <a:gd name="T5" fmla="*/ 24 h 69"/>
                      <a:gd name="T6" fmla="*/ 63 w 92"/>
                      <a:gd name="T7" fmla="*/ 26 h 69"/>
                      <a:gd name="T8" fmla="*/ 44 w 92"/>
                      <a:gd name="T9" fmla="*/ 39 h 69"/>
                      <a:gd name="T10" fmla="*/ 35 w 92"/>
                      <a:gd name="T11" fmla="*/ 46 h 69"/>
                      <a:gd name="T12" fmla="*/ 29 w 92"/>
                      <a:gd name="T13" fmla="*/ 31 h 69"/>
                      <a:gd name="T14" fmla="*/ 23 w 92"/>
                      <a:gd name="T15" fmla="*/ 19 h 69"/>
                      <a:gd name="T16" fmla="*/ 22 w 92"/>
                      <a:gd name="T17" fmla="*/ 16 h 69"/>
                      <a:gd name="T18" fmla="*/ 8 w 92"/>
                      <a:gd name="T19" fmla="*/ 0 h 69"/>
                      <a:gd name="T20" fmla="*/ 0 w 92"/>
                      <a:gd name="T21" fmla="*/ 7 h 69"/>
                      <a:gd name="T22" fmla="*/ 0 w 92"/>
                      <a:gd name="T23" fmla="*/ 8 h 69"/>
                      <a:gd name="T24" fmla="*/ 0 w 92"/>
                      <a:gd name="T25" fmla="*/ 8 h 69"/>
                      <a:gd name="T26" fmla="*/ 2 w 92"/>
                      <a:gd name="T27" fmla="*/ 16 h 69"/>
                      <a:gd name="T28" fmla="*/ 3 w 92"/>
                      <a:gd name="T29" fmla="*/ 19 h 69"/>
                      <a:gd name="T30" fmla="*/ 28 w 92"/>
                      <a:gd name="T31" fmla="*/ 69 h 69"/>
                      <a:gd name="T32" fmla="*/ 63 w 92"/>
                      <a:gd name="T33" fmla="*/ 49 h 69"/>
                      <a:gd name="T34" fmla="*/ 66 w 92"/>
                      <a:gd name="T35" fmla="*/ 47 h 69"/>
                      <a:gd name="T36" fmla="*/ 90 w 92"/>
                      <a:gd name="T37" fmla="*/ 26 h 69"/>
                      <a:gd name="T38" fmla="*/ 91 w 92"/>
                      <a:gd name="T39" fmla="*/ 22 h 69"/>
                      <a:gd name="T40" fmla="*/ 85 w 92"/>
                      <a:gd name="T41" fmla="*/ 27 h 69"/>
                      <a:gd name="T42" fmla="*/ 66 w 92"/>
                      <a:gd name="T43" fmla="*/ 43 h 69"/>
                      <a:gd name="T44" fmla="*/ 63 w 92"/>
                      <a:gd name="T45" fmla="*/ 45 h 69"/>
                      <a:gd name="T46" fmla="*/ 28 w 92"/>
                      <a:gd name="T47" fmla="*/ 66 h 69"/>
                      <a:gd name="T48" fmla="*/ 7 w 92"/>
                      <a:gd name="T49" fmla="*/ 19 h 69"/>
                      <a:gd name="T50" fmla="*/ 6 w 92"/>
                      <a:gd name="T51" fmla="*/ 16 h 69"/>
                      <a:gd name="T52" fmla="*/ 3 w 92"/>
                      <a:gd name="T53" fmla="*/ 8 h 69"/>
                      <a:gd name="T54" fmla="*/ 8 w 92"/>
                      <a:gd name="T55" fmla="*/ 3 h 69"/>
                      <a:gd name="T56" fmla="*/ 19 w 92"/>
                      <a:gd name="T57" fmla="*/ 16 h 69"/>
                      <a:gd name="T58" fmla="*/ 20 w 92"/>
                      <a:gd name="T59" fmla="*/ 19 h 69"/>
                      <a:gd name="T60" fmla="*/ 26 w 92"/>
                      <a:gd name="T61" fmla="*/ 33 h 69"/>
                      <a:gd name="T62" fmla="*/ 35 w 92"/>
                      <a:gd name="T63" fmla="*/ 49 h 69"/>
                      <a:gd name="T64" fmla="*/ 36 w 92"/>
                      <a:gd name="T65" fmla="*/ 49 h 69"/>
                      <a:gd name="T66" fmla="*/ 46 w 92"/>
                      <a:gd name="T67" fmla="*/ 41 h 69"/>
                      <a:gd name="T68" fmla="*/ 63 w 92"/>
                      <a:gd name="T69" fmla="*/ 29 h 69"/>
                      <a:gd name="T70" fmla="*/ 66 w 92"/>
                      <a:gd name="T71" fmla="*/ 27 h 69"/>
                      <a:gd name="T72" fmla="*/ 83 w 92"/>
                      <a:gd name="T73" fmla="*/ 20 h 69"/>
                      <a:gd name="T74" fmla="*/ 88 w 92"/>
                      <a:gd name="T75" fmla="*/ 23 h 69"/>
                      <a:gd name="T76" fmla="*/ 85 w 92"/>
                      <a:gd name="T77" fmla="*/ 27 h 6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</a:cxnLst>
                    <a:rect l="0" t="0" r="r" b="b"/>
                    <a:pathLst>
                      <a:path w="92" h="69">
                        <a:moveTo>
                          <a:pt x="91" y="22"/>
                        </a:moveTo>
                        <a:cubicBezTo>
                          <a:pt x="89" y="19"/>
                          <a:pt x="87" y="17"/>
                          <a:pt x="83" y="17"/>
                        </a:cubicBezTo>
                        <a:cubicBezTo>
                          <a:pt x="78" y="17"/>
                          <a:pt x="72" y="20"/>
                          <a:pt x="66" y="24"/>
                        </a:cubicBezTo>
                        <a:cubicBezTo>
                          <a:pt x="65" y="24"/>
                          <a:pt x="64" y="25"/>
                          <a:pt x="63" y="26"/>
                        </a:cubicBezTo>
                        <a:cubicBezTo>
                          <a:pt x="56" y="30"/>
                          <a:pt x="50" y="35"/>
                          <a:pt x="44" y="39"/>
                        </a:cubicBezTo>
                        <a:cubicBezTo>
                          <a:pt x="41" y="42"/>
                          <a:pt x="37" y="45"/>
                          <a:pt x="35" y="46"/>
                        </a:cubicBezTo>
                        <a:cubicBezTo>
                          <a:pt x="34" y="44"/>
                          <a:pt x="31" y="37"/>
                          <a:pt x="29" y="31"/>
                        </a:cubicBezTo>
                        <a:cubicBezTo>
                          <a:pt x="27" y="27"/>
                          <a:pt x="25" y="23"/>
                          <a:pt x="23" y="19"/>
                        </a:cubicBezTo>
                        <a:cubicBezTo>
                          <a:pt x="23" y="18"/>
                          <a:pt x="23" y="17"/>
                          <a:pt x="22" y="16"/>
                        </a:cubicBezTo>
                        <a:cubicBezTo>
                          <a:pt x="17" y="6"/>
                          <a:pt x="13" y="0"/>
                          <a:pt x="8" y="0"/>
                        </a:cubicBezTo>
                        <a:cubicBezTo>
                          <a:pt x="5" y="0"/>
                          <a:pt x="2" y="2"/>
                          <a:pt x="0" y="7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1" y="10"/>
                          <a:pt x="1" y="13"/>
                          <a:pt x="2" y="16"/>
                        </a:cubicBezTo>
                        <a:cubicBezTo>
                          <a:pt x="3" y="17"/>
                          <a:pt x="3" y="18"/>
                          <a:pt x="3" y="19"/>
                        </a:cubicBezTo>
                        <a:cubicBezTo>
                          <a:pt x="10" y="38"/>
                          <a:pt x="21" y="69"/>
                          <a:pt x="28" y="69"/>
                        </a:cubicBezTo>
                        <a:cubicBezTo>
                          <a:pt x="32" y="69"/>
                          <a:pt x="48" y="59"/>
                          <a:pt x="63" y="49"/>
                        </a:cubicBezTo>
                        <a:cubicBezTo>
                          <a:pt x="64" y="48"/>
                          <a:pt x="65" y="48"/>
                          <a:pt x="66" y="47"/>
                        </a:cubicBezTo>
                        <a:cubicBezTo>
                          <a:pt x="77" y="39"/>
                          <a:pt x="88" y="30"/>
                          <a:pt x="90" y="26"/>
                        </a:cubicBezTo>
                        <a:cubicBezTo>
                          <a:pt x="91" y="25"/>
                          <a:pt x="92" y="23"/>
                          <a:pt x="91" y="22"/>
                        </a:cubicBezTo>
                        <a:close/>
                        <a:moveTo>
                          <a:pt x="85" y="27"/>
                        </a:moveTo>
                        <a:cubicBezTo>
                          <a:pt x="81" y="32"/>
                          <a:pt x="74" y="37"/>
                          <a:pt x="66" y="43"/>
                        </a:cubicBezTo>
                        <a:cubicBezTo>
                          <a:pt x="65" y="44"/>
                          <a:pt x="64" y="45"/>
                          <a:pt x="63" y="45"/>
                        </a:cubicBezTo>
                        <a:cubicBezTo>
                          <a:pt x="48" y="56"/>
                          <a:pt x="31" y="66"/>
                          <a:pt x="28" y="66"/>
                        </a:cubicBezTo>
                        <a:cubicBezTo>
                          <a:pt x="24" y="66"/>
                          <a:pt x="15" y="43"/>
                          <a:pt x="7" y="19"/>
                        </a:cubicBezTo>
                        <a:cubicBezTo>
                          <a:pt x="6" y="18"/>
                          <a:pt x="6" y="17"/>
                          <a:pt x="6" y="16"/>
                        </a:cubicBezTo>
                        <a:cubicBezTo>
                          <a:pt x="5" y="13"/>
                          <a:pt x="4" y="11"/>
                          <a:pt x="3" y="8"/>
                        </a:cubicBezTo>
                        <a:cubicBezTo>
                          <a:pt x="4" y="6"/>
                          <a:pt x="6" y="3"/>
                          <a:pt x="8" y="3"/>
                        </a:cubicBezTo>
                        <a:cubicBezTo>
                          <a:pt x="11" y="3"/>
                          <a:pt x="15" y="9"/>
                          <a:pt x="19" y="16"/>
                        </a:cubicBezTo>
                        <a:cubicBezTo>
                          <a:pt x="19" y="17"/>
                          <a:pt x="20" y="18"/>
                          <a:pt x="20" y="19"/>
                        </a:cubicBezTo>
                        <a:cubicBezTo>
                          <a:pt x="22" y="24"/>
                          <a:pt x="24" y="28"/>
                          <a:pt x="26" y="33"/>
                        </a:cubicBezTo>
                        <a:cubicBezTo>
                          <a:pt x="31" y="45"/>
                          <a:pt x="33" y="49"/>
                          <a:pt x="35" y="49"/>
                        </a:cubicBezTo>
                        <a:cubicBezTo>
                          <a:pt x="36" y="49"/>
                          <a:pt x="36" y="49"/>
                          <a:pt x="36" y="49"/>
                        </a:cubicBezTo>
                        <a:cubicBezTo>
                          <a:pt x="37" y="48"/>
                          <a:pt x="40" y="46"/>
                          <a:pt x="46" y="41"/>
                        </a:cubicBezTo>
                        <a:cubicBezTo>
                          <a:pt x="51" y="38"/>
                          <a:pt x="57" y="33"/>
                          <a:pt x="63" y="29"/>
                        </a:cubicBezTo>
                        <a:cubicBezTo>
                          <a:pt x="64" y="29"/>
                          <a:pt x="65" y="28"/>
                          <a:pt x="66" y="27"/>
                        </a:cubicBezTo>
                        <a:cubicBezTo>
                          <a:pt x="72" y="23"/>
                          <a:pt x="79" y="20"/>
                          <a:pt x="83" y="20"/>
                        </a:cubicBezTo>
                        <a:cubicBezTo>
                          <a:pt x="86" y="20"/>
                          <a:pt x="87" y="21"/>
                          <a:pt x="88" y="23"/>
                        </a:cubicBezTo>
                        <a:cubicBezTo>
                          <a:pt x="88" y="23"/>
                          <a:pt x="88" y="24"/>
                          <a:pt x="85" y="27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6" name="iṥ1íďè"/>
                <p:cNvGrpSpPr/>
                <p:nvPr/>
              </p:nvGrpSpPr>
              <p:grpSpPr>
                <a:xfrm>
                  <a:off x="4006816" y="3479570"/>
                  <a:ext cx="447407" cy="322069"/>
                  <a:chOff x="5141307" y="4268878"/>
                  <a:chExt cx="447407" cy="322069"/>
                </a:xfrm>
              </p:grpSpPr>
              <p:sp>
                <p:nvSpPr>
                  <p:cNvPr id="77" name="ís1îḋe"/>
                  <p:cNvSpPr/>
                  <p:nvPr/>
                </p:nvSpPr>
                <p:spPr bwMode="auto">
                  <a:xfrm>
                    <a:off x="5141307" y="4268878"/>
                    <a:ext cx="339521" cy="225290"/>
                  </a:xfrm>
                  <a:custGeom>
                    <a:avLst/>
                    <a:gdLst>
                      <a:gd name="T0" fmla="*/ 5 w 90"/>
                      <a:gd name="T1" fmla="*/ 60 h 60"/>
                      <a:gd name="T2" fmla="*/ 10 w 90"/>
                      <a:gd name="T3" fmla="*/ 43 h 60"/>
                      <a:gd name="T4" fmla="*/ 0 w 90"/>
                      <a:gd name="T5" fmla="*/ 26 h 60"/>
                      <a:gd name="T6" fmla="*/ 45 w 90"/>
                      <a:gd name="T7" fmla="*/ 0 h 60"/>
                      <a:gd name="T8" fmla="*/ 90 w 90"/>
                      <a:gd name="T9" fmla="*/ 26 h 60"/>
                      <a:gd name="T10" fmla="*/ 45 w 90"/>
                      <a:gd name="T11" fmla="*/ 52 h 60"/>
                      <a:gd name="T12" fmla="*/ 35 w 90"/>
                      <a:gd name="T13" fmla="*/ 52 h 60"/>
                      <a:gd name="T14" fmla="*/ 5 w 90"/>
                      <a:gd name="T15" fmla="*/ 60 h 60"/>
                      <a:gd name="T16" fmla="*/ 45 w 90"/>
                      <a:gd name="T17" fmla="*/ 3 h 60"/>
                      <a:gd name="T18" fmla="*/ 3 w 90"/>
                      <a:gd name="T19" fmla="*/ 26 h 60"/>
                      <a:gd name="T20" fmla="*/ 13 w 90"/>
                      <a:gd name="T21" fmla="*/ 41 h 60"/>
                      <a:gd name="T22" fmla="*/ 13 w 90"/>
                      <a:gd name="T23" fmla="*/ 42 h 60"/>
                      <a:gd name="T24" fmla="*/ 9 w 90"/>
                      <a:gd name="T25" fmla="*/ 56 h 60"/>
                      <a:gd name="T26" fmla="*/ 32 w 90"/>
                      <a:gd name="T27" fmla="*/ 49 h 60"/>
                      <a:gd name="T28" fmla="*/ 31 w 90"/>
                      <a:gd name="T29" fmla="*/ 48 h 60"/>
                      <a:gd name="T30" fmla="*/ 35 w 90"/>
                      <a:gd name="T31" fmla="*/ 49 h 60"/>
                      <a:gd name="T32" fmla="*/ 45 w 90"/>
                      <a:gd name="T33" fmla="*/ 49 h 60"/>
                      <a:gd name="T34" fmla="*/ 87 w 90"/>
                      <a:gd name="T35" fmla="*/ 26 h 60"/>
                      <a:gd name="T36" fmla="*/ 45 w 90"/>
                      <a:gd name="T37" fmla="*/ 3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90" h="60">
                        <a:moveTo>
                          <a:pt x="5" y="60"/>
                        </a:moveTo>
                        <a:cubicBezTo>
                          <a:pt x="10" y="43"/>
                          <a:pt x="10" y="43"/>
                          <a:pt x="10" y="43"/>
                        </a:cubicBezTo>
                        <a:cubicBezTo>
                          <a:pt x="3" y="38"/>
                          <a:pt x="0" y="32"/>
                          <a:pt x="0" y="26"/>
                        </a:cubicBezTo>
                        <a:cubicBezTo>
                          <a:pt x="0" y="12"/>
                          <a:pt x="20" y="0"/>
                          <a:pt x="45" y="0"/>
                        </a:cubicBezTo>
                        <a:cubicBezTo>
                          <a:pt x="70" y="0"/>
                          <a:pt x="90" y="12"/>
                          <a:pt x="90" y="26"/>
                        </a:cubicBezTo>
                        <a:cubicBezTo>
                          <a:pt x="90" y="41"/>
                          <a:pt x="70" y="52"/>
                          <a:pt x="45" y="52"/>
                        </a:cubicBezTo>
                        <a:cubicBezTo>
                          <a:pt x="42" y="52"/>
                          <a:pt x="38" y="52"/>
                          <a:pt x="35" y="52"/>
                        </a:cubicBezTo>
                        <a:lnTo>
                          <a:pt x="5" y="60"/>
                        </a:lnTo>
                        <a:close/>
                        <a:moveTo>
                          <a:pt x="45" y="3"/>
                        </a:moveTo>
                        <a:cubicBezTo>
                          <a:pt x="22" y="3"/>
                          <a:pt x="3" y="13"/>
                          <a:pt x="3" y="26"/>
                        </a:cubicBezTo>
                        <a:cubicBezTo>
                          <a:pt x="3" y="31"/>
                          <a:pt x="6" y="37"/>
                          <a:pt x="13" y="41"/>
                        </a:cubicBezTo>
                        <a:cubicBezTo>
                          <a:pt x="13" y="42"/>
                          <a:pt x="13" y="42"/>
                          <a:pt x="13" y="42"/>
                        </a:cubicBezTo>
                        <a:cubicBezTo>
                          <a:pt x="9" y="56"/>
                          <a:pt x="9" y="56"/>
                          <a:pt x="9" y="56"/>
                        </a:cubicBezTo>
                        <a:cubicBezTo>
                          <a:pt x="32" y="49"/>
                          <a:pt x="32" y="49"/>
                          <a:pt x="32" y="49"/>
                        </a:cubicBezTo>
                        <a:cubicBezTo>
                          <a:pt x="31" y="48"/>
                          <a:pt x="31" y="48"/>
                          <a:pt x="31" y="48"/>
                        </a:cubicBezTo>
                        <a:cubicBezTo>
                          <a:pt x="35" y="49"/>
                          <a:pt x="35" y="49"/>
                          <a:pt x="35" y="49"/>
                        </a:cubicBezTo>
                        <a:cubicBezTo>
                          <a:pt x="38" y="49"/>
                          <a:pt x="42" y="49"/>
                          <a:pt x="45" y="49"/>
                        </a:cubicBezTo>
                        <a:cubicBezTo>
                          <a:pt x="68" y="49"/>
                          <a:pt x="87" y="39"/>
                          <a:pt x="87" y="26"/>
                        </a:cubicBezTo>
                        <a:cubicBezTo>
                          <a:pt x="87" y="13"/>
                          <a:pt x="68" y="3"/>
                          <a:pt x="45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8" name="i$ľîḍê"/>
                  <p:cNvSpPr/>
                  <p:nvPr/>
                </p:nvSpPr>
                <p:spPr bwMode="auto">
                  <a:xfrm>
                    <a:off x="5250779" y="4362484"/>
                    <a:ext cx="337935" cy="228463"/>
                  </a:xfrm>
                  <a:custGeom>
                    <a:avLst/>
                    <a:gdLst>
                      <a:gd name="T0" fmla="*/ 5 w 90"/>
                      <a:gd name="T1" fmla="*/ 61 h 61"/>
                      <a:gd name="T2" fmla="*/ 10 w 90"/>
                      <a:gd name="T3" fmla="*/ 44 h 61"/>
                      <a:gd name="T4" fmla="*/ 0 w 90"/>
                      <a:gd name="T5" fmla="*/ 27 h 61"/>
                      <a:gd name="T6" fmla="*/ 45 w 90"/>
                      <a:gd name="T7" fmla="*/ 0 h 61"/>
                      <a:gd name="T8" fmla="*/ 90 w 90"/>
                      <a:gd name="T9" fmla="*/ 27 h 61"/>
                      <a:gd name="T10" fmla="*/ 45 w 90"/>
                      <a:gd name="T11" fmla="*/ 53 h 61"/>
                      <a:gd name="T12" fmla="*/ 35 w 90"/>
                      <a:gd name="T13" fmla="*/ 53 h 61"/>
                      <a:gd name="T14" fmla="*/ 5 w 90"/>
                      <a:gd name="T15" fmla="*/ 61 h 61"/>
                      <a:gd name="T16" fmla="*/ 45 w 90"/>
                      <a:gd name="T17" fmla="*/ 3 h 61"/>
                      <a:gd name="T18" fmla="*/ 3 w 90"/>
                      <a:gd name="T19" fmla="*/ 27 h 61"/>
                      <a:gd name="T20" fmla="*/ 12 w 90"/>
                      <a:gd name="T21" fmla="*/ 42 h 61"/>
                      <a:gd name="T22" fmla="*/ 13 w 90"/>
                      <a:gd name="T23" fmla="*/ 42 h 61"/>
                      <a:gd name="T24" fmla="*/ 9 w 90"/>
                      <a:gd name="T25" fmla="*/ 57 h 61"/>
                      <a:gd name="T26" fmla="*/ 32 w 90"/>
                      <a:gd name="T27" fmla="*/ 50 h 61"/>
                      <a:gd name="T28" fmla="*/ 30 w 90"/>
                      <a:gd name="T29" fmla="*/ 49 h 61"/>
                      <a:gd name="T30" fmla="*/ 35 w 90"/>
                      <a:gd name="T31" fmla="*/ 49 h 61"/>
                      <a:gd name="T32" fmla="*/ 45 w 90"/>
                      <a:gd name="T33" fmla="*/ 50 h 61"/>
                      <a:gd name="T34" fmla="*/ 87 w 90"/>
                      <a:gd name="T35" fmla="*/ 27 h 61"/>
                      <a:gd name="T36" fmla="*/ 45 w 90"/>
                      <a:gd name="T37" fmla="*/ 3 h 6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</a:cxnLst>
                    <a:rect l="0" t="0" r="r" b="b"/>
                    <a:pathLst>
                      <a:path w="90" h="61">
                        <a:moveTo>
                          <a:pt x="5" y="61"/>
                        </a:moveTo>
                        <a:cubicBezTo>
                          <a:pt x="10" y="44"/>
                          <a:pt x="10" y="44"/>
                          <a:pt x="10" y="44"/>
                        </a:cubicBezTo>
                        <a:cubicBezTo>
                          <a:pt x="3" y="39"/>
                          <a:pt x="0" y="33"/>
                          <a:pt x="0" y="27"/>
                        </a:cubicBezTo>
                        <a:cubicBezTo>
                          <a:pt x="0" y="12"/>
                          <a:pt x="20" y="0"/>
                          <a:pt x="45" y="0"/>
                        </a:cubicBezTo>
                        <a:cubicBezTo>
                          <a:pt x="70" y="0"/>
                          <a:pt x="90" y="12"/>
                          <a:pt x="90" y="27"/>
                        </a:cubicBezTo>
                        <a:cubicBezTo>
                          <a:pt x="90" y="41"/>
                          <a:pt x="70" y="53"/>
                          <a:pt x="45" y="53"/>
                        </a:cubicBezTo>
                        <a:cubicBezTo>
                          <a:pt x="42" y="53"/>
                          <a:pt x="38" y="53"/>
                          <a:pt x="35" y="53"/>
                        </a:cubicBezTo>
                        <a:lnTo>
                          <a:pt x="5" y="61"/>
                        </a:lnTo>
                        <a:close/>
                        <a:moveTo>
                          <a:pt x="45" y="3"/>
                        </a:moveTo>
                        <a:cubicBezTo>
                          <a:pt x="22" y="3"/>
                          <a:pt x="3" y="14"/>
                          <a:pt x="3" y="27"/>
                        </a:cubicBezTo>
                        <a:cubicBezTo>
                          <a:pt x="3" y="32"/>
                          <a:pt x="6" y="37"/>
                          <a:pt x="12" y="42"/>
                        </a:cubicBezTo>
                        <a:cubicBezTo>
                          <a:pt x="13" y="42"/>
                          <a:pt x="13" y="42"/>
                          <a:pt x="13" y="42"/>
                        </a:cubicBezTo>
                        <a:cubicBezTo>
                          <a:pt x="9" y="57"/>
                          <a:pt x="9" y="57"/>
                          <a:pt x="9" y="57"/>
                        </a:cubicBezTo>
                        <a:cubicBezTo>
                          <a:pt x="32" y="50"/>
                          <a:pt x="32" y="50"/>
                          <a:pt x="32" y="50"/>
                        </a:cubicBezTo>
                        <a:cubicBezTo>
                          <a:pt x="30" y="49"/>
                          <a:pt x="30" y="49"/>
                          <a:pt x="30" y="49"/>
                        </a:cubicBezTo>
                        <a:cubicBezTo>
                          <a:pt x="35" y="49"/>
                          <a:pt x="35" y="49"/>
                          <a:pt x="35" y="49"/>
                        </a:cubicBezTo>
                        <a:cubicBezTo>
                          <a:pt x="38" y="50"/>
                          <a:pt x="42" y="50"/>
                          <a:pt x="45" y="50"/>
                        </a:cubicBezTo>
                        <a:cubicBezTo>
                          <a:pt x="68" y="50"/>
                          <a:pt x="87" y="40"/>
                          <a:pt x="87" y="27"/>
                        </a:cubicBezTo>
                        <a:cubicBezTo>
                          <a:pt x="87" y="14"/>
                          <a:pt x="68" y="3"/>
                          <a:pt x="45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7" name="îṩliḓe"/>
                <p:cNvGrpSpPr/>
                <p:nvPr/>
              </p:nvGrpSpPr>
              <p:grpSpPr>
                <a:xfrm>
                  <a:off x="3748713" y="3953154"/>
                  <a:ext cx="285578" cy="412502"/>
                  <a:chOff x="4651064" y="4359311"/>
                  <a:chExt cx="285578" cy="412502"/>
                </a:xfrm>
              </p:grpSpPr>
              <p:sp>
                <p:nvSpPr>
                  <p:cNvPr id="72" name="îṡlïḑè"/>
                  <p:cNvSpPr/>
                  <p:nvPr/>
                </p:nvSpPr>
                <p:spPr bwMode="auto">
                  <a:xfrm>
                    <a:off x="4738324" y="4456090"/>
                    <a:ext cx="55530" cy="315723"/>
                  </a:xfrm>
                  <a:custGeom>
                    <a:avLst/>
                    <a:gdLst>
                      <a:gd name="T0" fmla="*/ 8 w 15"/>
                      <a:gd name="T1" fmla="*/ 84 h 84"/>
                      <a:gd name="T2" fmla="*/ 0 w 15"/>
                      <a:gd name="T3" fmla="*/ 76 h 84"/>
                      <a:gd name="T4" fmla="*/ 0 w 15"/>
                      <a:gd name="T5" fmla="*/ 8 h 84"/>
                      <a:gd name="T6" fmla="*/ 8 w 15"/>
                      <a:gd name="T7" fmla="*/ 0 h 84"/>
                      <a:gd name="T8" fmla="*/ 15 w 15"/>
                      <a:gd name="T9" fmla="*/ 8 h 84"/>
                      <a:gd name="T10" fmla="*/ 15 w 15"/>
                      <a:gd name="T11" fmla="*/ 76 h 84"/>
                      <a:gd name="T12" fmla="*/ 8 w 15"/>
                      <a:gd name="T13" fmla="*/ 84 h 84"/>
                      <a:gd name="T14" fmla="*/ 8 w 15"/>
                      <a:gd name="T15" fmla="*/ 3 h 84"/>
                      <a:gd name="T16" fmla="*/ 3 w 15"/>
                      <a:gd name="T17" fmla="*/ 8 h 84"/>
                      <a:gd name="T18" fmla="*/ 3 w 15"/>
                      <a:gd name="T19" fmla="*/ 76 h 84"/>
                      <a:gd name="T20" fmla="*/ 8 w 15"/>
                      <a:gd name="T21" fmla="*/ 81 h 84"/>
                      <a:gd name="T22" fmla="*/ 12 w 15"/>
                      <a:gd name="T23" fmla="*/ 76 h 84"/>
                      <a:gd name="T24" fmla="*/ 12 w 15"/>
                      <a:gd name="T25" fmla="*/ 8 h 84"/>
                      <a:gd name="T26" fmla="*/ 8 w 15"/>
                      <a:gd name="T27" fmla="*/ 3 h 8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5" h="84">
                        <a:moveTo>
                          <a:pt x="8" y="84"/>
                        </a:moveTo>
                        <a:cubicBezTo>
                          <a:pt x="4" y="84"/>
                          <a:pt x="0" y="80"/>
                          <a:pt x="0" y="76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3"/>
                          <a:pt x="4" y="0"/>
                          <a:pt x="8" y="0"/>
                        </a:cubicBezTo>
                        <a:cubicBezTo>
                          <a:pt x="12" y="0"/>
                          <a:pt x="15" y="3"/>
                          <a:pt x="15" y="8"/>
                        </a:cubicBezTo>
                        <a:cubicBezTo>
                          <a:pt x="15" y="76"/>
                          <a:pt x="15" y="76"/>
                          <a:pt x="15" y="76"/>
                        </a:cubicBezTo>
                        <a:cubicBezTo>
                          <a:pt x="15" y="80"/>
                          <a:pt x="12" y="84"/>
                          <a:pt x="8" y="84"/>
                        </a:cubicBezTo>
                        <a:close/>
                        <a:moveTo>
                          <a:pt x="8" y="3"/>
                        </a:moveTo>
                        <a:cubicBezTo>
                          <a:pt x="5" y="3"/>
                          <a:pt x="3" y="5"/>
                          <a:pt x="3" y="8"/>
                        </a:cubicBezTo>
                        <a:cubicBezTo>
                          <a:pt x="3" y="76"/>
                          <a:pt x="3" y="76"/>
                          <a:pt x="3" y="76"/>
                        </a:cubicBezTo>
                        <a:cubicBezTo>
                          <a:pt x="3" y="79"/>
                          <a:pt x="5" y="81"/>
                          <a:pt x="8" y="81"/>
                        </a:cubicBezTo>
                        <a:cubicBezTo>
                          <a:pt x="10" y="81"/>
                          <a:pt x="12" y="79"/>
                          <a:pt x="12" y="76"/>
                        </a:cubicBezTo>
                        <a:cubicBezTo>
                          <a:pt x="12" y="8"/>
                          <a:pt x="12" y="8"/>
                          <a:pt x="12" y="8"/>
                        </a:cubicBezTo>
                        <a:cubicBezTo>
                          <a:pt x="12" y="5"/>
                          <a:pt x="10" y="3"/>
                          <a:pt x="8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3" name="íṡḷídé"/>
                  <p:cNvSpPr/>
                  <p:nvPr/>
                </p:nvSpPr>
                <p:spPr bwMode="auto">
                  <a:xfrm>
                    <a:off x="4820824" y="4524312"/>
                    <a:ext cx="55530" cy="247501"/>
                  </a:xfrm>
                  <a:custGeom>
                    <a:avLst/>
                    <a:gdLst>
                      <a:gd name="T0" fmla="*/ 7 w 15"/>
                      <a:gd name="T1" fmla="*/ 66 h 66"/>
                      <a:gd name="T2" fmla="*/ 0 w 15"/>
                      <a:gd name="T3" fmla="*/ 58 h 66"/>
                      <a:gd name="T4" fmla="*/ 0 w 15"/>
                      <a:gd name="T5" fmla="*/ 8 h 66"/>
                      <a:gd name="T6" fmla="*/ 7 w 15"/>
                      <a:gd name="T7" fmla="*/ 0 h 66"/>
                      <a:gd name="T8" fmla="*/ 15 w 15"/>
                      <a:gd name="T9" fmla="*/ 8 h 66"/>
                      <a:gd name="T10" fmla="*/ 15 w 15"/>
                      <a:gd name="T11" fmla="*/ 58 h 66"/>
                      <a:gd name="T12" fmla="*/ 7 w 15"/>
                      <a:gd name="T13" fmla="*/ 66 h 66"/>
                      <a:gd name="T14" fmla="*/ 7 w 15"/>
                      <a:gd name="T15" fmla="*/ 3 h 66"/>
                      <a:gd name="T16" fmla="*/ 3 w 15"/>
                      <a:gd name="T17" fmla="*/ 8 h 66"/>
                      <a:gd name="T18" fmla="*/ 3 w 15"/>
                      <a:gd name="T19" fmla="*/ 58 h 66"/>
                      <a:gd name="T20" fmla="*/ 7 w 15"/>
                      <a:gd name="T21" fmla="*/ 63 h 66"/>
                      <a:gd name="T22" fmla="*/ 12 w 15"/>
                      <a:gd name="T23" fmla="*/ 58 h 66"/>
                      <a:gd name="T24" fmla="*/ 12 w 15"/>
                      <a:gd name="T25" fmla="*/ 8 h 66"/>
                      <a:gd name="T26" fmla="*/ 7 w 15"/>
                      <a:gd name="T27" fmla="*/ 3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5" h="66">
                        <a:moveTo>
                          <a:pt x="7" y="66"/>
                        </a:moveTo>
                        <a:cubicBezTo>
                          <a:pt x="3" y="66"/>
                          <a:pt x="0" y="62"/>
                          <a:pt x="0" y="58"/>
                        </a:cubicBezTo>
                        <a:cubicBezTo>
                          <a:pt x="0" y="8"/>
                          <a:pt x="0" y="8"/>
                          <a:pt x="0" y="8"/>
                        </a:cubicBez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11" y="0"/>
                          <a:pt x="15" y="3"/>
                          <a:pt x="15" y="8"/>
                        </a:cubicBezTo>
                        <a:cubicBezTo>
                          <a:pt x="15" y="58"/>
                          <a:pt x="15" y="58"/>
                          <a:pt x="15" y="58"/>
                        </a:cubicBezTo>
                        <a:cubicBezTo>
                          <a:pt x="15" y="62"/>
                          <a:pt x="11" y="66"/>
                          <a:pt x="7" y="66"/>
                        </a:cubicBezTo>
                        <a:close/>
                        <a:moveTo>
                          <a:pt x="7" y="3"/>
                        </a:moveTo>
                        <a:cubicBezTo>
                          <a:pt x="5" y="3"/>
                          <a:pt x="3" y="5"/>
                          <a:pt x="3" y="8"/>
                        </a:cubicBezTo>
                        <a:cubicBezTo>
                          <a:pt x="3" y="58"/>
                          <a:pt x="3" y="58"/>
                          <a:pt x="3" y="58"/>
                        </a:cubicBezTo>
                        <a:cubicBezTo>
                          <a:pt x="3" y="61"/>
                          <a:pt x="5" y="63"/>
                          <a:pt x="7" y="63"/>
                        </a:cubicBezTo>
                        <a:cubicBezTo>
                          <a:pt x="10" y="63"/>
                          <a:pt x="12" y="61"/>
                          <a:pt x="12" y="58"/>
                        </a:cubicBezTo>
                        <a:cubicBezTo>
                          <a:pt x="12" y="8"/>
                          <a:pt x="12" y="8"/>
                          <a:pt x="12" y="8"/>
                        </a:cubicBezTo>
                        <a:cubicBezTo>
                          <a:pt x="12" y="5"/>
                          <a:pt x="10" y="3"/>
                          <a:pt x="7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4" name="ísḻiďè"/>
                  <p:cNvSpPr/>
                  <p:nvPr/>
                </p:nvSpPr>
                <p:spPr bwMode="auto">
                  <a:xfrm>
                    <a:off x="4651064" y="4636957"/>
                    <a:ext cx="52356" cy="134856"/>
                  </a:xfrm>
                  <a:custGeom>
                    <a:avLst/>
                    <a:gdLst>
                      <a:gd name="T0" fmla="*/ 7 w 14"/>
                      <a:gd name="T1" fmla="*/ 36 h 36"/>
                      <a:gd name="T2" fmla="*/ 0 w 14"/>
                      <a:gd name="T3" fmla="*/ 28 h 36"/>
                      <a:gd name="T4" fmla="*/ 0 w 14"/>
                      <a:gd name="T5" fmla="*/ 7 h 36"/>
                      <a:gd name="T6" fmla="*/ 7 w 14"/>
                      <a:gd name="T7" fmla="*/ 0 h 36"/>
                      <a:gd name="T8" fmla="*/ 14 w 14"/>
                      <a:gd name="T9" fmla="*/ 7 h 36"/>
                      <a:gd name="T10" fmla="*/ 14 w 14"/>
                      <a:gd name="T11" fmla="*/ 28 h 36"/>
                      <a:gd name="T12" fmla="*/ 7 w 14"/>
                      <a:gd name="T13" fmla="*/ 36 h 36"/>
                      <a:gd name="T14" fmla="*/ 7 w 14"/>
                      <a:gd name="T15" fmla="*/ 3 h 36"/>
                      <a:gd name="T16" fmla="*/ 3 w 14"/>
                      <a:gd name="T17" fmla="*/ 7 h 36"/>
                      <a:gd name="T18" fmla="*/ 3 w 14"/>
                      <a:gd name="T19" fmla="*/ 28 h 36"/>
                      <a:gd name="T20" fmla="*/ 7 w 14"/>
                      <a:gd name="T21" fmla="*/ 33 h 36"/>
                      <a:gd name="T22" fmla="*/ 11 w 14"/>
                      <a:gd name="T23" fmla="*/ 28 h 36"/>
                      <a:gd name="T24" fmla="*/ 11 w 14"/>
                      <a:gd name="T25" fmla="*/ 7 h 36"/>
                      <a:gd name="T26" fmla="*/ 7 w 14"/>
                      <a:gd name="T27" fmla="*/ 3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14" h="36">
                        <a:moveTo>
                          <a:pt x="7" y="36"/>
                        </a:moveTo>
                        <a:cubicBezTo>
                          <a:pt x="3" y="36"/>
                          <a:pt x="0" y="32"/>
                          <a:pt x="0" y="28"/>
                        </a:cubicBezTo>
                        <a:cubicBezTo>
                          <a:pt x="0" y="7"/>
                          <a:pt x="0" y="7"/>
                          <a:pt x="0" y="7"/>
                        </a:cubicBezTo>
                        <a:cubicBezTo>
                          <a:pt x="0" y="3"/>
                          <a:pt x="3" y="0"/>
                          <a:pt x="7" y="0"/>
                        </a:cubicBezTo>
                        <a:cubicBezTo>
                          <a:pt x="11" y="0"/>
                          <a:pt x="14" y="3"/>
                          <a:pt x="14" y="7"/>
                        </a:cubicBezTo>
                        <a:cubicBezTo>
                          <a:pt x="14" y="28"/>
                          <a:pt x="14" y="28"/>
                          <a:pt x="14" y="28"/>
                        </a:cubicBezTo>
                        <a:cubicBezTo>
                          <a:pt x="14" y="32"/>
                          <a:pt x="11" y="36"/>
                          <a:pt x="7" y="36"/>
                        </a:cubicBezTo>
                        <a:close/>
                        <a:moveTo>
                          <a:pt x="7" y="3"/>
                        </a:moveTo>
                        <a:cubicBezTo>
                          <a:pt x="5" y="3"/>
                          <a:pt x="3" y="5"/>
                          <a:pt x="3" y="7"/>
                        </a:cubicBezTo>
                        <a:cubicBezTo>
                          <a:pt x="3" y="28"/>
                          <a:pt x="3" y="28"/>
                          <a:pt x="3" y="28"/>
                        </a:cubicBezTo>
                        <a:cubicBezTo>
                          <a:pt x="3" y="31"/>
                          <a:pt x="5" y="33"/>
                          <a:pt x="7" y="33"/>
                        </a:cubicBezTo>
                        <a:cubicBezTo>
                          <a:pt x="9" y="33"/>
                          <a:pt x="11" y="31"/>
                          <a:pt x="11" y="28"/>
                        </a:cubicBezTo>
                        <a:cubicBezTo>
                          <a:pt x="11" y="7"/>
                          <a:pt x="11" y="7"/>
                          <a:pt x="11" y="7"/>
                        </a:cubicBezTo>
                        <a:cubicBezTo>
                          <a:pt x="11" y="5"/>
                          <a:pt x="9" y="3"/>
                          <a:pt x="7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5" name="í$ḻîḍe"/>
                  <p:cNvSpPr/>
                  <p:nvPr/>
                </p:nvSpPr>
                <p:spPr bwMode="auto">
                  <a:xfrm>
                    <a:off x="4651064" y="4359311"/>
                    <a:ext cx="285578" cy="118991"/>
                  </a:xfrm>
                  <a:custGeom>
                    <a:avLst/>
                    <a:gdLst>
                      <a:gd name="T0" fmla="*/ 2 w 180"/>
                      <a:gd name="T1" fmla="*/ 75 h 75"/>
                      <a:gd name="T2" fmla="*/ 0 w 180"/>
                      <a:gd name="T3" fmla="*/ 68 h 75"/>
                      <a:gd name="T4" fmla="*/ 97 w 180"/>
                      <a:gd name="T5" fmla="*/ 19 h 75"/>
                      <a:gd name="T6" fmla="*/ 114 w 180"/>
                      <a:gd name="T7" fmla="*/ 42 h 75"/>
                      <a:gd name="T8" fmla="*/ 159 w 180"/>
                      <a:gd name="T9" fmla="*/ 7 h 75"/>
                      <a:gd name="T10" fmla="*/ 152 w 180"/>
                      <a:gd name="T11" fmla="*/ 7 h 75"/>
                      <a:gd name="T12" fmla="*/ 152 w 180"/>
                      <a:gd name="T13" fmla="*/ 0 h 75"/>
                      <a:gd name="T14" fmla="*/ 180 w 180"/>
                      <a:gd name="T15" fmla="*/ 0 h 75"/>
                      <a:gd name="T16" fmla="*/ 112 w 180"/>
                      <a:gd name="T17" fmla="*/ 52 h 75"/>
                      <a:gd name="T18" fmla="*/ 95 w 180"/>
                      <a:gd name="T19" fmla="*/ 28 h 75"/>
                      <a:gd name="T20" fmla="*/ 2 w 180"/>
                      <a:gd name="T21" fmla="*/ 75 h 7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</a:cxnLst>
                    <a:rect l="0" t="0" r="r" b="b"/>
                    <a:pathLst>
                      <a:path w="180" h="75">
                        <a:moveTo>
                          <a:pt x="2" y="75"/>
                        </a:moveTo>
                        <a:lnTo>
                          <a:pt x="0" y="68"/>
                        </a:lnTo>
                        <a:lnTo>
                          <a:pt x="97" y="19"/>
                        </a:lnTo>
                        <a:lnTo>
                          <a:pt x="114" y="42"/>
                        </a:lnTo>
                        <a:lnTo>
                          <a:pt x="159" y="7"/>
                        </a:lnTo>
                        <a:lnTo>
                          <a:pt x="152" y="7"/>
                        </a:lnTo>
                        <a:lnTo>
                          <a:pt x="152" y="0"/>
                        </a:lnTo>
                        <a:lnTo>
                          <a:pt x="180" y="0"/>
                        </a:lnTo>
                        <a:lnTo>
                          <a:pt x="112" y="52"/>
                        </a:lnTo>
                        <a:lnTo>
                          <a:pt x="95" y="28"/>
                        </a:lnTo>
                        <a:lnTo>
                          <a:pt x="2" y="75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6" name="iṣ1ïḋê"/>
                  <p:cNvSpPr/>
                  <p:nvPr/>
                </p:nvSpPr>
                <p:spPr bwMode="auto">
                  <a:xfrm>
                    <a:off x="4906498" y="4362484"/>
                    <a:ext cx="23799" cy="30144"/>
                  </a:xfrm>
                  <a:custGeom>
                    <a:avLst/>
                    <a:gdLst>
                      <a:gd name="T0" fmla="*/ 8 w 15"/>
                      <a:gd name="T1" fmla="*/ 19 h 19"/>
                      <a:gd name="T2" fmla="*/ 0 w 15"/>
                      <a:gd name="T3" fmla="*/ 17 h 19"/>
                      <a:gd name="T4" fmla="*/ 8 w 15"/>
                      <a:gd name="T5" fmla="*/ 0 h 19"/>
                      <a:gd name="T6" fmla="*/ 15 w 15"/>
                      <a:gd name="T7" fmla="*/ 2 h 19"/>
                      <a:gd name="T8" fmla="*/ 8 w 15"/>
                      <a:gd name="T9" fmla="*/ 19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" h="19">
                        <a:moveTo>
                          <a:pt x="8" y="19"/>
                        </a:moveTo>
                        <a:lnTo>
                          <a:pt x="0" y="17"/>
                        </a:lnTo>
                        <a:lnTo>
                          <a:pt x="8" y="0"/>
                        </a:lnTo>
                        <a:lnTo>
                          <a:pt x="15" y="2"/>
                        </a:lnTo>
                        <a:lnTo>
                          <a:pt x="8" y="1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8" name="ïṩliḓe"/>
                <p:cNvGrpSpPr/>
                <p:nvPr/>
              </p:nvGrpSpPr>
              <p:grpSpPr>
                <a:xfrm>
                  <a:off x="3835973" y="2208213"/>
                  <a:ext cx="490243" cy="463271"/>
                  <a:chOff x="5607752" y="3426422"/>
                  <a:chExt cx="490243" cy="463271"/>
                </a:xfrm>
              </p:grpSpPr>
              <p:sp>
                <p:nvSpPr>
                  <p:cNvPr id="64" name="îṣ1îḑé"/>
                  <p:cNvSpPr/>
                  <p:nvPr/>
                </p:nvSpPr>
                <p:spPr bwMode="auto">
                  <a:xfrm>
                    <a:off x="5607752" y="3426422"/>
                    <a:ext cx="490243" cy="463271"/>
                  </a:xfrm>
                  <a:custGeom>
                    <a:avLst/>
                    <a:gdLst>
                      <a:gd name="T0" fmla="*/ 86 w 130"/>
                      <a:gd name="T1" fmla="*/ 123 h 123"/>
                      <a:gd name="T2" fmla="*/ 0 w 130"/>
                      <a:gd name="T3" fmla="*/ 102 h 123"/>
                      <a:gd name="T4" fmla="*/ 3 w 130"/>
                      <a:gd name="T5" fmla="*/ 100 h 123"/>
                      <a:gd name="T6" fmla="*/ 54 w 130"/>
                      <a:gd name="T7" fmla="*/ 1 h 123"/>
                      <a:gd name="T8" fmla="*/ 54 w 130"/>
                      <a:gd name="T9" fmla="*/ 0 h 123"/>
                      <a:gd name="T10" fmla="*/ 130 w 130"/>
                      <a:gd name="T11" fmla="*/ 18 h 123"/>
                      <a:gd name="T12" fmla="*/ 130 w 130"/>
                      <a:gd name="T13" fmla="*/ 20 h 123"/>
                      <a:gd name="T14" fmla="*/ 86 w 130"/>
                      <a:gd name="T15" fmla="*/ 123 h 123"/>
                      <a:gd name="T16" fmla="*/ 7 w 130"/>
                      <a:gd name="T17" fmla="*/ 101 h 123"/>
                      <a:gd name="T18" fmla="*/ 86 w 130"/>
                      <a:gd name="T19" fmla="*/ 120 h 123"/>
                      <a:gd name="T20" fmla="*/ 127 w 130"/>
                      <a:gd name="T21" fmla="*/ 20 h 123"/>
                      <a:gd name="T22" fmla="*/ 56 w 130"/>
                      <a:gd name="T23" fmla="*/ 4 h 123"/>
                      <a:gd name="T24" fmla="*/ 7 w 130"/>
                      <a:gd name="T25" fmla="*/ 101 h 1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</a:cxnLst>
                    <a:rect l="0" t="0" r="r" b="b"/>
                    <a:pathLst>
                      <a:path w="130" h="123">
                        <a:moveTo>
                          <a:pt x="86" y="123"/>
                        </a:moveTo>
                        <a:cubicBezTo>
                          <a:pt x="0" y="102"/>
                          <a:pt x="0" y="102"/>
                          <a:pt x="0" y="102"/>
                        </a:cubicBezTo>
                        <a:cubicBezTo>
                          <a:pt x="3" y="100"/>
                          <a:pt x="3" y="100"/>
                          <a:pt x="3" y="100"/>
                        </a:cubicBezTo>
                        <a:cubicBezTo>
                          <a:pt x="28" y="85"/>
                          <a:pt x="53" y="2"/>
                          <a:pt x="54" y="1"/>
                        </a:cubicBezTo>
                        <a:cubicBezTo>
                          <a:pt x="54" y="0"/>
                          <a:pt x="54" y="0"/>
                          <a:pt x="54" y="0"/>
                        </a:cubicBezTo>
                        <a:cubicBezTo>
                          <a:pt x="130" y="18"/>
                          <a:pt x="130" y="18"/>
                          <a:pt x="130" y="18"/>
                        </a:cubicBezTo>
                        <a:cubicBezTo>
                          <a:pt x="130" y="20"/>
                          <a:pt x="130" y="20"/>
                          <a:pt x="130" y="20"/>
                        </a:cubicBezTo>
                        <a:cubicBezTo>
                          <a:pt x="117" y="108"/>
                          <a:pt x="88" y="122"/>
                          <a:pt x="86" y="123"/>
                        </a:cubicBezTo>
                        <a:close/>
                        <a:moveTo>
                          <a:pt x="7" y="101"/>
                        </a:moveTo>
                        <a:cubicBezTo>
                          <a:pt x="86" y="120"/>
                          <a:pt x="86" y="120"/>
                          <a:pt x="86" y="120"/>
                        </a:cubicBezTo>
                        <a:cubicBezTo>
                          <a:pt x="89" y="117"/>
                          <a:pt x="115" y="100"/>
                          <a:pt x="127" y="20"/>
                        </a:cubicBezTo>
                        <a:cubicBezTo>
                          <a:pt x="56" y="4"/>
                          <a:pt x="56" y="4"/>
                          <a:pt x="56" y="4"/>
                        </a:cubicBezTo>
                        <a:cubicBezTo>
                          <a:pt x="53" y="14"/>
                          <a:pt x="30" y="82"/>
                          <a:pt x="7" y="101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5" name="iš1íde"/>
                  <p:cNvSpPr/>
                  <p:nvPr/>
                </p:nvSpPr>
                <p:spPr bwMode="auto">
                  <a:xfrm>
                    <a:off x="5829869" y="3516854"/>
                    <a:ext cx="193559" cy="57115"/>
                  </a:xfrm>
                  <a:custGeom>
                    <a:avLst/>
                    <a:gdLst>
                      <a:gd name="T0" fmla="*/ 122 w 122"/>
                      <a:gd name="T1" fmla="*/ 36 h 36"/>
                      <a:gd name="T2" fmla="*/ 0 w 122"/>
                      <a:gd name="T3" fmla="*/ 7 h 36"/>
                      <a:gd name="T4" fmla="*/ 3 w 122"/>
                      <a:gd name="T5" fmla="*/ 0 h 36"/>
                      <a:gd name="T6" fmla="*/ 122 w 122"/>
                      <a:gd name="T7" fmla="*/ 29 h 36"/>
                      <a:gd name="T8" fmla="*/ 122 w 122"/>
                      <a:gd name="T9" fmla="*/ 36 h 3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22" h="36">
                        <a:moveTo>
                          <a:pt x="122" y="36"/>
                        </a:moveTo>
                        <a:lnTo>
                          <a:pt x="0" y="7"/>
                        </a:lnTo>
                        <a:lnTo>
                          <a:pt x="3" y="0"/>
                        </a:lnTo>
                        <a:lnTo>
                          <a:pt x="122" y="29"/>
                        </a:lnTo>
                        <a:lnTo>
                          <a:pt x="122" y="3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6" name="ís1îḋe"/>
                  <p:cNvSpPr/>
                  <p:nvPr/>
                </p:nvSpPr>
                <p:spPr bwMode="auto">
                  <a:xfrm>
                    <a:off x="5823523" y="3558104"/>
                    <a:ext cx="176108" cy="52355"/>
                  </a:xfrm>
                  <a:custGeom>
                    <a:avLst/>
                    <a:gdLst>
                      <a:gd name="T0" fmla="*/ 111 w 111"/>
                      <a:gd name="T1" fmla="*/ 33 h 33"/>
                      <a:gd name="T2" fmla="*/ 0 w 111"/>
                      <a:gd name="T3" fmla="*/ 7 h 33"/>
                      <a:gd name="T4" fmla="*/ 0 w 111"/>
                      <a:gd name="T5" fmla="*/ 0 h 33"/>
                      <a:gd name="T6" fmla="*/ 111 w 111"/>
                      <a:gd name="T7" fmla="*/ 26 h 33"/>
                      <a:gd name="T8" fmla="*/ 111 w 111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33">
                        <a:moveTo>
                          <a:pt x="111" y="33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111" y="26"/>
                        </a:lnTo>
                        <a:lnTo>
                          <a:pt x="111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7" name="išlide"/>
                  <p:cNvSpPr/>
                  <p:nvPr/>
                </p:nvSpPr>
                <p:spPr bwMode="auto">
                  <a:xfrm>
                    <a:off x="5812417" y="3604115"/>
                    <a:ext cx="176108" cy="52355"/>
                  </a:xfrm>
                  <a:custGeom>
                    <a:avLst/>
                    <a:gdLst>
                      <a:gd name="T0" fmla="*/ 111 w 111"/>
                      <a:gd name="T1" fmla="*/ 33 h 33"/>
                      <a:gd name="T2" fmla="*/ 0 w 111"/>
                      <a:gd name="T3" fmla="*/ 7 h 33"/>
                      <a:gd name="T4" fmla="*/ 0 w 111"/>
                      <a:gd name="T5" fmla="*/ 0 h 33"/>
                      <a:gd name="T6" fmla="*/ 111 w 111"/>
                      <a:gd name="T7" fmla="*/ 26 h 33"/>
                      <a:gd name="T8" fmla="*/ 111 w 111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1" h="33">
                        <a:moveTo>
                          <a:pt x="111" y="33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111" y="26"/>
                        </a:lnTo>
                        <a:lnTo>
                          <a:pt x="111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8" name="ïşḻiḓê"/>
                  <p:cNvSpPr/>
                  <p:nvPr/>
                </p:nvSpPr>
                <p:spPr bwMode="auto">
                  <a:xfrm>
                    <a:off x="5788618" y="3634259"/>
                    <a:ext cx="177693" cy="52355"/>
                  </a:xfrm>
                  <a:custGeom>
                    <a:avLst/>
                    <a:gdLst>
                      <a:gd name="T0" fmla="*/ 112 w 112"/>
                      <a:gd name="T1" fmla="*/ 33 h 33"/>
                      <a:gd name="T2" fmla="*/ 0 w 112"/>
                      <a:gd name="T3" fmla="*/ 7 h 33"/>
                      <a:gd name="T4" fmla="*/ 0 w 112"/>
                      <a:gd name="T5" fmla="*/ 0 h 33"/>
                      <a:gd name="T6" fmla="*/ 112 w 112"/>
                      <a:gd name="T7" fmla="*/ 26 h 33"/>
                      <a:gd name="T8" fmla="*/ 112 w 112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2" h="33">
                        <a:moveTo>
                          <a:pt x="112" y="33"/>
                        </a:moveTo>
                        <a:lnTo>
                          <a:pt x="0" y="7"/>
                        </a:lnTo>
                        <a:lnTo>
                          <a:pt x="0" y="0"/>
                        </a:lnTo>
                        <a:lnTo>
                          <a:pt x="112" y="26"/>
                        </a:lnTo>
                        <a:lnTo>
                          <a:pt x="112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9" name="íślïḑè"/>
                  <p:cNvSpPr/>
                  <p:nvPr/>
                </p:nvSpPr>
                <p:spPr bwMode="auto">
                  <a:xfrm>
                    <a:off x="5769579" y="3675509"/>
                    <a:ext cx="180866" cy="52355"/>
                  </a:xfrm>
                  <a:custGeom>
                    <a:avLst/>
                    <a:gdLst>
                      <a:gd name="T0" fmla="*/ 112 w 114"/>
                      <a:gd name="T1" fmla="*/ 33 h 33"/>
                      <a:gd name="T2" fmla="*/ 0 w 114"/>
                      <a:gd name="T3" fmla="*/ 7 h 33"/>
                      <a:gd name="T4" fmla="*/ 3 w 114"/>
                      <a:gd name="T5" fmla="*/ 0 h 33"/>
                      <a:gd name="T6" fmla="*/ 114 w 114"/>
                      <a:gd name="T7" fmla="*/ 28 h 33"/>
                      <a:gd name="T8" fmla="*/ 112 w 114"/>
                      <a:gd name="T9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14" h="33">
                        <a:moveTo>
                          <a:pt x="112" y="33"/>
                        </a:moveTo>
                        <a:lnTo>
                          <a:pt x="0" y="7"/>
                        </a:lnTo>
                        <a:lnTo>
                          <a:pt x="3" y="0"/>
                        </a:lnTo>
                        <a:lnTo>
                          <a:pt x="114" y="28"/>
                        </a:lnTo>
                        <a:lnTo>
                          <a:pt x="112" y="33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0" name="íŝļiďê"/>
                  <p:cNvSpPr/>
                  <p:nvPr/>
                </p:nvSpPr>
                <p:spPr bwMode="auto">
                  <a:xfrm>
                    <a:off x="5980591" y="3434354"/>
                    <a:ext cx="76154" cy="90433"/>
                  </a:xfrm>
                  <a:custGeom>
                    <a:avLst/>
                    <a:gdLst>
                      <a:gd name="T0" fmla="*/ 0 w 48"/>
                      <a:gd name="T1" fmla="*/ 38 h 57"/>
                      <a:gd name="T2" fmla="*/ 29 w 48"/>
                      <a:gd name="T3" fmla="*/ 0 h 57"/>
                      <a:gd name="T4" fmla="*/ 48 w 48"/>
                      <a:gd name="T5" fmla="*/ 12 h 57"/>
                      <a:gd name="T6" fmla="*/ 12 w 48"/>
                      <a:gd name="T7" fmla="*/ 57 h 57"/>
                      <a:gd name="T8" fmla="*/ 0 w 48"/>
                      <a:gd name="T9" fmla="*/ 38 h 5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8" h="57">
                        <a:moveTo>
                          <a:pt x="0" y="38"/>
                        </a:moveTo>
                        <a:lnTo>
                          <a:pt x="29" y="0"/>
                        </a:lnTo>
                        <a:lnTo>
                          <a:pt x="48" y="12"/>
                        </a:lnTo>
                        <a:lnTo>
                          <a:pt x="12" y="57"/>
                        </a:lnTo>
                        <a:lnTo>
                          <a:pt x="0" y="3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71" name="íS1îḋè"/>
                  <p:cNvSpPr/>
                  <p:nvPr/>
                </p:nvSpPr>
                <p:spPr bwMode="auto">
                  <a:xfrm>
                    <a:off x="5974244" y="3426422"/>
                    <a:ext cx="93606" cy="106298"/>
                  </a:xfrm>
                  <a:custGeom>
                    <a:avLst/>
                    <a:gdLst>
                      <a:gd name="T0" fmla="*/ 14 w 59"/>
                      <a:gd name="T1" fmla="*/ 67 h 67"/>
                      <a:gd name="T2" fmla="*/ 0 w 59"/>
                      <a:gd name="T3" fmla="*/ 43 h 67"/>
                      <a:gd name="T4" fmla="*/ 33 w 59"/>
                      <a:gd name="T5" fmla="*/ 0 h 67"/>
                      <a:gd name="T6" fmla="*/ 59 w 59"/>
                      <a:gd name="T7" fmla="*/ 15 h 67"/>
                      <a:gd name="T8" fmla="*/ 14 w 59"/>
                      <a:gd name="T9" fmla="*/ 67 h 67"/>
                      <a:gd name="T10" fmla="*/ 9 w 59"/>
                      <a:gd name="T11" fmla="*/ 45 h 67"/>
                      <a:gd name="T12" fmla="*/ 16 w 59"/>
                      <a:gd name="T13" fmla="*/ 55 h 67"/>
                      <a:gd name="T14" fmla="*/ 47 w 59"/>
                      <a:gd name="T15" fmla="*/ 17 h 67"/>
                      <a:gd name="T16" fmla="*/ 35 w 59"/>
                      <a:gd name="T17" fmla="*/ 10 h 67"/>
                      <a:gd name="T18" fmla="*/ 9 w 59"/>
                      <a:gd name="T19" fmla="*/ 45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59" h="67">
                        <a:moveTo>
                          <a:pt x="14" y="67"/>
                        </a:moveTo>
                        <a:lnTo>
                          <a:pt x="0" y="43"/>
                        </a:lnTo>
                        <a:lnTo>
                          <a:pt x="33" y="0"/>
                        </a:lnTo>
                        <a:lnTo>
                          <a:pt x="59" y="15"/>
                        </a:lnTo>
                        <a:lnTo>
                          <a:pt x="14" y="67"/>
                        </a:lnTo>
                        <a:close/>
                        <a:moveTo>
                          <a:pt x="9" y="45"/>
                        </a:moveTo>
                        <a:lnTo>
                          <a:pt x="16" y="55"/>
                        </a:lnTo>
                        <a:lnTo>
                          <a:pt x="47" y="17"/>
                        </a:lnTo>
                        <a:lnTo>
                          <a:pt x="35" y="10"/>
                        </a:lnTo>
                        <a:lnTo>
                          <a:pt x="9" y="45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49" name="îŝľiďê"/>
                <p:cNvGrpSpPr/>
                <p:nvPr/>
              </p:nvGrpSpPr>
              <p:grpSpPr>
                <a:xfrm>
                  <a:off x="4009701" y="3982239"/>
                  <a:ext cx="547357" cy="255434"/>
                  <a:chOff x="5057221" y="3151948"/>
                  <a:chExt cx="547357" cy="255434"/>
                </a:xfrm>
              </p:grpSpPr>
              <p:sp>
                <p:nvSpPr>
                  <p:cNvPr id="59" name="ïṣľiďè"/>
                  <p:cNvSpPr/>
                  <p:nvPr/>
                </p:nvSpPr>
                <p:spPr bwMode="auto">
                  <a:xfrm>
                    <a:off x="5220634" y="3151948"/>
                    <a:ext cx="383944" cy="255434"/>
                  </a:xfrm>
                  <a:custGeom>
                    <a:avLst/>
                    <a:gdLst>
                      <a:gd name="T0" fmla="*/ 53 w 102"/>
                      <a:gd name="T1" fmla="*/ 68 h 68"/>
                      <a:gd name="T2" fmla="*/ 53 w 102"/>
                      <a:gd name="T3" fmla="*/ 68 h 68"/>
                      <a:gd name="T4" fmla="*/ 19 w 102"/>
                      <a:gd name="T5" fmla="*/ 67 h 68"/>
                      <a:gd name="T6" fmla="*/ 6 w 102"/>
                      <a:gd name="T7" fmla="*/ 4 h 68"/>
                      <a:gd name="T8" fmla="*/ 6 w 102"/>
                      <a:gd name="T9" fmla="*/ 3 h 68"/>
                      <a:gd name="T10" fmla="*/ 11 w 102"/>
                      <a:gd name="T11" fmla="*/ 2 h 68"/>
                      <a:gd name="T12" fmla="*/ 62 w 102"/>
                      <a:gd name="T13" fmla="*/ 0 h 68"/>
                      <a:gd name="T14" fmla="*/ 89 w 102"/>
                      <a:gd name="T15" fmla="*/ 3 h 68"/>
                      <a:gd name="T16" fmla="*/ 94 w 102"/>
                      <a:gd name="T17" fmla="*/ 66 h 68"/>
                      <a:gd name="T18" fmla="*/ 94 w 102"/>
                      <a:gd name="T19" fmla="*/ 67 h 68"/>
                      <a:gd name="T20" fmla="*/ 93 w 102"/>
                      <a:gd name="T21" fmla="*/ 67 h 68"/>
                      <a:gd name="T22" fmla="*/ 53 w 102"/>
                      <a:gd name="T23" fmla="*/ 68 h 68"/>
                      <a:gd name="T24" fmla="*/ 9 w 102"/>
                      <a:gd name="T25" fmla="*/ 6 h 68"/>
                      <a:gd name="T26" fmla="*/ 19 w 102"/>
                      <a:gd name="T27" fmla="*/ 64 h 68"/>
                      <a:gd name="T28" fmla="*/ 53 w 102"/>
                      <a:gd name="T29" fmla="*/ 65 h 68"/>
                      <a:gd name="T30" fmla="*/ 91 w 102"/>
                      <a:gd name="T31" fmla="*/ 64 h 68"/>
                      <a:gd name="T32" fmla="*/ 88 w 102"/>
                      <a:gd name="T33" fmla="*/ 6 h 68"/>
                      <a:gd name="T34" fmla="*/ 62 w 102"/>
                      <a:gd name="T35" fmla="*/ 3 h 68"/>
                      <a:gd name="T36" fmla="*/ 12 w 102"/>
                      <a:gd name="T37" fmla="*/ 5 h 68"/>
                      <a:gd name="T38" fmla="*/ 9 w 102"/>
                      <a:gd name="T39" fmla="*/ 6 h 6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</a:cxnLst>
                    <a:rect l="0" t="0" r="r" b="b"/>
                    <a:pathLst>
                      <a:path w="102" h="68">
                        <a:moveTo>
                          <a:pt x="53" y="68"/>
                        </a:moveTo>
                        <a:cubicBezTo>
                          <a:pt x="53" y="68"/>
                          <a:pt x="53" y="68"/>
                          <a:pt x="53" y="68"/>
                        </a:cubicBezTo>
                        <a:cubicBezTo>
                          <a:pt x="36" y="68"/>
                          <a:pt x="25" y="67"/>
                          <a:pt x="19" y="67"/>
                        </a:cubicBezTo>
                        <a:cubicBezTo>
                          <a:pt x="0" y="64"/>
                          <a:pt x="5" y="10"/>
                          <a:pt x="6" y="4"/>
                        </a:cubicBezTo>
                        <a:cubicBezTo>
                          <a:pt x="6" y="3"/>
                          <a:pt x="6" y="3"/>
                          <a:pt x="6" y="3"/>
                        </a:cubicBezTo>
                        <a:cubicBezTo>
                          <a:pt x="11" y="2"/>
                          <a:pt x="11" y="2"/>
                          <a:pt x="11" y="2"/>
                        </a:cubicBezTo>
                        <a:cubicBezTo>
                          <a:pt x="20" y="2"/>
                          <a:pt x="43" y="0"/>
                          <a:pt x="62" y="0"/>
                        </a:cubicBezTo>
                        <a:cubicBezTo>
                          <a:pt x="76" y="0"/>
                          <a:pt x="85" y="1"/>
                          <a:pt x="89" y="3"/>
                        </a:cubicBezTo>
                        <a:cubicBezTo>
                          <a:pt x="102" y="10"/>
                          <a:pt x="95" y="60"/>
                          <a:pt x="94" y="66"/>
                        </a:cubicBezTo>
                        <a:cubicBezTo>
                          <a:pt x="94" y="67"/>
                          <a:pt x="94" y="67"/>
                          <a:pt x="94" y="67"/>
                        </a:cubicBezTo>
                        <a:cubicBezTo>
                          <a:pt x="93" y="67"/>
                          <a:pt x="93" y="67"/>
                          <a:pt x="93" y="67"/>
                        </a:cubicBezTo>
                        <a:cubicBezTo>
                          <a:pt x="93" y="67"/>
                          <a:pt x="72" y="68"/>
                          <a:pt x="53" y="68"/>
                        </a:cubicBezTo>
                        <a:close/>
                        <a:moveTo>
                          <a:pt x="9" y="6"/>
                        </a:moveTo>
                        <a:cubicBezTo>
                          <a:pt x="7" y="22"/>
                          <a:pt x="6" y="62"/>
                          <a:pt x="19" y="64"/>
                        </a:cubicBezTo>
                        <a:cubicBezTo>
                          <a:pt x="25" y="64"/>
                          <a:pt x="37" y="65"/>
                          <a:pt x="53" y="65"/>
                        </a:cubicBezTo>
                        <a:cubicBezTo>
                          <a:pt x="70" y="65"/>
                          <a:pt x="87" y="64"/>
                          <a:pt x="91" y="64"/>
                        </a:cubicBezTo>
                        <a:cubicBezTo>
                          <a:pt x="93" y="48"/>
                          <a:pt x="96" y="10"/>
                          <a:pt x="88" y="6"/>
                        </a:cubicBezTo>
                        <a:cubicBezTo>
                          <a:pt x="85" y="4"/>
                          <a:pt x="79" y="3"/>
                          <a:pt x="62" y="3"/>
                        </a:cubicBezTo>
                        <a:cubicBezTo>
                          <a:pt x="43" y="3"/>
                          <a:pt x="20" y="5"/>
                          <a:pt x="12" y="5"/>
                        </a:cubicBezTo>
                        <a:lnTo>
                          <a:pt x="9" y="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0" name="îṣļïḓé"/>
                  <p:cNvSpPr/>
                  <p:nvPr/>
                </p:nvSpPr>
                <p:spPr bwMode="auto">
                  <a:xfrm>
                    <a:off x="5242846" y="3164641"/>
                    <a:ext cx="312550" cy="123751"/>
                  </a:xfrm>
                  <a:custGeom>
                    <a:avLst/>
                    <a:gdLst>
                      <a:gd name="T0" fmla="*/ 46 w 83"/>
                      <a:gd name="T1" fmla="*/ 33 h 33"/>
                      <a:gd name="T2" fmla="*/ 44 w 83"/>
                      <a:gd name="T3" fmla="*/ 32 h 33"/>
                      <a:gd name="T4" fmla="*/ 0 w 83"/>
                      <a:gd name="T5" fmla="*/ 2 h 33"/>
                      <a:gd name="T6" fmla="*/ 2 w 83"/>
                      <a:gd name="T7" fmla="*/ 0 h 33"/>
                      <a:gd name="T8" fmla="*/ 45 w 83"/>
                      <a:gd name="T9" fmla="*/ 30 h 33"/>
                      <a:gd name="T10" fmla="*/ 81 w 83"/>
                      <a:gd name="T11" fmla="*/ 0 h 33"/>
                      <a:gd name="T12" fmla="*/ 83 w 83"/>
                      <a:gd name="T13" fmla="*/ 2 h 33"/>
                      <a:gd name="T14" fmla="*/ 46 w 83"/>
                      <a:gd name="T15" fmla="*/ 33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</a:cxnLst>
                    <a:rect l="0" t="0" r="r" b="b"/>
                    <a:pathLst>
                      <a:path w="83" h="33">
                        <a:moveTo>
                          <a:pt x="46" y="33"/>
                        </a:moveTo>
                        <a:cubicBezTo>
                          <a:pt x="45" y="33"/>
                          <a:pt x="45" y="33"/>
                          <a:pt x="44" y="32"/>
                        </a:cubicBezTo>
                        <a:cubicBezTo>
                          <a:pt x="36" y="29"/>
                          <a:pt x="2" y="3"/>
                          <a:pt x="0" y="2"/>
                        </a:cubicBezTo>
                        <a:cubicBezTo>
                          <a:pt x="2" y="0"/>
                          <a:pt x="2" y="0"/>
                          <a:pt x="2" y="0"/>
                        </a:cubicBezTo>
                        <a:cubicBezTo>
                          <a:pt x="2" y="0"/>
                          <a:pt x="37" y="26"/>
                          <a:pt x="45" y="30"/>
                        </a:cubicBezTo>
                        <a:cubicBezTo>
                          <a:pt x="50" y="32"/>
                          <a:pt x="69" y="14"/>
                          <a:pt x="81" y="0"/>
                        </a:cubicBezTo>
                        <a:cubicBezTo>
                          <a:pt x="83" y="2"/>
                          <a:pt x="83" y="2"/>
                          <a:pt x="83" y="2"/>
                        </a:cubicBezTo>
                        <a:cubicBezTo>
                          <a:pt x="79" y="8"/>
                          <a:pt x="56" y="33"/>
                          <a:pt x="46" y="3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1" name="îS1idê"/>
                  <p:cNvSpPr/>
                  <p:nvPr/>
                </p:nvSpPr>
                <p:spPr bwMode="auto">
                  <a:xfrm>
                    <a:off x="5100057" y="3220170"/>
                    <a:ext cx="93606" cy="1110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2" name="iṣļîdè"/>
                  <p:cNvSpPr/>
                  <p:nvPr/>
                </p:nvSpPr>
                <p:spPr bwMode="auto">
                  <a:xfrm>
                    <a:off x="5111163" y="3332815"/>
                    <a:ext cx="98366" cy="1110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63" name="îşḻíḓe"/>
                  <p:cNvSpPr/>
                  <p:nvPr/>
                </p:nvSpPr>
                <p:spPr bwMode="auto">
                  <a:xfrm>
                    <a:off x="5057221" y="3277286"/>
                    <a:ext cx="136443" cy="1110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50" name="íśļídê"/>
                <p:cNvGrpSpPr/>
                <p:nvPr/>
              </p:nvGrpSpPr>
              <p:grpSpPr>
                <a:xfrm>
                  <a:off x="3859160" y="4537310"/>
                  <a:ext cx="325243" cy="337935"/>
                  <a:chOff x="5125442" y="3615221"/>
                  <a:chExt cx="325243" cy="337935"/>
                </a:xfrm>
              </p:grpSpPr>
              <p:sp>
                <p:nvSpPr>
                  <p:cNvPr id="55" name="isḷîḋe"/>
                  <p:cNvSpPr/>
                  <p:nvPr/>
                </p:nvSpPr>
                <p:spPr bwMode="auto">
                  <a:xfrm>
                    <a:off x="5204769" y="3615221"/>
                    <a:ext cx="166588" cy="165001"/>
                  </a:xfrm>
                  <a:custGeom>
                    <a:avLst/>
                    <a:gdLst>
                      <a:gd name="T0" fmla="*/ 22 w 44"/>
                      <a:gd name="T1" fmla="*/ 44 h 44"/>
                      <a:gd name="T2" fmla="*/ 0 w 44"/>
                      <a:gd name="T3" fmla="*/ 22 h 44"/>
                      <a:gd name="T4" fmla="*/ 22 w 44"/>
                      <a:gd name="T5" fmla="*/ 0 h 44"/>
                      <a:gd name="T6" fmla="*/ 44 w 44"/>
                      <a:gd name="T7" fmla="*/ 22 h 44"/>
                      <a:gd name="T8" fmla="*/ 22 w 44"/>
                      <a:gd name="T9" fmla="*/ 44 h 44"/>
                      <a:gd name="T10" fmla="*/ 22 w 44"/>
                      <a:gd name="T11" fmla="*/ 3 h 44"/>
                      <a:gd name="T12" fmla="*/ 3 w 44"/>
                      <a:gd name="T13" fmla="*/ 22 h 44"/>
                      <a:gd name="T14" fmla="*/ 22 w 44"/>
                      <a:gd name="T15" fmla="*/ 41 h 44"/>
                      <a:gd name="T16" fmla="*/ 41 w 44"/>
                      <a:gd name="T17" fmla="*/ 22 h 44"/>
                      <a:gd name="T18" fmla="*/ 22 w 44"/>
                      <a:gd name="T19" fmla="*/ 3 h 4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44" h="44">
                        <a:moveTo>
                          <a:pt x="22" y="44"/>
                        </a:moveTo>
                        <a:cubicBezTo>
                          <a:pt x="10" y="44"/>
                          <a:pt x="0" y="34"/>
                          <a:pt x="0" y="22"/>
                        </a:cubicBezTo>
                        <a:cubicBezTo>
                          <a:pt x="0" y="10"/>
                          <a:pt x="10" y="0"/>
                          <a:pt x="22" y="0"/>
                        </a:cubicBezTo>
                        <a:cubicBezTo>
                          <a:pt x="34" y="0"/>
                          <a:pt x="44" y="10"/>
                          <a:pt x="44" y="22"/>
                        </a:cubicBezTo>
                        <a:cubicBezTo>
                          <a:pt x="44" y="34"/>
                          <a:pt x="34" y="44"/>
                          <a:pt x="22" y="44"/>
                        </a:cubicBezTo>
                        <a:close/>
                        <a:moveTo>
                          <a:pt x="22" y="3"/>
                        </a:moveTo>
                        <a:cubicBezTo>
                          <a:pt x="11" y="3"/>
                          <a:pt x="3" y="12"/>
                          <a:pt x="3" y="22"/>
                        </a:cubicBezTo>
                        <a:cubicBezTo>
                          <a:pt x="3" y="33"/>
                          <a:pt x="11" y="41"/>
                          <a:pt x="22" y="41"/>
                        </a:cubicBezTo>
                        <a:cubicBezTo>
                          <a:pt x="32" y="41"/>
                          <a:pt x="41" y="33"/>
                          <a:pt x="41" y="22"/>
                        </a:cubicBezTo>
                        <a:cubicBezTo>
                          <a:pt x="41" y="12"/>
                          <a:pt x="32" y="3"/>
                          <a:pt x="22" y="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6" name="íśľïdê"/>
                  <p:cNvSpPr/>
                  <p:nvPr/>
                </p:nvSpPr>
                <p:spPr bwMode="auto">
                  <a:xfrm>
                    <a:off x="5125442" y="3783394"/>
                    <a:ext cx="325243" cy="169760"/>
                  </a:xfrm>
                  <a:custGeom>
                    <a:avLst/>
                    <a:gdLst>
                      <a:gd name="T0" fmla="*/ 86 w 86"/>
                      <a:gd name="T1" fmla="*/ 45 h 45"/>
                      <a:gd name="T2" fmla="*/ 0 w 86"/>
                      <a:gd name="T3" fmla="*/ 45 h 45"/>
                      <a:gd name="T4" fmla="*/ 0 w 86"/>
                      <a:gd name="T5" fmla="*/ 44 h 45"/>
                      <a:gd name="T6" fmla="*/ 43 w 86"/>
                      <a:gd name="T7" fmla="*/ 0 h 45"/>
                      <a:gd name="T8" fmla="*/ 86 w 86"/>
                      <a:gd name="T9" fmla="*/ 44 h 45"/>
                      <a:gd name="T10" fmla="*/ 86 w 86"/>
                      <a:gd name="T11" fmla="*/ 45 h 45"/>
                      <a:gd name="T12" fmla="*/ 3 w 86"/>
                      <a:gd name="T13" fmla="*/ 42 h 45"/>
                      <a:gd name="T14" fmla="*/ 83 w 86"/>
                      <a:gd name="T15" fmla="*/ 42 h 45"/>
                      <a:gd name="T16" fmla="*/ 43 w 86"/>
                      <a:gd name="T17" fmla="*/ 3 h 45"/>
                      <a:gd name="T18" fmla="*/ 3 w 86"/>
                      <a:gd name="T19" fmla="*/ 42 h 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86" h="45">
                        <a:moveTo>
                          <a:pt x="86" y="45"/>
                        </a:moveTo>
                        <a:cubicBezTo>
                          <a:pt x="0" y="45"/>
                          <a:pt x="0" y="45"/>
                          <a:pt x="0" y="45"/>
                        </a:cubicBezTo>
                        <a:cubicBezTo>
                          <a:pt x="0" y="44"/>
                          <a:pt x="0" y="44"/>
                          <a:pt x="0" y="44"/>
                        </a:cubicBezTo>
                        <a:cubicBezTo>
                          <a:pt x="0" y="20"/>
                          <a:pt x="19" y="0"/>
                          <a:pt x="43" y="0"/>
                        </a:cubicBezTo>
                        <a:cubicBezTo>
                          <a:pt x="67" y="0"/>
                          <a:pt x="86" y="20"/>
                          <a:pt x="86" y="44"/>
                        </a:cubicBezTo>
                        <a:lnTo>
                          <a:pt x="86" y="45"/>
                        </a:lnTo>
                        <a:close/>
                        <a:moveTo>
                          <a:pt x="3" y="42"/>
                        </a:moveTo>
                        <a:cubicBezTo>
                          <a:pt x="83" y="42"/>
                          <a:pt x="83" y="42"/>
                          <a:pt x="83" y="42"/>
                        </a:cubicBezTo>
                        <a:cubicBezTo>
                          <a:pt x="82" y="21"/>
                          <a:pt x="64" y="3"/>
                          <a:pt x="43" y="3"/>
                        </a:cubicBezTo>
                        <a:cubicBezTo>
                          <a:pt x="21" y="3"/>
                          <a:pt x="4" y="21"/>
                          <a:pt x="3" y="42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7" name="ïṩḻïḍê"/>
                  <p:cNvSpPr/>
                  <p:nvPr/>
                </p:nvSpPr>
                <p:spPr bwMode="auto">
                  <a:xfrm>
                    <a:off x="5250779" y="3791327"/>
                    <a:ext cx="71395" cy="49182"/>
                  </a:xfrm>
                  <a:custGeom>
                    <a:avLst/>
                    <a:gdLst>
                      <a:gd name="T0" fmla="*/ 10 w 19"/>
                      <a:gd name="T1" fmla="*/ 13 h 13"/>
                      <a:gd name="T2" fmla="*/ 0 w 19"/>
                      <a:gd name="T3" fmla="*/ 1 h 13"/>
                      <a:gd name="T4" fmla="*/ 3 w 19"/>
                      <a:gd name="T5" fmla="*/ 0 h 13"/>
                      <a:gd name="T6" fmla="*/ 10 w 19"/>
                      <a:gd name="T7" fmla="*/ 10 h 13"/>
                      <a:gd name="T8" fmla="*/ 16 w 19"/>
                      <a:gd name="T9" fmla="*/ 0 h 13"/>
                      <a:gd name="T10" fmla="*/ 19 w 19"/>
                      <a:gd name="T11" fmla="*/ 1 h 13"/>
                      <a:gd name="T12" fmla="*/ 10 w 19"/>
                      <a:gd name="T13" fmla="*/ 13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19" h="13">
                        <a:moveTo>
                          <a:pt x="10" y="13"/>
                        </a:moveTo>
                        <a:cubicBezTo>
                          <a:pt x="4" y="13"/>
                          <a:pt x="1" y="3"/>
                          <a:pt x="0" y="1"/>
                        </a:cubicBezTo>
                        <a:cubicBezTo>
                          <a:pt x="3" y="0"/>
                          <a:pt x="3" y="0"/>
                          <a:pt x="3" y="0"/>
                        </a:cubicBezTo>
                        <a:cubicBezTo>
                          <a:pt x="4" y="4"/>
                          <a:pt x="7" y="10"/>
                          <a:pt x="10" y="10"/>
                        </a:cubicBezTo>
                        <a:cubicBezTo>
                          <a:pt x="12" y="10"/>
                          <a:pt x="15" y="4"/>
                          <a:pt x="16" y="0"/>
                        </a:cubicBezTo>
                        <a:cubicBezTo>
                          <a:pt x="19" y="1"/>
                          <a:pt x="19" y="1"/>
                          <a:pt x="19" y="1"/>
                        </a:cubicBezTo>
                        <a:cubicBezTo>
                          <a:pt x="19" y="3"/>
                          <a:pt x="15" y="13"/>
                          <a:pt x="10" y="1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8" name="ï$1iḓé"/>
                  <p:cNvSpPr/>
                  <p:nvPr/>
                </p:nvSpPr>
                <p:spPr bwMode="auto">
                  <a:xfrm>
                    <a:off x="5250779" y="3829405"/>
                    <a:ext cx="79327" cy="123751"/>
                  </a:xfrm>
                  <a:custGeom>
                    <a:avLst/>
                    <a:gdLst>
                      <a:gd name="T0" fmla="*/ 21 w 21"/>
                      <a:gd name="T1" fmla="*/ 33 h 33"/>
                      <a:gd name="T2" fmla="*/ 0 w 21"/>
                      <a:gd name="T3" fmla="*/ 33 h 33"/>
                      <a:gd name="T4" fmla="*/ 0 w 21"/>
                      <a:gd name="T5" fmla="*/ 32 h 33"/>
                      <a:gd name="T6" fmla="*/ 10 w 21"/>
                      <a:gd name="T7" fmla="*/ 0 h 33"/>
                      <a:gd name="T8" fmla="*/ 21 w 21"/>
                      <a:gd name="T9" fmla="*/ 32 h 33"/>
                      <a:gd name="T10" fmla="*/ 21 w 21"/>
                      <a:gd name="T11" fmla="*/ 33 h 33"/>
                      <a:gd name="T12" fmla="*/ 3 w 21"/>
                      <a:gd name="T13" fmla="*/ 30 h 33"/>
                      <a:gd name="T14" fmla="*/ 17 w 21"/>
                      <a:gd name="T15" fmla="*/ 30 h 33"/>
                      <a:gd name="T16" fmla="*/ 10 w 21"/>
                      <a:gd name="T17" fmla="*/ 3 h 33"/>
                      <a:gd name="T18" fmla="*/ 3 w 21"/>
                      <a:gd name="T19" fmla="*/ 30 h 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21" h="33">
                        <a:moveTo>
                          <a:pt x="21" y="33"/>
                        </a:moveTo>
                        <a:cubicBezTo>
                          <a:pt x="0" y="33"/>
                          <a:pt x="0" y="33"/>
                          <a:pt x="0" y="33"/>
                        </a:cubicBezTo>
                        <a:cubicBezTo>
                          <a:pt x="0" y="32"/>
                          <a:pt x="0" y="32"/>
                          <a:pt x="0" y="32"/>
                        </a:cubicBezTo>
                        <a:cubicBezTo>
                          <a:pt x="1" y="22"/>
                          <a:pt x="3" y="0"/>
                          <a:pt x="10" y="0"/>
                        </a:cubicBezTo>
                        <a:cubicBezTo>
                          <a:pt x="17" y="0"/>
                          <a:pt x="20" y="22"/>
                          <a:pt x="21" y="32"/>
                        </a:cubicBezTo>
                        <a:lnTo>
                          <a:pt x="21" y="33"/>
                        </a:lnTo>
                        <a:close/>
                        <a:moveTo>
                          <a:pt x="3" y="30"/>
                        </a:moveTo>
                        <a:cubicBezTo>
                          <a:pt x="17" y="30"/>
                          <a:pt x="17" y="30"/>
                          <a:pt x="17" y="30"/>
                        </a:cubicBezTo>
                        <a:cubicBezTo>
                          <a:pt x="16" y="15"/>
                          <a:pt x="12" y="3"/>
                          <a:pt x="10" y="3"/>
                        </a:cubicBezTo>
                        <a:cubicBezTo>
                          <a:pt x="7" y="3"/>
                          <a:pt x="4" y="15"/>
                          <a:pt x="3" y="30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grpSp>
              <p:nvGrpSpPr>
                <p:cNvPr id="51" name="íṡḷíḍe"/>
                <p:cNvGrpSpPr/>
                <p:nvPr/>
              </p:nvGrpSpPr>
              <p:grpSpPr>
                <a:xfrm>
                  <a:off x="1682532" y="3174341"/>
                  <a:ext cx="214184" cy="315721"/>
                  <a:chOff x="5303135" y="5279509"/>
                  <a:chExt cx="214184" cy="315721"/>
                </a:xfrm>
              </p:grpSpPr>
              <p:sp>
                <p:nvSpPr>
                  <p:cNvPr id="52" name="ï$ľïḍê"/>
                  <p:cNvSpPr/>
                  <p:nvPr/>
                </p:nvSpPr>
                <p:spPr bwMode="auto">
                  <a:xfrm>
                    <a:off x="5303135" y="5323932"/>
                    <a:ext cx="214184" cy="236395"/>
                  </a:xfrm>
                  <a:custGeom>
                    <a:avLst/>
                    <a:gdLst>
                      <a:gd name="T0" fmla="*/ 34 w 57"/>
                      <a:gd name="T1" fmla="*/ 63 h 63"/>
                      <a:gd name="T2" fmla="*/ 5 w 57"/>
                      <a:gd name="T3" fmla="*/ 54 h 63"/>
                      <a:gd name="T4" fmla="*/ 5 w 57"/>
                      <a:gd name="T5" fmla="*/ 54 h 63"/>
                      <a:gd name="T6" fmla="*/ 7 w 57"/>
                      <a:gd name="T7" fmla="*/ 45 h 63"/>
                      <a:gd name="T8" fmla="*/ 9 w 57"/>
                      <a:gd name="T9" fmla="*/ 44 h 63"/>
                      <a:gd name="T10" fmla="*/ 12 w 57"/>
                      <a:gd name="T11" fmla="*/ 44 h 63"/>
                      <a:gd name="T12" fmla="*/ 22 w 57"/>
                      <a:gd name="T13" fmla="*/ 44 h 63"/>
                      <a:gd name="T14" fmla="*/ 32 w 57"/>
                      <a:gd name="T15" fmla="*/ 43 h 63"/>
                      <a:gd name="T16" fmla="*/ 24 w 57"/>
                      <a:gd name="T17" fmla="*/ 40 h 63"/>
                      <a:gd name="T18" fmla="*/ 16 w 57"/>
                      <a:gd name="T19" fmla="*/ 38 h 63"/>
                      <a:gd name="T20" fmla="*/ 0 w 57"/>
                      <a:gd name="T21" fmla="*/ 18 h 63"/>
                      <a:gd name="T22" fmla="*/ 22 w 57"/>
                      <a:gd name="T23" fmla="*/ 0 h 63"/>
                      <a:gd name="T24" fmla="*/ 50 w 57"/>
                      <a:gd name="T25" fmla="*/ 9 h 63"/>
                      <a:gd name="T26" fmla="*/ 50 w 57"/>
                      <a:gd name="T27" fmla="*/ 10 h 63"/>
                      <a:gd name="T28" fmla="*/ 50 w 57"/>
                      <a:gd name="T29" fmla="*/ 23 h 63"/>
                      <a:gd name="T30" fmla="*/ 47 w 57"/>
                      <a:gd name="T31" fmla="*/ 23 h 63"/>
                      <a:gd name="T32" fmla="*/ 47 w 57"/>
                      <a:gd name="T33" fmla="*/ 23 h 63"/>
                      <a:gd name="T34" fmla="*/ 27 w 57"/>
                      <a:gd name="T35" fmla="*/ 16 h 63"/>
                      <a:gd name="T36" fmla="*/ 24 w 57"/>
                      <a:gd name="T37" fmla="*/ 19 h 63"/>
                      <a:gd name="T38" fmla="*/ 33 w 57"/>
                      <a:gd name="T39" fmla="*/ 23 h 63"/>
                      <a:gd name="T40" fmla="*/ 38 w 57"/>
                      <a:gd name="T41" fmla="*/ 24 h 63"/>
                      <a:gd name="T42" fmla="*/ 57 w 57"/>
                      <a:gd name="T43" fmla="*/ 44 h 63"/>
                      <a:gd name="T44" fmla="*/ 34 w 57"/>
                      <a:gd name="T45" fmla="*/ 63 h 63"/>
                      <a:gd name="T46" fmla="*/ 8 w 57"/>
                      <a:gd name="T47" fmla="*/ 53 h 63"/>
                      <a:gd name="T48" fmla="*/ 34 w 57"/>
                      <a:gd name="T49" fmla="*/ 60 h 63"/>
                      <a:gd name="T50" fmla="*/ 54 w 57"/>
                      <a:gd name="T51" fmla="*/ 44 h 63"/>
                      <a:gd name="T52" fmla="*/ 37 w 57"/>
                      <a:gd name="T53" fmla="*/ 27 h 63"/>
                      <a:gd name="T54" fmla="*/ 32 w 57"/>
                      <a:gd name="T55" fmla="*/ 26 h 63"/>
                      <a:gd name="T56" fmla="*/ 21 w 57"/>
                      <a:gd name="T57" fmla="*/ 19 h 63"/>
                      <a:gd name="T58" fmla="*/ 27 w 57"/>
                      <a:gd name="T59" fmla="*/ 13 h 63"/>
                      <a:gd name="T60" fmla="*/ 47 w 57"/>
                      <a:gd name="T61" fmla="*/ 19 h 63"/>
                      <a:gd name="T62" fmla="*/ 47 w 57"/>
                      <a:gd name="T63" fmla="*/ 10 h 63"/>
                      <a:gd name="T64" fmla="*/ 22 w 57"/>
                      <a:gd name="T65" fmla="*/ 3 h 63"/>
                      <a:gd name="T66" fmla="*/ 3 w 57"/>
                      <a:gd name="T67" fmla="*/ 18 h 63"/>
                      <a:gd name="T68" fmla="*/ 17 w 57"/>
                      <a:gd name="T69" fmla="*/ 35 h 63"/>
                      <a:gd name="T70" fmla="*/ 25 w 57"/>
                      <a:gd name="T71" fmla="*/ 37 h 63"/>
                      <a:gd name="T72" fmla="*/ 35 w 57"/>
                      <a:gd name="T73" fmla="*/ 43 h 63"/>
                      <a:gd name="T74" fmla="*/ 22 w 57"/>
                      <a:gd name="T75" fmla="*/ 47 h 63"/>
                      <a:gd name="T76" fmla="*/ 11 w 57"/>
                      <a:gd name="T77" fmla="*/ 47 h 63"/>
                      <a:gd name="T78" fmla="*/ 9 w 57"/>
                      <a:gd name="T79" fmla="*/ 47 h 63"/>
                      <a:gd name="T80" fmla="*/ 8 w 57"/>
                      <a:gd name="T81" fmla="*/ 53 h 6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57" h="63">
                        <a:moveTo>
                          <a:pt x="34" y="63"/>
                        </a:moveTo>
                        <a:cubicBezTo>
                          <a:pt x="26" y="63"/>
                          <a:pt x="9" y="59"/>
                          <a:pt x="5" y="54"/>
                        </a:cubicBezTo>
                        <a:cubicBezTo>
                          <a:pt x="5" y="54"/>
                          <a:pt x="5" y="54"/>
                          <a:pt x="5" y="54"/>
                        </a:cubicBezTo>
                        <a:cubicBezTo>
                          <a:pt x="5" y="52"/>
                          <a:pt x="5" y="47"/>
                          <a:pt x="7" y="45"/>
                        </a:cubicBezTo>
                        <a:cubicBezTo>
                          <a:pt x="7" y="44"/>
                          <a:pt x="8" y="44"/>
                          <a:pt x="9" y="44"/>
                        </a:cubicBezTo>
                        <a:cubicBezTo>
                          <a:pt x="10" y="44"/>
                          <a:pt x="10" y="44"/>
                          <a:pt x="12" y="44"/>
                        </a:cubicBezTo>
                        <a:cubicBezTo>
                          <a:pt x="14" y="44"/>
                          <a:pt x="18" y="44"/>
                          <a:pt x="22" y="44"/>
                        </a:cubicBezTo>
                        <a:cubicBezTo>
                          <a:pt x="29" y="44"/>
                          <a:pt x="31" y="43"/>
                          <a:pt x="32" y="43"/>
                        </a:cubicBezTo>
                        <a:cubicBezTo>
                          <a:pt x="31" y="42"/>
                          <a:pt x="27" y="41"/>
                          <a:pt x="24" y="40"/>
                        </a:cubicBezTo>
                        <a:cubicBezTo>
                          <a:pt x="22" y="39"/>
                          <a:pt x="19" y="39"/>
                          <a:pt x="16" y="38"/>
                        </a:cubicBezTo>
                        <a:cubicBezTo>
                          <a:pt x="5" y="34"/>
                          <a:pt x="0" y="27"/>
                          <a:pt x="0" y="18"/>
                        </a:cubicBezTo>
                        <a:cubicBezTo>
                          <a:pt x="0" y="5"/>
                          <a:pt x="13" y="0"/>
                          <a:pt x="22" y="0"/>
                        </a:cubicBezTo>
                        <a:cubicBezTo>
                          <a:pt x="29" y="0"/>
                          <a:pt x="47" y="3"/>
                          <a:pt x="50" y="9"/>
                        </a:cubicBezTo>
                        <a:cubicBezTo>
                          <a:pt x="50" y="10"/>
                          <a:pt x="50" y="10"/>
                          <a:pt x="50" y="10"/>
                        </a:cubicBezTo>
                        <a:cubicBezTo>
                          <a:pt x="50" y="23"/>
                          <a:pt x="50" y="23"/>
                          <a:pt x="50" y="23"/>
                        </a:cubicBezTo>
                        <a:cubicBezTo>
                          <a:pt x="47" y="23"/>
                          <a:pt x="47" y="23"/>
                          <a:pt x="47" y="23"/>
                        </a:cubicBezTo>
                        <a:cubicBezTo>
                          <a:pt x="47" y="23"/>
                          <a:pt x="47" y="23"/>
                          <a:pt x="47" y="23"/>
                        </a:cubicBezTo>
                        <a:cubicBezTo>
                          <a:pt x="47" y="20"/>
                          <a:pt x="34" y="16"/>
                          <a:pt x="27" y="16"/>
                        </a:cubicBezTo>
                        <a:cubicBezTo>
                          <a:pt x="26" y="16"/>
                          <a:pt x="24" y="16"/>
                          <a:pt x="24" y="19"/>
                        </a:cubicBezTo>
                        <a:cubicBezTo>
                          <a:pt x="24" y="20"/>
                          <a:pt x="29" y="22"/>
                          <a:pt x="33" y="23"/>
                        </a:cubicBezTo>
                        <a:cubicBezTo>
                          <a:pt x="35" y="23"/>
                          <a:pt x="36" y="24"/>
                          <a:pt x="38" y="24"/>
                        </a:cubicBezTo>
                        <a:cubicBezTo>
                          <a:pt x="46" y="27"/>
                          <a:pt x="57" y="31"/>
                          <a:pt x="57" y="44"/>
                        </a:cubicBezTo>
                        <a:cubicBezTo>
                          <a:pt x="57" y="57"/>
                          <a:pt x="45" y="63"/>
                          <a:pt x="34" y="63"/>
                        </a:cubicBezTo>
                        <a:close/>
                        <a:moveTo>
                          <a:pt x="8" y="53"/>
                        </a:moveTo>
                        <a:cubicBezTo>
                          <a:pt x="11" y="56"/>
                          <a:pt x="26" y="60"/>
                          <a:pt x="34" y="60"/>
                        </a:cubicBezTo>
                        <a:cubicBezTo>
                          <a:pt x="44" y="60"/>
                          <a:pt x="54" y="55"/>
                          <a:pt x="54" y="44"/>
                        </a:cubicBezTo>
                        <a:cubicBezTo>
                          <a:pt x="54" y="33"/>
                          <a:pt x="45" y="30"/>
                          <a:pt x="37" y="27"/>
                        </a:cubicBezTo>
                        <a:cubicBezTo>
                          <a:pt x="35" y="27"/>
                          <a:pt x="34" y="26"/>
                          <a:pt x="32" y="26"/>
                        </a:cubicBezTo>
                        <a:cubicBezTo>
                          <a:pt x="26" y="24"/>
                          <a:pt x="21" y="22"/>
                          <a:pt x="21" y="19"/>
                        </a:cubicBezTo>
                        <a:cubicBezTo>
                          <a:pt x="21" y="15"/>
                          <a:pt x="24" y="13"/>
                          <a:pt x="27" y="13"/>
                        </a:cubicBezTo>
                        <a:cubicBezTo>
                          <a:pt x="31" y="13"/>
                          <a:pt x="42" y="15"/>
                          <a:pt x="47" y="19"/>
                        </a:cubicBezTo>
                        <a:cubicBezTo>
                          <a:pt x="47" y="10"/>
                          <a:pt x="47" y="10"/>
                          <a:pt x="47" y="10"/>
                        </a:cubicBezTo>
                        <a:cubicBezTo>
                          <a:pt x="45" y="7"/>
                          <a:pt x="30" y="3"/>
                          <a:pt x="22" y="3"/>
                        </a:cubicBezTo>
                        <a:cubicBezTo>
                          <a:pt x="14" y="3"/>
                          <a:pt x="3" y="7"/>
                          <a:pt x="3" y="18"/>
                        </a:cubicBezTo>
                        <a:cubicBezTo>
                          <a:pt x="3" y="26"/>
                          <a:pt x="7" y="32"/>
                          <a:pt x="17" y="35"/>
                        </a:cubicBezTo>
                        <a:cubicBezTo>
                          <a:pt x="20" y="36"/>
                          <a:pt x="23" y="37"/>
                          <a:pt x="25" y="37"/>
                        </a:cubicBezTo>
                        <a:cubicBezTo>
                          <a:pt x="31" y="39"/>
                          <a:pt x="35" y="40"/>
                          <a:pt x="35" y="43"/>
                        </a:cubicBezTo>
                        <a:cubicBezTo>
                          <a:pt x="35" y="46"/>
                          <a:pt x="32" y="47"/>
                          <a:pt x="22" y="47"/>
                        </a:cubicBezTo>
                        <a:cubicBezTo>
                          <a:pt x="18" y="47"/>
                          <a:pt x="14" y="47"/>
                          <a:pt x="11" y="47"/>
                        </a:cubicBezTo>
                        <a:cubicBezTo>
                          <a:pt x="10" y="47"/>
                          <a:pt x="10" y="47"/>
                          <a:pt x="9" y="47"/>
                        </a:cubicBezTo>
                        <a:cubicBezTo>
                          <a:pt x="8" y="48"/>
                          <a:pt x="8" y="51"/>
                          <a:pt x="8" y="53"/>
                        </a:cubicBez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3" name="íṡḻíďé"/>
                  <p:cNvSpPr/>
                  <p:nvPr/>
                </p:nvSpPr>
                <p:spPr bwMode="auto">
                  <a:xfrm>
                    <a:off x="5371357" y="5279509"/>
                    <a:ext cx="82500" cy="60288"/>
                  </a:xfrm>
                  <a:custGeom>
                    <a:avLst/>
                    <a:gdLst>
                      <a:gd name="T0" fmla="*/ 45 w 52"/>
                      <a:gd name="T1" fmla="*/ 38 h 38"/>
                      <a:gd name="T2" fmla="*/ 38 w 52"/>
                      <a:gd name="T3" fmla="*/ 35 h 38"/>
                      <a:gd name="T4" fmla="*/ 42 w 52"/>
                      <a:gd name="T5" fmla="*/ 14 h 38"/>
                      <a:gd name="T6" fmla="*/ 7 w 52"/>
                      <a:gd name="T7" fmla="*/ 9 h 38"/>
                      <a:gd name="T8" fmla="*/ 12 w 52"/>
                      <a:gd name="T9" fmla="*/ 31 h 38"/>
                      <a:gd name="T10" fmla="*/ 4 w 52"/>
                      <a:gd name="T11" fmla="*/ 31 h 38"/>
                      <a:gd name="T12" fmla="*/ 0 w 52"/>
                      <a:gd name="T13" fmla="*/ 0 h 38"/>
                      <a:gd name="T14" fmla="*/ 52 w 52"/>
                      <a:gd name="T15" fmla="*/ 9 h 38"/>
                      <a:gd name="T16" fmla="*/ 45 w 52"/>
                      <a:gd name="T17" fmla="*/ 38 h 3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52" h="38">
                        <a:moveTo>
                          <a:pt x="45" y="38"/>
                        </a:moveTo>
                        <a:lnTo>
                          <a:pt x="38" y="35"/>
                        </a:lnTo>
                        <a:lnTo>
                          <a:pt x="42" y="14"/>
                        </a:lnTo>
                        <a:lnTo>
                          <a:pt x="7" y="9"/>
                        </a:lnTo>
                        <a:lnTo>
                          <a:pt x="12" y="31"/>
                        </a:lnTo>
                        <a:lnTo>
                          <a:pt x="4" y="31"/>
                        </a:lnTo>
                        <a:lnTo>
                          <a:pt x="0" y="0"/>
                        </a:lnTo>
                        <a:lnTo>
                          <a:pt x="52" y="9"/>
                        </a:lnTo>
                        <a:lnTo>
                          <a:pt x="45" y="3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54" name="ïsḻïḓé"/>
                  <p:cNvSpPr/>
                  <p:nvPr/>
                </p:nvSpPr>
                <p:spPr bwMode="auto">
                  <a:xfrm>
                    <a:off x="5377703" y="5549221"/>
                    <a:ext cx="84087" cy="46009"/>
                  </a:xfrm>
                  <a:custGeom>
                    <a:avLst/>
                    <a:gdLst>
                      <a:gd name="T0" fmla="*/ 53 w 53"/>
                      <a:gd name="T1" fmla="*/ 29 h 29"/>
                      <a:gd name="T2" fmla="*/ 0 w 53"/>
                      <a:gd name="T3" fmla="*/ 29 h 29"/>
                      <a:gd name="T4" fmla="*/ 0 w 53"/>
                      <a:gd name="T5" fmla="*/ 0 h 29"/>
                      <a:gd name="T6" fmla="*/ 8 w 53"/>
                      <a:gd name="T7" fmla="*/ 0 h 29"/>
                      <a:gd name="T8" fmla="*/ 8 w 53"/>
                      <a:gd name="T9" fmla="*/ 22 h 29"/>
                      <a:gd name="T10" fmla="*/ 43 w 53"/>
                      <a:gd name="T11" fmla="*/ 22 h 29"/>
                      <a:gd name="T12" fmla="*/ 38 w 53"/>
                      <a:gd name="T13" fmla="*/ 5 h 29"/>
                      <a:gd name="T14" fmla="*/ 46 w 53"/>
                      <a:gd name="T15" fmla="*/ 3 h 29"/>
                      <a:gd name="T16" fmla="*/ 53 w 53"/>
                      <a:gd name="T17" fmla="*/ 29 h 2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53" h="29">
                        <a:moveTo>
                          <a:pt x="53" y="29"/>
                        </a:moveTo>
                        <a:lnTo>
                          <a:pt x="0" y="29"/>
                        </a:lnTo>
                        <a:lnTo>
                          <a:pt x="0" y="0"/>
                        </a:lnTo>
                        <a:lnTo>
                          <a:pt x="8" y="0"/>
                        </a:lnTo>
                        <a:lnTo>
                          <a:pt x="8" y="22"/>
                        </a:lnTo>
                        <a:lnTo>
                          <a:pt x="43" y="22"/>
                        </a:lnTo>
                        <a:lnTo>
                          <a:pt x="38" y="5"/>
                        </a:lnTo>
                        <a:lnTo>
                          <a:pt x="46" y="3"/>
                        </a:lnTo>
                        <a:lnTo>
                          <a:pt x="53" y="2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</p:grpSp>
          <p:grpSp>
            <p:nvGrpSpPr>
              <p:cNvPr id="28" name="î$ľîḑè"/>
              <p:cNvGrpSpPr/>
              <p:nvPr/>
            </p:nvGrpSpPr>
            <p:grpSpPr>
              <a:xfrm>
                <a:off x="1811797" y="1791124"/>
                <a:ext cx="2339288" cy="3761336"/>
                <a:chOff x="8253415" y="755650"/>
                <a:chExt cx="1125538" cy="1809750"/>
              </a:xfrm>
            </p:grpSpPr>
            <p:sp>
              <p:nvSpPr>
                <p:cNvPr id="29" name="ísľîďé"/>
                <p:cNvSpPr/>
                <p:nvPr/>
              </p:nvSpPr>
              <p:spPr bwMode="auto">
                <a:xfrm>
                  <a:off x="8253415" y="755650"/>
                  <a:ext cx="1125538" cy="1350963"/>
                </a:xfrm>
                <a:custGeom>
                  <a:avLst/>
                  <a:gdLst>
                    <a:gd name="T0" fmla="*/ 212 w 423"/>
                    <a:gd name="T1" fmla="*/ 0 h 508"/>
                    <a:gd name="T2" fmla="*/ 0 w 423"/>
                    <a:gd name="T3" fmla="*/ 212 h 508"/>
                    <a:gd name="T4" fmla="*/ 58 w 423"/>
                    <a:gd name="T5" fmla="*/ 360 h 508"/>
                    <a:gd name="T6" fmla="*/ 122 w 423"/>
                    <a:gd name="T7" fmla="*/ 508 h 508"/>
                    <a:gd name="T8" fmla="*/ 212 w 423"/>
                    <a:gd name="T9" fmla="*/ 508 h 508"/>
                    <a:gd name="T10" fmla="*/ 302 w 423"/>
                    <a:gd name="T11" fmla="*/ 508 h 508"/>
                    <a:gd name="T12" fmla="*/ 366 w 423"/>
                    <a:gd name="T13" fmla="*/ 360 h 508"/>
                    <a:gd name="T14" fmla="*/ 423 w 423"/>
                    <a:gd name="T15" fmla="*/ 213 h 508"/>
                    <a:gd name="T16" fmla="*/ 212 w 423"/>
                    <a:gd name="T17" fmla="*/ 0 h 5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423" h="508">
                      <a:moveTo>
                        <a:pt x="212" y="0"/>
                      </a:moveTo>
                      <a:cubicBezTo>
                        <a:pt x="95" y="0"/>
                        <a:pt x="0" y="95"/>
                        <a:pt x="0" y="212"/>
                      </a:cubicBezTo>
                      <a:cubicBezTo>
                        <a:pt x="0" y="268"/>
                        <a:pt x="29" y="316"/>
                        <a:pt x="58" y="360"/>
                      </a:cubicBezTo>
                      <a:cubicBezTo>
                        <a:pt x="122" y="456"/>
                        <a:pt x="85" y="508"/>
                        <a:pt x="122" y="508"/>
                      </a:cubicBezTo>
                      <a:cubicBezTo>
                        <a:pt x="212" y="508"/>
                        <a:pt x="212" y="508"/>
                        <a:pt x="212" y="508"/>
                      </a:cubicBezTo>
                      <a:cubicBezTo>
                        <a:pt x="302" y="508"/>
                        <a:pt x="302" y="508"/>
                        <a:pt x="302" y="508"/>
                      </a:cubicBezTo>
                      <a:cubicBezTo>
                        <a:pt x="339" y="508"/>
                        <a:pt x="302" y="456"/>
                        <a:pt x="366" y="360"/>
                      </a:cubicBezTo>
                      <a:cubicBezTo>
                        <a:pt x="395" y="316"/>
                        <a:pt x="423" y="269"/>
                        <a:pt x="423" y="213"/>
                      </a:cubicBezTo>
                      <a:cubicBezTo>
                        <a:pt x="423" y="97"/>
                        <a:pt x="329" y="0"/>
                        <a:pt x="212" y="0"/>
                      </a:cubicBezTo>
                      <a:close/>
                    </a:path>
                  </a:pathLst>
                </a:custGeom>
                <a:solidFill>
                  <a:srgbClr val="FCC96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0" name="îŝľiḍé"/>
                <p:cNvSpPr/>
                <p:nvPr/>
              </p:nvSpPr>
              <p:spPr bwMode="auto">
                <a:xfrm>
                  <a:off x="8494715" y="949325"/>
                  <a:ext cx="884238" cy="1157288"/>
                </a:xfrm>
                <a:custGeom>
                  <a:avLst/>
                  <a:gdLst>
                    <a:gd name="T0" fmla="*/ 279 w 332"/>
                    <a:gd name="T1" fmla="*/ 0 h 435"/>
                    <a:gd name="T2" fmla="*/ 279 w 332"/>
                    <a:gd name="T3" fmla="*/ 9 h 435"/>
                    <a:gd name="T4" fmla="*/ 0 w 332"/>
                    <a:gd name="T5" fmla="*/ 355 h 435"/>
                    <a:gd name="T6" fmla="*/ 31 w 332"/>
                    <a:gd name="T7" fmla="*/ 435 h 435"/>
                    <a:gd name="T8" fmla="*/ 121 w 332"/>
                    <a:gd name="T9" fmla="*/ 435 h 435"/>
                    <a:gd name="T10" fmla="*/ 211 w 332"/>
                    <a:gd name="T11" fmla="*/ 435 h 435"/>
                    <a:gd name="T12" fmla="*/ 275 w 332"/>
                    <a:gd name="T13" fmla="*/ 287 h 435"/>
                    <a:gd name="T14" fmla="*/ 332 w 332"/>
                    <a:gd name="T15" fmla="*/ 140 h 435"/>
                    <a:gd name="T16" fmla="*/ 279 w 332"/>
                    <a:gd name="T17" fmla="*/ 0 h 4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332" h="435">
                      <a:moveTo>
                        <a:pt x="279" y="0"/>
                      </a:moveTo>
                      <a:cubicBezTo>
                        <a:pt x="279" y="3"/>
                        <a:pt x="279" y="6"/>
                        <a:pt x="279" y="9"/>
                      </a:cubicBezTo>
                      <a:cubicBezTo>
                        <a:pt x="279" y="179"/>
                        <a:pt x="160" y="321"/>
                        <a:pt x="0" y="355"/>
                      </a:cubicBezTo>
                      <a:cubicBezTo>
                        <a:pt x="16" y="407"/>
                        <a:pt x="5" y="435"/>
                        <a:pt x="31" y="435"/>
                      </a:cubicBezTo>
                      <a:cubicBezTo>
                        <a:pt x="121" y="435"/>
                        <a:pt x="121" y="435"/>
                        <a:pt x="121" y="435"/>
                      </a:cubicBezTo>
                      <a:cubicBezTo>
                        <a:pt x="211" y="435"/>
                        <a:pt x="211" y="435"/>
                        <a:pt x="211" y="435"/>
                      </a:cubicBezTo>
                      <a:cubicBezTo>
                        <a:pt x="248" y="435"/>
                        <a:pt x="211" y="383"/>
                        <a:pt x="275" y="287"/>
                      </a:cubicBezTo>
                      <a:cubicBezTo>
                        <a:pt x="304" y="243"/>
                        <a:pt x="332" y="196"/>
                        <a:pt x="332" y="140"/>
                      </a:cubicBezTo>
                      <a:cubicBezTo>
                        <a:pt x="332" y="87"/>
                        <a:pt x="312" y="37"/>
                        <a:pt x="279" y="0"/>
                      </a:cubicBezTo>
                      <a:close/>
                    </a:path>
                  </a:pathLst>
                </a:custGeom>
                <a:solidFill>
                  <a:srgbClr val="FBBC4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1" name="išľiḓe"/>
                <p:cNvSpPr/>
                <p:nvPr/>
              </p:nvSpPr>
              <p:spPr bwMode="auto">
                <a:xfrm>
                  <a:off x="8509003" y="1428750"/>
                  <a:ext cx="615950" cy="715963"/>
                </a:xfrm>
                <a:custGeom>
                  <a:avLst/>
                  <a:gdLst>
                    <a:gd name="T0" fmla="*/ 13 w 232"/>
                    <a:gd name="T1" fmla="*/ 38 h 269"/>
                    <a:gd name="T2" fmla="*/ 4 w 232"/>
                    <a:gd name="T3" fmla="*/ 37 h 269"/>
                    <a:gd name="T4" fmla="*/ 3 w 232"/>
                    <a:gd name="T5" fmla="*/ 46 h 269"/>
                    <a:gd name="T6" fmla="*/ 6 w 232"/>
                    <a:gd name="T7" fmla="*/ 51 h 269"/>
                    <a:gd name="T8" fmla="*/ 77 w 232"/>
                    <a:gd name="T9" fmla="*/ 265 h 269"/>
                    <a:gd name="T10" fmla="*/ 83 w 232"/>
                    <a:gd name="T11" fmla="*/ 269 h 269"/>
                    <a:gd name="T12" fmla="*/ 85 w 232"/>
                    <a:gd name="T13" fmla="*/ 269 h 269"/>
                    <a:gd name="T14" fmla="*/ 89 w 232"/>
                    <a:gd name="T15" fmla="*/ 260 h 269"/>
                    <a:gd name="T16" fmla="*/ 24 w 232"/>
                    <a:gd name="T17" fmla="*/ 63 h 269"/>
                    <a:gd name="T18" fmla="*/ 76 w 232"/>
                    <a:gd name="T19" fmla="*/ 69 h 269"/>
                    <a:gd name="T20" fmla="*/ 85 w 232"/>
                    <a:gd name="T21" fmla="*/ 64 h 269"/>
                    <a:gd name="T22" fmla="*/ 113 w 232"/>
                    <a:gd name="T23" fmla="*/ 73 h 269"/>
                    <a:gd name="T24" fmla="*/ 145 w 232"/>
                    <a:gd name="T25" fmla="*/ 62 h 269"/>
                    <a:gd name="T26" fmla="*/ 161 w 232"/>
                    <a:gd name="T27" fmla="*/ 68 h 269"/>
                    <a:gd name="T28" fmla="*/ 210 w 232"/>
                    <a:gd name="T29" fmla="*/ 65 h 269"/>
                    <a:gd name="T30" fmla="*/ 146 w 232"/>
                    <a:gd name="T31" fmla="*/ 260 h 269"/>
                    <a:gd name="T32" fmla="*/ 150 w 232"/>
                    <a:gd name="T33" fmla="*/ 269 h 269"/>
                    <a:gd name="T34" fmla="*/ 152 w 232"/>
                    <a:gd name="T35" fmla="*/ 269 h 269"/>
                    <a:gd name="T36" fmla="*/ 158 w 232"/>
                    <a:gd name="T37" fmla="*/ 265 h 269"/>
                    <a:gd name="T38" fmla="*/ 228 w 232"/>
                    <a:gd name="T39" fmla="*/ 50 h 269"/>
                    <a:gd name="T40" fmla="*/ 230 w 232"/>
                    <a:gd name="T41" fmla="*/ 48 h 269"/>
                    <a:gd name="T42" fmla="*/ 229 w 232"/>
                    <a:gd name="T43" fmla="*/ 39 h 269"/>
                    <a:gd name="T44" fmla="*/ 220 w 232"/>
                    <a:gd name="T45" fmla="*/ 40 h 269"/>
                    <a:gd name="T46" fmla="*/ 165 w 232"/>
                    <a:gd name="T47" fmla="*/ 55 h 269"/>
                    <a:gd name="T48" fmla="*/ 154 w 232"/>
                    <a:gd name="T49" fmla="*/ 52 h 269"/>
                    <a:gd name="T50" fmla="*/ 160 w 232"/>
                    <a:gd name="T51" fmla="*/ 31 h 269"/>
                    <a:gd name="T52" fmla="*/ 146 w 232"/>
                    <a:gd name="T53" fmla="*/ 3 h 269"/>
                    <a:gd name="T54" fmla="*/ 132 w 232"/>
                    <a:gd name="T55" fmla="*/ 3 h 269"/>
                    <a:gd name="T56" fmla="*/ 123 w 232"/>
                    <a:gd name="T57" fmla="*/ 32 h 269"/>
                    <a:gd name="T58" fmla="*/ 134 w 232"/>
                    <a:gd name="T59" fmla="*/ 54 h 269"/>
                    <a:gd name="T60" fmla="*/ 95 w 232"/>
                    <a:gd name="T61" fmla="*/ 55 h 269"/>
                    <a:gd name="T62" fmla="*/ 103 w 232"/>
                    <a:gd name="T63" fmla="*/ 32 h 269"/>
                    <a:gd name="T64" fmla="*/ 92 w 232"/>
                    <a:gd name="T65" fmla="*/ 4 h 269"/>
                    <a:gd name="T66" fmla="*/ 77 w 232"/>
                    <a:gd name="T67" fmla="*/ 4 h 269"/>
                    <a:gd name="T68" fmla="*/ 66 w 232"/>
                    <a:gd name="T69" fmla="*/ 32 h 269"/>
                    <a:gd name="T70" fmla="*/ 75 w 232"/>
                    <a:gd name="T71" fmla="*/ 55 h 269"/>
                    <a:gd name="T72" fmla="*/ 72 w 232"/>
                    <a:gd name="T73" fmla="*/ 56 h 269"/>
                    <a:gd name="T74" fmla="*/ 13 w 232"/>
                    <a:gd name="T75" fmla="*/ 38 h 269"/>
                    <a:gd name="T76" fmla="*/ 140 w 232"/>
                    <a:gd name="T77" fmla="*/ 14 h 269"/>
                    <a:gd name="T78" fmla="*/ 140 w 232"/>
                    <a:gd name="T79" fmla="*/ 14 h 269"/>
                    <a:gd name="T80" fmla="*/ 140 w 232"/>
                    <a:gd name="T81" fmla="*/ 14 h 269"/>
                    <a:gd name="T82" fmla="*/ 147 w 232"/>
                    <a:gd name="T83" fmla="*/ 32 h 269"/>
                    <a:gd name="T84" fmla="*/ 143 w 232"/>
                    <a:gd name="T85" fmla="*/ 45 h 269"/>
                    <a:gd name="T86" fmla="*/ 136 w 232"/>
                    <a:gd name="T87" fmla="*/ 31 h 269"/>
                    <a:gd name="T88" fmla="*/ 140 w 232"/>
                    <a:gd name="T89" fmla="*/ 14 h 269"/>
                    <a:gd name="T90" fmla="*/ 84 w 232"/>
                    <a:gd name="T91" fmla="*/ 15 h 269"/>
                    <a:gd name="T92" fmla="*/ 84 w 232"/>
                    <a:gd name="T93" fmla="*/ 15 h 269"/>
                    <a:gd name="T94" fmla="*/ 85 w 232"/>
                    <a:gd name="T95" fmla="*/ 16 h 269"/>
                    <a:gd name="T96" fmla="*/ 89 w 232"/>
                    <a:gd name="T97" fmla="*/ 31 h 269"/>
                    <a:gd name="T98" fmla="*/ 85 w 232"/>
                    <a:gd name="T99" fmla="*/ 47 h 269"/>
                    <a:gd name="T100" fmla="*/ 79 w 232"/>
                    <a:gd name="T101" fmla="*/ 31 h 269"/>
                    <a:gd name="T102" fmla="*/ 84 w 232"/>
                    <a:gd name="T103" fmla="*/ 15 h 2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32" h="269">
                      <a:moveTo>
                        <a:pt x="13" y="38"/>
                      </a:moveTo>
                      <a:cubicBezTo>
                        <a:pt x="11" y="35"/>
                        <a:pt x="6" y="35"/>
                        <a:pt x="4" y="37"/>
                      </a:cubicBezTo>
                      <a:cubicBezTo>
                        <a:pt x="1" y="39"/>
                        <a:pt x="0" y="44"/>
                        <a:pt x="3" y="46"/>
                      </a:cubicBezTo>
                      <a:cubicBezTo>
                        <a:pt x="4" y="48"/>
                        <a:pt x="5" y="49"/>
                        <a:pt x="6" y="51"/>
                      </a:cubicBezTo>
                      <a:cubicBezTo>
                        <a:pt x="77" y="265"/>
                        <a:pt x="77" y="265"/>
                        <a:pt x="77" y="265"/>
                      </a:cubicBezTo>
                      <a:cubicBezTo>
                        <a:pt x="77" y="267"/>
                        <a:pt x="80" y="269"/>
                        <a:pt x="83" y="269"/>
                      </a:cubicBezTo>
                      <a:cubicBezTo>
                        <a:pt x="83" y="269"/>
                        <a:pt x="84" y="269"/>
                        <a:pt x="85" y="269"/>
                      </a:cubicBezTo>
                      <a:cubicBezTo>
                        <a:pt x="88" y="268"/>
                        <a:pt x="90" y="264"/>
                        <a:pt x="89" y="260"/>
                      </a:cubicBezTo>
                      <a:cubicBezTo>
                        <a:pt x="24" y="63"/>
                        <a:pt x="24" y="63"/>
                        <a:pt x="24" y="63"/>
                      </a:cubicBezTo>
                      <a:cubicBezTo>
                        <a:pt x="40" y="70"/>
                        <a:pt x="60" y="74"/>
                        <a:pt x="76" y="69"/>
                      </a:cubicBezTo>
                      <a:cubicBezTo>
                        <a:pt x="79" y="68"/>
                        <a:pt x="82" y="66"/>
                        <a:pt x="85" y="64"/>
                      </a:cubicBezTo>
                      <a:cubicBezTo>
                        <a:pt x="93" y="70"/>
                        <a:pt x="103" y="73"/>
                        <a:pt x="113" y="73"/>
                      </a:cubicBezTo>
                      <a:cubicBezTo>
                        <a:pt x="125" y="73"/>
                        <a:pt x="136" y="69"/>
                        <a:pt x="145" y="62"/>
                      </a:cubicBezTo>
                      <a:cubicBezTo>
                        <a:pt x="150" y="64"/>
                        <a:pt x="155" y="67"/>
                        <a:pt x="161" y="68"/>
                      </a:cubicBezTo>
                      <a:cubicBezTo>
                        <a:pt x="180" y="73"/>
                        <a:pt x="196" y="72"/>
                        <a:pt x="210" y="65"/>
                      </a:cubicBezTo>
                      <a:cubicBezTo>
                        <a:pt x="146" y="260"/>
                        <a:pt x="146" y="260"/>
                        <a:pt x="146" y="260"/>
                      </a:cubicBezTo>
                      <a:cubicBezTo>
                        <a:pt x="144" y="264"/>
                        <a:pt x="146" y="268"/>
                        <a:pt x="150" y="269"/>
                      </a:cubicBezTo>
                      <a:cubicBezTo>
                        <a:pt x="150" y="269"/>
                        <a:pt x="151" y="269"/>
                        <a:pt x="152" y="269"/>
                      </a:cubicBezTo>
                      <a:cubicBezTo>
                        <a:pt x="155" y="269"/>
                        <a:pt x="157" y="267"/>
                        <a:pt x="158" y="265"/>
                      </a:cubicBezTo>
                      <a:cubicBezTo>
                        <a:pt x="228" y="50"/>
                        <a:pt x="228" y="50"/>
                        <a:pt x="228" y="50"/>
                      </a:cubicBezTo>
                      <a:cubicBezTo>
                        <a:pt x="229" y="50"/>
                        <a:pt x="230" y="49"/>
                        <a:pt x="230" y="48"/>
                      </a:cubicBezTo>
                      <a:cubicBezTo>
                        <a:pt x="232" y="45"/>
                        <a:pt x="232" y="41"/>
                        <a:pt x="229" y="39"/>
                      </a:cubicBezTo>
                      <a:cubicBezTo>
                        <a:pt x="226" y="37"/>
                        <a:pt x="222" y="37"/>
                        <a:pt x="220" y="40"/>
                      </a:cubicBezTo>
                      <a:cubicBezTo>
                        <a:pt x="207" y="56"/>
                        <a:pt x="189" y="62"/>
                        <a:pt x="165" y="55"/>
                      </a:cubicBezTo>
                      <a:cubicBezTo>
                        <a:pt x="162" y="55"/>
                        <a:pt x="158" y="54"/>
                        <a:pt x="154" y="52"/>
                      </a:cubicBezTo>
                      <a:cubicBezTo>
                        <a:pt x="158" y="46"/>
                        <a:pt x="160" y="38"/>
                        <a:pt x="160" y="31"/>
                      </a:cubicBezTo>
                      <a:cubicBezTo>
                        <a:pt x="159" y="17"/>
                        <a:pt x="154" y="7"/>
                        <a:pt x="146" y="3"/>
                      </a:cubicBezTo>
                      <a:cubicBezTo>
                        <a:pt x="142" y="0"/>
                        <a:pt x="137" y="0"/>
                        <a:pt x="132" y="3"/>
                      </a:cubicBezTo>
                      <a:cubicBezTo>
                        <a:pt x="125" y="8"/>
                        <a:pt x="122" y="18"/>
                        <a:pt x="123" y="32"/>
                      </a:cubicBezTo>
                      <a:cubicBezTo>
                        <a:pt x="124" y="40"/>
                        <a:pt x="127" y="48"/>
                        <a:pt x="134" y="54"/>
                      </a:cubicBezTo>
                      <a:cubicBezTo>
                        <a:pt x="123" y="61"/>
                        <a:pt x="107" y="61"/>
                        <a:pt x="95" y="55"/>
                      </a:cubicBezTo>
                      <a:cubicBezTo>
                        <a:pt x="99" y="49"/>
                        <a:pt x="102" y="41"/>
                        <a:pt x="103" y="32"/>
                      </a:cubicBezTo>
                      <a:cubicBezTo>
                        <a:pt x="103" y="19"/>
                        <a:pt x="99" y="9"/>
                        <a:pt x="92" y="4"/>
                      </a:cubicBezTo>
                      <a:cubicBezTo>
                        <a:pt x="87" y="1"/>
                        <a:pt x="82" y="1"/>
                        <a:pt x="77" y="4"/>
                      </a:cubicBezTo>
                      <a:cubicBezTo>
                        <a:pt x="70" y="8"/>
                        <a:pt x="65" y="18"/>
                        <a:pt x="66" y="32"/>
                      </a:cubicBezTo>
                      <a:cubicBezTo>
                        <a:pt x="66" y="40"/>
                        <a:pt x="69" y="48"/>
                        <a:pt x="75" y="55"/>
                      </a:cubicBezTo>
                      <a:cubicBezTo>
                        <a:pt x="74" y="56"/>
                        <a:pt x="73" y="56"/>
                        <a:pt x="72" y="56"/>
                      </a:cubicBezTo>
                      <a:cubicBezTo>
                        <a:pt x="52" y="63"/>
                        <a:pt x="23" y="52"/>
                        <a:pt x="13" y="38"/>
                      </a:cubicBezTo>
                      <a:close/>
                      <a:moveTo>
                        <a:pt x="140" y="14"/>
                      </a:moveTo>
                      <a:cubicBezTo>
                        <a:pt x="140" y="14"/>
                        <a:pt x="140" y="14"/>
                        <a:pt x="140" y="14"/>
                      </a:cubicBezTo>
                      <a:cubicBezTo>
                        <a:pt x="140" y="14"/>
                        <a:pt x="140" y="14"/>
                        <a:pt x="140" y="14"/>
                      </a:cubicBezTo>
                      <a:cubicBezTo>
                        <a:pt x="142" y="15"/>
                        <a:pt x="146" y="20"/>
                        <a:pt x="147" y="32"/>
                      </a:cubicBezTo>
                      <a:cubicBezTo>
                        <a:pt x="147" y="36"/>
                        <a:pt x="145" y="41"/>
                        <a:pt x="143" y="45"/>
                      </a:cubicBezTo>
                      <a:cubicBezTo>
                        <a:pt x="139" y="41"/>
                        <a:pt x="137" y="37"/>
                        <a:pt x="136" y="31"/>
                      </a:cubicBezTo>
                      <a:cubicBezTo>
                        <a:pt x="135" y="21"/>
                        <a:pt x="138" y="15"/>
                        <a:pt x="140" y="14"/>
                      </a:cubicBezTo>
                      <a:close/>
                      <a:moveTo>
                        <a:pt x="84" y="15"/>
                      </a:moveTo>
                      <a:cubicBezTo>
                        <a:pt x="84" y="15"/>
                        <a:pt x="84" y="15"/>
                        <a:pt x="84" y="15"/>
                      </a:cubicBezTo>
                      <a:cubicBezTo>
                        <a:pt x="84" y="15"/>
                        <a:pt x="85" y="15"/>
                        <a:pt x="85" y="16"/>
                      </a:cubicBezTo>
                      <a:cubicBezTo>
                        <a:pt x="87" y="17"/>
                        <a:pt x="90" y="21"/>
                        <a:pt x="89" y="31"/>
                      </a:cubicBezTo>
                      <a:cubicBezTo>
                        <a:pt x="89" y="37"/>
                        <a:pt x="88" y="43"/>
                        <a:pt x="85" y="47"/>
                      </a:cubicBezTo>
                      <a:cubicBezTo>
                        <a:pt x="81" y="42"/>
                        <a:pt x="79" y="37"/>
                        <a:pt x="79" y="31"/>
                      </a:cubicBezTo>
                      <a:cubicBezTo>
                        <a:pt x="79" y="21"/>
                        <a:pt x="82" y="16"/>
                        <a:pt x="84" y="15"/>
                      </a:cubicBezTo>
                      <a:close/>
                    </a:path>
                  </a:pathLst>
                </a:custGeom>
                <a:solidFill>
                  <a:srgbClr val="3B596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2" name="ïṩḷíḑê"/>
                <p:cNvSpPr/>
                <p:nvPr/>
              </p:nvSpPr>
              <p:spPr bwMode="auto">
                <a:xfrm>
                  <a:off x="8902703" y="1527175"/>
                  <a:ext cx="222250" cy="579438"/>
                </a:xfrm>
                <a:custGeom>
                  <a:avLst/>
                  <a:gdLst>
                    <a:gd name="T0" fmla="*/ 62 w 84"/>
                    <a:gd name="T1" fmla="*/ 28 h 218"/>
                    <a:gd name="T2" fmla="*/ 0 w 84"/>
                    <a:gd name="T3" fmla="*/ 218 h 218"/>
                    <a:gd name="T4" fmla="*/ 13 w 84"/>
                    <a:gd name="T5" fmla="*/ 218 h 218"/>
                    <a:gd name="T6" fmla="*/ 80 w 84"/>
                    <a:gd name="T7" fmla="*/ 13 h 218"/>
                    <a:gd name="T8" fmla="*/ 82 w 84"/>
                    <a:gd name="T9" fmla="*/ 11 h 218"/>
                    <a:gd name="T10" fmla="*/ 81 w 84"/>
                    <a:gd name="T11" fmla="*/ 2 h 218"/>
                    <a:gd name="T12" fmla="*/ 72 w 84"/>
                    <a:gd name="T13" fmla="*/ 3 h 218"/>
                    <a:gd name="T14" fmla="*/ 43 w 84"/>
                    <a:gd name="T15" fmla="*/ 20 h 218"/>
                    <a:gd name="T16" fmla="*/ 31 w 84"/>
                    <a:gd name="T17" fmla="*/ 34 h 218"/>
                    <a:gd name="T18" fmla="*/ 62 w 84"/>
                    <a:gd name="T19" fmla="*/ 28 h 2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84" h="218">
                      <a:moveTo>
                        <a:pt x="62" y="28"/>
                      </a:moveTo>
                      <a:cubicBezTo>
                        <a:pt x="0" y="218"/>
                        <a:pt x="0" y="218"/>
                        <a:pt x="0" y="218"/>
                      </a:cubicBezTo>
                      <a:cubicBezTo>
                        <a:pt x="13" y="218"/>
                        <a:pt x="13" y="218"/>
                        <a:pt x="13" y="218"/>
                      </a:cubicBezTo>
                      <a:cubicBezTo>
                        <a:pt x="80" y="13"/>
                        <a:pt x="80" y="13"/>
                        <a:pt x="80" y="13"/>
                      </a:cubicBezTo>
                      <a:cubicBezTo>
                        <a:pt x="81" y="13"/>
                        <a:pt x="82" y="12"/>
                        <a:pt x="82" y="11"/>
                      </a:cubicBezTo>
                      <a:cubicBezTo>
                        <a:pt x="84" y="8"/>
                        <a:pt x="84" y="4"/>
                        <a:pt x="81" y="2"/>
                      </a:cubicBezTo>
                      <a:cubicBezTo>
                        <a:pt x="78" y="0"/>
                        <a:pt x="74" y="0"/>
                        <a:pt x="72" y="3"/>
                      </a:cubicBezTo>
                      <a:cubicBezTo>
                        <a:pt x="64" y="13"/>
                        <a:pt x="55" y="18"/>
                        <a:pt x="43" y="20"/>
                      </a:cubicBezTo>
                      <a:cubicBezTo>
                        <a:pt x="39" y="25"/>
                        <a:pt x="35" y="29"/>
                        <a:pt x="31" y="34"/>
                      </a:cubicBezTo>
                      <a:cubicBezTo>
                        <a:pt x="42" y="34"/>
                        <a:pt x="53" y="33"/>
                        <a:pt x="62" y="28"/>
                      </a:cubicBez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3" name="iṡļiďè"/>
                <p:cNvSpPr/>
                <p:nvPr/>
              </p:nvSpPr>
              <p:spPr bwMode="auto">
                <a:xfrm>
                  <a:off x="8623303" y="1846263"/>
                  <a:ext cx="115888" cy="260350"/>
                </a:xfrm>
                <a:custGeom>
                  <a:avLst/>
                  <a:gdLst>
                    <a:gd name="T0" fmla="*/ 44 w 44"/>
                    <a:gd name="T1" fmla="*/ 98 h 98"/>
                    <a:gd name="T2" fmla="*/ 12 w 44"/>
                    <a:gd name="T3" fmla="*/ 0 h 98"/>
                    <a:gd name="T4" fmla="*/ 0 w 44"/>
                    <a:gd name="T5" fmla="*/ 5 h 98"/>
                    <a:gd name="T6" fmla="*/ 30 w 44"/>
                    <a:gd name="T7" fmla="*/ 98 h 98"/>
                    <a:gd name="T8" fmla="*/ 44 w 44"/>
                    <a:gd name="T9" fmla="*/ 98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98">
                      <a:moveTo>
                        <a:pt x="44" y="98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8" y="1"/>
                        <a:pt x="4" y="3"/>
                        <a:pt x="0" y="5"/>
                      </a:cubicBezTo>
                      <a:cubicBezTo>
                        <a:pt x="30" y="98"/>
                        <a:pt x="30" y="98"/>
                        <a:pt x="30" y="98"/>
                      </a:cubicBezTo>
                      <a:lnTo>
                        <a:pt x="44" y="98"/>
                      </a:ln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4" name="iSľíḓé"/>
                <p:cNvSpPr/>
                <p:nvPr/>
              </p:nvSpPr>
              <p:spPr bwMode="auto">
                <a:xfrm>
                  <a:off x="8572503" y="2106613"/>
                  <a:ext cx="485775" cy="223838"/>
                </a:xfrm>
                <a:custGeom>
                  <a:avLst/>
                  <a:gdLst>
                    <a:gd name="T0" fmla="*/ 166 w 183"/>
                    <a:gd name="T1" fmla="*/ 0 h 84"/>
                    <a:gd name="T2" fmla="*/ 17 w 183"/>
                    <a:gd name="T3" fmla="*/ 0 h 84"/>
                    <a:gd name="T4" fmla="*/ 2 w 183"/>
                    <a:gd name="T5" fmla="*/ 24 h 84"/>
                    <a:gd name="T6" fmla="*/ 17 w 183"/>
                    <a:gd name="T7" fmla="*/ 49 h 84"/>
                    <a:gd name="T8" fmla="*/ 67 w 183"/>
                    <a:gd name="T9" fmla="*/ 49 h 84"/>
                    <a:gd name="T10" fmla="*/ 13 w 183"/>
                    <a:gd name="T11" fmla="*/ 59 h 84"/>
                    <a:gd name="T12" fmla="*/ 3 w 183"/>
                    <a:gd name="T13" fmla="*/ 75 h 84"/>
                    <a:gd name="T14" fmla="*/ 17 w 183"/>
                    <a:gd name="T15" fmla="*/ 84 h 84"/>
                    <a:gd name="T16" fmla="*/ 22 w 183"/>
                    <a:gd name="T17" fmla="*/ 82 h 84"/>
                    <a:gd name="T18" fmla="*/ 171 w 183"/>
                    <a:gd name="T19" fmla="*/ 33 h 84"/>
                    <a:gd name="T20" fmla="*/ 182 w 183"/>
                    <a:gd name="T21" fmla="*/ 14 h 84"/>
                    <a:gd name="T22" fmla="*/ 166 w 183"/>
                    <a:gd name="T23" fmla="*/ 0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</a:cxnLst>
                  <a:rect l="0" t="0" r="r" b="b"/>
                  <a:pathLst>
                    <a:path w="183" h="84">
                      <a:moveTo>
                        <a:pt x="166" y="0"/>
                      </a:moveTo>
                      <a:cubicBezTo>
                        <a:pt x="17" y="0"/>
                        <a:pt x="17" y="0"/>
                        <a:pt x="17" y="0"/>
                      </a:cubicBezTo>
                      <a:cubicBezTo>
                        <a:pt x="9" y="0"/>
                        <a:pt x="2" y="16"/>
                        <a:pt x="2" y="24"/>
                      </a:cubicBezTo>
                      <a:cubicBezTo>
                        <a:pt x="2" y="33"/>
                        <a:pt x="9" y="49"/>
                        <a:pt x="17" y="49"/>
                      </a:cubicBezTo>
                      <a:cubicBezTo>
                        <a:pt x="67" y="49"/>
                        <a:pt x="67" y="49"/>
                        <a:pt x="67" y="49"/>
                      </a:cubicBezTo>
                      <a:cubicBezTo>
                        <a:pt x="13" y="59"/>
                        <a:pt x="13" y="59"/>
                        <a:pt x="13" y="59"/>
                      </a:cubicBezTo>
                      <a:cubicBezTo>
                        <a:pt x="4" y="62"/>
                        <a:pt x="0" y="67"/>
                        <a:pt x="3" y="75"/>
                      </a:cubicBezTo>
                      <a:cubicBezTo>
                        <a:pt x="5" y="82"/>
                        <a:pt x="11" y="84"/>
                        <a:pt x="17" y="84"/>
                      </a:cubicBezTo>
                      <a:cubicBezTo>
                        <a:pt x="19" y="84"/>
                        <a:pt x="21" y="83"/>
                        <a:pt x="22" y="82"/>
                      </a:cubicBezTo>
                      <a:cubicBezTo>
                        <a:pt x="171" y="33"/>
                        <a:pt x="171" y="33"/>
                        <a:pt x="171" y="33"/>
                      </a:cubicBezTo>
                      <a:cubicBezTo>
                        <a:pt x="178" y="31"/>
                        <a:pt x="183" y="22"/>
                        <a:pt x="182" y="14"/>
                      </a:cubicBezTo>
                      <a:cubicBezTo>
                        <a:pt x="181" y="7"/>
                        <a:pt x="174" y="0"/>
                        <a:pt x="166" y="0"/>
                      </a:cubicBez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5" name="i$lïḍê"/>
                <p:cNvSpPr/>
                <p:nvPr/>
              </p:nvSpPr>
              <p:spPr bwMode="auto">
                <a:xfrm>
                  <a:off x="8575678" y="2235200"/>
                  <a:ext cx="485775" cy="330200"/>
                </a:xfrm>
                <a:custGeom>
                  <a:avLst/>
                  <a:gdLst>
                    <a:gd name="T0" fmla="*/ 165 w 183"/>
                    <a:gd name="T1" fmla="*/ 62 h 124"/>
                    <a:gd name="T2" fmla="*/ 115 w 183"/>
                    <a:gd name="T3" fmla="*/ 62 h 124"/>
                    <a:gd name="T4" fmla="*/ 170 w 183"/>
                    <a:gd name="T5" fmla="*/ 38 h 124"/>
                    <a:gd name="T6" fmla="*/ 180 w 183"/>
                    <a:gd name="T7" fmla="*/ 14 h 124"/>
                    <a:gd name="T8" fmla="*/ 160 w 183"/>
                    <a:gd name="T9" fmla="*/ 3 h 124"/>
                    <a:gd name="T10" fmla="*/ 12 w 183"/>
                    <a:gd name="T11" fmla="*/ 50 h 124"/>
                    <a:gd name="T12" fmla="*/ 1 w 183"/>
                    <a:gd name="T13" fmla="*/ 70 h 124"/>
                    <a:gd name="T14" fmla="*/ 16 w 183"/>
                    <a:gd name="T15" fmla="*/ 87 h 124"/>
                    <a:gd name="T16" fmla="*/ 30 w 183"/>
                    <a:gd name="T17" fmla="*/ 87 h 124"/>
                    <a:gd name="T18" fmla="*/ 54 w 183"/>
                    <a:gd name="T19" fmla="*/ 124 h 124"/>
                    <a:gd name="T20" fmla="*/ 127 w 183"/>
                    <a:gd name="T21" fmla="*/ 124 h 124"/>
                    <a:gd name="T22" fmla="*/ 151 w 183"/>
                    <a:gd name="T23" fmla="*/ 87 h 124"/>
                    <a:gd name="T24" fmla="*/ 165 w 183"/>
                    <a:gd name="T25" fmla="*/ 87 h 124"/>
                    <a:gd name="T26" fmla="*/ 181 w 183"/>
                    <a:gd name="T27" fmla="*/ 75 h 124"/>
                    <a:gd name="T28" fmla="*/ 165 w 183"/>
                    <a:gd name="T29" fmla="*/ 62 h 1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183" h="124">
                      <a:moveTo>
                        <a:pt x="165" y="62"/>
                      </a:moveTo>
                      <a:cubicBezTo>
                        <a:pt x="115" y="62"/>
                        <a:pt x="115" y="62"/>
                        <a:pt x="115" y="62"/>
                      </a:cubicBezTo>
                      <a:cubicBezTo>
                        <a:pt x="170" y="38"/>
                        <a:pt x="170" y="38"/>
                        <a:pt x="170" y="38"/>
                      </a:cubicBezTo>
                      <a:cubicBezTo>
                        <a:pt x="178" y="35"/>
                        <a:pt x="183" y="23"/>
                        <a:pt x="180" y="14"/>
                      </a:cubicBezTo>
                      <a:cubicBezTo>
                        <a:pt x="177" y="6"/>
                        <a:pt x="169" y="0"/>
                        <a:pt x="160" y="3"/>
                      </a:cubicBezTo>
                      <a:cubicBezTo>
                        <a:pt x="12" y="50"/>
                        <a:pt x="12" y="50"/>
                        <a:pt x="12" y="50"/>
                      </a:cubicBezTo>
                      <a:cubicBezTo>
                        <a:pt x="4" y="52"/>
                        <a:pt x="0" y="63"/>
                        <a:pt x="1" y="70"/>
                      </a:cubicBezTo>
                      <a:cubicBezTo>
                        <a:pt x="2" y="78"/>
                        <a:pt x="9" y="87"/>
                        <a:pt x="16" y="87"/>
                      </a:cubicBezTo>
                      <a:cubicBezTo>
                        <a:pt x="30" y="87"/>
                        <a:pt x="30" y="87"/>
                        <a:pt x="30" y="87"/>
                      </a:cubicBezTo>
                      <a:cubicBezTo>
                        <a:pt x="54" y="124"/>
                        <a:pt x="54" y="124"/>
                        <a:pt x="54" y="124"/>
                      </a:cubicBezTo>
                      <a:cubicBezTo>
                        <a:pt x="127" y="124"/>
                        <a:pt x="127" y="124"/>
                        <a:pt x="127" y="124"/>
                      </a:cubicBezTo>
                      <a:cubicBezTo>
                        <a:pt x="151" y="87"/>
                        <a:pt x="151" y="87"/>
                        <a:pt x="151" y="87"/>
                      </a:cubicBezTo>
                      <a:cubicBezTo>
                        <a:pt x="165" y="87"/>
                        <a:pt x="165" y="87"/>
                        <a:pt x="165" y="87"/>
                      </a:cubicBezTo>
                      <a:cubicBezTo>
                        <a:pt x="174" y="87"/>
                        <a:pt x="181" y="83"/>
                        <a:pt x="181" y="75"/>
                      </a:cubicBezTo>
                      <a:cubicBezTo>
                        <a:pt x="181" y="66"/>
                        <a:pt x="174" y="62"/>
                        <a:pt x="165" y="62"/>
                      </a:cubicBezTo>
                      <a:close/>
                    </a:path>
                  </a:pathLst>
                </a:custGeom>
                <a:solidFill>
                  <a:srgbClr val="25475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sp>
          <p:nvSpPr>
            <p:cNvPr id="7" name="íśḻíḍe"/>
            <p:cNvSpPr/>
            <p:nvPr/>
          </p:nvSpPr>
          <p:spPr>
            <a:xfrm rot="5400000">
              <a:off x="980408" y="1391756"/>
              <a:ext cx="4464496" cy="4464496"/>
            </a:xfrm>
            <a:prstGeom prst="blockArc">
              <a:avLst>
                <a:gd name="adj1" fmla="val 10800000"/>
                <a:gd name="adj2" fmla="val 523590"/>
                <a:gd name="adj3" fmla="val 23000"/>
              </a:avLst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7000">
                  <a:schemeClr val="accent1">
                    <a:alpha val="23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grpSp>
          <p:nvGrpSpPr>
            <p:cNvPr id="8" name="ïŝḷíḋé"/>
            <p:cNvGrpSpPr/>
            <p:nvPr/>
          </p:nvGrpSpPr>
          <p:grpSpPr>
            <a:xfrm>
              <a:off x="5280552" y="1818943"/>
              <a:ext cx="2963331" cy="3498215"/>
              <a:chOff x="8179619" y="2164514"/>
              <a:chExt cx="2963331" cy="3498215"/>
            </a:xfrm>
          </p:grpSpPr>
          <p:sp>
            <p:nvSpPr>
              <p:cNvPr id="21" name="íṧlïde"/>
              <p:cNvSpPr txBox="1"/>
              <p:nvPr/>
            </p:nvSpPr>
            <p:spPr>
              <a:xfrm>
                <a:off x="8179619" y="2164514"/>
                <a:ext cx="2963331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22" name="ïşļîḍé"/>
              <p:cNvSpPr txBox="1"/>
              <p:nvPr/>
            </p:nvSpPr>
            <p:spPr>
              <a:xfrm>
                <a:off x="8179619" y="2590226"/>
                <a:ext cx="2963331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23" name="iṡḷidè"/>
              <p:cNvSpPr txBox="1"/>
              <p:nvPr/>
            </p:nvSpPr>
            <p:spPr>
              <a:xfrm>
                <a:off x="8179619" y="4781616"/>
                <a:ext cx="2963331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24" name="iṧ1ïdé"/>
              <p:cNvSpPr txBox="1"/>
              <p:nvPr/>
            </p:nvSpPr>
            <p:spPr>
              <a:xfrm>
                <a:off x="8179619" y="5207330"/>
                <a:ext cx="2963331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25" name="ïş1ide"/>
              <p:cNvSpPr txBox="1"/>
              <p:nvPr/>
            </p:nvSpPr>
            <p:spPr>
              <a:xfrm>
                <a:off x="8789585" y="3467023"/>
                <a:ext cx="2353362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26" name="ïṧḻîďe"/>
              <p:cNvSpPr txBox="1"/>
              <p:nvPr/>
            </p:nvSpPr>
            <p:spPr>
              <a:xfrm>
                <a:off x="8789585" y="3892735"/>
                <a:ext cx="2353362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</p:grpSp>
        <p:grpSp>
          <p:nvGrpSpPr>
            <p:cNvPr id="9" name="ïṧḷïḋè"/>
            <p:cNvGrpSpPr/>
            <p:nvPr/>
          </p:nvGrpSpPr>
          <p:grpSpPr>
            <a:xfrm>
              <a:off x="8539306" y="1818943"/>
              <a:ext cx="2963331" cy="3498215"/>
              <a:chOff x="8179619" y="2164514"/>
              <a:chExt cx="2963331" cy="3498215"/>
            </a:xfrm>
          </p:grpSpPr>
          <p:sp>
            <p:nvSpPr>
              <p:cNvPr id="15" name="i$ḻíḍê"/>
              <p:cNvSpPr txBox="1"/>
              <p:nvPr/>
            </p:nvSpPr>
            <p:spPr>
              <a:xfrm>
                <a:off x="8179619" y="2164514"/>
                <a:ext cx="2963331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16" name="ïṡḷîḑê"/>
              <p:cNvSpPr txBox="1"/>
              <p:nvPr/>
            </p:nvSpPr>
            <p:spPr>
              <a:xfrm>
                <a:off x="8179619" y="2590226"/>
                <a:ext cx="2963331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17" name="ïślîḋé"/>
              <p:cNvSpPr txBox="1"/>
              <p:nvPr/>
            </p:nvSpPr>
            <p:spPr>
              <a:xfrm>
                <a:off x="8179619" y="4781616"/>
                <a:ext cx="2963331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18" name="ïṩḷîde"/>
              <p:cNvSpPr txBox="1"/>
              <p:nvPr/>
            </p:nvSpPr>
            <p:spPr>
              <a:xfrm>
                <a:off x="8179619" y="5207330"/>
                <a:ext cx="2963331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  <p:sp>
            <p:nvSpPr>
              <p:cNvPr id="19" name="išḻíďé"/>
              <p:cNvSpPr txBox="1"/>
              <p:nvPr/>
            </p:nvSpPr>
            <p:spPr>
              <a:xfrm>
                <a:off x="8789585" y="3467023"/>
                <a:ext cx="2353362" cy="3640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0000" tIns="46800" rIns="90000" bIns="46800" anchor="t" anchorCtr="0">
                <a:norm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300"/>
                  </a:spcAft>
                  <a:buSzPct val="25000"/>
                  <a:buNone/>
                </a:pPr>
                <a:r>
                  <a:rPr lang="en-US" altLang="zh-CN" sz="1400" b="1" i="0" u="none" strike="noStrike" cap="none" baseline="0" dirty="0"/>
                  <a:t>Text here</a:t>
                </a:r>
                <a:endParaRPr lang="zh-CN" altLang="en-US" sz="1400" b="1" i="0" u="none" strike="noStrike" cap="none" baseline="0" dirty="0"/>
              </a:p>
            </p:txBody>
          </p:sp>
          <p:sp>
            <p:nvSpPr>
              <p:cNvPr id="20" name="îṣľîdê"/>
              <p:cNvSpPr txBox="1"/>
              <p:nvPr/>
            </p:nvSpPr>
            <p:spPr>
              <a:xfrm>
                <a:off x="8789585" y="3892735"/>
                <a:ext cx="2353362" cy="455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000" dirty="0"/>
                  <a:t>Copy paste fonts. Choose the only option to retain text.</a:t>
                </a:r>
                <a:endParaRPr lang="en-US" altLang="zh-CN" sz="1000" dirty="0"/>
              </a:p>
            </p:txBody>
          </p:sp>
        </p:grpSp>
        <p:sp>
          <p:nvSpPr>
            <p:cNvPr id="10" name="íṧľíďé"/>
            <p:cNvSpPr/>
            <p:nvPr/>
          </p:nvSpPr>
          <p:spPr>
            <a:xfrm>
              <a:off x="4683105" y="1926131"/>
              <a:ext cx="171610" cy="17161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ïSľidé"/>
            <p:cNvSpPr/>
            <p:nvPr/>
          </p:nvSpPr>
          <p:spPr>
            <a:xfrm>
              <a:off x="5359657" y="3292328"/>
              <a:ext cx="171610" cy="17161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" name="ï$ļíḑé"/>
            <p:cNvSpPr/>
            <p:nvPr/>
          </p:nvSpPr>
          <p:spPr>
            <a:xfrm>
              <a:off x="5027656" y="4625899"/>
              <a:ext cx="171610" cy="17161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531267" y="2924949"/>
              <a:ext cx="5569289" cy="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5531267" y="4248140"/>
              <a:ext cx="5569289" cy="0"/>
            </a:xfrm>
            <a:prstGeom prst="line">
              <a:avLst/>
            </a:prstGeom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2.5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4" name="190fe317-6869-4d80-943b-93850d5f7197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204099"/>
            <a:ext cx="10850797" cy="4974310"/>
            <a:chOff x="669924" y="1123950"/>
            <a:chExt cx="10850797" cy="4974310"/>
          </a:xfrm>
        </p:grpSpPr>
        <p:sp>
          <p:nvSpPr>
            <p:cNvPr id="55" name="iŝľîde"/>
            <p:cNvSpPr/>
            <p:nvPr/>
          </p:nvSpPr>
          <p:spPr bwMode="auto">
            <a:xfrm>
              <a:off x="2502872" y="1123950"/>
              <a:ext cx="2123225" cy="435655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Text Here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56" name="íš1iḑe"/>
            <p:cNvSpPr/>
            <p:nvPr/>
          </p:nvSpPr>
          <p:spPr bwMode="gray">
            <a:xfrm>
              <a:off x="3417946" y="2283238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57" name="îśļîḑè"/>
            <p:cNvSpPr/>
            <p:nvPr/>
          </p:nvSpPr>
          <p:spPr>
            <a:xfrm>
              <a:off x="3417946" y="2282684"/>
              <a:ext cx="291612" cy="281354"/>
            </a:xfrm>
            <a:prstGeom prst="pie">
              <a:avLst>
                <a:gd name="adj1" fmla="val 16200000"/>
                <a:gd name="adj2" fmla="val 135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58" name="ïṡḷiḋê"/>
            <p:cNvSpPr/>
            <p:nvPr/>
          </p:nvSpPr>
          <p:spPr bwMode="gray">
            <a:xfrm>
              <a:off x="3417946" y="2785144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59" name="iṩľíďê"/>
            <p:cNvSpPr/>
            <p:nvPr/>
          </p:nvSpPr>
          <p:spPr>
            <a:xfrm>
              <a:off x="3417946" y="2784590"/>
              <a:ext cx="291612" cy="281354"/>
            </a:xfrm>
            <a:prstGeom prst="pie">
              <a:avLst>
                <a:gd name="adj1" fmla="val 16200000"/>
                <a:gd name="adj2" fmla="val 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0" name="îṡliḍê"/>
            <p:cNvSpPr/>
            <p:nvPr/>
          </p:nvSpPr>
          <p:spPr bwMode="gray">
            <a:xfrm>
              <a:off x="3417946" y="3284632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61" name="îŝľîḋê"/>
            <p:cNvSpPr/>
            <p:nvPr/>
          </p:nvSpPr>
          <p:spPr>
            <a:xfrm>
              <a:off x="3417946" y="3284078"/>
              <a:ext cx="291612" cy="281354"/>
            </a:xfrm>
            <a:prstGeom prst="pie">
              <a:avLst>
                <a:gd name="adj1" fmla="val 16200000"/>
                <a:gd name="adj2" fmla="val 54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2" name="iṥļîḍe"/>
            <p:cNvSpPr/>
            <p:nvPr/>
          </p:nvSpPr>
          <p:spPr bwMode="gray">
            <a:xfrm>
              <a:off x="3417946" y="3785329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63" name="ïśļîḑe"/>
            <p:cNvSpPr/>
            <p:nvPr/>
          </p:nvSpPr>
          <p:spPr>
            <a:xfrm>
              <a:off x="3417946" y="3784775"/>
              <a:ext cx="291612" cy="281354"/>
            </a:xfrm>
            <a:prstGeom prst="pie">
              <a:avLst>
                <a:gd name="adj1" fmla="val 16200000"/>
                <a:gd name="adj2" fmla="val 108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4" name="isľîḑé"/>
            <p:cNvSpPr/>
            <p:nvPr/>
          </p:nvSpPr>
          <p:spPr bwMode="gray">
            <a:xfrm>
              <a:off x="3417946" y="4286026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65" name="îšḻiḍe"/>
            <p:cNvSpPr/>
            <p:nvPr/>
          </p:nvSpPr>
          <p:spPr>
            <a:xfrm>
              <a:off x="3417946" y="4285472"/>
              <a:ext cx="291612" cy="281354"/>
            </a:xfrm>
            <a:prstGeom prst="pie">
              <a:avLst>
                <a:gd name="adj1" fmla="val 16200000"/>
                <a:gd name="adj2" fmla="val 189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6" name="ïṩḷïḋê"/>
            <p:cNvSpPr/>
            <p:nvPr/>
          </p:nvSpPr>
          <p:spPr bwMode="gray">
            <a:xfrm>
              <a:off x="3417946" y="4786723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67" name="i$1ïdê"/>
            <p:cNvSpPr/>
            <p:nvPr/>
          </p:nvSpPr>
          <p:spPr>
            <a:xfrm>
              <a:off x="3417946" y="4786169"/>
              <a:ext cx="291612" cy="281354"/>
            </a:xfrm>
            <a:prstGeom prst="pie">
              <a:avLst>
                <a:gd name="adj1" fmla="val 16200000"/>
                <a:gd name="adj2" fmla="val 81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68" name="íṡ1íḍé"/>
            <p:cNvSpPr/>
            <p:nvPr/>
          </p:nvSpPr>
          <p:spPr bwMode="gray">
            <a:xfrm>
              <a:off x="3417946" y="5287420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69" name="íşḷidè"/>
            <p:cNvSpPr/>
            <p:nvPr/>
          </p:nvSpPr>
          <p:spPr>
            <a:xfrm>
              <a:off x="3417946" y="5286866"/>
              <a:ext cx="291612" cy="281354"/>
            </a:xfrm>
            <a:prstGeom prst="pie">
              <a:avLst>
                <a:gd name="adj1" fmla="val 16200000"/>
                <a:gd name="adj2" fmla="val 27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0" name="íS1îďè"/>
            <p:cNvSpPr/>
            <p:nvPr/>
          </p:nvSpPr>
          <p:spPr bwMode="gray">
            <a:xfrm>
              <a:off x="3417946" y="5788121"/>
              <a:ext cx="293077" cy="28080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3175" algn="ctr">
              <a:noFill/>
              <a:round/>
            </a:ln>
            <a:effectLst/>
          </p:spPr>
          <p:txBody>
            <a:bodyPr wrap="square" lIns="91440" tIns="45720" rIns="91440" bIns="45720" anchor="ctr">
              <a:noAutofit/>
            </a:bodyPr>
            <a:lstStyle/>
            <a:p>
              <a:endParaRPr lang="en-US" sz="1275" b="1" dirty="0">
                <a:solidFill>
                  <a:srgbClr val="000000"/>
                </a:solidFill>
              </a:endParaRPr>
            </a:p>
          </p:txBody>
        </p:sp>
        <p:sp>
          <p:nvSpPr>
            <p:cNvPr id="71" name="iş1íďê"/>
            <p:cNvSpPr/>
            <p:nvPr/>
          </p:nvSpPr>
          <p:spPr>
            <a:xfrm>
              <a:off x="3417946" y="5787567"/>
              <a:ext cx="291612" cy="281354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2" name="í$1îḑè"/>
            <p:cNvSpPr/>
            <p:nvPr/>
          </p:nvSpPr>
          <p:spPr>
            <a:xfrm>
              <a:off x="3417946" y="1781987"/>
              <a:ext cx="291612" cy="281354"/>
            </a:xfrm>
            <a:prstGeom prst="pie">
              <a:avLst>
                <a:gd name="adj1" fmla="val 16200000"/>
                <a:gd name="adj2" fmla="val 1620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3" name="ïś1îde"/>
            <p:cNvSpPr/>
            <p:nvPr/>
          </p:nvSpPr>
          <p:spPr bwMode="auto">
            <a:xfrm>
              <a:off x="680117" y="1123950"/>
              <a:ext cx="1410883" cy="435655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Text Here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74" name="îṡľíďé"/>
            <p:cNvSpPr txBox="1"/>
            <p:nvPr/>
          </p:nvSpPr>
          <p:spPr>
            <a:xfrm>
              <a:off x="669924" y="1772819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75" name="íṣľíḍe"/>
            <p:cNvSpPr txBox="1"/>
            <p:nvPr/>
          </p:nvSpPr>
          <p:spPr>
            <a:xfrm>
              <a:off x="669924" y="2277955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76" name="ïṡlîḓe"/>
            <p:cNvSpPr txBox="1"/>
            <p:nvPr/>
          </p:nvSpPr>
          <p:spPr>
            <a:xfrm>
              <a:off x="669924" y="2783091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77" name="ïSļiďe"/>
            <p:cNvSpPr txBox="1"/>
            <p:nvPr/>
          </p:nvSpPr>
          <p:spPr>
            <a:xfrm>
              <a:off x="669924" y="3288227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78" name="îṥľíḋê"/>
            <p:cNvSpPr txBox="1"/>
            <p:nvPr/>
          </p:nvSpPr>
          <p:spPr>
            <a:xfrm>
              <a:off x="669924" y="3793363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79" name="íṧḻïdé"/>
            <p:cNvSpPr txBox="1"/>
            <p:nvPr/>
          </p:nvSpPr>
          <p:spPr>
            <a:xfrm>
              <a:off x="669924" y="4298499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80" name="ïṧ1íḓè"/>
            <p:cNvSpPr txBox="1"/>
            <p:nvPr/>
          </p:nvSpPr>
          <p:spPr>
            <a:xfrm>
              <a:off x="669924" y="4803635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81" name="íşḷïďe"/>
            <p:cNvSpPr txBox="1"/>
            <p:nvPr/>
          </p:nvSpPr>
          <p:spPr>
            <a:xfrm>
              <a:off x="669924" y="5308771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82" name="iśļïďe"/>
            <p:cNvSpPr txBox="1"/>
            <p:nvPr/>
          </p:nvSpPr>
          <p:spPr>
            <a:xfrm>
              <a:off x="669924" y="5813907"/>
              <a:ext cx="141063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r>
                <a:rPr lang="en-US" altLang="zh-CN" sz="1100" dirty="0"/>
                <a:t>Text</a:t>
              </a:r>
              <a:endParaRPr lang="en-US" altLang="zh-CN" sz="1100" dirty="0"/>
            </a:p>
          </p:txBody>
        </p:sp>
        <p:sp>
          <p:nvSpPr>
            <p:cNvPr id="83" name="îṩļíḓè"/>
            <p:cNvSpPr/>
            <p:nvPr/>
          </p:nvSpPr>
          <p:spPr bwMode="auto">
            <a:xfrm>
              <a:off x="5039687" y="1123950"/>
              <a:ext cx="2624441" cy="435655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Text Here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84" name="isľîdé"/>
            <p:cNvSpPr txBox="1"/>
            <p:nvPr/>
          </p:nvSpPr>
          <p:spPr>
            <a:xfrm>
              <a:off x="5037969" y="1772819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85" name="iṧlîḓê"/>
            <p:cNvSpPr txBox="1"/>
            <p:nvPr/>
          </p:nvSpPr>
          <p:spPr>
            <a:xfrm>
              <a:off x="5037969" y="2277955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86" name="iślíḓê"/>
            <p:cNvSpPr txBox="1"/>
            <p:nvPr/>
          </p:nvSpPr>
          <p:spPr>
            <a:xfrm>
              <a:off x="5037969" y="2783091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87" name="íṣļíḍê"/>
            <p:cNvSpPr txBox="1"/>
            <p:nvPr/>
          </p:nvSpPr>
          <p:spPr>
            <a:xfrm>
              <a:off x="5037969" y="3288227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88" name="íṩḻïḋé"/>
            <p:cNvSpPr txBox="1"/>
            <p:nvPr/>
          </p:nvSpPr>
          <p:spPr>
            <a:xfrm>
              <a:off x="5037969" y="3793363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89" name="iṣ1ïḍé"/>
            <p:cNvSpPr txBox="1"/>
            <p:nvPr/>
          </p:nvSpPr>
          <p:spPr>
            <a:xfrm>
              <a:off x="5037969" y="4298499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90" name="ïşḷiḓe"/>
            <p:cNvSpPr txBox="1"/>
            <p:nvPr/>
          </p:nvSpPr>
          <p:spPr>
            <a:xfrm>
              <a:off x="5037969" y="4803635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91" name="ïśľîḓé"/>
            <p:cNvSpPr txBox="1"/>
            <p:nvPr/>
          </p:nvSpPr>
          <p:spPr>
            <a:xfrm>
              <a:off x="5037969" y="5308771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92" name="ïṡḷîďe"/>
            <p:cNvSpPr txBox="1"/>
            <p:nvPr/>
          </p:nvSpPr>
          <p:spPr>
            <a:xfrm>
              <a:off x="5037969" y="5813907"/>
              <a:ext cx="2624268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Text Here</a:t>
              </a:r>
              <a:endParaRPr lang="en-US" altLang="zh-CN" sz="1100" dirty="0"/>
            </a:p>
          </p:txBody>
        </p:sp>
        <p:sp>
          <p:nvSpPr>
            <p:cNvPr id="93" name="îšḷîḋé"/>
            <p:cNvSpPr/>
            <p:nvPr/>
          </p:nvSpPr>
          <p:spPr bwMode="auto">
            <a:xfrm>
              <a:off x="8076000" y="1123950"/>
              <a:ext cx="3444721" cy="435655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>
                  <a:solidFill>
                    <a:schemeClr val="bg1"/>
                  </a:solidFill>
                </a:rPr>
                <a:t>Text Here</a:t>
              </a:r>
              <a:endParaRPr lang="zh-CN" altLang="en-US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94" name="îṩļîḑe"/>
            <p:cNvSpPr txBox="1"/>
            <p:nvPr/>
          </p:nvSpPr>
          <p:spPr>
            <a:xfrm>
              <a:off x="8076056" y="1772819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95" name="ïśḻîḍê"/>
            <p:cNvSpPr txBox="1"/>
            <p:nvPr/>
          </p:nvSpPr>
          <p:spPr>
            <a:xfrm>
              <a:off x="8076056" y="2277955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96" name="i$ḻíḍe"/>
            <p:cNvSpPr txBox="1"/>
            <p:nvPr/>
          </p:nvSpPr>
          <p:spPr>
            <a:xfrm>
              <a:off x="8076056" y="2783091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97" name="íṧļídê"/>
            <p:cNvSpPr txBox="1"/>
            <p:nvPr/>
          </p:nvSpPr>
          <p:spPr>
            <a:xfrm>
              <a:off x="8076056" y="3288227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98" name="ïṩḷidé"/>
            <p:cNvSpPr txBox="1"/>
            <p:nvPr/>
          </p:nvSpPr>
          <p:spPr>
            <a:xfrm>
              <a:off x="8076056" y="3793363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99" name="iśḷiḑè"/>
            <p:cNvSpPr txBox="1"/>
            <p:nvPr/>
          </p:nvSpPr>
          <p:spPr>
            <a:xfrm>
              <a:off x="8076056" y="4298499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100" name="î$ļíḓé"/>
            <p:cNvSpPr txBox="1"/>
            <p:nvPr/>
          </p:nvSpPr>
          <p:spPr>
            <a:xfrm>
              <a:off x="8076056" y="4803635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101" name="îśḻïḑé"/>
            <p:cNvSpPr txBox="1"/>
            <p:nvPr/>
          </p:nvSpPr>
          <p:spPr>
            <a:xfrm>
              <a:off x="8076056" y="5308771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  <p:sp>
          <p:nvSpPr>
            <p:cNvPr id="102" name="iśľîdè"/>
            <p:cNvSpPr txBox="1"/>
            <p:nvPr/>
          </p:nvSpPr>
          <p:spPr>
            <a:xfrm>
              <a:off x="8076056" y="5813907"/>
              <a:ext cx="3444441" cy="2843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Autofit/>
            </a:bodyPr>
            <a:lstStyle/>
            <a:p>
              <a:pPr lvl="0" defTabSz="914400">
                <a:defRPr/>
              </a:pPr>
              <a:r>
                <a:rPr lang="en-US" altLang="zh-CN" sz="1100" kern="0" dirty="0"/>
                <a:t>Supporting text here</a:t>
              </a:r>
              <a:endParaRPr lang="en-US" altLang="zh-CN" sz="11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2.6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2c5f5e1c-00ed-463a-9cb9-7b1a0ed7a8eb" descr="aQUAAB+LCAAAAAAABADFklFPwjAQx79L1bdJxqKgexsaDA+KCYs+GB7qerCStSNdZzBk3912a8dgE+HJ7KW7/u/u97/eFl3K7zUgH80YFvKR4qXAbCKBIQdNCPJ5niQOGlFOKF8+iTRfZ8j/2NZpzZt3KuM3nOSgczmVFCfVr9/SW9kz5ZTlzMjcnqtCeNMI9d0qSAlJoCmbcAniq+7Q17HyPJNCNRingmGpGm7d4gqZK+QP7npuoZMJbFQhB4UVluUxeHoAnT71hbYZkFWeSQZc7pJesRodKKoOv+28nbrG8Q7ncX3fMRFv6JYeTOVZjNfwokppXjMBHULz2twerOqrDnu2C+dX3hA2ZzrUGU1vXc9xlL5suYM3BF3Y8w7wehEf0iQVfy+ilbXup4sFjSCMgYHVhJTLgBPFTOwWjgRdxpJDlpnA9HMFkWyk+bdalWexqnkxHt94w0EQIGvPLbq20TY8dRsP9Kc8U5nSfCflNwMZRJEasyGvDJXxlk+Lf84eWsy9t6yCR1bw38x556zpMW9z9f0Ag5s6M2kFAAA="/>
          <p:cNvGrpSpPr>
            <a:grpSpLocks noChangeAspect="1"/>
          </p:cNvGrpSpPr>
          <p:nvPr/>
        </p:nvGrpSpPr>
        <p:grpSpPr>
          <a:xfrm>
            <a:off x="4197706" y="1254484"/>
            <a:ext cx="3814039" cy="4349032"/>
            <a:chOff x="4133738" y="1528900"/>
            <a:chExt cx="3924508" cy="4474997"/>
          </a:xfrm>
        </p:grpSpPr>
        <p:grpSp>
          <p:nvGrpSpPr>
            <p:cNvPr id="6" name="BackShape"/>
            <p:cNvGrpSpPr/>
            <p:nvPr/>
          </p:nvGrpSpPr>
          <p:grpSpPr>
            <a:xfrm>
              <a:off x="4133738" y="1528900"/>
              <a:ext cx="3924508" cy="3800206"/>
              <a:chOff x="7110091" y="1594497"/>
              <a:chExt cx="4544635" cy="4400684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21" name="Freeform 5"/>
              <p:cNvSpPr/>
              <p:nvPr/>
            </p:nvSpPr>
            <p:spPr bwMode="auto">
              <a:xfrm>
                <a:off x="7846784" y="2420102"/>
                <a:ext cx="535161" cy="530080"/>
              </a:xfrm>
              <a:custGeom>
                <a:avLst/>
                <a:gdLst>
                  <a:gd name="T0" fmla="*/ 239 w 267"/>
                  <a:gd name="T1" fmla="*/ 134 h 265"/>
                  <a:gd name="T2" fmla="*/ 229 w 267"/>
                  <a:gd name="T3" fmla="*/ 88 h 265"/>
                  <a:gd name="T4" fmla="*/ 253 w 267"/>
                  <a:gd name="T5" fmla="*/ 76 h 265"/>
                  <a:gd name="T6" fmla="*/ 215 w 267"/>
                  <a:gd name="T7" fmla="*/ 30 h 265"/>
                  <a:gd name="T8" fmla="*/ 199 w 267"/>
                  <a:gd name="T9" fmla="*/ 51 h 265"/>
                  <a:gd name="T10" fmla="*/ 156 w 267"/>
                  <a:gd name="T11" fmla="*/ 31 h 265"/>
                  <a:gd name="T12" fmla="*/ 162 w 267"/>
                  <a:gd name="T13" fmla="*/ 5 h 265"/>
                  <a:gd name="T14" fmla="*/ 103 w 267"/>
                  <a:gd name="T15" fmla="*/ 5 h 265"/>
                  <a:gd name="T16" fmla="*/ 109 w 267"/>
                  <a:gd name="T17" fmla="*/ 31 h 265"/>
                  <a:gd name="T18" fmla="*/ 66 w 267"/>
                  <a:gd name="T19" fmla="*/ 52 h 265"/>
                  <a:gd name="T20" fmla="*/ 49 w 267"/>
                  <a:gd name="T21" fmla="*/ 31 h 265"/>
                  <a:gd name="T22" fmla="*/ 12 w 267"/>
                  <a:gd name="T23" fmla="*/ 77 h 265"/>
                  <a:gd name="T24" fmla="*/ 37 w 267"/>
                  <a:gd name="T25" fmla="*/ 89 h 265"/>
                  <a:gd name="T26" fmla="*/ 27 w 267"/>
                  <a:gd name="T27" fmla="*/ 135 h 265"/>
                  <a:gd name="T28" fmla="*/ 27 w 267"/>
                  <a:gd name="T29" fmla="*/ 135 h 265"/>
                  <a:gd name="T30" fmla="*/ 0 w 267"/>
                  <a:gd name="T31" fmla="*/ 135 h 265"/>
                  <a:gd name="T32" fmla="*/ 13 w 267"/>
                  <a:gd name="T33" fmla="*/ 193 h 265"/>
                  <a:gd name="T34" fmla="*/ 37 w 267"/>
                  <a:gd name="T35" fmla="*/ 181 h 265"/>
                  <a:gd name="T36" fmla="*/ 66 w 267"/>
                  <a:gd name="T37" fmla="*/ 218 h 265"/>
                  <a:gd name="T38" fmla="*/ 50 w 267"/>
                  <a:gd name="T39" fmla="*/ 239 h 265"/>
                  <a:gd name="T40" fmla="*/ 103 w 267"/>
                  <a:gd name="T41" fmla="*/ 265 h 265"/>
                  <a:gd name="T42" fmla="*/ 109 w 267"/>
                  <a:gd name="T43" fmla="*/ 239 h 265"/>
                  <a:gd name="T44" fmla="*/ 133 w 267"/>
                  <a:gd name="T45" fmla="*/ 241 h 265"/>
                  <a:gd name="T46" fmla="*/ 156 w 267"/>
                  <a:gd name="T47" fmla="*/ 239 h 265"/>
                  <a:gd name="T48" fmla="*/ 162 w 267"/>
                  <a:gd name="T49" fmla="*/ 265 h 265"/>
                  <a:gd name="T50" fmla="*/ 216 w 267"/>
                  <a:gd name="T51" fmla="*/ 239 h 265"/>
                  <a:gd name="T52" fmla="*/ 199 w 267"/>
                  <a:gd name="T53" fmla="*/ 218 h 265"/>
                  <a:gd name="T54" fmla="*/ 229 w 267"/>
                  <a:gd name="T55" fmla="*/ 181 h 265"/>
                  <a:gd name="T56" fmla="*/ 253 w 267"/>
                  <a:gd name="T57" fmla="*/ 193 h 265"/>
                  <a:gd name="T58" fmla="*/ 267 w 267"/>
                  <a:gd name="T59" fmla="*/ 135 h 265"/>
                  <a:gd name="T60" fmla="*/ 267 w 267"/>
                  <a:gd name="T61" fmla="*/ 134 h 265"/>
                  <a:gd name="T62" fmla="*/ 239 w 267"/>
                  <a:gd name="T63" fmla="*/ 134 h 265"/>
                  <a:gd name="T64" fmla="*/ 75 w 267"/>
                  <a:gd name="T65" fmla="*/ 135 h 265"/>
                  <a:gd name="T66" fmla="*/ 133 w 267"/>
                  <a:gd name="T67" fmla="*/ 77 h 265"/>
                  <a:gd name="T68" fmla="*/ 190 w 267"/>
                  <a:gd name="T69" fmla="*/ 135 h 265"/>
                  <a:gd name="T70" fmla="*/ 133 w 267"/>
                  <a:gd name="T71" fmla="*/ 192 h 265"/>
                  <a:gd name="T72" fmla="*/ 75 w 267"/>
                  <a:gd name="T73" fmla="*/ 135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67" h="265">
                    <a:moveTo>
                      <a:pt x="239" y="134"/>
                    </a:moveTo>
                    <a:cubicBezTo>
                      <a:pt x="239" y="114"/>
                      <a:pt x="235" y="102"/>
                      <a:pt x="229" y="88"/>
                    </a:cubicBezTo>
                    <a:cubicBezTo>
                      <a:pt x="253" y="76"/>
                      <a:pt x="253" y="76"/>
                      <a:pt x="253" y="76"/>
                    </a:cubicBezTo>
                    <a:cubicBezTo>
                      <a:pt x="244" y="59"/>
                      <a:pt x="231" y="43"/>
                      <a:pt x="215" y="30"/>
                    </a:cubicBezTo>
                    <a:cubicBezTo>
                      <a:pt x="199" y="51"/>
                      <a:pt x="199" y="51"/>
                      <a:pt x="199" y="51"/>
                    </a:cubicBezTo>
                    <a:cubicBezTo>
                      <a:pt x="187" y="41"/>
                      <a:pt x="172" y="34"/>
                      <a:pt x="156" y="31"/>
                    </a:cubicBezTo>
                    <a:cubicBezTo>
                      <a:pt x="162" y="5"/>
                      <a:pt x="162" y="5"/>
                      <a:pt x="162" y="5"/>
                    </a:cubicBezTo>
                    <a:cubicBezTo>
                      <a:pt x="143" y="0"/>
                      <a:pt x="122" y="0"/>
                      <a:pt x="103" y="5"/>
                    </a:cubicBezTo>
                    <a:cubicBezTo>
                      <a:pt x="109" y="31"/>
                      <a:pt x="109" y="31"/>
                      <a:pt x="109" y="31"/>
                    </a:cubicBezTo>
                    <a:cubicBezTo>
                      <a:pt x="93" y="35"/>
                      <a:pt x="78" y="42"/>
                      <a:pt x="66" y="52"/>
                    </a:cubicBezTo>
                    <a:cubicBezTo>
                      <a:pt x="49" y="31"/>
                      <a:pt x="49" y="31"/>
                      <a:pt x="49" y="31"/>
                    </a:cubicBezTo>
                    <a:cubicBezTo>
                      <a:pt x="34" y="43"/>
                      <a:pt x="21" y="59"/>
                      <a:pt x="12" y="77"/>
                    </a:cubicBezTo>
                    <a:cubicBezTo>
                      <a:pt x="37" y="89"/>
                      <a:pt x="37" y="89"/>
                      <a:pt x="37" y="89"/>
                    </a:cubicBezTo>
                    <a:cubicBezTo>
                      <a:pt x="30" y="103"/>
                      <a:pt x="27" y="118"/>
                      <a:pt x="27" y="135"/>
                    </a:cubicBezTo>
                    <a:cubicBezTo>
                      <a:pt x="27" y="135"/>
                      <a:pt x="27" y="135"/>
                      <a:pt x="27" y="135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0" y="155"/>
                      <a:pt x="4" y="175"/>
                      <a:pt x="13" y="193"/>
                    </a:cubicBezTo>
                    <a:cubicBezTo>
                      <a:pt x="37" y="181"/>
                      <a:pt x="37" y="181"/>
                      <a:pt x="37" y="181"/>
                    </a:cubicBezTo>
                    <a:cubicBezTo>
                      <a:pt x="44" y="196"/>
                      <a:pt x="54" y="208"/>
                      <a:pt x="66" y="218"/>
                    </a:cubicBezTo>
                    <a:cubicBezTo>
                      <a:pt x="50" y="239"/>
                      <a:pt x="50" y="239"/>
                      <a:pt x="50" y="239"/>
                    </a:cubicBezTo>
                    <a:cubicBezTo>
                      <a:pt x="65" y="252"/>
                      <a:pt x="84" y="260"/>
                      <a:pt x="103" y="265"/>
                    </a:cubicBezTo>
                    <a:cubicBezTo>
                      <a:pt x="109" y="239"/>
                      <a:pt x="109" y="239"/>
                      <a:pt x="109" y="239"/>
                    </a:cubicBezTo>
                    <a:cubicBezTo>
                      <a:pt x="117" y="240"/>
                      <a:pt x="125" y="241"/>
                      <a:pt x="133" y="241"/>
                    </a:cubicBezTo>
                    <a:cubicBezTo>
                      <a:pt x="141" y="241"/>
                      <a:pt x="149" y="240"/>
                      <a:pt x="156" y="239"/>
                    </a:cubicBezTo>
                    <a:cubicBezTo>
                      <a:pt x="162" y="265"/>
                      <a:pt x="162" y="265"/>
                      <a:pt x="162" y="265"/>
                    </a:cubicBezTo>
                    <a:cubicBezTo>
                      <a:pt x="182" y="260"/>
                      <a:pt x="200" y="251"/>
                      <a:pt x="216" y="239"/>
                    </a:cubicBezTo>
                    <a:cubicBezTo>
                      <a:pt x="199" y="218"/>
                      <a:pt x="199" y="218"/>
                      <a:pt x="199" y="218"/>
                    </a:cubicBezTo>
                    <a:cubicBezTo>
                      <a:pt x="212" y="208"/>
                      <a:pt x="222" y="196"/>
                      <a:pt x="229" y="181"/>
                    </a:cubicBezTo>
                    <a:cubicBezTo>
                      <a:pt x="253" y="193"/>
                      <a:pt x="253" y="193"/>
                      <a:pt x="253" y="193"/>
                    </a:cubicBezTo>
                    <a:cubicBezTo>
                      <a:pt x="262" y="174"/>
                      <a:pt x="267" y="155"/>
                      <a:pt x="267" y="135"/>
                    </a:cubicBezTo>
                    <a:cubicBezTo>
                      <a:pt x="267" y="134"/>
                      <a:pt x="267" y="134"/>
                      <a:pt x="267" y="134"/>
                    </a:cubicBezTo>
                    <a:lnTo>
                      <a:pt x="239" y="134"/>
                    </a:lnTo>
                    <a:close/>
                    <a:moveTo>
                      <a:pt x="75" y="135"/>
                    </a:moveTo>
                    <a:cubicBezTo>
                      <a:pt x="75" y="103"/>
                      <a:pt x="101" y="77"/>
                      <a:pt x="133" y="77"/>
                    </a:cubicBezTo>
                    <a:cubicBezTo>
                      <a:pt x="164" y="77"/>
                      <a:pt x="190" y="103"/>
                      <a:pt x="190" y="135"/>
                    </a:cubicBezTo>
                    <a:cubicBezTo>
                      <a:pt x="190" y="166"/>
                      <a:pt x="164" y="192"/>
                      <a:pt x="133" y="192"/>
                    </a:cubicBezTo>
                    <a:cubicBezTo>
                      <a:pt x="101" y="192"/>
                      <a:pt x="75" y="166"/>
                      <a:pt x="75" y="13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Freeform 6"/>
              <p:cNvSpPr/>
              <p:nvPr/>
            </p:nvSpPr>
            <p:spPr bwMode="auto">
              <a:xfrm>
                <a:off x="10795251" y="3935827"/>
                <a:ext cx="573266" cy="138871"/>
              </a:xfrm>
              <a:custGeom>
                <a:avLst/>
                <a:gdLst>
                  <a:gd name="T0" fmla="*/ 677 w 677"/>
                  <a:gd name="T1" fmla="*/ 142 h 164"/>
                  <a:gd name="T2" fmla="*/ 672 w 677"/>
                  <a:gd name="T3" fmla="*/ 0 h 164"/>
                  <a:gd name="T4" fmla="*/ 0 w 677"/>
                  <a:gd name="T5" fmla="*/ 22 h 164"/>
                  <a:gd name="T6" fmla="*/ 5 w 677"/>
                  <a:gd name="T7" fmla="*/ 164 h 164"/>
                  <a:gd name="T8" fmla="*/ 677 w 677"/>
                  <a:gd name="T9" fmla="*/ 142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7" h="164">
                    <a:moveTo>
                      <a:pt x="677" y="142"/>
                    </a:moveTo>
                    <a:lnTo>
                      <a:pt x="672" y="0"/>
                    </a:lnTo>
                    <a:lnTo>
                      <a:pt x="0" y="22"/>
                    </a:lnTo>
                    <a:lnTo>
                      <a:pt x="5" y="164"/>
                    </a:lnTo>
                    <a:lnTo>
                      <a:pt x="677" y="14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Freeform 7"/>
              <p:cNvSpPr/>
              <p:nvPr/>
            </p:nvSpPr>
            <p:spPr bwMode="auto">
              <a:xfrm>
                <a:off x="10801178" y="4112803"/>
                <a:ext cx="300605" cy="138024"/>
              </a:xfrm>
              <a:custGeom>
                <a:avLst/>
                <a:gdLst>
                  <a:gd name="T0" fmla="*/ 355 w 355"/>
                  <a:gd name="T1" fmla="*/ 151 h 163"/>
                  <a:gd name="T2" fmla="*/ 350 w 355"/>
                  <a:gd name="T3" fmla="*/ 0 h 163"/>
                  <a:gd name="T4" fmla="*/ 0 w 355"/>
                  <a:gd name="T5" fmla="*/ 11 h 163"/>
                  <a:gd name="T6" fmla="*/ 5 w 355"/>
                  <a:gd name="T7" fmla="*/ 163 h 163"/>
                  <a:gd name="T8" fmla="*/ 355 w 355"/>
                  <a:gd name="T9" fmla="*/ 151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" h="163">
                    <a:moveTo>
                      <a:pt x="355" y="151"/>
                    </a:moveTo>
                    <a:lnTo>
                      <a:pt x="350" y="0"/>
                    </a:lnTo>
                    <a:lnTo>
                      <a:pt x="0" y="11"/>
                    </a:lnTo>
                    <a:lnTo>
                      <a:pt x="5" y="163"/>
                    </a:lnTo>
                    <a:lnTo>
                      <a:pt x="355" y="15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10807105" y="4284698"/>
                <a:ext cx="451330" cy="133790"/>
              </a:xfrm>
              <a:custGeom>
                <a:avLst/>
                <a:gdLst>
                  <a:gd name="T0" fmla="*/ 528 w 533"/>
                  <a:gd name="T1" fmla="*/ 0 h 158"/>
                  <a:gd name="T2" fmla="*/ 0 w 533"/>
                  <a:gd name="T3" fmla="*/ 17 h 158"/>
                  <a:gd name="T4" fmla="*/ 3 w 533"/>
                  <a:gd name="T5" fmla="*/ 158 h 158"/>
                  <a:gd name="T6" fmla="*/ 533 w 533"/>
                  <a:gd name="T7" fmla="*/ 142 h 158"/>
                  <a:gd name="T8" fmla="*/ 528 w 533"/>
                  <a:gd name="T9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3" h="158">
                    <a:moveTo>
                      <a:pt x="528" y="0"/>
                    </a:moveTo>
                    <a:lnTo>
                      <a:pt x="0" y="17"/>
                    </a:lnTo>
                    <a:lnTo>
                      <a:pt x="3" y="158"/>
                    </a:lnTo>
                    <a:lnTo>
                      <a:pt x="533" y="142"/>
                    </a:lnTo>
                    <a:lnTo>
                      <a:pt x="528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Freeform 9"/>
              <p:cNvSpPr/>
              <p:nvPr/>
            </p:nvSpPr>
            <p:spPr bwMode="auto">
              <a:xfrm>
                <a:off x="10727509" y="3807964"/>
                <a:ext cx="626613" cy="636774"/>
              </a:xfrm>
              <a:custGeom>
                <a:avLst/>
                <a:gdLst>
                  <a:gd name="T0" fmla="*/ 92 w 740"/>
                  <a:gd name="T1" fmla="*/ 523 h 752"/>
                  <a:gd name="T2" fmla="*/ 87 w 740"/>
                  <a:gd name="T3" fmla="*/ 371 h 752"/>
                  <a:gd name="T4" fmla="*/ 85 w 740"/>
                  <a:gd name="T5" fmla="*/ 315 h 752"/>
                  <a:gd name="T6" fmla="*/ 80 w 740"/>
                  <a:gd name="T7" fmla="*/ 173 h 752"/>
                  <a:gd name="T8" fmla="*/ 78 w 740"/>
                  <a:gd name="T9" fmla="*/ 97 h 752"/>
                  <a:gd name="T10" fmla="*/ 740 w 740"/>
                  <a:gd name="T11" fmla="*/ 76 h 752"/>
                  <a:gd name="T12" fmla="*/ 738 w 740"/>
                  <a:gd name="T13" fmla="*/ 0 h 752"/>
                  <a:gd name="T14" fmla="*/ 61 w 740"/>
                  <a:gd name="T15" fmla="*/ 21 h 752"/>
                  <a:gd name="T16" fmla="*/ 0 w 740"/>
                  <a:gd name="T17" fmla="*/ 24 h 752"/>
                  <a:gd name="T18" fmla="*/ 23 w 740"/>
                  <a:gd name="T19" fmla="*/ 752 h 752"/>
                  <a:gd name="T20" fmla="*/ 99 w 740"/>
                  <a:gd name="T21" fmla="*/ 750 h 752"/>
                  <a:gd name="T22" fmla="*/ 97 w 740"/>
                  <a:gd name="T23" fmla="*/ 721 h 752"/>
                  <a:gd name="T24" fmla="*/ 94 w 740"/>
                  <a:gd name="T25" fmla="*/ 580 h 752"/>
                  <a:gd name="T26" fmla="*/ 92 w 740"/>
                  <a:gd name="T27" fmla="*/ 523 h 7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0" h="752">
                    <a:moveTo>
                      <a:pt x="92" y="523"/>
                    </a:moveTo>
                    <a:lnTo>
                      <a:pt x="87" y="371"/>
                    </a:lnTo>
                    <a:lnTo>
                      <a:pt x="85" y="315"/>
                    </a:lnTo>
                    <a:lnTo>
                      <a:pt x="80" y="173"/>
                    </a:lnTo>
                    <a:lnTo>
                      <a:pt x="78" y="97"/>
                    </a:lnTo>
                    <a:lnTo>
                      <a:pt x="740" y="76"/>
                    </a:lnTo>
                    <a:lnTo>
                      <a:pt x="738" y="0"/>
                    </a:lnTo>
                    <a:lnTo>
                      <a:pt x="61" y="21"/>
                    </a:lnTo>
                    <a:lnTo>
                      <a:pt x="0" y="24"/>
                    </a:lnTo>
                    <a:lnTo>
                      <a:pt x="23" y="752"/>
                    </a:lnTo>
                    <a:lnTo>
                      <a:pt x="99" y="750"/>
                    </a:lnTo>
                    <a:lnTo>
                      <a:pt x="97" y="721"/>
                    </a:lnTo>
                    <a:lnTo>
                      <a:pt x="94" y="580"/>
                    </a:lnTo>
                    <a:lnTo>
                      <a:pt x="92" y="52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10118678" y="1817199"/>
                <a:ext cx="358185" cy="464032"/>
              </a:xfrm>
              <a:custGeom>
                <a:avLst/>
                <a:gdLst>
                  <a:gd name="T0" fmla="*/ 179 w 179"/>
                  <a:gd name="T1" fmla="*/ 134 h 232"/>
                  <a:gd name="T2" fmla="*/ 140 w 179"/>
                  <a:gd name="T3" fmla="*/ 119 h 232"/>
                  <a:gd name="T4" fmla="*/ 138 w 179"/>
                  <a:gd name="T5" fmla="*/ 24 h 232"/>
                  <a:gd name="T6" fmla="*/ 109 w 179"/>
                  <a:gd name="T7" fmla="*/ 31 h 232"/>
                  <a:gd name="T8" fmla="*/ 91 w 179"/>
                  <a:gd name="T9" fmla="*/ 95 h 232"/>
                  <a:gd name="T10" fmla="*/ 26 w 179"/>
                  <a:gd name="T11" fmla="*/ 90 h 232"/>
                  <a:gd name="T12" fmla="*/ 18 w 179"/>
                  <a:gd name="T13" fmla="*/ 120 h 232"/>
                  <a:gd name="T14" fmla="*/ 16 w 179"/>
                  <a:gd name="T15" fmla="*/ 152 h 232"/>
                  <a:gd name="T16" fmla="*/ 17 w 179"/>
                  <a:gd name="T17" fmla="*/ 185 h 232"/>
                  <a:gd name="T18" fmla="*/ 34 w 179"/>
                  <a:gd name="T19" fmla="*/ 219 h 232"/>
                  <a:gd name="T20" fmla="*/ 131 w 179"/>
                  <a:gd name="T21" fmla="*/ 211 h 232"/>
                  <a:gd name="T22" fmla="*/ 175 w 179"/>
                  <a:gd name="T23" fmla="*/ 207 h 232"/>
                  <a:gd name="T24" fmla="*/ 179 w 179"/>
                  <a:gd name="T25" fmla="*/ 134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9" h="232">
                    <a:moveTo>
                      <a:pt x="179" y="134"/>
                    </a:moveTo>
                    <a:cubicBezTo>
                      <a:pt x="164" y="133"/>
                      <a:pt x="150" y="129"/>
                      <a:pt x="140" y="119"/>
                    </a:cubicBezTo>
                    <a:cubicBezTo>
                      <a:pt x="123" y="102"/>
                      <a:pt x="132" y="47"/>
                      <a:pt x="138" y="24"/>
                    </a:cubicBezTo>
                    <a:cubicBezTo>
                      <a:pt x="145" y="0"/>
                      <a:pt x="121" y="1"/>
                      <a:pt x="109" y="31"/>
                    </a:cubicBezTo>
                    <a:cubicBezTo>
                      <a:pt x="97" y="61"/>
                      <a:pt x="91" y="95"/>
                      <a:pt x="91" y="95"/>
                    </a:cubicBezTo>
                    <a:cubicBezTo>
                      <a:pt x="91" y="95"/>
                      <a:pt x="36" y="89"/>
                      <a:pt x="26" y="90"/>
                    </a:cubicBezTo>
                    <a:cubicBezTo>
                      <a:pt x="17" y="91"/>
                      <a:pt x="10" y="105"/>
                      <a:pt x="18" y="120"/>
                    </a:cubicBezTo>
                    <a:cubicBezTo>
                      <a:pt x="23" y="131"/>
                      <a:pt x="7" y="134"/>
                      <a:pt x="16" y="152"/>
                    </a:cubicBezTo>
                    <a:cubicBezTo>
                      <a:pt x="19" y="158"/>
                      <a:pt x="2" y="166"/>
                      <a:pt x="17" y="185"/>
                    </a:cubicBezTo>
                    <a:cubicBezTo>
                      <a:pt x="22" y="192"/>
                      <a:pt x="0" y="207"/>
                      <a:pt x="34" y="219"/>
                    </a:cubicBezTo>
                    <a:cubicBezTo>
                      <a:pt x="68" y="232"/>
                      <a:pt x="116" y="221"/>
                      <a:pt x="131" y="211"/>
                    </a:cubicBezTo>
                    <a:cubicBezTo>
                      <a:pt x="144" y="202"/>
                      <a:pt x="159" y="205"/>
                      <a:pt x="175" y="207"/>
                    </a:cubicBezTo>
                    <a:lnTo>
                      <a:pt x="179" y="134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9439566" y="4957883"/>
                <a:ext cx="638467" cy="897580"/>
              </a:xfrm>
              <a:custGeom>
                <a:avLst/>
                <a:gdLst>
                  <a:gd name="T0" fmla="*/ 32 w 319"/>
                  <a:gd name="T1" fmla="*/ 250 h 448"/>
                  <a:gd name="T2" fmla="*/ 81 w 319"/>
                  <a:gd name="T3" fmla="*/ 416 h 448"/>
                  <a:gd name="T4" fmla="*/ 247 w 319"/>
                  <a:gd name="T5" fmla="*/ 365 h 448"/>
                  <a:gd name="T6" fmla="*/ 226 w 319"/>
                  <a:gd name="T7" fmla="*/ 222 h 448"/>
                  <a:gd name="T8" fmla="*/ 256 w 319"/>
                  <a:gd name="T9" fmla="*/ 173 h 448"/>
                  <a:gd name="T10" fmla="*/ 246 w 319"/>
                  <a:gd name="T11" fmla="*/ 117 h 448"/>
                  <a:gd name="T12" fmla="*/ 305 w 319"/>
                  <a:gd name="T13" fmla="*/ 79 h 448"/>
                  <a:gd name="T14" fmla="*/ 295 w 319"/>
                  <a:gd name="T15" fmla="*/ 12 h 448"/>
                  <a:gd name="T16" fmla="*/ 234 w 319"/>
                  <a:gd name="T17" fmla="*/ 46 h 448"/>
                  <a:gd name="T18" fmla="*/ 159 w 319"/>
                  <a:gd name="T19" fmla="*/ 188 h 448"/>
                  <a:gd name="T20" fmla="*/ 32 w 319"/>
                  <a:gd name="T21" fmla="*/ 250 h 448"/>
                  <a:gd name="T22" fmla="*/ 101 w 319"/>
                  <a:gd name="T23" fmla="*/ 376 h 448"/>
                  <a:gd name="T24" fmla="*/ 89 w 319"/>
                  <a:gd name="T25" fmla="*/ 336 h 448"/>
                  <a:gd name="T26" fmla="*/ 128 w 319"/>
                  <a:gd name="T27" fmla="*/ 324 h 448"/>
                  <a:gd name="T28" fmla="*/ 141 w 319"/>
                  <a:gd name="T29" fmla="*/ 364 h 448"/>
                  <a:gd name="T30" fmla="*/ 101 w 319"/>
                  <a:gd name="T31" fmla="*/ 376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9" h="448">
                    <a:moveTo>
                      <a:pt x="32" y="250"/>
                    </a:moveTo>
                    <a:cubicBezTo>
                      <a:pt x="0" y="310"/>
                      <a:pt x="21" y="384"/>
                      <a:pt x="81" y="416"/>
                    </a:cubicBezTo>
                    <a:cubicBezTo>
                      <a:pt x="141" y="448"/>
                      <a:pt x="215" y="425"/>
                      <a:pt x="247" y="365"/>
                    </a:cubicBezTo>
                    <a:cubicBezTo>
                      <a:pt x="272" y="317"/>
                      <a:pt x="262" y="259"/>
                      <a:pt x="226" y="222"/>
                    </a:cubicBezTo>
                    <a:cubicBezTo>
                      <a:pt x="238" y="203"/>
                      <a:pt x="251" y="182"/>
                      <a:pt x="256" y="173"/>
                    </a:cubicBezTo>
                    <a:cubicBezTo>
                      <a:pt x="265" y="156"/>
                      <a:pt x="240" y="130"/>
                      <a:pt x="246" y="117"/>
                    </a:cubicBezTo>
                    <a:cubicBezTo>
                      <a:pt x="253" y="104"/>
                      <a:pt x="298" y="92"/>
                      <a:pt x="305" y="79"/>
                    </a:cubicBezTo>
                    <a:cubicBezTo>
                      <a:pt x="312" y="66"/>
                      <a:pt x="319" y="25"/>
                      <a:pt x="295" y="12"/>
                    </a:cubicBezTo>
                    <a:cubicBezTo>
                      <a:pt x="272" y="0"/>
                      <a:pt x="234" y="46"/>
                      <a:pt x="234" y="46"/>
                    </a:cubicBezTo>
                    <a:cubicBezTo>
                      <a:pt x="159" y="188"/>
                      <a:pt x="159" y="188"/>
                      <a:pt x="159" y="188"/>
                    </a:cubicBezTo>
                    <a:cubicBezTo>
                      <a:pt x="106" y="180"/>
                      <a:pt x="56" y="204"/>
                      <a:pt x="32" y="250"/>
                    </a:cubicBezTo>
                    <a:close/>
                    <a:moveTo>
                      <a:pt x="101" y="376"/>
                    </a:moveTo>
                    <a:cubicBezTo>
                      <a:pt x="86" y="369"/>
                      <a:pt x="81" y="351"/>
                      <a:pt x="89" y="336"/>
                    </a:cubicBezTo>
                    <a:cubicBezTo>
                      <a:pt x="96" y="322"/>
                      <a:pt x="114" y="317"/>
                      <a:pt x="128" y="324"/>
                    </a:cubicBezTo>
                    <a:cubicBezTo>
                      <a:pt x="143" y="332"/>
                      <a:pt x="148" y="350"/>
                      <a:pt x="141" y="364"/>
                    </a:cubicBezTo>
                    <a:cubicBezTo>
                      <a:pt x="133" y="378"/>
                      <a:pt x="115" y="384"/>
                      <a:pt x="101" y="376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Freeform 12"/>
              <p:cNvSpPr/>
              <p:nvPr/>
            </p:nvSpPr>
            <p:spPr bwMode="auto">
              <a:xfrm>
                <a:off x="8698639" y="5166189"/>
                <a:ext cx="953467" cy="828992"/>
              </a:xfrm>
              <a:custGeom>
                <a:avLst/>
                <a:gdLst>
                  <a:gd name="T0" fmla="*/ 31 w 476"/>
                  <a:gd name="T1" fmla="*/ 202 h 414"/>
                  <a:gd name="T2" fmla="*/ 17 w 476"/>
                  <a:gd name="T3" fmla="*/ 127 h 414"/>
                  <a:gd name="T4" fmla="*/ 82 w 476"/>
                  <a:gd name="T5" fmla="*/ 31 h 414"/>
                  <a:gd name="T6" fmla="*/ 156 w 476"/>
                  <a:gd name="T7" fmla="*/ 16 h 414"/>
                  <a:gd name="T8" fmla="*/ 445 w 476"/>
                  <a:gd name="T9" fmla="*/ 212 h 414"/>
                  <a:gd name="T10" fmla="*/ 459 w 476"/>
                  <a:gd name="T11" fmla="*/ 287 h 414"/>
                  <a:gd name="T12" fmla="*/ 394 w 476"/>
                  <a:gd name="T13" fmla="*/ 383 h 414"/>
                  <a:gd name="T14" fmla="*/ 320 w 476"/>
                  <a:gd name="T15" fmla="*/ 398 h 414"/>
                  <a:gd name="T16" fmla="*/ 31 w 476"/>
                  <a:gd name="T17" fmla="*/ 202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6" h="414">
                    <a:moveTo>
                      <a:pt x="31" y="202"/>
                    </a:moveTo>
                    <a:cubicBezTo>
                      <a:pt x="6" y="185"/>
                      <a:pt x="0" y="152"/>
                      <a:pt x="17" y="127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99" y="6"/>
                      <a:pt x="132" y="0"/>
                      <a:pt x="156" y="16"/>
                    </a:cubicBezTo>
                    <a:cubicBezTo>
                      <a:pt x="445" y="212"/>
                      <a:pt x="445" y="212"/>
                      <a:pt x="445" y="212"/>
                    </a:cubicBezTo>
                    <a:cubicBezTo>
                      <a:pt x="470" y="229"/>
                      <a:pt x="476" y="262"/>
                      <a:pt x="459" y="287"/>
                    </a:cubicBezTo>
                    <a:cubicBezTo>
                      <a:pt x="394" y="383"/>
                      <a:pt x="394" y="383"/>
                      <a:pt x="394" y="383"/>
                    </a:cubicBezTo>
                    <a:cubicBezTo>
                      <a:pt x="377" y="408"/>
                      <a:pt x="344" y="414"/>
                      <a:pt x="320" y="398"/>
                    </a:cubicBezTo>
                    <a:cubicBezTo>
                      <a:pt x="31" y="202"/>
                      <a:pt x="31" y="202"/>
                      <a:pt x="31" y="202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Freeform 13"/>
              <p:cNvSpPr/>
              <p:nvPr/>
            </p:nvSpPr>
            <p:spPr bwMode="auto">
              <a:xfrm>
                <a:off x="8842590" y="5272036"/>
                <a:ext cx="690967" cy="623226"/>
              </a:xfrm>
              <a:custGeom>
                <a:avLst/>
                <a:gdLst>
                  <a:gd name="T0" fmla="*/ 0 w 816"/>
                  <a:gd name="T1" fmla="*/ 338 h 736"/>
                  <a:gd name="T2" fmla="*/ 227 w 816"/>
                  <a:gd name="T3" fmla="*/ 0 h 736"/>
                  <a:gd name="T4" fmla="*/ 816 w 816"/>
                  <a:gd name="T5" fmla="*/ 400 h 736"/>
                  <a:gd name="T6" fmla="*/ 587 w 816"/>
                  <a:gd name="T7" fmla="*/ 736 h 736"/>
                  <a:gd name="T8" fmla="*/ 0 w 816"/>
                  <a:gd name="T9" fmla="*/ 338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736">
                    <a:moveTo>
                      <a:pt x="0" y="338"/>
                    </a:moveTo>
                    <a:lnTo>
                      <a:pt x="227" y="0"/>
                    </a:lnTo>
                    <a:lnTo>
                      <a:pt x="816" y="400"/>
                    </a:lnTo>
                    <a:lnTo>
                      <a:pt x="587" y="736"/>
                    </a:lnTo>
                    <a:lnTo>
                      <a:pt x="0" y="338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8842590" y="5272036"/>
                <a:ext cx="690967" cy="623226"/>
              </a:xfrm>
              <a:custGeom>
                <a:avLst/>
                <a:gdLst>
                  <a:gd name="T0" fmla="*/ 0 w 816"/>
                  <a:gd name="T1" fmla="*/ 338 h 736"/>
                  <a:gd name="T2" fmla="*/ 227 w 816"/>
                  <a:gd name="T3" fmla="*/ 0 h 736"/>
                  <a:gd name="T4" fmla="*/ 816 w 816"/>
                  <a:gd name="T5" fmla="*/ 400 h 736"/>
                  <a:gd name="T6" fmla="*/ 587 w 816"/>
                  <a:gd name="T7" fmla="*/ 736 h 736"/>
                  <a:gd name="T8" fmla="*/ 0 w 816"/>
                  <a:gd name="T9" fmla="*/ 338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736">
                    <a:moveTo>
                      <a:pt x="0" y="338"/>
                    </a:moveTo>
                    <a:lnTo>
                      <a:pt x="227" y="0"/>
                    </a:lnTo>
                    <a:lnTo>
                      <a:pt x="816" y="400"/>
                    </a:lnTo>
                    <a:lnTo>
                      <a:pt x="587" y="736"/>
                    </a:lnTo>
                    <a:lnTo>
                      <a:pt x="0" y="338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Freeform 15"/>
              <p:cNvSpPr/>
              <p:nvPr/>
            </p:nvSpPr>
            <p:spPr bwMode="auto">
              <a:xfrm>
                <a:off x="8842590" y="5267802"/>
                <a:ext cx="500443" cy="629153"/>
              </a:xfrm>
              <a:custGeom>
                <a:avLst/>
                <a:gdLst>
                  <a:gd name="T0" fmla="*/ 589 w 591"/>
                  <a:gd name="T1" fmla="*/ 739 h 743"/>
                  <a:gd name="T2" fmla="*/ 587 w 591"/>
                  <a:gd name="T3" fmla="*/ 741 h 743"/>
                  <a:gd name="T4" fmla="*/ 591 w 591"/>
                  <a:gd name="T5" fmla="*/ 743 h 743"/>
                  <a:gd name="T6" fmla="*/ 589 w 591"/>
                  <a:gd name="T7" fmla="*/ 739 h 743"/>
                  <a:gd name="T8" fmla="*/ 232 w 591"/>
                  <a:gd name="T9" fmla="*/ 0 h 743"/>
                  <a:gd name="T10" fmla="*/ 0 w 591"/>
                  <a:gd name="T11" fmla="*/ 343 h 743"/>
                  <a:gd name="T12" fmla="*/ 227 w 591"/>
                  <a:gd name="T13" fmla="*/ 5 h 743"/>
                  <a:gd name="T14" fmla="*/ 237 w 591"/>
                  <a:gd name="T15" fmla="*/ 12 h 743"/>
                  <a:gd name="T16" fmla="*/ 232 w 591"/>
                  <a:gd name="T17" fmla="*/ 0 h 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1" h="743">
                    <a:moveTo>
                      <a:pt x="589" y="739"/>
                    </a:moveTo>
                    <a:lnTo>
                      <a:pt x="587" y="741"/>
                    </a:lnTo>
                    <a:lnTo>
                      <a:pt x="591" y="743"/>
                    </a:lnTo>
                    <a:lnTo>
                      <a:pt x="589" y="739"/>
                    </a:lnTo>
                    <a:close/>
                    <a:moveTo>
                      <a:pt x="232" y="0"/>
                    </a:moveTo>
                    <a:lnTo>
                      <a:pt x="0" y="343"/>
                    </a:lnTo>
                    <a:lnTo>
                      <a:pt x="227" y="5"/>
                    </a:lnTo>
                    <a:lnTo>
                      <a:pt x="237" y="12"/>
                    </a:lnTo>
                    <a:lnTo>
                      <a:pt x="23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Freeform 16"/>
              <p:cNvSpPr/>
              <p:nvPr/>
            </p:nvSpPr>
            <p:spPr bwMode="auto">
              <a:xfrm>
                <a:off x="8842590" y="5267802"/>
                <a:ext cx="500443" cy="629153"/>
              </a:xfrm>
              <a:custGeom>
                <a:avLst/>
                <a:gdLst>
                  <a:gd name="T0" fmla="*/ 589 w 591"/>
                  <a:gd name="T1" fmla="*/ 739 h 743"/>
                  <a:gd name="T2" fmla="*/ 587 w 591"/>
                  <a:gd name="T3" fmla="*/ 741 h 743"/>
                  <a:gd name="T4" fmla="*/ 591 w 591"/>
                  <a:gd name="T5" fmla="*/ 743 h 743"/>
                  <a:gd name="T6" fmla="*/ 589 w 591"/>
                  <a:gd name="T7" fmla="*/ 739 h 743"/>
                  <a:gd name="T8" fmla="*/ 232 w 591"/>
                  <a:gd name="T9" fmla="*/ 0 h 743"/>
                  <a:gd name="T10" fmla="*/ 0 w 591"/>
                  <a:gd name="T11" fmla="*/ 343 h 743"/>
                  <a:gd name="T12" fmla="*/ 227 w 591"/>
                  <a:gd name="T13" fmla="*/ 5 h 743"/>
                  <a:gd name="T14" fmla="*/ 237 w 591"/>
                  <a:gd name="T15" fmla="*/ 12 h 743"/>
                  <a:gd name="T16" fmla="*/ 232 w 591"/>
                  <a:gd name="T17" fmla="*/ 0 h 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1" h="743">
                    <a:moveTo>
                      <a:pt x="589" y="739"/>
                    </a:moveTo>
                    <a:lnTo>
                      <a:pt x="587" y="741"/>
                    </a:lnTo>
                    <a:lnTo>
                      <a:pt x="591" y="743"/>
                    </a:lnTo>
                    <a:lnTo>
                      <a:pt x="589" y="739"/>
                    </a:lnTo>
                    <a:moveTo>
                      <a:pt x="232" y="0"/>
                    </a:moveTo>
                    <a:lnTo>
                      <a:pt x="0" y="343"/>
                    </a:lnTo>
                    <a:lnTo>
                      <a:pt x="227" y="5"/>
                    </a:lnTo>
                    <a:lnTo>
                      <a:pt x="237" y="12"/>
                    </a:lnTo>
                    <a:lnTo>
                      <a:pt x="232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8842590" y="5272036"/>
                <a:ext cx="498750" cy="623226"/>
              </a:xfrm>
              <a:custGeom>
                <a:avLst/>
                <a:gdLst>
                  <a:gd name="T0" fmla="*/ 227 w 589"/>
                  <a:gd name="T1" fmla="*/ 0 h 736"/>
                  <a:gd name="T2" fmla="*/ 0 w 589"/>
                  <a:gd name="T3" fmla="*/ 338 h 736"/>
                  <a:gd name="T4" fmla="*/ 587 w 589"/>
                  <a:gd name="T5" fmla="*/ 736 h 736"/>
                  <a:gd name="T6" fmla="*/ 589 w 589"/>
                  <a:gd name="T7" fmla="*/ 734 h 736"/>
                  <a:gd name="T8" fmla="*/ 237 w 589"/>
                  <a:gd name="T9" fmla="*/ 7 h 736"/>
                  <a:gd name="T10" fmla="*/ 227 w 589"/>
                  <a:gd name="T11" fmla="*/ 0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9" h="736">
                    <a:moveTo>
                      <a:pt x="227" y="0"/>
                    </a:moveTo>
                    <a:lnTo>
                      <a:pt x="0" y="338"/>
                    </a:lnTo>
                    <a:lnTo>
                      <a:pt x="587" y="736"/>
                    </a:lnTo>
                    <a:lnTo>
                      <a:pt x="589" y="734"/>
                    </a:lnTo>
                    <a:lnTo>
                      <a:pt x="237" y="7"/>
                    </a:lnTo>
                    <a:lnTo>
                      <a:pt x="22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8842590" y="5272036"/>
                <a:ext cx="498750" cy="623226"/>
              </a:xfrm>
              <a:custGeom>
                <a:avLst/>
                <a:gdLst>
                  <a:gd name="T0" fmla="*/ 227 w 589"/>
                  <a:gd name="T1" fmla="*/ 0 h 736"/>
                  <a:gd name="T2" fmla="*/ 0 w 589"/>
                  <a:gd name="T3" fmla="*/ 338 h 736"/>
                  <a:gd name="T4" fmla="*/ 587 w 589"/>
                  <a:gd name="T5" fmla="*/ 736 h 736"/>
                  <a:gd name="T6" fmla="*/ 589 w 589"/>
                  <a:gd name="T7" fmla="*/ 734 h 736"/>
                  <a:gd name="T8" fmla="*/ 237 w 589"/>
                  <a:gd name="T9" fmla="*/ 7 h 736"/>
                  <a:gd name="T10" fmla="*/ 227 w 589"/>
                  <a:gd name="T11" fmla="*/ 0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9" h="736">
                    <a:moveTo>
                      <a:pt x="227" y="0"/>
                    </a:moveTo>
                    <a:lnTo>
                      <a:pt x="0" y="338"/>
                    </a:lnTo>
                    <a:lnTo>
                      <a:pt x="587" y="736"/>
                    </a:lnTo>
                    <a:lnTo>
                      <a:pt x="589" y="734"/>
                    </a:lnTo>
                    <a:lnTo>
                      <a:pt x="237" y="7"/>
                    </a:lnTo>
                    <a:lnTo>
                      <a:pt x="227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8812953" y="5318609"/>
                <a:ext cx="113468" cy="113468"/>
              </a:xfrm>
              <a:custGeom>
                <a:avLst/>
                <a:gdLst>
                  <a:gd name="T0" fmla="*/ 43 w 57"/>
                  <a:gd name="T1" fmla="*/ 8 h 57"/>
                  <a:gd name="T2" fmla="*/ 50 w 57"/>
                  <a:gd name="T3" fmla="*/ 43 h 57"/>
                  <a:gd name="T4" fmla="*/ 15 w 57"/>
                  <a:gd name="T5" fmla="*/ 49 h 57"/>
                  <a:gd name="T6" fmla="*/ 8 w 57"/>
                  <a:gd name="T7" fmla="*/ 15 h 57"/>
                  <a:gd name="T8" fmla="*/ 43 w 57"/>
                  <a:gd name="T9" fmla="*/ 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7">
                    <a:moveTo>
                      <a:pt x="43" y="8"/>
                    </a:moveTo>
                    <a:cubicBezTo>
                      <a:pt x="54" y="16"/>
                      <a:pt x="57" y="31"/>
                      <a:pt x="50" y="43"/>
                    </a:cubicBezTo>
                    <a:cubicBezTo>
                      <a:pt x="42" y="54"/>
                      <a:pt x="26" y="57"/>
                      <a:pt x="15" y="49"/>
                    </a:cubicBezTo>
                    <a:cubicBezTo>
                      <a:pt x="3" y="42"/>
                      <a:pt x="0" y="26"/>
                      <a:pt x="8" y="15"/>
                    </a:cubicBezTo>
                    <a:cubicBezTo>
                      <a:pt x="16" y="3"/>
                      <a:pt x="31" y="0"/>
                      <a:pt x="43" y="8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Freeform 20"/>
              <p:cNvSpPr/>
              <p:nvPr/>
            </p:nvSpPr>
            <p:spPr bwMode="auto">
              <a:xfrm>
                <a:off x="9419243" y="5700504"/>
                <a:ext cx="136331" cy="182903"/>
              </a:xfrm>
              <a:custGeom>
                <a:avLst/>
                <a:gdLst>
                  <a:gd name="T0" fmla="*/ 4 w 68"/>
                  <a:gd name="T1" fmla="*/ 88 h 91"/>
                  <a:gd name="T2" fmla="*/ 2 w 68"/>
                  <a:gd name="T3" fmla="*/ 78 h 91"/>
                  <a:gd name="T4" fmla="*/ 52 w 68"/>
                  <a:gd name="T5" fmla="*/ 4 h 91"/>
                  <a:gd name="T6" fmla="*/ 62 w 68"/>
                  <a:gd name="T7" fmla="*/ 2 h 91"/>
                  <a:gd name="T8" fmla="*/ 64 w 68"/>
                  <a:gd name="T9" fmla="*/ 3 h 91"/>
                  <a:gd name="T10" fmla="*/ 65 w 68"/>
                  <a:gd name="T11" fmla="*/ 13 h 91"/>
                  <a:gd name="T12" fmla="*/ 15 w 68"/>
                  <a:gd name="T13" fmla="*/ 87 h 91"/>
                  <a:gd name="T14" fmla="*/ 5 w 68"/>
                  <a:gd name="T15" fmla="*/ 89 h 91"/>
                  <a:gd name="T16" fmla="*/ 4 w 68"/>
                  <a:gd name="T17" fmla="*/ 8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8" h="91">
                    <a:moveTo>
                      <a:pt x="4" y="88"/>
                    </a:moveTo>
                    <a:cubicBezTo>
                      <a:pt x="0" y="86"/>
                      <a:pt x="0" y="81"/>
                      <a:pt x="2" y="78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4" y="1"/>
                      <a:pt x="59" y="0"/>
                      <a:pt x="62" y="2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7" y="5"/>
                      <a:pt x="68" y="9"/>
                      <a:pt x="65" y="13"/>
                    </a:cubicBezTo>
                    <a:cubicBezTo>
                      <a:pt x="15" y="87"/>
                      <a:pt x="15" y="87"/>
                      <a:pt x="15" y="87"/>
                    </a:cubicBezTo>
                    <a:cubicBezTo>
                      <a:pt x="13" y="90"/>
                      <a:pt x="8" y="91"/>
                      <a:pt x="5" y="89"/>
                    </a:cubicBezTo>
                    <a:lnTo>
                      <a:pt x="4" y="88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Freeform 22"/>
              <p:cNvSpPr/>
              <p:nvPr/>
            </p:nvSpPr>
            <p:spPr bwMode="auto">
              <a:xfrm>
                <a:off x="7919607" y="4603085"/>
                <a:ext cx="889112" cy="1019516"/>
              </a:xfrm>
              <a:custGeom>
                <a:avLst/>
                <a:gdLst>
                  <a:gd name="T0" fmla="*/ 52 w 444"/>
                  <a:gd name="T1" fmla="*/ 392 h 509"/>
                  <a:gd name="T2" fmla="*/ 248 w 444"/>
                  <a:gd name="T3" fmla="*/ 473 h 509"/>
                  <a:gd name="T4" fmla="*/ 245 w 444"/>
                  <a:gd name="T5" fmla="*/ 481 h 509"/>
                  <a:gd name="T6" fmla="*/ 238 w 444"/>
                  <a:gd name="T7" fmla="*/ 491 h 509"/>
                  <a:gd name="T8" fmla="*/ 280 w 444"/>
                  <a:gd name="T9" fmla="*/ 509 h 509"/>
                  <a:gd name="T10" fmla="*/ 444 w 444"/>
                  <a:gd name="T11" fmla="*/ 117 h 509"/>
                  <a:gd name="T12" fmla="*/ 163 w 444"/>
                  <a:gd name="T13" fmla="*/ 0 h 509"/>
                  <a:gd name="T14" fmla="*/ 0 w 444"/>
                  <a:gd name="T15" fmla="*/ 392 h 509"/>
                  <a:gd name="T16" fmla="*/ 46 w 444"/>
                  <a:gd name="T17" fmla="*/ 411 h 509"/>
                  <a:gd name="T18" fmla="*/ 49 w 444"/>
                  <a:gd name="T19" fmla="*/ 399 h 509"/>
                  <a:gd name="T20" fmla="*/ 52 w 444"/>
                  <a:gd name="T21" fmla="*/ 392 h 509"/>
                  <a:gd name="T22" fmla="*/ 182 w 444"/>
                  <a:gd name="T23" fmla="*/ 90 h 509"/>
                  <a:gd name="T24" fmla="*/ 374 w 444"/>
                  <a:gd name="T25" fmla="*/ 170 h 509"/>
                  <a:gd name="T26" fmla="*/ 371 w 444"/>
                  <a:gd name="T27" fmla="*/ 178 h 509"/>
                  <a:gd name="T28" fmla="*/ 179 w 444"/>
                  <a:gd name="T29" fmla="*/ 98 h 509"/>
                  <a:gd name="T30" fmla="*/ 182 w 444"/>
                  <a:gd name="T31" fmla="*/ 90 h 509"/>
                  <a:gd name="T32" fmla="*/ 168 w 444"/>
                  <a:gd name="T33" fmla="*/ 124 h 509"/>
                  <a:gd name="T34" fmla="*/ 360 w 444"/>
                  <a:gd name="T35" fmla="*/ 204 h 509"/>
                  <a:gd name="T36" fmla="*/ 357 w 444"/>
                  <a:gd name="T37" fmla="*/ 211 h 509"/>
                  <a:gd name="T38" fmla="*/ 165 w 444"/>
                  <a:gd name="T39" fmla="*/ 131 h 509"/>
                  <a:gd name="T40" fmla="*/ 168 w 444"/>
                  <a:gd name="T41" fmla="*/ 124 h 509"/>
                  <a:gd name="T42" fmla="*/ 152 w 444"/>
                  <a:gd name="T43" fmla="*/ 161 h 509"/>
                  <a:gd name="T44" fmla="*/ 344 w 444"/>
                  <a:gd name="T45" fmla="*/ 241 h 509"/>
                  <a:gd name="T46" fmla="*/ 341 w 444"/>
                  <a:gd name="T47" fmla="*/ 248 h 509"/>
                  <a:gd name="T48" fmla="*/ 149 w 444"/>
                  <a:gd name="T49" fmla="*/ 168 h 509"/>
                  <a:gd name="T50" fmla="*/ 152 w 444"/>
                  <a:gd name="T51" fmla="*/ 161 h 509"/>
                  <a:gd name="T52" fmla="*/ 139 w 444"/>
                  <a:gd name="T53" fmla="*/ 194 h 509"/>
                  <a:gd name="T54" fmla="*/ 331 w 444"/>
                  <a:gd name="T55" fmla="*/ 274 h 509"/>
                  <a:gd name="T56" fmla="*/ 328 w 444"/>
                  <a:gd name="T57" fmla="*/ 281 h 509"/>
                  <a:gd name="T58" fmla="*/ 136 w 444"/>
                  <a:gd name="T59" fmla="*/ 201 h 509"/>
                  <a:gd name="T60" fmla="*/ 139 w 444"/>
                  <a:gd name="T61" fmla="*/ 194 h 509"/>
                  <a:gd name="T62" fmla="*/ 125 w 444"/>
                  <a:gd name="T63" fmla="*/ 227 h 509"/>
                  <a:gd name="T64" fmla="*/ 317 w 444"/>
                  <a:gd name="T65" fmla="*/ 307 h 509"/>
                  <a:gd name="T66" fmla="*/ 314 w 444"/>
                  <a:gd name="T67" fmla="*/ 314 h 509"/>
                  <a:gd name="T68" fmla="*/ 122 w 444"/>
                  <a:gd name="T69" fmla="*/ 234 h 509"/>
                  <a:gd name="T70" fmla="*/ 125 w 444"/>
                  <a:gd name="T71" fmla="*/ 227 h 509"/>
                  <a:gd name="T72" fmla="*/ 111 w 444"/>
                  <a:gd name="T73" fmla="*/ 260 h 509"/>
                  <a:gd name="T74" fmla="*/ 303 w 444"/>
                  <a:gd name="T75" fmla="*/ 340 h 509"/>
                  <a:gd name="T76" fmla="*/ 300 w 444"/>
                  <a:gd name="T77" fmla="*/ 348 h 509"/>
                  <a:gd name="T78" fmla="*/ 108 w 444"/>
                  <a:gd name="T79" fmla="*/ 268 h 509"/>
                  <a:gd name="T80" fmla="*/ 111 w 444"/>
                  <a:gd name="T81" fmla="*/ 260 h 509"/>
                  <a:gd name="T82" fmla="*/ 97 w 444"/>
                  <a:gd name="T83" fmla="*/ 294 h 509"/>
                  <a:gd name="T84" fmla="*/ 289 w 444"/>
                  <a:gd name="T85" fmla="*/ 374 h 509"/>
                  <a:gd name="T86" fmla="*/ 286 w 444"/>
                  <a:gd name="T87" fmla="*/ 381 h 509"/>
                  <a:gd name="T88" fmla="*/ 94 w 444"/>
                  <a:gd name="T89" fmla="*/ 301 h 509"/>
                  <a:gd name="T90" fmla="*/ 97 w 444"/>
                  <a:gd name="T91" fmla="*/ 294 h 509"/>
                  <a:gd name="T92" fmla="*/ 83 w 444"/>
                  <a:gd name="T93" fmla="*/ 327 h 509"/>
                  <a:gd name="T94" fmla="*/ 275 w 444"/>
                  <a:gd name="T95" fmla="*/ 407 h 509"/>
                  <a:gd name="T96" fmla="*/ 272 w 444"/>
                  <a:gd name="T97" fmla="*/ 414 h 509"/>
                  <a:gd name="T98" fmla="*/ 80 w 444"/>
                  <a:gd name="T99" fmla="*/ 334 h 509"/>
                  <a:gd name="T100" fmla="*/ 83 w 444"/>
                  <a:gd name="T101" fmla="*/ 327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44" h="509">
                    <a:moveTo>
                      <a:pt x="52" y="392"/>
                    </a:moveTo>
                    <a:cubicBezTo>
                      <a:pt x="248" y="473"/>
                      <a:pt x="248" y="473"/>
                      <a:pt x="248" y="473"/>
                    </a:cubicBezTo>
                    <a:cubicBezTo>
                      <a:pt x="245" y="481"/>
                      <a:pt x="245" y="481"/>
                      <a:pt x="245" y="481"/>
                    </a:cubicBezTo>
                    <a:cubicBezTo>
                      <a:pt x="243" y="484"/>
                      <a:pt x="241" y="488"/>
                      <a:pt x="238" y="491"/>
                    </a:cubicBezTo>
                    <a:cubicBezTo>
                      <a:pt x="280" y="509"/>
                      <a:pt x="280" y="509"/>
                      <a:pt x="280" y="509"/>
                    </a:cubicBezTo>
                    <a:cubicBezTo>
                      <a:pt x="444" y="117"/>
                      <a:pt x="444" y="117"/>
                      <a:pt x="444" y="117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0" y="392"/>
                      <a:pt x="0" y="392"/>
                      <a:pt x="0" y="392"/>
                    </a:cubicBezTo>
                    <a:cubicBezTo>
                      <a:pt x="46" y="411"/>
                      <a:pt x="46" y="411"/>
                      <a:pt x="46" y="411"/>
                    </a:cubicBezTo>
                    <a:cubicBezTo>
                      <a:pt x="46" y="407"/>
                      <a:pt x="47" y="403"/>
                      <a:pt x="49" y="399"/>
                    </a:cubicBezTo>
                    <a:lnTo>
                      <a:pt x="52" y="392"/>
                    </a:lnTo>
                    <a:close/>
                    <a:moveTo>
                      <a:pt x="182" y="90"/>
                    </a:moveTo>
                    <a:cubicBezTo>
                      <a:pt x="374" y="170"/>
                      <a:pt x="374" y="170"/>
                      <a:pt x="374" y="170"/>
                    </a:cubicBezTo>
                    <a:cubicBezTo>
                      <a:pt x="371" y="178"/>
                      <a:pt x="371" y="178"/>
                      <a:pt x="371" y="178"/>
                    </a:cubicBezTo>
                    <a:cubicBezTo>
                      <a:pt x="179" y="98"/>
                      <a:pt x="179" y="98"/>
                      <a:pt x="179" y="98"/>
                    </a:cubicBezTo>
                    <a:lnTo>
                      <a:pt x="182" y="90"/>
                    </a:lnTo>
                    <a:close/>
                    <a:moveTo>
                      <a:pt x="168" y="124"/>
                    </a:moveTo>
                    <a:cubicBezTo>
                      <a:pt x="360" y="204"/>
                      <a:pt x="360" y="204"/>
                      <a:pt x="360" y="204"/>
                    </a:cubicBezTo>
                    <a:cubicBezTo>
                      <a:pt x="357" y="211"/>
                      <a:pt x="357" y="211"/>
                      <a:pt x="357" y="211"/>
                    </a:cubicBezTo>
                    <a:cubicBezTo>
                      <a:pt x="165" y="131"/>
                      <a:pt x="165" y="131"/>
                      <a:pt x="165" y="131"/>
                    </a:cubicBezTo>
                    <a:lnTo>
                      <a:pt x="168" y="124"/>
                    </a:lnTo>
                    <a:close/>
                    <a:moveTo>
                      <a:pt x="152" y="161"/>
                    </a:moveTo>
                    <a:cubicBezTo>
                      <a:pt x="344" y="241"/>
                      <a:pt x="344" y="241"/>
                      <a:pt x="344" y="241"/>
                    </a:cubicBezTo>
                    <a:cubicBezTo>
                      <a:pt x="341" y="248"/>
                      <a:pt x="341" y="248"/>
                      <a:pt x="341" y="248"/>
                    </a:cubicBezTo>
                    <a:cubicBezTo>
                      <a:pt x="149" y="168"/>
                      <a:pt x="149" y="168"/>
                      <a:pt x="149" y="168"/>
                    </a:cubicBezTo>
                    <a:lnTo>
                      <a:pt x="152" y="161"/>
                    </a:lnTo>
                    <a:close/>
                    <a:moveTo>
                      <a:pt x="139" y="194"/>
                    </a:moveTo>
                    <a:cubicBezTo>
                      <a:pt x="331" y="274"/>
                      <a:pt x="331" y="274"/>
                      <a:pt x="331" y="274"/>
                    </a:cubicBezTo>
                    <a:cubicBezTo>
                      <a:pt x="328" y="281"/>
                      <a:pt x="328" y="281"/>
                      <a:pt x="328" y="281"/>
                    </a:cubicBezTo>
                    <a:cubicBezTo>
                      <a:pt x="136" y="201"/>
                      <a:pt x="136" y="201"/>
                      <a:pt x="136" y="201"/>
                    </a:cubicBezTo>
                    <a:lnTo>
                      <a:pt x="139" y="194"/>
                    </a:lnTo>
                    <a:close/>
                    <a:moveTo>
                      <a:pt x="125" y="227"/>
                    </a:moveTo>
                    <a:cubicBezTo>
                      <a:pt x="317" y="307"/>
                      <a:pt x="317" y="307"/>
                      <a:pt x="317" y="307"/>
                    </a:cubicBezTo>
                    <a:cubicBezTo>
                      <a:pt x="314" y="314"/>
                      <a:pt x="314" y="314"/>
                      <a:pt x="314" y="314"/>
                    </a:cubicBezTo>
                    <a:cubicBezTo>
                      <a:pt x="122" y="234"/>
                      <a:pt x="122" y="234"/>
                      <a:pt x="122" y="234"/>
                    </a:cubicBezTo>
                    <a:lnTo>
                      <a:pt x="125" y="227"/>
                    </a:lnTo>
                    <a:close/>
                    <a:moveTo>
                      <a:pt x="111" y="260"/>
                    </a:moveTo>
                    <a:cubicBezTo>
                      <a:pt x="303" y="340"/>
                      <a:pt x="303" y="340"/>
                      <a:pt x="303" y="340"/>
                    </a:cubicBezTo>
                    <a:cubicBezTo>
                      <a:pt x="300" y="348"/>
                      <a:pt x="300" y="348"/>
                      <a:pt x="300" y="348"/>
                    </a:cubicBezTo>
                    <a:cubicBezTo>
                      <a:pt x="108" y="268"/>
                      <a:pt x="108" y="268"/>
                      <a:pt x="108" y="268"/>
                    </a:cubicBezTo>
                    <a:lnTo>
                      <a:pt x="111" y="260"/>
                    </a:lnTo>
                    <a:close/>
                    <a:moveTo>
                      <a:pt x="97" y="294"/>
                    </a:moveTo>
                    <a:cubicBezTo>
                      <a:pt x="289" y="374"/>
                      <a:pt x="289" y="374"/>
                      <a:pt x="289" y="374"/>
                    </a:cubicBezTo>
                    <a:cubicBezTo>
                      <a:pt x="286" y="381"/>
                      <a:pt x="286" y="381"/>
                      <a:pt x="286" y="381"/>
                    </a:cubicBezTo>
                    <a:cubicBezTo>
                      <a:pt x="94" y="301"/>
                      <a:pt x="94" y="301"/>
                      <a:pt x="94" y="301"/>
                    </a:cubicBezTo>
                    <a:lnTo>
                      <a:pt x="97" y="294"/>
                    </a:lnTo>
                    <a:close/>
                    <a:moveTo>
                      <a:pt x="83" y="327"/>
                    </a:moveTo>
                    <a:cubicBezTo>
                      <a:pt x="275" y="407"/>
                      <a:pt x="275" y="407"/>
                      <a:pt x="275" y="407"/>
                    </a:cubicBezTo>
                    <a:cubicBezTo>
                      <a:pt x="272" y="414"/>
                      <a:pt x="272" y="414"/>
                      <a:pt x="272" y="414"/>
                    </a:cubicBezTo>
                    <a:cubicBezTo>
                      <a:pt x="80" y="334"/>
                      <a:pt x="80" y="334"/>
                      <a:pt x="80" y="334"/>
                    </a:cubicBezTo>
                    <a:lnTo>
                      <a:pt x="83" y="32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38" name="Group 115"/>
              <p:cNvGrpSpPr/>
              <p:nvPr/>
            </p:nvGrpSpPr>
            <p:grpSpPr>
              <a:xfrm>
                <a:off x="7846784" y="4529415"/>
                <a:ext cx="1032217" cy="1167701"/>
                <a:chOff x="7846784" y="4529415"/>
                <a:chExt cx="1032217" cy="1167701"/>
              </a:xfrm>
              <a:grpFill/>
            </p:grpSpPr>
            <p:grpSp>
              <p:nvGrpSpPr>
                <p:cNvPr id="113" name="Group 190"/>
                <p:cNvGrpSpPr/>
                <p:nvPr/>
              </p:nvGrpSpPr>
              <p:grpSpPr>
                <a:xfrm>
                  <a:off x="7846784" y="4529415"/>
                  <a:ext cx="1032217" cy="1167701"/>
                  <a:chOff x="7846784" y="4529415"/>
                  <a:chExt cx="1032217" cy="1167701"/>
                </a:xfrm>
                <a:grpFill/>
              </p:grpSpPr>
              <p:sp>
                <p:nvSpPr>
                  <p:cNvPr id="116" name="Freeform 21"/>
                  <p:cNvSpPr/>
                  <p:nvPr/>
                </p:nvSpPr>
                <p:spPr bwMode="auto">
                  <a:xfrm>
                    <a:off x="7846784" y="4529415"/>
                    <a:ext cx="1032217" cy="1167701"/>
                  </a:xfrm>
                  <a:custGeom>
                    <a:avLst/>
                    <a:gdLst>
                      <a:gd name="T0" fmla="*/ 481 w 515"/>
                      <a:gd name="T1" fmla="*/ 116 h 583"/>
                      <a:gd name="T2" fmla="*/ 225 w 515"/>
                      <a:gd name="T3" fmla="*/ 9 h 583"/>
                      <a:gd name="T4" fmla="*/ 166 w 515"/>
                      <a:gd name="T5" fmla="*/ 34 h 583"/>
                      <a:gd name="T6" fmla="*/ 10 w 515"/>
                      <a:gd name="T7" fmla="*/ 408 h 583"/>
                      <a:gd name="T8" fmla="*/ 34 w 515"/>
                      <a:gd name="T9" fmla="*/ 467 h 583"/>
                      <a:gd name="T10" fmla="*/ 128 w 515"/>
                      <a:gd name="T11" fmla="*/ 506 h 583"/>
                      <a:gd name="T12" fmla="*/ 131 w 515"/>
                      <a:gd name="T13" fmla="*/ 503 h 583"/>
                      <a:gd name="T14" fmla="*/ 108 w 515"/>
                      <a:gd name="T15" fmla="*/ 493 h 583"/>
                      <a:gd name="T16" fmla="*/ 82 w 515"/>
                      <a:gd name="T17" fmla="*/ 448 h 583"/>
                      <a:gd name="T18" fmla="*/ 36 w 515"/>
                      <a:gd name="T19" fmla="*/ 429 h 583"/>
                      <a:gd name="T20" fmla="*/ 199 w 515"/>
                      <a:gd name="T21" fmla="*/ 37 h 583"/>
                      <a:gd name="T22" fmla="*/ 480 w 515"/>
                      <a:gd name="T23" fmla="*/ 154 h 583"/>
                      <a:gd name="T24" fmla="*/ 316 w 515"/>
                      <a:gd name="T25" fmla="*/ 546 h 583"/>
                      <a:gd name="T26" fmla="*/ 274 w 515"/>
                      <a:gd name="T27" fmla="*/ 528 h 583"/>
                      <a:gd name="T28" fmla="*/ 221 w 515"/>
                      <a:gd name="T29" fmla="*/ 540 h 583"/>
                      <a:gd name="T30" fmla="*/ 198 w 515"/>
                      <a:gd name="T31" fmla="*/ 531 h 583"/>
                      <a:gd name="T32" fmla="*/ 198 w 515"/>
                      <a:gd name="T33" fmla="*/ 535 h 583"/>
                      <a:gd name="T34" fmla="*/ 290 w 515"/>
                      <a:gd name="T35" fmla="*/ 574 h 583"/>
                      <a:gd name="T36" fmla="*/ 350 w 515"/>
                      <a:gd name="T37" fmla="*/ 549 h 583"/>
                      <a:gd name="T38" fmla="*/ 506 w 515"/>
                      <a:gd name="T39" fmla="*/ 175 h 583"/>
                      <a:gd name="T40" fmla="*/ 481 w 515"/>
                      <a:gd name="T41" fmla="*/ 116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515" h="583">
                        <a:moveTo>
                          <a:pt x="481" y="116"/>
                        </a:moveTo>
                        <a:cubicBezTo>
                          <a:pt x="225" y="9"/>
                          <a:pt x="225" y="9"/>
                          <a:pt x="225" y="9"/>
                        </a:cubicBezTo>
                        <a:cubicBezTo>
                          <a:pt x="202" y="0"/>
                          <a:pt x="175" y="10"/>
                          <a:pt x="166" y="34"/>
                        </a:cubicBezTo>
                        <a:cubicBezTo>
                          <a:pt x="10" y="408"/>
                          <a:pt x="10" y="408"/>
                          <a:pt x="10" y="408"/>
                        </a:cubicBezTo>
                        <a:cubicBezTo>
                          <a:pt x="0" y="431"/>
                          <a:pt x="11" y="457"/>
                          <a:pt x="34" y="467"/>
                        </a:cubicBezTo>
                        <a:cubicBezTo>
                          <a:pt x="128" y="506"/>
                          <a:pt x="128" y="506"/>
                          <a:pt x="128" y="506"/>
                        </a:cubicBezTo>
                        <a:cubicBezTo>
                          <a:pt x="129" y="505"/>
                          <a:pt x="130" y="504"/>
                          <a:pt x="131" y="503"/>
                        </a:cubicBezTo>
                        <a:cubicBezTo>
                          <a:pt x="108" y="493"/>
                          <a:pt x="108" y="493"/>
                          <a:pt x="108" y="493"/>
                        </a:cubicBezTo>
                        <a:cubicBezTo>
                          <a:pt x="89" y="485"/>
                          <a:pt x="79" y="467"/>
                          <a:pt x="82" y="448"/>
                        </a:cubicBezTo>
                        <a:cubicBezTo>
                          <a:pt x="36" y="429"/>
                          <a:pt x="36" y="429"/>
                          <a:pt x="36" y="429"/>
                        </a:cubicBezTo>
                        <a:cubicBezTo>
                          <a:pt x="199" y="37"/>
                          <a:pt x="199" y="37"/>
                          <a:pt x="199" y="37"/>
                        </a:cubicBezTo>
                        <a:cubicBezTo>
                          <a:pt x="480" y="154"/>
                          <a:pt x="480" y="154"/>
                          <a:pt x="480" y="154"/>
                        </a:cubicBezTo>
                        <a:cubicBezTo>
                          <a:pt x="316" y="546"/>
                          <a:pt x="316" y="546"/>
                          <a:pt x="316" y="546"/>
                        </a:cubicBezTo>
                        <a:cubicBezTo>
                          <a:pt x="274" y="528"/>
                          <a:pt x="274" y="528"/>
                          <a:pt x="274" y="528"/>
                        </a:cubicBezTo>
                        <a:cubicBezTo>
                          <a:pt x="262" y="543"/>
                          <a:pt x="240" y="548"/>
                          <a:pt x="221" y="540"/>
                        </a:cubicBezTo>
                        <a:cubicBezTo>
                          <a:pt x="198" y="531"/>
                          <a:pt x="198" y="531"/>
                          <a:pt x="198" y="531"/>
                        </a:cubicBezTo>
                        <a:cubicBezTo>
                          <a:pt x="198" y="533"/>
                          <a:pt x="198" y="534"/>
                          <a:pt x="198" y="535"/>
                        </a:cubicBezTo>
                        <a:cubicBezTo>
                          <a:pt x="290" y="574"/>
                          <a:pt x="290" y="574"/>
                          <a:pt x="290" y="574"/>
                        </a:cubicBezTo>
                        <a:cubicBezTo>
                          <a:pt x="313" y="583"/>
                          <a:pt x="340" y="572"/>
                          <a:pt x="350" y="549"/>
                        </a:cubicBezTo>
                        <a:cubicBezTo>
                          <a:pt x="506" y="175"/>
                          <a:pt x="506" y="175"/>
                          <a:pt x="506" y="175"/>
                        </a:cubicBezTo>
                        <a:cubicBezTo>
                          <a:pt x="515" y="152"/>
                          <a:pt x="504" y="125"/>
                          <a:pt x="481" y="116"/>
                        </a:cubicBez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7" name="Freeform 23"/>
                  <p:cNvSpPr/>
                  <p:nvPr/>
                </p:nvSpPr>
                <p:spPr bwMode="auto">
                  <a:xfrm>
                    <a:off x="8005131" y="5388044"/>
                    <a:ext cx="410685" cy="304839"/>
                  </a:xfrm>
                  <a:custGeom>
                    <a:avLst/>
                    <a:gdLst>
                      <a:gd name="T0" fmla="*/ 142 w 205"/>
                      <a:gd name="T1" fmla="*/ 111 h 152"/>
                      <a:gd name="T2" fmla="*/ 195 w 205"/>
                      <a:gd name="T3" fmla="*/ 99 h 152"/>
                      <a:gd name="T4" fmla="*/ 202 w 205"/>
                      <a:gd name="T5" fmla="*/ 89 h 152"/>
                      <a:gd name="T6" fmla="*/ 205 w 205"/>
                      <a:gd name="T7" fmla="*/ 81 h 152"/>
                      <a:gd name="T8" fmla="*/ 9 w 205"/>
                      <a:gd name="T9" fmla="*/ 0 h 152"/>
                      <a:gd name="T10" fmla="*/ 6 w 205"/>
                      <a:gd name="T11" fmla="*/ 7 h 152"/>
                      <a:gd name="T12" fmla="*/ 3 w 205"/>
                      <a:gd name="T13" fmla="*/ 19 h 152"/>
                      <a:gd name="T14" fmla="*/ 29 w 205"/>
                      <a:gd name="T15" fmla="*/ 64 h 152"/>
                      <a:gd name="T16" fmla="*/ 52 w 205"/>
                      <a:gd name="T17" fmla="*/ 74 h 152"/>
                      <a:gd name="T18" fmla="*/ 49 w 205"/>
                      <a:gd name="T19" fmla="*/ 77 h 152"/>
                      <a:gd name="T20" fmla="*/ 41 w 205"/>
                      <a:gd name="T21" fmla="*/ 90 h 152"/>
                      <a:gd name="T22" fmla="*/ 63 w 205"/>
                      <a:gd name="T23" fmla="*/ 143 h 152"/>
                      <a:gd name="T24" fmla="*/ 116 w 205"/>
                      <a:gd name="T25" fmla="*/ 121 h 152"/>
                      <a:gd name="T26" fmla="*/ 119 w 205"/>
                      <a:gd name="T27" fmla="*/ 106 h 152"/>
                      <a:gd name="T28" fmla="*/ 119 w 205"/>
                      <a:gd name="T29" fmla="*/ 102 h 152"/>
                      <a:gd name="T30" fmla="*/ 142 w 205"/>
                      <a:gd name="T31" fmla="*/ 111 h 1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205" h="152">
                        <a:moveTo>
                          <a:pt x="142" y="111"/>
                        </a:moveTo>
                        <a:cubicBezTo>
                          <a:pt x="161" y="119"/>
                          <a:pt x="183" y="114"/>
                          <a:pt x="195" y="99"/>
                        </a:cubicBezTo>
                        <a:cubicBezTo>
                          <a:pt x="198" y="96"/>
                          <a:pt x="200" y="92"/>
                          <a:pt x="202" y="89"/>
                        </a:cubicBezTo>
                        <a:cubicBezTo>
                          <a:pt x="205" y="81"/>
                          <a:pt x="205" y="81"/>
                          <a:pt x="205" y="81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4" y="11"/>
                          <a:pt x="3" y="15"/>
                          <a:pt x="3" y="19"/>
                        </a:cubicBezTo>
                        <a:cubicBezTo>
                          <a:pt x="0" y="38"/>
                          <a:pt x="10" y="56"/>
                          <a:pt x="29" y="64"/>
                        </a:cubicBezTo>
                        <a:cubicBezTo>
                          <a:pt x="52" y="74"/>
                          <a:pt x="52" y="74"/>
                          <a:pt x="52" y="74"/>
                        </a:cubicBezTo>
                        <a:cubicBezTo>
                          <a:pt x="51" y="75"/>
                          <a:pt x="50" y="76"/>
                          <a:pt x="49" y="77"/>
                        </a:cubicBezTo>
                        <a:cubicBezTo>
                          <a:pt x="45" y="82"/>
                          <a:pt x="43" y="85"/>
                          <a:pt x="41" y="90"/>
                        </a:cubicBezTo>
                        <a:cubicBezTo>
                          <a:pt x="32" y="110"/>
                          <a:pt x="42" y="134"/>
                          <a:pt x="63" y="143"/>
                        </a:cubicBezTo>
                        <a:cubicBezTo>
                          <a:pt x="83" y="152"/>
                          <a:pt x="107" y="142"/>
                          <a:pt x="116" y="121"/>
                        </a:cubicBezTo>
                        <a:cubicBezTo>
                          <a:pt x="118" y="116"/>
                          <a:pt x="119" y="112"/>
                          <a:pt x="119" y="106"/>
                        </a:cubicBezTo>
                        <a:cubicBezTo>
                          <a:pt x="119" y="105"/>
                          <a:pt x="119" y="104"/>
                          <a:pt x="119" y="102"/>
                        </a:cubicBezTo>
                        <a:lnTo>
                          <a:pt x="142" y="111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8" name="Freeform 24"/>
                  <p:cNvSpPr/>
                  <p:nvPr/>
                </p:nvSpPr>
                <p:spPr bwMode="auto">
                  <a:xfrm>
                    <a:off x="8079647" y="5258488"/>
                    <a:ext cx="390363" cy="173589"/>
                  </a:xfrm>
                  <a:custGeom>
                    <a:avLst/>
                    <a:gdLst>
                      <a:gd name="T0" fmla="*/ 461 w 461"/>
                      <a:gd name="T1" fmla="*/ 189 h 205"/>
                      <a:gd name="T2" fmla="*/ 7 w 461"/>
                      <a:gd name="T3" fmla="*/ 0 h 205"/>
                      <a:gd name="T4" fmla="*/ 0 w 461"/>
                      <a:gd name="T5" fmla="*/ 16 h 205"/>
                      <a:gd name="T6" fmla="*/ 454 w 461"/>
                      <a:gd name="T7" fmla="*/ 205 h 205"/>
                      <a:gd name="T8" fmla="*/ 461 w 461"/>
                      <a:gd name="T9" fmla="*/ 189 h 2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5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6"/>
                        </a:lnTo>
                        <a:lnTo>
                          <a:pt x="454" y="205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19" name="Freeform 25"/>
                  <p:cNvSpPr/>
                  <p:nvPr/>
                </p:nvSpPr>
                <p:spPr bwMode="auto">
                  <a:xfrm>
                    <a:off x="8107591" y="5192439"/>
                    <a:ext cx="390363" cy="173589"/>
                  </a:xfrm>
                  <a:custGeom>
                    <a:avLst/>
                    <a:gdLst>
                      <a:gd name="T0" fmla="*/ 461 w 461"/>
                      <a:gd name="T1" fmla="*/ 189 h 205"/>
                      <a:gd name="T2" fmla="*/ 7 w 461"/>
                      <a:gd name="T3" fmla="*/ 0 h 205"/>
                      <a:gd name="T4" fmla="*/ 0 w 461"/>
                      <a:gd name="T5" fmla="*/ 16 h 205"/>
                      <a:gd name="T6" fmla="*/ 454 w 461"/>
                      <a:gd name="T7" fmla="*/ 205 h 205"/>
                      <a:gd name="T8" fmla="*/ 461 w 461"/>
                      <a:gd name="T9" fmla="*/ 189 h 2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5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6"/>
                        </a:lnTo>
                        <a:lnTo>
                          <a:pt x="454" y="205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0" name="Freeform 26"/>
                  <p:cNvSpPr/>
                  <p:nvPr/>
                </p:nvSpPr>
                <p:spPr bwMode="auto">
                  <a:xfrm>
                    <a:off x="8135534" y="5123851"/>
                    <a:ext cx="390363" cy="176129"/>
                  </a:xfrm>
                  <a:custGeom>
                    <a:avLst/>
                    <a:gdLst>
                      <a:gd name="T0" fmla="*/ 461 w 461"/>
                      <a:gd name="T1" fmla="*/ 189 h 208"/>
                      <a:gd name="T2" fmla="*/ 7 w 461"/>
                      <a:gd name="T3" fmla="*/ 0 h 208"/>
                      <a:gd name="T4" fmla="*/ 0 w 461"/>
                      <a:gd name="T5" fmla="*/ 19 h 208"/>
                      <a:gd name="T6" fmla="*/ 454 w 461"/>
                      <a:gd name="T7" fmla="*/ 208 h 208"/>
                      <a:gd name="T8" fmla="*/ 461 w 461"/>
                      <a:gd name="T9" fmla="*/ 189 h 2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8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9"/>
                        </a:lnTo>
                        <a:lnTo>
                          <a:pt x="454" y="208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1" name="Freeform 27"/>
                  <p:cNvSpPr/>
                  <p:nvPr/>
                </p:nvSpPr>
                <p:spPr bwMode="auto">
                  <a:xfrm>
                    <a:off x="8163478" y="5057802"/>
                    <a:ext cx="390363" cy="174435"/>
                  </a:xfrm>
                  <a:custGeom>
                    <a:avLst/>
                    <a:gdLst>
                      <a:gd name="T0" fmla="*/ 461 w 461"/>
                      <a:gd name="T1" fmla="*/ 189 h 206"/>
                      <a:gd name="T2" fmla="*/ 7 w 461"/>
                      <a:gd name="T3" fmla="*/ 0 h 206"/>
                      <a:gd name="T4" fmla="*/ 0 w 461"/>
                      <a:gd name="T5" fmla="*/ 17 h 206"/>
                      <a:gd name="T6" fmla="*/ 454 w 461"/>
                      <a:gd name="T7" fmla="*/ 206 h 206"/>
                      <a:gd name="T8" fmla="*/ 461 w 461"/>
                      <a:gd name="T9" fmla="*/ 189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6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7"/>
                        </a:lnTo>
                        <a:lnTo>
                          <a:pt x="454" y="206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2" name="Freeform 28"/>
                  <p:cNvSpPr/>
                  <p:nvPr/>
                </p:nvSpPr>
                <p:spPr bwMode="auto">
                  <a:xfrm>
                    <a:off x="8191421" y="4991754"/>
                    <a:ext cx="390363" cy="174435"/>
                  </a:xfrm>
                  <a:custGeom>
                    <a:avLst/>
                    <a:gdLst>
                      <a:gd name="T0" fmla="*/ 461 w 461"/>
                      <a:gd name="T1" fmla="*/ 189 h 206"/>
                      <a:gd name="T2" fmla="*/ 7 w 461"/>
                      <a:gd name="T3" fmla="*/ 0 h 206"/>
                      <a:gd name="T4" fmla="*/ 0 w 461"/>
                      <a:gd name="T5" fmla="*/ 17 h 206"/>
                      <a:gd name="T6" fmla="*/ 454 w 461"/>
                      <a:gd name="T7" fmla="*/ 206 h 206"/>
                      <a:gd name="T8" fmla="*/ 461 w 461"/>
                      <a:gd name="T9" fmla="*/ 189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6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7"/>
                        </a:lnTo>
                        <a:lnTo>
                          <a:pt x="454" y="206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123" name="Freeform 29"/>
                  <p:cNvSpPr/>
                  <p:nvPr/>
                </p:nvSpPr>
                <p:spPr bwMode="auto">
                  <a:xfrm>
                    <a:off x="8217671" y="4925706"/>
                    <a:ext cx="390363" cy="174435"/>
                  </a:xfrm>
                  <a:custGeom>
                    <a:avLst/>
                    <a:gdLst>
                      <a:gd name="T0" fmla="*/ 461 w 461"/>
                      <a:gd name="T1" fmla="*/ 189 h 206"/>
                      <a:gd name="T2" fmla="*/ 7 w 461"/>
                      <a:gd name="T3" fmla="*/ 0 h 206"/>
                      <a:gd name="T4" fmla="*/ 0 w 461"/>
                      <a:gd name="T5" fmla="*/ 16 h 206"/>
                      <a:gd name="T6" fmla="*/ 454 w 461"/>
                      <a:gd name="T7" fmla="*/ 206 h 206"/>
                      <a:gd name="T8" fmla="*/ 461 w 461"/>
                      <a:gd name="T9" fmla="*/ 189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6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6"/>
                        </a:lnTo>
                        <a:lnTo>
                          <a:pt x="454" y="206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114" name="Freeform 30"/>
                <p:cNvSpPr/>
                <p:nvPr/>
              </p:nvSpPr>
              <p:spPr bwMode="auto">
                <a:xfrm>
                  <a:off x="8249849" y="4851189"/>
                  <a:ext cx="390363" cy="174435"/>
                </a:xfrm>
                <a:custGeom>
                  <a:avLst/>
                  <a:gdLst>
                    <a:gd name="T0" fmla="*/ 461 w 461"/>
                    <a:gd name="T1" fmla="*/ 190 h 206"/>
                    <a:gd name="T2" fmla="*/ 7 w 461"/>
                    <a:gd name="T3" fmla="*/ 0 h 206"/>
                    <a:gd name="T4" fmla="*/ 0 w 461"/>
                    <a:gd name="T5" fmla="*/ 17 h 206"/>
                    <a:gd name="T6" fmla="*/ 454 w 461"/>
                    <a:gd name="T7" fmla="*/ 206 h 206"/>
                    <a:gd name="T8" fmla="*/ 461 w 461"/>
                    <a:gd name="T9" fmla="*/ 190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1" h="206">
                      <a:moveTo>
                        <a:pt x="461" y="190"/>
                      </a:moveTo>
                      <a:lnTo>
                        <a:pt x="7" y="0"/>
                      </a:lnTo>
                      <a:lnTo>
                        <a:pt x="0" y="17"/>
                      </a:lnTo>
                      <a:lnTo>
                        <a:pt x="454" y="206"/>
                      </a:lnTo>
                      <a:lnTo>
                        <a:pt x="461" y="19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115" name="Freeform 31"/>
                <p:cNvSpPr/>
                <p:nvPr/>
              </p:nvSpPr>
              <p:spPr bwMode="auto">
                <a:xfrm>
                  <a:off x="8277792" y="4783448"/>
                  <a:ext cx="390363" cy="176129"/>
                </a:xfrm>
                <a:custGeom>
                  <a:avLst/>
                  <a:gdLst>
                    <a:gd name="T0" fmla="*/ 461 w 461"/>
                    <a:gd name="T1" fmla="*/ 189 h 208"/>
                    <a:gd name="T2" fmla="*/ 7 w 461"/>
                    <a:gd name="T3" fmla="*/ 0 h 208"/>
                    <a:gd name="T4" fmla="*/ 0 w 461"/>
                    <a:gd name="T5" fmla="*/ 19 h 208"/>
                    <a:gd name="T6" fmla="*/ 454 w 461"/>
                    <a:gd name="T7" fmla="*/ 208 h 208"/>
                    <a:gd name="T8" fmla="*/ 461 w 461"/>
                    <a:gd name="T9" fmla="*/ 189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1" h="208">
                      <a:moveTo>
                        <a:pt x="461" y="189"/>
                      </a:moveTo>
                      <a:lnTo>
                        <a:pt x="7" y="0"/>
                      </a:lnTo>
                      <a:lnTo>
                        <a:pt x="0" y="19"/>
                      </a:lnTo>
                      <a:lnTo>
                        <a:pt x="454" y="208"/>
                      </a:lnTo>
                      <a:lnTo>
                        <a:pt x="461" y="189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39" name="Freeform 32"/>
              <p:cNvSpPr/>
              <p:nvPr/>
            </p:nvSpPr>
            <p:spPr bwMode="auto">
              <a:xfrm>
                <a:off x="8193961" y="1911190"/>
                <a:ext cx="931451" cy="629153"/>
              </a:xfrm>
              <a:custGeom>
                <a:avLst/>
                <a:gdLst>
                  <a:gd name="T0" fmla="*/ 380 w 465"/>
                  <a:gd name="T1" fmla="*/ 85 h 314"/>
                  <a:gd name="T2" fmla="*/ 332 w 465"/>
                  <a:gd name="T3" fmla="*/ 57 h 314"/>
                  <a:gd name="T4" fmla="*/ 316 w 465"/>
                  <a:gd name="T5" fmla="*/ 0 h 314"/>
                  <a:gd name="T6" fmla="*/ 292 w 465"/>
                  <a:gd name="T7" fmla="*/ 3 h 314"/>
                  <a:gd name="T8" fmla="*/ 295 w 465"/>
                  <a:gd name="T9" fmla="*/ 59 h 314"/>
                  <a:gd name="T10" fmla="*/ 218 w 465"/>
                  <a:gd name="T11" fmla="*/ 68 h 314"/>
                  <a:gd name="T12" fmla="*/ 206 w 465"/>
                  <a:gd name="T13" fmla="*/ 69 h 314"/>
                  <a:gd name="T14" fmla="*/ 131 w 465"/>
                  <a:gd name="T15" fmla="*/ 78 h 314"/>
                  <a:gd name="T16" fmla="*/ 120 w 465"/>
                  <a:gd name="T17" fmla="*/ 23 h 314"/>
                  <a:gd name="T18" fmla="*/ 96 w 465"/>
                  <a:gd name="T19" fmla="*/ 26 h 314"/>
                  <a:gd name="T20" fmla="*/ 94 w 465"/>
                  <a:gd name="T21" fmla="*/ 85 h 314"/>
                  <a:gd name="T22" fmla="*/ 54 w 465"/>
                  <a:gd name="T23" fmla="*/ 123 h 314"/>
                  <a:gd name="T24" fmla="*/ 12 w 465"/>
                  <a:gd name="T25" fmla="*/ 314 h 314"/>
                  <a:gd name="T26" fmla="*/ 232 w 465"/>
                  <a:gd name="T27" fmla="*/ 288 h 314"/>
                  <a:gd name="T28" fmla="*/ 244 w 465"/>
                  <a:gd name="T29" fmla="*/ 286 h 314"/>
                  <a:gd name="T30" fmla="*/ 465 w 465"/>
                  <a:gd name="T31" fmla="*/ 260 h 314"/>
                  <a:gd name="T32" fmla="*/ 380 w 465"/>
                  <a:gd name="T33" fmla="*/ 85 h 3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5" h="314">
                    <a:moveTo>
                      <a:pt x="380" y="85"/>
                    </a:moveTo>
                    <a:cubicBezTo>
                      <a:pt x="329" y="67"/>
                      <a:pt x="352" y="90"/>
                      <a:pt x="332" y="57"/>
                    </a:cubicBezTo>
                    <a:cubicBezTo>
                      <a:pt x="322" y="41"/>
                      <a:pt x="316" y="0"/>
                      <a:pt x="316" y="0"/>
                    </a:cubicBezTo>
                    <a:cubicBezTo>
                      <a:pt x="292" y="3"/>
                      <a:pt x="292" y="3"/>
                      <a:pt x="292" y="3"/>
                    </a:cubicBezTo>
                    <a:cubicBezTo>
                      <a:pt x="295" y="59"/>
                      <a:pt x="295" y="59"/>
                      <a:pt x="295" y="59"/>
                    </a:cubicBezTo>
                    <a:cubicBezTo>
                      <a:pt x="218" y="68"/>
                      <a:pt x="218" y="68"/>
                      <a:pt x="218" y="68"/>
                    </a:cubicBezTo>
                    <a:cubicBezTo>
                      <a:pt x="206" y="69"/>
                      <a:pt x="206" y="69"/>
                      <a:pt x="206" y="69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20" y="23"/>
                      <a:pt x="120" y="23"/>
                      <a:pt x="120" y="23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6"/>
                      <a:pt x="100" y="67"/>
                      <a:pt x="94" y="85"/>
                    </a:cubicBezTo>
                    <a:cubicBezTo>
                      <a:pt x="82" y="121"/>
                      <a:pt x="99" y="94"/>
                      <a:pt x="54" y="123"/>
                    </a:cubicBezTo>
                    <a:cubicBezTo>
                      <a:pt x="9" y="153"/>
                      <a:pt x="0" y="213"/>
                      <a:pt x="12" y="314"/>
                    </a:cubicBezTo>
                    <a:cubicBezTo>
                      <a:pt x="232" y="288"/>
                      <a:pt x="232" y="288"/>
                      <a:pt x="232" y="288"/>
                    </a:cubicBezTo>
                    <a:cubicBezTo>
                      <a:pt x="244" y="286"/>
                      <a:pt x="244" y="286"/>
                      <a:pt x="244" y="286"/>
                    </a:cubicBezTo>
                    <a:cubicBezTo>
                      <a:pt x="465" y="260"/>
                      <a:pt x="465" y="260"/>
                      <a:pt x="465" y="260"/>
                    </a:cubicBezTo>
                    <a:cubicBezTo>
                      <a:pt x="453" y="160"/>
                      <a:pt x="430" y="103"/>
                      <a:pt x="380" y="8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Freeform 33"/>
              <p:cNvSpPr/>
              <p:nvPr/>
            </p:nvSpPr>
            <p:spPr bwMode="auto">
              <a:xfrm>
                <a:off x="8219365" y="2423489"/>
                <a:ext cx="913669" cy="154960"/>
              </a:xfrm>
              <a:custGeom>
                <a:avLst/>
                <a:gdLst>
                  <a:gd name="T0" fmla="*/ 1079 w 1079"/>
                  <a:gd name="T1" fmla="*/ 57 h 183"/>
                  <a:gd name="T2" fmla="*/ 7 w 1079"/>
                  <a:gd name="T3" fmla="*/ 183 h 183"/>
                  <a:gd name="T4" fmla="*/ 0 w 1079"/>
                  <a:gd name="T5" fmla="*/ 126 h 183"/>
                  <a:gd name="T6" fmla="*/ 1072 w 1079"/>
                  <a:gd name="T7" fmla="*/ 0 h 183"/>
                  <a:gd name="T8" fmla="*/ 1079 w 1079"/>
                  <a:gd name="T9" fmla="*/ 57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9" h="183">
                    <a:moveTo>
                      <a:pt x="1079" y="57"/>
                    </a:moveTo>
                    <a:lnTo>
                      <a:pt x="7" y="183"/>
                    </a:lnTo>
                    <a:lnTo>
                      <a:pt x="0" y="126"/>
                    </a:lnTo>
                    <a:lnTo>
                      <a:pt x="1072" y="0"/>
                    </a:lnTo>
                    <a:lnTo>
                      <a:pt x="1079" y="5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Freeform 34"/>
              <p:cNvSpPr/>
              <p:nvPr/>
            </p:nvSpPr>
            <p:spPr bwMode="auto">
              <a:xfrm>
                <a:off x="8453921" y="2072924"/>
                <a:ext cx="382742" cy="385282"/>
              </a:xfrm>
              <a:custGeom>
                <a:avLst/>
                <a:gdLst>
                  <a:gd name="T0" fmla="*/ 5 w 191"/>
                  <a:gd name="T1" fmla="*/ 107 h 192"/>
                  <a:gd name="T2" fmla="*/ 85 w 191"/>
                  <a:gd name="T3" fmla="*/ 6 h 192"/>
                  <a:gd name="T4" fmla="*/ 185 w 191"/>
                  <a:gd name="T5" fmla="*/ 85 h 192"/>
                  <a:gd name="T6" fmla="*/ 106 w 191"/>
                  <a:gd name="T7" fmla="*/ 186 h 192"/>
                  <a:gd name="T8" fmla="*/ 5 w 191"/>
                  <a:gd name="T9" fmla="*/ 107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92">
                    <a:moveTo>
                      <a:pt x="5" y="107"/>
                    </a:moveTo>
                    <a:cubicBezTo>
                      <a:pt x="0" y="57"/>
                      <a:pt x="35" y="12"/>
                      <a:pt x="85" y="6"/>
                    </a:cubicBezTo>
                    <a:cubicBezTo>
                      <a:pt x="135" y="0"/>
                      <a:pt x="180" y="36"/>
                      <a:pt x="185" y="85"/>
                    </a:cubicBezTo>
                    <a:cubicBezTo>
                      <a:pt x="191" y="135"/>
                      <a:pt x="156" y="180"/>
                      <a:pt x="106" y="186"/>
                    </a:cubicBezTo>
                    <a:cubicBezTo>
                      <a:pt x="56" y="192"/>
                      <a:pt x="11" y="156"/>
                      <a:pt x="5" y="107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Freeform 35"/>
              <p:cNvSpPr/>
              <p:nvPr/>
            </p:nvSpPr>
            <p:spPr bwMode="auto">
              <a:xfrm>
                <a:off x="8477631" y="2100868"/>
                <a:ext cx="332782" cy="326855"/>
              </a:xfrm>
              <a:custGeom>
                <a:avLst/>
                <a:gdLst>
                  <a:gd name="T0" fmla="*/ 60 w 166"/>
                  <a:gd name="T1" fmla="*/ 151 h 163"/>
                  <a:gd name="T2" fmla="*/ 79 w 166"/>
                  <a:gd name="T3" fmla="*/ 155 h 163"/>
                  <a:gd name="T4" fmla="*/ 67 w 166"/>
                  <a:gd name="T5" fmla="*/ 163 h 163"/>
                  <a:gd name="T6" fmla="*/ 110 w 166"/>
                  <a:gd name="T7" fmla="*/ 139 h 163"/>
                  <a:gd name="T8" fmla="*/ 118 w 166"/>
                  <a:gd name="T9" fmla="*/ 157 h 163"/>
                  <a:gd name="T10" fmla="*/ 105 w 166"/>
                  <a:gd name="T11" fmla="*/ 152 h 163"/>
                  <a:gd name="T12" fmla="*/ 23 w 166"/>
                  <a:gd name="T13" fmla="*/ 124 h 163"/>
                  <a:gd name="T14" fmla="*/ 37 w 166"/>
                  <a:gd name="T15" fmla="*/ 139 h 163"/>
                  <a:gd name="T16" fmla="*/ 23 w 166"/>
                  <a:gd name="T17" fmla="*/ 138 h 163"/>
                  <a:gd name="T18" fmla="*/ 138 w 166"/>
                  <a:gd name="T19" fmla="*/ 112 h 163"/>
                  <a:gd name="T20" fmla="*/ 155 w 166"/>
                  <a:gd name="T21" fmla="*/ 122 h 163"/>
                  <a:gd name="T22" fmla="*/ 142 w 166"/>
                  <a:gd name="T23" fmla="*/ 126 h 163"/>
                  <a:gd name="T24" fmla="*/ 0 w 166"/>
                  <a:gd name="T25" fmla="*/ 92 h 163"/>
                  <a:gd name="T26" fmla="*/ 10 w 166"/>
                  <a:gd name="T27" fmla="*/ 81 h 163"/>
                  <a:gd name="T28" fmla="*/ 21 w 166"/>
                  <a:gd name="T29" fmla="*/ 90 h 163"/>
                  <a:gd name="T30" fmla="*/ 11 w 166"/>
                  <a:gd name="T31" fmla="*/ 101 h 163"/>
                  <a:gd name="T32" fmla="*/ 146 w 166"/>
                  <a:gd name="T33" fmla="*/ 75 h 163"/>
                  <a:gd name="T34" fmla="*/ 165 w 166"/>
                  <a:gd name="T35" fmla="*/ 72 h 163"/>
                  <a:gd name="T36" fmla="*/ 155 w 166"/>
                  <a:gd name="T37" fmla="*/ 83 h 163"/>
                  <a:gd name="T38" fmla="*/ 15 w 166"/>
                  <a:gd name="T39" fmla="*/ 55 h 163"/>
                  <a:gd name="T40" fmla="*/ 25 w 166"/>
                  <a:gd name="T41" fmla="*/ 38 h 163"/>
                  <a:gd name="T42" fmla="*/ 20 w 166"/>
                  <a:gd name="T43" fmla="*/ 57 h 163"/>
                  <a:gd name="T44" fmla="*/ 129 w 166"/>
                  <a:gd name="T45" fmla="*/ 40 h 163"/>
                  <a:gd name="T46" fmla="*/ 144 w 166"/>
                  <a:gd name="T47" fmla="*/ 26 h 163"/>
                  <a:gd name="T48" fmla="*/ 137 w 166"/>
                  <a:gd name="T49" fmla="*/ 43 h 163"/>
                  <a:gd name="T50" fmla="*/ 44 w 166"/>
                  <a:gd name="T51" fmla="*/ 20 h 163"/>
                  <a:gd name="T52" fmla="*/ 62 w 166"/>
                  <a:gd name="T53" fmla="*/ 12 h 163"/>
                  <a:gd name="T54" fmla="*/ 57 w 166"/>
                  <a:gd name="T55" fmla="*/ 25 h 163"/>
                  <a:gd name="T56" fmla="*/ 44 w 166"/>
                  <a:gd name="T57" fmla="*/ 20 h 163"/>
                  <a:gd name="T58" fmla="*/ 96 w 166"/>
                  <a:gd name="T59" fmla="*/ 21 h 163"/>
                  <a:gd name="T60" fmla="*/ 100 w 166"/>
                  <a:gd name="T61" fmla="*/ 1 h 163"/>
                  <a:gd name="T62" fmla="*/ 98 w 166"/>
                  <a:gd name="T63" fmla="*/ 21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6" h="163">
                    <a:moveTo>
                      <a:pt x="67" y="163"/>
                    </a:moveTo>
                    <a:cubicBezTo>
                      <a:pt x="62" y="162"/>
                      <a:pt x="59" y="157"/>
                      <a:pt x="60" y="151"/>
                    </a:cubicBezTo>
                    <a:cubicBezTo>
                      <a:pt x="61" y="146"/>
                      <a:pt x="66" y="142"/>
                      <a:pt x="71" y="143"/>
                    </a:cubicBezTo>
                    <a:cubicBezTo>
                      <a:pt x="77" y="144"/>
                      <a:pt x="80" y="150"/>
                      <a:pt x="79" y="155"/>
                    </a:cubicBezTo>
                    <a:cubicBezTo>
                      <a:pt x="78" y="160"/>
                      <a:pt x="74" y="163"/>
                      <a:pt x="69" y="163"/>
                    </a:cubicBezTo>
                    <a:cubicBezTo>
                      <a:pt x="69" y="163"/>
                      <a:pt x="68" y="163"/>
                      <a:pt x="67" y="163"/>
                    </a:cubicBezTo>
                    <a:close/>
                    <a:moveTo>
                      <a:pt x="105" y="152"/>
                    </a:moveTo>
                    <a:cubicBezTo>
                      <a:pt x="103" y="147"/>
                      <a:pt x="105" y="141"/>
                      <a:pt x="110" y="139"/>
                    </a:cubicBezTo>
                    <a:cubicBezTo>
                      <a:pt x="115" y="136"/>
                      <a:pt x="121" y="139"/>
                      <a:pt x="123" y="144"/>
                    </a:cubicBezTo>
                    <a:cubicBezTo>
                      <a:pt x="125" y="149"/>
                      <a:pt x="123" y="155"/>
                      <a:pt x="118" y="157"/>
                    </a:cubicBezTo>
                    <a:cubicBezTo>
                      <a:pt x="117" y="158"/>
                      <a:pt x="115" y="158"/>
                      <a:pt x="114" y="158"/>
                    </a:cubicBezTo>
                    <a:cubicBezTo>
                      <a:pt x="110" y="158"/>
                      <a:pt x="107" y="156"/>
                      <a:pt x="105" y="152"/>
                    </a:cubicBezTo>
                    <a:close/>
                    <a:moveTo>
                      <a:pt x="23" y="138"/>
                    </a:moveTo>
                    <a:cubicBezTo>
                      <a:pt x="19" y="134"/>
                      <a:pt x="19" y="128"/>
                      <a:pt x="23" y="124"/>
                    </a:cubicBezTo>
                    <a:cubicBezTo>
                      <a:pt x="28" y="120"/>
                      <a:pt x="34" y="121"/>
                      <a:pt x="38" y="125"/>
                    </a:cubicBezTo>
                    <a:cubicBezTo>
                      <a:pt x="41" y="129"/>
                      <a:pt x="41" y="135"/>
                      <a:pt x="37" y="139"/>
                    </a:cubicBezTo>
                    <a:cubicBezTo>
                      <a:pt x="35" y="140"/>
                      <a:pt x="33" y="141"/>
                      <a:pt x="30" y="141"/>
                    </a:cubicBezTo>
                    <a:cubicBezTo>
                      <a:pt x="28" y="141"/>
                      <a:pt x="25" y="140"/>
                      <a:pt x="23" y="138"/>
                    </a:cubicBezTo>
                    <a:close/>
                    <a:moveTo>
                      <a:pt x="142" y="126"/>
                    </a:moveTo>
                    <a:cubicBezTo>
                      <a:pt x="137" y="123"/>
                      <a:pt x="135" y="117"/>
                      <a:pt x="138" y="112"/>
                    </a:cubicBezTo>
                    <a:cubicBezTo>
                      <a:pt x="141" y="108"/>
                      <a:pt x="147" y="106"/>
                      <a:pt x="152" y="109"/>
                    </a:cubicBezTo>
                    <a:cubicBezTo>
                      <a:pt x="156" y="111"/>
                      <a:pt x="158" y="117"/>
                      <a:pt x="155" y="122"/>
                    </a:cubicBezTo>
                    <a:cubicBezTo>
                      <a:pt x="154" y="126"/>
                      <a:pt x="150" y="127"/>
                      <a:pt x="147" y="127"/>
                    </a:cubicBezTo>
                    <a:cubicBezTo>
                      <a:pt x="145" y="127"/>
                      <a:pt x="143" y="127"/>
                      <a:pt x="142" y="126"/>
                    </a:cubicBezTo>
                    <a:close/>
                    <a:moveTo>
                      <a:pt x="1" y="92"/>
                    </a:move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86"/>
                      <a:pt x="4" y="81"/>
                      <a:pt x="10" y="81"/>
                    </a:cubicBezTo>
                    <a:cubicBezTo>
                      <a:pt x="15" y="80"/>
                      <a:pt x="20" y="84"/>
                      <a:pt x="21" y="89"/>
                    </a:cubicBezTo>
                    <a:cubicBezTo>
                      <a:pt x="21" y="90"/>
                      <a:pt x="21" y="90"/>
                      <a:pt x="21" y="90"/>
                    </a:cubicBezTo>
                    <a:cubicBezTo>
                      <a:pt x="22" y="95"/>
                      <a:pt x="18" y="100"/>
                      <a:pt x="13" y="101"/>
                    </a:cubicBezTo>
                    <a:cubicBezTo>
                      <a:pt x="12" y="101"/>
                      <a:pt x="11" y="101"/>
                      <a:pt x="11" y="101"/>
                    </a:cubicBezTo>
                    <a:cubicBezTo>
                      <a:pt x="6" y="101"/>
                      <a:pt x="1" y="97"/>
                      <a:pt x="1" y="92"/>
                    </a:cubicBezTo>
                    <a:close/>
                    <a:moveTo>
                      <a:pt x="146" y="75"/>
                    </a:moveTo>
                    <a:cubicBezTo>
                      <a:pt x="145" y="69"/>
                      <a:pt x="149" y="64"/>
                      <a:pt x="154" y="63"/>
                    </a:cubicBezTo>
                    <a:cubicBezTo>
                      <a:pt x="160" y="63"/>
                      <a:pt x="165" y="67"/>
                      <a:pt x="165" y="72"/>
                    </a:cubicBezTo>
                    <a:cubicBezTo>
                      <a:pt x="166" y="78"/>
                      <a:pt x="162" y="83"/>
                      <a:pt x="157" y="83"/>
                    </a:cubicBezTo>
                    <a:cubicBezTo>
                      <a:pt x="156" y="83"/>
                      <a:pt x="156" y="83"/>
                      <a:pt x="155" y="83"/>
                    </a:cubicBezTo>
                    <a:cubicBezTo>
                      <a:pt x="150" y="83"/>
                      <a:pt x="146" y="80"/>
                      <a:pt x="146" y="75"/>
                    </a:cubicBezTo>
                    <a:close/>
                    <a:moveTo>
                      <a:pt x="15" y="55"/>
                    </a:moveTo>
                    <a:cubicBezTo>
                      <a:pt x="10" y="53"/>
                      <a:pt x="9" y="46"/>
                      <a:pt x="11" y="42"/>
                    </a:cubicBezTo>
                    <a:cubicBezTo>
                      <a:pt x="14" y="37"/>
                      <a:pt x="20" y="35"/>
                      <a:pt x="25" y="38"/>
                    </a:cubicBezTo>
                    <a:cubicBezTo>
                      <a:pt x="30" y="41"/>
                      <a:pt x="32" y="47"/>
                      <a:pt x="29" y="51"/>
                    </a:cubicBezTo>
                    <a:cubicBezTo>
                      <a:pt x="27" y="55"/>
                      <a:pt x="24" y="57"/>
                      <a:pt x="20" y="57"/>
                    </a:cubicBezTo>
                    <a:cubicBezTo>
                      <a:pt x="18" y="57"/>
                      <a:pt x="17" y="56"/>
                      <a:pt x="15" y="55"/>
                    </a:cubicBezTo>
                    <a:close/>
                    <a:moveTo>
                      <a:pt x="129" y="40"/>
                    </a:moveTo>
                    <a:cubicBezTo>
                      <a:pt x="126" y="36"/>
                      <a:pt x="126" y="29"/>
                      <a:pt x="130" y="25"/>
                    </a:cubicBezTo>
                    <a:cubicBezTo>
                      <a:pt x="134" y="22"/>
                      <a:pt x="140" y="22"/>
                      <a:pt x="144" y="26"/>
                    </a:cubicBezTo>
                    <a:cubicBezTo>
                      <a:pt x="148" y="30"/>
                      <a:pt x="148" y="36"/>
                      <a:pt x="143" y="40"/>
                    </a:cubicBezTo>
                    <a:cubicBezTo>
                      <a:pt x="142" y="42"/>
                      <a:pt x="139" y="43"/>
                      <a:pt x="137" y="43"/>
                    </a:cubicBezTo>
                    <a:cubicBezTo>
                      <a:pt x="134" y="43"/>
                      <a:pt x="131" y="42"/>
                      <a:pt x="129" y="40"/>
                    </a:cubicBezTo>
                    <a:close/>
                    <a:moveTo>
                      <a:pt x="44" y="20"/>
                    </a:moveTo>
                    <a:cubicBezTo>
                      <a:pt x="42" y="15"/>
                      <a:pt x="44" y="9"/>
                      <a:pt x="49" y="7"/>
                    </a:cubicBezTo>
                    <a:cubicBezTo>
                      <a:pt x="54" y="5"/>
                      <a:pt x="60" y="7"/>
                      <a:pt x="62" y="12"/>
                    </a:cubicBezTo>
                    <a:cubicBezTo>
                      <a:pt x="64" y="17"/>
                      <a:pt x="62" y="21"/>
                      <a:pt x="57" y="25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6" y="25"/>
                      <a:pt x="54" y="26"/>
                      <a:pt x="53" y="26"/>
                    </a:cubicBezTo>
                    <a:cubicBezTo>
                      <a:pt x="49" y="26"/>
                      <a:pt x="46" y="24"/>
                      <a:pt x="44" y="20"/>
                    </a:cubicBezTo>
                    <a:close/>
                    <a:moveTo>
                      <a:pt x="96" y="21"/>
                    </a:moveTo>
                    <a:cubicBezTo>
                      <a:pt x="96" y="21"/>
                      <a:pt x="96" y="21"/>
                      <a:pt x="96" y="21"/>
                    </a:cubicBezTo>
                    <a:cubicBezTo>
                      <a:pt x="90" y="20"/>
                      <a:pt x="87" y="14"/>
                      <a:pt x="88" y="9"/>
                    </a:cubicBezTo>
                    <a:cubicBezTo>
                      <a:pt x="89" y="3"/>
                      <a:pt x="94" y="0"/>
                      <a:pt x="100" y="1"/>
                    </a:cubicBezTo>
                    <a:cubicBezTo>
                      <a:pt x="105" y="2"/>
                      <a:pt x="108" y="7"/>
                      <a:pt x="107" y="13"/>
                    </a:cubicBezTo>
                    <a:cubicBezTo>
                      <a:pt x="106" y="18"/>
                      <a:pt x="102" y="21"/>
                      <a:pt x="98" y="21"/>
                    </a:cubicBezTo>
                    <a:cubicBezTo>
                      <a:pt x="97" y="21"/>
                      <a:pt x="96" y="21"/>
                      <a:pt x="96" y="2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Freeform 36"/>
              <p:cNvSpPr/>
              <p:nvPr/>
            </p:nvSpPr>
            <p:spPr bwMode="auto">
              <a:xfrm>
                <a:off x="8525897" y="2147440"/>
                <a:ext cx="238790" cy="236250"/>
              </a:xfrm>
              <a:custGeom>
                <a:avLst/>
                <a:gdLst>
                  <a:gd name="T0" fmla="*/ 4 w 119"/>
                  <a:gd name="T1" fmla="*/ 66 h 118"/>
                  <a:gd name="T2" fmla="*/ 53 w 119"/>
                  <a:gd name="T3" fmla="*/ 3 h 118"/>
                  <a:gd name="T4" fmla="*/ 115 w 119"/>
                  <a:gd name="T5" fmla="*/ 53 h 118"/>
                  <a:gd name="T6" fmla="*/ 66 w 119"/>
                  <a:gd name="T7" fmla="*/ 115 h 118"/>
                  <a:gd name="T8" fmla="*/ 4 w 119"/>
                  <a:gd name="T9" fmla="*/ 66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118">
                    <a:moveTo>
                      <a:pt x="4" y="66"/>
                    </a:moveTo>
                    <a:cubicBezTo>
                      <a:pt x="0" y="35"/>
                      <a:pt x="22" y="7"/>
                      <a:pt x="53" y="3"/>
                    </a:cubicBezTo>
                    <a:cubicBezTo>
                      <a:pt x="84" y="0"/>
                      <a:pt x="111" y="22"/>
                      <a:pt x="115" y="53"/>
                    </a:cubicBezTo>
                    <a:cubicBezTo>
                      <a:pt x="119" y="83"/>
                      <a:pt x="97" y="111"/>
                      <a:pt x="66" y="115"/>
                    </a:cubicBezTo>
                    <a:cubicBezTo>
                      <a:pt x="35" y="118"/>
                      <a:pt x="8" y="96"/>
                      <a:pt x="4" y="66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Freeform 37"/>
              <p:cNvSpPr/>
              <p:nvPr/>
            </p:nvSpPr>
            <p:spPr bwMode="auto">
              <a:xfrm>
                <a:off x="8121139" y="1773166"/>
                <a:ext cx="975483" cy="321774"/>
              </a:xfrm>
              <a:custGeom>
                <a:avLst/>
                <a:gdLst>
                  <a:gd name="T0" fmla="*/ 118 w 487"/>
                  <a:gd name="T1" fmla="*/ 149 h 161"/>
                  <a:gd name="T2" fmla="*/ 112 w 487"/>
                  <a:gd name="T3" fmla="*/ 98 h 161"/>
                  <a:gd name="T4" fmla="*/ 377 w 487"/>
                  <a:gd name="T5" fmla="*/ 67 h 161"/>
                  <a:gd name="T6" fmla="*/ 383 w 487"/>
                  <a:gd name="T7" fmla="*/ 118 h 161"/>
                  <a:gd name="T8" fmla="*/ 487 w 487"/>
                  <a:gd name="T9" fmla="*/ 105 h 161"/>
                  <a:gd name="T10" fmla="*/ 486 w 487"/>
                  <a:gd name="T11" fmla="*/ 87 h 161"/>
                  <a:gd name="T12" fmla="*/ 384 w 487"/>
                  <a:gd name="T13" fmla="*/ 6 h 161"/>
                  <a:gd name="T14" fmla="*/ 86 w 487"/>
                  <a:gd name="T15" fmla="*/ 41 h 161"/>
                  <a:gd name="T16" fmla="*/ 6 w 487"/>
                  <a:gd name="T17" fmla="*/ 143 h 161"/>
                  <a:gd name="T18" fmla="*/ 10 w 487"/>
                  <a:gd name="T19" fmla="*/ 161 h 161"/>
                  <a:gd name="T20" fmla="*/ 118 w 487"/>
                  <a:gd name="T21" fmla="*/ 149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7" h="161">
                    <a:moveTo>
                      <a:pt x="118" y="149"/>
                    </a:moveTo>
                    <a:cubicBezTo>
                      <a:pt x="112" y="98"/>
                      <a:pt x="112" y="98"/>
                      <a:pt x="112" y="98"/>
                    </a:cubicBezTo>
                    <a:cubicBezTo>
                      <a:pt x="377" y="67"/>
                      <a:pt x="377" y="67"/>
                      <a:pt x="377" y="67"/>
                    </a:cubicBezTo>
                    <a:cubicBezTo>
                      <a:pt x="383" y="118"/>
                      <a:pt x="383" y="118"/>
                      <a:pt x="383" y="118"/>
                    </a:cubicBezTo>
                    <a:cubicBezTo>
                      <a:pt x="487" y="105"/>
                      <a:pt x="487" y="105"/>
                      <a:pt x="487" y="105"/>
                    </a:cubicBezTo>
                    <a:cubicBezTo>
                      <a:pt x="487" y="99"/>
                      <a:pt x="487" y="93"/>
                      <a:pt x="486" y="87"/>
                    </a:cubicBezTo>
                    <a:cubicBezTo>
                      <a:pt x="480" y="36"/>
                      <a:pt x="435" y="0"/>
                      <a:pt x="384" y="6"/>
                    </a:cubicBezTo>
                    <a:cubicBezTo>
                      <a:pt x="86" y="41"/>
                      <a:pt x="86" y="41"/>
                      <a:pt x="86" y="41"/>
                    </a:cubicBezTo>
                    <a:cubicBezTo>
                      <a:pt x="36" y="47"/>
                      <a:pt x="0" y="93"/>
                      <a:pt x="6" y="143"/>
                    </a:cubicBezTo>
                    <a:cubicBezTo>
                      <a:pt x="6" y="149"/>
                      <a:pt x="8" y="156"/>
                      <a:pt x="10" y="161"/>
                    </a:cubicBezTo>
                    <a:lnTo>
                      <a:pt x="118" y="149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Freeform 38"/>
              <p:cNvSpPr/>
              <p:nvPr/>
            </p:nvSpPr>
            <p:spPr bwMode="auto">
              <a:xfrm>
                <a:off x="8131300" y="2012803"/>
                <a:ext cx="226935" cy="82137"/>
              </a:xfrm>
              <a:custGeom>
                <a:avLst/>
                <a:gdLst>
                  <a:gd name="T0" fmla="*/ 0 w 113"/>
                  <a:gd name="T1" fmla="*/ 12 h 41"/>
                  <a:gd name="T2" fmla="*/ 1 w 113"/>
                  <a:gd name="T3" fmla="*/ 23 h 41"/>
                  <a:gd name="T4" fmla="*/ 5 w 113"/>
                  <a:gd name="T5" fmla="*/ 41 h 41"/>
                  <a:gd name="T6" fmla="*/ 113 w 113"/>
                  <a:gd name="T7" fmla="*/ 29 h 41"/>
                  <a:gd name="T8" fmla="*/ 109 w 113"/>
                  <a:gd name="T9" fmla="*/ 0 h 41"/>
                  <a:gd name="T10" fmla="*/ 0 w 113"/>
                  <a:gd name="T11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3" h="41">
                    <a:moveTo>
                      <a:pt x="0" y="12"/>
                    </a:moveTo>
                    <a:cubicBezTo>
                      <a:pt x="0" y="16"/>
                      <a:pt x="0" y="20"/>
                      <a:pt x="1" y="23"/>
                    </a:cubicBezTo>
                    <a:cubicBezTo>
                      <a:pt x="1" y="29"/>
                      <a:pt x="3" y="36"/>
                      <a:pt x="5" y="41"/>
                    </a:cubicBezTo>
                    <a:cubicBezTo>
                      <a:pt x="113" y="29"/>
                      <a:pt x="113" y="29"/>
                      <a:pt x="113" y="29"/>
                    </a:cubicBezTo>
                    <a:cubicBezTo>
                      <a:pt x="109" y="0"/>
                      <a:pt x="109" y="0"/>
                      <a:pt x="109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Freeform 39"/>
              <p:cNvSpPr/>
              <p:nvPr/>
            </p:nvSpPr>
            <p:spPr bwMode="auto">
              <a:xfrm>
                <a:off x="8880695" y="1924739"/>
                <a:ext cx="215927" cy="84677"/>
              </a:xfrm>
              <a:custGeom>
                <a:avLst/>
                <a:gdLst>
                  <a:gd name="T0" fmla="*/ 0 w 108"/>
                  <a:gd name="T1" fmla="*/ 13 h 42"/>
                  <a:gd name="T2" fmla="*/ 4 w 108"/>
                  <a:gd name="T3" fmla="*/ 42 h 42"/>
                  <a:gd name="T4" fmla="*/ 108 w 108"/>
                  <a:gd name="T5" fmla="*/ 29 h 42"/>
                  <a:gd name="T6" fmla="*/ 107 w 108"/>
                  <a:gd name="T7" fmla="*/ 11 h 42"/>
                  <a:gd name="T8" fmla="*/ 106 w 108"/>
                  <a:gd name="T9" fmla="*/ 0 h 42"/>
                  <a:gd name="T10" fmla="*/ 0 w 108"/>
                  <a:gd name="T11" fmla="*/ 1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8" h="42">
                    <a:moveTo>
                      <a:pt x="0" y="13"/>
                    </a:moveTo>
                    <a:cubicBezTo>
                      <a:pt x="4" y="42"/>
                      <a:pt x="4" y="42"/>
                      <a:pt x="4" y="42"/>
                    </a:cubicBezTo>
                    <a:cubicBezTo>
                      <a:pt x="108" y="29"/>
                      <a:pt x="108" y="29"/>
                      <a:pt x="108" y="29"/>
                    </a:cubicBezTo>
                    <a:cubicBezTo>
                      <a:pt x="108" y="23"/>
                      <a:pt x="108" y="17"/>
                      <a:pt x="107" y="11"/>
                    </a:cubicBezTo>
                    <a:cubicBezTo>
                      <a:pt x="107" y="7"/>
                      <a:pt x="106" y="4"/>
                      <a:pt x="106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Freeform 40"/>
              <p:cNvSpPr/>
              <p:nvPr/>
            </p:nvSpPr>
            <p:spPr bwMode="auto">
              <a:xfrm>
                <a:off x="10869767" y="4669133"/>
                <a:ext cx="538548" cy="258266"/>
              </a:xfrm>
              <a:custGeom>
                <a:avLst/>
                <a:gdLst>
                  <a:gd name="T0" fmla="*/ 264 w 269"/>
                  <a:gd name="T1" fmla="*/ 129 h 129"/>
                  <a:gd name="T2" fmla="*/ 267 w 269"/>
                  <a:gd name="T3" fmla="*/ 120 h 129"/>
                  <a:gd name="T4" fmla="*/ 266 w 269"/>
                  <a:gd name="T5" fmla="*/ 95 h 129"/>
                  <a:gd name="T6" fmla="*/ 261 w 269"/>
                  <a:gd name="T7" fmla="*/ 82 h 129"/>
                  <a:gd name="T8" fmla="*/ 251 w 269"/>
                  <a:gd name="T9" fmla="*/ 70 h 129"/>
                  <a:gd name="T10" fmla="*/ 210 w 269"/>
                  <a:gd name="T11" fmla="*/ 56 h 129"/>
                  <a:gd name="T12" fmla="*/ 167 w 269"/>
                  <a:gd name="T13" fmla="*/ 23 h 129"/>
                  <a:gd name="T14" fmla="*/ 155 w 269"/>
                  <a:gd name="T15" fmla="*/ 25 h 129"/>
                  <a:gd name="T16" fmla="*/ 146 w 269"/>
                  <a:gd name="T17" fmla="*/ 13 h 129"/>
                  <a:gd name="T18" fmla="*/ 136 w 269"/>
                  <a:gd name="T19" fmla="*/ 6 h 129"/>
                  <a:gd name="T20" fmla="*/ 113 w 269"/>
                  <a:gd name="T21" fmla="*/ 0 h 129"/>
                  <a:gd name="T22" fmla="*/ 80 w 269"/>
                  <a:gd name="T23" fmla="*/ 15 h 129"/>
                  <a:gd name="T24" fmla="*/ 67 w 269"/>
                  <a:gd name="T25" fmla="*/ 48 h 129"/>
                  <a:gd name="T26" fmla="*/ 68 w 269"/>
                  <a:gd name="T27" fmla="*/ 58 h 129"/>
                  <a:gd name="T28" fmla="*/ 65 w 269"/>
                  <a:gd name="T29" fmla="*/ 57 h 129"/>
                  <a:gd name="T30" fmla="*/ 36 w 269"/>
                  <a:gd name="T31" fmla="*/ 89 h 129"/>
                  <a:gd name="T32" fmla="*/ 17 w 269"/>
                  <a:gd name="T33" fmla="*/ 98 h 129"/>
                  <a:gd name="T34" fmla="*/ 0 w 269"/>
                  <a:gd name="T35" fmla="*/ 125 h 129"/>
                  <a:gd name="T36" fmla="*/ 264 w 269"/>
                  <a:gd name="T37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9" h="129">
                    <a:moveTo>
                      <a:pt x="264" y="129"/>
                    </a:moveTo>
                    <a:cubicBezTo>
                      <a:pt x="265" y="126"/>
                      <a:pt x="266" y="123"/>
                      <a:pt x="267" y="120"/>
                    </a:cubicBezTo>
                    <a:cubicBezTo>
                      <a:pt x="269" y="112"/>
                      <a:pt x="269" y="104"/>
                      <a:pt x="266" y="95"/>
                    </a:cubicBezTo>
                    <a:cubicBezTo>
                      <a:pt x="265" y="90"/>
                      <a:pt x="263" y="86"/>
                      <a:pt x="261" y="82"/>
                    </a:cubicBezTo>
                    <a:cubicBezTo>
                      <a:pt x="258" y="78"/>
                      <a:pt x="255" y="74"/>
                      <a:pt x="251" y="70"/>
                    </a:cubicBezTo>
                    <a:cubicBezTo>
                      <a:pt x="240" y="60"/>
                      <a:pt x="225" y="55"/>
                      <a:pt x="210" y="56"/>
                    </a:cubicBezTo>
                    <a:cubicBezTo>
                      <a:pt x="205" y="37"/>
                      <a:pt x="187" y="23"/>
                      <a:pt x="167" y="23"/>
                    </a:cubicBezTo>
                    <a:cubicBezTo>
                      <a:pt x="163" y="23"/>
                      <a:pt x="159" y="23"/>
                      <a:pt x="155" y="25"/>
                    </a:cubicBezTo>
                    <a:cubicBezTo>
                      <a:pt x="153" y="20"/>
                      <a:pt x="150" y="16"/>
                      <a:pt x="146" y="13"/>
                    </a:cubicBezTo>
                    <a:cubicBezTo>
                      <a:pt x="143" y="11"/>
                      <a:pt x="139" y="8"/>
                      <a:pt x="136" y="6"/>
                    </a:cubicBezTo>
                    <a:cubicBezTo>
                      <a:pt x="129" y="2"/>
                      <a:pt x="121" y="0"/>
                      <a:pt x="113" y="0"/>
                    </a:cubicBezTo>
                    <a:cubicBezTo>
                      <a:pt x="100" y="0"/>
                      <a:pt x="88" y="6"/>
                      <a:pt x="80" y="15"/>
                    </a:cubicBezTo>
                    <a:cubicBezTo>
                      <a:pt x="71" y="24"/>
                      <a:pt x="66" y="36"/>
                      <a:pt x="67" y="48"/>
                    </a:cubicBezTo>
                    <a:cubicBezTo>
                      <a:pt x="67" y="51"/>
                      <a:pt x="67" y="54"/>
                      <a:pt x="68" y="58"/>
                    </a:cubicBezTo>
                    <a:cubicBezTo>
                      <a:pt x="67" y="57"/>
                      <a:pt x="66" y="57"/>
                      <a:pt x="65" y="57"/>
                    </a:cubicBezTo>
                    <a:cubicBezTo>
                      <a:pt x="44" y="57"/>
                      <a:pt x="35" y="73"/>
                      <a:pt x="36" y="89"/>
                    </a:cubicBezTo>
                    <a:cubicBezTo>
                      <a:pt x="29" y="91"/>
                      <a:pt x="23" y="93"/>
                      <a:pt x="17" y="98"/>
                    </a:cubicBezTo>
                    <a:cubicBezTo>
                      <a:pt x="8" y="105"/>
                      <a:pt x="1" y="115"/>
                      <a:pt x="0" y="125"/>
                    </a:cubicBezTo>
                    <a:lnTo>
                      <a:pt x="264" y="129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Freeform 41"/>
              <p:cNvSpPr/>
              <p:nvPr/>
            </p:nvSpPr>
            <p:spPr bwMode="auto">
              <a:xfrm>
                <a:off x="9697832" y="5260181"/>
                <a:ext cx="398830" cy="398831"/>
              </a:xfrm>
              <a:custGeom>
                <a:avLst/>
                <a:gdLst>
                  <a:gd name="T0" fmla="*/ 127 w 199"/>
                  <a:gd name="T1" fmla="*/ 183 h 199"/>
                  <a:gd name="T2" fmla="*/ 15 w 199"/>
                  <a:gd name="T3" fmla="*/ 127 h 199"/>
                  <a:gd name="T4" fmla="*/ 71 w 199"/>
                  <a:gd name="T5" fmla="*/ 15 h 199"/>
                  <a:gd name="T6" fmla="*/ 183 w 199"/>
                  <a:gd name="T7" fmla="*/ 71 h 199"/>
                  <a:gd name="T8" fmla="*/ 127 w 199"/>
                  <a:gd name="T9" fmla="*/ 183 h 199"/>
                  <a:gd name="T10" fmla="*/ 76 w 199"/>
                  <a:gd name="T11" fmla="*/ 32 h 199"/>
                  <a:gd name="T12" fmla="*/ 32 w 199"/>
                  <a:gd name="T13" fmla="*/ 122 h 199"/>
                  <a:gd name="T14" fmla="*/ 122 w 199"/>
                  <a:gd name="T15" fmla="*/ 167 h 199"/>
                  <a:gd name="T16" fmla="*/ 166 w 199"/>
                  <a:gd name="T17" fmla="*/ 77 h 199"/>
                  <a:gd name="T18" fmla="*/ 76 w 199"/>
                  <a:gd name="T19" fmla="*/ 3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9" h="199">
                    <a:moveTo>
                      <a:pt x="127" y="183"/>
                    </a:moveTo>
                    <a:cubicBezTo>
                      <a:pt x="81" y="199"/>
                      <a:pt x="31" y="174"/>
                      <a:pt x="15" y="127"/>
                    </a:cubicBezTo>
                    <a:cubicBezTo>
                      <a:pt x="0" y="81"/>
                      <a:pt x="25" y="31"/>
                      <a:pt x="71" y="15"/>
                    </a:cubicBezTo>
                    <a:cubicBezTo>
                      <a:pt x="117" y="0"/>
                      <a:pt x="167" y="25"/>
                      <a:pt x="183" y="71"/>
                    </a:cubicBezTo>
                    <a:cubicBezTo>
                      <a:pt x="199" y="117"/>
                      <a:pt x="174" y="167"/>
                      <a:pt x="127" y="183"/>
                    </a:cubicBezTo>
                    <a:close/>
                    <a:moveTo>
                      <a:pt x="76" y="32"/>
                    </a:moveTo>
                    <a:cubicBezTo>
                      <a:pt x="39" y="44"/>
                      <a:pt x="19" y="85"/>
                      <a:pt x="32" y="122"/>
                    </a:cubicBezTo>
                    <a:cubicBezTo>
                      <a:pt x="44" y="159"/>
                      <a:pt x="85" y="179"/>
                      <a:pt x="122" y="167"/>
                    </a:cubicBezTo>
                    <a:cubicBezTo>
                      <a:pt x="159" y="154"/>
                      <a:pt x="179" y="114"/>
                      <a:pt x="166" y="77"/>
                    </a:cubicBezTo>
                    <a:cubicBezTo>
                      <a:pt x="154" y="39"/>
                      <a:pt x="114" y="19"/>
                      <a:pt x="76" y="32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Freeform 42"/>
              <p:cNvSpPr/>
              <p:nvPr/>
            </p:nvSpPr>
            <p:spPr bwMode="auto">
              <a:xfrm>
                <a:off x="9800291" y="5354173"/>
                <a:ext cx="202379" cy="204073"/>
              </a:xfrm>
              <a:custGeom>
                <a:avLst/>
                <a:gdLst>
                  <a:gd name="T0" fmla="*/ 88 w 101"/>
                  <a:gd name="T1" fmla="*/ 28 h 102"/>
                  <a:gd name="T2" fmla="*/ 56 w 101"/>
                  <a:gd name="T3" fmla="*/ 39 h 102"/>
                  <a:gd name="T4" fmla="*/ 45 w 101"/>
                  <a:gd name="T5" fmla="*/ 8 h 102"/>
                  <a:gd name="T6" fmla="*/ 33 w 101"/>
                  <a:gd name="T7" fmla="*/ 2 h 102"/>
                  <a:gd name="T8" fmla="*/ 27 w 101"/>
                  <a:gd name="T9" fmla="*/ 14 h 102"/>
                  <a:gd name="T10" fmla="*/ 37 w 101"/>
                  <a:gd name="T11" fmla="*/ 45 h 102"/>
                  <a:gd name="T12" fmla="*/ 7 w 101"/>
                  <a:gd name="T13" fmla="*/ 55 h 102"/>
                  <a:gd name="T14" fmla="*/ 1 w 101"/>
                  <a:gd name="T15" fmla="*/ 67 h 102"/>
                  <a:gd name="T16" fmla="*/ 13 w 101"/>
                  <a:gd name="T17" fmla="*/ 73 h 102"/>
                  <a:gd name="T18" fmla="*/ 44 w 101"/>
                  <a:gd name="T19" fmla="*/ 63 h 102"/>
                  <a:gd name="T20" fmla="*/ 54 w 101"/>
                  <a:gd name="T21" fmla="*/ 94 h 102"/>
                  <a:gd name="T22" fmla="*/ 66 w 101"/>
                  <a:gd name="T23" fmla="*/ 100 h 102"/>
                  <a:gd name="T24" fmla="*/ 72 w 101"/>
                  <a:gd name="T25" fmla="*/ 88 h 102"/>
                  <a:gd name="T26" fmla="*/ 62 w 101"/>
                  <a:gd name="T27" fmla="*/ 57 h 102"/>
                  <a:gd name="T28" fmla="*/ 94 w 101"/>
                  <a:gd name="T29" fmla="*/ 46 h 102"/>
                  <a:gd name="T30" fmla="*/ 100 w 101"/>
                  <a:gd name="T31" fmla="*/ 34 h 102"/>
                  <a:gd name="T32" fmla="*/ 88 w 101"/>
                  <a:gd name="T33" fmla="*/ 28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1" h="102">
                    <a:moveTo>
                      <a:pt x="88" y="28"/>
                    </a:moveTo>
                    <a:cubicBezTo>
                      <a:pt x="56" y="39"/>
                      <a:pt x="56" y="39"/>
                      <a:pt x="56" y="39"/>
                    </a:cubicBezTo>
                    <a:cubicBezTo>
                      <a:pt x="45" y="8"/>
                      <a:pt x="45" y="8"/>
                      <a:pt x="45" y="8"/>
                    </a:cubicBezTo>
                    <a:cubicBezTo>
                      <a:pt x="43" y="3"/>
                      <a:pt x="38" y="0"/>
                      <a:pt x="33" y="2"/>
                    </a:cubicBezTo>
                    <a:cubicBezTo>
                      <a:pt x="28" y="3"/>
                      <a:pt x="25" y="9"/>
                      <a:pt x="27" y="14"/>
                    </a:cubicBezTo>
                    <a:cubicBezTo>
                      <a:pt x="37" y="45"/>
                      <a:pt x="37" y="45"/>
                      <a:pt x="37" y="45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2" y="57"/>
                      <a:pt x="0" y="62"/>
                      <a:pt x="1" y="67"/>
                    </a:cubicBezTo>
                    <a:cubicBezTo>
                      <a:pt x="3" y="72"/>
                      <a:pt x="8" y="75"/>
                      <a:pt x="13" y="73"/>
                    </a:cubicBezTo>
                    <a:cubicBezTo>
                      <a:pt x="44" y="63"/>
                      <a:pt x="44" y="63"/>
                      <a:pt x="44" y="63"/>
                    </a:cubicBezTo>
                    <a:cubicBezTo>
                      <a:pt x="54" y="94"/>
                      <a:pt x="54" y="94"/>
                      <a:pt x="54" y="94"/>
                    </a:cubicBezTo>
                    <a:cubicBezTo>
                      <a:pt x="56" y="99"/>
                      <a:pt x="61" y="102"/>
                      <a:pt x="66" y="100"/>
                    </a:cubicBezTo>
                    <a:cubicBezTo>
                      <a:pt x="71" y="98"/>
                      <a:pt x="74" y="93"/>
                      <a:pt x="72" y="88"/>
                    </a:cubicBezTo>
                    <a:cubicBezTo>
                      <a:pt x="62" y="57"/>
                      <a:pt x="62" y="57"/>
                      <a:pt x="62" y="57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9" y="45"/>
                      <a:pt x="101" y="39"/>
                      <a:pt x="100" y="34"/>
                    </a:cubicBezTo>
                    <a:cubicBezTo>
                      <a:pt x="98" y="29"/>
                      <a:pt x="92" y="26"/>
                      <a:pt x="88" y="28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Freeform 43"/>
              <p:cNvSpPr/>
              <p:nvPr/>
            </p:nvSpPr>
            <p:spPr bwMode="auto">
              <a:xfrm>
                <a:off x="10557307" y="4651351"/>
                <a:ext cx="446250" cy="796814"/>
              </a:xfrm>
              <a:custGeom>
                <a:avLst/>
                <a:gdLst>
                  <a:gd name="T0" fmla="*/ 163 w 223"/>
                  <a:gd name="T1" fmla="*/ 0 h 398"/>
                  <a:gd name="T2" fmla="*/ 163 w 223"/>
                  <a:gd name="T3" fmla="*/ 2 h 398"/>
                  <a:gd name="T4" fmla="*/ 163 w 223"/>
                  <a:gd name="T5" fmla="*/ 3 h 398"/>
                  <a:gd name="T6" fmla="*/ 162 w 223"/>
                  <a:gd name="T7" fmla="*/ 4 h 398"/>
                  <a:gd name="T8" fmla="*/ 162 w 223"/>
                  <a:gd name="T9" fmla="*/ 5 h 398"/>
                  <a:gd name="T10" fmla="*/ 161 w 223"/>
                  <a:gd name="T11" fmla="*/ 7 h 398"/>
                  <a:gd name="T12" fmla="*/ 1 w 223"/>
                  <a:gd name="T13" fmla="*/ 394 h 398"/>
                  <a:gd name="T14" fmla="*/ 0 w 223"/>
                  <a:gd name="T15" fmla="*/ 398 h 398"/>
                  <a:gd name="T16" fmla="*/ 0 w 223"/>
                  <a:gd name="T17" fmla="*/ 398 h 398"/>
                  <a:gd name="T18" fmla="*/ 2 w 223"/>
                  <a:gd name="T19" fmla="*/ 394 h 398"/>
                  <a:gd name="T20" fmla="*/ 0 w 223"/>
                  <a:gd name="T21" fmla="*/ 398 h 398"/>
                  <a:gd name="T22" fmla="*/ 223 w 223"/>
                  <a:gd name="T23" fmla="*/ 258 h 398"/>
                  <a:gd name="T24" fmla="*/ 163 w 223"/>
                  <a:gd name="T25" fmla="*/ 0 h 398"/>
                  <a:gd name="T26" fmla="*/ 163 w 223"/>
                  <a:gd name="T27" fmla="*/ 0 h 398"/>
                  <a:gd name="T28" fmla="*/ 163 w 223"/>
                  <a:gd name="T29" fmla="*/ 2 h 398"/>
                  <a:gd name="T30" fmla="*/ 163 w 223"/>
                  <a:gd name="T31" fmla="*/ 3 h 398"/>
                  <a:gd name="T32" fmla="*/ 162 w 223"/>
                  <a:gd name="T33" fmla="*/ 4 h 398"/>
                  <a:gd name="T34" fmla="*/ 162 w 223"/>
                  <a:gd name="T35" fmla="*/ 5 h 398"/>
                  <a:gd name="T36" fmla="*/ 161 w 223"/>
                  <a:gd name="T37" fmla="*/ 7 h 398"/>
                  <a:gd name="T38" fmla="*/ 162 w 223"/>
                  <a:gd name="T39" fmla="*/ 5 h 398"/>
                  <a:gd name="T40" fmla="*/ 162 w 223"/>
                  <a:gd name="T41" fmla="*/ 4 h 398"/>
                  <a:gd name="T42" fmla="*/ 163 w 223"/>
                  <a:gd name="T43" fmla="*/ 3 h 398"/>
                  <a:gd name="T44" fmla="*/ 163 w 223"/>
                  <a:gd name="T45" fmla="*/ 2 h 398"/>
                  <a:gd name="T46" fmla="*/ 163 w 223"/>
                  <a:gd name="T47" fmla="*/ 0 h 398"/>
                  <a:gd name="T48" fmla="*/ 163 w 223"/>
                  <a:gd name="T49" fmla="*/ 0 h 398"/>
                  <a:gd name="T50" fmla="*/ 163 w 223"/>
                  <a:gd name="T51" fmla="*/ 0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23" h="398">
                    <a:moveTo>
                      <a:pt x="163" y="0"/>
                    </a:moveTo>
                    <a:cubicBezTo>
                      <a:pt x="163" y="1"/>
                      <a:pt x="163" y="1"/>
                      <a:pt x="163" y="2"/>
                    </a:cubicBezTo>
                    <a:cubicBezTo>
                      <a:pt x="163" y="3"/>
                      <a:pt x="163" y="3"/>
                      <a:pt x="163" y="3"/>
                    </a:cubicBezTo>
                    <a:cubicBezTo>
                      <a:pt x="162" y="3"/>
                      <a:pt x="162" y="4"/>
                      <a:pt x="162" y="4"/>
                    </a:cubicBezTo>
                    <a:cubicBezTo>
                      <a:pt x="162" y="5"/>
                      <a:pt x="162" y="5"/>
                      <a:pt x="162" y="5"/>
                    </a:cubicBezTo>
                    <a:cubicBezTo>
                      <a:pt x="162" y="6"/>
                      <a:pt x="161" y="6"/>
                      <a:pt x="161" y="7"/>
                    </a:cubicBezTo>
                    <a:cubicBezTo>
                      <a:pt x="1" y="394"/>
                      <a:pt x="1" y="394"/>
                      <a:pt x="1" y="394"/>
                    </a:cubicBezTo>
                    <a:cubicBezTo>
                      <a:pt x="1" y="395"/>
                      <a:pt x="0" y="397"/>
                      <a:pt x="0" y="398"/>
                    </a:cubicBezTo>
                    <a:cubicBezTo>
                      <a:pt x="0" y="398"/>
                      <a:pt x="0" y="398"/>
                      <a:pt x="0" y="398"/>
                    </a:cubicBezTo>
                    <a:cubicBezTo>
                      <a:pt x="0" y="396"/>
                      <a:pt x="1" y="395"/>
                      <a:pt x="2" y="394"/>
                    </a:cubicBezTo>
                    <a:cubicBezTo>
                      <a:pt x="1" y="395"/>
                      <a:pt x="0" y="396"/>
                      <a:pt x="0" y="398"/>
                    </a:cubicBezTo>
                    <a:cubicBezTo>
                      <a:pt x="223" y="258"/>
                      <a:pt x="223" y="258"/>
                      <a:pt x="223" y="258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163" y="1"/>
                      <a:pt x="163" y="1"/>
                      <a:pt x="163" y="2"/>
                    </a:cubicBezTo>
                    <a:cubicBezTo>
                      <a:pt x="163" y="3"/>
                      <a:pt x="163" y="3"/>
                      <a:pt x="163" y="3"/>
                    </a:cubicBezTo>
                    <a:cubicBezTo>
                      <a:pt x="163" y="3"/>
                      <a:pt x="162" y="4"/>
                      <a:pt x="162" y="4"/>
                    </a:cubicBezTo>
                    <a:cubicBezTo>
                      <a:pt x="162" y="5"/>
                      <a:pt x="162" y="5"/>
                      <a:pt x="162" y="5"/>
                    </a:cubicBezTo>
                    <a:cubicBezTo>
                      <a:pt x="162" y="6"/>
                      <a:pt x="162" y="7"/>
                      <a:pt x="161" y="7"/>
                    </a:cubicBezTo>
                    <a:cubicBezTo>
                      <a:pt x="162" y="7"/>
                      <a:pt x="162" y="6"/>
                      <a:pt x="162" y="5"/>
                    </a:cubicBezTo>
                    <a:cubicBezTo>
                      <a:pt x="162" y="4"/>
                      <a:pt x="162" y="4"/>
                      <a:pt x="162" y="4"/>
                    </a:cubicBezTo>
                    <a:cubicBezTo>
                      <a:pt x="162" y="4"/>
                      <a:pt x="163" y="3"/>
                      <a:pt x="163" y="3"/>
                    </a:cubicBezTo>
                    <a:cubicBezTo>
                      <a:pt x="163" y="2"/>
                      <a:pt x="163" y="2"/>
                      <a:pt x="163" y="2"/>
                    </a:cubicBezTo>
                    <a:cubicBezTo>
                      <a:pt x="163" y="1"/>
                      <a:pt x="163" y="1"/>
                      <a:pt x="163" y="0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163" y="0"/>
                      <a:pt x="163" y="0"/>
                      <a:pt x="163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1" name="Freeform 44"/>
              <p:cNvSpPr/>
              <p:nvPr/>
            </p:nvSpPr>
            <p:spPr bwMode="auto">
              <a:xfrm>
                <a:off x="9998436" y="4403246"/>
                <a:ext cx="881492" cy="1071169"/>
              </a:xfrm>
              <a:custGeom>
                <a:avLst/>
                <a:gdLst>
                  <a:gd name="T0" fmla="*/ 263 w 440"/>
                  <a:gd name="T1" fmla="*/ 513 h 535"/>
                  <a:gd name="T2" fmla="*/ 263 w 440"/>
                  <a:gd name="T3" fmla="*/ 514 h 535"/>
                  <a:gd name="T4" fmla="*/ 251 w 440"/>
                  <a:gd name="T5" fmla="*/ 452 h 535"/>
                  <a:gd name="T6" fmla="*/ 220 w 440"/>
                  <a:gd name="T7" fmla="*/ 269 h 535"/>
                  <a:gd name="T8" fmla="*/ 374 w 440"/>
                  <a:gd name="T9" fmla="*/ 154 h 535"/>
                  <a:gd name="T10" fmla="*/ 440 w 440"/>
                  <a:gd name="T11" fmla="*/ 113 h 535"/>
                  <a:gd name="T12" fmla="*/ 440 w 440"/>
                  <a:gd name="T13" fmla="*/ 112 h 535"/>
                  <a:gd name="T14" fmla="*/ 439 w 440"/>
                  <a:gd name="T15" fmla="*/ 112 h 535"/>
                  <a:gd name="T16" fmla="*/ 439 w 440"/>
                  <a:gd name="T17" fmla="*/ 111 h 535"/>
                  <a:gd name="T18" fmla="*/ 439 w 440"/>
                  <a:gd name="T19" fmla="*/ 111 h 535"/>
                  <a:gd name="T20" fmla="*/ 428 w 440"/>
                  <a:gd name="T21" fmla="*/ 101 h 535"/>
                  <a:gd name="T22" fmla="*/ 195 w 440"/>
                  <a:gd name="T23" fmla="*/ 5 h 535"/>
                  <a:gd name="T24" fmla="*/ 164 w 440"/>
                  <a:gd name="T25" fmla="*/ 17 h 535"/>
                  <a:gd name="T26" fmla="*/ 5 w 440"/>
                  <a:gd name="T27" fmla="*/ 404 h 535"/>
                  <a:gd name="T28" fmla="*/ 17 w 440"/>
                  <a:gd name="T29" fmla="*/ 436 h 535"/>
                  <a:gd name="T30" fmla="*/ 250 w 440"/>
                  <a:gd name="T31" fmla="*/ 532 h 535"/>
                  <a:gd name="T32" fmla="*/ 269 w 440"/>
                  <a:gd name="T33" fmla="*/ 531 h 535"/>
                  <a:gd name="T34" fmla="*/ 267 w 440"/>
                  <a:gd name="T35" fmla="*/ 529 h 535"/>
                  <a:gd name="T36" fmla="*/ 268 w 440"/>
                  <a:gd name="T37" fmla="*/ 529 h 535"/>
                  <a:gd name="T38" fmla="*/ 264 w 440"/>
                  <a:gd name="T39" fmla="*/ 513 h 535"/>
                  <a:gd name="T40" fmla="*/ 263 w 440"/>
                  <a:gd name="T41" fmla="*/ 513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40" h="535">
                    <a:moveTo>
                      <a:pt x="263" y="513"/>
                    </a:moveTo>
                    <a:cubicBezTo>
                      <a:pt x="263" y="514"/>
                      <a:pt x="263" y="514"/>
                      <a:pt x="263" y="514"/>
                    </a:cubicBezTo>
                    <a:cubicBezTo>
                      <a:pt x="260" y="499"/>
                      <a:pt x="256" y="477"/>
                      <a:pt x="251" y="452"/>
                    </a:cubicBezTo>
                    <a:cubicBezTo>
                      <a:pt x="237" y="375"/>
                      <a:pt x="220" y="269"/>
                      <a:pt x="220" y="269"/>
                    </a:cubicBezTo>
                    <a:cubicBezTo>
                      <a:pt x="223" y="261"/>
                      <a:pt x="311" y="198"/>
                      <a:pt x="374" y="154"/>
                    </a:cubicBezTo>
                    <a:cubicBezTo>
                      <a:pt x="410" y="129"/>
                      <a:pt x="439" y="111"/>
                      <a:pt x="440" y="113"/>
                    </a:cubicBezTo>
                    <a:cubicBezTo>
                      <a:pt x="440" y="112"/>
                      <a:pt x="440" y="112"/>
                      <a:pt x="440" y="112"/>
                    </a:cubicBezTo>
                    <a:cubicBezTo>
                      <a:pt x="439" y="112"/>
                      <a:pt x="439" y="112"/>
                      <a:pt x="439" y="112"/>
                    </a:cubicBezTo>
                    <a:cubicBezTo>
                      <a:pt x="439" y="111"/>
                      <a:pt x="439" y="111"/>
                      <a:pt x="439" y="111"/>
                    </a:cubicBezTo>
                    <a:cubicBezTo>
                      <a:pt x="439" y="111"/>
                      <a:pt x="439" y="111"/>
                      <a:pt x="439" y="111"/>
                    </a:cubicBezTo>
                    <a:cubicBezTo>
                      <a:pt x="436" y="107"/>
                      <a:pt x="433" y="103"/>
                      <a:pt x="428" y="101"/>
                    </a:cubicBezTo>
                    <a:cubicBezTo>
                      <a:pt x="195" y="5"/>
                      <a:pt x="195" y="5"/>
                      <a:pt x="195" y="5"/>
                    </a:cubicBezTo>
                    <a:cubicBezTo>
                      <a:pt x="183" y="0"/>
                      <a:pt x="169" y="6"/>
                      <a:pt x="164" y="17"/>
                    </a:cubicBezTo>
                    <a:cubicBezTo>
                      <a:pt x="5" y="404"/>
                      <a:pt x="5" y="404"/>
                      <a:pt x="5" y="404"/>
                    </a:cubicBezTo>
                    <a:cubicBezTo>
                      <a:pt x="0" y="416"/>
                      <a:pt x="5" y="431"/>
                      <a:pt x="17" y="436"/>
                    </a:cubicBezTo>
                    <a:cubicBezTo>
                      <a:pt x="250" y="532"/>
                      <a:pt x="250" y="532"/>
                      <a:pt x="250" y="532"/>
                    </a:cubicBezTo>
                    <a:cubicBezTo>
                      <a:pt x="256" y="535"/>
                      <a:pt x="263" y="534"/>
                      <a:pt x="269" y="531"/>
                    </a:cubicBezTo>
                    <a:cubicBezTo>
                      <a:pt x="268" y="531"/>
                      <a:pt x="268" y="530"/>
                      <a:pt x="267" y="529"/>
                    </a:cubicBezTo>
                    <a:cubicBezTo>
                      <a:pt x="268" y="529"/>
                      <a:pt x="268" y="529"/>
                      <a:pt x="268" y="529"/>
                    </a:cubicBezTo>
                    <a:cubicBezTo>
                      <a:pt x="267" y="526"/>
                      <a:pt x="265" y="521"/>
                      <a:pt x="264" y="513"/>
                    </a:cubicBezTo>
                    <a:lnTo>
                      <a:pt x="263" y="51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Freeform 45"/>
              <p:cNvSpPr/>
              <p:nvPr/>
            </p:nvSpPr>
            <p:spPr bwMode="auto">
              <a:xfrm>
                <a:off x="10881622" y="4657278"/>
                <a:ext cx="1694" cy="1694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Freeform 46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Freeform 47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Freeform 48"/>
              <p:cNvSpPr/>
              <p:nvPr/>
            </p:nvSpPr>
            <p:spPr bwMode="auto">
              <a:xfrm>
                <a:off x="10557307" y="5440544"/>
                <a:ext cx="3387" cy="7621"/>
              </a:xfrm>
              <a:custGeom>
                <a:avLst/>
                <a:gdLst>
                  <a:gd name="T0" fmla="*/ 2 w 2"/>
                  <a:gd name="T1" fmla="*/ 0 h 4"/>
                  <a:gd name="T2" fmla="*/ 0 w 2"/>
                  <a:gd name="T3" fmla="*/ 4 h 4"/>
                  <a:gd name="T4" fmla="*/ 2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2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6" name="Freeform 49"/>
              <p:cNvSpPr/>
              <p:nvPr/>
            </p:nvSpPr>
            <p:spPr bwMode="auto">
              <a:xfrm>
                <a:off x="10883315" y="4651351"/>
                <a:ext cx="0" cy="4234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Freeform 50"/>
              <p:cNvSpPr/>
              <p:nvPr/>
            </p:nvSpPr>
            <p:spPr bwMode="auto">
              <a:xfrm>
                <a:off x="10879928" y="4661512"/>
                <a:ext cx="1694" cy="3387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Freeform 51"/>
              <p:cNvSpPr/>
              <p:nvPr/>
            </p:nvSpPr>
            <p:spPr bwMode="auto">
              <a:xfrm>
                <a:off x="10883315" y="4647117"/>
                <a:ext cx="0" cy="1694"/>
              </a:xfrm>
              <a:custGeom>
                <a:avLst/>
                <a:gdLst>
                  <a:gd name="T0" fmla="*/ 2 h 2"/>
                  <a:gd name="T1" fmla="*/ 0 h 2"/>
                  <a:gd name="T2" fmla="*/ 0 h 2"/>
                  <a:gd name="T3" fmla="*/ 0 h 2"/>
                  <a:gd name="T4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Freeform 52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0" name="Freeform 53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1" name="Freeform 54"/>
              <p:cNvSpPr/>
              <p:nvPr/>
            </p:nvSpPr>
            <p:spPr bwMode="auto">
              <a:xfrm>
                <a:off x="10883315" y="4655585"/>
                <a:ext cx="0" cy="1694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2" name="Freeform 55"/>
              <p:cNvSpPr/>
              <p:nvPr/>
            </p:nvSpPr>
            <p:spPr bwMode="auto">
              <a:xfrm>
                <a:off x="10883315" y="4655585"/>
                <a:ext cx="0" cy="1694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3" name="Freeform 56"/>
              <p:cNvSpPr/>
              <p:nvPr/>
            </p:nvSpPr>
            <p:spPr bwMode="auto">
              <a:xfrm>
                <a:off x="10881622" y="4658972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4" name="Freeform 57"/>
              <p:cNvSpPr/>
              <p:nvPr/>
            </p:nvSpPr>
            <p:spPr bwMode="auto">
              <a:xfrm>
                <a:off x="10881622" y="4658972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5" name="Freeform 58"/>
              <p:cNvSpPr/>
              <p:nvPr/>
            </p:nvSpPr>
            <p:spPr bwMode="auto">
              <a:xfrm>
                <a:off x="10883315" y="46513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6" name="Freeform 59"/>
              <p:cNvSpPr/>
              <p:nvPr/>
            </p:nvSpPr>
            <p:spPr bwMode="auto">
              <a:xfrm>
                <a:off x="10883315" y="46513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7" name="Freeform 60"/>
              <p:cNvSpPr/>
              <p:nvPr/>
            </p:nvSpPr>
            <p:spPr bwMode="auto">
              <a:xfrm>
                <a:off x="10883315" y="4648810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8" name="Freeform 61"/>
              <p:cNvSpPr/>
              <p:nvPr/>
            </p:nvSpPr>
            <p:spPr bwMode="auto">
              <a:xfrm>
                <a:off x="10883315" y="4648810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69" name="Freeform 62"/>
              <p:cNvSpPr/>
              <p:nvPr/>
            </p:nvSpPr>
            <p:spPr bwMode="auto">
              <a:xfrm>
                <a:off x="10883315" y="4645423"/>
                <a:ext cx="0" cy="1694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0" name="Freeform 63"/>
              <p:cNvSpPr/>
              <p:nvPr/>
            </p:nvSpPr>
            <p:spPr bwMode="auto">
              <a:xfrm>
                <a:off x="10883315" y="4645423"/>
                <a:ext cx="0" cy="1694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1" name="Freeform 64"/>
              <p:cNvSpPr/>
              <p:nvPr/>
            </p:nvSpPr>
            <p:spPr bwMode="auto">
              <a:xfrm>
                <a:off x="10503114" y="4625101"/>
                <a:ext cx="380201" cy="839153"/>
              </a:xfrm>
              <a:custGeom>
                <a:avLst/>
                <a:gdLst>
                  <a:gd name="T0" fmla="*/ 27 w 190"/>
                  <a:gd name="T1" fmla="*/ 411 h 419"/>
                  <a:gd name="T2" fmla="*/ 28 w 190"/>
                  <a:gd name="T3" fmla="*/ 407 h 419"/>
                  <a:gd name="T4" fmla="*/ 188 w 190"/>
                  <a:gd name="T5" fmla="*/ 20 h 419"/>
                  <a:gd name="T6" fmla="*/ 189 w 190"/>
                  <a:gd name="T7" fmla="*/ 18 h 419"/>
                  <a:gd name="T8" fmla="*/ 189 w 190"/>
                  <a:gd name="T9" fmla="*/ 17 h 419"/>
                  <a:gd name="T10" fmla="*/ 190 w 190"/>
                  <a:gd name="T11" fmla="*/ 16 h 419"/>
                  <a:gd name="T12" fmla="*/ 190 w 190"/>
                  <a:gd name="T13" fmla="*/ 15 h 419"/>
                  <a:gd name="T14" fmla="*/ 190 w 190"/>
                  <a:gd name="T15" fmla="*/ 13 h 419"/>
                  <a:gd name="T16" fmla="*/ 190 w 190"/>
                  <a:gd name="T17" fmla="*/ 13 h 419"/>
                  <a:gd name="T18" fmla="*/ 190 w 190"/>
                  <a:gd name="T19" fmla="*/ 12 h 419"/>
                  <a:gd name="T20" fmla="*/ 190 w 190"/>
                  <a:gd name="T21" fmla="*/ 11 h 419"/>
                  <a:gd name="T22" fmla="*/ 190 w 190"/>
                  <a:gd name="T23" fmla="*/ 10 h 419"/>
                  <a:gd name="T24" fmla="*/ 190 w 190"/>
                  <a:gd name="T25" fmla="*/ 9 h 419"/>
                  <a:gd name="T26" fmla="*/ 190 w 190"/>
                  <a:gd name="T27" fmla="*/ 8 h 419"/>
                  <a:gd name="T28" fmla="*/ 189 w 190"/>
                  <a:gd name="T29" fmla="*/ 6 h 419"/>
                  <a:gd name="T30" fmla="*/ 189 w 190"/>
                  <a:gd name="T31" fmla="*/ 5 h 419"/>
                  <a:gd name="T32" fmla="*/ 189 w 190"/>
                  <a:gd name="T33" fmla="*/ 4 h 419"/>
                  <a:gd name="T34" fmla="*/ 188 w 190"/>
                  <a:gd name="T35" fmla="*/ 3 h 419"/>
                  <a:gd name="T36" fmla="*/ 188 w 190"/>
                  <a:gd name="T37" fmla="*/ 2 h 419"/>
                  <a:gd name="T38" fmla="*/ 188 w 190"/>
                  <a:gd name="T39" fmla="*/ 2 h 419"/>
                  <a:gd name="T40" fmla="*/ 188 w 190"/>
                  <a:gd name="T41" fmla="*/ 2 h 419"/>
                  <a:gd name="T42" fmla="*/ 188 w 190"/>
                  <a:gd name="T43" fmla="*/ 1 h 419"/>
                  <a:gd name="T44" fmla="*/ 188 w 190"/>
                  <a:gd name="T45" fmla="*/ 2 h 419"/>
                  <a:gd name="T46" fmla="*/ 122 w 190"/>
                  <a:gd name="T47" fmla="*/ 43 h 419"/>
                  <a:gd name="T48" fmla="*/ 0 w 190"/>
                  <a:gd name="T49" fmla="*/ 341 h 419"/>
                  <a:gd name="T50" fmla="*/ 12 w 190"/>
                  <a:gd name="T51" fmla="*/ 402 h 419"/>
                  <a:gd name="T52" fmla="*/ 16 w 190"/>
                  <a:gd name="T53" fmla="*/ 418 h 419"/>
                  <a:gd name="T54" fmla="*/ 17 w 190"/>
                  <a:gd name="T55" fmla="*/ 419 h 419"/>
                  <a:gd name="T56" fmla="*/ 17 w 190"/>
                  <a:gd name="T57" fmla="*/ 419 h 419"/>
                  <a:gd name="T58" fmla="*/ 17 w 190"/>
                  <a:gd name="T59" fmla="*/ 419 h 419"/>
                  <a:gd name="T60" fmla="*/ 20 w 190"/>
                  <a:gd name="T61" fmla="*/ 417 h 419"/>
                  <a:gd name="T62" fmla="*/ 21 w 190"/>
                  <a:gd name="T63" fmla="*/ 417 h 419"/>
                  <a:gd name="T64" fmla="*/ 24 w 190"/>
                  <a:gd name="T65" fmla="*/ 414 h 419"/>
                  <a:gd name="T66" fmla="*/ 24 w 190"/>
                  <a:gd name="T67" fmla="*/ 414 h 419"/>
                  <a:gd name="T68" fmla="*/ 27 w 190"/>
                  <a:gd name="T69" fmla="*/ 411 h 419"/>
                  <a:gd name="T70" fmla="*/ 26 w 190"/>
                  <a:gd name="T71" fmla="*/ 411 h 419"/>
                  <a:gd name="T72" fmla="*/ 27 w 190"/>
                  <a:gd name="T73" fmla="*/ 411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90" h="419">
                    <a:moveTo>
                      <a:pt x="27" y="411"/>
                    </a:moveTo>
                    <a:cubicBezTo>
                      <a:pt x="27" y="410"/>
                      <a:pt x="28" y="408"/>
                      <a:pt x="28" y="407"/>
                    </a:cubicBezTo>
                    <a:cubicBezTo>
                      <a:pt x="188" y="20"/>
                      <a:pt x="188" y="20"/>
                      <a:pt x="188" y="20"/>
                    </a:cubicBezTo>
                    <a:cubicBezTo>
                      <a:pt x="188" y="19"/>
                      <a:pt x="189" y="19"/>
                      <a:pt x="189" y="18"/>
                    </a:cubicBezTo>
                    <a:cubicBezTo>
                      <a:pt x="189" y="17"/>
                      <a:pt x="189" y="17"/>
                      <a:pt x="189" y="17"/>
                    </a:cubicBezTo>
                    <a:cubicBezTo>
                      <a:pt x="189" y="17"/>
                      <a:pt x="189" y="16"/>
                      <a:pt x="190" y="16"/>
                    </a:cubicBezTo>
                    <a:cubicBezTo>
                      <a:pt x="190" y="15"/>
                      <a:pt x="190" y="15"/>
                      <a:pt x="190" y="15"/>
                    </a:cubicBezTo>
                    <a:cubicBezTo>
                      <a:pt x="190" y="14"/>
                      <a:pt x="190" y="14"/>
                      <a:pt x="190" y="13"/>
                    </a:cubicBezTo>
                    <a:cubicBezTo>
                      <a:pt x="190" y="13"/>
                      <a:pt x="190" y="13"/>
                      <a:pt x="190" y="13"/>
                    </a:cubicBezTo>
                    <a:cubicBezTo>
                      <a:pt x="190" y="12"/>
                      <a:pt x="190" y="12"/>
                      <a:pt x="190" y="12"/>
                    </a:cubicBezTo>
                    <a:cubicBezTo>
                      <a:pt x="190" y="12"/>
                      <a:pt x="190" y="11"/>
                      <a:pt x="190" y="11"/>
                    </a:cubicBezTo>
                    <a:cubicBezTo>
                      <a:pt x="190" y="10"/>
                      <a:pt x="190" y="10"/>
                      <a:pt x="190" y="10"/>
                    </a:cubicBezTo>
                    <a:cubicBezTo>
                      <a:pt x="190" y="9"/>
                      <a:pt x="190" y="9"/>
                      <a:pt x="190" y="9"/>
                    </a:cubicBezTo>
                    <a:cubicBezTo>
                      <a:pt x="190" y="8"/>
                      <a:pt x="190" y="8"/>
                      <a:pt x="190" y="8"/>
                    </a:cubicBezTo>
                    <a:cubicBezTo>
                      <a:pt x="190" y="7"/>
                      <a:pt x="190" y="7"/>
                      <a:pt x="189" y="6"/>
                    </a:cubicBezTo>
                    <a:cubicBezTo>
                      <a:pt x="189" y="5"/>
                      <a:pt x="189" y="5"/>
                      <a:pt x="189" y="5"/>
                    </a:cubicBezTo>
                    <a:cubicBezTo>
                      <a:pt x="189" y="5"/>
                      <a:pt x="189" y="5"/>
                      <a:pt x="189" y="4"/>
                    </a:cubicBezTo>
                    <a:cubicBezTo>
                      <a:pt x="188" y="3"/>
                      <a:pt x="188" y="3"/>
                      <a:pt x="188" y="3"/>
                    </a:cubicBezTo>
                    <a:cubicBezTo>
                      <a:pt x="188" y="3"/>
                      <a:pt x="188" y="2"/>
                      <a:pt x="188" y="2"/>
                    </a:cubicBezTo>
                    <a:cubicBezTo>
                      <a:pt x="188" y="2"/>
                      <a:pt x="188" y="2"/>
                      <a:pt x="188" y="2"/>
                    </a:cubicBezTo>
                    <a:cubicBezTo>
                      <a:pt x="188" y="2"/>
                      <a:pt x="188" y="2"/>
                      <a:pt x="188" y="2"/>
                    </a:cubicBezTo>
                    <a:cubicBezTo>
                      <a:pt x="188" y="1"/>
                      <a:pt x="188" y="1"/>
                      <a:pt x="188" y="1"/>
                    </a:cubicBezTo>
                    <a:cubicBezTo>
                      <a:pt x="188" y="2"/>
                      <a:pt x="188" y="2"/>
                      <a:pt x="188" y="2"/>
                    </a:cubicBezTo>
                    <a:cubicBezTo>
                      <a:pt x="187" y="0"/>
                      <a:pt x="158" y="18"/>
                      <a:pt x="122" y="43"/>
                    </a:cubicBezTo>
                    <a:cubicBezTo>
                      <a:pt x="0" y="341"/>
                      <a:pt x="0" y="341"/>
                      <a:pt x="0" y="341"/>
                    </a:cubicBezTo>
                    <a:cubicBezTo>
                      <a:pt x="4" y="366"/>
                      <a:pt x="8" y="388"/>
                      <a:pt x="12" y="402"/>
                    </a:cubicBezTo>
                    <a:cubicBezTo>
                      <a:pt x="13" y="410"/>
                      <a:pt x="15" y="415"/>
                      <a:pt x="16" y="418"/>
                    </a:cubicBezTo>
                    <a:cubicBezTo>
                      <a:pt x="16" y="419"/>
                      <a:pt x="17" y="419"/>
                      <a:pt x="17" y="419"/>
                    </a:cubicBezTo>
                    <a:cubicBezTo>
                      <a:pt x="17" y="419"/>
                      <a:pt x="17" y="419"/>
                      <a:pt x="17" y="419"/>
                    </a:cubicBezTo>
                    <a:cubicBezTo>
                      <a:pt x="17" y="419"/>
                      <a:pt x="17" y="419"/>
                      <a:pt x="17" y="419"/>
                    </a:cubicBezTo>
                    <a:cubicBezTo>
                      <a:pt x="18" y="419"/>
                      <a:pt x="19" y="418"/>
                      <a:pt x="20" y="417"/>
                    </a:cubicBezTo>
                    <a:cubicBezTo>
                      <a:pt x="21" y="417"/>
                      <a:pt x="21" y="417"/>
                      <a:pt x="21" y="417"/>
                    </a:cubicBezTo>
                    <a:cubicBezTo>
                      <a:pt x="22" y="416"/>
                      <a:pt x="23" y="415"/>
                      <a:pt x="24" y="414"/>
                    </a:cubicBezTo>
                    <a:cubicBezTo>
                      <a:pt x="24" y="414"/>
                      <a:pt x="24" y="414"/>
                      <a:pt x="24" y="414"/>
                    </a:cubicBezTo>
                    <a:cubicBezTo>
                      <a:pt x="25" y="413"/>
                      <a:pt x="26" y="412"/>
                      <a:pt x="27" y="411"/>
                    </a:cubicBezTo>
                    <a:cubicBezTo>
                      <a:pt x="26" y="411"/>
                      <a:pt x="26" y="411"/>
                      <a:pt x="26" y="411"/>
                    </a:cubicBezTo>
                    <a:lnTo>
                      <a:pt x="27" y="41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2" name="Freeform 65"/>
              <p:cNvSpPr/>
              <p:nvPr/>
            </p:nvSpPr>
            <p:spPr bwMode="auto">
              <a:xfrm>
                <a:off x="10438759" y="4711472"/>
                <a:ext cx="308226" cy="596976"/>
              </a:xfrm>
              <a:custGeom>
                <a:avLst/>
                <a:gdLst>
                  <a:gd name="T0" fmla="*/ 0 w 154"/>
                  <a:gd name="T1" fmla="*/ 115 h 298"/>
                  <a:gd name="T2" fmla="*/ 31 w 154"/>
                  <a:gd name="T3" fmla="*/ 298 h 298"/>
                  <a:gd name="T4" fmla="*/ 32 w 154"/>
                  <a:gd name="T5" fmla="*/ 298 h 298"/>
                  <a:gd name="T6" fmla="*/ 154 w 154"/>
                  <a:gd name="T7" fmla="*/ 0 h 298"/>
                  <a:gd name="T8" fmla="*/ 0 w 154"/>
                  <a:gd name="T9" fmla="*/ 11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4" h="298">
                    <a:moveTo>
                      <a:pt x="0" y="115"/>
                    </a:moveTo>
                    <a:cubicBezTo>
                      <a:pt x="0" y="115"/>
                      <a:pt x="17" y="221"/>
                      <a:pt x="31" y="298"/>
                    </a:cubicBezTo>
                    <a:cubicBezTo>
                      <a:pt x="32" y="298"/>
                      <a:pt x="32" y="298"/>
                      <a:pt x="32" y="298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91" y="44"/>
                      <a:pt x="3" y="107"/>
                      <a:pt x="0" y="11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3" name="Freeform 66"/>
              <p:cNvSpPr/>
              <p:nvPr/>
            </p:nvSpPr>
            <p:spPr bwMode="auto">
              <a:xfrm>
                <a:off x="7227793" y="4321109"/>
                <a:ext cx="298911" cy="290443"/>
              </a:xfrm>
              <a:custGeom>
                <a:avLst/>
                <a:gdLst>
                  <a:gd name="T0" fmla="*/ 50 w 353"/>
                  <a:gd name="T1" fmla="*/ 324 h 343"/>
                  <a:gd name="T2" fmla="*/ 81 w 353"/>
                  <a:gd name="T3" fmla="*/ 205 h 343"/>
                  <a:gd name="T4" fmla="*/ 0 w 353"/>
                  <a:gd name="T5" fmla="*/ 113 h 343"/>
                  <a:gd name="T6" fmla="*/ 123 w 353"/>
                  <a:gd name="T7" fmla="*/ 104 h 343"/>
                  <a:gd name="T8" fmla="*/ 187 w 353"/>
                  <a:gd name="T9" fmla="*/ 0 h 343"/>
                  <a:gd name="T10" fmla="*/ 232 w 353"/>
                  <a:gd name="T11" fmla="*/ 113 h 343"/>
                  <a:gd name="T12" fmla="*/ 353 w 353"/>
                  <a:gd name="T13" fmla="*/ 141 h 343"/>
                  <a:gd name="T14" fmla="*/ 258 w 353"/>
                  <a:gd name="T15" fmla="*/ 220 h 343"/>
                  <a:gd name="T16" fmla="*/ 268 w 353"/>
                  <a:gd name="T17" fmla="*/ 343 h 343"/>
                  <a:gd name="T18" fmla="*/ 164 w 353"/>
                  <a:gd name="T19" fmla="*/ 276 h 343"/>
                  <a:gd name="T20" fmla="*/ 50 w 353"/>
                  <a:gd name="T21" fmla="*/ 324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3" h="343">
                    <a:moveTo>
                      <a:pt x="50" y="324"/>
                    </a:moveTo>
                    <a:lnTo>
                      <a:pt x="81" y="205"/>
                    </a:lnTo>
                    <a:lnTo>
                      <a:pt x="0" y="113"/>
                    </a:lnTo>
                    <a:lnTo>
                      <a:pt x="123" y="104"/>
                    </a:lnTo>
                    <a:lnTo>
                      <a:pt x="187" y="0"/>
                    </a:lnTo>
                    <a:lnTo>
                      <a:pt x="232" y="113"/>
                    </a:lnTo>
                    <a:lnTo>
                      <a:pt x="353" y="141"/>
                    </a:lnTo>
                    <a:lnTo>
                      <a:pt x="258" y="220"/>
                    </a:lnTo>
                    <a:lnTo>
                      <a:pt x="268" y="343"/>
                    </a:lnTo>
                    <a:lnTo>
                      <a:pt x="164" y="276"/>
                    </a:lnTo>
                    <a:lnTo>
                      <a:pt x="50" y="324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4" name="Freeform 67"/>
              <p:cNvSpPr/>
              <p:nvPr/>
            </p:nvSpPr>
            <p:spPr bwMode="auto">
              <a:xfrm>
                <a:off x="9857872" y="2480223"/>
                <a:ext cx="224395" cy="227782"/>
              </a:xfrm>
              <a:custGeom>
                <a:avLst/>
                <a:gdLst>
                  <a:gd name="T0" fmla="*/ 265 w 265"/>
                  <a:gd name="T1" fmla="*/ 71 h 269"/>
                  <a:gd name="T2" fmla="*/ 76 w 265"/>
                  <a:gd name="T3" fmla="*/ 269 h 269"/>
                  <a:gd name="T4" fmla="*/ 0 w 265"/>
                  <a:gd name="T5" fmla="*/ 198 h 269"/>
                  <a:gd name="T6" fmla="*/ 192 w 265"/>
                  <a:gd name="T7" fmla="*/ 0 h 269"/>
                  <a:gd name="T8" fmla="*/ 265 w 265"/>
                  <a:gd name="T9" fmla="*/ 71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5" h="269">
                    <a:moveTo>
                      <a:pt x="265" y="71"/>
                    </a:moveTo>
                    <a:lnTo>
                      <a:pt x="76" y="269"/>
                    </a:lnTo>
                    <a:lnTo>
                      <a:pt x="0" y="198"/>
                    </a:lnTo>
                    <a:lnTo>
                      <a:pt x="192" y="0"/>
                    </a:lnTo>
                    <a:lnTo>
                      <a:pt x="265" y="7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5" name="Freeform 68"/>
              <p:cNvSpPr/>
              <p:nvPr/>
            </p:nvSpPr>
            <p:spPr bwMode="auto">
              <a:xfrm>
                <a:off x="9232953" y="1874779"/>
                <a:ext cx="749395" cy="733306"/>
              </a:xfrm>
              <a:custGeom>
                <a:avLst/>
                <a:gdLst>
                  <a:gd name="T0" fmla="*/ 885 w 885"/>
                  <a:gd name="T1" fmla="*/ 672 h 866"/>
                  <a:gd name="T2" fmla="*/ 700 w 885"/>
                  <a:gd name="T3" fmla="*/ 866 h 866"/>
                  <a:gd name="T4" fmla="*/ 0 w 885"/>
                  <a:gd name="T5" fmla="*/ 194 h 866"/>
                  <a:gd name="T6" fmla="*/ 185 w 885"/>
                  <a:gd name="T7" fmla="*/ 0 h 866"/>
                  <a:gd name="T8" fmla="*/ 885 w 885"/>
                  <a:gd name="T9" fmla="*/ 672 h 8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5" h="866">
                    <a:moveTo>
                      <a:pt x="885" y="672"/>
                    </a:moveTo>
                    <a:lnTo>
                      <a:pt x="700" y="866"/>
                    </a:lnTo>
                    <a:lnTo>
                      <a:pt x="0" y="194"/>
                    </a:lnTo>
                    <a:lnTo>
                      <a:pt x="185" y="0"/>
                    </a:lnTo>
                    <a:lnTo>
                      <a:pt x="885" y="67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6" name="Freeform 69"/>
              <p:cNvSpPr/>
              <p:nvPr/>
            </p:nvSpPr>
            <p:spPr bwMode="auto">
              <a:xfrm>
                <a:off x="9297308" y="1943368"/>
                <a:ext cx="620685" cy="598669"/>
              </a:xfrm>
              <a:custGeom>
                <a:avLst/>
                <a:gdLst>
                  <a:gd name="T0" fmla="*/ 733 w 733"/>
                  <a:gd name="T1" fmla="*/ 671 h 707"/>
                  <a:gd name="T2" fmla="*/ 700 w 733"/>
                  <a:gd name="T3" fmla="*/ 707 h 707"/>
                  <a:gd name="T4" fmla="*/ 0 w 733"/>
                  <a:gd name="T5" fmla="*/ 35 h 707"/>
                  <a:gd name="T6" fmla="*/ 33 w 733"/>
                  <a:gd name="T7" fmla="*/ 0 h 707"/>
                  <a:gd name="T8" fmla="*/ 733 w 733"/>
                  <a:gd name="T9" fmla="*/ 671 h 7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3" h="707">
                    <a:moveTo>
                      <a:pt x="733" y="671"/>
                    </a:moveTo>
                    <a:lnTo>
                      <a:pt x="700" y="707"/>
                    </a:lnTo>
                    <a:lnTo>
                      <a:pt x="0" y="35"/>
                    </a:lnTo>
                    <a:lnTo>
                      <a:pt x="33" y="0"/>
                    </a:lnTo>
                    <a:lnTo>
                      <a:pt x="733" y="67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7" name="Freeform 70"/>
              <p:cNvSpPr/>
              <p:nvPr/>
            </p:nvSpPr>
            <p:spPr bwMode="auto">
              <a:xfrm>
                <a:off x="9822307" y="2443811"/>
                <a:ext cx="224395" cy="228629"/>
              </a:xfrm>
              <a:custGeom>
                <a:avLst/>
                <a:gdLst>
                  <a:gd name="T0" fmla="*/ 265 w 265"/>
                  <a:gd name="T1" fmla="*/ 71 h 270"/>
                  <a:gd name="T2" fmla="*/ 73 w 265"/>
                  <a:gd name="T3" fmla="*/ 270 h 270"/>
                  <a:gd name="T4" fmla="*/ 0 w 265"/>
                  <a:gd name="T5" fmla="*/ 199 h 270"/>
                  <a:gd name="T6" fmla="*/ 189 w 265"/>
                  <a:gd name="T7" fmla="*/ 0 h 270"/>
                  <a:gd name="T8" fmla="*/ 265 w 265"/>
                  <a:gd name="T9" fmla="*/ 71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5" h="270">
                    <a:moveTo>
                      <a:pt x="265" y="71"/>
                    </a:moveTo>
                    <a:lnTo>
                      <a:pt x="73" y="270"/>
                    </a:lnTo>
                    <a:lnTo>
                      <a:pt x="0" y="199"/>
                    </a:lnTo>
                    <a:lnTo>
                      <a:pt x="189" y="0"/>
                    </a:lnTo>
                    <a:lnTo>
                      <a:pt x="265" y="7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8" name="Freeform 71"/>
              <p:cNvSpPr/>
              <p:nvPr/>
            </p:nvSpPr>
            <p:spPr bwMode="auto">
              <a:xfrm>
                <a:off x="9118638" y="1774860"/>
                <a:ext cx="268427" cy="264193"/>
              </a:xfrm>
              <a:custGeom>
                <a:avLst/>
                <a:gdLst>
                  <a:gd name="T0" fmla="*/ 135 w 317"/>
                  <a:gd name="T1" fmla="*/ 312 h 312"/>
                  <a:gd name="T2" fmla="*/ 0 w 317"/>
                  <a:gd name="T3" fmla="*/ 0 h 312"/>
                  <a:gd name="T4" fmla="*/ 317 w 317"/>
                  <a:gd name="T5" fmla="*/ 121 h 312"/>
                  <a:gd name="T6" fmla="*/ 135 w 317"/>
                  <a:gd name="T7" fmla="*/ 312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7" h="312">
                    <a:moveTo>
                      <a:pt x="135" y="312"/>
                    </a:moveTo>
                    <a:lnTo>
                      <a:pt x="0" y="0"/>
                    </a:lnTo>
                    <a:lnTo>
                      <a:pt x="317" y="121"/>
                    </a:lnTo>
                    <a:lnTo>
                      <a:pt x="135" y="31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79" name="Freeform 72"/>
              <p:cNvSpPr/>
              <p:nvPr/>
            </p:nvSpPr>
            <p:spPr bwMode="auto">
              <a:xfrm>
                <a:off x="9121179" y="1776553"/>
                <a:ext cx="136331" cy="132097"/>
              </a:xfrm>
              <a:custGeom>
                <a:avLst/>
                <a:gdLst>
                  <a:gd name="T0" fmla="*/ 161 w 161"/>
                  <a:gd name="T1" fmla="*/ 62 h 156"/>
                  <a:gd name="T2" fmla="*/ 0 w 161"/>
                  <a:gd name="T3" fmla="*/ 0 h 156"/>
                  <a:gd name="T4" fmla="*/ 68 w 161"/>
                  <a:gd name="T5" fmla="*/ 156 h 156"/>
                  <a:gd name="T6" fmla="*/ 161 w 161"/>
                  <a:gd name="T7" fmla="*/ 6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" h="156">
                    <a:moveTo>
                      <a:pt x="161" y="62"/>
                    </a:moveTo>
                    <a:lnTo>
                      <a:pt x="0" y="0"/>
                    </a:lnTo>
                    <a:lnTo>
                      <a:pt x="68" y="156"/>
                    </a:lnTo>
                    <a:lnTo>
                      <a:pt x="161" y="6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0" name="Freeform 73"/>
              <p:cNvSpPr/>
              <p:nvPr/>
            </p:nvSpPr>
            <p:spPr bwMode="auto">
              <a:xfrm>
                <a:off x="7416623" y="3735988"/>
                <a:ext cx="550403" cy="552943"/>
              </a:xfrm>
              <a:custGeom>
                <a:avLst/>
                <a:gdLst>
                  <a:gd name="T0" fmla="*/ 216 w 275"/>
                  <a:gd name="T1" fmla="*/ 44 h 276"/>
                  <a:gd name="T2" fmla="*/ 232 w 275"/>
                  <a:gd name="T3" fmla="*/ 217 h 276"/>
                  <a:gd name="T4" fmla="*/ 59 w 275"/>
                  <a:gd name="T5" fmla="*/ 233 h 276"/>
                  <a:gd name="T6" fmla="*/ 43 w 275"/>
                  <a:gd name="T7" fmla="*/ 60 h 276"/>
                  <a:gd name="T8" fmla="*/ 216 w 275"/>
                  <a:gd name="T9" fmla="*/ 44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5" h="276">
                    <a:moveTo>
                      <a:pt x="216" y="44"/>
                    </a:moveTo>
                    <a:cubicBezTo>
                      <a:pt x="268" y="87"/>
                      <a:pt x="275" y="164"/>
                      <a:pt x="232" y="217"/>
                    </a:cubicBezTo>
                    <a:cubicBezTo>
                      <a:pt x="189" y="269"/>
                      <a:pt x="111" y="276"/>
                      <a:pt x="59" y="233"/>
                    </a:cubicBezTo>
                    <a:cubicBezTo>
                      <a:pt x="7" y="189"/>
                      <a:pt x="0" y="112"/>
                      <a:pt x="43" y="60"/>
                    </a:cubicBezTo>
                    <a:cubicBezTo>
                      <a:pt x="86" y="8"/>
                      <a:pt x="164" y="0"/>
                      <a:pt x="216" y="44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1" name="Freeform 74"/>
              <p:cNvSpPr/>
              <p:nvPr/>
            </p:nvSpPr>
            <p:spPr bwMode="auto">
              <a:xfrm>
                <a:off x="7544486" y="3878246"/>
                <a:ext cx="188831" cy="187984"/>
              </a:xfrm>
              <a:custGeom>
                <a:avLst/>
                <a:gdLst>
                  <a:gd name="T0" fmla="*/ 74 w 94"/>
                  <a:gd name="T1" fmla="*/ 15 h 94"/>
                  <a:gd name="T2" fmla="*/ 79 w 94"/>
                  <a:gd name="T3" fmla="*/ 74 h 94"/>
                  <a:gd name="T4" fmla="*/ 20 w 94"/>
                  <a:gd name="T5" fmla="*/ 79 h 94"/>
                  <a:gd name="T6" fmla="*/ 14 w 94"/>
                  <a:gd name="T7" fmla="*/ 20 h 94"/>
                  <a:gd name="T8" fmla="*/ 74 w 94"/>
                  <a:gd name="T9" fmla="*/ 15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94">
                    <a:moveTo>
                      <a:pt x="74" y="15"/>
                    </a:moveTo>
                    <a:cubicBezTo>
                      <a:pt x="92" y="29"/>
                      <a:pt x="94" y="56"/>
                      <a:pt x="79" y="74"/>
                    </a:cubicBezTo>
                    <a:cubicBezTo>
                      <a:pt x="65" y="92"/>
                      <a:pt x="38" y="94"/>
                      <a:pt x="20" y="79"/>
                    </a:cubicBezTo>
                    <a:cubicBezTo>
                      <a:pt x="2" y="65"/>
                      <a:pt x="0" y="38"/>
                      <a:pt x="14" y="20"/>
                    </a:cubicBezTo>
                    <a:cubicBezTo>
                      <a:pt x="29" y="2"/>
                      <a:pt x="56" y="0"/>
                      <a:pt x="74" y="1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2" name="Freeform 75"/>
              <p:cNvSpPr/>
              <p:nvPr/>
            </p:nvSpPr>
            <p:spPr bwMode="auto">
              <a:xfrm>
                <a:off x="7663034" y="3973932"/>
                <a:ext cx="196452" cy="202379"/>
              </a:xfrm>
              <a:custGeom>
                <a:avLst/>
                <a:gdLst>
                  <a:gd name="T0" fmla="*/ 98 w 98"/>
                  <a:gd name="T1" fmla="*/ 24 h 101"/>
                  <a:gd name="T2" fmla="*/ 95 w 98"/>
                  <a:gd name="T3" fmla="*/ 21 h 101"/>
                  <a:gd name="T4" fmla="*/ 17 w 98"/>
                  <a:gd name="T5" fmla="*/ 22 h 101"/>
                  <a:gd name="T6" fmla="*/ 31 w 98"/>
                  <a:gd name="T7" fmla="*/ 99 h 101"/>
                  <a:gd name="T8" fmla="*/ 34 w 98"/>
                  <a:gd name="T9" fmla="*/ 101 h 101"/>
                  <a:gd name="T10" fmla="*/ 98 w 98"/>
                  <a:gd name="T11" fmla="*/ 24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8" h="101">
                    <a:moveTo>
                      <a:pt x="98" y="24"/>
                    </a:moveTo>
                    <a:cubicBezTo>
                      <a:pt x="97" y="23"/>
                      <a:pt x="96" y="22"/>
                      <a:pt x="95" y="21"/>
                    </a:cubicBezTo>
                    <a:cubicBezTo>
                      <a:pt x="70" y="0"/>
                      <a:pt x="35" y="1"/>
                      <a:pt x="17" y="22"/>
                    </a:cubicBezTo>
                    <a:cubicBezTo>
                      <a:pt x="0" y="44"/>
                      <a:pt x="5" y="78"/>
                      <a:pt x="31" y="99"/>
                    </a:cubicBezTo>
                    <a:cubicBezTo>
                      <a:pt x="32" y="100"/>
                      <a:pt x="33" y="100"/>
                      <a:pt x="34" y="101"/>
                    </a:cubicBezTo>
                    <a:lnTo>
                      <a:pt x="98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3" name="Freeform 76"/>
              <p:cNvSpPr/>
              <p:nvPr/>
            </p:nvSpPr>
            <p:spPr bwMode="auto">
              <a:xfrm>
                <a:off x="10767307" y="3045021"/>
                <a:ext cx="187984" cy="117702"/>
              </a:xfrm>
              <a:custGeom>
                <a:avLst/>
                <a:gdLst>
                  <a:gd name="T0" fmla="*/ 0 w 94"/>
                  <a:gd name="T1" fmla="*/ 37 h 59"/>
                  <a:gd name="T2" fmla="*/ 14 w 94"/>
                  <a:gd name="T3" fmla="*/ 59 h 59"/>
                  <a:gd name="T4" fmla="*/ 94 w 94"/>
                  <a:gd name="T5" fmla="*/ 23 h 59"/>
                  <a:gd name="T6" fmla="*/ 84 w 94"/>
                  <a:gd name="T7" fmla="*/ 0 h 59"/>
                  <a:gd name="T8" fmla="*/ 0 w 94"/>
                  <a:gd name="T9" fmla="*/ 37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59">
                    <a:moveTo>
                      <a:pt x="0" y="37"/>
                    </a:moveTo>
                    <a:cubicBezTo>
                      <a:pt x="6" y="43"/>
                      <a:pt x="11" y="50"/>
                      <a:pt x="14" y="59"/>
                    </a:cubicBezTo>
                    <a:cubicBezTo>
                      <a:pt x="94" y="23"/>
                      <a:pt x="94" y="23"/>
                      <a:pt x="94" y="23"/>
                    </a:cubicBezTo>
                    <a:cubicBezTo>
                      <a:pt x="89" y="17"/>
                      <a:pt x="85" y="9"/>
                      <a:pt x="84" y="0"/>
                    </a:cubicBezTo>
                    <a:lnTo>
                      <a:pt x="0" y="37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4" name="Freeform 77"/>
              <p:cNvSpPr/>
              <p:nvPr/>
            </p:nvSpPr>
            <p:spPr bwMode="auto">
              <a:xfrm>
                <a:off x="10689404" y="2936634"/>
                <a:ext cx="55887" cy="168508"/>
              </a:xfrm>
              <a:custGeom>
                <a:avLst/>
                <a:gdLst>
                  <a:gd name="T0" fmla="*/ 24 w 28"/>
                  <a:gd name="T1" fmla="*/ 84 h 84"/>
                  <a:gd name="T2" fmla="*/ 25 w 28"/>
                  <a:gd name="T3" fmla="*/ 84 h 84"/>
                  <a:gd name="T4" fmla="*/ 28 w 28"/>
                  <a:gd name="T5" fmla="*/ 2 h 84"/>
                  <a:gd name="T6" fmla="*/ 6 w 28"/>
                  <a:gd name="T7" fmla="*/ 1 h 84"/>
                  <a:gd name="T8" fmla="*/ 3 w 28"/>
                  <a:gd name="T9" fmla="*/ 0 h 84"/>
                  <a:gd name="T10" fmla="*/ 0 w 28"/>
                  <a:gd name="T11" fmla="*/ 83 h 84"/>
                  <a:gd name="T12" fmla="*/ 24 w 28"/>
                  <a:gd name="T13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84">
                    <a:moveTo>
                      <a:pt x="24" y="84"/>
                    </a:moveTo>
                    <a:cubicBezTo>
                      <a:pt x="25" y="84"/>
                      <a:pt x="25" y="84"/>
                      <a:pt x="25" y="84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1" y="3"/>
                      <a:pt x="13" y="3"/>
                      <a:pt x="6" y="1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7" y="81"/>
                      <a:pt x="16" y="81"/>
                      <a:pt x="24" y="84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5" name="Freeform 78"/>
              <p:cNvSpPr/>
              <p:nvPr/>
            </p:nvSpPr>
            <p:spPr bwMode="auto">
              <a:xfrm>
                <a:off x="10629283" y="2756271"/>
                <a:ext cx="196452" cy="186290"/>
              </a:xfrm>
              <a:custGeom>
                <a:avLst/>
                <a:gdLst>
                  <a:gd name="T0" fmla="*/ 58 w 98"/>
                  <a:gd name="T1" fmla="*/ 92 h 93"/>
                  <a:gd name="T2" fmla="*/ 90 w 98"/>
                  <a:gd name="T3" fmla="*/ 62 h 93"/>
                  <a:gd name="T4" fmla="*/ 62 w 98"/>
                  <a:gd name="T5" fmla="*/ 7 h 93"/>
                  <a:gd name="T6" fmla="*/ 7 w 98"/>
                  <a:gd name="T7" fmla="*/ 36 h 93"/>
                  <a:gd name="T8" fmla="*/ 33 w 98"/>
                  <a:gd name="T9" fmla="*/ 90 h 93"/>
                  <a:gd name="T10" fmla="*/ 36 w 98"/>
                  <a:gd name="T11" fmla="*/ 91 h 93"/>
                  <a:gd name="T12" fmla="*/ 58 w 98"/>
                  <a:gd name="T13" fmla="*/ 92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" h="93">
                    <a:moveTo>
                      <a:pt x="58" y="92"/>
                    </a:moveTo>
                    <a:cubicBezTo>
                      <a:pt x="73" y="89"/>
                      <a:pt x="86" y="78"/>
                      <a:pt x="90" y="62"/>
                    </a:cubicBezTo>
                    <a:cubicBezTo>
                      <a:pt x="98" y="39"/>
                      <a:pt x="85" y="14"/>
                      <a:pt x="62" y="7"/>
                    </a:cubicBezTo>
                    <a:cubicBezTo>
                      <a:pt x="38" y="0"/>
                      <a:pt x="14" y="13"/>
                      <a:pt x="7" y="36"/>
                    </a:cubicBezTo>
                    <a:cubicBezTo>
                      <a:pt x="0" y="58"/>
                      <a:pt x="11" y="82"/>
                      <a:pt x="33" y="90"/>
                    </a:cubicBezTo>
                    <a:cubicBezTo>
                      <a:pt x="34" y="90"/>
                      <a:pt x="35" y="91"/>
                      <a:pt x="36" y="91"/>
                    </a:cubicBezTo>
                    <a:cubicBezTo>
                      <a:pt x="43" y="93"/>
                      <a:pt x="51" y="93"/>
                      <a:pt x="58" y="92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6" name="Freeform 79"/>
              <p:cNvSpPr/>
              <p:nvPr/>
            </p:nvSpPr>
            <p:spPr bwMode="auto">
              <a:xfrm>
                <a:off x="10933275" y="2936634"/>
                <a:ext cx="188831" cy="196452"/>
              </a:xfrm>
              <a:custGeom>
                <a:avLst/>
                <a:gdLst>
                  <a:gd name="T0" fmla="*/ 58 w 94"/>
                  <a:gd name="T1" fmla="*/ 7 h 98"/>
                  <a:gd name="T2" fmla="*/ 3 w 94"/>
                  <a:gd name="T3" fmla="*/ 36 h 98"/>
                  <a:gd name="T4" fmla="*/ 1 w 94"/>
                  <a:gd name="T5" fmla="*/ 54 h 98"/>
                  <a:gd name="T6" fmla="*/ 11 w 94"/>
                  <a:gd name="T7" fmla="*/ 77 h 98"/>
                  <a:gd name="T8" fmla="*/ 32 w 94"/>
                  <a:gd name="T9" fmla="*/ 91 h 98"/>
                  <a:gd name="T10" fmla="*/ 86 w 94"/>
                  <a:gd name="T11" fmla="*/ 62 h 98"/>
                  <a:gd name="T12" fmla="*/ 58 w 94"/>
                  <a:gd name="T13" fmla="*/ 7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" h="98">
                    <a:moveTo>
                      <a:pt x="58" y="7"/>
                    </a:moveTo>
                    <a:cubicBezTo>
                      <a:pt x="35" y="0"/>
                      <a:pt x="10" y="13"/>
                      <a:pt x="3" y="36"/>
                    </a:cubicBezTo>
                    <a:cubicBezTo>
                      <a:pt x="1" y="42"/>
                      <a:pt x="0" y="48"/>
                      <a:pt x="1" y="54"/>
                    </a:cubicBezTo>
                    <a:cubicBezTo>
                      <a:pt x="2" y="63"/>
                      <a:pt x="6" y="71"/>
                      <a:pt x="11" y="77"/>
                    </a:cubicBezTo>
                    <a:cubicBezTo>
                      <a:pt x="17" y="84"/>
                      <a:pt x="24" y="88"/>
                      <a:pt x="32" y="91"/>
                    </a:cubicBezTo>
                    <a:cubicBezTo>
                      <a:pt x="55" y="98"/>
                      <a:pt x="79" y="85"/>
                      <a:pt x="86" y="62"/>
                    </a:cubicBezTo>
                    <a:cubicBezTo>
                      <a:pt x="94" y="39"/>
                      <a:pt x="81" y="14"/>
                      <a:pt x="58" y="7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7" name="Freeform 80"/>
              <p:cNvSpPr/>
              <p:nvPr/>
            </p:nvSpPr>
            <p:spPr bwMode="auto">
              <a:xfrm>
                <a:off x="10613194" y="3099214"/>
                <a:ext cx="187984" cy="186290"/>
              </a:xfrm>
              <a:custGeom>
                <a:avLst/>
                <a:gdLst>
                  <a:gd name="T0" fmla="*/ 77 w 94"/>
                  <a:gd name="T1" fmla="*/ 10 h 93"/>
                  <a:gd name="T2" fmla="*/ 63 w 94"/>
                  <a:gd name="T3" fmla="*/ 3 h 93"/>
                  <a:gd name="T4" fmla="*/ 62 w 94"/>
                  <a:gd name="T5" fmla="*/ 3 h 93"/>
                  <a:gd name="T6" fmla="*/ 38 w 94"/>
                  <a:gd name="T7" fmla="*/ 2 h 93"/>
                  <a:gd name="T8" fmla="*/ 7 w 94"/>
                  <a:gd name="T9" fmla="*/ 31 h 93"/>
                  <a:gd name="T10" fmla="*/ 36 w 94"/>
                  <a:gd name="T11" fmla="*/ 86 h 93"/>
                  <a:gd name="T12" fmla="*/ 91 w 94"/>
                  <a:gd name="T13" fmla="*/ 57 h 93"/>
                  <a:gd name="T14" fmla="*/ 91 w 94"/>
                  <a:gd name="T15" fmla="*/ 32 h 93"/>
                  <a:gd name="T16" fmla="*/ 77 w 94"/>
                  <a:gd name="T17" fmla="*/ 1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93">
                    <a:moveTo>
                      <a:pt x="77" y="10"/>
                    </a:moveTo>
                    <a:cubicBezTo>
                      <a:pt x="73" y="7"/>
                      <a:pt x="68" y="5"/>
                      <a:pt x="63" y="3"/>
                    </a:cubicBezTo>
                    <a:cubicBezTo>
                      <a:pt x="62" y="3"/>
                      <a:pt x="62" y="3"/>
                      <a:pt x="62" y="3"/>
                    </a:cubicBezTo>
                    <a:cubicBezTo>
                      <a:pt x="54" y="0"/>
                      <a:pt x="45" y="0"/>
                      <a:pt x="38" y="2"/>
                    </a:cubicBezTo>
                    <a:cubicBezTo>
                      <a:pt x="24" y="6"/>
                      <a:pt x="12" y="17"/>
                      <a:pt x="7" y="31"/>
                    </a:cubicBezTo>
                    <a:cubicBezTo>
                      <a:pt x="0" y="55"/>
                      <a:pt x="13" y="79"/>
                      <a:pt x="36" y="86"/>
                    </a:cubicBezTo>
                    <a:cubicBezTo>
                      <a:pt x="59" y="93"/>
                      <a:pt x="84" y="80"/>
                      <a:pt x="91" y="57"/>
                    </a:cubicBezTo>
                    <a:cubicBezTo>
                      <a:pt x="94" y="49"/>
                      <a:pt x="93" y="40"/>
                      <a:pt x="91" y="32"/>
                    </a:cubicBezTo>
                    <a:cubicBezTo>
                      <a:pt x="88" y="23"/>
                      <a:pt x="83" y="16"/>
                      <a:pt x="77" y="1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8" name="Freeform 81"/>
              <p:cNvSpPr/>
              <p:nvPr/>
            </p:nvSpPr>
            <p:spPr bwMode="auto">
              <a:xfrm>
                <a:off x="7458962" y="2814698"/>
                <a:ext cx="568185" cy="568185"/>
              </a:xfrm>
              <a:custGeom>
                <a:avLst/>
                <a:gdLst>
                  <a:gd name="T0" fmla="*/ 274 w 284"/>
                  <a:gd name="T1" fmla="*/ 153 h 284"/>
                  <a:gd name="T2" fmla="*/ 259 w 284"/>
                  <a:gd name="T3" fmla="*/ 203 h 284"/>
                  <a:gd name="T4" fmla="*/ 128 w 284"/>
                  <a:gd name="T5" fmla="*/ 274 h 284"/>
                  <a:gd name="T6" fmla="*/ 81 w 284"/>
                  <a:gd name="T7" fmla="*/ 258 h 284"/>
                  <a:gd name="T8" fmla="*/ 9 w 284"/>
                  <a:gd name="T9" fmla="*/ 127 h 284"/>
                  <a:gd name="T10" fmla="*/ 22 w 284"/>
                  <a:gd name="T11" fmla="*/ 81 h 284"/>
                  <a:gd name="T12" fmla="*/ 153 w 284"/>
                  <a:gd name="T13" fmla="*/ 9 h 284"/>
                  <a:gd name="T14" fmla="*/ 203 w 284"/>
                  <a:gd name="T15" fmla="*/ 22 h 284"/>
                  <a:gd name="T16" fmla="*/ 274 w 284"/>
                  <a:gd name="T17" fmla="*/ 153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4" h="284">
                    <a:moveTo>
                      <a:pt x="274" y="153"/>
                    </a:moveTo>
                    <a:cubicBezTo>
                      <a:pt x="284" y="170"/>
                      <a:pt x="276" y="193"/>
                      <a:pt x="259" y="203"/>
                    </a:cubicBezTo>
                    <a:cubicBezTo>
                      <a:pt x="128" y="274"/>
                      <a:pt x="128" y="274"/>
                      <a:pt x="128" y="274"/>
                    </a:cubicBezTo>
                    <a:cubicBezTo>
                      <a:pt x="110" y="284"/>
                      <a:pt x="90" y="275"/>
                      <a:pt x="81" y="258"/>
                    </a:cubicBezTo>
                    <a:cubicBezTo>
                      <a:pt x="9" y="127"/>
                      <a:pt x="9" y="127"/>
                      <a:pt x="9" y="127"/>
                    </a:cubicBezTo>
                    <a:cubicBezTo>
                      <a:pt x="0" y="110"/>
                      <a:pt x="5" y="90"/>
                      <a:pt x="22" y="81"/>
                    </a:cubicBezTo>
                    <a:cubicBezTo>
                      <a:pt x="153" y="9"/>
                      <a:pt x="153" y="9"/>
                      <a:pt x="153" y="9"/>
                    </a:cubicBezTo>
                    <a:cubicBezTo>
                      <a:pt x="171" y="0"/>
                      <a:pt x="193" y="4"/>
                      <a:pt x="203" y="22"/>
                    </a:cubicBezTo>
                    <a:lnTo>
                      <a:pt x="274" y="15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89" name="Freeform 82"/>
              <p:cNvSpPr/>
              <p:nvPr/>
            </p:nvSpPr>
            <p:spPr bwMode="auto">
              <a:xfrm>
                <a:off x="7704526" y="4144133"/>
                <a:ext cx="288750" cy="624919"/>
              </a:xfrm>
              <a:custGeom>
                <a:avLst/>
                <a:gdLst>
                  <a:gd name="T0" fmla="*/ 56 w 144"/>
                  <a:gd name="T1" fmla="*/ 105 h 312"/>
                  <a:gd name="T2" fmla="*/ 0 w 144"/>
                  <a:gd name="T3" fmla="*/ 298 h 312"/>
                  <a:gd name="T4" fmla="*/ 20 w 144"/>
                  <a:gd name="T5" fmla="*/ 306 h 312"/>
                  <a:gd name="T6" fmla="*/ 41 w 144"/>
                  <a:gd name="T7" fmla="*/ 312 h 312"/>
                  <a:gd name="T8" fmla="*/ 117 w 144"/>
                  <a:gd name="T9" fmla="*/ 126 h 312"/>
                  <a:gd name="T10" fmla="*/ 124 w 144"/>
                  <a:gd name="T11" fmla="*/ 7 h 312"/>
                  <a:gd name="T12" fmla="*/ 56 w 144"/>
                  <a:gd name="T13" fmla="*/ 105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" h="312">
                    <a:moveTo>
                      <a:pt x="56" y="105"/>
                    </a:moveTo>
                    <a:cubicBezTo>
                      <a:pt x="39" y="154"/>
                      <a:pt x="0" y="298"/>
                      <a:pt x="0" y="298"/>
                    </a:cubicBezTo>
                    <a:cubicBezTo>
                      <a:pt x="20" y="306"/>
                      <a:pt x="20" y="306"/>
                      <a:pt x="20" y="306"/>
                    </a:cubicBezTo>
                    <a:cubicBezTo>
                      <a:pt x="41" y="312"/>
                      <a:pt x="41" y="312"/>
                      <a:pt x="41" y="312"/>
                    </a:cubicBezTo>
                    <a:cubicBezTo>
                      <a:pt x="41" y="312"/>
                      <a:pt x="100" y="175"/>
                      <a:pt x="117" y="126"/>
                    </a:cubicBezTo>
                    <a:cubicBezTo>
                      <a:pt x="142" y="55"/>
                      <a:pt x="144" y="14"/>
                      <a:pt x="124" y="7"/>
                    </a:cubicBezTo>
                    <a:cubicBezTo>
                      <a:pt x="105" y="0"/>
                      <a:pt x="81" y="34"/>
                      <a:pt x="56" y="10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0" name="Freeform 83"/>
              <p:cNvSpPr/>
              <p:nvPr/>
            </p:nvSpPr>
            <p:spPr bwMode="auto">
              <a:xfrm>
                <a:off x="7404768" y="4619173"/>
                <a:ext cx="574959" cy="576653"/>
              </a:xfrm>
              <a:custGeom>
                <a:avLst/>
                <a:gdLst>
                  <a:gd name="T0" fmla="*/ 186 w 287"/>
                  <a:gd name="T1" fmla="*/ 23 h 288"/>
                  <a:gd name="T2" fmla="*/ 264 w 287"/>
                  <a:gd name="T3" fmla="*/ 186 h 288"/>
                  <a:gd name="T4" fmla="*/ 101 w 287"/>
                  <a:gd name="T5" fmla="*/ 265 h 288"/>
                  <a:gd name="T6" fmla="*/ 23 w 287"/>
                  <a:gd name="T7" fmla="*/ 102 h 288"/>
                  <a:gd name="T8" fmla="*/ 186 w 287"/>
                  <a:gd name="T9" fmla="*/ 23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7" h="288">
                    <a:moveTo>
                      <a:pt x="186" y="23"/>
                    </a:moveTo>
                    <a:cubicBezTo>
                      <a:pt x="252" y="47"/>
                      <a:pt x="287" y="120"/>
                      <a:pt x="264" y="186"/>
                    </a:cubicBezTo>
                    <a:cubicBezTo>
                      <a:pt x="241" y="253"/>
                      <a:pt x="168" y="288"/>
                      <a:pt x="101" y="265"/>
                    </a:cubicBezTo>
                    <a:cubicBezTo>
                      <a:pt x="35" y="241"/>
                      <a:pt x="0" y="169"/>
                      <a:pt x="23" y="102"/>
                    </a:cubicBezTo>
                    <a:cubicBezTo>
                      <a:pt x="46" y="35"/>
                      <a:pt x="119" y="0"/>
                      <a:pt x="186" y="23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1" name="Freeform 84"/>
              <p:cNvSpPr/>
              <p:nvPr/>
            </p:nvSpPr>
            <p:spPr bwMode="auto">
              <a:xfrm>
                <a:off x="7470817" y="4686915"/>
                <a:ext cx="442016" cy="442863"/>
              </a:xfrm>
              <a:custGeom>
                <a:avLst/>
                <a:gdLst>
                  <a:gd name="T0" fmla="*/ 143 w 221"/>
                  <a:gd name="T1" fmla="*/ 17 h 221"/>
                  <a:gd name="T2" fmla="*/ 203 w 221"/>
                  <a:gd name="T3" fmla="*/ 142 h 221"/>
                  <a:gd name="T4" fmla="*/ 78 w 221"/>
                  <a:gd name="T5" fmla="*/ 203 h 221"/>
                  <a:gd name="T6" fmla="*/ 18 w 221"/>
                  <a:gd name="T7" fmla="*/ 78 h 221"/>
                  <a:gd name="T8" fmla="*/ 143 w 221"/>
                  <a:gd name="T9" fmla="*/ 17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1" h="221">
                    <a:moveTo>
                      <a:pt x="143" y="17"/>
                    </a:moveTo>
                    <a:cubicBezTo>
                      <a:pt x="194" y="35"/>
                      <a:pt x="221" y="91"/>
                      <a:pt x="203" y="142"/>
                    </a:cubicBezTo>
                    <a:cubicBezTo>
                      <a:pt x="185" y="194"/>
                      <a:pt x="129" y="221"/>
                      <a:pt x="78" y="203"/>
                    </a:cubicBezTo>
                    <a:cubicBezTo>
                      <a:pt x="27" y="185"/>
                      <a:pt x="0" y="129"/>
                      <a:pt x="18" y="78"/>
                    </a:cubicBezTo>
                    <a:cubicBezTo>
                      <a:pt x="36" y="27"/>
                      <a:pt x="92" y="0"/>
                      <a:pt x="143" y="17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2" name="Freeform 85"/>
              <p:cNvSpPr/>
              <p:nvPr/>
            </p:nvSpPr>
            <p:spPr bwMode="auto">
              <a:xfrm>
                <a:off x="7496220" y="4785141"/>
                <a:ext cx="404758" cy="342943"/>
              </a:xfrm>
              <a:custGeom>
                <a:avLst/>
                <a:gdLst>
                  <a:gd name="T0" fmla="*/ 171 w 202"/>
                  <a:gd name="T1" fmla="*/ 44 h 171"/>
                  <a:gd name="T2" fmla="*/ 122 w 202"/>
                  <a:gd name="T3" fmla="*/ 99 h 171"/>
                  <a:gd name="T4" fmla="*/ 118 w 202"/>
                  <a:gd name="T5" fmla="*/ 100 h 171"/>
                  <a:gd name="T6" fmla="*/ 117 w 202"/>
                  <a:gd name="T7" fmla="*/ 101 h 171"/>
                  <a:gd name="T8" fmla="*/ 116 w 202"/>
                  <a:gd name="T9" fmla="*/ 101 h 171"/>
                  <a:gd name="T10" fmla="*/ 105 w 202"/>
                  <a:gd name="T11" fmla="*/ 105 h 171"/>
                  <a:gd name="T12" fmla="*/ 95 w 202"/>
                  <a:gd name="T13" fmla="*/ 108 h 171"/>
                  <a:gd name="T14" fmla="*/ 47 w 202"/>
                  <a:gd name="T15" fmla="*/ 105 h 171"/>
                  <a:gd name="T16" fmla="*/ 0 w 202"/>
                  <a:gd name="T17" fmla="*/ 67 h 171"/>
                  <a:gd name="T18" fmla="*/ 65 w 202"/>
                  <a:gd name="T19" fmla="*/ 153 h 171"/>
                  <a:gd name="T20" fmla="*/ 190 w 202"/>
                  <a:gd name="T21" fmla="*/ 93 h 171"/>
                  <a:gd name="T22" fmla="*/ 175 w 202"/>
                  <a:gd name="T23" fmla="*/ 0 h 171"/>
                  <a:gd name="T24" fmla="*/ 171 w 202"/>
                  <a:gd name="T25" fmla="*/ 44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2" h="171">
                    <a:moveTo>
                      <a:pt x="171" y="44"/>
                    </a:moveTo>
                    <a:cubicBezTo>
                      <a:pt x="162" y="68"/>
                      <a:pt x="145" y="88"/>
                      <a:pt x="122" y="99"/>
                    </a:cubicBezTo>
                    <a:cubicBezTo>
                      <a:pt x="121" y="100"/>
                      <a:pt x="119" y="100"/>
                      <a:pt x="118" y="100"/>
                    </a:cubicBezTo>
                    <a:cubicBezTo>
                      <a:pt x="118" y="101"/>
                      <a:pt x="118" y="101"/>
                      <a:pt x="117" y="101"/>
                    </a:cubicBezTo>
                    <a:cubicBezTo>
                      <a:pt x="116" y="101"/>
                      <a:pt x="116" y="101"/>
                      <a:pt x="116" y="101"/>
                    </a:cubicBezTo>
                    <a:cubicBezTo>
                      <a:pt x="112" y="103"/>
                      <a:pt x="109" y="104"/>
                      <a:pt x="105" y="105"/>
                    </a:cubicBezTo>
                    <a:cubicBezTo>
                      <a:pt x="101" y="106"/>
                      <a:pt x="98" y="107"/>
                      <a:pt x="95" y="108"/>
                    </a:cubicBezTo>
                    <a:cubicBezTo>
                      <a:pt x="79" y="112"/>
                      <a:pt x="63" y="110"/>
                      <a:pt x="47" y="105"/>
                    </a:cubicBezTo>
                    <a:cubicBezTo>
                      <a:pt x="28" y="98"/>
                      <a:pt x="11" y="84"/>
                      <a:pt x="0" y="67"/>
                    </a:cubicBezTo>
                    <a:cubicBezTo>
                      <a:pt x="2" y="105"/>
                      <a:pt x="27" y="140"/>
                      <a:pt x="65" y="153"/>
                    </a:cubicBezTo>
                    <a:cubicBezTo>
                      <a:pt x="117" y="171"/>
                      <a:pt x="173" y="144"/>
                      <a:pt x="190" y="93"/>
                    </a:cubicBezTo>
                    <a:cubicBezTo>
                      <a:pt x="202" y="60"/>
                      <a:pt x="195" y="26"/>
                      <a:pt x="175" y="0"/>
                    </a:cubicBezTo>
                    <a:cubicBezTo>
                      <a:pt x="177" y="15"/>
                      <a:pt x="176" y="30"/>
                      <a:pt x="171" y="44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3" name="Freeform 86"/>
              <p:cNvSpPr/>
              <p:nvPr/>
            </p:nvSpPr>
            <p:spPr bwMode="auto">
              <a:xfrm>
                <a:off x="7723155" y="4548891"/>
                <a:ext cx="148185" cy="92298"/>
              </a:xfrm>
              <a:custGeom>
                <a:avLst/>
                <a:gdLst>
                  <a:gd name="T0" fmla="*/ 4 w 74"/>
                  <a:gd name="T1" fmla="*/ 9 h 46"/>
                  <a:gd name="T2" fmla="*/ 18 w 74"/>
                  <a:gd name="T3" fmla="*/ 2 h 46"/>
                  <a:gd name="T4" fmla="*/ 65 w 74"/>
                  <a:gd name="T5" fmla="*/ 19 h 46"/>
                  <a:gd name="T6" fmla="*/ 72 w 74"/>
                  <a:gd name="T7" fmla="*/ 33 h 46"/>
                  <a:gd name="T8" fmla="*/ 71 w 74"/>
                  <a:gd name="T9" fmla="*/ 37 h 46"/>
                  <a:gd name="T10" fmla="*/ 57 w 74"/>
                  <a:gd name="T11" fmla="*/ 44 h 46"/>
                  <a:gd name="T12" fmla="*/ 9 w 74"/>
                  <a:gd name="T13" fmla="*/ 27 h 46"/>
                  <a:gd name="T14" fmla="*/ 2 w 74"/>
                  <a:gd name="T15" fmla="*/ 13 h 46"/>
                  <a:gd name="T16" fmla="*/ 4 w 74"/>
                  <a:gd name="T17" fmla="*/ 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46">
                    <a:moveTo>
                      <a:pt x="4" y="9"/>
                    </a:moveTo>
                    <a:cubicBezTo>
                      <a:pt x="6" y="3"/>
                      <a:pt x="12" y="0"/>
                      <a:pt x="18" y="2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71" y="21"/>
                      <a:pt x="74" y="27"/>
                      <a:pt x="72" y="33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69" y="43"/>
                      <a:pt x="62" y="46"/>
                      <a:pt x="57" y="4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3" y="25"/>
                      <a:pt x="0" y="19"/>
                      <a:pt x="2" y="13"/>
                    </a:cubicBezTo>
                    <a:lnTo>
                      <a:pt x="4" y="9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4" name="Freeform 88"/>
              <p:cNvSpPr/>
              <p:nvPr/>
            </p:nvSpPr>
            <p:spPr bwMode="auto">
              <a:xfrm>
                <a:off x="7114325" y="3269416"/>
                <a:ext cx="1163467" cy="470806"/>
              </a:xfrm>
              <a:custGeom>
                <a:avLst/>
                <a:gdLst>
                  <a:gd name="T0" fmla="*/ 477 w 1374"/>
                  <a:gd name="T1" fmla="*/ 496 h 556"/>
                  <a:gd name="T2" fmla="*/ 537 w 1374"/>
                  <a:gd name="T3" fmla="*/ 295 h 556"/>
                  <a:gd name="T4" fmla="*/ 1336 w 1374"/>
                  <a:gd name="T5" fmla="*/ 556 h 556"/>
                  <a:gd name="T6" fmla="*/ 1374 w 1374"/>
                  <a:gd name="T7" fmla="*/ 425 h 556"/>
                  <a:gd name="T8" fmla="*/ 0 w 1374"/>
                  <a:gd name="T9" fmla="*/ 0 h 556"/>
                  <a:gd name="T10" fmla="*/ 477 w 1374"/>
                  <a:gd name="T11" fmla="*/ 496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4" h="556">
                    <a:moveTo>
                      <a:pt x="477" y="496"/>
                    </a:moveTo>
                    <a:lnTo>
                      <a:pt x="537" y="295"/>
                    </a:lnTo>
                    <a:lnTo>
                      <a:pt x="1336" y="556"/>
                    </a:lnTo>
                    <a:lnTo>
                      <a:pt x="1374" y="425"/>
                    </a:lnTo>
                    <a:lnTo>
                      <a:pt x="0" y="0"/>
                    </a:lnTo>
                    <a:lnTo>
                      <a:pt x="477" y="496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5" name="Freeform 89"/>
              <p:cNvSpPr/>
              <p:nvPr/>
            </p:nvSpPr>
            <p:spPr bwMode="auto">
              <a:xfrm>
                <a:off x="7110091" y="3124617"/>
                <a:ext cx="1204112" cy="502984"/>
              </a:xfrm>
              <a:custGeom>
                <a:avLst/>
                <a:gdLst>
                  <a:gd name="T0" fmla="*/ 620 w 1422"/>
                  <a:gd name="T1" fmla="*/ 206 h 594"/>
                  <a:gd name="T2" fmla="*/ 676 w 1422"/>
                  <a:gd name="T3" fmla="*/ 0 h 594"/>
                  <a:gd name="T4" fmla="*/ 7 w 1422"/>
                  <a:gd name="T5" fmla="*/ 166 h 594"/>
                  <a:gd name="T6" fmla="*/ 2 w 1422"/>
                  <a:gd name="T7" fmla="*/ 168 h 594"/>
                  <a:gd name="T8" fmla="*/ 2 w 1422"/>
                  <a:gd name="T9" fmla="*/ 168 h 594"/>
                  <a:gd name="T10" fmla="*/ 0 w 1422"/>
                  <a:gd name="T11" fmla="*/ 168 h 594"/>
                  <a:gd name="T12" fmla="*/ 5 w 1422"/>
                  <a:gd name="T13" fmla="*/ 171 h 594"/>
                  <a:gd name="T14" fmla="*/ 1379 w 1422"/>
                  <a:gd name="T15" fmla="*/ 594 h 594"/>
                  <a:gd name="T16" fmla="*/ 1379 w 1422"/>
                  <a:gd name="T17" fmla="*/ 594 h 594"/>
                  <a:gd name="T18" fmla="*/ 1422 w 1422"/>
                  <a:gd name="T19" fmla="*/ 452 h 594"/>
                  <a:gd name="T20" fmla="*/ 620 w 1422"/>
                  <a:gd name="T21" fmla="*/ 206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22" h="594">
                    <a:moveTo>
                      <a:pt x="620" y="206"/>
                    </a:moveTo>
                    <a:lnTo>
                      <a:pt x="676" y="0"/>
                    </a:lnTo>
                    <a:lnTo>
                      <a:pt x="7" y="166"/>
                    </a:lnTo>
                    <a:lnTo>
                      <a:pt x="2" y="168"/>
                    </a:lnTo>
                    <a:lnTo>
                      <a:pt x="2" y="168"/>
                    </a:lnTo>
                    <a:lnTo>
                      <a:pt x="0" y="168"/>
                    </a:lnTo>
                    <a:lnTo>
                      <a:pt x="5" y="171"/>
                    </a:lnTo>
                    <a:lnTo>
                      <a:pt x="1379" y="594"/>
                    </a:lnTo>
                    <a:lnTo>
                      <a:pt x="1379" y="594"/>
                    </a:lnTo>
                    <a:lnTo>
                      <a:pt x="1422" y="452"/>
                    </a:lnTo>
                    <a:lnTo>
                      <a:pt x="620" y="20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6" name="Freeform 90"/>
              <p:cNvSpPr/>
              <p:nvPr/>
            </p:nvSpPr>
            <p:spPr bwMode="auto">
              <a:xfrm>
                <a:off x="9986582" y="2373529"/>
                <a:ext cx="895040" cy="176129"/>
              </a:xfrm>
              <a:custGeom>
                <a:avLst/>
                <a:gdLst>
                  <a:gd name="T0" fmla="*/ 0 w 1057"/>
                  <a:gd name="T1" fmla="*/ 208 h 208"/>
                  <a:gd name="T2" fmla="*/ 97 w 1057"/>
                  <a:gd name="T3" fmla="*/ 0 h 208"/>
                  <a:gd name="T4" fmla="*/ 1057 w 1057"/>
                  <a:gd name="T5" fmla="*/ 10 h 208"/>
                  <a:gd name="T6" fmla="*/ 0 w 1057"/>
                  <a:gd name="T7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57" h="208">
                    <a:moveTo>
                      <a:pt x="0" y="208"/>
                    </a:moveTo>
                    <a:lnTo>
                      <a:pt x="97" y="0"/>
                    </a:lnTo>
                    <a:lnTo>
                      <a:pt x="1057" y="1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7" name="Freeform 91"/>
              <p:cNvSpPr/>
              <p:nvPr/>
            </p:nvSpPr>
            <p:spPr bwMode="auto">
              <a:xfrm>
                <a:off x="9986582" y="2383690"/>
                <a:ext cx="877258" cy="178669"/>
              </a:xfrm>
              <a:custGeom>
                <a:avLst/>
                <a:gdLst>
                  <a:gd name="T0" fmla="*/ 1036 w 1036"/>
                  <a:gd name="T1" fmla="*/ 0 h 211"/>
                  <a:gd name="T2" fmla="*/ 0 w 1036"/>
                  <a:gd name="T3" fmla="*/ 196 h 211"/>
                  <a:gd name="T4" fmla="*/ 186 w 1036"/>
                  <a:gd name="T5" fmla="*/ 211 h 211"/>
                  <a:gd name="T6" fmla="*/ 1036 w 1036"/>
                  <a:gd name="T7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6" h="211">
                    <a:moveTo>
                      <a:pt x="1036" y="0"/>
                    </a:moveTo>
                    <a:lnTo>
                      <a:pt x="0" y="196"/>
                    </a:lnTo>
                    <a:lnTo>
                      <a:pt x="186" y="211"/>
                    </a:lnTo>
                    <a:lnTo>
                      <a:pt x="1036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8" name="Freeform 92"/>
              <p:cNvSpPr/>
              <p:nvPr/>
            </p:nvSpPr>
            <p:spPr bwMode="auto">
              <a:xfrm>
                <a:off x="10144082" y="2381997"/>
                <a:ext cx="737540" cy="438629"/>
              </a:xfrm>
              <a:custGeom>
                <a:avLst/>
                <a:gdLst>
                  <a:gd name="T0" fmla="*/ 871 w 871"/>
                  <a:gd name="T1" fmla="*/ 0 h 518"/>
                  <a:gd name="T2" fmla="*/ 0 w 871"/>
                  <a:gd name="T3" fmla="*/ 213 h 518"/>
                  <a:gd name="T4" fmla="*/ 202 w 871"/>
                  <a:gd name="T5" fmla="*/ 518 h 518"/>
                  <a:gd name="T6" fmla="*/ 871 w 871"/>
                  <a:gd name="T7" fmla="*/ 0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71" h="518">
                    <a:moveTo>
                      <a:pt x="871" y="0"/>
                    </a:moveTo>
                    <a:lnTo>
                      <a:pt x="0" y="213"/>
                    </a:lnTo>
                    <a:lnTo>
                      <a:pt x="202" y="518"/>
                    </a:lnTo>
                    <a:lnTo>
                      <a:pt x="871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99" name="Freeform 93"/>
              <p:cNvSpPr/>
              <p:nvPr/>
            </p:nvSpPr>
            <p:spPr bwMode="auto">
              <a:xfrm>
                <a:off x="9873961" y="2185545"/>
                <a:ext cx="1007661" cy="196452"/>
              </a:xfrm>
              <a:custGeom>
                <a:avLst/>
                <a:gdLst>
                  <a:gd name="T0" fmla="*/ 230 w 1190"/>
                  <a:gd name="T1" fmla="*/ 222 h 232"/>
                  <a:gd name="T2" fmla="*/ 0 w 1190"/>
                  <a:gd name="T3" fmla="*/ 0 h 232"/>
                  <a:gd name="T4" fmla="*/ 1190 w 1190"/>
                  <a:gd name="T5" fmla="*/ 232 h 232"/>
                  <a:gd name="T6" fmla="*/ 230 w 1190"/>
                  <a:gd name="T7" fmla="*/ 22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90" h="232">
                    <a:moveTo>
                      <a:pt x="230" y="222"/>
                    </a:moveTo>
                    <a:lnTo>
                      <a:pt x="0" y="0"/>
                    </a:lnTo>
                    <a:lnTo>
                      <a:pt x="1190" y="232"/>
                    </a:lnTo>
                    <a:lnTo>
                      <a:pt x="230" y="22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0" name="Freeform 94"/>
              <p:cNvSpPr/>
              <p:nvPr/>
            </p:nvSpPr>
            <p:spPr bwMode="auto">
              <a:xfrm>
                <a:off x="7123639" y="3643690"/>
                <a:ext cx="246411" cy="252339"/>
              </a:xfrm>
              <a:custGeom>
                <a:avLst/>
                <a:gdLst>
                  <a:gd name="T0" fmla="*/ 45 w 123"/>
                  <a:gd name="T1" fmla="*/ 63 h 126"/>
                  <a:gd name="T2" fmla="*/ 45 w 123"/>
                  <a:gd name="T3" fmla="*/ 121 h 126"/>
                  <a:gd name="T4" fmla="*/ 123 w 123"/>
                  <a:gd name="T5" fmla="*/ 62 h 126"/>
                  <a:gd name="T6" fmla="*/ 44 w 123"/>
                  <a:gd name="T7" fmla="*/ 5 h 126"/>
                  <a:gd name="T8" fmla="*/ 45 w 123"/>
                  <a:gd name="T9" fmla="*/ 6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26">
                    <a:moveTo>
                      <a:pt x="45" y="63"/>
                    </a:moveTo>
                    <a:cubicBezTo>
                      <a:pt x="3" y="65"/>
                      <a:pt x="4" y="126"/>
                      <a:pt x="45" y="121"/>
                    </a:cubicBezTo>
                    <a:cubicBezTo>
                      <a:pt x="86" y="115"/>
                      <a:pt x="123" y="62"/>
                      <a:pt x="123" y="62"/>
                    </a:cubicBezTo>
                    <a:cubicBezTo>
                      <a:pt x="123" y="62"/>
                      <a:pt x="85" y="9"/>
                      <a:pt x="44" y="5"/>
                    </a:cubicBezTo>
                    <a:cubicBezTo>
                      <a:pt x="3" y="0"/>
                      <a:pt x="0" y="57"/>
                      <a:pt x="45" y="63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1" name="Freeform 95"/>
              <p:cNvSpPr/>
              <p:nvPr/>
            </p:nvSpPr>
            <p:spPr bwMode="auto">
              <a:xfrm>
                <a:off x="10170332" y="5528609"/>
                <a:ext cx="284516" cy="268427"/>
              </a:xfrm>
              <a:custGeom>
                <a:avLst/>
                <a:gdLst>
                  <a:gd name="T0" fmla="*/ 67 w 142"/>
                  <a:gd name="T1" fmla="*/ 65 h 134"/>
                  <a:gd name="T2" fmla="*/ 115 w 142"/>
                  <a:gd name="T3" fmla="*/ 33 h 134"/>
                  <a:gd name="T4" fmla="*/ 23 w 142"/>
                  <a:gd name="T5" fmla="*/ 0 h 134"/>
                  <a:gd name="T6" fmla="*/ 19 w 142"/>
                  <a:gd name="T7" fmla="*/ 97 h 134"/>
                  <a:gd name="T8" fmla="*/ 67 w 142"/>
                  <a:gd name="T9" fmla="*/ 6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134">
                    <a:moveTo>
                      <a:pt x="67" y="65"/>
                    </a:moveTo>
                    <a:cubicBezTo>
                      <a:pt x="91" y="98"/>
                      <a:pt x="142" y="64"/>
                      <a:pt x="115" y="33"/>
                    </a:cubicBezTo>
                    <a:cubicBezTo>
                      <a:pt x="88" y="1"/>
                      <a:pt x="23" y="0"/>
                      <a:pt x="23" y="0"/>
                    </a:cubicBezTo>
                    <a:cubicBezTo>
                      <a:pt x="23" y="0"/>
                      <a:pt x="0" y="60"/>
                      <a:pt x="19" y="97"/>
                    </a:cubicBezTo>
                    <a:cubicBezTo>
                      <a:pt x="37" y="134"/>
                      <a:pt x="87" y="105"/>
                      <a:pt x="67" y="6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2" name="Freeform 96"/>
              <p:cNvSpPr/>
              <p:nvPr/>
            </p:nvSpPr>
            <p:spPr bwMode="auto">
              <a:xfrm>
                <a:off x="9589445" y="1594497"/>
                <a:ext cx="350564" cy="354798"/>
              </a:xfrm>
              <a:custGeom>
                <a:avLst/>
                <a:gdLst>
                  <a:gd name="T0" fmla="*/ 81 w 175"/>
                  <a:gd name="T1" fmla="*/ 69 h 177"/>
                  <a:gd name="T2" fmla="*/ 1 w 175"/>
                  <a:gd name="T3" fmla="*/ 58 h 177"/>
                  <a:gd name="T4" fmla="*/ 66 w 175"/>
                  <a:gd name="T5" fmla="*/ 177 h 177"/>
                  <a:gd name="T6" fmla="*/ 160 w 175"/>
                  <a:gd name="T7" fmla="*/ 80 h 177"/>
                  <a:gd name="T8" fmla="*/ 81 w 175"/>
                  <a:gd name="T9" fmla="*/ 69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5" h="177">
                    <a:moveTo>
                      <a:pt x="81" y="69"/>
                    </a:moveTo>
                    <a:cubicBezTo>
                      <a:pt x="85" y="12"/>
                      <a:pt x="2" y="0"/>
                      <a:pt x="1" y="58"/>
                    </a:cubicBezTo>
                    <a:cubicBezTo>
                      <a:pt x="0" y="116"/>
                      <a:pt x="66" y="177"/>
                      <a:pt x="66" y="177"/>
                    </a:cubicBezTo>
                    <a:cubicBezTo>
                      <a:pt x="66" y="177"/>
                      <a:pt x="146" y="136"/>
                      <a:pt x="160" y="80"/>
                    </a:cubicBezTo>
                    <a:cubicBezTo>
                      <a:pt x="175" y="24"/>
                      <a:pt x="97" y="9"/>
                      <a:pt x="81" y="69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3" name="Freeform 97"/>
              <p:cNvSpPr/>
              <p:nvPr/>
            </p:nvSpPr>
            <p:spPr bwMode="auto">
              <a:xfrm>
                <a:off x="10867226" y="2493771"/>
                <a:ext cx="268427" cy="282822"/>
              </a:xfrm>
              <a:custGeom>
                <a:avLst/>
                <a:gdLst>
                  <a:gd name="T0" fmla="*/ 64 w 134"/>
                  <a:gd name="T1" fmla="*/ 75 h 141"/>
                  <a:gd name="T2" fmla="*/ 30 w 134"/>
                  <a:gd name="T3" fmla="*/ 28 h 141"/>
                  <a:gd name="T4" fmla="*/ 0 w 134"/>
                  <a:gd name="T5" fmla="*/ 120 h 141"/>
                  <a:gd name="T6" fmla="*/ 98 w 134"/>
                  <a:gd name="T7" fmla="*/ 121 h 141"/>
                  <a:gd name="T8" fmla="*/ 64 w 134"/>
                  <a:gd name="T9" fmla="*/ 75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4" h="141">
                    <a:moveTo>
                      <a:pt x="64" y="75"/>
                    </a:moveTo>
                    <a:cubicBezTo>
                      <a:pt x="96" y="49"/>
                      <a:pt x="60" y="0"/>
                      <a:pt x="30" y="28"/>
                    </a:cubicBezTo>
                    <a:cubicBezTo>
                      <a:pt x="0" y="56"/>
                      <a:pt x="0" y="120"/>
                      <a:pt x="0" y="120"/>
                    </a:cubicBezTo>
                    <a:cubicBezTo>
                      <a:pt x="0" y="120"/>
                      <a:pt x="61" y="141"/>
                      <a:pt x="98" y="121"/>
                    </a:cubicBezTo>
                    <a:cubicBezTo>
                      <a:pt x="134" y="101"/>
                      <a:pt x="103" y="53"/>
                      <a:pt x="64" y="7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4" name="Freeform 98"/>
              <p:cNvSpPr/>
              <p:nvPr/>
            </p:nvSpPr>
            <p:spPr bwMode="auto">
              <a:xfrm>
                <a:off x="10940049" y="3099214"/>
                <a:ext cx="594435" cy="606290"/>
              </a:xfrm>
              <a:custGeom>
                <a:avLst/>
                <a:gdLst>
                  <a:gd name="T0" fmla="*/ 239 w 297"/>
                  <a:gd name="T1" fmla="*/ 267 h 303"/>
                  <a:gd name="T2" fmla="*/ 253 w 297"/>
                  <a:gd name="T3" fmla="*/ 87 h 303"/>
                  <a:gd name="T4" fmla="*/ 79 w 297"/>
                  <a:gd name="T5" fmla="*/ 36 h 303"/>
                  <a:gd name="T6" fmla="*/ 37 w 297"/>
                  <a:gd name="T7" fmla="*/ 114 h 303"/>
                  <a:gd name="T8" fmla="*/ 0 w 297"/>
                  <a:gd name="T9" fmla="*/ 98 h 303"/>
                  <a:gd name="T10" fmla="*/ 9 w 297"/>
                  <a:gd name="T11" fmla="*/ 124 h 303"/>
                  <a:gd name="T12" fmla="*/ 39 w 297"/>
                  <a:gd name="T13" fmla="*/ 154 h 303"/>
                  <a:gd name="T14" fmla="*/ 65 w 297"/>
                  <a:gd name="T15" fmla="*/ 216 h 303"/>
                  <a:gd name="T16" fmla="*/ 239 w 297"/>
                  <a:gd name="T17" fmla="*/ 267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303">
                    <a:moveTo>
                      <a:pt x="239" y="267"/>
                    </a:moveTo>
                    <a:cubicBezTo>
                      <a:pt x="291" y="231"/>
                      <a:pt x="297" y="151"/>
                      <a:pt x="253" y="87"/>
                    </a:cubicBezTo>
                    <a:cubicBezTo>
                      <a:pt x="209" y="23"/>
                      <a:pt x="131" y="0"/>
                      <a:pt x="79" y="36"/>
                    </a:cubicBezTo>
                    <a:cubicBezTo>
                      <a:pt x="54" y="53"/>
                      <a:pt x="39" y="82"/>
                      <a:pt x="37" y="114"/>
                    </a:cubicBezTo>
                    <a:cubicBezTo>
                      <a:pt x="25" y="112"/>
                      <a:pt x="12" y="107"/>
                      <a:pt x="0" y="98"/>
                    </a:cubicBezTo>
                    <a:cubicBezTo>
                      <a:pt x="0" y="98"/>
                      <a:pt x="1" y="109"/>
                      <a:pt x="9" y="124"/>
                    </a:cubicBezTo>
                    <a:cubicBezTo>
                      <a:pt x="14" y="134"/>
                      <a:pt x="25" y="147"/>
                      <a:pt x="39" y="154"/>
                    </a:cubicBezTo>
                    <a:cubicBezTo>
                      <a:pt x="43" y="175"/>
                      <a:pt x="52" y="197"/>
                      <a:pt x="65" y="216"/>
                    </a:cubicBezTo>
                    <a:cubicBezTo>
                      <a:pt x="109" y="280"/>
                      <a:pt x="187" y="303"/>
                      <a:pt x="239" y="267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5" name="Freeform 99"/>
              <p:cNvSpPr/>
              <p:nvPr/>
            </p:nvSpPr>
            <p:spPr bwMode="auto">
              <a:xfrm>
                <a:off x="11151742" y="3271109"/>
                <a:ext cx="86371" cy="86371"/>
              </a:xfrm>
              <a:custGeom>
                <a:avLst/>
                <a:gdLst>
                  <a:gd name="T0" fmla="*/ 31 w 43"/>
                  <a:gd name="T1" fmla="*/ 38 h 43"/>
                  <a:gd name="T2" fmla="*/ 5 w 43"/>
                  <a:gd name="T3" fmla="*/ 31 h 43"/>
                  <a:gd name="T4" fmla="*/ 12 w 43"/>
                  <a:gd name="T5" fmla="*/ 5 h 43"/>
                  <a:gd name="T6" fmla="*/ 38 w 43"/>
                  <a:gd name="T7" fmla="*/ 12 h 43"/>
                  <a:gd name="T8" fmla="*/ 31 w 43"/>
                  <a:gd name="T9" fmla="*/ 3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43">
                    <a:moveTo>
                      <a:pt x="31" y="38"/>
                    </a:moveTo>
                    <a:cubicBezTo>
                      <a:pt x="22" y="43"/>
                      <a:pt x="10" y="40"/>
                      <a:pt x="5" y="31"/>
                    </a:cubicBezTo>
                    <a:cubicBezTo>
                      <a:pt x="0" y="22"/>
                      <a:pt x="3" y="11"/>
                      <a:pt x="12" y="5"/>
                    </a:cubicBezTo>
                    <a:cubicBezTo>
                      <a:pt x="21" y="0"/>
                      <a:pt x="33" y="3"/>
                      <a:pt x="38" y="12"/>
                    </a:cubicBezTo>
                    <a:cubicBezTo>
                      <a:pt x="43" y="21"/>
                      <a:pt x="40" y="33"/>
                      <a:pt x="31" y="3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6" name="Freeform 100"/>
              <p:cNvSpPr/>
              <p:nvPr/>
            </p:nvSpPr>
            <p:spPr bwMode="auto">
              <a:xfrm>
                <a:off x="11205936" y="3363408"/>
                <a:ext cx="86371" cy="86371"/>
              </a:xfrm>
              <a:custGeom>
                <a:avLst/>
                <a:gdLst>
                  <a:gd name="T0" fmla="*/ 31 w 43"/>
                  <a:gd name="T1" fmla="*/ 38 h 43"/>
                  <a:gd name="T2" fmla="*/ 5 w 43"/>
                  <a:gd name="T3" fmla="*/ 31 h 43"/>
                  <a:gd name="T4" fmla="*/ 12 w 43"/>
                  <a:gd name="T5" fmla="*/ 5 h 43"/>
                  <a:gd name="T6" fmla="*/ 38 w 43"/>
                  <a:gd name="T7" fmla="*/ 12 h 43"/>
                  <a:gd name="T8" fmla="*/ 31 w 43"/>
                  <a:gd name="T9" fmla="*/ 3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43">
                    <a:moveTo>
                      <a:pt x="31" y="38"/>
                    </a:moveTo>
                    <a:cubicBezTo>
                      <a:pt x="22" y="43"/>
                      <a:pt x="10" y="40"/>
                      <a:pt x="5" y="31"/>
                    </a:cubicBezTo>
                    <a:cubicBezTo>
                      <a:pt x="0" y="22"/>
                      <a:pt x="3" y="11"/>
                      <a:pt x="12" y="5"/>
                    </a:cubicBezTo>
                    <a:cubicBezTo>
                      <a:pt x="21" y="0"/>
                      <a:pt x="32" y="3"/>
                      <a:pt x="38" y="12"/>
                    </a:cubicBezTo>
                    <a:cubicBezTo>
                      <a:pt x="43" y="21"/>
                      <a:pt x="40" y="33"/>
                      <a:pt x="31" y="3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7" name="Freeform 101"/>
              <p:cNvSpPr/>
              <p:nvPr/>
            </p:nvSpPr>
            <p:spPr bwMode="auto">
              <a:xfrm>
                <a:off x="11258436" y="3455706"/>
                <a:ext cx="88064" cy="85524"/>
              </a:xfrm>
              <a:custGeom>
                <a:avLst/>
                <a:gdLst>
                  <a:gd name="T0" fmla="*/ 32 w 44"/>
                  <a:gd name="T1" fmla="*/ 38 h 43"/>
                  <a:gd name="T2" fmla="*/ 6 w 44"/>
                  <a:gd name="T3" fmla="*/ 31 h 43"/>
                  <a:gd name="T4" fmla="*/ 13 w 44"/>
                  <a:gd name="T5" fmla="*/ 5 h 43"/>
                  <a:gd name="T6" fmla="*/ 38 w 44"/>
                  <a:gd name="T7" fmla="*/ 12 h 43"/>
                  <a:gd name="T8" fmla="*/ 32 w 44"/>
                  <a:gd name="T9" fmla="*/ 3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43">
                    <a:moveTo>
                      <a:pt x="32" y="38"/>
                    </a:moveTo>
                    <a:cubicBezTo>
                      <a:pt x="23" y="43"/>
                      <a:pt x="11" y="40"/>
                      <a:pt x="6" y="31"/>
                    </a:cubicBezTo>
                    <a:cubicBezTo>
                      <a:pt x="0" y="22"/>
                      <a:pt x="4" y="11"/>
                      <a:pt x="13" y="5"/>
                    </a:cubicBezTo>
                    <a:cubicBezTo>
                      <a:pt x="22" y="0"/>
                      <a:pt x="33" y="3"/>
                      <a:pt x="38" y="12"/>
                    </a:cubicBezTo>
                    <a:cubicBezTo>
                      <a:pt x="44" y="21"/>
                      <a:pt x="41" y="33"/>
                      <a:pt x="32" y="3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8" name="Freeform 102"/>
              <p:cNvSpPr/>
              <p:nvPr/>
            </p:nvSpPr>
            <p:spPr bwMode="auto">
              <a:xfrm>
                <a:off x="11261823" y="4094174"/>
                <a:ext cx="392903" cy="502984"/>
              </a:xfrm>
              <a:custGeom>
                <a:avLst/>
                <a:gdLst>
                  <a:gd name="T0" fmla="*/ 162 w 196"/>
                  <a:gd name="T1" fmla="*/ 0 h 251"/>
                  <a:gd name="T2" fmla="*/ 173 w 196"/>
                  <a:gd name="T3" fmla="*/ 9 h 251"/>
                  <a:gd name="T4" fmla="*/ 14 w 196"/>
                  <a:gd name="T5" fmla="*/ 250 h 251"/>
                  <a:gd name="T6" fmla="*/ 1 w 196"/>
                  <a:gd name="T7" fmla="*/ 242 h 251"/>
                  <a:gd name="T8" fmla="*/ 9 w 196"/>
                  <a:gd name="T9" fmla="*/ 230 h 251"/>
                  <a:gd name="T10" fmla="*/ 153 w 196"/>
                  <a:gd name="T11" fmla="*/ 13 h 251"/>
                  <a:gd name="T12" fmla="*/ 161 w 196"/>
                  <a:gd name="T13" fmla="*/ 1 h 251"/>
                  <a:gd name="T14" fmla="*/ 162 w 196"/>
                  <a:gd name="T15" fmla="*/ 0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6" h="251">
                    <a:moveTo>
                      <a:pt x="162" y="0"/>
                    </a:moveTo>
                    <a:cubicBezTo>
                      <a:pt x="167" y="0"/>
                      <a:pt x="172" y="3"/>
                      <a:pt x="173" y="9"/>
                    </a:cubicBezTo>
                    <a:cubicBezTo>
                      <a:pt x="196" y="119"/>
                      <a:pt x="124" y="228"/>
                      <a:pt x="14" y="250"/>
                    </a:cubicBezTo>
                    <a:cubicBezTo>
                      <a:pt x="8" y="251"/>
                      <a:pt x="3" y="248"/>
                      <a:pt x="1" y="242"/>
                    </a:cubicBezTo>
                    <a:cubicBezTo>
                      <a:pt x="0" y="236"/>
                      <a:pt x="4" y="231"/>
                      <a:pt x="9" y="230"/>
                    </a:cubicBezTo>
                    <a:cubicBezTo>
                      <a:pt x="109" y="209"/>
                      <a:pt x="173" y="112"/>
                      <a:pt x="153" y="13"/>
                    </a:cubicBezTo>
                    <a:cubicBezTo>
                      <a:pt x="152" y="7"/>
                      <a:pt x="155" y="2"/>
                      <a:pt x="161" y="1"/>
                    </a:cubicBezTo>
                    <a:cubicBezTo>
                      <a:pt x="161" y="0"/>
                      <a:pt x="162" y="0"/>
                      <a:pt x="162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09" name="Freeform 103"/>
              <p:cNvSpPr/>
              <p:nvPr/>
            </p:nvSpPr>
            <p:spPr bwMode="auto">
              <a:xfrm>
                <a:off x="11244041" y="4112803"/>
                <a:ext cx="288750" cy="392056"/>
              </a:xfrm>
              <a:custGeom>
                <a:avLst/>
                <a:gdLst>
                  <a:gd name="T0" fmla="*/ 125 w 144"/>
                  <a:gd name="T1" fmla="*/ 1 h 196"/>
                  <a:gd name="T2" fmla="*/ 136 w 144"/>
                  <a:gd name="T3" fmla="*/ 9 h 196"/>
                  <a:gd name="T4" fmla="*/ 113 w 144"/>
                  <a:gd name="T5" fmla="*/ 127 h 196"/>
                  <a:gd name="T6" fmla="*/ 13 w 144"/>
                  <a:gd name="T7" fmla="*/ 195 h 196"/>
                  <a:gd name="T8" fmla="*/ 1 w 144"/>
                  <a:gd name="T9" fmla="*/ 187 h 196"/>
                  <a:gd name="T10" fmla="*/ 9 w 144"/>
                  <a:gd name="T11" fmla="*/ 175 h 196"/>
                  <a:gd name="T12" fmla="*/ 96 w 144"/>
                  <a:gd name="T13" fmla="*/ 116 h 196"/>
                  <a:gd name="T14" fmla="*/ 116 w 144"/>
                  <a:gd name="T15" fmla="*/ 13 h 196"/>
                  <a:gd name="T16" fmla="*/ 124 w 144"/>
                  <a:gd name="T17" fmla="*/ 1 h 196"/>
                  <a:gd name="T18" fmla="*/ 125 w 144"/>
                  <a:gd name="T19" fmla="*/ 1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4" h="196">
                    <a:moveTo>
                      <a:pt x="125" y="1"/>
                    </a:moveTo>
                    <a:cubicBezTo>
                      <a:pt x="130" y="0"/>
                      <a:pt x="135" y="4"/>
                      <a:pt x="136" y="9"/>
                    </a:cubicBezTo>
                    <a:cubicBezTo>
                      <a:pt x="144" y="50"/>
                      <a:pt x="136" y="92"/>
                      <a:pt x="113" y="127"/>
                    </a:cubicBezTo>
                    <a:cubicBezTo>
                      <a:pt x="90" y="162"/>
                      <a:pt x="54" y="186"/>
                      <a:pt x="13" y="195"/>
                    </a:cubicBezTo>
                    <a:cubicBezTo>
                      <a:pt x="8" y="196"/>
                      <a:pt x="2" y="192"/>
                      <a:pt x="1" y="187"/>
                    </a:cubicBezTo>
                    <a:cubicBezTo>
                      <a:pt x="0" y="181"/>
                      <a:pt x="3" y="176"/>
                      <a:pt x="9" y="175"/>
                    </a:cubicBezTo>
                    <a:cubicBezTo>
                      <a:pt x="45" y="167"/>
                      <a:pt x="76" y="146"/>
                      <a:pt x="96" y="116"/>
                    </a:cubicBezTo>
                    <a:cubicBezTo>
                      <a:pt x="116" y="85"/>
                      <a:pt x="123" y="49"/>
                      <a:pt x="116" y="13"/>
                    </a:cubicBezTo>
                    <a:cubicBezTo>
                      <a:pt x="114" y="8"/>
                      <a:pt x="118" y="2"/>
                      <a:pt x="124" y="1"/>
                    </a:cubicBezTo>
                    <a:cubicBezTo>
                      <a:pt x="124" y="1"/>
                      <a:pt x="125" y="1"/>
                      <a:pt x="125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0" name="Freeform 104"/>
              <p:cNvSpPr/>
              <p:nvPr/>
            </p:nvSpPr>
            <p:spPr bwMode="auto">
              <a:xfrm>
                <a:off x="11223718" y="4132278"/>
                <a:ext cx="218468" cy="274355"/>
              </a:xfrm>
              <a:custGeom>
                <a:avLst/>
                <a:gdLst>
                  <a:gd name="T0" fmla="*/ 86 w 109"/>
                  <a:gd name="T1" fmla="*/ 1 h 137"/>
                  <a:gd name="T2" fmla="*/ 97 w 109"/>
                  <a:gd name="T3" fmla="*/ 9 h 137"/>
                  <a:gd name="T4" fmla="*/ 13 w 109"/>
                  <a:gd name="T5" fmla="*/ 136 h 137"/>
                  <a:gd name="T6" fmla="*/ 1 w 109"/>
                  <a:gd name="T7" fmla="*/ 128 h 137"/>
                  <a:gd name="T8" fmla="*/ 9 w 109"/>
                  <a:gd name="T9" fmla="*/ 116 h 137"/>
                  <a:gd name="T10" fmla="*/ 77 w 109"/>
                  <a:gd name="T11" fmla="*/ 13 h 137"/>
                  <a:gd name="T12" fmla="*/ 85 w 109"/>
                  <a:gd name="T13" fmla="*/ 1 h 137"/>
                  <a:gd name="T14" fmla="*/ 86 w 109"/>
                  <a:gd name="T15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" h="137">
                    <a:moveTo>
                      <a:pt x="86" y="1"/>
                    </a:moveTo>
                    <a:cubicBezTo>
                      <a:pt x="91" y="0"/>
                      <a:pt x="96" y="4"/>
                      <a:pt x="97" y="9"/>
                    </a:cubicBezTo>
                    <a:cubicBezTo>
                      <a:pt x="109" y="67"/>
                      <a:pt x="71" y="124"/>
                      <a:pt x="13" y="136"/>
                    </a:cubicBezTo>
                    <a:cubicBezTo>
                      <a:pt x="8" y="137"/>
                      <a:pt x="2" y="134"/>
                      <a:pt x="1" y="128"/>
                    </a:cubicBezTo>
                    <a:cubicBezTo>
                      <a:pt x="0" y="122"/>
                      <a:pt x="3" y="117"/>
                      <a:pt x="9" y="116"/>
                    </a:cubicBezTo>
                    <a:cubicBezTo>
                      <a:pt x="56" y="106"/>
                      <a:pt x="86" y="60"/>
                      <a:pt x="77" y="13"/>
                    </a:cubicBezTo>
                    <a:cubicBezTo>
                      <a:pt x="75" y="8"/>
                      <a:pt x="79" y="2"/>
                      <a:pt x="85" y="1"/>
                    </a:cubicBezTo>
                    <a:cubicBezTo>
                      <a:pt x="85" y="1"/>
                      <a:pt x="86" y="1"/>
                      <a:pt x="86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1" name="Freeform 105"/>
              <p:cNvSpPr/>
              <p:nvPr/>
            </p:nvSpPr>
            <p:spPr bwMode="auto">
              <a:xfrm>
                <a:off x="11198315" y="4152601"/>
                <a:ext cx="132097" cy="168508"/>
              </a:xfrm>
              <a:custGeom>
                <a:avLst/>
                <a:gdLst>
                  <a:gd name="T0" fmla="*/ 52 w 66"/>
                  <a:gd name="T1" fmla="*/ 1 h 84"/>
                  <a:gd name="T2" fmla="*/ 62 w 66"/>
                  <a:gd name="T3" fmla="*/ 9 h 84"/>
                  <a:gd name="T4" fmla="*/ 53 w 66"/>
                  <a:gd name="T5" fmla="*/ 56 h 84"/>
                  <a:gd name="T6" fmla="*/ 14 w 66"/>
                  <a:gd name="T7" fmla="*/ 82 h 84"/>
                  <a:gd name="T8" fmla="*/ 2 w 66"/>
                  <a:gd name="T9" fmla="*/ 74 h 84"/>
                  <a:gd name="T10" fmla="*/ 10 w 66"/>
                  <a:gd name="T11" fmla="*/ 62 h 84"/>
                  <a:gd name="T12" fmla="*/ 36 w 66"/>
                  <a:gd name="T13" fmla="*/ 44 h 84"/>
                  <a:gd name="T14" fmla="*/ 42 w 66"/>
                  <a:gd name="T15" fmla="*/ 13 h 84"/>
                  <a:gd name="T16" fmla="*/ 50 w 66"/>
                  <a:gd name="T17" fmla="*/ 1 h 84"/>
                  <a:gd name="T18" fmla="*/ 52 w 66"/>
                  <a:gd name="T19" fmla="*/ 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6" h="84">
                    <a:moveTo>
                      <a:pt x="52" y="1"/>
                    </a:moveTo>
                    <a:cubicBezTo>
                      <a:pt x="57" y="0"/>
                      <a:pt x="61" y="4"/>
                      <a:pt x="62" y="9"/>
                    </a:cubicBezTo>
                    <a:cubicBezTo>
                      <a:pt x="66" y="25"/>
                      <a:pt x="63" y="42"/>
                      <a:pt x="53" y="56"/>
                    </a:cubicBezTo>
                    <a:cubicBezTo>
                      <a:pt x="44" y="70"/>
                      <a:pt x="30" y="79"/>
                      <a:pt x="14" y="82"/>
                    </a:cubicBezTo>
                    <a:cubicBezTo>
                      <a:pt x="8" y="84"/>
                      <a:pt x="3" y="80"/>
                      <a:pt x="2" y="74"/>
                    </a:cubicBezTo>
                    <a:cubicBezTo>
                      <a:pt x="0" y="69"/>
                      <a:pt x="4" y="63"/>
                      <a:pt x="10" y="62"/>
                    </a:cubicBezTo>
                    <a:cubicBezTo>
                      <a:pt x="20" y="60"/>
                      <a:pt x="30" y="54"/>
                      <a:pt x="36" y="44"/>
                    </a:cubicBezTo>
                    <a:cubicBezTo>
                      <a:pt x="42" y="35"/>
                      <a:pt x="44" y="24"/>
                      <a:pt x="42" y="13"/>
                    </a:cubicBezTo>
                    <a:cubicBezTo>
                      <a:pt x="41" y="7"/>
                      <a:pt x="45" y="2"/>
                      <a:pt x="50" y="1"/>
                    </a:cubicBezTo>
                    <a:cubicBezTo>
                      <a:pt x="51" y="1"/>
                      <a:pt x="51" y="1"/>
                      <a:pt x="52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2" name="Freeform 106"/>
              <p:cNvSpPr/>
              <p:nvPr/>
            </p:nvSpPr>
            <p:spPr bwMode="auto">
              <a:xfrm>
                <a:off x="11182226" y="4168690"/>
                <a:ext cx="49960" cy="51653"/>
              </a:xfrm>
              <a:custGeom>
                <a:avLst/>
                <a:gdLst>
                  <a:gd name="T0" fmla="*/ 24 w 25"/>
                  <a:gd name="T1" fmla="*/ 10 h 26"/>
                  <a:gd name="T2" fmla="*/ 15 w 25"/>
                  <a:gd name="T3" fmla="*/ 24 h 26"/>
                  <a:gd name="T4" fmla="*/ 1 w 25"/>
                  <a:gd name="T5" fmla="*/ 15 h 26"/>
                  <a:gd name="T6" fmla="*/ 10 w 25"/>
                  <a:gd name="T7" fmla="*/ 1 h 26"/>
                  <a:gd name="T8" fmla="*/ 24 w 25"/>
                  <a:gd name="T9" fmla="*/ 1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6">
                    <a:moveTo>
                      <a:pt x="24" y="10"/>
                    </a:moveTo>
                    <a:cubicBezTo>
                      <a:pt x="25" y="17"/>
                      <a:pt x="21" y="23"/>
                      <a:pt x="15" y="24"/>
                    </a:cubicBezTo>
                    <a:cubicBezTo>
                      <a:pt x="9" y="26"/>
                      <a:pt x="2" y="21"/>
                      <a:pt x="1" y="15"/>
                    </a:cubicBezTo>
                    <a:cubicBezTo>
                      <a:pt x="0" y="9"/>
                      <a:pt x="4" y="2"/>
                      <a:pt x="10" y="1"/>
                    </a:cubicBezTo>
                    <a:cubicBezTo>
                      <a:pt x="17" y="0"/>
                      <a:pt x="23" y="4"/>
                      <a:pt x="24" y="1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7" name="BackShape"/>
            <p:cNvSpPr/>
            <p:nvPr/>
          </p:nvSpPr>
          <p:spPr>
            <a:xfrm>
              <a:off x="4746894" y="2126328"/>
              <a:ext cx="2579022" cy="257902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ValueShape"/>
            <p:cNvSpPr/>
            <p:nvPr/>
          </p:nvSpPr>
          <p:spPr>
            <a:xfrm>
              <a:off x="4746894" y="2126328"/>
              <a:ext cx="2579022" cy="2579022"/>
            </a:xfrm>
            <a:prstGeom prst="pie">
              <a:avLst>
                <a:gd name="adj1" fmla="val 16200000"/>
                <a:gd name="adj2" fmla="val 9288000"/>
              </a:avLst>
            </a:prstGeom>
            <a:solidFill>
              <a:schemeClr val="accent1">
                <a:lumMod val="10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BackShape"/>
            <p:cNvSpPr/>
            <p:nvPr/>
          </p:nvSpPr>
          <p:spPr bwMode="auto">
            <a:xfrm>
              <a:off x="5893084" y="3272153"/>
              <a:ext cx="286642" cy="287373"/>
            </a:xfrm>
            <a:prstGeom prst="ellipse">
              <a:avLst/>
            </a:prstGeom>
            <a:solidFill>
              <a:srgbClr val="D8574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BackShape"/>
            <p:cNvSpPr/>
            <p:nvPr/>
          </p:nvSpPr>
          <p:spPr bwMode="auto">
            <a:xfrm>
              <a:off x="4709953" y="2089021"/>
              <a:ext cx="2652904" cy="2653636"/>
            </a:xfrm>
            <a:custGeom>
              <a:avLst/>
              <a:gdLst>
                <a:gd name="connsiteX0" fmla="*/ 1326086 w 2652904"/>
                <a:gd name="connsiteY0" fmla="*/ 766329 h 2653636"/>
                <a:gd name="connsiteX1" fmla="*/ 765598 w 2652904"/>
                <a:gd name="connsiteY1" fmla="*/ 1326817 h 2653636"/>
                <a:gd name="connsiteX2" fmla="*/ 1326086 w 2652904"/>
                <a:gd name="connsiteY2" fmla="*/ 1887305 h 2653636"/>
                <a:gd name="connsiteX3" fmla="*/ 1886574 w 2652904"/>
                <a:gd name="connsiteY3" fmla="*/ 1326817 h 2653636"/>
                <a:gd name="connsiteX4" fmla="*/ 1326086 w 2652904"/>
                <a:gd name="connsiteY4" fmla="*/ 766329 h 2653636"/>
                <a:gd name="connsiteX5" fmla="*/ 1325355 w 2652904"/>
                <a:gd name="connsiteY5" fmla="*/ 626664 h 2653636"/>
                <a:gd name="connsiteX6" fmla="*/ 2024777 w 2652904"/>
                <a:gd name="connsiteY6" fmla="*/ 1327183 h 2653636"/>
                <a:gd name="connsiteX7" fmla="*/ 1325355 w 2652904"/>
                <a:gd name="connsiteY7" fmla="*/ 2027702 h 2653636"/>
                <a:gd name="connsiteX8" fmla="*/ 625933 w 2652904"/>
                <a:gd name="connsiteY8" fmla="*/ 1327183 h 2653636"/>
                <a:gd name="connsiteX9" fmla="*/ 1325355 w 2652904"/>
                <a:gd name="connsiteY9" fmla="*/ 626664 h 2653636"/>
                <a:gd name="connsiteX10" fmla="*/ 1326452 w 2652904"/>
                <a:gd name="connsiteY10" fmla="*/ 413876 h 2653636"/>
                <a:gd name="connsiteX11" fmla="*/ 413145 w 2652904"/>
                <a:gd name="connsiteY11" fmla="*/ 1327183 h 2653636"/>
                <a:gd name="connsiteX12" fmla="*/ 1326452 w 2652904"/>
                <a:gd name="connsiteY12" fmla="*/ 2240490 h 2653636"/>
                <a:gd name="connsiteX13" fmla="*/ 2239759 w 2652904"/>
                <a:gd name="connsiteY13" fmla="*/ 1327183 h 2653636"/>
                <a:gd name="connsiteX14" fmla="*/ 1326452 w 2652904"/>
                <a:gd name="connsiteY14" fmla="*/ 413876 h 2653636"/>
                <a:gd name="connsiteX15" fmla="*/ 1326452 w 2652904"/>
                <a:gd name="connsiteY15" fmla="*/ 275674 h 2653636"/>
                <a:gd name="connsiteX16" fmla="*/ 2377961 w 2652904"/>
                <a:gd name="connsiteY16" fmla="*/ 1327183 h 2653636"/>
                <a:gd name="connsiteX17" fmla="*/ 1326452 w 2652904"/>
                <a:gd name="connsiteY17" fmla="*/ 2378692 h 2653636"/>
                <a:gd name="connsiteX18" fmla="*/ 274943 w 2652904"/>
                <a:gd name="connsiteY18" fmla="*/ 1327183 h 2653636"/>
                <a:gd name="connsiteX19" fmla="*/ 1326452 w 2652904"/>
                <a:gd name="connsiteY19" fmla="*/ 275674 h 2653636"/>
                <a:gd name="connsiteX20" fmla="*/ 1326451 w 2652904"/>
                <a:gd name="connsiteY20" fmla="*/ 70929 h 2653636"/>
                <a:gd name="connsiteX21" fmla="*/ 70929 w 2652904"/>
                <a:gd name="connsiteY21" fmla="*/ 1326817 h 2653636"/>
                <a:gd name="connsiteX22" fmla="*/ 1326451 w 2652904"/>
                <a:gd name="connsiteY22" fmla="*/ 2582705 h 2653636"/>
                <a:gd name="connsiteX23" fmla="*/ 2581973 w 2652904"/>
                <a:gd name="connsiteY23" fmla="*/ 1326817 h 2653636"/>
                <a:gd name="connsiteX24" fmla="*/ 1326451 w 2652904"/>
                <a:gd name="connsiteY24" fmla="*/ 70929 h 2653636"/>
                <a:gd name="connsiteX25" fmla="*/ 1326452 w 2652904"/>
                <a:gd name="connsiteY25" fmla="*/ 0 h 2653636"/>
                <a:gd name="connsiteX26" fmla="*/ 2652904 w 2652904"/>
                <a:gd name="connsiteY26" fmla="*/ 1326818 h 2653636"/>
                <a:gd name="connsiteX27" fmla="*/ 1326452 w 2652904"/>
                <a:gd name="connsiteY27" fmla="*/ 2653636 h 2653636"/>
                <a:gd name="connsiteX28" fmla="*/ 0 w 2652904"/>
                <a:gd name="connsiteY28" fmla="*/ 1326818 h 2653636"/>
                <a:gd name="connsiteX29" fmla="*/ 1326452 w 2652904"/>
                <a:gd name="connsiteY29" fmla="*/ 0 h 265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652904" h="2653636">
                  <a:moveTo>
                    <a:pt x="1326086" y="766329"/>
                  </a:moveTo>
                  <a:cubicBezTo>
                    <a:pt x="1016537" y="766329"/>
                    <a:pt x="765598" y="1017268"/>
                    <a:pt x="765598" y="1326817"/>
                  </a:cubicBezTo>
                  <a:cubicBezTo>
                    <a:pt x="765598" y="1636366"/>
                    <a:pt x="1016537" y="1887305"/>
                    <a:pt x="1326086" y="1887305"/>
                  </a:cubicBezTo>
                  <a:cubicBezTo>
                    <a:pt x="1635635" y="1887305"/>
                    <a:pt x="1886574" y="1636366"/>
                    <a:pt x="1886574" y="1326817"/>
                  </a:cubicBezTo>
                  <a:cubicBezTo>
                    <a:pt x="1886574" y="1017268"/>
                    <a:pt x="1635635" y="766329"/>
                    <a:pt x="1326086" y="766329"/>
                  </a:cubicBezTo>
                  <a:close/>
                  <a:moveTo>
                    <a:pt x="1325355" y="626664"/>
                  </a:moveTo>
                  <a:cubicBezTo>
                    <a:pt x="1711635" y="626664"/>
                    <a:pt x="2024777" y="940297"/>
                    <a:pt x="2024777" y="1327183"/>
                  </a:cubicBezTo>
                  <a:cubicBezTo>
                    <a:pt x="2024777" y="1714069"/>
                    <a:pt x="1711635" y="2027702"/>
                    <a:pt x="1325355" y="2027702"/>
                  </a:cubicBezTo>
                  <a:cubicBezTo>
                    <a:pt x="939075" y="2027702"/>
                    <a:pt x="625933" y="1714069"/>
                    <a:pt x="625933" y="1327183"/>
                  </a:cubicBezTo>
                  <a:cubicBezTo>
                    <a:pt x="625933" y="940297"/>
                    <a:pt x="939075" y="626664"/>
                    <a:pt x="1325355" y="626664"/>
                  </a:cubicBezTo>
                  <a:close/>
                  <a:moveTo>
                    <a:pt x="1326452" y="413876"/>
                  </a:moveTo>
                  <a:cubicBezTo>
                    <a:pt x="822046" y="413876"/>
                    <a:pt x="413145" y="822777"/>
                    <a:pt x="413145" y="1327183"/>
                  </a:cubicBezTo>
                  <a:cubicBezTo>
                    <a:pt x="413145" y="1831589"/>
                    <a:pt x="822046" y="2240490"/>
                    <a:pt x="1326452" y="2240490"/>
                  </a:cubicBezTo>
                  <a:cubicBezTo>
                    <a:pt x="1830858" y="2240490"/>
                    <a:pt x="2239759" y="1831589"/>
                    <a:pt x="2239759" y="1327183"/>
                  </a:cubicBezTo>
                  <a:cubicBezTo>
                    <a:pt x="2239759" y="822777"/>
                    <a:pt x="1830858" y="413876"/>
                    <a:pt x="1326452" y="413876"/>
                  </a:cubicBezTo>
                  <a:close/>
                  <a:moveTo>
                    <a:pt x="1326452" y="275674"/>
                  </a:moveTo>
                  <a:cubicBezTo>
                    <a:pt x="1907184" y="275674"/>
                    <a:pt x="2377961" y="746451"/>
                    <a:pt x="2377961" y="1327183"/>
                  </a:cubicBezTo>
                  <a:cubicBezTo>
                    <a:pt x="2377961" y="1907915"/>
                    <a:pt x="1907184" y="2378692"/>
                    <a:pt x="1326452" y="2378692"/>
                  </a:cubicBezTo>
                  <a:cubicBezTo>
                    <a:pt x="745720" y="2378692"/>
                    <a:pt x="274943" y="1907915"/>
                    <a:pt x="274943" y="1327183"/>
                  </a:cubicBezTo>
                  <a:cubicBezTo>
                    <a:pt x="274943" y="746451"/>
                    <a:pt x="745720" y="275674"/>
                    <a:pt x="1326452" y="275674"/>
                  </a:cubicBezTo>
                  <a:close/>
                  <a:moveTo>
                    <a:pt x="1326451" y="70929"/>
                  </a:moveTo>
                  <a:cubicBezTo>
                    <a:pt x="633045" y="70929"/>
                    <a:pt x="70929" y="633209"/>
                    <a:pt x="70929" y="1326817"/>
                  </a:cubicBezTo>
                  <a:cubicBezTo>
                    <a:pt x="70929" y="2020425"/>
                    <a:pt x="633045" y="2582705"/>
                    <a:pt x="1326451" y="2582705"/>
                  </a:cubicBezTo>
                  <a:cubicBezTo>
                    <a:pt x="2019857" y="2582705"/>
                    <a:pt x="2581973" y="2020425"/>
                    <a:pt x="2581973" y="1326817"/>
                  </a:cubicBezTo>
                  <a:cubicBezTo>
                    <a:pt x="2581973" y="633209"/>
                    <a:pt x="2019857" y="70929"/>
                    <a:pt x="1326451" y="70929"/>
                  </a:cubicBezTo>
                  <a:close/>
                  <a:moveTo>
                    <a:pt x="1326452" y="0"/>
                  </a:moveTo>
                  <a:cubicBezTo>
                    <a:pt x="2059031" y="0"/>
                    <a:pt x="2652904" y="594037"/>
                    <a:pt x="2652904" y="1326818"/>
                  </a:cubicBezTo>
                  <a:cubicBezTo>
                    <a:pt x="2652904" y="2059599"/>
                    <a:pt x="2059031" y="2653636"/>
                    <a:pt x="1326452" y="2653636"/>
                  </a:cubicBezTo>
                  <a:cubicBezTo>
                    <a:pt x="593873" y="2653636"/>
                    <a:pt x="0" y="2059599"/>
                    <a:pt x="0" y="1326818"/>
                  </a:cubicBezTo>
                  <a:cubicBezTo>
                    <a:pt x="0" y="594037"/>
                    <a:pt x="593873" y="0"/>
                    <a:pt x="13264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1" name="BackShape"/>
            <p:cNvGrpSpPr/>
            <p:nvPr/>
          </p:nvGrpSpPr>
          <p:grpSpPr>
            <a:xfrm>
              <a:off x="4142520" y="1549373"/>
              <a:ext cx="1912898" cy="1897542"/>
              <a:chOff x="7120252" y="1618207"/>
              <a:chExt cx="2215160" cy="2197378"/>
            </a:xfrm>
          </p:grpSpPr>
          <p:sp>
            <p:nvSpPr>
              <p:cNvPr id="13" name="Freeform 114"/>
              <p:cNvSpPr/>
              <p:nvPr/>
            </p:nvSpPr>
            <p:spPr bwMode="auto">
              <a:xfrm>
                <a:off x="7729083" y="2227884"/>
                <a:ext cx="1153306" cy="1141451"/>
              </a:xfrm>
              <a:custGeom>
                <a:avLst/>
                <a:gdLst>
                  <a:gd name="T0" fmla="*/ 575 w 576"/>
                  <a:gd name="T1" fmla="*/ 518 h 570"/>
                  <a:gd name="T2" fmla="*/ 576 w 576"/>
                  <a:gd name="T3" fmla="*/ 518 h 570"/>
                  <a:gd name="T4" fmla="*/ 52 w 576"/>
                  <a:gd name="T5" fmla="*/ 0 h 570"/>
                  <a:gd name="T6" fmla="*/ 37 w 576"/>
                  <a:gd name="T7" fmla="*/ 37 h 570"/>
                  <a:gd name="T8" fmla="*/ 0 w 576"/>
                  <a:gd name="T9" fmla="*/ 52 h 570"/>
                  <a:gd name="T10" fmla="*/ 524 w 576"/>
                  <a:gd name="T11" fmla="*/ 570 h 570"/>
                  <a:gd name="T12" fmla="*/ 525 w 576"/>
                  <a:gd name="T13" fmla="*/ 569 h 570"/>
                  <a:gd name="T14" fmla="*/ 575 w 576"/>
                  <a:gd name="T15" fmla="*/ 518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6" h="570">
                    <a:moveTo>
                      <a:pt x="575" y="518"/>
                    </a:moveTo>
                    <a:cubicBezTo>
                      <a:pt x="576" y="518"/>
                      <a:pt x="576" y="518"/>
                      <a:pt x="576" y="518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7" y="12"/>
                      <a:pt x="42" y="24"/>
                      <a:pt x="37" y="37"/>
                    </a:cubicBezTo>
                    <a:cubicBezTo>
                      <a:pt x="24" y="42"/>
                      <a:pt x="12" y="47"/>
                      <a:pt x="0" y="52"/>
                    </a:cubicBezTo>
                    <a:cubicBezTo>
                      <a:pt x="524" y="570"/>
                      <a:pt x="524" y="570"/>
                      <a:pt x="524" y="570"/>
                    </a:cubicBezTo>
                    <a:cubicBezTo>
                      <a:pt x="525" y="569"/>
                      <a:pt x="525" y="569"/>
                      <a:pt x="525" y="569"/>
                    </a:cubicBezTo>
                    <a:lnTo>
                      <a:pt x="575" y="51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Freeform 115"/>
              <p:cNvSpPr/>
              <p:nvPr/>
            </p:nvSpPr>
            <p:spPr bwMode="auto">
              <a:xfrm>
                <a:off x="8936582" y="3420988"/>
                <a:ext cx="398830" cy="394597"/>
              </a:xfrm>
              <a:custGeom>
                <a:avLst/>
                <a:gdLst>
                  <a:gd name="T0" fmla="*/ 199 w 199"/>
                  <a:gd name="T1" fmla="*/ 197 h 197"/>
                  <a:gd name="T2" fmla="*/ 59 w 199"/>
                  <a:gd name="T3" fmla="*/ 0 h 197"/>
                  <a:gd name="T4" fmla="*/ 58 w 199"/>
                  <a:gd name="T5" fmla="*/ 0 h 197"/>
                  <a:gd name="T6" fmla="*/ 55 w 199"/>
                  <a:gd name="T7" fmla="*/ 4 h 197"/>
                  <a:gd name="T8" fmla="*/ 5 w 199"/>
                  <a:gd name="T9" fmla="*/ 55 h 197"/>
                  <a:gd name="T10" fmla="*/ 0 w 199"/>
                  <a:gd name="T11" fmla="*/ 58 h 197"/>
                  <a:gd name="T12" fmla="*/ 1 w 199"/>
                  <a:gd name="T13" fmla="*/ 59 h 197"/>
                  <a:gd name="T14" fmla="*/ 199 w 199"/>
                  <a:gd name="T15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9" h="197">
                    <a:moveTo>
                      <a:pt x="199" y="197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59" y="0"/>
                      <a:pt x="58" y="0"/>
                      <a:pt x="58" y="0"/>
                    </a:cubicBezTo>
                    <a:cubicBezTo>
                      <a:pt x="57" y="2"/>
                      <a:pt x="56" y="3"/>
                      <a:pt x="55" y="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3" y="56"/>
                      <a:pt x="2" y="57"/>
                      <a:pt x="0" y="58"/>
                    </a:cubicBezTo>
                    <a:cubicBezTo>
                      <a:pt x="1" y="58"/>
                      <a:pt x="1" y="59"/>
                      <a:pt x="1" y="59"/>
                    </a:cubicBezTo>
                    <a:lnTo>
                      <a:pt x="199" y="197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Freeform 116"/>
              <p:cNvSpPr/>
              <p:nvPr/>
            </p:nvSpPr>
            <p:spPr bwMode="auto">
              <a:xfrm>
                <a:off x="8892550" y="3375263"/>
                <a:ext cx="164274" cy="165968"/>
              </a:xfrm>
              <a:custGeom>
                <a:avLst/>
                <a:gdLst>
                  <a:gd name="T0" fmla="*/ 77 w 82"/>
                  <a:gd name="T1" fmla="*/ 27 h 83"/>
                  <a:gd name="T2" fmla="*/ 80 w 82"/>
                  <a:gd name="T3" fmla="*/ 23 h 83"/>
                  <a:gd name="T4" fmla="*/ 77 w 82"/>
                  <a:gd name="T5" fmla="*/ 7 h 83"/>
                  <a:gd name="T6" fmla="*/ 75 w 82"/>
                  <a:gd name="T7" fmla="*/ 6 h 83"/>
                  <a:gd name="T8" fmla="*/ 55 w 82"/>
                  <a:gd name="T9" fmla="*/ 6 h 83"/>
                  <a:gd name="T10" fmla="*/ 5 w 82"/>
                  <a:gd name="T11" fmla="*/ 57 h 83"/>
                  <a:gd name="T12" fmla="*/ 5 w 82"/>
                  <a:gd name="T13" fmla="*/ 77 h 83"/>
                  <a:gd name="T14" fmla="*/ 7 w 82"/>
                  <a:gd name="T15" fmla="*/ 78 h 83"/>
                  <a:gd name="T16" fmla="*/ 22 w 82"/>
                  <a:gd name="T17" fmla="*/ 81 h 83"/>
                  <a:gd name="T18" fmla="*/ 27 w 82"/>
                  <a:gd name="T19" fmla="*/ 78 h 83"/>
                  <a:gd name="T20" fmla="*/ 77 w 82"/>
                  <a:gd name="T21" fmla="*/ 2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" h="83">
                    <a:moveTo>
                      <a:pt x="77" y="27"/>
                    </a:moveTo>
                    <a:cubicBezTo>
                      <a:pt x="78" y="26"/>
                      <a:pt x="79" y="25"/>
                      <a:pt x="80" y="23"/>
                    </a:cubicBezTo>
                    <a:cubicBezTo>
                      <a:pt x="82" y="18"/>
                      <a:pt x="81" y="12"/>
                      <a:pt x="77" y="7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0" y="0"/>
                      <a:pt x="61" y="1"/>
                      <a:pt x="55" y="6"/>
                    </a:cubicBezTo>
                    <a:cubicBezTo>
                      <a:pt x="5" y="57"/>
                      <a:pt x="5" y="57"/>
                      <a:pt x="5" y="57"/>
                    </a:cubicBezTo>
                    <a:cubicBezTo>
                      <a:pt x="0" y="62"/>
                      <a:pt x="0" y="71"/>
                      <a:pt x="5" y="77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11" y="82"/>
                      <a:pt x="17" y="83"/>
                      <a:pt x="22" y="81"/>
                    </a:cubicBezTo>
                    <a:cubicBezTo>
                      <a:pt x="24" y="80"/>
                      <a:pt x="25" y="79"/>
                      <a:pt x="27" y="78"/>
                    </a:cubicBezTo>
                    <a:lnTo>
                      <a:pt x="77" y="27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Freeform 117"/>
              <p:cNvSpPr/>
              <p:nvPr/>
            </p:nvSpPr>
            <p:spPr bwMode="auto">
              <a:xfrm>
                <a:off x="8850211" y="3335464"/>
                <a:ext cx="164274" cy="164274"/>
              </a:xfrm>
              <a:custGeom>
                <a:avLst/>
                <a:gdLst>
                  <a:gd name="T0" fmla="*/ 76 w 82"/>
                  <a:gd name="T1" fmla="*/ 6 h 82"/>
                  <a:gd name="T2" fmla="*/ 75 w 82"/>
                  <a:gd name="T3" fmla="*/ 5 h 82"/>
                  <a:gd name="T4" fmla="*/ 62 w 82"/>
                  <a:gd name="T5" fmla="*/ 1 h 82"/>
                  <a:gd name="T6" fmla="*/ 58 w 82"/>
                  <a:gd name="T7" fmla="*/ 8 h 82"/>
                  <a:gd name="T8" fmla="*/ 8 w 82"/>
                  <a:gd name="T9" fmla="*/ 58 h 82"/>
                  <a:gd name="T10" fmla="*/ 1 w 82"/>
                  <a:gd name="T11" fmla="*/ 62 h 82"/>
                  <a:gd name="T12" fmla="*/ 5 w 82"/>
                  <a:gd name="T13" fmla="*/ 75 h 82"/>
                  <a:gd name="T14" fmla="*/ 6 w 82"/>
                  <a:gd name="T15" fmla="*/ 77 h 82"/>
                  <a:gd name="T16" fmla="*/ 26 w 82"/>
                  <a:gd name="T17" fmla="*/ 77 h 82"/>
                  <a:gd name="T18" fmla="*/ 76 w 82"/>
                  <a:gd name="T19" fmla="*/ 26 h 82"/>
                  <a:gd name="T20" fmla="*/ 76 w 82"/>
                  <a:gd name="T21" fmla="*/ 6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" h="82">
                    <a:moveTo>
                      <a:pt x="76" y="6"/>
                    </a:moveTo>
                    <a:cubicBezTo>
                      <a:pt x="75" y="5"/>
                      <a:pt x="75" y="5"/>
                      <a:pt x="75" y="5"/>
                    </a:cubicBezTo>
                    <a:cubicBezTo>
                      <a:pt x="71" y="1"/>
                      <a:pt x="66" y="0"/>
                      <a:pt x="62" y="1"/>
                    </a:cubicBezTo>
                    <a:cubicBezTo>
                      <a:pt x="61" y="4"/>
                      <a:pt x="60" y="6"/>
                      <a:pt x="58" y="8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6" y="60"/>
                      <a:pt x="3" y="62"/>
                      <a:pt x="1" y="62"/>
                    </a:cubicBezTo>
                    <a:cubicBezTo>
                      <a:pt x="0" y="67"/>
                      <a:pt x="1" y="72"/>
                      <a:pt x="5" y="75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12" y="82"/>
                      <a:pt x="21" y="82"/>
                      <a:pt x="26" y="77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82" y="21"/>
                      <a:pt x="82" y="12"/>
                      <a:pt x="76" y="6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Freeform 118"/>
              <p:cNvSpPr/>
              <p:nvPr/>
            </p:nvSpPr>
            <p:spPr bwMode="auto">
              <a:xfrm>
                <a:off x="8812953" y="3297359"/>
                <a:ext cx="163427" cy="164274"/>
              </a:xfrm>
              <a:custGeom>
                <a:avLst/>
                <a:gdLst>
                  <a:gd name="T0" fmla="*/ 77 w 82"/>
                  <a:gd name="T1" fmla="*/ 27 h 82"/>
                  <a:gd name="T2" fmla="*/ 81 w 82"/>
                  <a:gd name="T3" fmla="*/ 20 h 82"/>
                  <a:gd name="T4" fmla="*/ 77 w 82"/>
                  <a:gd name="T5" fmla="*/ 7 h 82"/>
                  <a:gd name="T6" fmla="*/ 75 w 82"/>
                  <a:gd name="T7" fmla="*/ 5 h 82"/>
                  <a:gd name="T8" fmla="*/ 55 w 82"/>
                  <a:gd name="T9" fmla="*/ 6 h 82"/>
                  <a:gd name="T10" fmla="*/ 5 w 82"/>
                  <a:gd name="T11" fmla="*/ 56 h 82"/>
                  <a:gd name="T12" fmla="*/ 5 w 82"/>
                  <a:gd name="T13" fmla="*/ 76 h 82"/>
                  <a:gd name="T14" fmla="*/ 7 w 82"/>
                  <a:gd name="T15" fmla="*/ 78 h 82"/>
                  <a:gd name="T16" fmla="*/ 20 w 82"/>
                  <a:gd name="T17" fmla="*/ 81 h 82"/>
                  <a:gd name="T18" fmla="*/ 27 w 82"/>
                  <a:gd name="T19" fmla="*/ 77 h 82"/>
                  <a:gd name="T20" fmla="*/ 77 w 82"/>
                  <a:gd name="T21" fmla="*/ 2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" h="82">
                    <a:moveTo>
                      <a:pt x="77" y="27"/>
                    </a:moveTo>
                    <a:cubicBezTo>
                      <a:pt x="79" y="25"/>
                      <a:pt x="80" y="23"/>
                      <a:pt x="81" y="20"/>
                    </a:cubicBezTo>
                    <a:cubicBezTo>
                      <a:pt x="82" y="15"/>
                      <a:pt x="80" y="11"/>
                      <a:pt x="77" y="7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0" y="0"/>
                      <a:pt x="61" y="0"/>
                      <a:pt x="55" y="6"/>
                    </a:cubicBezTo>
                    <a:cubicBezTo>
                      <a:pt x="5" y="56"/>
                      <a:pt x="5" y="56"/>
                      <a:pt x="5" y="56"/>
                    </a:cubicBezTo>
                    <a:cubicBezTo>
                      <a:pt x="0" y="62"/>
                      <a:pt x="0" y="71"/>
                      <a:pt x="5" y="76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10" y="81"/>
                      <a:pt x="15" y="82"/>
                      <a:pt x="20" y="81"/>
                    </a:cubicBezTo>
                    <a:cubicBezTo>
                      <a:pt x="22" y="81"/>
                      <a:pt x="25" y="79"/>
                      <a:pt x="27" y="77"/>
                    </a:cubicBezTo>
                    <a:lnTo>
                      <a:pt x="77" y="27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Freeform 119"/>
              <p:cNvSpPr/>
              <p:nvPr/>
            </p:nvSpPr>
            <p:spPr bwMode="auto">
              <a:xfrm>
                <a:off x="8768074" y="3255021"/>
                <a:ext cx="166814" cy="165968"/>
              </a:xfrm>
              <a:custGeom>
                <a:avLst/>
                <a:gdLst>
                  <a:gd name="T0" fmla="*/ 77 w 83"/>
                  <a:gd name="T1" fmla="*/ 7 h 83"/>
                  <a:gd name="T2" fmla="*/ 76 w 83"/>
                  <a:gd name="T3" fmla="*/ 5 h 83"/>
                  <a:gd name="T4" fmla="*/ 57 w 83"/>
                  <a:gd name="T5" fmla="*/ 5 h 83"/>
                  <a:gd name="T6" fmla="*/ 56 w 83"/>
                  <a:gd name="T7" fmla="*/ 5 h 83"/>
                  <a:gd name="T8" fmla="*/ 6 w 83"/>
                  <a:gd name="T9" fmla="*/ 56 h 83"/>
                  <a:gd name="T10" fmla="*/ 5 w 83"/>
                  <a:gd name="T11" fmla="*/ 57 h 83"/>
                  <a:gd name="T12" fmla="*/ 6 w 83"/>
                  <a:gd name="T13" fmla="*/ 76 h 83"/>
                  <a:gd name="T14" fmla="*/ 7 w 83"/>
                  <a:gd name="T15" fmla="*/ 77 h 83"/>
                  <a:gd name="T16" fmla="*/ 27 w 83"/>
                  <a:gd name="T17" fmla="*/ 77 h 83"/>
                  <a:gd name="T18" fmla="*/ 77 w 83"/>
                  <a:gd name="T19" fmla="*/ 27 h 83"/>
                  <a:gd name="T20" fmla="*/ 77 w 83"/>
                  <a:gd name="T21" fmla="*/ 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" h="83">
                    <a:moveTo>
                      <a:pt x="77" y="7"/>
                    </a:moveTo>
                    <a:cubicBezTo>
                      <a:pt x="76" y="5"/>
                      <a:pt x="76" y="5"/>
                      <a:pt x="76" y="5"/>
                    </a:cubicBezTo>
                    <a:cubicBezTo>
                      <a:pt x="70" y="0"/>
                      <a:pt x="62" y="0"/>
                      <a:pt x="57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5" y="57"/>
                      <a:pt x="5" y="57"/>
                      <a:pt x="5" y="57"/>
                    </a:cubicBezTo>
                    <a:cubicBezTo>
                      <a:pt x="0" y="62"/>
                      <a:pt x="1" y="71"/>
                      <a:pt x="6" y="76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13" y="83"/>
                      <a:pt x="22" y="83"/>
                      <a:pt x="27" y="77"/>
                    </a:cubicBezTo>
                    <a:cubicBezTo>
                      <a:pt x="77" y="27"/>
                      <a:pt x="77" y="27"/>
                      <a:pt x="77" y="27"/>
                    </a:cubicBezTo>
                    <a:cubicBezTo>
                      <a:pt x="83" y="21"/>
                      <a:pt x="83" y="12"/>
                      <a:pt x="77" y="7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Freeform 120"/>
              <p:cNvSpPr/>
              <p:nvPr/>
            </p:nvSpPr>
            <p:spPr bwMode="auto">
              <a:xfrm>
                <a:off x="7120252" y="1830747"/>
                <a:ext cx="682500" cy="709597"/>
              </a:xfrm>
              <a:custGeom>
                <a:avLst/>
                <a:gdLst>
                  <a:gd name="T0" fmla="*/ 222 w 341"/>
                  <a:gd name="T1" fmla="*/ 117 h 354"/>
                  <a:gd name="T2" fmla="*/ 27 w 341"/>
                  <a:gd name="T3" fmla="*/ 120 h 354"/>
                  <a:gd name="T4" fmla="*/ 304 w 341"/>
                  <a:gd name="T5" fmla="*/ 250 h 354"/>
                  <a:gd name="T6" fmla="*/ 341 w 341"/>
                  <a:gd name="T7" fmla="*/ 235 h 354"/>
                  <a:gd name="T8" fmla="*/ 222 w 341"/>
                  <a:gd name="T9" fmla="*/ 117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1" h="354">
                    <a:moveTo>
                      <a:pt x="222" y="117"/>
                    </a:moveTo>
                    <a:cubicBezTo>
                      <a:pt x="96" y="0"/>
                      <a:pt x="56" y="8"/>
                      <a:pt x="27" y="120"/>
                    </a:cubicBezTo>
                    <a:cubicBezTo>
                      <a:pt x="0" y="220"/>
                      <a:pt x="38" y="354"/>
                      <a:pt x="304" y="250"/>
                    </a:cubicBezTo>
                    <a:cubicBezTo>
                      <a:pt x="316" y="245"/>
                      <a:pt x="328" y="240"/>
                      <a:pt x="341" y="235"/>
                    </a:cubicBezTo>
                    <a:cubicBezTo>
                      <a:pt x="293" y="188"/>
                      <a:pt x="253" y="149"/>
                      <a:pt x="222" y="117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" name="Freeform 121"/>
              <p:cNvSpPr/>
              <p:nvPr/>
            </p:nvSpPr>
            <p:spPr bwMode="auto">
              <a:xfrm>
                <a:off x="7322631" y="1618207"/>
                <a:ext cx="712984" cy="683347"/>
              </a:xfrm>
              <a:custGeom>
                <a:avLst/>
                <a:gdLst>
                  <a:gd name="T0" fmla="*/ 240 w 356"/>
                  <a:gd name="T1" fmla="*/ 341 h 341"/>
                  <a:gd name="T2" fmla="*/ 255 w 356"/>
                  <a:gd name="T3" fmla="*/ 304 h 341"/>
                  <a:gd name="T4" fmla="*/ 122 w 356"/>
                  <a:gd name="T5" fmla="*/ 27 h 341"/>
                  <a:gd name="T6" fmla="*/ 121 w 356"/>
                  <a:gd name="T7" fmla="*/ 223 h 341"/>
                  <a:gd name="T8" fmla="*/ 240 w 356"/>
                  <a:gd name="T9" fmla="*/ 341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6" h="341">
                    <a:moveTo>
                      <a:pt x="240" y="341"/>
                    </a:moveTo>
                    <a:cubicBezTo>
                      <a:pt x="245" y="328"/>
                      <a:pt x="250" y="316"/>
                      <a:pt x="255" y="304"/>
                    </a:cubicBezTo>
                    <a:cubicBezTo>
                      <a:pt x="356" y="36"/>
                      <a:pt x="222" y="0"/>
                      <a:pt x="122" y="27"/>
                    </a:cubicBezTo>
                    <a:cubicBezTo>
                      <a:pt x="10" y="59"/>
                      <a:pt x="0" y="94"/>
                      <a:pt x="121" y="223"/>
                    </a:cubicBezTo>
                    <a:cubicBezTo>
                      <a:pt x="152" y="255"/>
                      <a:pt x="192" y="294"/>
                      <a:pt x="240" y="341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2" name="ValueText"/>
            <p:cNvSpPr txBox="1"/>
            <p:nvPr/>
          </p:nvSpPr>
          <p:spPr>
            <a:xfrm>
              <a:off x="5658791" y="5445958"/>
              <a:ext cx="743919" cy="557939"/>
            </a:xfrm>
            <a:prstGeom prst="rect">
              <a:avLst/>
            </a:prstGeom>
          </p:spPr>
          <p:txBody>
            <a:bodyPr wrap="none" lIns="0" tIns="0" rIns="0" bIns="0">
              <a:prstTxWarp prst="textPlain">
                <a:avLst/>
              </a:prstTxWarp>
              <a:normAutofit/>
            </a:bodyPr>
            <a:lstStyle/>
            <a:p>
              <a:r>
                <a:rPr lang="en-US" altLang="zh-CN">
                  <a:latin typeface="Impact" panose="020B0806030902050204" pitchFamily="34" charset="0"/>
                </a:rPr>
                <a:t>68%</a:t>
              </a:r>
              <a:endParaRPr lang="en-US" altLang="zh-CN">
                <a:latin typeface="Impact" panose="020B0806030902050204" pitchFamily="34" charset="0"/>
              </a:endParaRPr>
            </a:p>
          </p:txBody>
        </p:sp>
      </p:grpSp>
      <p:grpSp>
        <p:nvGrpSpPr>
          <p:cNvPr id="124" name="2c5f5e1c-00ed-463a-9cb9-7b1a0ed7a8eb" descr="aQUAAB+LCAAAAAAABADFkt9PwjAQx/+Xqm+TlBlF9waYGR4UE4g+GB7qerCStSNdZzBk/7vttu4HTIQns5fu+r27z/d6O3SpvjeAPDTjRKpHRlaS8IkCjhw0ocgTaRQ5aMQEZWL1JON0kyDvY1elNW/emQrfSJSCyRVMMRIVv96B3sqemWA85aUM97AOkW0j1MdFkFEaQVM2EQrkV9Whb2L5eaakbuDHkhOlG+5wdoXKK+S5gx7OTDKFrS7koHmBZXlKPDOATp/mwtgc0nWaKA5C1UmvRI8ONFWH38O8Wl3huPvzuH7omIg7wLmHsvIsJBt40aUMbzkBE0KLylwLVvfVh5btzPmVdw7bMx2ajKa3ruc4Sp+3rOFLgi7sRQd4tYjjOIrl34toZQf30+WSBTAPgYPVzJlQQ0E1M7VbOJJsFSoBSWICtw6afq4hUI0078ao0iTUNS98/84fjO99ZO3hrGsbbcNTt3FPf8oz5SnNd9J+E1DDINBjLslzh0W87RPX+OfsocVsvWURPLKC/2bOPWdNj3lb6O8HsqkofGkFAAA="/>
          <p:cNvGrpSpPr>
            <a:grpSpLocks noChangeAspect="1"/>
          </p:cNvGrpSpPr>
          <p:nvPr/>
        </p:nvGrpSpPr>
        <p:grpSpPr>
          <a:xfrm>
            <a:off x="1844051" y="2131163"/>
            <a:ext cx="2276372" cy="2595676"/>
            <a:chOff x="4133738" y="1528900"/>
            <a:chExt cx="3924508" cy="4474997"/>
          </a:xfrm>
        </p:grpSpPr>
        <p:grpSp>
          <p:nvGrpSpPr>
            <p:cNvPr id="125" name="BackShape"/>
            <p:cNvGrpSpPr/>
            <p:nvPr/>
          </p:nvGrpSpPr>
          <p:grpSpPr>
            <a:xfrm>
              <a:off x="4133738" y="1528900"/>
              <a:ext cx="3924508" cy="3800206"/>
              <a:chOff x="7110091" y="1594497"/>
              <a:chExt cx="4544635" cy="4400684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140" name="Freeform 5"/>
              <p:cNvSpPr/>
              <p:nvPr/>
            </p:nvSpPr>
            <p:spPr bwMode="auto">
              <a:xfrm>
                <a:off x="7846784" y="2420102"/>
                <a:ext cx="535161" cy="530080"/>
              </a:xfrm>
              <a:custGeom>
                <a:avLst/>
                <a:gdLst>
                  <a:gd name="T0" fmla="*/ 239 w 267"/>
                  <a:gd name="T1" fmla="*/ 134 h 265"/>
                  <a:gd name="T2" fmla="*/ 229 w 267"/>
                  <a:gd name="T3" fmla="*/ 88 h 265"/>
                  <a:gd name="T4" fmla="*/ 253 w 267"/>
                  <a:gd name="T5" fmla="*/ 76 h 265"/>
                  <a:gd name="T6" fmla="*/ 215 w 267"/>
                  <a:gd name="T7" fmla="*/ 30 h 265"/>
                  <a:gd name="T8" fmla="*/ 199 w 267"/>
                  <a:gd name="T9" fmla="*/ 51 h 265"/>
                  <a:gd name="T10" fmla="*/ 156 w 267"/>
                  <a:gd name="T11" fmla="*/ 31 h 265"/>
                  <a:gd name="T12" fmla="*/ 162 w 267"/>
                  <a:gd name="T13" fmla="*/ 5 h 265"/>
                  <a:gd name="T14" fmla="*/ 103 w 267"/>
                  <a:gd name="T15" fmla="*/ 5 h 265"/>
                  <a:gd name="T16" fmla="*/ 109 w 267"/>
                  <a:gd name="T17" fmla="*/ 31 h 265"/>
                  <a:gd name="T18" fmla="*/ 66 w 267"/>
                  <a:gd name="T19" fmla="*/ 52 h 265"/>
                  <a:gd name="T20" fmla="*/ 49 w 267"/>
                  <a:gd name="T21" fmla="*/ 31 h 265"/>
                  <a:gd name="T22" fmla="*/ 12 w 267"/>
                  <a:gd name="T23" fmla="*/ 77 h 265"/>
                  <a:gd name="T24" fmla="*/ 37 w 267"/>
                  <a:gd name="T25" fmla="*/ 89 h 265"/>
                  <a:gd name="T26" fmla="*/ 27 w 267"/>
                  <a:gd name="T27" fmla="*/ 135 h 265"/>
                  <a:gd name="T28" fmla="*/ 27 w 267"/>
                  <a:gd name="T29" fmla="*/ 135 h 265"/>
                  <a:gd name="T30" fmla="*/ 0 w 267"/>
                  <a:gd name="T31" fmla="*/ 135 h 265"/>
                  <a:gd name="T32" fmla="*/ 13 w 267"/>
                  <a:gd name="T33" fmla="*/ 193 h 265"/>
                  <a:gd name="T34" fmla="*/ 37 w 267"/>
                  <a:gd name="T35" fmla="*/ 181 h 265"/>
                  <a:gd name="T36" fmla="*/ 66 w 267"/>
                  <a:gd name="T37" fmla="*/ 218 h 265"/>
                  <a:gd name="T38" fmla="*/ 50 w 267"/>
                  <a:gd name="T39" fmla="*/ 239 h 265"/>
                  <a:gd name="T40" fmla="*/ 103 w 267"/>
                  <a:gd name="T41" fmla="*/ 265 h 265"/>
                  <a:gd name="T42" fmla="*/ 109 w 267"/>
                  <a:gd name="T43" fmla="*/ 239 h 265"/>
                  <a:gd name="T44" fmla="*/ 133 w 267"/>
                  <a:gd name="T45" fmla="*/ 241 h 265"/>
                  <a:gd name="T46" fmla="*/ 156 w 267"/>
                  <a:gd name="T47" fmla="*/ 239 h 265"/>
                  <a:gd name="T48" fmla="*/ 162 w 267"/>
                  <a:gd name="T49" fmla="*/ 265 h 265"/>
                  <a:gd name="T50" fmla="*/ 216 w 267"/>
                  <a:gd name="T51" fmla="*/ 239 h 265"/>
                  <a:gd name="T52" fmla="*/ 199 w 267"/>
                  <a:gd name="T53" fmla="*/ 218 h 265"/>
                  <a:gd name="T54" fmla="*/ 229 w 267"/>
                  <a:gd name="T55" fmla="*/ 181 h 265"/>
                  <a:gd name="T56" fmla="*/ 253 w 267"/>
                  <a:gd name="T57" fmla="*/ 193 h 265"/>
                  <a:gd name="T58" fmla="*/ 267 w 267"/>
                  <a:gd name="T59" fmla="*/ 135 h 265"/>
                  <a:gd name="T60" fmla="*/ 267 w 267"/>
                  <a:gd name="T61" fmla="*/ 134 h 265"/>
                  <a:gd name="T62" fmla="*/ 239 w 267"/>
                  <a:gd name="T63" fmla="*/ 134 h 265"/>
                  <a:gd name="T64" fmla="*/ 75 w 267"/>
                  <a:gd name="T65" fmla="*/ 135 h 265"/>
                  <a:gd name="T66" fmla="*/ 133 w 267"/>
                  <a:gd name="T67" fmla="*/ 77 h 265"/>
                  <a:gd name="T68" fmla="*/ 190 w 267"/>
                  <a:gd name="T69" fmla="*/ 135 h 265"/>
                  <a:gd name="T70" fmla="*/ 133 w 267"/>
                  <a:gd name="T71" fmla="*/ 192 h 265"/>
                  <a:gd name="T72" fmla="*/ 75 w 267"/>
                  <a:gd name="T73" fmla="*/ 135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67" h="265">
                    <a:moveTo>
                      <a:pt x="239" y="134"/>
                    </a:moveTo>
                    <a:cubicBezTo>
                      <a:pt x="239" y="114"/>
                      <a:pt x="235" y="102"/>
                      <a:pt x="229" y="88"/>
                    </a:cubicBezTo>
                    <a:cubicBezTo>
                      <a:pt x="253" y="76"/>
                      <a:pt x="253" y="76"/>
                      <a:pt x="253" y="76"/>
                    </a:cubicBezTo>
                    <a:cubicBezTo>
                      <a:pt x="244" y="59"/>
                      <a:pt x="231" y="43"/>
                      <a:pt x="215" y="30"/>
                    </a:cubicBezTo>
                    <a:cubicBezTo>
                      <a:pt x="199" y="51"/>
                      <a:pt x="199" y="51"/>
                      <a:pt x="199" y="51"/>
                    </a:cubicBezTo>
                    <a:cubicBezTo>
                      <a:pt x="187" y="41"/>
                      <a:pt x="172" y="34"/>
                      <a:pt x="156" y="31"/>
                    </a:cubicBezTo>
                    <a:cubicBezTo>
                      <a:pt x="162" y="5"/>
                      <a:pt x="162" y="5"/>
                      <a:pt x="162" y="5"/>
                    </a:cubicBezTo>
                    <a:cubicBezTo>
                      <a:pt x="143" y="0"/>
                      <a:pt x="122" y="0"/>
                      <a:pt x="103" y="5"/>
                    </a:cubicBezTo>
                    <a:cubicBezTo>
                      <a:pt x="109" y="31"/>
                      <a:pt x="109" y="31"/>
                      <a:pt x="109" y="31"/>
                    </a:cubicBezTo>
                    <a:cubicBezTo>
                      <a:pt x="93" y="35"/>
                      <a:pt x="78" y="42"/>
                      <a:pt x="66" y="52"/>
                    </a:cubicBezTo>
                    <a:cubicBezTo>
                      <a:pt x="49" y="31"/>
                      <a:pt x="49" y="31"/>
                      <a:pt x="49" y="31"/>
                    </a:cubicBezTo>
                    <a:cubicBezTo>
                      <a:pt x="34" y="43"/>
                      <a:pt x="21" y="59"/>
                      <a:pt x="12" y="77"/>
                    </a:cubicBezTo>
                    <a:cubicBezTo>
                      <a:pt x="37" y="89"/>
                      <a:pt x="37" y="89"/>
                      <a:pt x="37" y="89"/>
                    </a:cubicBezTo>
                    <a:cubicBezTo>
                      <a:pt x="30" y="103"/>
                      <a:pt x="27" y="118"/>
                      <a:pt x="27" y="135"/>
                    </a:cubicBezTo>
                    <a:cubicBezTo>
                      <a:pt x="27" y="135"/>
                      <a:pt x="27" y="135"/>
                      <a:pt x="27" y="135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0" y="155"/>
                      <a:pt x="4" y="175"/>
                      <a:pt x="13" y="193"/>
                    </a:cubicBezTo>
                    <a:cubicBezTo>
                      <a:pt x="37" y="181"/>
                      <a:pt x="37" y="181"/>
                      <a:pt x="37" y="181"/>
                    </a:cubicBezTo>
                    <a:cubicBezTo>
                      <a:pt x="44" y="196"/>
                      <a:pt x="54" y="208"/>
                      <a:pt x="66" y="218"/>
                    </a:cubicBezTo>
                    <a:cubicBezTo>
                      <a:pt x="50" y="239"/>
                      <a:pt x="50" y="239"/>
                      <a:pt x="50" y="239"/>
                    </a:cubicBezTo>
                    <a:cubicBezTo>
                      <a:pt x="65" y="252"/>
                      <a:pt x="84" y="260"/>
                      <a:pt x="103" y="265"/>
                    </a:cubicBezTo>
                    <a:cubicBezTo>
                      <a:pt x="109" y="239"/>
                      <a:pt x="109" y="239"/>
                      <a:pt x="109" y="239"/>
                    </a:cubicBezTo>
                    <a:cubicBezTo>
                      <a:pt x="117" y="240"/>
                      <a:pt x="125" y="241"/>
                      <a:pt x="133" y="241"/>
                    </a:cubicBezTo>
                    <a:cubicBezTo>
                      <a:pt x="141" y="241"/>
                      <a:pt x="149" y="240"/>
                      <a:pt x="156" y="239"/>
                    </a:cubicBezTo>
                    <a:cubicBezTo>
                      <a:pt x="162" y="265"/>
                      <a:pt x="162" y="265"/>
                      <a:pt x="162" y="265"/>
                    </a:cubicBezTo>
                    <a:cubicBezTo>
                      <a:pt x="182" y="260"/>
                      <a:pt x="200" y="251"/>
                      <a:pt x="216" y="239"/>
                    </a:cubicBezTo>
                    <a:cubicBezTo>
                      <a:pt x="199" y="218"/>
                      <a:pt x="199" y="218"/>
                      <a:pt x="199" y="218"/>
                    </a:cubicBezTo>
                    <a:cubicBezTo>
                      <a:pt x="212" y="208"/>
                      <a:pt x="222" y="196"/>
                      <a:pt x="229" y="181"/>
                    </a:cubicBezTo>
                    <a:cubicBezTo>
                      <a:pt x="253" y="193"/>
                      <a:pt x="253" y="193"/>
                      <a:pt x="253" y="193"/>
                    </a:cubicBezTo>
                    <a:cubicBezTo>
                      <a:pt x="262" y="174"/>
                      <a:pt x="267" y="155"/>
                      <a:pt x="267" y="135"/>
                    </a:cubicBezTo>
                    <a:cubicBezTo>
                      <a:pt x="267" y="134"/>
                      <a:pt x="267" y="134"/>
                      <a:pt x="267" y="134"/>
                    </a:cubicBezTo>
                    <a:lnTo>
                      <a:pt x="239" y="134"/>
                    </a:lnTo>
                    <a:close/>
                    <a:moveTo>
                      <a:pt x="75" y="135"/>
                    </a:moveTo>
                    <a:cubicBezTo>
                      <a:pt x="75" y="103"/>
                      <a:pt x="101" y="77"/>
                      <a:pt x="133" y="77"/>
                    </a:cubicBezTo>
                    <a:cubicBezTo>
                      <a:pt x="164" y="77"/>
                      <a:pt x="190" y="103"/>
                      <a:pt x="190" y="135"/>
                    </a:cubicBezTo>
                    <a:cubicBezTo>
                      <a:pt x="190" y="166"/>
                      <a:pt x="164" y="192"/>
                      <a:pt x="133" y="192"/>
                    </a:cubicBezTo>
                    <a:cubicBezTo>
                      <a:pt x="101" y="192"/>
                      <a:pt x="75" y="166"/>
                      <a:pt x="75" y="13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1" name="Freeform 6"/>
              <p:cNvSpPr/>
              <p:nvPr/>
            </p:nvSpPr>
            <p:spPr bwMode="auto">
              <a:xfrm>
                <a:off x="10795251" y="3935827"/>
                <a:ext cx="573266" cy="138871"/>
              </a:xfrm>
              <a:custGeom>
                <a:avLst/>
                <a:gdLst>
                  <a:gd name="T0" fmla="*/ 677 w 677"/>
                  <a:gd name="T1" fmla="*/ 142 h 164"/>
                  <a:gd name="T2" fmla="*/ 672 w 677"/>
                  <a:gd name="T3" fmla="*/ 0 h 164"/>
                  <a:gd name="T4" fmla="*/ 0 w 677"/>
                  <a:gd name="T5" fmla="*/ 22 h 164"/>
                  <a:gd name="T6" fmla="*/ 5 w 677"/>
                  <a:gd name="T7" fmla="*/ 164 h 164"/>
                  <a:gd name="T8" fmla="*/ 677 w 677"/>
                  <a:gd name="T9" fmla="*/ 142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7" h="164">
                    <a:moveTo>
                      <a:pt x="677" y="142"/>
                    </a:moveTo>
                    <a:lnTo>
                      <a:pt x="672" y="0"/>
                    </a:lnTo>
                    <a:lnTo>
                      <a:pt x="0" y="22"/>
                    </a:lnTo>
                    <a:lnTo>
                      <a:pt x="5" y="164"/>
                    </a:lnTo>
                    <a:lnTo>
                      <a:pt x="677" y="14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2" name="Freeform 7"/>
              <p:cNvSpPr/>
              <p:nvPr/>
            </p:nvSpPr>
            <p:spPr bwMode="auto">
              <a:xfrm>
                <a:off x="10801178" y="4112803"/>
                <a:ext cx="300605" cy="138024"/>
              </a:xfrm>
              <a:custGeom>
                <a:avLst/>
                <a:gdLst>
                  <a:gd name="T0" fmla="*/ 355 w 355"/>
                  <a:gd name="T1" fmla="*/ 151 h 163"/>
                  <a:gd name="T2" fmla="*/ 350 w 355"/>
                  <a:gd name="T3" fmla="*/ 0 h 163"/>
                  <a:gd name="T4" fmla="*/ 0 w 355"/>
                  <a:gd name="T5" fmla="*/ 11 h 163"/>
                  <a:gd name="T6" fmla="*/ 5 w 355"/>
                  <a:gd name="T7" fmla="*/ 163 h 163"/>
                  <a:gd name="T8" fmla="*/ 355 w 355"/>
                  <a:gd name="T9" fmla="*/ 151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" h="163">
                    <a:moveTo>
                      <a:pt x="355" y="151"/>
                    </a:moveTo>
                    <a:lnTo>
                      <a:pt x="350" y="0"/>
                    </a:lnTo>
                    <a:lnTo>
                      <a:pt x="0" y="11"/>
                    </a:lnTo>
                    <a:lnTo>
                      <a:pt x="5" y="163"/>
                    </a:lnTo>
                    <a:lnTo>
                      <a:pt x="355" y="15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3" name="Freeform 8"/>
              <p:cNvSpPr/>
              <p:nvPr/>
            </p:nvSpPr>
            <p:spPr bwMode="auto">
              <a:xfrm>
                <a:off x="10807105" y="4284698"/>
                <a:ext cx="451330" cy="133790"/>
              </a:xfrm>
              <a:custGeom>
                <a:avLst/>
                <a:gdLst>
                  <a:gd name="T0" fmla="*/ 528 w 533"/>
                  <a:gd name="T1" fmla="*/ 0 h 158"/>
                  <a:gd name="T2" fmla="*/ 0 w 533"/>
                  <a:gd name="T3" fmla="*/ 17 h 158"/>
                  <a:gd name="T4" fmla="*/ 3 w 533"/>
                  <a:gd name="T5" fmla="*/ 158 h 158"/>
                  <a:gd name="T6" fmla="*/ 533 w 533"/>
                  <a:gd name="T7" fmla="*/ 142 h 158"/>
                  <a:gd name="T8" fmla="*/ 528 w 533"/>
                  <a:gd name="T9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3" h="158">
                    <a:moveTo>
                      <a:pt x="528" y="0"/>
                    </a:moveTo>
                    <a:lnTo>
                      <a:pt x="0" y="17"/>
                    </a:lnTo>
                    <a:lnTo>
                      <a:pt x="3" y="158"/>
                    </a:lnTo>
                    <a:lnTo>
                      <a:pt x="533" y="142"/>
                    </a:lnTo>
                    <a:lnTo>
                      <a:pt x="528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4" name="Freeform 9"/>
              <p:cNvSpPr/>
              <p:nvPr/>
            </p:nvSpPr>
            <p:spPr bwMode="auto">
              <a:xfrm>
                <a:off x="10727509" y="3807964"/>
                <a:ext cx="626613" cy="636774"/>
              </a:xfrm>
              <a:custGeom>
                <a:avLst/>
                <a:gdLst>
                  <a:gd name="T0" fmla="*/ 92 w 740"/>
                  <a:gd name="T1" fmla="*/ 523 h 752"/>
                  <a:gd name="T2" fmla="*/ 87 w 740"/>
                  <a:gd name="T3" fmla="*/ 371 h 752"/>
                  <a:gd name="T4" fmla="*/ 85 w 740"/>
                  <a:gd name="T5" fmla="*/ 315 h 752"/>
                  <a:gd name="T6" fmla="*/ 80 w 740"/>
                  <a:gd name="T7" fmla="*/ 173 h 752"/>
                  <a:gd name="T8" fmla="*/ 78 w 740"/>
                  <a:gd name="T9" fmla="*/ 97 h 752"/>
                  <a:gd name="T10" fmla="*/ 740 w 740"/>
                  <a:gd name="T11" fmla="*/ 76 h 752"/>
                  <a:gd name="T12" fmla="*/ 738 w 740"/>
                  <a:gd name="T13" fmla="*/ 0 h 752"/>
                  <a:gd name="T14" fmla="*/ 61 w 740"/>
                  <a:gd name="T15" fmla="*/ 21 h 752"/>
                  <a:gd name="T16" fmla="*/ 0 w 740"/>
                  <a:gd name="T17" fmla="*/ 24 h 752"/>
                  <a:gd name="T18" fmla="*/ 23 w 740"/>
                  <a:gd name="T19" fmla="*/ 752 h 752"/>
                  <a:gd name="T20" fmla="*/ 99 w 740"/>
                  <a:gd name="T21" fmla="*/ 750 h 752"/>
                  <a:gd name="T22" fmla="*/ 97 w 740"/>
                  <a:gd name="T23" fmla="*/ 721 h 752"/>
                  <a:gd name="T24" fmla="*/ 94 w 740"/>
                  <a:gd name="T25" fmla="*/ 580 h 752"/>
                  <a:gd name="T26" fmla="*/ 92 w 740"/>
                  <a:gd name="T27" fmla="*/ 523 h 7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0" h="752">
                    <a:moveTo>
                      <a:pt x="92" y="523"/>
                    </a:moveTo>
                    <a:lnTo>
                      <a:pt x="87" y="371"/>
                    </a:lnTo>
                    <a:lnTo>
                      <a:pt x="85" y="315"/>
                    </a:lnTo>
                    <a:lnTo>
                      <a:pt x="80" y="173"/>
                    </a:lnTo>
                    <a:lnTo>
                      <a:pt x="78" y="97"/>
                    </a:lnTo>
                    <a:lnTo>
                      <a:pt x="740" y="76"/>
                    </a:lnTo>
                    <a:lnTo>
                      <a:pt x="738" y="0"/>
                    </a:lnTo>
                    <a:lnTo>
                      <a:pt x="61" y="21"/>
                    </a:lnTo>
                    <a:lnTo>
                      <a:pt x="0" y="24"/>
                    </a:lnTo>
                    <a:lnTo>
                      <a:pt x="23" y="752"/>
                    </a:lnTo>
                    <a:lnTo>
                      <a:pt x="99" y="750"/>
                    </a:lnTo>
                    <a:lnTo>
                      <a:pt x="97" y="721"/>
                    </a:lnTo>
                    <a:lnTo>
                      <a:pt x="94" y="580"/>
                    </a:lnTo>
                    <a:lnTo>
                      <a:pt x="92" y="52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5" name="Freeform 10"/>
              <p:cNvSpPr/>
              <p:nvPr/>
            </p:nvSpPr>
            <p:spPr bwMode="auto">
              <a:xfrm>
                <a:off x="10118678" y="1817199"/>
                <a:ext cx="358185" cy="464032"/>
              </a:xfrm>
              <a:custGeom>
                <a:avLst/>
                <a:gdLst>
                  <a:gd name="T0" fmla="*/ 179 w 179"/>
                  <a:gd name="T1" fmla="*/ 134 h 232"/>
                  <a:gd name="T2" fmla="*/ 140 w 179"/>
                  <a:gd name="T3" fmla="*/ 119 h 232"/>
                  <a:gd name="T4" fmla="*/ 138 w 179"/>
                  <a:gd name="T5" fmla="*/ 24 h 232"/>
                  <a:gd name="T6" fmla="*/ 109 w 179"/>
                  <a:gd name="T7" fmla="*/ 31 h 232"/>
                  <a:gd name="T8" fmla="*/ 91 w 179"/>
                  <a:gd name="T9" fmla="*/ 95 h 232"/>
                  <a:gd name="T10" fmla="*/ 26 w 179"/>
                  <a:gd name="T11" fmla="*/ 90 h 232"/>
                  <a:gd name="T12" fmla="*/ 18 w 179"/>
                  <a:gd name="T13" fmla="*/ 120 h 232"/>
                  <a:gd name="T14" fmla="*/ 16 w 179"/>
                  <a:gd name="T15" fmla="*/ 152 h 232"/>
                  <a:gd name="T16" fmla="*/ 17 w 179"/>
                  <a:gd name="T17" fmla="*/ 185 h 232"/>
                  <a:gd name="T18" fmla="*/ 34 w 179"/>
                  <a:gd name="T19" fmla="*/ 219 h 232"/>
                  <a:gd name="T20" fmla="*/ 131 w 179"/>
                  <a:gd name="T21" fmla="*/ 211 h 232"/>
                  <a:gd name="T22" fmla="*/ 175 w 179"/>
                  <a:gd name="T23" fmla="*/ 207 h 232"/>
                  <a:gd name="T24" fmla="*/ 179 w 179"/>
                  <a:gd name="T25" fmla="*/ 134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9" h="232">
                    <a:moveTo>
                      <a:pt x="179" y="134"/>
                    </a:moveTo>
                    <a:cubicBezTo>
                      <a:pt x="164" y="133"/>
                      <a:pt x="150" y="129"/>
                      <a:pt x="140" y="119"/>
                    </a:cubicBezTo>
                    <a:cubicBezTo>
                      <a:pt x="123" y="102"/>
                      <a:pt x="132" y="47"/>
                      <a:pt x="138" y="24"/>
                    </a:cubicBezTo>
                    <a:cubicBezTo>
                      <a:pt x="145" y="0"/>
                      <a:pt x="121" y="1"/>
                      <a:pt x="109" y="31"/>
                    </a:cubicBezTo>
                    <a:cubicBezTo>
                      <a:pt x="97" y="61"/>
                      <a:pt x="91" y="95"/>
                      <a:pt x="91" y="95"/>
                    </a:cubicBezTo>
                    <a:cubicBezTo>
                      <a:pt x="91" y="95"/>
                      <a:pt x="36" y="89"/>
                      <a:pt x="26" y="90"/>
                    </a:cubicBezTo>
                    <a:cubicBezTo>
                      <a:pt x="17" y="91"/>
                      <a:pt x="10" y="105"/>
                      <a:pt x="18" y="120"/>
                    </a:cubicBezTo>
                    <a:cubicBezTo>
                      <a:pt x="23" y="131"/>
                      <a:pt x="7" y="134"/>
                      <a:pt x="16" y="152"/>
                    </a:cubicBezTo>
                    <a:cubicBezTo>
                      <a:pt x="19" y="158"/>
                      <a:pt x="2" y="166"/>
                      <a:pt x="17" y="185"/>
                    </a:cubicBezTo>
                    <a:cubicBezTo>
                      <a:pt x="22" y="192"/>
                      <a:pt x="0" y="207"/>
                      <a:pt x="34" y="219"/>
                    </a:cubicBezTo>
                    <a:cubicBezTo>
                      <a:pt x="68" y="232"/>
                      <a:pt x="116" y="221"/>
                      <a:pt x="131" y="211"/>
                    </a:cubicBezTo>
                    <a:cubicBezTo>
                      <a:pt x="144" y="202"/>
                      <a:pt x="159" y="205"/>
                      <a:pt x="175" y="207"/>
                    </a:cubicBezTo>
                    <a:lnTo>
                      <a:pt x="179" y="134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6" name="Freeform 11"/>
              <p:cNvSpPr/>
              <p:nvPr/>
            </p:nvSpPr>
            <p:spPr bwMode="auto">
              <a:xfrm>
                <a:off x="9439566" y="4957883"/>
                <a:ext cx="638467" cy="897580"/>
              </a:xfrm>
              <a:custGeom>
                <a:avLst/>
                <a:gdLst>
                  <a:gd name="T0" fmla="*/ 32 w 319"/>
                  <a:gd name="T1" fmla="*/ 250 h 448"/>
                  <a:gd name="T2" fmla="*/ 81 w 319"/>
                  <a:gd name="T3" fmla="*/ 416 h 448"/>
                  <a:gd name="T4" fmla="*/ 247 w 319"/>
                  <a:gd name="T5" fmla="*/ 365 h 448"/>
                  <a:gd name="T6" fmla="*/ 226 w 319"/>
                  <a:gd name="T7" fmla="*/ 222 h 448"/>
                  <a:gd name="T8" fmla="*/ 256 w 319"/>
                  <a:gd name="T9" fmla="*/ 173 h 448"/>
                  <a:gd name="T10" fmla="*/ 246 w 319"/>
                  <a:gd name="T11" fmla="*/ 117 h 448"/>
                  <a:gd name="T12" fmla="*/ 305 w 319"/>
                  <a:gd name="T13" fmla="*/ 79 h 448"/>
                  <a:gd name="T14" fmla="*/ 295 w 319"/>
                  <a:gd name="T15" fmla="*/ 12 h 448"/>
                  <a:gd name="T16" fmla="*/ 234 w 319"/>
                  <a:gd name="T17" fmla="*/ 46 h 448"/>
                  <a:gd name="T18" fmla="*/ 159 w 319"/>
                  <a:gd name="T19" fmla="*/ 188 h 448"/>
                  <a:gd name="T20" fmla="*/ 32 w 319"/>
                  <a:gd name="T21" fmla="*/ 250 h 448"/>
                  <a:gd name="T22" fmla="*/ 101 w 319"/>
                  <a:gd name="T23" fmla="*/ 376 h 448"/>
                  <a:gd name="T24" fmla="*/ 89 w 319"/>
                  <a:gd name="T25" fmla="*/ 336 h 448"/>
                  <a:gd name="T26" fmla="*/ 128 w 319"/>
                  <a:gd name="T27" fmla="*/ 324 h 448"/>
                  <a:gd name="T28" fmla="*/ 141 w 319"/>
                  <a:gd name="T29" fmla="*/ 364 h 448"/>
                  <a:gd name="T30" fmla="*/ 101 w 319"/>
                  <a:gd name="T31" fmla="*/ 376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9" h="448">
                    <a:moveTo>
                      <a:pt x="32" y="250"/>
                    </a:moveTo>
                    <a:cubicBezTo>
                      <a:pt x="0" y="310"/>
                      <a:pt x="21" y="384"/>
                      <a:pt x="81" y="416"/>
                    </a:cubicBezTo>
                    <a:cubicBezTo>
                      <a:pt x="141" y="448"/>
                      <a:pt x="215" y="425"/>
                      <a:pt x="247" y="365"/>
                    </a:cubicBezTo>
                    <a:cubicBezTo>
                      <a:pt x="272" y="317"/>
                      <a:pt x="262" y="259"/>
                      <a:pt x="226" y="222"/>
                    </a:cubicBezTo>
                    <a:cubicBezTo>
                      <a:pt x="238" y="203"/>
                      <a:pt x="251" y="182"/>
                      <a:pt x="256" y="173"/>
                    </a:cubicBezTo>
                    <a:cubicBezTo>
                      <a:pt x="265" y="156"/>
                      <a:pt x="240" y="130"/>
                      <a:pt x="246" y="117"/>
                    </a:cubicBezTo>
                    <a:cubicBezTo>
                      <a:pt x="253" y="104"/>
                      <a:pt x="298" y="92"/>
                      <a:pt x="305" y="79"/>
                    </a:cubicBezTo>
                    <a:cubicBezTo>
                      <a:pt x="312" y="66"/>
                      <a:pt x="319" y="25"/>
                      <a:pt x="295" y="12"/>
                    </a:cubicBezTo>
                    <a:cubicBezTo>
                      <a:pt x="272" y="0"/>
                      <a:pt x="234" y="46"/>
                      <a:pt x="234" y="46"/>
                    </a:cubicBezTo>
                    <a:cubicBezTo>
                      <a:pt x="159" y="188"/>
                      <a:pt x="159" y="188"/>
                      <a:pt x="159" y="188"/>
                    </a:cubicBezTo>
                    <a:cubicBezTo>
                      <a:pt x="106" y="180"/>
                      <a:pt x="56" y="204"/>
                      <a:pt x="32" y="250"/>
                    </a:cubicBezTo>
                    <a:close/>
                    <a:moveTo>
                      <a:pt x="101" y="376"/>
                    </a:moveTo>
                    <a:cubicBezTo>
                      <a:pt x="86" y="369"/>
                      <a:pt x="81" y="351"/>
                      <a:pt x="89" y="336"/>
                    </a:cubicBezTo>
                    <a:cubicBezTo>
                      <a:pt x="96" y="322"/>
                      <a:pt x="114" y="317"/>
                      <a:pt x="128" y="324"/>
                    </a:cubicBezTo>
                    <a:cubicBezTo>
                      <a:pt x="143" y="332"/>
                      <a:pt x="148" y="350"/>
                      <a:pt x="141" y="364"/>
                    </a:cubicBezTo>
                    <a:cubicBezTo>
                      <a:pt x="133" y="378"/>
                      <a:pt x="115" y="384"/>
                      <a:pt x="101" y="376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7" name="Freeform 12"/>
              <p:cNvSpPr/>
              <p:nvPr/>
            </p:nvSpPr>
            <p:spPr bwMode="auto">
              <a:xfrm>
                <a:off x="8698639" y="5166189"/>
                <a:ext cx="953467" cy="828992"/>
              </a:xfrm>
              <a:custGeom>
                <a:avLst/>
                <a:gdLst>
                  <a:gd name="T0" fmla="*/ 31 w 476"/>
                  <a:gd name="T1" fmla="*/ 202 h 414"/>
                  <a:gd name="T2" fmla="*/ 17 w 476"/>
                  <a:gd name="T3" fmla="*/ 127 h 414"/>
                  <a:gd name="T4" fmla="*/ 82 w 476"/>
                  <a:gd name="T5" fmla="*/ 31 h 414"/>
                  <a:gd name="T6" fmla="*/ 156 w 476"/>
                  <a:gd name="T7" fmla="*/ 16 h 414"/>
                  <a:gd name="T8" fmla="*/ 445 w 476"/>
                  <a:gd name="T9" fmla="*/ 212 h 414"/>
                  <a:gd name="T10" fmla="*/ 459 w 476"/>
                  <a:gd name="T11" fmla="*/ 287 h 414"/>
                  <a:gd name="T12" fmla="*/ 394 w 476"/>
                  <a:gd name="T13" fmla="*/ 383 h 414"/>
                  <a:gd name="T14" fmla="*/ 320 w 476"/>
                  <a:gd name="T15" fmla="*/ 398 h 414"/>
                  <a:gd name="T16" fmla="*/ 31 w 476"/>
                  <a:gd name="T17" fmla="*/ 202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6" h="414">
                    <a:moveTo>
                      <a:pt x="31" y="202"/>
                    </a:moveTo>
                    <a:cubicBezTo>
                      <a:pt x="6" y="185"/>
                      <a:pt x="0" y="152"/>
                      <a:pt x="17" y="127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99" y="6"/>
                      <a:pt x="132" y="0"/>
                      <a:pt x="156" y="16"/>
                    </a:cubicBezTo>
                    <a:cubicBezTo>
                      <a:pt x="445" y="212"/>
                      <a:pt x="445" y="212"/>
                      <a:pt x="445" y="212"/>
                    </a:cubicBezTo>
                    <a:cubicBezTo>
                      <a:pt x="470" y="229"/>
                      <a:pt x="476" y="262"/>
                      <a:pt x="459" y="287"/>
                    </a:cubicBezTo>
                    <a:cubicBezTo>
                      <a:pt x="394" y="383"/>
                      <a:pt x="394" y="383"/>
                      <a:pt x="394" y="383"/>
                    </a:cubicBezTo>
                    <a:cubicBezTo>
                      <a:pt x="377" y="408"/>
                      <a:pt x="344" y="414"/>
                      <a:pt x="320" y="398"/>
                    </a:cubicBezTo>
                    <a:cubicBezTo>
                      <a:pt x="31" y="202"/>
                      <a:pt x="31" y="202"/>
                      <a:pt x="31" y="202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8" name="Freeform 13"/>
              <p:cNvSpPr/>
              <p:nvPr/>
            </p:nvSpPr>
            <p:spPr bwMode="auto">
              <a:xfrm>
                <a:off x="8842590" y="5272036"/>
                <a:ext cx="690967" cy="623226"/>
              </a:xfrm>
              <a:custGeom>
                <a:avLst/>
                <a:gdLst>
                  <a:gd name="T0" fmla="*/ 0 w 816"/>
                  <a:gd name="T1" fmla="*/ 338 h 736"/>
                  <a:gd name="T2" fmla="*/ 227 w 816"/>
                  <a:gd name="T3" fmla="*/ 0 h 736"/>
                  <a:gd name="T4" fmla="*/ 816 w 816"/>
                  <a:gd name="T5" fmla="*/ 400 h 736"/>
                  <a:gd name="T6" fmla="*/ 587 w 816"/>
                  <a:gd name="T7" fmla="*/ 736 h 736"/>
                  <a:gd name="T8" fmla="*/ 0 w 816"/>
                  <a:gd name="T9" fmla="*/ 338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736">
                    <a:moveTo>
                      <a:pt x="0" y="338"/>
                    </a:moveTo>
                    <a:lnTo>
                      <a:pt x="227" y="0"/>
                    </a:lnTo>
                    <a:lnTo>
                      <a:pt x="816" y="400"/>
                    </a:lnTo>
                    <a:lnTo>
                      <a:pt x="587" y="736"/>
                    </a:lnTo>
                    <a:lnTo>
                      <a:pt x="0" y="338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9" name="Freeform 14"/>
              <p:cNvSpPr/>
              <p:nvPr/>
            </p:nvSpPr>
            <p:spPr bwMode="auto">
              <a:xfrm>
                <a:off x="8842590" y="5272036"/>
                <a:ext cx="690967" cy="623226"/>
              </a:xfrm>
              <a:custGeom>
                <a:avLst/>
                <a:gdLst>
                  <a:gd name="T0" fmla="*/ 0 w 816"/>
                  <a:gd name="T1" fmla="*/ 338 h 736"/>
                  <a:gd name="T2" fmla="*/ 227 w 816"/>
                  <a:gd name="T3" fmla="*/ 0 h 736"/>
                  <a:gd name="T4" fmla="*/ 816 w 816"/>
                  <a:gd name="T5" fmla="*/ 400 h 736"/>
                  <a:gd name="T6" fmla="*/ 587 w 816"/>
                  <a:gd name="T7" fmla="*/ 736 h 736"/>
                  <a:gd name="T8" fmla="*/ 0 w 816"/>
                  <a:gd name="T9" fmla="*/ 338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736">
                    <a:moveTo>
                      <a:pt x="0" y="338"/>
                    </a:moveTo>
                    <a:lnTo>
                      <a:pt x="227" y="0"/>
                    </a:lnTo>
                    <a:lnTo>
                      <a:pt x="816" y="400"/>
                    </a:lnTo>
                    <a:lnTo>
                      <a:pt x="587" y="736"/>
                    </a:lnTo>
                    <a:lnTo>
                      <a:pt x="0" y="338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0" name="Freeform 15"/>
              <p:cNvSpPr/>
              <p:nvPr/>
            </p:nvSpPr>
            <p:spPr bwMode="auto">
              <a:xfrm>
                <a:off x="8842590" y="5267802"/>
                <a:ext cx="500443" cy="629153"/>
              </a:xfrm>
              <a:custGeom>
                <a:avLst/>
                <a:gdLst>
                  <a:gd name="T0" fmla="*/ 589 w 591"/>
                  <a:gd name="T1" fmla="*/ 739 h 743"/>
                  <a:gd name="T2" fmla="*/ 587 w 591"/>
                  <a:gd name="T3" fmla="*/ 741 h 743"/>
                  <a:gd name="T4" fmla="*/ 591 w 591"/>
                  <a:gd name="T5" fmla="*/ 743 h 743"/>
                  <a:gd name="T6" fmla="*/ 589 w 591"/>
                  <a:gd name="T7" fmla="*/ 739 h 743"/>
                  <a:gd name="T8" fmla="*/ 232 w 591"/>
                  <a:gd name="T9" fmla="*/ 0 h 743"/>
                  <a:gd name="T10" fmla="*/ 0 w 591"/>
                  <a:gd name="T11" fmla="*/ 343 h 743"/>
                  <a:gd name="T12" fmla="*/ 227 w 591"/>
                  <a:gd name="T13" fmla="*/ 5 h 743"/>
                  <a:gd name="T14" fmla="*/ 237 w 591"/>
                  <a:gd name="T15" fmla="*/ 12 h 743"/>
                  <a:gd name="T16" fmla="*/ 232 w 591"/>
                  <a:gd name="T17" fmla="*/ 0 h 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1" h="743">
                    <a:moveTo>
                      <a:pt x="589" y="739"/>
                    </a:moveTo>
                    <a:lnTo>
                      <a:pt x="587" y="741"/>
                    </a:lnTo>
                    <a:lnTo>
                      <a:pt x="591" y="743"/>
                    </a:lnTo>
                    <a:lnTo>
                      <a:pt x="589" y="739"/>
                    </a:lnTo>
                    <a:close/>
                    <a:moveTo>
                      <a:pt x="232" y="0"/>
                    </a:moveTo>
                    <a:lnTo>
                      <a:pt x="0" y="343"/>
                    </a:lnTo>
                    <a:lnTo>
                      <a:pt x="227" y="5"/>
                    </a:lnTo>
                    <a:lnTo>
                      <a:pt x="237" y="12"/>
                    </a:lnTo>
                    <a:lnTo>
                      <a:pt x="23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1" name="Freeform 16"/>
              <p:cNvSpPr/>
              <p:nvPr/>
            </p:nvSpPr>
            <p:spPr bwMode="auto">
              <a:xfrm>
                <a:off x="8842590" y="5267802"/>
                <a:ext cx="500443" cy="629153"/>
              </a:xfrm>
              <a:custGeom>
                <a:avLst/>
                <a:gdLst>
                  <a:gd name="T0" fmla="*/ 589 w 591"/>
                  <a:gd name="T1" fmla="*/ 739 h 743"/>
                  <a:gd name="T2" fmla="*/ 587 w 591"/>
                  <a:gd name="T3" fmla="*/ 741 h 743"/>
                  <a:gd name="T4" fmla="*/ 591 w 591"/>
                  <a:gd name="T5" fmla="*/ 743 h 743"/>
                  <a:gd name="T6" fmla="*/ 589 w 591"/>
                  <a:gd name="T7" fmla="*/ 739 h 743"/>
                  <a:gd name="T8" fmla="*/ 232 w 591"/>
                  <a:gd name="T9" fmla="*/ 0 h 743"/>
                  <a:gd name="T10" fmla="*/ 0 w 591"/>
                  <a:gd name="T11" fmla="*/ 343 h 743"/>
                  <a:gd name="T12" fmla="*/ 227 w 591"/>
                  <a:gd name="T13" fmla="*/ 5 h 743"/>
                  <a:gd name="T14" fmla="*/ 237 w 591"/>
                  <a:gd name="T15" fmla="*/ 12 h 743"/>
                  <a:gd name="T16" fmla="*/ 232 w 591"/>
                  <a:gd name="T17" fmla="*/ 0 h 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1" h="743">
                    <a:moveTo>
                      <a:pt x="589" y="739"/>
                    </a:moveTo>
                    <a:lnTo>
                      <a:pt x="587" y="741"/>
                    </a:lnTo>
                    <a:lnTo>
                      <a:pt x="591" y="743"/>
                    </a:lnTo>
                    <a:lnTo>
                      <a:pt x="589" y="739"/>
                    </a:lnTo>
                    <a:moveTo>
                      <a:pt x="232" y="0"/>
                    </a:moveTo>
                    <a:lnTo>
                      <a:pt x="0" y="343"/>
                    </a:lnTo>
                    <a:lnTo>
                      <a:pt x="227" y="5"/>
                    </a:lnTo>
                    <a:lnTo>
                      <a:pt x="237" y="12"/>
                    </a:lnTo>
                    <a:lnTo>
                      <a:pt x="232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2" name="Freeform 17"/>
              <p:cNvSpPr/>
              <p:nvPr/>
            </p:nvSpPr>
            <p:spPr bwMode="auto">
              <a:xfrm>
                <a:off x="8842590" y="5272036"/>
                <a:ext cx="498750" cy="623226"/>
              </a:xfrm>
              <a:custGeom>
                <a:avLst/>
                <a:gdLst>
                  <a:gd name="T0" fmla="*/ 227 w 589"/>
                  <a:gd name="T1" fmla="*/ 0 h 736"/>
                  <a:gd name="T2" fmla="*/ 0 w 589"/>
                  <a:gd name="T3" fmla="*/ 338 h 736"/>
                  <a:gd name="T4" fmla="*/ 587 w 589"/>
                  <a:gd name="T5" fmla="*/ 736 h 736"/>
                  <a:gd name="T6" fmla="*/ 589 w 589"/>
                  <a:gd name="T7" fmla="*/ 734 h 736"/>
                  <a:gd name="T8" fmla="*/ 237 w 589"/>
                  <a:gd name="T9" fmla="*/ 7 h 736"/>
                  <a:gd name="T10" fmla="*/ 227 w 589"/>
                  <a:gd name="T11" fmla="*/ 0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9" h="736">
                    <a:moveTo>
                      <a:pt x="227" y="0"/>
                    </a:moveTo>
                    <a:lnTo>
                      <a:pt x="0" y="338"/>
                    </a:lnTo>
                    <a:lnTo>
                      <a:pt x="587" y="736"/>
                    </a:lnTo>
                    <a:lnTo>
                      <a:pt x="589" y="734"/>
                    </a:lnTo>
                    <a:lnTo>
                      <a:pt x="237" y="7"/>
                    </a:lnTo>
                    <a:lnTo>
                      <a:pt x="22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3" name="Freeform 18"/>
              <p:cNvSpPr/>
              <p:nvPr/>
            </p:nvSpPr>
            <p:spPr bwMode="auto">
              <a:xfrm>
                <a:off x="8842590" y="5272036"/>
                <a:ext cx="498750" cy="623226"/>
              </a:xfrm>
              <a:custGeom>
                <a:avLst/>
                <a:gdLst>
                  <a:gd name="T0" fmla="*/ 227 w 589"/>
                  <a:gd name="T1" fmla="*/ 0 h 736"/>
                  <a:gd name="T2" fmla="*/ 0 w 589"/>
                  <a:gd name="T3" fmla="*/ 338 h 736"/>
                  <a:gd name="T4" fmla="*/ 587 w 589"/>
                  <a:gd name="T5" fmla="*/ 736 h 736"/>
                  <a:gd name="T6" fmla="*/ 589 w 589"/>
                  <a:gd name="T7" fmla="*/ 734 h 736"/>
                  <a:gd name="T8" fmla="*/ 237 w 589"/>
                  <a:gd name="T9" fmla="*/ 7 h 736"/>
                  <a:gd name="T10" fmla="*/ 227 w 589"/>
                  <a:gd name="T11" fmla="*/ 0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9" h="736">
                    <a:moveTo>
                      <a:pt x="227" y="0"/>
                    </a:moveTo>
                    <a:lnTo>
                      <a:pt x="0" y="338"/>
                    </a:lnTo>
                    <a:lnTo>
                      <a:pt x="587" y="736"/>
                    </a:lnTo>
                    <a:lnTo>
                      <a:pt x="589" y="734"/>
                    </a:lnTo>
                    <a:lnTo>
                      <a:pt x="237" y="7"/>
                    </a:lnTo>
                    <a:lnTo>
                      <a:pt x="227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4" name="Freeform 19"/>
              <p:cNvSpPr/>
              <p:nvPr/>
            </p:nvSpPr>
            <p:spPr bwMode="auto">
              <a:xfrm>
                <a:off x="8812953" y="5318609"/>
                <a:ext cx="113468" cy="113468"/>
              </a:xfrm>
              <a:custGeom>
                <a:avLst/>
                <a:gdLst>
                  <a:gd name="T0" fmla="*/ 43 w 57"/>
                  <a:gd name="T1" fmla="*/ 8 h 57"/>
                  <a:gd name="T2" fmla="*/ 50 w 57"/>
                  <a:gd name="T3" fmla="*/ 43 h 57"/>
                  <a:gd name="T4" fmla="*/ 15 w 57"/>
                  <a:gd name="T5" fmla="*/ 49 h 57"/>
                  <a:gd name="T6" fmla="*/ 8 w 57"/>
                  <a:gd name="T7" fmla="*/ 15 h 57"/>
                  <a:gd name="T8" fmla="*/ 43 w 57"/>
                  <a:gd name="T9" fmla="*/ 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7">
                    <a:moveTo>
                      <a:pt x="43" y="8"/>
                    </a:moveTo>
                    <a:cubicBezTo>
                      <a:pt x="54" y="16"/>
                      <a:pt x="57" y="31"/>
                      <a:pt x="50" y="43"/>
                    </a:cubicBezTo>
                    <a:cubicBezTo>
                      <a:pt x="42" y="54"/>
                      <a:pt x="26" y="57"/>
                      <a:pt x="15" y="49"/>
                    </a:cubicBezTo>
                    <a:cubicBezTo>
                      <a:pt x="3" y="42"/>
                      <a:pt x="0" y="26"/>
                      <a:pt x="8" y="15"/>
                    </a:cubicBezTo>
                    <a:cubicBezTo>
                      <a:pt x="16" y="3"/>
                      <a:pt x="31" y="0"/>
                      <a:pt x="43" y="8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5" name="Freeform 20"/>
              <p:cNvSpPr/>
              <p:nvPr/>
            </p:nvSpPr>
            <p:spPr bwMode="auto">
              <a:xfrm>
                <a:off x="9419243" y="5700504"/>
                <a:ext cx="136331" cy="182903"/>
              </a:xfrm>
              <a:custGeom>
                <a:avLst/>
                <a:gdLst>
                  <a:gd name="T0" fmla="*/ 4 w 68"/>
                  <a:gd name="T1" fmla="*/ 88 h 91"/>
                  <a:gd name="T2" fmla="*/ 2 w 68"/>
                  <a:gd name="T3" fmla="*/ 78 h 91"/>
                  <a:gd name="T4" fmla="*/ 52 w 68"/>
                  <a:gd name="T5" fmla="*/ 4 h 91"/>
                  <a:gd name="T6" fmla="*/ 62 w 68"/>
                  <a:gd name="T7" fmla="*/ 2 h 91"/>
                  <a:gd name="T8" fmla="*/ 64 w 68"/>
                  <a:gd name="T9" fmla="*/ 3 h 91"/>
                  <a:gd name="T10" fmla="*/ 65 w 68"/>
                  <a:gd name="T11" fmla="*/ 13 h 91"/>
                  <a:gd name="T12" fmla="*/ 15 w 68"/>
                  <a:gd name="T13" fmla="*/ 87 h 91"/>
                  <a:gd name="T14" fmla="*/ 5 w 68"/>
                  <a:gd name="T15" fmla="*/ 89 h 91"/>
                  <a:gd name="T16" fmla="*/ 4 w 68"/>
                  <a:gd name="T17" fmla="*/ 8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8" h="91">
                    <a:moveTo>
                      <a:pt x="4" y="88"/>
                    </a:moveTo>
                    <a:cubicBezTo>
                      <a:pt x="0" y="86"/>
                      <a:pt x="0" y="81"/>
                      <a:pt x="2" y="78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4" y="1"/>
                      <a:pt x="59" y="0"/>
                      <a:pt x="62" y="2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7" y="5"/>
                      <a:pt x="68" y="9"/>
                      <a:pt x="65" y="13"/>
                    </a:cubicBezTo>
                    <a:cubicBezTo>
                      <a:pt x="15" y="87"/>
                      <a:pt x="15" y="87"/>
                      <a:pt x="15" y="87"/>
                    </a:cubicBezTo>
                    <a:cubicBezTo>
                      <a:pt x="13" y="90"/>
                      <a:pt x="8" y="91"/>
                      <a:pt x="5" y="89"/>
                    </a:cubicBezTo>
                    <a:lnTo>
                      <a:pt x="4" y="88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6" name="Freeform 22"/>
              <p:cNvSpPr/>
              <p:nvPr/>
            </p:nvSpPr>
            <p:spPr bwMode="auto">
              <a:xfrm>
                <a:off x="7919607" y="4603085"/>
                <a:ext cx="889112" cy="1019516"/>
              </a:xfrm>
              <a:custGeom>
                <a:avLst/>
                <a:gdLst>
                  <a:gd name="T0" fmla="*/ 52 w 444"/>
                  <a:gd name="T1" fmla="*/ 392 h 509"/>
                  <a:gd name="T2" fmla="*/ 248 w 444"/>
                  <a:gd name="T3" fmla="*/ 473 h 509"/>
                  <a:gd name="T4" fmla="*/ 245 w 444"/>
                  <a:gd name="T5" fmla="*/ 481 h 509"/>
                  <a:gd name="T6" fmla="*/ 238 w 444"/>
                  <a:gd name="T7" fmla="*/ 491 h 509"/>
                  <a:gd name="T8" fmla="*/ 280 w 444"/>
                  <a:gd name="T9" fmla="*/ 509 h 509"/>
                  <a:gd name="T10" fmla="*/ 444 w 444"/>
                  <a:gd name="T11" fmla="*/ 117 h 509"/>
                  <a:gd name="T12" fmla="*/ 163 w 444"/>
                  <a:gd name="T13" fmla="*/ 0 h 509"/>
                  <a:gd name="T14" fmla="*/ 0 w 444"/>
                  <a:gd name="T15" fmla="*/ 392 h 509"/>
                  <a:gd name="T16" fmla="*/ 46 w 444"/>
                  <a:gd name="T17" fmla="*/ 411 h 509"/>
                  <a:gd name="T18" fmla="*/ 49 w 444"/>
                  <a:gd name="T19" fmla="*/ 399 h 509"/>
                  <a:gd name="T20" fmla="*/ 52 w 444"/>
                  <a:gd name="T21" fmla="*/ 392 h 509"/>
                  <a:gd name="T22" fmla="*/ 182 w 444"/>
                  <a:gd name="T23" fmla="*/ 90 h 509"/>
                  <a:gd name="T24" fmla="*/ 374 w 444"/>
                  <a:gd name="T25" fmla="*/ 170 h 509"/>
                  <a:gd name="T26" fmla="*/ 371 w 444"/>
                  <a:gd name="T27" fmla="*/ 178 h 509"/>
                  <a:gd name="T28" fmla="*/ 179 w 444"/>
                  <a:gd name="T29" fmla="*/ 98 h 509"/>
                  <a:gd name="T30" fmla="*/ 182 w 444"/>
                  <a:gd name="T31" fmla="*/ 90 h 509"/>
                  <a:gd name="T32" fmla="*/ 168 w 444"/>
                  <a:gd name="T33" fmla="*/ 124 h 509"/>
                  <a:gd name="T34" fmla="*/ 360 w 444"/>
                  <a:gd name="T35" fmla="*/ 204 h 509"/>
                  <a:gd name="T36" fmla="*/ 357 w 444"/>
                  <a:gd name="T37" fmla="*/ 211 h 509"/>
                  <a:gd name="T38" fmla="*/ 165 w 444"/>
                  <a:gd name="T39" fmla="*/ 131 h 509"/>
                  <a:gd name="T40" fmla="*/ 168 w 444"/>
                  <a:gd name="T41" fmla="*/ 124 h 509"/>
                  <a:gd name="T42" fmla="*/ 152 w 444"/>
                  <a:gd name="T43" fmla="*/ 161 h 509"/>
                  <a:gd name="T44" fmla="*/ 344 w 444"/>
                  <a:gd name="T45" fmla="*/ 241 h 509"/>
                  <a:gd name="T46" fmla="*/ 341 w 444"/>
                  <a:gd name="T47" fmla="*/ 248 h 509"/>
                  <a:gd name="T48" fmla="*/ 149 w 444"/>
                  <a:gd name="T49" fmla="*/ 168 h 509"/>
                  <a:gd name="T50" fmla="*/ 152 w 444"/>
                  <a:gd name="T51" fmla="*/ 161 h 509"/>
                  <a:gd name="T52" fmla="*/ 139 w 444"/>
                  <a:gd name="T53" fmla="*/ 194 h 509"/>
                  <a:gd name="T54" fmla="*/ 331 w 444"/>
                  <a:gd name="T55" fmla="*/ 274 h 509"/>
                  <a:gd name="T56" fmla="*/ 328 w 444"/>
                  <a:gd name="T57" fmla="*/ 281 h 509"/>
                  <a:gd name="T58" fmla="*/ 136 w 444"/>
                  <a:gd name="T59" fmla="*/ 201 h 509"/>
                  <a:gd name="T60" fmla="*/ 139 w 444"/>
                  <a:gd name="T61" fmla="*/ 194 h 509"/>
                  <a:gd name="T62" fmla="*/ 125 w 444"/>
                  <a:gd name="T63" fmla="*/ 227 h 509"/>
                  <a:gd name="T64" fmla="*/ 317 w 444"/>
                  <a:gd name="T65" fmla="*/ 307 h 509"/>
                  <a:gd name="T66" fmla="*/ 314 w 444"/>
                  <a:gd name="T67" fmla="*/ 314 h 509"/>
                  <a:gd name="T68" fmla="*/ 122 w 444"/>
                  <a:gd name="T69" fmla="*/ 234 h 509"/>
                  <a:gd name="T70" fmla="*/ 125 w 444"/>
                  <a:gd name="T71" fmla="*/ 227 h 509"/>
                  <a:gd name="T72" fmla="*/ 111 w 444"/>
                  <a:gd name="T73" fmla="*/ 260 h 509"/>
                  <a:gd name="T74" fmla="*/ 303 w 444"/>
                  <a:gd name="T75" fmla="*/ 340 h 509"/>
                  <a:gd name="T76" fmla="*/ 300 w 444"/>
                  <a:gd name="T77" fmla="*/ 348 h 509"/>
                  <a:gd name="T78" fmla="*/ 108 w 444"/>
                  <a:gd name="T79" fmla="*/ 268 h 509"/>
                  <a:gd name="T80" fmla="*/ 111 w 444"/>
                  <a:gd name="T81" fmla="*/ 260 h 509"/>
                  <a:gd name="T82" fmla="*/ 97 w 444"/>
                  <a:gd name="T83" fmla="*/ 294 h 509"/>
                  <a:gd name="T84" fmla="*/ 289 w 444"/>
                  <a:gd name="T85" fmla="*/ 374 h 509"/>
                  <a:gd name="T86" fmla="*/ 286 w 444"/>
                  <a:gd name="T87" fmla="*/ 381 h 509"/>
                  <a:gd name="T88" fmla="*/ 94 w 444"/>
                  <a:gd name="T89" fmla="*/ 301 h 509"/>
                  <a:gd name="T90" fmla="*/ 97 w 444"/>
                  <a:gd name="T91" fmla="*/ 294 h 509"/>
                  <a:gd name="T92" fmla="*/ 83 w 444"/>
                  <a:gd name="T93" fmla="*/ 327 h 509"/>
                  <a:gd name="T94" fmla="*/ 275 w 444"/>
                  <a:gd name="T95" fmla="*/ 407 h 509"/>
                  <a:gd name="T96" fmla="*/ 272 w 444"/>
                  <a:gd name="T97" fmla="*/ 414 h 509"/>
                  <a:gd name="T98" fmla="*/ 80 w 444"/>
                  <a:gd name="T99" fmla="*/ 334 h 509"/>
                  <a:gd name="T100" fmla="*/ 83 w 444"/>
                  <a:gd name="T101" fmla="*/ 327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44" h="509">
                    <a:moveTo>
                      <a:pt x="52" y="392"/>
                    </a:moveTo>
                    <a:cubicBezTo>
                      <a:pt x="248" y="473"/>
                      <a:pt x="248" y="473"/>
                      <a:pt x="248" y="473"/>
                    </a:cubicBezTo>
                    <a:cubicBezTo>
                      <a:pt x="245" y="481"/>
                      <a:pt x="245" y="481"/>
                      <a:pt x="245" y="481"/>
                    </a:cubicBezTo>
                    <a:cubicBezTo>
                      <a:pt x="243" y="484"/>
                      <a:pt x="241" y="488"/>
                      <a:pt x="238" y="491"/>
                    </a:cubicBezTo>
                    <a:cubicBezTo>
                      <a:pt x="280" y="509"/>
                      <a:pt x="280" y="509"/>
                      <a:pt x="280" y="509"/>
                    </a:cubicBezTo>
                    <a:cubicBezTo>
                      <a:pt x="444" y="117"/>
                      <a:pt x="444" y="117"/>
                      <a:pt x="444" y="117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0" y="392"/>
                      <a:pt x="0" y="392"/>
                      <a:pt x="0" y="392"/>
                    </a:cubicBezTo>
                    <a:cubicBezTo>
                      <a:pt x="46" y="411"/>
                      <a:pt x="46" y="411"/>
                      <a:pt x="46" y="411"/>
                    </a:cubicBezTo>
                    <a:cubicBezTo>
                      <a:pt x="46" y="407"/>
                      <a:pt x="47" y="403"/>
                      <a:pt x="49" y="399"/>
                    </a:cubicBezTo>
                    <a:lnTo>
                      <a:pt x="52" y="392"/>
                    </a:lnTo>
                    <a:close/>
                    <a:moveTo>
                      <a:pt x="182" y="90"/>
                    </a:moveTo>
                    <a:cubicBezTo>
                      <a:pt x="374" y="170"/>
                      <a:pt x="374" y="170"/>
                      <a:pt x="374" y="170"/>
                    </a:cubicBezTo>
                    <a:cubicBezTo>
                      <a:pt x="371" y="178"/>
                      <a:pt x="371" y="178"/>
                      <a:pt x="371" y="178"/>
                    </a:cubicBezTo>
                    <a:cubicBezTo>
                      <a:pt x="179" y="98"/>
                      <a:pt x="179" y="98"/>
                      <a:pt x="179" y="98"/>
                    </a:cubicBezTo>
                    <a:lnTo>
                      <a:pt x="182" y="90"/>
                    </a:lnTo>
                    <a:close/>
                    <a:moveTo>
                      <a:pt x="168" y="124"/>
                    </a:moveTo>
                    <a:cubicBezTo>
                      <a:pt x="360" y="204"/>
                      <a:pt x="360" y="204"/>
                      <a:pt x="360" y="204"/>
                    </a:cubicBezTo>
                    <a:cubicBezTo>
                      <a:pt x="357" y="211"/>
                      <a:pt x="357" y="211"/>
                      <a:pt x="357" y="211"/>
                    </a:cubicBezTo>
                    <a:cubicBezTo>
                      <a:pt x="165" y="131"/>
                      <a:pt x="165" y="131"/>
                      <a:pt x="165" y="131"/>
                    </a:cubicBezTo>
                    <a:lnTo>
                      <a:pt x="168" y="124"/>
                    </a:lnTo>
                    <a:close/>
                    <a:moveTo>
                      <a:pt x="152" y="161"/>
                    </a:moveTo>
                    <a:cubicBezTo>
                      <a:pt x="344" y="241"/>
                      <a:pt x="344" y="241"/>
                      <a:pt x="344" y="241"/>
                    </a:cubicBezTo>
                    <a:cubicBezTo>
                      <a:pt x="341" y="248"/>
                      <a:pt x="341" y="248"/>
                      <a:pt x="341" y="248"/>
                    </a:cubicBezTo>
                    <a:cubicBezTo>
                      <a:pt x="149" y="168"/>
                      <a:pt x="149" y="168"/>
                      <a:pt x="149" y="168"/>
                    </a:cubicBezTo>
                    <a:lnTo>
                      <a:pt x="152" y="161"/>
                    </a:lnTo>
                    <a:close/>
                    <a:moveTo>
                      <a:pt x="139" y="194"/>
                    </a:moveTo>
                    <a:cubicBezTo>
                      <a:pt x="331" y="274"/>
                      <a:pt x="331" y="274"/>
                      <a:pt x="331" y="274"/>
                    </a:cubicBezTo>
                    <a:cubicBezTo>
                      <a:pt x="328" y="281"/>
                      <a:pt x="328" y="281"/>
                      <a:pt x="328" y="281"/>
                    </a:cubicBezTo>
                    <a:cubicBezTo>
                      <a:pt x="136" y="201"/>
                      <a:pt x="136" y="201"/>
                      <a:pt x="136" y="201"/>
                    </a:cubicBezTo>
                    <a:lnTo>
                      <a:pt x="139" y="194"/>
                    </a:lnTo>
                    <a:close/>
                    <a:moveTo>
                      <a:pt x="125" y="227"/>
                    </a:moveTo>
                    <a:cubicBezTo>
                      <a:pt x="317" y="307"/>
                      <a:pt x="317" y="307"/>
                      <a:pt x="317" y="307"/>
                    </a:cubicBezTo>
                    <a:cubicBezTo>
                      <a:pt x="314" y="314"/>
                      <a:pt x="314" y="314"/>
                      <a:pt x="314" y="314"/>
                    </a:cubicBezTo>
                    <a:cubicBezTo>
                      <a:pt x="122" y="234"/>
                      <a:pt x="122" y="234"/>
                      <a:pt x="122" y="234"/>
                    </a:cubicBezTo>
                    <a:lnTo>
                      <a:pt x="125" y="227"/>
                    </a:lnTo>
                    <a:close/>
                    <a:moveTo>
                      <a:pt x="111" y="260"/>
                    </a:moveTo>
                    <a:cubicBezTo>
                      <a:pt x="303" y="340"/>
                      <a:pt x="303" y="340"/>
                      <a:pt x="303" y="340"/>
                    </a:cubicBezTo>
                    <a:cubicBezTo>
                      <a:pt x="300" y="348"/>
                      <a:pt x="300" y="348"/>
                      <a:pt x="300" y="348"/>
                    </a:cubicBezTo>
                    <a:cubicBezTo>
                      <a:pt x="108" y="268"/>
                      <a:pt x="108" y="268"/>
                      <a:pt x="108" y="268"/>
                    </a:cubicBezTo>
                    <a:lnTo>
                      <a:pt x="111" y="260"/>
                    </a:lnTo>
                    <a:close/>
                    <a:moveTo>
                      <a:pt x="97" y="294"/>
                    </a:moveTo>
                    <a:cubicBezTo>
                      <a:pt x="289" y="374"/>
                      <a:pt x="289" y="374"/>
                      <a:pt x="289" y="374"/>
                    </a:cubicBezTo>
                    <a:cubicBezTo>
                      <a:pt x="286" y="381"/>
                      <a:pt x="286" y="381"/>
                      <a:pt x="286" y="381"/>
                    </a:cubicBezTo>
                    <a:cubicBezTo>
                      <a:pt x="94" y="301"/>
                      <a:pt x="94" y="301"/>
                      <a:pt x="94" y="301"/>
                    </a:cubicBezTo>
                    <a:lnTo>
                      <a:pt x="97" y="294"/>
                    </a:lnTo>
                    <a:close/>
                    <a:moveTo>
                      <a:pt x="83" y="327"/>
                    </a:moveTo>
                    <a:cubicBezTo>
                      <a:pt x="275" y="407"/>
                      <a:pt x="275" y="407"/>
                      <a:pt x="275" y="407"/>
                    </a:cubicBezTo>
                    <a:cubicBezTo>
                      <a:pt x="272" y="414"/>
                      <a:pt x="272" y="414"/>
                      <a:pt x="272" y="414"/>
                    </a:cubicBezTo>
                    <a:cubicBezTo>
                      <a:pt x="80" y="334"/>
                      <a:pt x="80" y="334"/>
                      <a:pt x="80" y="334"/>
                    </a:cubicBezTo>
                    <a:lnTo>
                      <a:pt x="83" y="32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157" name="Group 115"/>
              <p:cNvGrpSpPr/>
              <p:nvPr/>
            </p:nvGrpSpPr>
            <p:grpSpPr>
              <a:xfrm>
                <a:off x="7846784" y="4529415"/>
                <a:ext cx="1032217" cy="1167701"/>
                <a:chOff x="7846784" y="4529415"/>
                <a:chExt cx="1032217" cy="1167701"/>
              </a:xfrm>
              <a:grpFill/>
            </p:grpSpPr>
            <p:grpSp>
              <p:nvGrpSpPr>
                <p:cNvPr id="232" name="Group 190"/>
                <p:cNvGrpSpPr/>
                <p:nvPr/>
              </p:nvGrpSpPr>
              <p:grpSpPr>
                <a:xfrm>
                  <a:off x="7846784" y="4529415"/>
                  <a:ext cx="1032217" cy="1167701"/>
                  <a:chOff x="7846784" y="4529415"/>
                  <a:chExt cx="1032217" cy="1167701"/>
                </a:xfrm>
                <a:grpFill/>
              </p:grpSpPr>
              <p:sp>
                <p:nvSpPr>
                  <p:cNvPr id="235" name="Freeform 21"/>
                  <p:cNvSpPr/>
                  <p:nvPr/>
                </p:nvSpPr>
                <p:spPr bwMode="auto">
                  <a:xfrm>
                    <a:off x="7846784" y="4529415"/>
                    <a:ext cx="1032217" cy="1167701"/>
                  </a:xfrm>
                  <a:custGeom>
                    <a:avLst/>
                    <a:gdLst>
                      <a:gd name="T0" fmla="*/ 481 w 515"/>
                      <a:gd name="T1" fmla="*/ 116 h 583"/>
                      <a:gd name="T2" fmla="*/ 225 w 515"/>
                      <a:gd name="T3" fmla="*/ 9 h 583"/>
                      <a:gd name="T4" fmla="*/ 166 w 515"/>
                      <a:gd name="T5" fmla="*/ 34 h 583"/>
                      <a:gd name="T6" fmla="*/ 10 w 515"/>
                      <a:gd name="T7" fmla="*/ 408 h 583"/>
                      <a:gd name="T8" fmla="*/ 34 w 515"/>
                      <a:gd name="T9" fmla="*/ 467 h 583"/>
                      <a:gd name="T10" fmla="*/ 128 w 515"/>
                      <a:gd name="T11" fmla="*/ 506 h 583"/>
                      <a:gd name="T12" fmla="*/ 131 w 515"/>
                      <a:gd name="T13" fmla="*/ 503 h 583"/>
                      <a:gd name="T14" fmla="*/ 108 w 515"/>
                      <a:gd name="T15" fmla="*/ 493 h 583"/>
                      <a:gd name="T16" fmla="*/ 82 w 515"/>
                      <a:gd name="T17" fmla="*/ 448 h 583"/>
                      <a:gd name="T18" fmla="*/ 36 w 515"/>
                      <a:gd name="T19" fmla="*/ 429 h 583"/>
                      <a:gd name="T20" fmla="*/ 199 w 515"/>
                      <a:gd name="T21" fmla="*/ 37 h 583"/>
                      <a:gd name="T22" fmla="*/ 480 w 515"/>
                      <a:gd name="T23" fmla="*/ 154 h 583"/>
                      <a:gd name="T24" fmla="*/ 316 w 515"/>
                      <a:gd name="T25" fmla="*/ 546 h 583"/>
                      <a:gd name="T26" fmla="*/ 274 w 515"/>
                      <a:gd name="T27" fmla="*/ 528 h 583"/>
                      <a:gd name="T28" fmla="*/ 221 w 515"/>
                      <a:gd name="T29" fmla="*/ 540 h 583"/>
                      <a:gd name="T30" fmla="*/ 198 w 515"/>
                      <a:gd name="T31" fmla="*/ 531 h 583"/>
                      <a:gd name="T32" fmla="*/ 198 w 515"/>
                      <a:gd name="T33" fmla="*/ 535 h 583"/>
                      <a:gd name="T34" fmla="*/ 290 w 515"/>
                      <a:gd name="T35" fmla="*/ 574 h 583"/>
                      <a:gd name="T36" fmla="*/ 350 w 515"/>
                      <a:gd name="T37" fmla="*/ 549 h 583"/>
                      <a:gd name="T38" fmla="*/ 506 w 515"/>
                      <a:gd name="T39" fmla="*/ 175 h 583"/>
                      <a:gd name="T40" fmla="*/ 481 w 515"/>
                      <a:gd name="T41" fmla="*/ 116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515" h="583">
                        <a:moveTo>
                          <a:pt x="481" y="116"/>
                        </a:moveTo>
                        <a:cubicBezTo>
                          <a:pt x="225" y="9"/>
                          <a:pt x="225" y="9"/>
                          <a:pt x="225" y="9"/>
                        </a:cubicBezTo>
                        <a:cubicBezTo>
                          <a:pt x="202" y="0"/>
                          <a:pt x="175" y="10"/>
                          <a:pt x="166" y="34"/>
                        </a:cubicBezTo>
                        <a:cubicBezTo>
                          <a:pt x="10" y="408"/>
                          <a:pt x="10" y="408"/>
                          <a:pt x="10" y="408"/>
                        </a:cubicBezTo>
                        <a:cubicBezTo>
                          <a:pt x="0" y="431"/>
                          <a:pt x="11" y="457"/>
                          <a:pt x="34" y="467"/>
                        </a:cubicBezTo>
                        <a:cubicBezTo>
                          <a:pt x="128" y="506"/>
                          <a:pt x="128" y="506"/>
                          <a:pt x="128" y="506"/>
                        </a:cubicBezTo>
                        <a:cubicBezTo>
                          <a:pt x="129" y="505"/>
                          <a:pt x="130" y="504"/>
                          <a:pt x="131" y="503"/>
                        </a:cubicBezTo>
                        <a:cubicBezTo>
                          <a:pt x="108" y="493"/>
                          <a:pt x="108" y="493"/>
                          <a:pt x="108" y="493"/>
                        </a:cubicBezTo>
                        <a:cubicBezTo>
                          <a:pt x="89" y="485"/>
                          <a:pt x="79" y="467"/>
                          <a:pt x="82" y="448"/>
                        </a:cubicBezTo>
                        <a:cubicBezTo>
                          <a:pt x="36" y="429"/>
                          <a:pt x="36" y="429"/>
                          <a:pt x="36" y="429"/>
                        </a:cubicBezTo>
                        <a:cubicBezTo>
                          <a:pt x="199" y="37"/>
                          <a:pt x="199" y="37"/>
                          <a:pt x="199" y="37"/>
                        </a:cubicBezTo>
                        <a:cubicBezTo>
                          <a:pt x="480" y="154"/>
                          <a:pt x="480" y="154"/>
                          <a:pt x="480" y="154"/>
                        </a:cubicBezTo>
                        <a:cubicBezTo>
                          <a:pt x="316" y="546"/>
                          <a:pt x="316" y="546"/>
                          <a:pt x="316" y="546"/>
                        </a:cubicBezTo>
                        <a:cubicBezTo>
                          <a:pt x="274" y="528"/>
                          <a:pt x="274" y="528"/>
                          <a:pt x="274" y="528"/>
                        </a:cubicBezTo>
                        <a:cubicBezTo>
                          <a:pt x="262" y="543"/>
                          <a:pt x="240" y="548"/>
                          <a:pt x="221" y="540"/>
                        </a:cubicBezTo>
                        <a:cubicBezTo>
                          <a:pt x="198" y="531"/>
                          <a:pt x="198" y="531"/>
                          <a:pt x="198" y="531"/>
                        </a:cubicBezTo>
                        <a:cubicBezTo>
                          <a:pt x="198" y="533"/>
                          <a:pt x="198" y="534"/>
                          <a:pt x="198" y="535"/>
                        </a:cubicBezTo>
                        <a:cubicBezTo>
                          <a:pt x="290" y="574"/>
                          <a:pt x="290" y="574"/>
                          <a:pt x="290" y="574"/>
                        </a:cubicBezTo>
                        <a:cubicBezTo>
                          <a:pt x="313" y="583"/>
                          <a:pt x="340" y="572"/>
                          <a:pt x="350" y="549"/>
                        </a:cubicBezTo>
                        <a:cubicBezTo>
                          <a:pt x="506" y="175"/>
                          <a:pt x="506" y="175"/>
                          <a:pt x="506" y="175"/>
                        </a:cubicBezTo>
                        <a:cubicBezTo>
                          <a:pt x="515" y="152"/>
                          <a:pt x="504" y="125"/>
                          <a:pt x="481" y="116"/>
                        </a:cubicBez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236" name="Freeform 23"/>
                  <p:cNvSpPr/>
                  <p:nvPr/>
                </p:nvSpPr>
                <p:spPr bwMode="auto">
                  <a:xfrm>
                    <a:off x="8005131" y="5388044"/>
                    <a:ext cx="410685" cy="304839"/>
                  </a:xfrm>
                  <a:custGeom>
                    <a:avLst/>
                    <a:gdLst>
                      <a:gd name="T0" fmla="*/ 142 w 205"/>
                      <a:gd name="T1" fmla="*/ 111 h 152"/>
                      <a:gd name="T2" fmla="*/ 195 w 205"/>
                      <a:gd name="T3" fmla="*/ 99 h 152"/>
                      <a:gd name="T4" fmla="*/ 202 w 205"/>
                      <a:gd name="T5" fmla="*/ 89 h 152"/>
                      <a:gd name="T6" fmla="*/ 205 w 205"/>
                      <a:gd name="T7" fmla="*/ 81 h 152"/>
                      <a:gd name="T8" fmla="*/ 9 w 205"/>
                      <a:gd name="T9" fmla="*/ 0 h 152"/>
                      <a:gd name="T10" fmla="*/ 6 w 205"/>
                      <a:gd name="T11" fmla="*/ 7 h 152"/>
                      <a:gd name="T12" fmla="*/ 3 w 205"/>
                      <a:gd name="T13" fmla="*/ 19 h 152"/>
                      <a:gd name="T14" fmla="*/ 29 w 205"/>
                      <a:gd name="T15" fmla="*/ 64 h 152"/>
                      <a:gd name="T16" fmla="*/ 52 w 205"/>
                      <a:gd name="T17" fmla="*/ 74 h 152"/>
                      <a:gd name="T18" fmla="*/ 49 w 205"/>
                      <a:gd name="T19" fmla="*/ 77 h 152"/>
                      <a:gd name="T20" fmla="*/ 41 w 205"/>
                      <a:gd name="T21" fmla="*/ 90 h 152"/>
                      <a:gd name="T22" fmla="*/ 63 w 205"/>
                      <a:gd name="T23" fmla="*/ 143 h 152"/>
                      <a:gd name="T24" fmla="*/ 116 w 205"/>
                      <a:gd name="T25" fmla="*/ 121 h 152"/>
                      <a:gd name="T26" fmla="*/ 119 w 205"/>
                      <a:gd name="T27" fmla="*/ 106 h 152"/>
                      <a:gd name="T28" fmla="*/ 119 w 205"/>
                      <a:gd name="T29" fmla="*/ 102 h 152"/>
                      <a:gd name="T30" fmla="*/ 142 w 205"/>
                      <a:gd name="T31" fmla="*/ 111 h 1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205" h="152">
                        <a:moveTo>
                          <a:pt x="142" y="111"/>
                        </a:moveTo>
                        <a:cubicBezTo>
                          <a:pt x="161" y="119"/>
                          <a:pt x="183" y="114"/>
                          <a:pt x="195" y="99"/>
                        </a:cubicBezTo>
                        <a:cubicBezTo>
                          <a:pt x="198" y="96"/>
                          <a:pt x="200" y="92"/>
                          <a:pt x="202" y="89"/>
                        </a:cubicBezTo>
                        <a:cubicBezTo>
                          <a:pt x="205" y="81"/>
                          <a:pt x="205" y="81"/>
                          <a:pt x="205" y="81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4" y="11"/>
                          <a:pt x="3" y="15"/>
                          <a:pt x="3" y="19"/>
                        </a:cubicBezTo>
                        <a:cubicBezTo>
                          <a:pt x="0" y="38"/>
                          <a:pt x="10" y="56"/>
                          <a:pt x="29" y="64"/>
                        </a:cubicBezTo>
                        <a:cubicBezTo>
                          <a:pt x="52" y="74"/>
                          <a:pt x="52" y="74"/>
                          <a:pt x="52" y="74"/>
                        </a:cubicBezTo>
                        <a:cubicBezTo>
                          <a:pt x="51" y="75"/>
                          <a:pt x="50" y="76"/>
                          <a:pt x="49" y="77"/>
                        </a:cubicBezTo>
                        <a:cubicBezTo>
                          <a:pt x="45" y="82"/>
                          <a:pt x="43" y="85"/>
                          <a:pt x="41" y="90"/>
                        </a:cubicBezTo>
                        <a:cubicBezTo>
                          <a:pt x="32" y="110"/>
                          <a:pt x="42" y="134"/>
                          <a:pt x="63" y="143"/>
                        </a:cubicBezTo>
                        <a:cubicBezTo>
                          <a:pt x="83" y="152"/>
                          <a:pt x="107" y="142"/>
                          <a:pt x="116" y="121"/>
                        </a:cubicBezTo>
                        <a:cubicBezTo>
                          <a:pt x="118" y="116"/>
                          <a:pt x="119" y="112"/>
                          <a:pt x="119" y="106"/>
                        </a:cubicBezTo>
                        <a:cubicBezTo>
                          <a:pt x="119" y="105"/>
                          <a:pt x="119" y="104"/>
                          <a:pt x="119" y="102"/>
                        </a:cubicBezTo>
                        <a:lnTo>
                          <a:pt x="142" y="111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237" name="Freeform 24"/>
                  <p:cNvSpPr/>
                  <p:nvPr/>
                </p:nvSpPr>
                <p:spPr bwMode="auto">
                  <a:xfrm>
                    <a:off x="8079647" y="5258488"/>
                    <a:ext cx="390363" cy="173589"/>
                  </a:xfrm>
                  <a:custGeom>
                    <a:avLst/>
                    <a:gdLst>
                      <a:gd name="T0" fmla="*/ 461 w 461"/>
                      <a:gd name="T1" fmla="*/ 189 h 205"/>
                      <a:gd name="T2" fmla="*/ 7 w 461"/>
                      <a:gd name="T3" fmla="*/ 0 h 205"/>
                      <a:gd name="T4" fmla="*/ 0 w 461"/>
                      <a:gd name="T5" fmla="*/ 16 h 205"/>
                      <a:gd name="T6" fmla="*/ 454 w 461"/>
                      <a:gd name="T7" fmla="*/ 205 h 205"/>
                      <a:gd name="T8" fmla="*/ 461 w 461"/>
                      <a:gd name="T9" fmla="*/ 189 h 2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5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6"/>
                        </a:lnTo>
                        <a:lnTo>
                          <a:pt x="454" y="205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238" name="Freeform 25"/>
                  <p:cNvSpPr/>
                  <p:nvPr/>
                </p:nvSpPr>
                <p:spPr bwMode="auto">
                  <a:xfrm>
                    <a:off x="8107591" y="5192439"/>
                    <a:ext cx="390363" cy="173589"/>
                  </a:xfrm>
                  <a:custGeom>
                    <a:avLst/>
                    <a:gdLst>
                      <a:gd name="T0" fmla="*/ 461 w 461"/>
                      <a:gd name="T1" fmla="*/ 189 h 205"/>
                      <a:gd name="T2" fmla="*/ 7 w 461"/>
                      <a:gd name="T3" fmla="*/ 0 h 205"/>
                      <a:gd name="T4" fmla="*/ 0 w 461"/>
                      <a:gd name="T5" fmla="*/ 16 h 205"/>
                      <a:gd name="T6" fmla="*/ 454 w 461"/>
                      <a:gd name="T7" fmla="*/ 205 h 205"/>
                      <a:gd name="T8" fmla="*/ 461 w 461"/>
                      <a:gd name="T9" fmla="*/ 189 h 2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5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6"/>
                        </a:lnTo>
                        <a:lnTo>
                          <a:pt x="454" y="205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239" name="Freeform 26"/>
                  <p:cNvSpPr/>
                  <p:nvPr/>
                </p:nvSpPr>
                <p:spPr bwMode="auto">
                  <a:xfrm>
                    <a:off x="8135534" y="5123851"/>
                    <a:ext cx="390363" cy="176129"/>
                  </a:xfrm>
                  <a:custGeom>
                    <a:avLst/>
                    <a:gdLst>
                      <a:gd name="T0" fmla="*/ 461 w 461"/>
                      <a:gd name="T1" fmla="*/ 189 h 208"/>
                      <a:gd name="T2" fmla="*/ 7 w 461"/>
                      <a:gd name="T3" fmla="*/ 0 h 208"/>
                      <a:gd name="T4" fmla="*/ 0 w 461"/>
                      <a:gd name="T5" fmla="*/ 19 h 208"/>
                      <a:gd name="T6" fmla="*/ 454 w 461"/>
                      <a:gd name="T7" fmla="*/ 208 h 208"/>
                      <a:gd name="T8" fmla="*/ 461 w 461"/>
                      <a:gd name="T9" fmla="*/ 189 h 2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8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9"/>
                        </a:lnTo>
                        <a:lnTo>
                          <a:pt x="454" y="208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240" name="Freeform 27"/>
                  <p:cNvSpPr/>
                  <p:nvPr/>
                </p:nvSpPr>
                <p:spPr bwMode="auto">
                  <a:xfrm>
                    <a:off x="8163478" y="5057802"/>
                    <a:ext cx="390363" cy="174435"/>
                  </a:xfrm>
                  <a:custGeom>
                    <a:avLst/>
                    <a:gdLst>
                      <a:gd name="T0" fmla="*/ 461 w 461"/>
                      <a:gd name="T1" fmla="*/ 189 h 206"/>
                      <a:gd name="T2" fmla="*/ 7 w 461"/>
                      <a:gd name="T3" fmla="*/ 0 h 206"/>
                      <a:gd name="T4" fmla="*/ 0 w 461"/>
                      <a:gd name="T5" fmla="*/ 17 h 206"/>
                      <a:gd name="T6" fmla="*/ 454 w 461"/>
                      <a:gd name="T7" fmla="*/ 206 h 206"/>
                      <a:gd name="T8" fmla="*/ 461 w 461"/>
                      <a:gd name="T9" fmla="*/ 189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6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7"/>
                        </a:lnTo>
                        <a:lnTo>
                          <a:pt x="454" y="206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241" name="Freeform 28"/>
                  <p:cNvSpPr/>
                  <p:nvPr/>
                </p:nvSpPr>
                <p:spPr bwMode="auto">
                  <a:xfrm>
                    <a:off x="8191421" y="4991754"/>
                    <a:ext cx="390363" cy="174435"/>
                  </a:xfrm>
                  <a:custGeom>
                    <a:avLst/>
                    <a:gdLst>
                      <a:gd name="T0" fmla="*/ 461 w 461"/>
                      <a:gd name="T1" fmla="*/ 189 h 206"/>
                      <a:gd name="T2" fmla="*/ 7 w 461"/>
                      <a:gd name="T3" fmla="*/ 0 h 206"/>
                      <a:gd name="T4" fmla="*/ 0 w 461"/>
                      <a:gd name="T5" fmla="*/ 17 h 206"/>
                      <a:gd name="T6" fmla="*/ 454 w 461"/>
                      <a:gd name="T7" fmla="*/ 206 h 206"/>
                      <a:gd name="T8" fmla="*/ 461 w 461"/>
                      <a:gd name="T9" fmla="*/ 189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6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7"/>
                        </a:lnTo>
                        <a:lnTo>
                          <a:pt x="454" y="206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242" name="Freeform 29"/>
                  <p:cNvSpPr/>
                  <p:nvPr/>
                </p:nvSpPr>
                <p:spPr bwMode="auto">
                  <a:xfrm>
                    <a:off x="8217671" y="4925706"/>
                    <a:ext cx="390363" cy="174435"/>
                  </a:xfrm>
                  <a:custGeom>
                    <a:avLst/>
                    <a:gdLst>
                      <a:gd name="T0" fmla="*/ 461 w 461"/>
                      <a:gd name="T1" fmla="*/ 189 h 206"/>
                      <a:gd name="T2" fmla="*/ 7 w 461"/>
                      <a:gd name="T3" fmla="*/ 0 h 206"/>
                      <a:gd name="T4" fmla="*/ 0 w 461"/>
                      <a:gd name="T5" fmla="*/ 16 h 206"/>
                      <a:gd name="T6" fmla="*/ 454 w 461"/>
                      <a:gd name="T7" fmla="*/ 206 h 206"/>
                      <a:gd name="T8" fmla="*/ 461 w 461"/>
                      <a:gd name="T9" fmla="*/ 189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6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6"/>
                        </a:lnTo>
                        <a:lnTo>
                          <a:pt x="454" y="206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233" name="Freeform 30"/>
                <p:cNvSpPr/>
                <p:nvPr/>
              </p:nvSpPr>
              <p:spPr bwMode="auto">
                <a:xfrm>
                  <a:off x="8249849" y="4851189"/>
                  <a:ext cx="390363" cy="174435"/>
                </a:xfrm>
                <a:custGeom>
                  <a:avLst/>
                  <a:gdLst>
                    <a:gd name="T0" fmla="*/ 461 w 461"/>
                    <a:gd name="T1" fmla="*/ 190 h 206"/>
                    <a:gd name="T2" fmla="*/ 7 w 461"/>
                    <a:gd name="T3" fmla="*/ 0 h 206"/>
                    <a:gd name="T4" fmla="*/ 0 w 461"/>
                    <a:gd name="T5" fmla="*/ 17 h 206"/>
                    <a:gd name="T6" fmla="*/ 454 w 461"/>
                    <a:gd name="T7" fmla="*/ 206 h 206"/>
                    <a:gd name="T8" fmla="*/ 461 w 461"/>
                    <a:gd name="T9" fmla="*/ 190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1" h="206">
                      <a:moveTo>
                        <a:pt x="461" y="190"/>
                      </a:moveTo>
                      <a:lnTo>
                        <a:pt x="7" y="0"/>
                      </a:lnTo>
                      <a:lnTo>
                        <a:pt x="0" y="17"/>
                      </a:lnTo>
                      <a:lnTo>
                        <a:pt x="454" y="206"/>
                      </a:lnTo>
                      <a:lnTo>
                        <a:pt x="461" y="19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34" name="Freeform 31"/>
                <p:cNvSpPr/>
                <p:nvPr/>
              </p:nvSpPr>
              <p:spPr bwMode="auto">
                <a:xfrm>
                  <a:off x="8277792" y="4783448"/>
                  <a:ext cx="390363" cy="176129"/>
                </a:xfrm>
                <a:custGeom>
                  <a:avLst/>
                  <a:gdLst>
                    <a:gd name="T0" fmla="*/ 461 w 461"/>
                    <a:gd name="T1" fmla="*/ 189 h 208"/>
                    <a:gd name="T2" fmla="*/ 7 w 461"/>
                    <a:gd name="T3" fmla="*/ 0 h 208"/>
                    <a:gd name="T4" fmla="*/ 0 w 461"/>
                    <a:gd name="T5" fmla="*/ 19 h 208"/>
                    <a:gd name="T6" fmla="*/ 454 w 461"/>
                    <a:gd name="T7" fmla="*/ 208 h 208"/>
                    <a:gd name="T8" fmla="*/ 461 w 461"/>
                    <a:gd name="T9" fmla="*/ 189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1" h="208">
                      <a:moveTo>
                        <a:pt x="461" y="189"/>
                      </a:moveTo>
                      <a:lnTo>
                        <a:pt x="7" y="0"/>
                      </a:lnTo>
                      <a:lnTo>
                        <a:pt x="0" y="19"/>
                      </a:lnTo>
                      <a:lnTo>
                        <a:pt x="454" y="208"/>
                      </a:lnTo>
                      <a:lnTo>
                        <a:pt x="461" y="189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158" name="Freeform 32"/>
              <p:cNvSpPr/>
              <p:nvPr/>
            </p:nvSpPr>
            <p:spPr bwMode="auto">
              <a:xfrm>
                <a:off x="8193961" y="1911190"/>
                <a:ext cx="931451" cy="629153"/>
              </a:xfrm>
              <a:custGeom>
                <a:avLst/>
                <a:gdLst>
                  <a:gd name="T0" fmla="*/ 380 w 465"/>
                  <a:gd name="T1" fmla="*/ 85 h 314"/>
                  <a:gd name="T2" fmla="*/ 332 w 465"/>
                  <a:gd name="T3" fmla="*/ 57 h 314"/>
                  <a:gd name="T4" fmla="*/ 316 w 465"/>
                  <a:gd name="T5" fmla="*/ 0 h 314"/>
                  <a:gd name="T6" fmla="*/ 292 w 465"/>
                  <a:gd name="T7" fmla="*/ 3 h 314"/>
                  <a:gd name="T8" fmla="*/ 295 w 465"/>
                  <a:gd name="T9" fmla="*/ 59 h 314"/>
                  <a:gd name="T10" fmla="*/ 218 w 465"/>
                  <a:gd name="T11" fmla="*/ 68 h 314"/>
                  <a:gd name="T12" fmla="*/ 206 w 465"/>
                  <a:gd name="T13" fmla="*/ 69 h 314"/>
                  <a:gd name="T14" fmla="*/ 131 w 465"/>
                  <a:gd name="T15" fmla="*/ 78 h 314"/>
                  <a:gd name="T16" fmla="*/ 120 w 465"/>
                  <a:gd name="T17" fmla="*/ 23 h 314"/>
                  <a:gd name="T18" fmla="*/ 96 w 465"/>
                  <a:gd name="T19" fmla="*/ 26 h 314"/>
                  <a:gd name="T20" fmla="*/ 94 w 465"/>
                  <a:gd name="T21" fmla="*/ 85 h 314"/>
                  <a:gd name="T22" fmla="*/ 54 w 465"/>
                  <a:gd name="T23" fmla="*/ 123 h 314"/>
                  <a:gd name="T24" fmla="*/ 12 w 465"/>
                  <a:gd name="T25" fmla="*/ 314 h 314"/>
                  <a:gd name="T26" fmla="*/ 232 w 465"/>
                  <a:gd name="T27" fmla="*/ 288 h 314"/>
                  <a:gd name="T28" fmla="*/ 244 w 465"/>
                  <a:gd name="T29" fmla="*/ 286 h 314"/>
                  <a:gd name="T30" fmla="*/ 465 w 465"/>
                  <a:gd name="T31" fmla="*/ 260 h 314"/>
                  <a:gd name="T32" fmla="*/ 380 w 465"/>
                  <a:gd name="T33" fmla="*/ 85 h 3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5" h="314">
                    <a:moveTo>
                      <a:pt x="380" y="85"/>
                    </a:moveTo>
                    <a:cubicBezTo>
                      <a:pt x="329" y="67"/>
                      <a:pt x="352" y="90"/>
                      <a:pt x="332" y="57"/>
                    </a:cubicBezTo>
                    <a:cubicBezTo>
                      <a:pt x="322" y="41"/>
                      <a:pt x="316" y="0"/>
                      <a:pt x="316" y="0"/>
                    </a:cubicBezTo>
                    <a:cubicBezTo>
                      <a:pt x="292" y="3"/>
                      <a:pt x="292" y="3"/>
                      <a:pt x="292" y="3"/>
                    </a:cubicBezTo>
                    <a:cubicBezTo>
                      <a:pt x="295" y="59"/>
                      <a:pt x="295" y="59"/>
                      <a:pt x="295" y="59"/>
                    </a:cubicBezTo>
                    <a:cubicBezTo>
                      <a:pt x="218" y="68"/>
                      <a:pt x="218" y="68"/>
                      <a:pt x="218" y="68"/>
                    </a:cubicBezTo>
                    <a:cubicBezTo>
                      <a:pt x="206" y="69"/>
                      <a:pt x="206" y="69"/>
                      <a:pt x="206" y="69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20" y="23"/>
                      <a:pt x="120" y="23"/>
                      <a:pt x="120" y="23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6"/>
                      <a:pt x="100" y="67"/>
                      <a:pt x="94" y="85"/>
                    </a:cubicBezTo>
                    <a:cubicBezTo>
                      <a:pt x="82" y="121"/>
                      <a:pt x="99" y="94"/>
                      <a:pt x="54" y="123"/>
                    </a:cubicBezTo>
                    <a:cubicBezTo>
                      <a:pt x="9" y="153"/>
                      <a:pt x="0" y="213"/>
                      <a:pt x="12" y="314"/>
                    </a:cubicBezTo>
                    <a:cubicBezTo>
                      <a:pt x="232" y="288"/>
                      <a:pt x="232" y="288"/>
                      <a:pt x="232" y="288"/>
                    </a:cubicBezTo>
                    <a:cubicBezTo>
                      <a:pt x="244" y="286"/>
                      <a:pt x="244" y="286"/>
                      <a:pt x="244" y="286"/>
                    </a:cubicBezTo>
                    <a:cubicBezTo>
                      <a:pt x="465" y="260"/>
                      <a:pt x="465" y="260"/>
                      <a:pt x="465" y="260"/>
                    </a:cubicBezTo>
                    <a:cubicBezTo>
                      <a:pt x="453" y="160"/>
                      <a:pt x="430" y="103"/>
                      <a:pt x="380" y="8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9" name="Freeform 33"/>
              <p:cNvSpPr/>
              <p:nvPr/>
            </p:nvSpPr>
            <p:spPr bwMode="auto">
              <a:xfrm>
                <a:off x="8219365" y="2423489"/>
                <a:ext cx="913669" cy="154960"/>
              </a:xfrm>
              <a:custGeom>
                <a:avLst/>
                <a:gdLst>
                  <a:gd name="T0" fmla="*/ 1079 w 1079"/>
                  <a:gd name="T1" fmla="*/ 57 h 183"/>
                  <a:gd name="T2" fmla="*/ 7 w 1079"/>
                  <a:gd name="T3" fmla="*/ 183 h 183"/>
                  <a:gd name="T4" fmla="*/ 0 w 1079"/>
                  <a:gd name="T5" fmla="*/ 126 h 183"/>
                  <a:gd name="T6" fmla="*/ 1072 w 1079"/>
                  <a:gd name="T7" fmla="*/ 0 h 183"/>
                  <a:gd name="T8" fmla="*/ 1079 w 1079"/>
                  <a:gd name="T9" fmla="*/ 57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9" h="183">
                    <a:moveTo>
                      <a:pt x="1079" y="57"/>
                    </a:moveTo>
                    <a:lnTo>
                      <a:pt x="7" y="183"/>
                    </a:lnTo>
                    <a:lnTo>
                      <a:pt x="0" y="126"/>
                    </a:lnTo>
                    <a:lnTo>
                      <a:pt x="1072" y="0"/>
                    </a:lnTo>
                    <a:lnTo>
                      <a:pt x="1079" y="5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0" name="Freeform 34"/>
              <p:cNvSpPr/>
              <p:nvPr/>
            </p:nvSpPr>
            <p:spPr bwMode="auto">
              <a:xfrm>
                <a:off x="8453921" y="2072924"/>
                <a:ext cx="382742" cy="385282"/>
              </a:xfrm>
              <a:custGeom>
                <a:avLst/>
                <a:gdLst>
                  <a:gd name="T0" fmla="*/ 5 w 191"/>
                  <a:gd name="T1" fmla="*/ 107 h 192"/>
                  <a:gd name="T2" fmla="*/ 85 w 191"/>
                  <a:gd name="T3" fmla="*/ 6 h 192"/>
                  <a:gd name="T4" fmla="*/ 185 w 191"/>
                  <a:gd name="T5" fmla="*/ 85 h 192"/>
                  <a:gd name="T6" fmla="*/ 106 w 191"/>
                  <a:gd name="T7" fmla="*/ 186 h 192"/>
                  <a:gd name="T8" fmla="*/ 5 w 191"/>
                  <a:gd name="T9" fmla="*/ 107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92">
                    <a:moveTo>
                      <a:pt x="5" y="107"/>
                    </a:moveTo>
                    <a:cubicBezTo>
                      <a:pt x="0" y="57"/>
                      <a:pt x="35" y="12"/>
                      <a:pt x="85" y="6"/>
                    </a:cubicBezTo>
                    <a:cubicBezTo>
                      <a:pt x="135" y="0"/>
                      <a:pt x="180" y="36"/>
                      <a:pt x="185" y="85"/>
                    </a:cubicBezTo>
                    <a:cubicBezTo>
                      <a:pt x="191" y="135"/>
                      <a:pt x="156" y="180"/>
                      <a:pt x="106" y="186"/>
                    </a:cubicBezTo>
                    <a:cubicBezTo>
                      <a:pt x="56" y="192"/>
                      <a:pt x="11" y="156"/>
                      <a:pt x="5" y="107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1" name="Freeform 35"/>
              <p:cNvSpPr/>
              <p:nvPr/>
            </p:nvSpPr>
            <p:spPr bwMode="auto">
              <a:xfrm>
                <a:off x="8477631" y="2100868"/>
                <a:ext cx="332782" cy="326855"/>
              </a:xfrm>
              <a:custGeom>
                <a:avLst/>
                <a:gdLst>
                  <a:gd name="T0" fmla="*/ 60 w 166"/>
                  <a:gd name="T1" fmla="*/ 151 h 163"/>
                  <a:gd name="T2" fmla="*/ 79 w 166"/>
                  <a:gd name="T3" fmla="*/ 155 h 163"/>
                  <a:gd name="T4" fmla="*/ 67 w 166"/>
                  <a:gd name="T5" fmla="*/ 163 h 163"/>
                  <a:gd name="T6" fmla="*/ 110 w 166"/>
                  <a:gd name="T7" fmla="*/ 139 h 163"/>
                  <a:gd name="T8" fmla="*/ 118 w 166"/>
                  <a:gd name="T9" fmla="*/ 157 h 163"/>
                  <a:gd name="T10" fmla="*/ 105 w 166"/>
                  <a:gd name="T11" fmla="*/ 152 h 163"/>
                  <a:gd name="T12" fmla="*/ 23 w 166"/>
                  <a:gd name="T13" fmla="*/ 124 h 163"/>
                  <a:gd name="T14" fmla="*/ 37 w 166"/>
                  <a:gd name="T15" fmla="*/ 139 h 163"/>
                  <a:gd name="T16" fmla="*/ 23 w 166"/>
                  <a:gd name="T17" fmla="*/ 138 h 163"/>
                  <a:gd name="T18" fmla="*/ 138 w 166"/>
                  <a:gd name="T19" fmla="*/ 112 h 163"/>
                  <a:gd name="T20" fmla="*/ 155 w 166"/>
                  <a:gd name="T21" fmla="*/ 122 h 163"/>
                  <a:gd name="T22" fmla="*/ 142 w 166"/>
                  <a:gd name="T23" fmla="*/ 126 h 163"/>
                  <a:gd name="T24" fmla="*/ 0 w 166"/>
                  <a:gd name="T25" fmla="*/ 92 h 163"/>
                  <a:gd name="T26" fmla="*/ 10 w 166"/>
                  <a:gd name="T27" fmla="*/ 81 h 163"/>
                  <a:gd name="T28" fmla="*/ 21 w 166"/>
                  <a:gd name="T29" fmla="*/ 90 h 163"/>
                  <a:gd name="T30" fmla="*/ 11 w 166"/>
                  <a:gd name="T31" fmla="*/ 101 h 163"/>
                  <a:gd name="T32" fmla="*/ 146 w 166"/>
                  <a:gd name="T33" fmla="*/ 75 h 163"/>
                  <a:gd name="T34" fmla="*/ 165 w 166"/>
                  <a:gd name="T35" fmla="*/ 72 h 163"/>
                  <a:gd name="T36" fmla="*/ 155 w 166"/>
                  <a:gd name="T37" fmla="*/ 83 h 163"/>
                  <a:gd name="T38" fmla="*/ 15 w 166"/>
                  <a:gd name="T39" fmla="*/ 55 h 163"/>
                  <a:gd name="T40" fmla="*/ 25 w 166"/>
                  <a:gd name="T41" fmla="*/ 38 h 163"/>
                  <a:gd name="T42" fmla="*/ 20 w 166"/>
                  <a:gd name="T43" fmla="*/ 57 h 163"/>
                  <a:gd name="T44" fmla="*/ 129 w 166"/>
                  <a:gd name="T45" fmla="*/ 40 h 163"/>
                  <a:gd name="T46" fmla="*/ 144 w 166"/>
                  <a:gd name="T47" fmla="*/ 26 h 163"/>
                  <a:gd name="T48" fmla="*/ 137 w 166"/>
                  <a:gd name="T49" fmla="*/ 43 h 163"/>
                  <a:gd name="T50" fmla="*/ 44 w 166"/>
                  <a:gd name="T51" fmla="*/ 20 h 163"/>
                  <a:gd name="T52" fmla="*/ 62 w 166"/>
                  <a:gd name="T53" fmla="*/ 12 h 163"/>
                  <a:gd name="T54" fmla="*/ 57 w 166"/>
                  <a:gd name="T55" fmla="*/ 25 h 163"/>
                  <a:gd name="T56" fmla="*/ 44 w 166"/>
                  <a:gd name="T57" fmla="*/ 20 h 163"/>
                  <a:gd name="T58" fmla="*/ 96 w 166"/>
                  <a:gd name="T59" fmla="*/ 21 h 163"/>
                  <a:gd name="T60" fmla="*/ 100 w 166"/>
                  <a:gd name="T61" fmla="*/ 1 h 163"/>
                  <a:gd name="T62" fmla="*/ 98 w 166"/>
                  <a:gd name="T63" fmla="*/ 21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6" h="163">
                    <a:moveTo>
                      <a:pt x="67" y="163"/>
                    </a:moveTo>
                    <a:cubicBezTo>
                      <a:pt x="62" y="162"/>
                      <a:pt x="59" y="157"/>
                      <a:pt x="60" y="151"/>
                    </a:cubicBezTo>
                    <a:cubicBezTo>
                      <a:pt x="61" y="146"/>
                      <a:pt x="66" y="142"/>
                      <a:pt x="71" y="143"/>
                    </a:cubicBezTo>
                    <a:cubicBezTo>
                      <a:pt x="77" y="144"/>
                      <a:pt x="80" y="150"/>
                      <a:pt x="79" y="155"/>
                    </a:cubicBezTo>
                    <a:cubicBezTo>
                      <a:pt x="78" y="160"/>
                      <a:pt x="74" y="163"/>
                      <a:pt x="69" y="163"/>
                    </a:cubicBezTo>
                    <a:cubicBezTo>
                      <a:pt x="69" y="163"/>
                      <a:pt x="68" y="163"/>
                      <a:pt x="67" y="163"/>
                    </a:cubicBezTo>
                    <a:close/>
                    <a:moveTo>
                      <a:pt x="105" y="152"/>
                    </a:moveTo>
                    <a:cubicBezTo>
                      <a:pt x="103" y="147"/>
                      <a:pt x="105" y="141"/>
                      <a:pt x="110" y="139"/>
                    </a:cubicBezTo>
                    <a:cubicBezTo>
                      <a:pt x="115" y="136"/>
                      <a:pt x="121" y="139"/>
                      <a:pt x="123" y="144"/>
                    </a:cubicBezTo>
                    <a:cubicBezTo>
                      <a:pt x="125" y="149"/>
                      <a:pt x="123" y="155"/>
                      <a:pt x="118" y="157"/>
                    </a:cubicBezTo>
                    <a:cubicBezTo>
                      <a:pt x="117" y="158"/>
                      <a:pt x="115" y="158"/>
                      <a:pt x="114" y="158"/>
                    </a:cubicBezTo>
                    <a:cubicBezTo>
                      <a:pt x="110" y="158"/>
                      <a:pt x="107" y="156"/>
                      <a:pt x="105" y="152"/>
                    </a:cubicBezTo>
                    <a:close/>
                    <a:moveTo>
                      <a:pt x="23" y="138"/>
                    </a:moveTo>
                    <a:cubicBezTo>
                      <a:pt x="19" y="134"/>
                      <a:pt x="19" y="128"/>
                      <a:pt x="23" y="124"/>
                    </a:cubicBezTo>
                    <a:cubicBezTo>
                      <a:pt x="28" y="120"/>
                      <a:pt x="34" y="121"/>
                      <a:pt x="38" y="125"/>
                    </a:cubicBezTo>
                    <a:cubicBezTo>
                      <a:pt x="41" y="129"/>
                      <a:pt x="41" y="135"/>
                      <a:pt x="37" y="139"/>
                    </a:cubicBezTo>
                    <a:cubicBezTo>
                      <a:pt x="35" y="140"/>
                      <a:pt x="33" y="141"/>
                      <a:pt x="30" y="141"/>
                    </a:cubicBezTo>
                    <a:cubicBezTo>
                      <a:pt x="28" y="141"/>
                      <a:pt x="25" y="140"/>
                      <a:pt x="23" y="138"/>
                    </a:cubicBezTo>
                    <a:close/>
                    <a:moveTo>
                      <a:pt x="142" y="126"/>
                    </a:moveTo>
                    <a:cubicBezTo>
                      <a:pt x="137" y="123"/>
                      <a:pt x="135" y="117"/>
                      <a:pt x="138" y="112"/>
                    </a:cubicBezTo>
                    <a:cubicBezTo>
                      <a:pt x="141" y="108"/>
                      <a:pt x="147" y="106"/>
                      <a:pt x="152" y="109"/>
                    </a:cubicBezTo>
                    <a:cubicBezTo>
                      <a:pt x="156" y="111"/>
                      <a:pt x="158" y="117"/>
                      <a:pt x="155" y="122"/>
                    </a:cubicBezTo>
                    <a:cubicBezTo>
                      <a:pt x="154" y="126"/>
                      <a:pt x="150" y="127"/>
                      <a:pt x="147" y="127"/>
                    </a:cubicBezTo>
                    <a:cubicBezTo>
                      <a:pt x="145" y="127"/>
                      <a:pt x="143" y="127"/>
                      <a:pt x="142" y="126"/>
                    </a:cubicBezTo>
                    <a:close/>
                    <a:moveTo>
                      <a:pt x="1" y="92"/>
                    </a:move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86"/>
                      <a:pt x="4" y="81"/>
                      <a:pt x="10" y="81"/>
                    </a:cubicBezTo>
                    <a:cubicBezTo>
                      <a:pt x="15" y="80"/>
                      <a:pt x="20" y="84"/>
                      <a:pt x="21" y="89"/>
                    </a:cubicBezTo>
                    <a:cubicBezTo>
                      <a:pt x="21" y="90"/>
                      <a:pt x="21" y="90"/>
                      <a:pt x="21" y="90"/>
                    </a:cubicBezTo>
                    <a:cubicBezTo>
                      <a:pt x="22" y="95"/>
                      <a:pt x="18" y="100"/>
                      <a:pt x="13" y="101"/>
                    </a:cubicBezTo>
                    <a:cubicBezTo>
                      <a:pt x="12" y="101"/>
                      <a:pt x="11" y="101"/>
                      <a:pt x="11" y="101"/>
                    </a:cubicBezTo>
                    <a:cubicBezTo>
                      <a:pt x="6" y="101"/>
                      <a:pt x="1" y="97"/>
                      <a:pt x="1" y="92"/>
                    </a:cubicBezTo>
                    <a:close/>
                    <a:moveTo>
                      <a:pt x="146" y="75"/>
                    </a:moveTo>
                    <a:cubicBezTo>
                      <a:pt x="145" y="69"/>
                      <a:pt x="149" y="64"/>
                      <a:pt x="154" y="63"/>
                    </a:cubicBezTo>
                    <a:cubicBezTo>
                      <a:pt x="160" y="63"/>
                      <a:pt x="165" y="67"/>
                      <a:pt x="165" y="72"/>
                    </a:cubicBezTo>
                    <a:cubicBezTo>
                      <a:pt x="166" y="78"/>
                      <a:pt x="162" y="83"/>
                      <a:pt x="157" y="83"/>
                    </a:cubicBezTo>
                    <a:cubicBezTo>
                      <a:pt x="156" y="83"/>
                      <a:pt x="156" y="83"/>
                      <a:pt x="155" y="83"/>
                    </a:cubicBezTo>
                    <a:cubicBezTo>
                      <a:pt x="150" y="83"/>
                      <a:pt x="146" y="80"/>
                      <a:pt x="146" y="75"/>
                    </a:cubicBezTo>
                    <a:close/>
                    <a:moveTo>
                      <a:pt x="15" y="55"/>
                    </a:moveTo>
                    <a:cubicBezTo>
                      <a:pt x="10" y="53"/>
                      <a:pt x="9" y="46"/>
                      <a:pt x="11" y="42"/>
                    </a:cubicBezTo>
                    <a:cubicBezTo>
                      <a:pt x="14" y="37"/>
                      <a:pt x="20" y="35"/>
                      <a:pt x="25" y="38"/>
                    </a:cubicBezTo>
                    <a:cubicBezTo>
                      <a:pt x="30" y="41"/>
                      <a:pt x="32" y="47"/>
                      <a:pt x="29" y="51"/>
                    </a:cubicBezTo>
                    <a:cubicBezTo>
                      <a:pt x="27" y="55"/>
                      <a:pt x="24" y="57"/>
                      <a:pt x="20" y="57"/>
                    </a:cubicBezTo>
                    <a:cubicBezTo>
                      <a:pt x="18" y="57"/>
                      <a:pt x="17" y="56"/>
                      <a:pt x="15" y="55"/>
                    </a:cubicBezTo>
                    <a:close/>
                    <a:moveTo>
                      <a:pt x="129" y="40"/>
                    </a:moveTo>
                    <a:cubicBezTo>
                      <a:pt x="126" y="36"/>
                      <a:pt x="126" y="29"/>
                      <a:pt x="130" y="25"/>
                    </a:cubicBezTo>
                    <a:cubicBezTo>
                      <a:pt x="134" y="22"/>
                      <a:pt x="140" y="22"/>
                      <a:pt x="144" y="26"/>
                    </a:cubicBezTo>
                    <a:cubicBezTo>
                      <a:pt x="148" y="30"/>
                      <a:pt x="148" y="36"/>
                      <a:pt x="143" y="40"/>
                    </a:cubicBezTo>
                    <a:cubicBezTo>
                      <a:pt x="142" y="42"/>
                      <a:pt x="139" y="43"/>
                      <a:pt x="137" y="43"/>
                    </a:cubicBezTo>
                    <a:cubicBezTo>
                      <a:pt x="134" y="43"/>
                      <a:pt x="131" y="42"/>
                      <a:pt x="129" y="40"/>
                    </a:cubicBezTo>
                    <a:close/>
                    <a:moveTo>
                      <a:pt x="44" y="20"/>
                    </a:moveTo>
                    <a:cubicBezTo>
                      <a:pt x="42" y="15"/>
                      <a:pt x="44" y="9"/>
                      <a:pt x="49" y="7"/>
                    </a:cubicBezTo>
                    <a:cubicBezTo>
                      <a:pt x="54" y="5"/>
                      <a:pt x="60" y="7"/>
                      <a:pt x="62" y="12"/>
                    </a:cubicBezTo>
                    <a:cubicBezTo>
                      <a:pt x="64" y="17"/>
                      <a:pt x="62" y="21"/>
                      <a:pt x="57" y="25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6" y="25"/>
                      <a:pt x="54" y="26"/>
                      <a:pt x="53" y="26"/>
                    </a:cubicBezTo>
                    <a:cubicBezTo>
                      <a:pt x="49" y="26"/>
                      <a:pt x="46" y="24"/>
                      <a:pt x="44" y="20"/>
                    </a:cubicBezTo>
                    <a:close/>
                    <a:moveTo>
                      <a:pt x="96" y="21"/>
                    </a:moveTo>
                    <a:cubicBezTo>
                      <a:pt x="96" y="21"/>
                      <a:pt x="96" y="21"/>
                      <a:pt x="96" y="21"/>
                    </a:cubicBezTo>
                    <a:cubicBezTo>
                      <a:pt x="90" y="20"/>
                      <a:pt x="87" y="14"/>
                      <a:pt x="88" y="9"/>
                    </a:cubicBezTo>
                    <a:cubicBezTo>
                      <a:pt x="89" y="3"/>
                      <a:pt x="94" y="0"/>
                      <a:pt x="100" y="1"/>
                    </a:cubicBezTo>
                    <a:cubicBezTo>
                      <a:pt x="105" y="2"/>
                      <a:pt x="108" y="7"/>
                      <a:pt x="107" y="13"/>
                    </a:cubicBezTo>
                    <a:cubicBezTo>
                      <a:pt x="106" y="18"/>
                      <a:pt x="102" y="21"/>
                      <a:pt x="98" y="21"/>
                    </a:cubicBezTo>
                    <a:cubicBezTo>
                      <a:pt x="97" y="21"/>
                      <a:pt x="96" y="21"/>
                      <a:pt x="96" y="2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2" name="Freeform 36"/>
              <p:cNvSpPr/>
              <p:nvPr/>
            </p:nvSpPr>
            <p:spPr bwMode="auto">
              <a:xfrm>
                <a:off x="8525897" y="2147440"/>
                <a:ext cx="238790" cy="236250"/>
              </a:xfrm>
              <a:custGeom>
                <a:avLst/>
                <a:gdLst>
                  <a:gd name="T0" fmla="*/ 4 w 119"/>
                  <a:gd name="T1" fmla="*/ 66 h 118"/>
                  <a:gd name="T2" fmla="*/ 53 w 119"/>
                  <a:gd name="T3" fmla="*/ 3 h 118"/>
                  <a:gd name="T4" fmla="*/ 115 w 119"/>
                  <a:gd name="T5" fmla="*/ 53 h 118"/>
                  <a:gd name="T6" fmla="*/ 66 w 119"/>
                  <a:gd name="T7" fmla="*/ 115 h 118"/>
                  <a:gd name="T8" fmla="*/ 4 w 119"/>
                  <a:gd name="T9" fmla="*/ 66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118">
                    <a:moveTo>
                      <a:pt x="4" y="66"/>
                    </a:moveTo>
                    <a:cubicBezTo>
                      <a:pt x="0" y="35"/>
                      <a:pt x="22" y="7"/>
                      <a:pt x="53" y="3"/>
                    </a:cubicBezTo>
                    <a:cubicBezTo>
                      <a:pt x="84" y="0"/>
                      <a:pt x="111" y="22"/>
                      <a:pt x="115" y="53"/>
                    </a:cubicBezTo>
                    <a:cubicBezTo>
                      <a:pt x="119" y="83"/>
                      <a:pt x="97" y="111"/>
                      <a:pt x="66" y="115"/>
                    </a:cubicBezTo>
                    <a:cubicBezTo>
                      <a:pt x="35" y="118"/>
                      <a:pt x="8" y="96"/>
                      <a:pt x="4" y="66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3" name="Freeform 37"/>
              <p:cNvSpPr/>
              <p:nvPr/>
            </p:nvSpPr>
            <p:spPr bwMode="auto">
              <a:xfrm>
                <a:off x="8121139" y="1773166"/>
                <a:ext cx="975483" cy="321774"/>
              </a:xfrm>
              <a:custGeom>
                <a:avLst/>
                <a:gdLst>
                  <a:gd name="T0" fmla="*/ 118 w 487"/>
                  <a:gd name="T1" fmla="*/ 149 h 161"/>
                  <a:gd name="T2" fmla="*/ 112 w 487"/>
                  <a:gd name="T3" fmla="*/ 98 h 161"/>
                  <a:gd name="T4" fmla="*/ 377 w 487"/>
                  <a:gd name="T5" fmla="*/ 67 h 161"/>
                  <a:gd name="T6" fmla="*/ 383 w 487"/>
                  <a:gd name="T7" fmla="*/ 118 h 161"/>
                  <a:gd name="T8" fmla="*/ 487 w 487"/>
                  <a:gd name="T9" fmla="*/ 105 h 161"/>
                  <a:gd name="T10" fmla="*/ 486 w 487"/>
                  <a:gd name="T11" fmla="*/ 87 h 161"/>
                  <a:gd name="T12" fmla="*/ 384 w 487"/>
                  <a:gd name="T13" fmla="*/ 6 h 161"/>
                  <a:gd name="T14" fmla="*/ 86 w 487"/>
                  <a:gd name="T15" fmla="*/ 41 h 161"/>
                  <a:gd name="T16" fmla="*/ 6 w 487"/>
                  <a:gd name="T17" fmla="*/ 143 h 161"/>
                  <a:gd name="T18" fmla="*/ 10 w 487"/>
                  <a:gd name="T19" fmla="*/ 161 h 161"/>
                  <a:gd name="T20" fmla="*/ 118 w 487"/>
                  <a:gd name="T21" fmla="*/ 149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7" h="161">
                    <a:moveTo>
                      <a:pt x="118" y="149"/>
                    </a:moveTo>
                    <a:cubicBezTo>
                      <a:pt x="112" y="98"/>
                      <a:pt x="112" y="98"/>
                      <a:pt x="112" y="98"/>
                    </a:cubicBezTo>
                    <a:cubicBezTo>
                      <a:pt x="377" y="67"/>
                      <a:pt x="377" y="67"/>
                      <a:pt x="377" y="67"/>
                    </a:cubicBezTo>
                    <a:cubicBezTo>
                      <a:pt x="383" y="118"/>
                      <a:pt x="383" y="118"/>
                      <a:pt x="383" y="118"/>
                    </a:cubicBezTo>
                    <a:cubicBezTo>
                      <a:pt x="487" y="105"/>
                      <a:pt x="487" y="105"/>
                      <a:pt x="487" y="105"/>
                    </a:cubicBezTo>
                    <a:cubicBezTo>
                      <a:pt x="487" y="99"/>
                      <a:pt x="487" y="93"/>
                      <a:pt x="486" y="87"/>
                    </a:cubicBezTo>
                    <a:cubicBezTo>
                      <a:pt x="480" y="36"/>
                      <a:pt x="435" y="0"/>
                      <a:pt x="384" y="6"/>
                    </a:cubicBezTo>
                    <a:cubicBezTo>
                      <a:pt x="86" y="41"/>
                      <a:pt x="86" y="41"/>
                      <a:pt x="86" y="41"/>
                    </a:cubicBezTo>
                    <a:cubicBezTo>
                      <a:pt x="36" y="47"/>
                      <a:pt x="0" y="93"/>
                      <a:pt x="6" y="143"/>
                    </a:cubicBezTo>
                    <a:cubicBezTo>
                      <a:pt x="6" y="149"/>
                      <a:pt x="8" y="156"/>
                      <a:pt x="10" y="161"/>
                    </a:cubicBezTo>
                    <a:lnTo>
                      <a:pt x="118" y="149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4" name="Freeform 38"/>
              <p:cNvSpPr/>
              <p:nvPr/>
            </p:nvSpPr>
            <p:spPr bwMode="auto">
              <a:xfrm>
                <a:off x="8131300" y="2012803"/>
                <a:ext cx="226935" cy="82137"/>
              </a:xfrm>
              <a:custGeom>
                <a:avLst/>
                <a:gdLst>
                  <a:gd name="T0" fmla="*/ 0 w 113"/>
                  <a:gd name="T1" fmla="*/ 12 h 41"/>
                  <a:gd name="T2" fmla="*/ 1 w 113"/>
                  <a:gd name="T3" fmla="*/ 23 h 41"/>
                  <a:gd name="T4" fmla="*/ 5 w 113"/>
                  <a:gd name="T5" fmla="*/ 41 h 41"/>
                  <a:gd name="T6" fmla="*/ 113 w 113"/>
                  <a:gd name="T7" fmla="*/ 29 h 41"/>
                  <a:gd name="T8" fmla="*/ 109 w 113"/>
                  <a:gd name="T9" fmla="*/ 0 h 41"/>
                  <a:gd name="T10" fmla="*/ 0 w 113"/>
                  <a:gd name="T11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3" h="41">
                    <a:moveTo>
                      <a:pt x="0" y="12"/>
                    </a:moveTo>
                    <a:cubicBezTo>
                      <a:pt x="0" y="16"/>
                      <a:pt x="0" y="20"/>
                      <a:pt x="1" y="23"/>
                    </a:cubicBezTo>
                    <a:cubicBezTo>
                      <a:pt x="1" y="29"/>
                      <a:pt x="3" y="36"/>
                      <a:pt x="5" y="41"/>
                    </a:cubicBezTo>
                    <a:cubicBezTo>
                      <a:pt x="113" y="29"/>
                      <a:pt x="113" y="29"/>
                      <a:pt x="113" y="29"/>
                    </a:cubicBezTo>
                    <a:cubicBezTo>
                      <a:pt x="109" y="0"/>
                      <a:pt x="109" y="0"/>
                      <a:pt x="109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5" name="Freeform 39"/>
              <p:cNvSpPr/>
              <p:nvPr/>
            </p:nvSpPr>
            <p:spPr bwMode="auto">
              <a:xfrm>
                <a:off x="8880695" y="1924739"/>
                <a:ext cx="215927" cy="84677"/>
              </a:xfrm>
              <a:custGeom>
                <a:avLst/>
                <a:gdLst>
                  <a:gd name="T0" fmla="*/ 0 w 108"/>
                  <a:gd name="T1" fmla="*/ 13 h 42"/>
                  <a:gd name="T2" fmla="*/ 4 w 108"/>
                  <a:gd name="T3" fmla="*/ 42 h 42"/>
                  <a:gd name="T4" fmla="*/ 108 w 108"/>
                  <a:gd name="T5" fmla="*/ 29 h 42"/>
                  <a:gd name="T6" fmla="*/ 107 w 108"/>
                  <a:gd name="T7" fmla="*/ 11 h 42"/>
                  <a:gd name="T8" fmla="*/ 106 w 108"/>
                  <a:gd name="T9" fmla="*/ 0 h 42"/>
                  <a:gd name="T10" fmla="*/ 0 w 108"/>
                  <a:gd name="T11" fmla="*/ 1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8" h="42">
                    <a:moveTo>
                      <a:pt x="0" y="13"/>
                    </a:moveTo>
                    <a:cubicBezTo>
                      <a:pt x="4" y="42"/>
                      <a:pt x="4" y="42"/>
                      <a:pt x="4" y="42"/>
                    </a:cubicBezTo>
                    <a:cubicBezTo>
                      <a:pt x="108" y="29"/>
                      <a:pt x="108" y="29"/>
                      <a:pt x="108" y="29"/>
                    </a:cubicBezTo>
                    <a:cubicBezTo>
                      <a:pt x="108" y="23"/>
                      <a:pt x="108" y="17"/>
                      <a:pt x="107" y="11"/>
                    </a:cubicBezTo>
                    <a:cubicBezTo>
                      <a:pt x="107" y="7"/>
                      <a:pt x="106" y="4"/>
                      <a:pt x="106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6" name="Freeform 40"/>
              <p:cNvSpPr/>
              <p:nvPr/>
            </p:nvSpPr>
            <p:spPr bwMode="auto">
              <a:xfrm>
                <a:off x="10869767" y="4669133"/>
                <a:ext cx="538548" cy="258266"/>
              </a:xfrm>
              <a:custGeom>
                <a:avLst/>
                <a:gdLst>
                  <a:gd name="T0" fmla="*/ 264 w 269"/>
                  <a:gd name="T1" fmla="*/ 129 h 129"/>
                  <a:gd name="T2" fmla="*/ 267 w 269"/>
                  <a:gd name="T3" fmla="*/ 120 h 129"/>
                  <a:gd name="T4" fmla="*/ 266 w 269"/>
                  <a:gd name="T5" fmla="*/ 95 h 129"/>
                  <a:gd name="T6" fmla="*/ 261 w 269"/>
                  <a:gd name="T7" fmla="*/ 82 h 129"/>
                  <a:gd name="T8" fmla="*/ 251 w 269"/>
                  <a:gd name="T9" fmla="*/ 70 h 129"/>
                  <a:gd name="T10" fmla="*/ 210 w 269"/>
                  <a:gd name="T11" fmla="*/ 56 h 129"/>
                  <a:gd name="T12" fmla="*/ 167 w 269"/>
                  <a:gd name="T13" fmla="*/ 23 h 129"/>
                  <a:gd name="T14" fmla="*/ 155 w 269"/>
                  <a:gd name="T15" fmla="*/ 25 h 129"/>
                  <a:gd name="T16" fmla="*/ 146 w 269"/>
                  <a:gd name="T17" fmla="*/ 13 h 129"/>
                  <a:gd name="T18" fmla="*/ 136 w 269"/>
                  <a:gd name="T19" fmla="*/ 6 h 129"/>
                  <a:gd name="T20" fmla="*/ 113 w 269"/>
                  <a:gd name="T21" fmla="*/ 0 h 129"/>
                  <a:gd name="T22" fmla="*/ 80 w 269"/>
                  <a:gd name="T23" fmla="*/ 15 h 129"/>
                  <a:gd name="T24" fmla="*/ 67 w 269"/>
                  <a:gd name="T25" fmla="*/ 48 h 129"/>
                  <a:gd name="T26" fmla="*/ 68 w 269"/>
                  <a:gd name="T27" fmla="*/ 58 h 129"/>
                  <a:gd name="T28" fmla="*/ 65 w 269"/>
                  <a:gd name="T29" fmla="*/ 57 h 129"/>
                  <a:gd name="T30" fmla="*/ 36 w 269"/>
                  <a:gd name="T31" fmla="*/ 89 h 129"/>
                  <a:gd name="T32" fmla="*/ 17 w 269"/>
                  <a:gd name="T33" fmla="*/ 98 h 129"/>
                  <a:gd name="T34" fmla="*/ 0 w 269"/>
                  <a:gd name="T35" fmla="*/ 125 h 129"/>
                  <a:gd name="T36" fmla="*/ 264 w 269"/>
                  <a:gd name="T37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9" h="129">
                    <a:moveTo>
                      <a:pt x="264" y="129"/>
                    </a:moveTo>
                    <a:cubicBezTo>
                      <a:pt x="265" y="126"/>
                      <a:pt x="266" y="123"/>
                      <a:pt x="267" y="120"/>
                    </a:cubicBezTo>
                    <a:cubicBezTo>
                      <a:pt x="269" y="112"/>
                      <a:pt x="269" y="104"/>
                      <a:pt x="266" y="95"/>
                    </a:cubicBezTo>
                    <a:cubicBezTo>
                      <a:pt x="265" y="90"/>
                      <a:pt x="263" y="86"/>
                      <a:pt x="261" y="82"/>
                    </a:cubicBezTo>
                    <a:cubicBezTo>
                      <a:pt x="258" y="78"/>
                      <a:pt x="255" y="74"/>
                      <a:pt x="251" y="70"/>
                    </a:cubicBezTo>
                    <a:cubicBezTo>
                      <a:pt x="240" y="60"/>
                      <a:pt x="225" y="55"/>
                      <a:pt x="210" y="56"/>
                    </a:cubicBezTo>
                    <a:cubicBezTo>
                      <a:pt x="205" y="37"/>
                      <a:pt x="187" y="23"/>
                      <a:pt x="167" y="23"/>
                    </a:cubicBezTo>
                    <a:cubicBezTo>
                      <a:pt x="163" y="23"/>
                      <a:pt x="159" y="23"/>
                      <a:pt x="155" y="25"/>
                    </a:cubicBezTo>
                    <a:cubicBezTo>
                      <a:pt x="153" y="20"/>
                      <a:pt x="150" y="16"/>
                      <a:pt x="146" y="13"/>
                    </a:cubicBezTo>
                    <a:cubicBezTo>
                      <a:pt x="143" y="11"/>
                      <a:pt x="139" y="8"/>
                      <a:pt x="136" y="6"/>
                    </a:cubicBezTo>
                    <a:cubicBezTo>
                      <a:pt x="129" y="2"/>
                      <a:pt x="121" y="0"/>
                      <a:pt x="113" y="0"/>
                    </a:cubicBezTo>
                    <a:cubicBezTo>
                      <a:pt x="100" y="0"/>
                      <a:pt x="88" y="6"/>
                      <a:pt x="80" y="15"/>
                    </a:cubicBezTo>
                    <a:cubicBezTo>
                      <a:pt x="71" y="24"/>
                      <a:pt x="66" y="36"/>
                      <a:pt x="67" y="48"/>
                    </a:cubicBezTo>
                    <a:cubicBezTo>
                      <a:pt x="67" y="51"/>
                      <a:pt x="67" y="54"/>
                      <a:pt x="68" y="58"/>
                    </a:cubicBezTo>
                    <a:cubicBezTo>
                      <a:pt x="67" y="57"/>
                      <a:pt x="66" y="57"/>
                      <a:pt x="65" y="57"/>
                    </a:cubicBezTo>
                    <a:cubicBezTo>
                      <a:pt x="44" y="57"/>
                      <a:pt x="35" y="73"/>
                      <a:pt x="36" y="89"/>
                    </a:cubicBezTo>
                    <a:cubicBezTo>
                      <a:pt x="29" y="91"/>
                      <a:pt x="23" y="93"/>
                      <a:pt x="17" y="98"/>
                    </a:cubicBezTo>
                    <a:cubicBezTo>
                      <a:pt x="8" y="105"/>
                      <a:pt x="1" y="115"/>
                      <a:pt x="0" y="125"/>
                    </a:cubicBezTo>
                    <a:lnTo>
                      <a:pt x="264" y="129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7" name="Freeform 41"/>
              <p:cNvSpPr/>
              <p:nvPr/>
            </p:nvSpPr>
            <p:spPr bwMode="auto">
              <a:xfrm>
                <a:off x="9697832" y="5260181"/>
                <a:ext cx="398830" cy="398831"/>
              </a:xfrm>
              <a:custGeom>
                <a:avLst/>
                <a:gdLst>
                  <a:gd name="T0" fmla="*/ 127 w 199"/>
                  <a:gd name="T1" fmla="*/ 183 h 199"/>
                  <a:gd name="T2" fmla="*/ 15 w 199"/>
                  <a:gd name="T3" fmla="*/ 127 h 199"/>
                  <a:gd name="T4" fmla="*/ 71 w 199"/>
                  <a:gd name="T5" fmla="*/ 15 h 199"/>
                  <a:gd name="T6" fmla="*/ 183 w 199"/>
                  <a:gd name="T7" fmla="*/ 71 h 199"/>
                  <a:gd name="T8" fmla="*/ 127 w 199"/>
                  <a:gd name="T9" fmla="*/ 183 h 199"/>
                  <a:gd name="T10" fmla="*/ 76 w 199"/>
                  <a:gd name="T11" fmla="*/ 32 h 199"/>
                  <a:gd name="T12" fmla="*/ 32 w 199"/>
                  <a:gd name="T13" fmla="*/ 122 h 199"/>
                  <a:gd name="T14" fmla="*/ 122 w 199"/>
                  <a:gd name="T15" fmla="*/ 167 h 199"/>
                  <a:gd name="T16" fmla="*/ 166 w 199"/>
                  <a:gd name="T17" fmla="*/ 77 h 199"/>
                  <a:gd name="T18" fmla="*/ 76 w 199"/>
                  <a:gd name="T19" fmla="*/ 3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9" h="199">
                    <a:moveTo>
                      <a:pt x="127" y="183"/>
                    </a:moveTo>
                    <a:cubicBezTo>
                      <a:pt x="81" y="199"/>
                      <a:pt x="31" y="174"/>
                      <a:pt x="15" y="127"/>
                    </a:cubicBezTo>
                    <a:cubicBezTo>
                      <a:pt x="0" y="81"/>
                      <a:pt x="25" y="31"/>
                      <a:pt x="71" y="15"/>
                    </a:cubicBezTo>
                    <a:cubicBezTo>
                      <a:pt x="117" y="0"/>
                      <a:pt x="167" y="25"/>
                      <a:pt x="183" y="71"/>
                    </a:cubicBezTo>
                    <a:cubicBezTo>
                      <a:pt x="199" y="117"/>
                      <a:pt x="174" y="167"/>
                      <a:pt x="127" y="183"/>
                    </a:cubicBezTo>
                    <a:close/>
                    <a:moveTo>
                      <a:pt x="76" y="32"/>
                    </a:moveTo>
                    <a:cubicBezTo>
                      <a:pt x="39" y="44"/>
                      <a:pt x="19" y="85"/>
                      <a:pt x="32" y="122"/>
                    </a:cubicBezTo>
                    <a:cubicBezTo>
                      <a:pt x="44" y="159"/>
                      <a:pt x="85" y="179"/>
                      <a:pt x="122" y="167"/>
                    </a:cubicBezTo>
                    <a:cubicBezTo>
                      <a:pt x="159" y="154"/>
                      <a:pt x="179" y="114"/>
                      <a:pt x="166" y="77"/>
                    </a:cubicBezTo>
                    <a:cubicBezTo>
                      <a:pt x="154" y="39"/>
                      <a:pt x="114" y="19"/>
                      <a:pt x="76" y="32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8" name="Freeform 42"/>
              <p:cNvSpPr/>
              <p:nvPr/>
            </p:nvSpPr>
            <p:spPr bwMode="auto">
              <a:xfrm>
                <a:off x="9800291" y="5354173"/>
                <a:ext cx="202379" cy="204073"/>
              </a:xfrm>
              <a:custGeom>
                <a:avLst/>
                <a:gdLst>
                  <a:gd name="T0" fmla="*/ 88 w 101"/>
                  <a:gd name="T1" fmla="*/ 28 h 102"/>
                  <a:gd name="T2" fmla="*/ 56 w 101"/>
                  <a:gd name="T3" fmla="*/ 39 h 102"/>
                  <a:gd name="T4" fmla="*/ 45 w 101"/>
                  <a:gd name="T5" fmla="*/ 8 h 102"/>
                  <a:gd name="T6" fmla="*/ 33 w 101"/>
                  <a:gd name="T7" fmla="*/ 2 h 102"/>
                  <a:gd name="T8" fmla="*/ 27 w 101"/>
                  <a:gd name="T9" fmla="*/ 14 h 102"/>
                  <a:gd name="T10" fmla="*/ 37 w 101"/>
                  <a:gd name="T11" fmla="*/ 45 h 102"/>
                  <a:gd name="T12" fmla="*/ 7 w 101"/>
                  <a:gd name="T13" fmla="*/ 55 h 102"/>
                  <a:gd name="T14" fmla="*/ 1 w 101"/>
                  <a:gd name="T15" fmla="*/ 67 h 102"/>
                  <a:gd name="T16" fmla="*/ 13 w 101"/>
                  <a:gd name="T17" fmla="*/ 73 h 102"/>
                  <a:gd name="T18" fmla="*/ 44 w 101"/>
                  <a:gd name="T19" fmla="*/ 63 h 102"/>
                  <a:gd name="T20" fmla="*/ 54 w 101"/>
                  <a:gd name="T21" fmla="*/ 94 h 102"/>
                  <a:gd name="T22" fmla="*/ 66 w 101"/>
                  <a:gd name="T23" fmla="*/ 100 h 102"/>
                  <a:gd name="T24" fmla="*/ 72 w 101"/>
                  <a:gd name="T25" fmla="*/ 88 h 102"/>
                  <a:gd name="T26" fmla="*/ 62 w 101"/>
                  <a:gd name="T27" fmla="*/ 57 h 102"/>
                  <a:gd name="T28" fmla="*/ 94 w 101"/>
                  <a:gd name="T29" fmla="*/ 46 h 102"/>
                  <a:gd name="T30" fmla="*/ 100 w 101"/>
                  <a:gd name="T31" fmla="*/ 34 h 102"/>
                  <a:gd name="T32" fmla="*/ 88 w 101"/>
                  <a:gd name="T33" fmla="*/ 28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1" h="102">
                    <a:moveTo>
                      <a:pt x="88" y="28"/>
                    </a:moveTo>
                    <a:cubicBezTo>
                      <a:pt x="56" y="39"/>
                      <a:pt x="56" y="39"/>
                      <a:pt x="56" y="39"/>
                    </a:cubicBezTo>
                    <a:cubicBezTo>
                      <a:pt x="45" y="8"/>
                      <a:pt x="45" y="8"/>
                      <a:pt x="45" y="8"/>
                    </a:cubicBezTo>
                    <a:cubicBezTo>
                      <a:pt x="43" y="3"/>
                      <a:pt x="38" y="0"/>
                      <a:pt x="33" y="2"/>
                    </a:cubicBezTo>
                    <a:cubicBezTo>
                      <a:pt x="28" y="3"/>
                      <a:pt x="25" y="9"/>
                      <a:pt x="27" y="14"/>
                    </a:cubicBezTo>
                    <a:cubicBezTo>
                      <a:pt x="37" y="45"/>
                      <a:pt x="37" y="45"/>
                      <a:pt x="37" y="45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2" y="57"/>
                      <a:pt x="0" y="62"/>
                      <a:pt x="1" y="67"/>
                    </a:cubicBezTo>
                    <a:cubicBezTo>
                      <a:pt x="3" y="72"/>
                      <a:pt x="8" y="75"/>
                      <a:pt x="13" y="73"/>
                    </a:cubicBezTo>
                    <a:cubicBezTo>
                      <a:pt x="44" y="63"/>
                      <a:pt x="44" y="63"/>
                      <a:pt x="44" y="63"/>
                    </a:cubicBezTo>
                    <a:cubicBezTo>
                      <a:pt x="54" y="94"/>
                      <a:pt x="54" y="94"/>
                      <a:pt x="54" y="94"/>
                    </a:cubicBezTo>
                    <a:cubicBezTo>
                      <a:pt x="56" y="99"/>
                      <a:pt x="61" y="102"/>
                      <a:pt x="66" y="100"/>
                    </a:cubicBezTo>
                    <a:cubicBezTo>
                      <a:pt x="71" y="98"/>
                      <a:pt x="74" y="93"/>
                      <a:pt x="72" y="88"/>
                    </a:cubicBezTo>
                    <a:cubicBezTo>
                      <a:pt x="62" y="57"/>
                      <a:pt x="62" y="57"/>
                      <a:pt x="62" y="57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9" y="45"/>
                      <a:pt x="101" y="39"/>
                      <a:pt x="100" y="34"/>
                    </a:cubicBezTo>
                    <a:cubicBezTo>
                      <a:pt x="98" y="29"/>
                      <a:pt x="92" y="26"/>
                      <a:pt x="88" y="28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9" name="Freeform 43"/>
              <p:cNvSpPr/>
              <p:nvPr/>
            </p:nvSpPr>
            <p:spPr bwMode="auto">
              <a:xfrm>
                <a:off x="10557307" y="4651351"/>
                <a:ext cx="446250" cy="796814"/>
              </a:xfrm>
              <a:custGeom>
                <a:avLst/>
                <a:gdLst>
                  <a:gd name="T0" fmla="*/ 163 w 223"/>
                  <a:gd name="T1" fmla="*/ 0 h 398"/>
                  <a:gd name="T2" fmla="*/ 163 w 223"/>
                  <a:gd name="T3" fmla="*/ 2 h 398"/>
                  <a:gd name="T4" fmla="*/ 163 w 223"/>
                  <a:gd name="T5" fmla="*/ 3 h 398"/>
                  <a:gd name="T6" fmla="*/ 162 w 223"/>
                  <a:gd name="T7" fmla="*/ 4 h 398"/>
                  <a:gd name="T8" fmla="*/ 162 w 223"/>
                  <a:gd name="T9" fmla="*/ 5 h 398"/>
                  <a:gd name="T10" fmla="*/ 161 w 223"/>
                  <a:gd name="T11" fmla="*/ 7 h 398"/>
                  <a:gd name="T12" fmla="*/ 1 w 223"/>
                  <a:gd name="T13" fmla="*/ 394 h 398"/>
                  <a:gd name="T14" fmla="*/ 0 w 223"/>
                  <a:gd name="T15" fmla="*/ 398 h 398"/>
                  <a:gd name="T16" fmla="*/ 0 w 223"/>
                  <a:gd name="T17" fmla="*/ 398 h 398"/>
                  <a:gd name="T18" fmla="*/ 2 w 223"/>
                  <a:gd name="T19" fmla="*/ 394 h 398"/>
                  <a:gd name="T20" fmla="*/ 0 w 223"/>
                  <a:gd name="T21" fmla="*/ 398 h 398"/>
                  <a:gd name="T22" fmla="*/ 223 w 223"/>
                  <a:gd name="T23" fmla="*/ 258 h 398"/>
                  <a:gd name="T24" fmla="*/ 163 w 223"/>
                  <a:gd name="T25" fmla="*/ 0 h 398"/>
                  <a:gd name="T26" fmla="*/ 163 w 223"/>
                  <a:gd name="T27" fmla="*/ 0 h 398"/>
                  <a:gd name="T28" fmla="*/ 163 w 223"/>
                  <a:gd name="T29" fmla="*/ 2 h 398"/>
                  <a:gd name="T30" fmla="*/ 163 w 223"/>
                  <a:gd name="T31" fmla="*/ 3 h 398"/>
                  <a:gd name="T32" fmla="*/ 162 w 223"/>
                  <a:gd name="T33" fmla="*/ 4 h 398"/>
                  <a:gd name="T34" fmla="*/ 162 w 223"/>
                  <a:gd name="T35" fmla="*/ 5 h 398"/>
                  <a:gd name="T36" fmla="*/ 161 w 223"/>
                  <a:gd name="T37" fmla="*/ 7 h 398"/>
                  <a:gd name="T38" fmla="*/ 162 w 223"/>
                  <a:gd name="T39" fmla="*/ 5 h 398"/>
                  <a:gd name="T40" fmla="*/ 162 w 223"/>
                  <a:gd name="T41" fmla="*/ 4 h 398"/>
                  <a:gd name="T42" fmla="*/ 163 w 223"/>
                  <a:gd name="T43" fmla="*/ 3 h 398"/>
                  <a:gd name="T44" fmla="*/ 163 w 223"/>
                  <a:gd name="T45" fmla="*/ 2 h 398"/>
                  <a:gd name="T46" fmla="*/ 163 w 223"/>
                  <a:gd name="T47" fmla="*/ 0 h 398"/>
                  <a:gd name="T48" fmla="*/ 163 w 223"/>
                  <a:gd name="T49" fmla="*/ 0 h 398"/>
                  <a:gd name="T50" fmla="*/ 163 w 223"/>
                  <a:gd name="T51" fmla="*/ 0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23" h="398">
                    <a:moveTo>
                      <a:pt x="163" y="0"/>
                    </a:moveTo>
                    <a:cubicBezTo>
                      <a:pt x="163" y="1"/>
                      <a:pt x="163" y="1"/>
                      <a:pt x="163" y="2"/>
                    </a:cubicBezTo>
                    <a:cubicBezTo>
                      <a:pt x="163" y="3"/>
                      <a:pt x="163" y="3"/>
                      <a:pt x="163" y="3"/>
                    </a:cubicBezTo>
                    <a:cubicBezTo>
                      <a:pt x="162" y="3"/>
                      <a:pt x="162" y="4"/>
                      <a:pt x="162" y="4"/>
                    </a:cubicBezTo>
                    <a:cubicBezTo>
                      <a:pt x="162" y="5"/>
                      <a:pt x="162" y="5"/>
                      <a:pt x="162" y="5"/>
                    </a:cubicBezTo>
                    <a:cubicBezTo>
                      <a:pt x="162" y="6"/>
                      <a:pt x="161" y="6"/>
                      <a:pt x="161" y="7"/>
                    </a:cubicBezTo>
                    <a:cubicBezTo>
                      <a:pt x="1" y="394"/>
                      <a:pt x="1" y="394"/>
                      <a:pt x="1" y="394"/>
                    </a:cubicBezTo>
                    <a:cubicBezTo>
                      <a:pt x="1" y="395"/>
                      <a:pt x="0" y="397"/>
                      <a:pt x="0" y="398"/>
                    </a:cubicBezTo>
                    <a:cubicBezTo>
                      <a:pt x="0" y="398"/>
                      <a:pt x="0" y="398"/>
                      <a:pt x="0" y="398"/>
                    </a:cubicBezTo>
                    <a:cubicBezTo>
                      <a:pt x="0" y="396"/>
                      <a:pt x="1" y="395"/>
                      <a:pt x="2" y="394"/>
                    </a:cubicBezTo>
                    <a:cubicBezTo>
                      <a:pt x="1" y="395"/>
                      <a:pt x="0" y="396"/>
                      <a:pt x="0" y="398"/>
                    </a:cubicBezTo>
                    <a:cubicBezTo>
                      <a:pt x="223" y="258"/>
                      <a:pt x="223" y="258"/>
                      <a:pt x="223" y="258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163" y="1"/>
                      <a:pt x="163" y="1"/>
                      <a:pt x="163" y="2"/>
                    </a:cubicBezTo>
                    <a:cubicBezTo>
                      <a:pt x="163" y="3"/>
                      <a:pt x="163" y="3"/>
                      <a:pt x="163" y="3"/>
                    </a:cubicBezTo>
                    <a:cubicBezTo>
                      <a:pt x="163" y="3"/>
                      <a:pt x="162" y="4"/>
                      <a:pt x="162" y="4"/>
                    </a:cubicBezTo>
                    <a:cubicBezTo>
                      <a:pt x="162" y="5"/>
                      <a:pt x="162" y="5"/>
                      <a:pt x="162" y="5"/>
                    </a:cubicBezTo>
                    <a:cubicBezTo>
                      <a:pt x="162" y="6"/>
                      <a:pt x="162" y="7"/>
                      <a:pt x="161" y="7"/>
                    </a:cubicBezTo>
                    <a:cubicBezTo>
                      <a:pt x="162" y="7"/>
                      <a:pt x="162" y="6"/>
                      <a:pt x="162" y="5"/>
                    </a:cubicBezTo>
                    <a:cubicBezTo>
                      <a:pt x="162" y="4"/>
                      <a:pt x="162" y="4"/>
                      <a:pt x="162" y="4"/>
                    </a:cubicBezTo>
                    <a:cubicBezTo>
                      <a:pt x="162" y="4"/>
                      <a:pt x="163" y="3"/>
                      <a:pt x="163" y="3"/>
                    </a:cubicBezTo>
                    <a:cubicBezTo>
                      <a:pt x="163" y="2"/>
                      <a:pt x="163" y="2"/>
                      <a:pt x="163" y="2"/>
                    </a:cubicBezTo>
                    <a:cubicBezTo>
                      <a:pt x="163" y="1"/>
                      <a:pt x="163" y="1"/>
                      <a:pt x="163" y="0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163" y="0"/>
                      <a:pt x="163" y="0"/>
                      <a:pt x="163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0" name="Freeform 44"/>
              <p:cNvSpPr/>
              <p:nvPr/>
            </p:nvSpPr>
            <p:spPr bwMode="auto">
              <a:xfrm>
                <a:off x="9998436" y="4403246"/>
                <a:ext cx="881492" cy="1071169"/>
              </a:xfrm>
              <a:custGeom>
                <a:avLst/>
                <a:gdLst>
                  <a:gd name="T0" fmla="*/ 263 w 440"/>
                  <a:gd name="T1" fmla="*/ 513 h 535"/>
                  <a:gd name="T2" fmla="*/ 263 w 440"/>
                  <a:gd name="T3" fmla="*/ 514 h 535"/>
                  <a:gd name="T4" fmla="*/ 251 w 440"/>
                  <a:gd name="T5" fmla="*/ 452 h 535"/>
                  <a:gd name="T6" fmla="*/ 220 w 440"/>
                  <a:gd name="T7" fmla="*/ 269 h 535"/>
                  <a:gd name="T8" fmla="*/ 374 w 440"/>
                  <a:gd name="T9" fmla="*/ 154 h 535"/>
                  <a:gd name="T10" fmla="*/ 440 w 440"/>
                  <a:gd name="T11" fmla="*/ 113 h 535"/>
                  <a:gd name="T12" fmla="*/ 440 w 440"/>
                  <a:gd name="T13" fmla="*/ 112 h 535"/>
                  <a:gd name="T14" fmla="*/ 439 w 440"/>
                  <a:gd name="T15" fmla="*/ 112 h 535"/>
                  <a:gd name="T16" fmla="*/ 439 w 440"/>
                  <a:gd name="T17" fmla="*/ 111 h 535"/>
                  <a:gd name="T18" fmla="*/ 439 w 440"/>
                  <a:gd name="T19" fmla="*/ 111 h 535"/>
                  <a:gd name="T20" fmla="*/ 428 w 440"/>
                  <a:gd name="T21" fmla="*/ 101 h 535"/>
                  <a:gd name="T22" fmla="*/ 195 w 440"/>
                  <a:gd name="T23" fmla="*/ 5 h 535"/>
                  <a:gd name="T24" fmla="*/ 164 w 440"/>
                  <a:gd name="T25" fmla="*/ 17 h 535"/>
                  <a:gd name="T26" fmla="*/ 5 w 440"/>
                  <a:gd name="T27" fmla="*/ 404 h 535"/>
                  <a:gd name="T28" fmla="*/ 17 w 440"/>
                  <a:gd name="T29" fmla="*/ 436 h 535"/>
                  <a:gd name="T30" fmla="*/ 250 w 440"/>
                  <a:gd name="T31" fmla="*/ 532 h 535"/>
                  <a:gd name="T32" fmla="*/ 269 w 440"/>
                  <a:gd name="T33" fmla="*/ 531 h 535"/>
                  <a:gd name="T34" fmla="*/ 267 w 440"/>
                  <a:gd name="T35" fmla="*/ 529 h 535"/>
                  <a:gd name="T36" fmla="*/ 268 w 440"/>
                  <a:gd name="T37" fmla="*/ 529 h 535"/>
                  <a:gd name="T38" fmla="*/ 264 w 440"/>
                  <a:gd name="T39" fmla="*/ 513 h 535"/>
                  <a:gd name="T40" fmla="*/ 263 w 440"/>
                  <a:gd name="T41" fmla="*/ 513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40" h="535">
                    <a:moveTo>
                      <a:pt x="263" y="513"/>
                    </a:moveTo>
                    <a:cubicBezTo>
                      <a:pt x="263" y="514"/>
                      <a:pt x="263" y="514"/>
                      <a:pt x="263" y="514"/>
                    </a:cubicBezTo>
                    <a:cubicBezTo>
                      <a:pt x="260" y="499"/>
                      <a:pt x="256" y="477"/>
                      <a:pt x="251" y="452"/>
                    </a:cubicBezTo>
                    <a:cubicBezTo>
                      <a:pt x="237" y="375"/>
                      <a:pt x="220" y="269"/>
                      <a:pt x="220" y="269"/>
                    </a:cubicBezTo>
                    <a:cubicBezTo>
                      <a:pt x="223" y="261"/>
                      <a:pt x="311" y="198"/>
                      <a:pt x="374" y="154"/>
                    </a:cubicBezTo>
                    <a:cubicBezTo>
                      <a:pt x="410" y="129"/>
                      <a:pt x="439" y="111"/>
                      <a:pt x="440" y="113"/>
                    </a:cubicBezTo>
                    <a:cubicBezTo>
                      <a:pt x="440" y="112"/>
                      <a:pt x="440" y="112"/>
                      <a:pt x="440" y="112"/>
                    </a:cubicBezTo>
                    <a:cubicBezTo>
                      <a:pt x="439" y="112"/>
                      <a:pt x="439" y="112"/>
                      <a:pt x="439" y="112"/>
                    </a:cubicBezTo>
                    <a:cubicBezTo>
                      <a:pt x="439" y="111"/>
                      <a:pt x="439" y="111"/>
                      <a:pt x="439" y="111"/>
                    </a:cubicBezTo>
                    <a:cubicBezTo>
                      <a:pt x="439" y="111"/>
                      <a:pt x="439" y="111"/>
                      <a:pt x="439" y="111"/>
                    </a:cubicBezTo>
                    <a:cubicBezTo>
                      <a:pt x="436" y="107"/>
                      <a:pt x="433" y="103"/>
                      <a:pt x="428" y="101"/>
                    </a:cubicBezTo>
                    <a:cubicBezTo>
                      <a:pt x="195" y="5"/>
                      <a:pt x="195" y="5"/>
                      <a:pt x="195" y="5"/>
                    </a:cubicBezTo>
                    <a:cubicBezTo>
                      <a:pt x="183" y="0"/>
                      <a:pt x="169" y="6"/>
                      <a:pt x="164" y="17"/>
                    </a:cubicBezTo>
                    <a:cubicBezTo>
                      <a:pt x="5" y="404"/>
                      <a:pt x="5" y="404"/>
                      <a:pt x="5" y="404"/>
                    </a:cubicBezTo>
                    <a:cubicBezTo>
                      <a:pt x="0" y="416"/>
                      <a:pt x="5" y="431"/>
                      <a:pt x="17" y="436"/>
                    </a:cubicBezTo>
                    <a:cubicBezTo>
                      <a:pt x="250" y="532"/>
                      <a:pt x="250" y="532"/>
                      <a:pt x="250" y="532"/>
                    </a:cubicBezTo>
                    <a:cubicBezTo>
                      <a:pt x="256" y="535"/>
                      <a:pt x="263" y="534"/>
                      <a:pt x="269" y="531"/>
                    </a:cubicBezTo>
                    <a:cubicBezTo>
                      <a:pt x="268" y="531"/>
                      <a:pt x="268" y="530"/>
                      <a:pt x="267" y="529"/>
                    </a:cubicBezTo>
                    <a:cubicBezTo>
                      <a:pt x="268" y="529"/>
                      <a:pt x="268" y="529"/>
                      <a:pt x="268" y="529"/>
                    </a:cubicBezTo>
                    <a:cubicBezTo>
                      <a:pt x="267" y="526"/>
                      <a:pt x="265" y="521"/>
                      <a:pt x="264" y="513"/>
                    </a:cubicBezTo>
                    <a:lnTo>
                      <a:pt x="263" y="51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1" name="Freeform 45"/>
              <p:cNvSpPr/>
              <p:nvPr/>
            </p:nvSpPr>
            <p:spPr bwMode="auto">
              <a:xfrm>
                <a:off x="10881622" y="4657278"/>
                <a:ext cx="1694" cy="1694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2" name="Freeform 46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3" name="Freeform 47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4" name="Freeform 48"/>
              <p:cNvSpPr/>
              <p:nvPr/>
            </p:nvSpPr>
            <p:spPr bwMode="auto">
              <a:xfrm>
                <a:off x="10557307" y="5440544"/>
                <a:ext cx="3387" cy="7621"/>
              </a:xfrm>
              <a:custGeom>
                <a:avLst/>
                <a:gdLst>
                  <a:gd name="T0" fmla="*/ 2 w 2"/>
                  <a:gd name="T1" fmla="*/ 0 h 4"/>
                  <a:gd name="T2" fmla="*/ 0 w 2"/>
                  <a:gd name="T3" fmla="*/ 4 h 4"/>
                  <a:gd name="T4" fmla="*/ 2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2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5" name="Freeform 49"/>
              <p:cNvSpPr/>
              <p:nvPr/>
            </p:nvSpPr>
            <p:spPr bwMode="auto">
              <a:xfrm>
                <a:off x="10883315" y="4651351"/>
                <a:ext cx="0" cy="4234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6" name="Freeform 50"/>
              <p:cNvSpPr/>
              <p:nvPr/>
            </p:nvSpPr>
            <p:spPr bwMode="auto">
              <a:xfrm>
                <a:off x="10879928" y="4661512"/>
                <a:ext cx="1694" cy="3387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7" name="Freeform 51"/>
              <p:cNvSpPr/>
              <p:nvPr/>
            </p:nvSpPr>
            <p:spPr bwMode="auto">
              <a:xfrm>
                <a:off x="10883315" y="4647117"/>
                <a:ext cx="0" cy="1694"/>
              </a:xfrm>
              <a:custGeom>
                <a:avLst/>
                <a:gdLst>
                  <a:gd name="T0" fmla="*/ 2 h 2"/>
                  <a:gd name="T1" fmla="*/ 0 h 2"/>
                  <a:gd name="T2" fmla="*/ 0 h 2"/>
                  <a:gd name="T3" fmla="*/ 0 h 2"/>
                  <a:gd name="T4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8" name="Freeform 52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9" name="Freeform 53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0" name="Freeform 54"/>
              <p:cNvSpPr/>
              <p:nvPr/>
            </p:nvSpPr>
            <p:spPr bwMode="auto">
              <a:xfrm>
                <a:off x="10883315" y="4655585"/>
                <a:ext cx="0" cy="1694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1" name="Freeform 55"/>
              <p:cNvSpPr/>
              <p:nvPr/>
            </p:nvSpPr>
            <p:spPr bwMode="auto">
              <a:xfrm>
                <a:off x="10883315" y="4655585"/>
                <a:ext cx="0" cy="1694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2" name="Freeform 56"/>
              <p:cNvSpPr/>
              <p:nvPr/>
            </p:nvSpPr>
            <p:spPr bwMode="auto">
              <a:xfrm>
                <a:off x="10881622" y="4658972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3" name="Freeform 57"/>
              <p:cNvSpPr/>
              <p:nvPr/>
            </p:nvSpPr>
            <p:spPr bwMode="auto">
              <a:xfrm>
                <a:off x="10881622" y="4658972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4" name="Freeform 58"/>
              <p:cNvSpPr/>
              <p:nvPr/>
            </p:nvSpPr>
            <p:spPr bwMode="auto">
              <a:xfrm>
                <a:off x="10883315" y="46513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5" name="Freeform 59"/>
              <p:cNvSpPr/>
              <p:nvPr/>
            </p:nvSpPr>
            <p:spPr bwMode="auto">
              <a:xfrm>
                <a:off x="10883315" y="46513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6" name="Freeform 60"/>
              <p:cNvSpPr/>
              <p:nvPr/>
            </p:nvSpPr>
            <p:spPr bwMode="auto">
              <a:xfrm>
                <a:off x="10883315" y="4648810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7" name="Freeform 61"/>
              <p:cNvSpPr/>
              <p:nvPr/>
            </p:nvSpPr>
            <p:spPr bwMode="auto">
              <a:xfrm>
                <a:off x="10883315" y="4648810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8" name="Freeform 62"/>
              <p:cNvSpPr/>
              <p:nvPr/>
            </p:nvSpPr>
            <p:spPr bwMode="auto">
              <a:xfrm>
                <a:off x="10883315" y="4645423"/>
                <a:ext cx="0" cy="1694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9" name="Freeform 63"/>
              <p:cNvSpPr/>
              <p:nvPr/>
            </p:nvSpPr>
            <p:spPr bwMode="auto">
              <a:xfrm>
                <a:off x="10883315" y="4645423"/>
                <a:ext cx="0" cy="1694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0" name="Freeform 64"/>
              <p:cNvSpPr/>
              <p:nvPr/>
            </p:nvSpPr>
            <p:spPr bwMode="auto">
              <a:xfrm>
                <a:off x="10503114" y="4625101"/>
                <a:ext cx="380201" cy="839153"/>
              </a:xfrm>
              <a:custGeom>
                <a:avLst/>
                <a:gdLst>
                  <a:gd name="T0" fmla="*/ 27 w 190"/>
                  <a:gd name="T1" fmla="*/ 411 h 419"/>
                  <a:gd name="T2" fmla="*/ 28 w 190"/>
                  <a:gd name="T3" fmla="*/ 407 h 419"/>
                  <a:gd name="T4" fmla="*/ 188 w 190"/>
                  <a:gd name="T5" fmla="*/ 20 h 419"/>
                  <a:gd name="T6" fmla="*/ 189 w 190"/>
                  <a:gd name="T7" fmla="*/ 18 h 419"/>
                  <a:gd name="T8" fmla="*/ 189 w 190"/>
                  <a:gd name="T9" fmla="*/ 17 h 419"/>
                  <a:gd name="T10" fmla="*/ 190 w 190"/>
                  <a:gd name="T11" fmla="*/ 16 h 419"/>
                  <a:gd name="T12" fmla="*/ 190 w 190"/>
                  <a:gd name="T13" fmla="*/ 15 h 419"/>
                  <a:gd name="T14" fmla="*/ 190 w 190"/>
                  <a:gd name="T15" fmla="*/ 13 h 419"/>
                  <a:gd name="T16" fmla="*/ 190 w 190"/>
                  <a:gd name="T17" fmla="*/ 13 h 419"/>
                  <a:gd name="T18" fmla="*/ 190 w 190"/>
                  <a:gd name="T19" fmla="*/ 12 h 419"/>
                  <a:gd name="T20" fmla="*/ 190 w 190"/>
                  <a:gd name="T21" fmla="*/ 11 h 419"/>
                  <a:gd name="T22" fmla="*/ 190 w 190"/>
                  <a:gd name="T23" fmla="*/ 10 h 419"/>
                  <a:gd name="T24" fmla="*/ 190 w 190"/>
                  <a:gd name="T25" fmla="*/ 9 h 419"/>
                  <a:gd name="T26" fmla="*/ 190 w 190"/>
                  <a:gd name="T27" fmla="*/ 8 h 419"/>
                  <a:gd name="T28" fmla="*/ 189 w 190"/>
                  <a:gd name="T29" fmla="*/ 6 h 419"/>
                  <a:gd name="T30" fmla="*/ 189 w 190"/>
                  <a:gd name="T31" fmla="*/ 5 h 419"/>
                  <a:gd name="T32" fmla="*/ 189 w 190"/>
                  <a:gd name="T33" fmla="*/ 4 h 419"/>
                  <a:gd name="T34" fmla="*/ 188 w 190"/>
                  <a:gd name="T35" fmla="*/ 3 h 419"/>
                  <a:gd name="T36" fmla="*/ 188 w 190"/>
                  <a:gd name="T37" fmla="*/ 2 h 419"/>
                  <a:gd name="T38" fmla="*/ 188 w 190"/>
                  <a:gd name="T39" fmla="*/ 2 h 419"/>
                  <a:gd name="T40" fmla="*/ 188 w 190"/>
                  <a:gd name="T41" fmla="*/ 2 h 419"/>
                  <a:gd name="T42" fmla="*/ 188 w 190"/>
                  <a:gd name="T43" fmla="*/ 1 h 419"/>
                  <a:gd name="T44" fmla="*/ 188 w 190"/>
                  <a:gd name="T45" fmla="*/ 2 h 419"/>
                  <a:gd name="T46" fmla="*/ 122 w 190"/>
                  <a:gd name="T47" fmla="*/ 43 h 419"/>
                  <a:gd name="T48" fmla="*/ 0 w 190"/>
                  <a:gd name="T49" fmla="*/ 341 h 419"/>
                  <a:gd name="T50" fmla="*/ 12 w 190"/>
                  <a:gd name="T51" fmla="*/ 402 h 419"/>
                  <a:gd name="T52" fmla="*/ 16 w 190"/>
                  <a:gd name="T53" fmla="*/ 418 h 419"/>
                  <a:gd name="T54" fmla="*/ 17 w 190"/>
                  <a:gd name="T55" fmla="*/ 419 h 419"/>
                  <a:gd name="T56" fmla="*/ 17 w 190"/>
                  <a:gd name="T57" fmla="*/ 419 h 419"/>
                  <a:gd name="T58" fmla="*/ 17 w 190"/>
                  <a:gd name="T59" fmla="*/ 419 h 419"/>
                  <a:gd name="T60" fmla="*/ 20 w 190"/>
                  <a:gd name="T61" fmla="*/ 417 h 419"/>
                  <a:gd name="T62" fmla="*/ 21 w 190"/>
                  <a:gd name="T63" fmla="*/ 417 h 419"/>
                  <a:gd name="T64" fmla="*/ 24 w 190"/>
                  <a:gd name="T65" fmla="*/ 414 h 419"/>
                  <a:gd name="T66" fmla="*/ 24 w 190"/>
                  <a:gd name="T67" fmla="*/ 414 h 419"/>
                  <a:gd name="T68" fmla="*/ 27 w 190"/>
                  <a:gd name="T69" fmla="*/ 411 h 419"/>
                  <a:gd name="T70" fmla="*/ 26 w 190"/>
                  <a:gd name="T71" fmla="*/ 411 h 419"/>
                  <a:gd name="T72" fmla="*/ 27 w 190"/>
                  <a:gd name="T73" fmla="*/ 411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90" h="419">
                    <a:moveTo>
                      <a:pt x="27" y="411"/>
                    </a:moveTo>
                    <a:cubicBezTo>
                      <a:pt x="27" y="410"/>
                      <a:pt x="28" y="408"/>
                      <a:pt x="28" y="407"/>
                    </a:cubicBezTo>
                    <a:cubicBezTo>
                      <a:pt x="188" y="20"/>
                      <a:pt x="188" y="20"/>
                      <a:pt x="188" y="20"/>
                    </a:cubicBezTo>
                    <a:cubicBezTo>
                      <a:pt x="188" y="19"/>
                      <a:pt x="189" y="19"/>
                      <a:pt x="189" y="18"/>
                    </a:cubicBezTo>
                    <a:cubicBezTo>
                      <a:pt x="189" y="17"/>
                      <a:pt x="189" y="17"/>
                      <a:pt x="189" y="17"/>
                    </a:cubicBezTo>
                    <a:cubicBezTo>
                      <a:pt x="189" y="17"/>
                      <a:pt x="189" y="16"/>
                      <a:pt x="190" y="16"/>
                    </a:cubicBezTo>
                    <a:cubicBezTo>
                      <a:pt x="190" y="15"/>
                      <a:pt x="190" y="15"/>
                      <a:pt x="190" y="15"/>
                    </a:cubicBezTo>
                    <a:cubicBezTo>
                      <a:pt x="190" y="14"/>
                      <a:pt x="190" y="14"/>
                      <a:pt x="190" y="13"/>
                    </a:cubicBezTo>
                    <a:cubicBezTo>
                      <a:pt x="190" y="13"/>
                      <a:pt x="190" y="13"/>
                      <a:pt x="190" y="13"/>
                    </a:cubicBezTo>
                    <a:cubicBezTo>
                      <a:pt x="190" y="12"/>
                      <a:pt x="190" y="12"/>
                      <a:pt x="190" y="12"/>
                    </a:cubicBezTo>
                    <a:cubicBezTo>
                      <a:pt x="190" y="12"/>
                      <a:pt x="190" y="11"/>
                      <a:pt x="190" y="11"/>
                    </a:cubicBezTo>
                    <a:cubicBezTo>
                      <a:pt x="190" y="10"/>
                      <a:pt x="190" y="10"/>
                      <a:pt x="190" y="10"/>
                    </a:cubicBezTo>
                    <a:cubicBezTo>
                      <a:pt x="190" y="9"/>
                      <a:pt x="190" y="9"/>
                      <a:pt x="190" y="9"/>
                    </a:cubicBezTo>
                    <a:cubicBezTo>
                      <a:pt x="190" y="8"/>
                      <a:pt x="190" y="8"/>
                      <a:pt x="190" y="8"/>
                    </a:cubicBezTo>
                    <a:cubicBezTo>
                      <a:pt x="190" y="7"/>
                      <a:pt x="190" y="7"/>
                      <a:pt x="189" y="6"/>
                    </a:cubicBezTo>
                    <a:cubicBezTo>
                      <a:pt x="189" y="5"/>
                      <a:pt x="189" y="5"/>
                      <a:pt x="189" y="5"/>
                    </a:cubicBezTo>
                    <a:cubicBezTo>
                      <a:pt x="189" y="5"/>
                      <a:pt x="189" y="5"/>
                      <a:pt x="189" y="4"/>
                    </a:cubicBezTo>
                    <a:cubicBezTo>
                      <a:pt x="188" y="3"/>
                      <a:pt x="188" y="3"/>
                      <a:pt x="188" y="3"/>
                    </a:cubicBezTo>
                    <a:cubicBezTo>
                      <a:pt x="188" y="3"/>
                      <a:pt x="188" y="2"/>
                      <a:pt x="188" y="2"/>
                    </a:cubicBezTo>
                    <a:cubicBezTo>
                      <a:pt x="188" y="2"/>
                      <a:pt x="188" y="2"/>
                      <a:pt x="188" y="2"/>
                    </a:cubicBezTo>
                    <a:cubicBezTo>
                      <a:pt x="188" y="2"/>
                      <a:pt x="188" y="2"/>
                      <a:pt x="188" y="2"/>
                    </a:cubicBezTo>
                    <a:cubicBezTo>
                      <a:pt x="188" y="1"/>
                      <a:pt x="188" y="1"/>
                      <a:pt x="188" y="1"/>
                    </a:cubicBezTo>
                    <a:cubicBezTo>
                      <a:pt x="188" y="2"/>
                      <a:pt x="188" y="2"/>
                      <a:pt x="188" y="2"/>
                    </a:cubicBezTo>
                    <a:cubicBezTo>
                      <a:pt x="187" y="0"/>
                      <a:pt x="158" y="18"/>
                      <a:pt x="122" y="43"/>
                    </a:cubicBezTo>
                    <a:cubicBezTo>
                      <a:pt x="0" y="341"/>
                      <a:pt x="0" y="341"/>
                      <a:pt x="0" y="341"/>
                    </a:cubicBezTo>
                    <a:cubicBezTo>
                      <a:pt x="4" y="366"/>
                      <a:pt x="8" y="388"/>
                      <a:pt x="12" y="402"/>
                    </a:cubicBezTo>
                    <a:cubicBezTo>
                      <a:pt x="13" y="410"/>
                      <a:pt x="15" y="415"/>
                      <a:pt x="16" y="418"/>
                    </a:cubicBezTo>
                    <a:cubicBezTo>
                      <a:pt x="16" y="419"/>
                      <a:pt x="17" y="419"/>
                      <a:pt x="17" y="419"/>
                    </a:cubicBezTo>
                    <a:cubicBezTo>
                      <a:pt x="17" y="419"/>
                      <a:pt x="17" y="419"/>
                      <a:pt x="17" y="419"/>
                    </a:cubicBezTo>
                    <a:cubicBezTo>
                      <a:pt x="17" y="419"/>
                      <a:pt x="17" y="419"/>
                      <a:pt x="17" y="419"/>
                    </a:cubicBezTo>
                    <a:cubicBezTo>
                      <a:pt x="18" y="419"/>
                      <a:pt x="19" y="418"/>
                      <a:pt x="20" y="417"/>
                    </a:cubicBezTo>
                    <a:cubicBezTo>
                      <a:pt x="21" y="417"/>
                      <a:pt x="21" y="417"/>
                      <a:pt x="21" y="417"/>
                    </a:cubicBezTo>
                    <a:cubicBezTo>
                      <a:pt x="22" y="416"/>
                      <a:pt x="23" y="415"/>
                      <a:pt x="24" y="414"/>
                    </a:cubicBezTo>
                    <a:cubicBezTo>
                      <a:pt x="24" y="414"/>
                      <a:pt x="24" y="414"/>
                      <a:pt x="24" y="414"/>
                    </a:cubicBezTo>
                    <a:cubicBezTo>
                      <a:pt x="25" y="413"/>
                      <a:pt x="26" y="412"/>
                      <a:pt x="27" y="411"/>
                    </a:cubicBezTo>
                    <a:cubicBezTo>
                      <a:pt x="26" y="411"/>
                      <a:pt x="26" y="411"/>
                      <a:pt x="26" y="411"/>
                    </a:cubicBezTo>
                    <a:lnTo>
                      <a:pt x="27" y="41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1" name="Freeform 65"/>
              <p:cNvSpPr/>
              <p:nvPr/>
            </p:nvSpPr>
            <p:spPr bwMode="auto">
              <a:xfrm>
                <a:off x="10438759" y="4711472"/>
                <a:ext cx="308226" cy="596976"/>
              </a:xfrm>
              <a:custGeom>
                <a:avLst/>
                <a:gdLst>
                  <a:gd name="T0" fmla="*/ 0 w 154"/>
                  <a:gd name="T1" fmla="*/ 115 h 298"/>
                  <a:gd name="T2" fmla="*/ 31 w 154"/>
                  <a:gd name="T3" fmla="*/ 298 h 298"/>
                  <a:gd name="T4" fmla="*/ 32 w 154"/>
                  <a:gd name="T5" fmla="*/ 298 h 298"/>
                  <a:gd name="T6" fmla="*/ 154 w 154"/>
                  <a:gd name="T7" fmla="*/ 0 h 298"/>
                  <a:gd name="T8" fmla="*/ 0 w 154"/>
                  <a:gd name="T9" fmla="*/ 11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4" h="298">
                    <a:moveTo>
                      <a:pt x="0" y="115"/>
                    </a:moveTo>
                    <a:cubicBezTo>
                      <a:pt x="0" y="115"/>
                      <a:pt x="17" y="221"/>
                      <a:pt x="31" y="298"/>
                    </a:cubicBezTo>
                    <a:cubicBezTo>
                      <a:pt x="32" y="298"/>
                      <a:pt x="32" y="298"/>
                      <a:pt x="32" y="298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91" y="44"/>
                      <a:pt x="3" y="107"/>
                      <a:pt x="0" y="11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2" name="Freeform 66"/>
              <p:cNvSpPr/>
              <p:nvPr/>
            </p:nvSpPr>
            <p:spPr bwMode="auto">
              <a:xfrm>
                <a:off x="7227793" y="4321109"/>
                <a:ext cx="298911" cy="290443"/>
              </a:xfrm>
              <a:custGeom>
                <a:avLst/>
                <a:gdLst>
                  <a:gd name="T0" fmla="*/ 50 w 353"/>
                  <a:gd name="T1" fmla="*/ 324 h 343"/>
                  <a:gd name="T2" fmla="*/ 81 w 353"/>
                  <a:gd name="T3" fmla="*/ 205 h 343"/>
                  <a:gd name="T4" fmla="*/ 0 w 353"/>
                  <a:gd name="T5" fmla="*/ 113 h 343"/>
                  <a:gd name="T6" fmla="*/ 123 w 353"/>
                  <a:gd name="T7" fmla="*/ 104 h 343"/>
                  <a:gd name="T8" fmla="*/ 187 w 353"/>
                  <a:gd name="T9" fmla="*/ 0 h 343"/>
                  <a:gd name="T10" fmla="*/ 232 w 353"/>
                  <a:gd name="T11" fmla="*/ 113 h 343"/>
                  <a:gd name="T12" fmla="*/ 353 w 353"/>
                  <a:gd name="T13" fmla="*/ 141 h 343"/>
                  <a:gd name="T14" fmla="*/ 258 w 353"/>
                  <a:gd name="T15" fmla="*/ 220 h 343"/>
                  <a:gd name="T16" fmla="*/ 268 w 353"/>
                  <a:gd name="T17" fmla="*/ 343 h 343"/>
                  <a:gd name="T18" fmla="*/ 164 w 353"/>
                  <a:gd name="T19" fmla="*/ 276 h 343"/>
                  <a:gd name="T20" fmla="*/ 50 w 353"/>
                  <a:gd name="T21" fmla="*/ 324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3" h="343">
                    <a:moveTo>
                      <a:pt x="50" y="324"/>
                    </a:moveTo>
                    <a:lnTo>
                      <a:pt x="81" y="205"/>
                    </a:lnTo>
                    <a:lnTo>
                      <a:pt x="0" y="113"/>
                    </a:lnTo>
                    <a:lnTo>
                      <a:pt x="123" y="104"/>
                    </a:lnTo>
                    <a:lnTo>
                      <a:pt x="187" y="0"/>
                    </a:lnTo>
                    <a:lnTo>
                      <a:pt x="232" y="113"/>
                    </a:lnTo>
                    <a:lnTo>
                      <a:pt x="353" y="141"/>
                    </a:lnTo>
                    <a:lnTo>
                      <a:pt x="258" y="220"/>
                    </a:lnTo>
                    <a:lnTo>
                      <a:pt x="268" y="343"/>
                    </a:lnTo>
                    <a:lnTo>
                      <a:pt x="164" y="276"/>
                    </a:lnTo>
                    <a:lnTo>
                      <a:pt x="50" y="324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3" name="Freeform 67"/>
              <p:cNvSpPr/>
              <p:nvPr/>
            </p:nvSpPr>
            <p:spPr bwMode="auto">
              <a:xfrm>
                <a:off x="9857872" y="2480223"/>
                <a:ext cx="224395" cy="227782"/>
              </a:xfrm>
              <a:custGeom>
                <a:avLst/>
                <a:gdLst>
                  <a:gd name="T0" fmla="*/ 265 w 265"/>
                  <a:gd name="T1" fmla="*/ 71 h 269"/>
                  <a:gd name="T2" fmla="*/ 76 w 265"/>
                  <a:gd name="T3" fmla="*/ 269 h 269"/>
                  <a:gd name="T4" fmla="*/ 0 w 265"/>
                  <a:gd name="T5" fmla="*/ 198 h 269"/>
                  <a:gd name="T6" fmla="*/ 192 w 265"/>
                  <a:gd name="T7" fmla="*/ 0 h 269"/>
                  <a:gd name="T8" fmla="*/ 265 w 265"/>
                  <a:gd name="T9" fmla="*/ 71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5" h="269">
                    <a:moveTo>
                      <a:pt x="265" y="71"/>
                    </a:moveTo>
                    <a:lnTo>
                      <a:pt x="76" y="269"/>
                    </a:lnTo>
                    <a:lnTo>
                      <a:pt x="0" y="198"/>
                    </a:lnTo>
                    <a:lnTo>
                      <a:pt x="192" y="0"/>
                    </a:lnTo>
                    <a:lnTo>
                      <a:pt x="265" y="7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4" name="Freeform 68"/>
              <p:cNvSpPr/>
              <p:nvPr/>
            </p:nvSpPr>
            <p:spPr bwMode="auto">
              <a:xfrm>
                <a:off x="9232953" y="1874779"/>
                <a:ext cx="749395" cy="733306"/>
              </a:xfrm>
              <a:custGeom>
                <a:avLst/>
                <a:gdLst>
                  <a:gd name="T0" fmla="*/ 885 w 885"/>
                  <a:gd name="T1" fmla="*/ 672 h 866"/>
                  <a:gd name="T2" fmla="*/ 700 w 885"/>
                  <a:gd name="T3" fmla="*/ 866 h 866"/>
                  <a:gd name="T4" fmla="*/ 0 w 885"/>
                  <a:gd name="T5" fmla="*/ 194 h 866"/>
                  <a:gd name="T6" fmla="*/ 185 w 885"/>
                  <a:gd name="T7" fmla="*/ 0 h 866"/>
                  <a:gd name="T8" fmla="*/ 885 w 885"/>
                  <a:gd name="T9" fmla="*/ 672 h 8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5" h="866">
                    <a:moveTo>
                      <a:pt x="885" y="672"/>
                    </a:moveTo>
                    <a:lnTo>
                      <a:pt x="700" y="866"/>
                    </a:lnTo>
                    <a:lnTo>
                      <a:pt x="0" y="194"/>
                    </a:lnTo>
                    <a:lnTo>
                      <a:pt x="185" y="0"/>
                    </a:lnTo>
                    <a:lnTo>
                      <a:pt x="885" y="67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5" name="Freeform 69"/>
              <p:cNvSpPr/>
              <p:nvPr/>
            </p:nvSpPr>
            <p:spPr bwMode="auto">
              <a:xfrm>
                <a:off x="9297308" y="1943368"/>
                <a:ext cx="620685" cy="598669"/>
              </a:xfrm>
              <a:custGeom>
                <a:avLst/>
                <a:gdLst>
                  <a:gd name="T0" fmla="*/ 733 w 733"/>
                  <a:gd name="T1" fmla="*/ 671 h 707"/>
                  <a:gd name="T2" fmla="*/ 700 w 733"/>
                  <a:gd name="T3" fmla="*/ 707 h 707"/>
                  <a:gd name="T4" fmla="*/ 0 w 733"/>
                  <a:gd name="T5" fmla="*/ 35 h 707"/>
                  <a:gd name="T6" fmla="*/ 33 w 733"/>
                  <a:gd name="T7" fmla="*/ 0 h 707"/>
                  <a:gd name="T8" fmla="*/ 733 w 733"/>
                  <a:gd name="T9" fmla="*/ 671 h 7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3" h="707">
                    <a:moveTo>
                      <a:pt x="733" y="671"/>
                    </a:moveTo>
                    <a:lnTo>
                      <a:pt x="700" y="707"/>
                    </a:lnTo>
                    <a:lnTo>
                      <a:pt x="0" y="35"/>
                    </a:lnTo>
                    <a:lnTo>
                      <a:pt x="33" y="0"/>
                    </a:lnTo>
                    <a:lnTo>
                      <a:pt x="733" y="67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6" name="Freeform 70"/>
              <p:cNvSpPr/>
              <p:nvPr/>
            </p:nvSpPr>
            <p:spPr bwMode="auto">
              <a:xfrm>
                <a:off x="9822307" y="2443811"/>
                <a:ext cx="224395" cy="228629"/>
              </a:xfrm>
              <a:custGeom>
                <a:avLst/>
                <a:gdLst>
                  <a:gd name="T0" fmla="*/ 265 w 265"/>
                  <a:gd name="T1" fmla="*/ 71 h 270"/>
                  <a:gd name="T2" fmla="*/ 73 w 265"/>
                  <a:gd name="T3" fmla="*/ 270 h 270"/>
                  <a:gd name="T4" fmla="*/ 0 w 265"/>
                  <a:gd name="T5" fmla="*/ 199 h 270"/>
                  <a:gd name="T6" fmla="*/ 189 w 265"/>
                  <a:gd name="T7" fmla="*/ 0 h 270"/>
                  <a:gd name="T8" fmla="*/ 265 w 265"/>
                  <a:gd name="T9" fmla="*/ 71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5" h="270">
                    <a:moveTo>
                      <a:pt x="265" y="71"/>
                    </a:moveTo>
                    <a:lnTo>
                      <a:pt x="73" y="270"/>
                    </a:lnTo>
                    <a:lnTo>
                      <a:pt x="0" y="199"/>
                    </a:lnTo>
                    <a:lnTo>
                      <a:pt x="189" y="0"/>
                    </a:lnTo>
                    <a:lnTo>
                      <a:pt x="265" y="7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7" name="Freeform 71"/>
              <p:cNvSpPr/>
              <p:nvPr/>
            </p:nvSpPr>
            <p:spPr bwMode="auto">
              <a:xfrm>
                <a:off x="9118638" y="1774860"/>
                <a:ext cx="268427" cy="264193"/>
              </a:xfrm>
              <a:custGeom>
                <a:avLst/>
                <a:gdLst>
                  <a:gd name="T0" fmla="*/ 135 w 317"/>
                  <a:gd name="T1" fmla="*/ 312 h 312"/>
                  <a:gd name="T2" fmla="*/ 0 w 317"/>
                  <a:gd name="T3" fmla="*/ 0 h 312"/>
                  <a:gd name="T4" fmla="*/ 317 w 317"/>
                  <a:gd name="T5" fmla="*/ 121 h 312"/>
                  <a:gd name="T6" fmla="*/ 135 w 317"/>
                  <a:gd name="T7" fmla="*/ 312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7" h="312">
                    <a:moveTo>
                      <a:pt x="135" y="312"/>
                    </a:moveTo>
                    <a:lnTo>
                      <a:pt x="0" y="0"/>
                    </a:lnTo>
                    <a:lnTo>
                      <a:pt x="317" y="121"/>
                    </a:lnTo>
                    <a:lnTo>
                      <a:pt x="135" y="31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8" name="Freeform 72"/>
              <p:cNvSpPr/>
              <p:nvPr/>
            </p:nvSpPr>
            <p:spPr bwMode="auto">
              <a:xfrm>
                <a:off x="9121179" y="1776553"/>
                <a:ext cx="136331" cy="132097"/>
              </a:xfrm>
              <a:custGeom>
                <a:avLst/>
                <a:gdLst>
                  <a:gd name="T0" fmla="*/ 161 w 161"/>
                  <a:gd name="T1" fmla="*/ 62 h 156"/>
                  <a:gd name="T2" fmla="*/ 0 w 161"/>
                  <a:gd name="T3" fmla="*/ 0 h 156"/>
                  <a:gd name="T4" fmla="*/ 68 w 161"/>
                  <a:gd name="T5" fmla="*/ 156 h 156"/>
                  <a:gd name="T6" fmla="*/ 161 w 161"/>
                  <a:gd name="T7" fmla="*/ 6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" h="156">
                    <a:moveTo>
                      <a:pt x="161" y="62"/>
                    </a:moveTo>
                    <a:lnTo>
                      <a:pt x="0" y="0"/>
                    </a:lnTo>
                    <a:lnTo>
                      <a:pt x="68" y="156"/>
                    </a:lnTo>
                    <a:lnTo>
                      <a:pt x="161" y="6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9" name="Freeform 73"/>
              <p:cNvSpPr/>
              <p:nvPr/>
            </p:nvSpPr>
            <p:spPr bwMode="auto">
              <a:xfrm>
                <a:off x="7416623" y="3735988"/>
                <a:ext cx="550403" cy="552943"/>
              </a:xfrm>
              <a:custGeom>
                <a:avLst/>
                <a:gdLst>
                  <a:gd name="T0" fmla="*/ 216 w 275"/>
                  <a:gd name="T1" fmla="*/ 44 h 276"/>
                  <a:gd name="T2" fmla="*/ 232 w 275"/>
                  <a:gd name="T3" fmla="*/ 217 h 276"/>
                  <a:gd name="T4" fmla="*/ 59 w 275"/>
                  <a:gd name="T5" fmla="*/ 233 h 276"/>
                  <a:gd name="T6" fmla="*/ 43 w 275"/>
                  <a:gd name="T7" fmla="*/ 60 h 276"/>
                  <a:gd name="T8" fmla="*/ 216 w 275"/>
                  <a:gd name="T9" fmla="*/ 44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5" h="276">
                    <a:moveTo>
                      <a:pt x="216" y="44"/>
                    </a:moveTo>
                    <a:cubicBezTo>
                      <a:pt x="268" y="87"/>
                      <a:pt x="275" y="164"/>
                      <a:pt x="232" y="217"/>
                    </a:cubicBezTo>
                    <a:cubicBezTo>
                      <a:pt x="189" y="269"/>
                      <a:pt x="111" y="276"/>
                      <a:pt x="59" y="233"/>
                    </a:cubicBezTo>
                    <a:cubicBezTo>
                      <a:pt x="7" y="189"/>
                      <a:pt x="0" y="112"/>
                      <a:pt x="43" y="60"/>
                    </a:cubicBezTo>
                    <a:cubicBezTo>
                      <a:pt x="86" y="8"/>
                      <a:pt x="164" y="0"/>
                      <a:pt x="216" y="44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0" name="Freeform 74"/>
              <p:cNvSpPr/>
              <p:nvPr/>
            </p:nvSpPr>
            <p:spPr bwMode="auto">
              <a:xfrm>
                <a:off x="7544486" y="3878246"/>
                <a:ext cx="188831" cy="187984"/>
              </a:xfrm>
              <a:custGeom>
                <a:avLst/>
                <a:gdLst>
                  <a:gd name="T0" fmla="*/ 74 w 94"/>
                  <a:gd name="T1" fmla="*/ 15 h 94"/>
                  <a:gd name="T2" fmla="*/ 79 w 94"/>
                  <a:gd name="T3" fmla="*/ 74 h 94"/>
                  <a:gd name="T4" fmla="*/ 20 w 94"/>
                  <a:gd name="T5" fmla="*/ 79 h 94"/>
                  <a:gd name="T6" fmla="*/ 14 w 94"/>
                  <a:gd name="T7" fmla="*/ 20 h 94"/>
                  <a:gd name="T8" fmla="*/ 74 w 94"/>
                  <a:gd name="T9" fmla="*/ 15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94">
                    <a:moveTo>
                      <a:pt x="74" y="15"/>
                    </a:moveTo>
                    <a:cubicBezTo>
                      <a:pt x="92" y="29"/>
                      <a:pt x="94" y="56"/>
                      <a:pt x="79" y="74"/>
                    </a:cubicBezTo>
                    <a:cubicBezTo>
                      <a:pt x="65" y="92"/>
                      <a:pt x="38" y="94"/>
                      <a:pt x="20" y="79"/>
                    </a:cubicBezTo>
                    <a:cubicBezTo>
                      <a:pt x="2" y="65"/>
                      <a:pt x="0" y="38"/>
                      <a:pt x="14" y="20"/>
                    </a:cubicBezTo>
                    <a:cubicBezTo>
                      <a:pt x="29" y="2"/>
                      <a:pt x="56" y="0"/>
                      <a:pt x="74" y="1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1" name="Freeform 75"/>
              <p:cNvSpPr/>
              <p:nvPr/>
            </p:nvSpPr>
            <p:spPr bwMode="auto">
              <a:xfrm>
                <a:off x="7663034" y="3973932"/>
                <a:ext cx="196452" cy="202379"/>
              </a:xfrm>
              <a:custGeom>
                <a:avLst/>
                <a:gdLst>
                  <a:gd name="T0" fmla="*/ 98 w 98"/>
                  <a:gd name="T1" fmla="*/ 24 h 101"/>
                  <a:gd name="T2" fmla="*/ 95 w 98"/>
                  <a:gd name="T3" fmla="*/ 21 h 101"/>
                  <a:gd name="T4" fmla="*/ 17 w 98"/>
                  <a:gd name="T5" fmla="*/ 22 h 101"/>
                  <a:gd name="T6" fmla="*/ 31 w 98"/>
                  <a:gd name="T7" fmla="*/ 99 h 101"/>
                  <a:gd name="T8" fmla="*/ 34 w 98"/>
                  <a:gd name="T9" fmla="*/ 101 h 101"/>
                  <a:gd name="T10" fmla="*/ 98 w 98"/>
                  <a:gd name="T11" fmla="*/ 24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8" h="101">
                    <a:moveTo>
                      <a:pt x="98" y="24"/>
                    </a:moveTo>
                    <a:cubicBezTo>
                      <a:pt x="97" y="23"/>
                      <a:pt x="96" y="22"/>
                      <a:pt x="95" y="21"/>
                    </a:cubicBezTo>
                    <a:cubicBezTo>
                      <a:pt x="70" y="0"/>
                      <a:pt x="35" y="1"/>
                      <a:pt x="17" y="22"/>
                    </a:cubicBezTo>
                    <a:cubicBezTo>
                      <a:pt x="0" y="44"/>
                      <a:pt x="5" y="78"/>
                      <a:pt x="31" y="99"/>
                    </a:cubicBezTo>
                    <a:cubicBezTo>
                      <a:pt x="32" y="100"/>
                      <a:pt x="33" y="100"/>
                      <a:pt x="34" y="101"/>
                    </a:cubicBezTo>
                    <a:lnTo>
                      <a:pt x="98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2" name="Freeform 76"/>
              <p:cNvSpPr/>
              <p:nvPr/>
            </p:nvSpPr>
            <p:spPr bwMode="auto">
              <a:xfrm>
                <a:off x="10767307" y="3045021"/>
                <a:ext cx="187984" cy="117702"/>
              </a:xfrm>
              <a:custGeom>
                <a:avLst/>
                <a:gdLst>
                  <a:gd name="T0" fmla="*/ 0 w 94"/>
                  <a:gd name="T1" fmla="*/ 37 h 59"/>
                  <a:gd name="T2" fmla="*/ 14 w 94"/>
                  <a:gd name="T3" fmla="*/ 59 h 59"/>
                  <a:gd name="T4" fmla="*/ 94 w 94"/>
                  <a:gd name="T5" fmla="*/ 23 h 59"/>
                  <a:gd name="T6" fmla="*/ 84 w 94"/>
                  <a:gd name="T7" fmla="*/ 0 h 59"/>
                  <a:gd name="T8" fmla="*/ 0 w 94"/>
                  <a:gd name="T9" fmla="*/ 37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59">
                    <a:moveTo>
                      <a:pt x="0" y="37"/>
                    </a:moveTo>
                    <a:cubicBezTo>
                      <a:pt x="6" y="43"/>
                      <a:pt x="11" y="50"/>
                      <a:pt x="14" y="59"/>
                    </a:cubicBezTo>
                    <a:cubicBezTo>
                      <a:pt x="94" y="23"/>
                      <a:pt x="94" y="23"/>
                      <a:pt x="94" y="23"/>
                    </a:cubicBezTo>
                    <a:cubicBezTo>
                      <a:pt x="89" y="17"/>
                      <a:pt x="85" y="9"/>
                      <a:pt x="84" y="0"/>
                    </a:cubicBezTo>
                    <a:lnTo>
                      <a:pt x="0" y="37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3" name="Freeform 77"/>
              <p:cNvSpPr/>
              <p:nvPr/>
            </p:nvSpPr>
            <p:spPr bwMode="auto">
              <a:xfrm>
                <a:off x="10689404" y="2936634"/>
                <a:ext cx="55887" cy="168508"/>
              </a:xfrm>
              <a:custGeom>
                <a:avLst/>
                <a:gdLst>
                  <a:gd name="T0" fmla="*/ 24 w 28"/>
                  <a:gd name="T1" fmla="*/ 84 h 84"/>
                  <a:gd name="T2" fmla="*/ 25 w 28"/>
                  <a:gd name="T3" fmla="*/ 84 h 84"/>
                  <a:gd name="T4" fmla="*/ 28 w 28"/>
                  <a:gd name="T5" fmla="*/ 2 h 84"/>
                  <a:gd name="T6" fmla="*/ 6 w 28"/>
                  <a:gd name="T7" fmla="*/ 1 h 84"/>
                  <a:gd name="T8" fmla="*/ 3 w 28"/>
                  <a:gd name="T9" fmla="*/ 0 h 84"/>
                  <a:gd name="T10" fmla="*/ 0 w 28"/>
                  <a:gd name="T11" fmla="*/ 83 h 84"/>
                  <a:gd name="T12" fmla="*/ 24 w 28"/>
                  <a:gd name="T13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84">
                    <a:moveTo>
                      <a:pt x="24" y="84"/>
                    </a:moveTo>
                    <a:cubicBezTo>
                      <a:pt x="25" y="84"/>
                      <a:pt x="25" y="84"/>
                      <a:pt x="25" y="84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1" y="3"/>
                      <a:pt x="13" y="3"/>
                      <a:pt x="6" y="1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7" y="81"/>
                      <a:pt x="16" y="81"/>
                      <a:pt x="24" y="84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4" name="Freeform 78"/>
              <p:cNvSpPr/>
              <p:nvPr/>
            </p:nvSpPr>
            <p:spPr bwMode="auto">
              <a:xfrm>
                <a:off x="10629283" y="2756271"/>
                <a:ext cx="196452" cy="186290"/>
              </a:xfrm>
              <a:custGeom>
                <a:avLst/>
                <a:gdLst>
                  <a:gd name="T0" fmla="*/ 58 w 98"/>
                  <a:gd name="T1" fmla="*/ 92 h 93"/>
                  <a:gd name="T2" fmla="*/ 90 w 98"/>
                  <a:gd name="T3" fmla="*/ 62 h 93"/>
                  <a:gd name="T4" fmla="*/ 62 w 98"/>
                  <a:gd name="T5" fmla="*/ 7 h 93"/>
                  <a:gd name="T6" fmla="*/ 7 w 98"/>
                  <a:gd name="T7" fmla="*/ 36 h 93"/>
                  <a:gd name="T8" fmla="*/ 33 w 98"/>
                  <a:gd name="T9" fmla="*/ 90 h 93"/>
                  <a:gd name="T10" fmla="*/ 36 w 98"/>
                  <a:gd name="T11" fmla="*/ 91 h 93"/>
                  <a:gd name="T12" fmla="*/ 58 w 98"/>
                  <a:gd name="T13" fmla="*/ 92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" h="93">
                    <a:moveTo>
                      <a:pt x="58" y="92"/>
                    </a:moveTo>
                    <a:cubicBezTo>
                      <a:pt x="73" y="89"/>
                      <a:pt x="86" y="78"/>
                      <a:pt x="90" y="62"/>
                    </a:cubicBezTo>
                    <a:cubicBezTo>
                      <a:pt x="98" y="39"/>
                      <a:pt x="85" y="14"/>
                      <a:pt x="62" y="7"/>
                    </a:cubicBezTo>
                    <a:cubicBezTo>
                      <a:pt x="38" y="0"/>
                      <a:pt x="14" y="13"/>
                      <a:pt x="7" y="36"/>
                    </a:cubicBezTo>
                    <a:cubicBezTo>
                      <a:pt x="0" y="58"/>
                      <a:pt x="11" y="82"/>
                      <a:pt x="33" y="90"/>
                    </a:cubicBezTo>
                    <a:cubicBezTo>
                      <a:pt x="34" y="90"/>
                      <a:pt x="35" y="91"/>
                      <a:pt x="36" y="91"/>
                    </a:cubicBezTo>
                    <a:cubicBezTo>
                      <a:pt x="43" y="93"/>
                      <a:pt x="51" y="93"/>
                      <a:pt x="58" y="92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5" name="Freeform 79"/>
              <p:cNvSpPr/>
              <p:nvPr/>
            </p:nvSpPr>
            <p:spPr bwMode="auto">
              <a:xfrm>
                <a:off x="10933275" y="2936634"/>
                <a:ext cx="188831" cy="196452"/>
              </a:xfrm>
              <a:custGeom>
                <a:avLst/>
                <a:gdLst>
                  <a:gd name="T0" fmla="*/ 58 w 94"/>
                  <a:gd name="T1" fmla="*/ 7 h 98"/>
                  <a:gd name="T2" fmla="*/ 3 w 94"/>
                  <a:gd name="T3" fmla="*/ 36 h 98"/>
                  <a:gd name="T4" fmla="*/ 1 w 94"/>
                  <a:gd name="T5" fmla="*/ 54 h 98"/>
                  <a:gd name="T6" fmla="*/ 11 w 94"/>
                  <a:gd name="T7" fmla="*/ 77 h 98"/>
                  <a:gd name="T8" fmla="*/ 32 w 94"/>
                  <a:gd name="T9" fmla="*/ 91 h 98"/>
                  <a:gd name="T10" fmla="*/ 86 w 94"/>
                  <a:gd name="T11" fmla="*/ 62 h 98"/>
                  <a:gd name="T12" fmla="*/ 58 w 94"/>
                  <a:gd name="T13" fmla="*/ 7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" h="98">
                    <a:moveTo>
                      <a:pt x="58" y="7"/>
                    </a:moveTo>
                    <a:cubicBezTo>
                      <a:pt x="35" y="0"/>
                      <a:pt x="10" y="13"/>
                      <a:pt x="3" y="36"/>
                    </a:cubicBezTo>
                    <a:cubicBezTo>
                      <a:pt x="1" y="42"/>
                      <a:pt x="0" y="48"/>
                      <a:pt x="1" y="54"/>
                    </a:cubicBezTo>
                    <a:cubicBezTo>
                      <a:pt x="2" y="63"/>
                      <a:pt x="6" y="71"/>
                      <a:pt x="11" y="77"/>
                    </a:cubicBezTo>
                    <a:cubicBezTo>
                      <a:pt x="17" y="84"/>
                      <a:pt x="24" y="88"/>
                      <a:pt x="32" y="91"/>
                    </a:cubicBezTo>
                    <a:cubicBezTo>
                      <a:pt x="55" y="98"/>
                      <a:pt x="79" y="85"/>
                      <a:pt x="86" y="62"/>
                    </a:cubicBezTo>
                    <a:cubicBezTo>
                      <a:pt x="94" y="39"/>
                      <a:pt x="81" y="14"/>
                      <a:pt x="58" y="7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6" name="Freeform 80"/>
              <p:cNvSpPr/>
              <p:nvPr/>
            </p:nvSpPr>
            <p:spPr bwMode="auto">
              <a:xfrm>
                <a:off x="10613194" y="3099214"/>
                <a:ext cx="187984" cy="186290"/>
              </a:xfrm>
              <a:custGeom>
                <a:avLst/>
                <a:gdLst>
                  <a:gd name="T0" fmla="*/ 77 w 94"/>
                  <a:gd name="T1" fmla="*/ 10 h 93"/>
                  <a:gd name="T2" fmla="*/ 63 w 94"/>
                  <a:gd name="T3" fmla="*/ 3 h 93"/>
                  <a:gd name="T4" fmla="*/ 62 w 94"/>
                  <a:gd name="T5" fmla="*/ 3 h 93"/>
                  <a:gd name="T6" fmla="*/ 38 w 94"/>
                  <a:gd name="T7" fmla="*/ 2 h 93"/>
                  <a:gd name="T8" fmla="*/ 7 w 94"/>
                  <a:gd name="T9" fmla="*/ 31 h 93"/>
                  <a:gd name="T10" fmla="*/ 36 w 94"/>
                  <a:gd name="T11" fmla="*/ 86 h 93"/>
                  <a:gd name="T12" fmla="*/ 91 w 94"/>
                  <a:gd name="T13" fmla="*/ 57 h 93"/>
                  <a:gd name="T14" fmla="*/ 91 w 94"/>
                  <a:gd name="T15" fmla="*/ 32 h 93"/>
                  <a:gd name="T16" fmla="*/ 77 w 94"/>
                  <a:gd name="T17" fmla="*/ 1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93">
                    <a:moveTo>
                      <a:pt x="77" y="10"/>
                    </a:moveTo>
                    <a:cubicBezTo>
                      <a:pt x="73" y="7"/>
                      <a:pt x="68" y="5"/>
                      <a:pt x="63" y="3"/>
                    </a:cubicBezTo>
                    <a:cubicBezTo>
                      <a:pt x="62" y="3"/>
                      <a:pt x="62" y="3"/>
                      <a:pt x="62" y="3"/>
                    </a:cubicBezTo>
                    <a:cubicBezTo>
                      <a:pt x="54" y="0"/>
                      <a:pt x="45" y="0"/>
                      <a:pt x="38" y="2"/>
                    </a:cubicBezTo>
                    <a:cubicBezTo>
                      <a:pt x="24" y="6"/>
                      <a:pt x="12" y="17"/>
                      <a:pt x="7" y="31"/>
                    </a:cubicBezTo>
                    <a:cubicBezTo>
                      <a:pt x="0" y="55"/>
                      <a:pt x="13" y="79"/>
                      <a:pt x="36" y="86"/>
                    </a:cubicBezTo>
                    <a:cubicBezTo>
                      <a:pt x="59" y="93"/>
                      <a:pt x="84" y="80"/>
                      <a:pt x="91" y="57"/>
                    </a:cubicBezTo>
                    <a:cubicBezTo>
                      <a:pt x="94" y="49"/>
                      <a:pt x="93" y="40"/>
                      <a:pt x="91" y="32"/>
                    </a:cubicBezTo>
                    <a:cubicBezTo>
                      <a:pt x="88" y="23"/>
                      <a:pt x="83" y="16"/>
                      <a:pt x="77" y="1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7" name="Freeform 81"/>
              <p:cNvSpPr/>
              <p:nvPr/>
            </p:nvSpPr>
            <p:spPr bwMode="auto">
              <a:xfrm>
                <a:off x="7458962" y="2814698"/>
                <a:ext cx="568185" cy="568185"/>
              </a:xfrm>
              <a:custGeom>
                <a:avLst/>
                <a:gdLst>
                  <a:gd name="T0" fmla="*/ 274 w 284"/>
                  <a:gd name="T1" fmla="*/ 153 h 284"/>
                  <a:gd name="T2" fmla="*/ 259 w 284"/>
                  <a:gd name="T3" fmla="*/ 203 h 284"/>
                  <a:gd name="T4" fmla="*/ 128 w 284"/>
                  <a:gd name="T5" fmla="*/ 274 h 284"/>
                  <a:gd name="T6" fmla="*/ 81 w 284"/>
                  <a:gd name="T7" fmla="*/ 258 h 284"/>
                  <a:gd name="T8" fmla="*/ 9 w 284"/>
                  <a:gd name="T9" fmla="*/ 127 h 284"/>
                  <a:gd name="T10" fmla="*/ 22 w 284"/>
                  <a:gd name="T11" fmla="*/ 81 h 284"/>
                  <a:gd name="T12" fmla="*/ 153 w 284"/>
                  <a:gd name="T13" fmla="*/ 9 h 284"/>
                  <a:gd name="T14" fmla="*/ 203 w 284"/>
                  <a:gd name="T15" fmla="*/ 22 h 284"/>
                  <a:gd name="T16" fmla="*/ 274 w 284"/>
                  <a:gd name="T17" fmla="*/ 153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4" h="284">
                    <a:moveTo>
                      <a:pt x="274" y="153"/>
                    </a:moveTo>
                    <a:cubicBezTo>
                      <a:pt x="284" y="170"/>
                      <a:pt x="276" y="193"/>
                      <a:pt x="259" y="203"/>
                    </a:cubicBezTo>
                    <a:cubicBezTo>
                      <a:pt x="128" y="274"/>
                      <a:pt x="128" y="274"/>
                      <a:pt x="128" y="274"/>
                    </a:cubicBezTo>
                    <a:cubicBezTo>
                      <a:pt x="110" y="284"/>
                      <a:pt x="90" y="275"/>
                      <a:pt x="81" y="258"/>
                    </a:cubicBezTo>
                    <a:cubicBezTo>
                      <a:pt x="9" y="127"/>
                      <a:pt x="9" y="127"/>
                      <a:pt x="9" y="127"/>
                    </a:cubicBezTo>
                    <a:cubicBezTo>
                      <a:pt x="0" y="110"/>
                      <a:pt x="5" y="90"/>
                      <a:pt x="22" y="81"/>
                    </a:cubicBezTo>
                    <a:cubicBezTo>
                      <a:pt x="153" y="9"/>
                      <a:pt x="153" y="9"/>
                      <a:pt x="153" y="9"/>
                    </a:cubicBezTo>
                    <a:cubicBezTo>
                      <a:pt x="171" y="0"/>
                      <a:pt x="193" y="4"/>
                      <a:pt x="203" y="22"/>
                    </a:cubicBezTo>
                    <a:lnTo>
                      <a:pt x="274" y="15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8" name="Freeform 82"/>
              <p:cNvSpPr/>
              <p:nvPr/>
            </p:nvSpPr>
            <p:spPr bwMode="auto">
              <a:xfrm>
                <a:off x="7704526" y="4144133"/>
                <a:ext cx="288750" cy="624919"/>
              </a:xfrm>
              <a:custGeom>
                <a:avLst/>
                <a:gdLst>
                  <a:gd name="T0" fmla="*/ 56 w 144"/>
                  <a:gd name="T1" fmla="*/ 105 h 312"/>
                  <a:gd name="T2" fmla="*/ 0 w 144"/>
                  <a:gd name="T3" fmla="*/ 298 h 312"/>
                  <a:gd name="T4" fmla="*/ 20 w 144"/>
                  <a:gd name="T5" fmla="*/ 306 h 312"/>
                  <a:gd name="T6" fmla="*/ 41 w 144"/>
                  <a:gd name="T7" fmla="*/ 312 h 312"/>
                  <a:gd name="T8" fmla="*/ 117 w 144"/>
                  <a:gd name="T9" fmla="*/ 126 h 312"/>
                  <a:gd name="T10" fmla="*/ 124 w 144"/>
                  <a:gd name="T11" fmla="*/ 7 h 312"/>
                  <a:gd name="T12" fmla="*/ 56 w 144"/>
                  <a:gd name="T13" fmla="*/ 105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" h="312">
                    <a:moveTo>
                      <a:pt x="56" y="105"/>
                    </a:moveTo>
                    <a:cubicBezTo>
                      <a:pt x="39" y="154"/>
                      <a:pt x="0" y="298"/>
                      <a:pt x="0" y="298"/>
                    </a:cubicBezTo>
                    <a:cubicBezTo>
                      <a:pt x="20" y="306"/>
                      <a:pt x="20" y="306"/>
                      <a:pt x="20" y="306"/>
                    </a:cubicBezTo>
                    <a:cubicBezTo>
                      <a:pt x="41" y="312"/>
                      <a:pt x="41" y="312"/>
                      <a:pt x="41" y="312"/>
                    </a:cubicBezTo>
                    <a:cubicBezTo>
                      <a:pt x="41" y="312"/>
                      <a:pt x="100" y="175"/>
                      <a:pt x="117" y="126"/>
                    </a:cubicBezTo>
                    <a:cubicBezTo>
                      <a:pt x="142" y="55"/>
                      <a:pt x="144" y="14"/>
                      <a:pt x="124" y="7"/>
                    </a:cubicBezTo>
                    <a:cubicBezTo>
                      <a:pt x="105" y="0"/>
                      <a:pt x="81" y="34"/>
                      <a:pt x="56" y="10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09" name="Freeform 83"/>
              <p:cNvSpPr/>
              <p:nvPr/>
            </p:nvSpPr>
            <p:spPr bwMode="auto">
              <a:xfrm>
                <a:off x="7404768" y="4619173"/>
                <a:ext cx="574959" cy="576653"/>
              </a:xfrm>
              <a:custGeom>
                <a:avLst/>
                <a:gdLst>
                  <a:gd name="T0" fmla="*/ 186 w 287"/>
                  <a:gd name="T1" fmla="*/ 23 h 288"/>
                  <a:gd name="T2" fmla="*/ 264 w 287"/>
                  <a:gd name="T3" fmla="*/ 186 h 288"/>
                  <a:gd name="T4" fmla="*/ 101 w 287"/>
                  <a:gd name="T5" fmla="*/ 265 h 288"/>
                  <a:gd name="T6" fmla="*/ 23 w 287"/>
                  <a:gd name="T7" fmla="*/ 102 h 288"/>
                  <a:gd name="T8" fmla="*/ 186 w 287"/>
                  <a:gd name="T9" fmla="*/ 23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7" h="288">
                    <a:moveTo>
                      <a:pt x="186" y="23"/>
                    </a:moveTo>
                    <a:cubicBezTo>
                      <a:pt x="252" y="47"/>
                      <a:pt x="287" y="120"/>
                      <a:pt x="264" y="186"/>
                    </a:cubicBezTo>
                    <a:cubicBezTo>
                      <a:pt x="241" y="253"/>
                      <a:pt x="168" y="288"/>
                      <a:pt x="101" y="265"/>
                    </a:cubicBezTo>
                    <a:cubicBezTo>
                      <a:pt x="35" y="241"/>
                      <a:pt x="0" y="169"/>
                      <a:pt x="23" y="102"/>
                    </a:cubicBezTo>
                    <a:cubicBezTo>
                      <a:pt x="46" y="35"/>
                      <a:pt x="119" y="0"/>
                      <a:pt x="186" y="23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0" name="Freeform 84"/>
              <p:cNvSpPr/>
              <p:nvPr/>
            </p:nvSpPr>
            <p:spPr bwMode="auto">
              <a:xfrm>
                <a:off x="7470817" y="4686915"/>
                <a:ext cx="442016" cy="442863"/>
              </a:xfrm>
              <a:custGeom>
                <a:avLst/>
                <a:gdLst>
                  <a:gd name="T0" fmla="*/ 143 w 221"/>
                  <a:gd name="T1" fmla="*/ 17 h 221"/>
                  <a:gd name="T2" fmla="*/ 203 w 221"/>
                  <a:gd name="T3" fmla="*/ 142 h 221"/>
                  <a:gd name="T4" fmla="*/ 78 w 221"/>
                  <a:gd name="T5" fmla="*/ 203 h 221"/>
                  <a:gd name="T6" fmla="*/ 18 w 221"/>
                  <a:gd name="T7" fmla="*/ 78 h 221"/>
                  <a:gd name="T8" fmla="*/ 143 w 221"/>
                  <a:gd name="T9" fmla="*/ 17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1" h="221">
                    <a:moveTo>
                      <a:pt x="143" y="17"/>
                    </a:moveTo>
                    <a:cubicBezTo>
                      <a:pt x="194" y="35"/>
                      <a:pt x="221" y="91"/>
                      <a:pt x="203" y="142"/>
                    </a:cubicBezTo>
                    <a:cubicBezTo>
                      <a:pt x="185" y="194"/>
                      <a:pt x="129" y="221"/>
                      <a:pt x="78" y="203"/>
                    </a:cubicBezTo>
                    <a:cubicBezTo>
                      <a:pt x="27" y="185"/>
                      <a:pt x="0" y="129"/>
                      <a:pt x="18" y="78"/>
                    </a:cubicBezTo>
                    <a:cubicBezTo>
                      <a:pt x="36" y="27"/>
                      <a:pt x="92" y="0"/>
                      <a:pt x="143" y="17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1" name="Freeform 85"/>
              <p:cNvSpPr/>
              <p:nvPr/>
            </p:nvSpPr>
            <p:spPr bwMode="auto">
              <a:xfrm>
                <a:off x="7496220" y="4785141"/>
                <a:ext cx="404758" cy="342943"/>
              </a:xfrm>
              <a:custGeom>
                <a:avLst/>
                <a:gdLst>
                  <a:gd name="T0" fmla="*/ 171 w 202"/>
                  <a:gd name="T1" fmla="*/ 44 h 171"/>
                  <a:gd name="T2" fmla="*/ 122 w 202"/>
                  <a:gd name="T3" fmla="*/ 99 h 171"/>
                  <a:gd name="T4" fmla="*/ 118 w 202"/>
                  <a:gd name="T5" fmla="*/ 100 h 171"/>
                  <a:gd name="T6" fmla="*/ 117 w 202"/>
                  <a:gd name="T7" fmla="*/ 101 h 171"/>
                  <a:gd name="T8" fmla="*/ 116 w 202"/>
                  <a:gd name="T9" fmla="*/ 101 h 171"/>
                  <a:gd name="T10" fmla="*/ 105 w 202"/>
                  <a:gd name="T11" fmla="*/ 105 h 171"/>
                  <a:gd name="T12" fmla="*/ 95 w 202"/>
                  <a:gd name="T13" fmla="*/ 108 h 171"/>
                  <a:gd name="T14" fmla="*/ 47 w 202"/>
                  <a:gd name="T15" fmla="*/ 105 h 171"/>
                  <a:gd name="T16" fmla="*/ 0 w 202"/>
                  <a:gd name="T17" fmla="*/ 67 h 171"/>
                  <a:gd name="T18" fmla="*/ 65 w 202"/>
                  <a:gd name="T19" fmla="*/ 153 h 171"/>
                  <a:gd name="T20" fmla="*/ 190 w 202"/>
                  <a:gd name="T21" fmla="*/ 93 h 171"/>
                  <a:gd name="T22" fmla="*/ 175 w 202"/>
                  <a:gd name="T23" fmla="*/ 0 h 171"/>
                  <a:gd name="T24" fmla="*/ 171 w 202"/>
                  <a:gd name="T25" fmla="*/ 44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2" h="171">
                    <a:moveTo>
                      <a:pt x="171" y="44"/>
                    </a:moveTo>
                    <a:cubicBezTo>
                      <a:pt x="162" y="68"/>
                      <a:pt x="145" y="88"/>
                      <a:pt x="122" y="99"/>
                    </a:cubicBezTo>
                    <a:cubicBezTo>
                      <a:pt x="121" y="100"/>
                      <a:pt x="119" y="100"/>
                      <a:pt x="118" y="100"/>
                    </a:cubicBezTo>
                    <a:cubicBezTo>
                      <a:pt x="118" y="101"/>
                      <a:pt x="118" y="101"/>
                      <a:pt x="117" y="101"/>
                    </a:cubicBezTo>
                    <a:cubicBezTo>
                      <a:pt x="116" y="101"/>
                      <a:pt x="116" y="101"/>
                      <a:pt x="116" y="101"/>
                    </a:cubicBezTo>
                    <a:cubicBezTo>
                      <a:pt x="112" y="103"/>
                      <a:pt x="109" y="104"/>
                      <a:pt x="105" y="105"/>
                    </a:cubicBezTo>
                    <a:cubicBezTo>
                      <a:pt x="101" y="106"/>
                      <a:pt x="98" y="107"/>
                      <a:pt x="95" y="108"/>
                    </a:cubicBezTo>
                    <a:cubicBezTo>
                      <a:pt x="79" y="112"/>
                      <a:pt x="63" y="110"/>
                      <a:pt x="47" y="105"/>
                    </a:cubicBezTo>
                    <a:cubicBezTo>
                      <a:pt x="28" y="98"/>
                      <a:pt x="11" y="84"/>
                      <a:pt x="0" y="67"/>
                    </a:cubicBezTo>
                    <a:cubicBezTo>
                      <a:pt x="2" y="105"/>
                      <a:pt x="27" y="140"/>
                      <a:pt x="65" y="153"/>
                    </a:cubicBezTo>
                    <a:cubicBezTo>
                      <a:pt x="117" y="171"/>
                      <a:pt x="173" y="144"/>
                      <a:pt x="190" y="93"/>
                    </a:cubicBezTo>
                    <a:cubicBezTo>
                      <a:pt x="202" y="60"/>
                      <a:pt x="195" y="26"/>
                      <a:pt x="175" y="0"/>
                    </a:cubicBezTo>
                    <a:cubicBezTo>
                      <a:pt x="177" y="15"/>
                      <a:pt x="176" y="30"/>
                      <a:pt x="171" y="44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2" name="Freeform 86"/>
              <p:cNvSpPr/>
              <p:nvPr/>
            </p:nvSpPr>
            <p:spPr bwMode="auto">
              <a:xfrm>
                <a:off x="7723155" y="4548891"/>
                <a:ext cx="148185" cy="92298"/>
              </a:xfrm>
              <a:custGeom>
                <a:avLst/>
                <a:gdLst>
                  <a:gd name="T0" fmla="*/ 4 w 74"/>
                  <a:gd name="T1" fmla="*/ 9 h 46"/>
                  <a:gd name="T2" fmla="*/ 18 w 74"/>
                  <a:gd name="T3" fmla="*/ 2 h 46"/>
                  <a:gd name="T4" fmla="*/ 65 w 74"/>
                  <a:gd name="T5" fmla="*/ 19 h 46"/>
                  <a:gd name="T6" fmla="*/ 72 w 74"/>
                  <a:gd name="T7" fmla="*/ 33 h 46"/>
                  <a:gd name="T8" fmla="*/ 71 w 74"/>
                  <a:gd name="T9" fmla="*/ 37 h 46"/>
                  <a:gd name="T10" fmla="*/ 57 w 74"/>
                  <a:gd name="T11" fmla="*/ 44 h 46"/>
                  <a:gd name="T12" fmla="*/ 9 w 74"/>
                  <a:gd name="T13" fmla="*/ 27 h 46"/>
                  <a:gd name="T14" fmla="*/ 2 w 74"/>
                  <a:gd name="T15" fmla="*/ 13 h 46"/>
                  <a:gd name="T16" fmla="*/ 4 w 74"/>
                  <a:gd name="T17" fmla="*/ 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46">
                    <a:moveTo>
                      <a:pt x="4" y="9"/>
                    </a:moveTo>
                    <a:cubicBezTo>
                      <a:pt x="6" y="3"/>
                      <a:pt x="12" y="0"/>
                      <a:pt x="18" y="2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71" y="21"/>
                      <a:pt x="74" y="27"/>
                      <a:pt x="72" y="33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69" y="43"/>
                      <a:pt x="62" y="46"/>
                      <a:pt x="57" y="4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3" y="25"/>
                      <a:pt x="0" y="19"/>
                      <a:pt x="2" y="13"/>
                    </a:cubicBezTo>
                    <a:lnTo>
                      <a:pt x="4" y="9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3" name="Freeform 88"/>
              <p:cNvSpPr/>
              <p:nvPr/>
            </p:nvSpPr>
            <p:spPr bwMode="auto">
              <a:xfrm>
                <a:off x="7114325" y="3269416"/>
                <a:ext cx="1163467" cy="470806"/>
              </a:xfrm>
              <a:custGeom>
                <a:avLst/>
                <a:gdLst>
                  <a:gd name="T0" fmla="*/ 477 w 1374"/>
                  <a:gd name="T1" fmla="*/ 496 h 556"/>
                  <a:gd name="T2" fmla="*/ 537 w 1374"/>
                  <a:gd name="T3" fmla="*/ 295 h 556"/>
                  <a:gd name="T4" fmla="*/ 1336 w 1374"/>
                  <a:gd name="T5" fmla="*/ 556 h 556"/>
                  <a:gd name="T6" fmla="*/ 1374 w 1374"/>
                  <a:gd name="T7" fmla="*/ 425 h 556"/>
                  <a:gd name="T8" fmla="*/ 0 w 1374"/>
                  <a:gd name="T9" fmla="*/ 0 h 556"/>
                  <a:gd name="T10" fmla="*/ 477 w 1374"/>
                  <a:gd name="T11" fmla="*/ 496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4" h="556">
                    <a:moveTo>
                      <a:pt x="477" y="496"/>
                    </a:moveTo>
                    <a:lnTo>
                      <a:pt x="537" y="295"/>
                    </a:lnTo>
                    <a:lnTo>
                      <a:pt x="1336" y="556"/>
                    </a:lnTo>
                    <a:lnTo>
                      <a:pt x="1374" y="425"/>
                    </a:lnTo>
                    <a:lnTo>
                      <a:pt x="0" y="0"/>
                    </a:lnTo>
                    <a:lnTo>
                      <a:pt x="477" y="496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4" name="Freeform 89"/>
              <p:cNvSpPr/>
              <p:nvPr/>
            </p:nvSpPr>
            <p:spPr bwMode="auto">
              <a:xfrm>
                <a:off x="7110091" y="3124617"/>
                <a:ext cx="1204112" cy="502984"/>
              </a:xfrm>
              <a:custGeom>
                <a:avLst/>
                <a:gdLst>
                  <a:gd name="T0" fmla="*/ 620 w 1422"/>
                  <a:gd name="T1" fmla="*/ 206 h 594"/>
                  <a:gd name="T2" fmla="*/ 676 w 1422"/>
                  <a:gd name="T3" fmla="*/ 0 h 594"/>
                  <a:gd name="T4" fmla="*/ 7 w 1422"/>
                  <a:gd name="T5" fmla="*/ 166 h 594"/>
                  <a:gd name="T6" fmla="*/ 2 w 1422"/>
                  <a:gd name="T7" fmla="*/ 168 h 594"/>
                  <a:gd name="T8" fmla="*/ 2 w 1422"/>
                  <a:gd name="T9" fmla="*/ 168 h 594"/>
                  <a:gd name="T10" fmla="*/ 0 w 1422"/>
                  <a:gd name="T11" fmla="*/ 168 h 594"/>
                  <a:gd name="T12" fmla="*/ 5 w 1422"/>
                  <a:gd name="T13" fmla="*/ 171 h 594"/>
                  <a:gd name="T14" fmla="*/ 1379 w 1422"/>
                  <a:gd name="T15" fmla="*/ 594 h 594"/>
                  <a:gd name="T16" fmla="*/ 1379 w 1422"/>
                  <a:gd name="T17" fmla="*/ 594 h 594"/>
                  <a:gd name="T18" fmla="*/ 1422 w 1422"/>
                  <a:gd name="T19" fmla="*/ 452 h 594"/>
                  <a:gd name="T20" fmla="*/ 620 w 1422"/>
                  <a:gd name="T21" fmla="*/ 206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22" h="594">
                    <a:moveTo>
                      <a:pt x="620" y="206"/>
                    </a:moveTo>
                    <a:lnTo>
                      <a:pt x="676" y="0"/>
                    </a:lnTo>
                    <a:lnTo>
                      <a:pt x="7" y="166"/>
                    </a:lnTo>
                    <a:lnTo>
                      <a:pt x="2" y="168"/>
                    </a:lnTo>
                    <a:lnTo>
                      <a:pt x="2" y="168"/>
                    </a:lnTo>
                    <a:lnTo>
                      <a:pt x="0" y="168"/>
                    </a:lnTo>
                    <a:lnTo>
                      <a:pt x="5" y="171"/>
                    </a:lnTo>
                    <a:lnTo>
                      <a:pt x="1379" y="594"/>
                    </a:lnTo>
                    <a:lnTo>
                      <a:pt x="1379" y="594"/>
                    </a:lnTo>
                    <a:lnTo>
                      <a:pt x="1422" y="452"/>
                    </a:lnTo>
                    <a:lnTo>
                      <a:pt x="620" y="20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5" name="Freeform 90"/>
              <p:cNvSpPr/>
              <p:nvPr/>
            </p:nvSpPr>
            <p:spPr bwMode="auto">
              <a:xfrm>
                <a:off x="9986582" y="2373529"/>
                <a:ext cx="895040" cy="176129"/>
              </a:xfrm>
              <a:custGeom>
                <a:avLst/>
                <a:gdLst>
                  <a:gd name="T0" fmla="*/ 0 w 1057"/>
                  <a:gd name="T1" fmla="*/ 208 h 208"/>
                  <a:gd name="T2" fmla="*/ 97 w 1057"/>
                  <a:gd name="T3" fmla="*/ 0 h 208"/>
                  <a:gd name="T4" fmla="*/ 1057 w 1057"/>
                  <a:gd name="T5" fmla="*/ 10 h 208"/>
                  <a:gd name="T6" fmla="*/ 0 w 1057"/>
                  <a:gd name="T7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57" h="208">
                    <a:moveTo>
                      <a:pt x="0" y="208"/>
                    </a:moveTo>
                    <a:lnTo>
                      <a:pt x="97" y="0"/>
                    </a:lnTo>
                    <a:lnTo>
                      <a:pt x="1057" y="1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6" name="Freeform 91"/>
              <p:cNvSpPr/>
              <p:nvPr/>
            </p:nvSpPr>
            <p:spPr bwMode="auto">
              <a:xfrm>
                <a:off x="9986582" y="2383690"/>
                <a:ext cx="877258" cy="178669"/>
              </a:xfrm>
              <a:custGeom>
                <a:avLst/>
                <a:gdLst>
                  <a:gd name="T0" fmla="*/ 1036 w 1036"/>
                  <a:gd name="T1" fmla="*/ 0 h 211"/>
                  <a:gd name="T2" fmla="*/ 0 w 1036"/>
                  <a:gd name="T3" fmla="*/ 196 h 211"/>
                  <a:gd name="T4" fmla="*/ 186 w 1036"/>
                  <a:gd name="T5" fmla="*/ 211 h 211"/>
                  <a:gd name="T6" fmla="*/ 1036 w 1036"/>
                  <a:gd name="T7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6" h="211">
                    <a:moveTo>
                      <a:pt x="1036" y="0"/>
                    </a:moveTo>
                    <a:lnTo>
                      <a:pt x="0" y="196"/>
                    </a:lnTo>
                    <a:lnTo>
                      <a:pt x="186" y="211"/>
                    </a:lnTo>
                    <a:lnTo>
                      <a:pt x="1036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7" name="Freeform 92"/>
              <p:cNvSpPr/>
              <p:nvPr/>
            </p:nvSpPr>
            <p:spPr bwMode="auto">
              <a:xfrm>
                <a:off x="10144082" y="2381997"/>
                <a:ext cx="737540" cy="438629"/>
              </a:xfrm>
              <a:custGeom>
                <a:avLst/>
                <a:gdLst>
                  <a:gd name="T0" fmla="*/ 871 w 871"/>
                  <a:gd name="T1" fmla="*/ 0 h 518"/>
                  <a:gd name="T2" fmla="*/ 0 w 871"/>
                  <a:gd name="T3" fmla="*/ 213 h 518"/>
                  <a:gd name="T4" fmla="*/ 202 w 871"/>
                  <a:gd name="T5" fmla="*/ 518 h 518"/>
                  <a:gd name="T6" fmla="*/ 871 w 871"/>
                  <a:gd name="T7" fmla="*/ 0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71" h="518">
                    <a:moveTo>
                      <a:pt x="871" y="0"/>
                    </a:moveTo>
                    <a:lnTo>
                      <a:pt x="0" y="213"/>
                    </a:lnTo>
                    <a:lnTo>
                      <a:pt x="202" y="518"/>
                    </a:lnTo>
                    <a:lnTo>
                      <a:pt x="871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8" name="Freeform 93"/>
              <p:cNvSpPr/>
              <p:nvPr/>
            </p:nvSpPr>
            <p:spPr bwMode="auto">
              <a:xfrm>
                <a:off x="9873961" y="2185545"/>
                <a:ext cx="1007661" cy="196452"/>
              </a:xfrm>
              <a:custGeom>
                <a:avLst/>
                <a:gdLst>
                  <a:gd name="T0" fmla="*/ 230 w 1190"/>
                  <a:gd name="T1" fmla="*/ 222 h 232"/>
                  <a:gd name="T2" fmla="*/ 0 w 1190"/>
                  <a:gd name="T3" fmla="*/ 0 h 232"/>
                  <a:gd name="T4" fmla="*/ 1190 w 1190"/>
                  <a:gd name="T5" fmla="*/ 232 h 232"/>
                  <a:gd name="T6" fmla="*/ 230 w 1190"/>
                  <a:gd name="T7" fmla="*/ 22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90" h="232">
                    <a:moveTo>
                      <a:pt x="230" y="222"/>
                    </a:moveTo>
                    <a:lnTo>
                      <a:pt x="0" y="0"/>
                    </a:lnTo>
                    <a:lnTo>
                      <a:pt x="1190" y="232"/>
                    </a:lnTo>
                    <a:lnTo>
                      <a:pt x="230" y="22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9" name="Freeform 94"/>
              <p:cNvSpPr/>
              <p:nvPr/>
            </p:nvSpPr>
            <p:spPr bwMode="auto">
              <a:xfrm>
                <a:off x="7123639" y="3643690"/>
                <a:ext cx="246411" cy="252339"/>
              </a:xfrm>
              <a:custGeom>
                <a:avLst/>
                <a:gdLst>
                  <a:gd name="T0" fmla="*/ 45 w 123"/>
                  <a:gd name="T1" fmla="*/ 63 h 126"/>
                  <a:gd name="T2" fmla="*/ 45 w 123"/>
                  <a:gd name="T3" fmla="*/ 121 h 126"/>
                  <a:gd name="T4" fmla="*/ 123 w 123"/>
                  <a:gd name="T5" fmla="*/ 62 h 126"/>
                  <a:gd name="T6" fmla="*/ 44 w 123"/>
                  <a:gd name="T7" fmla="*/ 5 h 126"/>
                  <a:gd name="T8" fmla="*/ 45 w 123"/>
                  <a:gd name="T9" fmla="*/ 6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26">
                    <a:moveTo>
                      <a:pt x="45" y="63"/>
                    </a:moveTo>
                    <a:cubicBezTo>
                      <a:pt x="3" y="65"/>
                      <a:pt x="4" y="126"/>
                      <a:pt x="45" y="121"/>
                    </a:cubicBezTo>
                    <a:cubicBezTo>
                      <a:pt x="86" y="115"/>
                      <a:pt x="123" y="62"/>
                      <a:pt x="123" y="62"/>
                    </a:cubicBezTo>
                    <a:cubicBezTo>
                      <a:pt x="123" y="62"/>
                      <a:pt x="85" y="9"/>
                      <a:pt x="44" y="5"/>
                    </a:cubicBezTo>
                    <a:cubicBezTo>
                      <a:pt x="3" y="0"/>
                      <a:pt x="0" y="57"/>
                      <a:pt x="45" y="63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0" name="Freeform 95"/>
              <p:cNvSpPr/>
              <p:nvPr/>
            </p:nvSpPr>
            <p:spPr bwMode="auto">
              <a:xfrm>
                <a:off x="10170332" y="5528609"/>
                <a:ext cx="284516" cy="268427"/>
              </a:xfrm>
              <a:custGeom>
                <a:avLst/>
                <a:gdLst>
                  <a:gd name="T0" fmla="*/ 67 w 142"/>
                  <a:gd name="T1" fmla="*/ 65 h 134"/>
                  <a:gd name="T2" fmla="*/ 115 w 142"/>
                  <a:gd name="T3" fmla="*/ 33 h 134"/>
                  <a:gd name="T4" fmla="*/ 23 w 142"/>
                  <a:gd name="T5" fmla="*/ 0 h 134"/>
                  <a:gd name="T6" fmla="*/ 19 w 142"/>
                  <a:gd name="T7" fmla="*/ 97 h 134"/>
                  <a:gd name="T8" fmla="*/ 67 w 142"/>
                  <a:gd name="T9" fmla="*/ 6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134">
                    <a:moveTo>
                      <a:pt x="67" y="65"/>
                    </a:moveTo>
                    <a:cubicBezTo>
                      <a:pt x="91" y="98"/>
                      <a:pt x="142" y="64"/>
                      <a:pt x="115" y="33"/>
                    </a:cubicBezTo>
                    <a:cubicBezTo>
                      <a:pt x="88" y="1"/>
                      <a:pt x="23" y="0"/>
                      <a:pt x="23" y="0"/>
                    </a:cubicBezTo>
                    <a:cubicBezTo>
                      <a:pt x="23" y="0"/>
                      <a:pt x="0" y="60"/>
                      <a:pt x="19" y="97"/>
                    </a:cubicBezTo>
                    <a:cubicBezTo>
                      <a:pt x="37" y="134"/>
                      <a:pt x="87" y="105"/>
                      <a:pt x="67" y="6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1" name="Freeform 96"/>
              <p:cNvSpPr/>
              <p:nvPr/>
            </p:nvSpPr>
            <p:spPr bwMode="auto">
              <a:xfrm>
                <a:off x="9589445" y="1594497"/>
                <a:ext cx="350564" cy="354798"/>
              </a:xfrm>
              <a:custGeom>
                <a:avLst/>
                <a:gdLst>
                  <a:gd name="T0" fmla="*/ 81 w 175"/>
                  <a:gd name="T1" fmla="*/ 69 h 177"/>
                  <a:gd name="T2" fmla="*/ 1 w 175"/>
                  <a:gd name="T3" fmla="*/ 58 h 177"/>
                  <a:gd name="T4" fmla="*/ 66 w 175"/>
                  <a:gd name="T5" fmla="*/ 177 h 177"/>
                  <a:gd name="T6" fmla="*/ 160 w 175"/>
                  <a:gd name="T7" fmla="*/ 80 h 177"/>
                  <a:gd name="T8" fmla="*/ 81 w 175"/>
                  <a:gd name="T9" fmla="*/ 69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5" h="177">
                    <a:moveTo>
                      <a:pt x="81" y="69"/>
                    </a:moveTo>
                    <a:cubicBezTo>
                      <a:pt x="85" y="12"/>
                      <a:pt x="2" y="0"/>
                      <a:pt x="1" y="58"/>
                    </a:cubicBezTo>
                    <a:cubicBezTo>
                      <a:pt x="0" y="116"/>
                      <a:pt x="66" y="177"/>
                      <a:pt x="66" y="177"/>
                    </a:cubicBezTo>
                    <a:cubicBezTo>
                      <a:pt x="66" y="177"/>
                      <a:pt x="146" y="136"/>
                      <a:pt x="160" y="80"/>
                    </a:cubicBezTo>
                    <a:cubicBezTo>
                      <a:pt x="175" y="24"/>
                      <a:pt x="97" y="9"/>
                      <a:pt x="81" y="69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2" name="Freeform 97"/>
              <p:cNvSpPr/>
              <p:nvPr/>
            </p:nvSpPr>
            <p:spPr bwMode="auto">
              <a:xfrm>
                <a:off x="10867226" y="2493771"/>
                <a:ext cx="268427" cy="282822"/>
              </a:xfrm>
              <a:custGeom>
                <a:avLst/>
                <a:gdLst>
                  <a:gd name="T0" fmla="*/ 64 w 134"/>
                  <a:gd name="T1" fmla="*/ 75 h 141"/>
                  <a:gd name="T2" fmla="*/ 30 w 134"/>
                  <a:gd name="T3" fmla="*/ 28 h 141"/>
                  <a:gd name="T4" fmla="*/ 0 w 134"/>
                  <a:gd name="T5" fmla="*/ 120 h 141"/>
                  <a:gd name="T6" fmla="*/ 98 w 134"/>
                  <a:gd name="T7" fmla="*/ 121 h 141"/>
                  <a:gd name="T8" fmla="*/ 64 w 134"/>
                  <a:gd name="T9" fmla="*/ 75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4" h="141">
                    <a:moveTo>
                      <a:pt x="64" y="75"/>
                    </a:moveTo>
                    <a:cubicBezTo>
                      <a:pt x="96" y="49"/>
                      <a:pt x="60" y="0"/>
                      <a:pt x="30" y="28"/>
                    </a:cubicBezTo>
                    <a:cubicBezTo>
                      <a:pt x="0" y="56"/>
                      <a:pt x="0" y="120"/>
                      <a:pt x="0" y="120"/>
                    </a:cubicBezTo>
                    <a:cubicBezTo>
                      <a:pt x="0" y="120"/>
                      <a:pt x="61" y="141"/>
                      <a:pt x="98" y="121"/>
                    </a:cubicBezTo>
                    <a:cubicBezTo>
                      <a:pt x="134" y="101"/>
                      <a:pt x="103" y="53"/>
                      <a:pt x="64" y="7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3" name="Freeform 98"/>
              <p:cNvSpPr/>
              <p:nvPr/>
            </p:nvSpPr>
            <p:spPr bwMode="auto">
              <a:xfrm>
                <a:off x="10940049" y="3099214"/>
                <a:ext cx="594435" cy="606290"/>
              </a:xfrm>
              <a:custGeom>
                <a:avLst/>
                <a:gdLst>
                  <a:gd name="T0" fmla="*/ 239 w 297"/>
                  <a:gd name="T1" fmla="*/ 267 h 303"/>
                  <a:gd name="T2" fmla="*/ 253 w 297"/>
                  <a:gd name="T3" fmla="*/ 87 h 303"/>
                  <a:gd name="T4" fmla="*/ 79 w 297"/>
                  <a:gd name="T5" fmla="*/ 36 h 303"/>
                  <a:gd name="T6" fmla="*/ 37 w 297"/>
                  <a:gd name="T7" fmla="*/ 114 h 303"/>
                  <a:gd name="T8" fmla="*/ 0 w 297"/>
                  <a:gd name="T9" fmla="*/ 98 h 303"/>
                  <a:gd name="T10" fmla="*/ 9 w 297"/>
                  <a:gd name="T11" fmla="*/ 124 h 303"/>
                  <a:gd name="T12" fmla="*/ 39 w 297"/>
                  <a:gd name="T13" fmla="*/ 154 h 303"/>
                  <a:gd name="T14" fmla="*/ 65 w 297"/>
                  <a:gd name="T15" fmla="*/ 216 h 303"/>
                  <a:gd name="T16" fmla="*/ 239 w 297"/>
                  <a:gd name="T17" fmla="*/ 267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303">
                    <a:moveTo>
                      <a:pt x="239" y="267"/>
                    </a:moveTo>
                    <a:cubicBezTo>
                      <a:pt x="291" y="231"/>
                      <a:pt x="297" y="151"/>
                      <a:pt x="253" y="87"/>
                    </a:cubicBezTo>
                    <a:cubicBezTo>
                      <a:pt x="209" y="23"/>
                      <a:pt x="131" y="0"/>
                      <a:pt x="79" y="36"/>
                    </a:cubicBezTo>
                    <a:cubicBezTo>
                      <a:pt x="54" y="53"/>
                      <a:pt x="39" y="82"/>
                      <a:pt x="37" y="114"/>
                    </a:cubicBezTo>
                    <a:cubicBezTo>
                      <a:pt x="25" y="112"/>
                      <a:pt x="12" y="107"/>
                      <a:pt x="0" y="98"/>
                    </a:cubicBezTo>
                    <a:cubicBezTo>
                      <a:pt x="0" y="98"/>
                      <a:pt x="1" y="109"/>
                      <a:pt x="9" y="124"/>
                    </a:cubicBezTo>
                    <a:cubicBezTo>
                      <a:pt x="14" y="134"/>
                      <a:pt x="25" y="147"/>
                      <a:pt x="39" y="154"/>
                    </a:cubicBezTo>
                    <a:cubicBezTo>
                      <a:pt x="43" y="175"/>
                      <a:pt x="52" y="197"/>
                      <a:pt x="65" y="216"/>
                    </a:cubicBezTo>
                    <a:cubicBezTo>
                      <a:pt x="109" y="280"/>
                      <a:pt x="187" y="303"/>
                      <a:pt x="239" y="267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4" name="Freeform 99"/>
              <p:cNvSpPr/>
              <p:nvPr/>
            </p:nvSpPr>
            <p:spPr bwMode="auto">
              <a:xfrm>
                <a:off x="11151742" y="3271109"/>
                <a:ext cx="86371" cy="86371"/>
              </a:xfrm>
              <a:custGeom>
                <a:avLst/>
                <a:gdLst>
                  <a:gd name="T0" fmla="*/ 31 w 43"/>
                  <a:gd name="T1" fmla="*/ 38 h 43"/>
                  <a:gd name="T2" fmla="*/ 5 w 43"/>
                  <a:gd name="T3" fmla="*/ 31 h 43"/>
                  <a:gd name="T4" fmla="*/ 12 w 43"/>
                  <a:gd name="T5" fmla="*/ 5 h 43"/>
                  <a:gd name="T6" fmla="*/ 38 w 43"/>
                  <a:gd name="T7" fmla="*/ 12 h 43"/>
                  <a:gd name="T8" fmla="*/ 31 w 43"/>
                  <a:gd name="T9" fmla="*/ 3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43">
                    <a:moveTo>
                      <a:pt x="31" y="38"/>
                    </a:moveTo>
                    <a:cubicBezTo>
                      <a:pt x="22" y="43"/>
                      <a:pt x="10" y="40"/>
                      <a:pt x="5" y="31"/>
                    </a:cubicBezTo>
                    <a:cubicBezTo>
                      <a:pt x="0" y="22"/>
                      <a:pt x="3" y="11"/>
                      <a:pt x="12" y="5"/>
                    </a:cubicBezTo>
                    <a:cubicBezTo>
                      <a:pt x="21" y="0"/>
                      <a:pt x="33" y="3"/>
                      <a:pt x="38" y="12"/>
                    </a:cubicBezTo>
                    <a:cubicBezTo>
                      <a:pt x="43" y="21"/>
                      <a:pt x="40" y="33"/>
                      <a:pt x="31" y="3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5" name="Freeform 100"/>
              <p:cNvSpPr/>
              <p:nvPr/>
            </p:nvSpPr>
            <p:spPr bwMode="auto">
              <a:xfrm>
                <a:off x="11205936" y="3363408"/>
                <a:ext cx="86371" cy="86371"/>
              </a:xfrm>
              <a:custGeom>
                <a:avLst/>
                <a:gdLst>
                  <a:gd name="T0" fmla="*/ 31 w 43"/>
                  <a:gd name="T1" fmla="*/ 38 h 43"/>
                  <a:gd name="T2" fmla="*/ 5 w 43"/>
                  <a:gd name="T3" fmla="*/ 31 h 43"/>
                  <a:gd name="T4" fmla="*/ 12 w 43"/>
                  <a:gd name="T5" fmla="*/ 5 h 43"/>
                  <a:gd name="T6" fmla="*/ 38 w 43"/>
                  <a:gd name="T7" fmla="*/ 12 h 43"/>
                  <a:gd name="T8" fmla="*/ 31 w 43"/>
                  <a:gd name="T9" fmla="*/ 3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43">
                    <a:moveTo>
                      <a:pt x="31" y="38"/>
                    </a:moveTo>
                    <a:cubicBezTo>
                      <a:pt x="22" y="43"/>
                      <a:pt x="10" y="40"/>
                      <a:pt x="5" y="31"/>
                    </a:cubicBezTo>
                    <a:cubicBezTo>
                      <a:pt x="0" y="22"/>
                      <a:pt x="3" y="11"/>
                      <a:pt x="12" y="5"/>
                    </a:cubicBezTo>
                    <a:cubicBezTo>
                      <a:pt x="21" y="0"/>
                      <a:pt x="32" y="3"/>
                      <a:pt x="38" y="12"/>
                    </a:cubicBezTo>
                    <a:cubicBezTo>
                      <a:pt x="43" y="21"/>
                      <a:pt x="40" y="33"/>
                      <a:pt x="31" y="3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6" name="Freeform 101"/>
              <p:cNvSpPr/>
              <p:nvPr/>
            </p:nvSpPr>
            <p:spPr bwMode="auto">
              <a:xfrm>
                <a:off x="11258436" y="3455706"/>
                <a:ext cx="88064" cy="85524"/>
              </a:xfrm>
              <a:custGeom>
                <a:avLst/>
                <a:gdLst>
                  <a:gd name="T0" fmla="*/ 32 w 44"/>
                  <a:gd name="T1" fmla="*/ 38 h 43"/>
                  <a:gd name="T2" fmla="*/ 6 w 44"/>
                  <a:gd name="T3" fmla="*/ 31 h 43"/>
                  <a:gd name="T4" fmla="*/ 13 w 44"/>
                  <a:gd name="T5" fmla="*/ 5 h 43"/>
                  <a:gd name="T6" fmla="*/ 38 w 44"/>
                  <a:gd name="T7" fmla="*/ 12 h 43"/>
                  <a:gd name="T8" fmla="*/ 32 w 44"/>
                  <a:gd name="T9" fmla="*/ 3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43">
                    <a:moveTo>
                      <a:pt x="32" y="38"/>
                    </a:moveTo>
                    <a:cubicBezTo>
                      <a:pt x="23" y="43"/>
                      <a:pt x="11" y="40"/>
                      <a:pt x="6" y="31"/>
                    </a:cubicBezTo>
                    <a:cubicBezTo>
                      <a:pt x="0" y="22"/>
                      <a:pt x="4" y="11"/>
                      <a:pt x="13" y="5"/>
                    </a:cubicBezTo>
                    <a:cubicBezTo>
                      <a:pt x="22" y="0"/>
                      <a:pt x="33" y="3"/>
                      <a:pt x="38" y="12"/>
                    </a:cubicBezTo>
                    <a:cubicBezTo>
                      <a:pt x="44" y="21"/>
                      <a:pt x="41" y="33"/>
                      <a:pt x="32" y="3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7" name="Freeform 102"/>
              <p:cNvSpPr/>
              <p:nvPr/>
            </p:nvSpPr>
            <p:spPr bwMode="auto">
              <a:xfrm>
                <a:off x="11261823" y="4094174"/>
                <a:ext cx="392903" cy="502984"/>
              </a:xfrm>
              <a:custGeom>
                <a:avLst/>
                <a:gdLst>
                  <a:gd name="T0" fmla="*/ 162 w 196"/>
                  <a:gd name="T1" fmla="*/ 0 h 251"/>
                  <a:gd name="T2" fmla="*/ 173 w 196"/>
                  <a:gd name="T3" fmla="*/ 9 h 251"/>
                  <a:gd name="T4" fmla="*/ 14 w 196"/>
                  <a:gd name="T5" fmla="*/ 250 h 251"/>
                  <a:gd name="T6" fmla="*/ 1 w 196"/>
                  <a:gd name="T7" fmla="*/ 242 h 251"/>
                  <a:gd name="T8" fmla="*/ 9 w 196"/>
                  <a:gd name="T9" fmla="*/ 230 h 251"/>
                  <a:gd name="T10" fmla="*/ 153 w 196"/>
                  <a:gd name="T11" fmla="*/ 13 h 251"/>
                  <a:gd name="T12" fmla="*/ 161 w 196"/>
                  <a:gd name="T13" fmla="*/ 1 h 251"/>
                  <a:gd name="T14" fmla="*/ 162 w 196"/>
                  <a:gd name="T15" fmla="*/ 0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6" h="251">
                    <a:moveTo>
                      <a:pt x="162" y="0"/>
                    </a:moveTo>
                    <a:cubicBezTo>
                      <a:pt x="167" y="0"/>
                      <a:pt x="172" y="3"/>
                      <a:pt x="173" y="9"/>
                    </a:cubicBezTo>
                    <a:cubicBezTo>
                      <a:pt x="196" y="119"/>
                      <a:pt x="124" y="228"/>
                      <a:pt x="14" y="250"/>
                    </a:cubicBezTo>
                    <a:cubicBezTo>
                      <a:pt x="8" y="251"/>
                      <a:pt x="3" y="248"/>
                      <a:pt x="1" y="242"/>
                    </a:cubicBezTo>
                    <a:cubicBezTo>
                      <a:pt x="0" y="236"/>
                      <a:pt x="4" y="231"/>
                      <a:pt x="9" y="230"/>
                    </a:cubicBezTo>
                    <a:cubicBezTo>
                      <a:pt x="109" y="209"/>
                      <a:pt x="173" y="112"/>
                      <a:pt x="153" y="13"/>
                    </a:cubicBezTo>
                    <a:cubicBezTo>
                      <a:pt x="152" y="7"/>
                      <a:pt x="155" y="2"/>
                      <a:pt x="161" y="1"/>
                    </a:cubicBezTo>
                    <a:cubicBezTo>
                      <a:pt x="161" y="0"/>
                      <a:pt x="162" y="0"/>
                      <a:pt x="162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8" name="Freeform 103"/>
              <p:cNvSpPr/>
              <p:nvPr/>
            </p:nvSpPr>
            <p:spPr bwMode="auto">
              <a:xfrm>
                <a:off x="11244041" y="4112803"/>
                <a:ext cx="288750" cy="392056"/>
              </a:xfrm>
              <a:custGeom>
                <a:avLst/>
                <a:gdLst>
                  <a:gd name="T0" fmla="*/ 125 w 144"/>
                  <a:gd name="T1" fmla="*/ 1 h 196"/>
                  <a:gd name="T2" fmla="*/ 136 w 144"/>
                  <a:gd name="T3" fmla="*/ 9 h 196"/>
                  <a:gd name="T4" fmla="*/ 113 w 144"/>
                  <a:gd name="T5" fmla="*/ 127 h 196"/>
                  <a:gd name="T6" fmla="*/ 13 w 144"/>
                  <a:gd name="T7" fmla="*/ 195 h 196"/>
                  <a:gd name="T8" fmla="*/ 1 w 144"/>
                  <a:gd name="T9" fmla="*/ 187 h 196"/>
                  <a:gd name="T10" fmla="*/ 9 w 144"/>
                  <a:gd name="T11" fmla="*/ 175 h 196"/>
                  <a:gd name="T12" fmla="*/ 96 w 144"/>
                  <a:gd name="T13" fmla="*/ 116 h 196"/>
                  <a:gd name="T14" fmla="*/ 116 w 144"/>
                  <a:gd name="T15" fmla="*/ 13 h 196"/>
                  <a:gd name="T16" fmla="*/ 124 w 144"/>
                  <a:gd name="T17" fmla="*/ 1 h 196"/>
                  <a:gd name="T18" fmla="*/ 125 w 144"/>
                  <a:gd name="T19" fmla="*/ 1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4" h="196">
                    <a:moveTo>
                      <a:pt x="125" y="1"/>
                    </a:moveTo>
                    <a:cubicBezTo>
                      <a:pt x="130" y="0"/>
                      <a:pt x="135" y="4"/>
                      <a:pt x="136" y="9"/>
                    </a:cubicBezTo>
                    <a:cubicBezTo>
                      <a:pt x="144" y="50"/>
                      <a:pt x="136" y="92"/>
                      <a:pt x="113" y="127"/>
                    </a:cubicBezTo>
                    <a:cubicBezTo>
                      <a:pt x="90" y="162"/>
                      <a:pt x="54" y="186"/>
                      <a:pt x="13" y="195"/>
                    </a:cubicBezTo>
                    <a:cubicBezTo>
                      <a:pt x="8" y="196"/>
                      <a:pt x="2" y="192"/>
                      <a:pt x="1" y="187"/>
                    </a:cubicBezTo>
                    <a:cubicBezTo>
                      <a:pt x="0" y="181"/>
                      <a:pt x="3" y="176"/>
                      <a:pt x="9" y="175"/>
                    </a:cubicBezTo>
                    <a:cubicBezTo>
                      <a:pt x="45" y="167"/>
                      <a:pt x="76" y="146"/>
                      <a:pt x="96" y="116"/>
                    </a:cubicBezTo>
                    <a:cubicBezTo>
                      <a:pt x="116" y="85"/>
                      <a:pt x="123" y="49"/>
                      <a:pt x="116" y="13"/>
                    </a:cubicBezTo>
                    <a:cubicBezTo>
                      <a:pt x="114" y="8"/>
                      <a:pt x="118" y="2"/>
                      <a:pt x="124" y="1"/>
                    </a:cubicBezTo>
                    <a:cubicBezTo>
                      <a:pt x="124" y="1"/>
                      <a:pt x="125" y="1"/>
                      <a:pt x="125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9" name="Freeform 104"/>
              <p:cNvSpPr/>
              <p:nvPr/>
            </p:nvSpPr>
            <p:spPr bwMode="auto">
              <a:xfrm>
                <a:off x="11223718" y="4132278"/>
                <a:ext cx="218468" cy="274355"/>
              </a:xfrm>
              <a:custGeom>
                <a:avLst/>
                <a:gdLst>
                  <a:gd name="T0" fmla="*/ 86 w 109"/>
                  <a:gd name="T1" fmla="*/ 1 h 137"/>
                  <a:gd name="T2" fmla="*/ 97 w 109"/>
                  <a:gd name="T3" fmla="*/ 9 h 137"/>
                  <a:gd name="T4" fmla="*/ 13 w 109"/>
                  <a:gd name="T5" fmla="*/ 136 h 137"/>
                  <a:gd name="T6" fmla="*/ 1 w 109"/>
                  <a:gd name="T7" fmla="*/ 128 h 137"/>
                  <a:gd name="T8" fmla="*/ 9 w 109"/>
                  <a:gd name="T9" fmla="*/ 116 h 137"/>
                  <a:gd name="T10" fmla="*/ 77 w 109"/>
                  <a:gd name="T11" fmla="*/ 13 h 137"/>
                  <a:gd name="T12" fmla="*/ 85 w 109"/>
                  <a:gd name="T13" fmla="*/ 1 h 137"/>
                  <a:gd name="T14" fmla="*/ 86 w 109"/>
                  <a:gd name="T15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" h="137">
                    <a:moveTo>
                      <a:pt x="86" y="1"/>
                    </a:moveTo>
                    <a:cubicBezTo>
                      <a:pt x="91" y="0"/>
                      <a:pt x="96" y="4"/>
                      <a:pt x="97" y="9"/>
                    </a:cubicBezTo>
                    <a:cubicBezTo>
                      <a:pt x="109" y="67"/>
                      <a:pt x="71" y="124"/>
                      <a:pt x="13" y="136"/>
                    </a:cubicBezTo>
                    <a:cubicBezTo>
                      <a:pt x="8" y="137"/>
                      <a:pt x="2" y="134"/>
                      <a:pt x="1" y="128"/>
                    </a:cubicBezTo>
                    <a:cubicBezTo>
                      <a:pt x="0" y="122"/>
                      <a:pt x="3" y="117"/>
                      <a:pt x="9" y="116"/>
                    </a:cubicBezTo>
                    <a:cubicBezTo>
                      <a:pt x="56" y="106"/>
                      <a:pt x="86" y="60"/>
                      <a:pt x="77" y="13"/>
                    </a:cubicBezTo>
                    <a:cubicBezTo>
                      <a:pt x="75" y="8"/>
                      <a:pt x="79" y="2"/>
                      <a:pt x="85" y="1"/>
                    </a:cubicBezTo>
                    <a:cubicBezTo>
                      <a:pt x="85" y="1"/>
                      <a:pt x="86" y="1"/>
                      <a:pt x="86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0" name="Freeform 105"/>
              <p:cNvSpPr/>
              <p:nvPr/>
            </p:nvSpPr>
            <p:spPr bwMode="auto">
              <a:xfrm>
                <a:off x="11198315" y="4152601"/>
                <a:ext cx="132097" cy="168508"/>
              </a:xfrm>
              <a:custGeom>
                <a:avLst/>
                <a:gdLst>
                  <a:gd name="T0" fmla="*/ 52 w 66"/>
                  <a:gd name="T1" fmla="*/ 1 h 84"/>
                  <a:gd name="T2" fmla="*/ 62 w 66"/>
                  <a:gd name="T3" fmla="*/ 9 h 84"/>
                  <a:gd name="T4" fmla="*/ 53 w 66"/>
                  <a:gd name="T5" fmla="*/ 56 h 84"/>
                  <a:gd name="T6" fmla="*/ 14 w 66"/>
                  <a:gd name="T7" fmla="*/ 82 h 84"/>
                  <a:gd name="T8" fmla="*/ 2 w 66"/>
                  <a:gd name="T9" fmla="*/ 74 h 84"/>
                  <a:gd name="T10" fmla="*/ 10 w 66"/>
                  <a:gd name="T11" fmla="*/ 62 h 84"/>
                  <a:gd name="T12" fmla="*/ 36 w 66"/>
                  <a:gd name="T13" fmla="*/ 44 h 84"/>
                  <a:gd name="T14" fmla="*/ 42 w 66"/>
                  <a:gd name="T15" fmla="*/ 13 h 84"/>
                  <a:gd name="T16" fmla="*/ 50 w 66"/>
                  <a:gd name="T17" fmla="*/ 1 h 84"/>
                  <a:gd name="T18" fmla="*/ 52 w 66"/>
                  <a:gd name="T19" fmla="*/ 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6" h="84">
                    <a:moveTo>
                      <a:pt x="52" y="1"/>
                    </a:moveTo>
                    <a:cubicBezTo>
                      <a:pt x="57" y="0"/>
                      <a:pt x="61" y="4"/>
                      <a:pt x="62" y="9"/>
                    </a:cubicBezTo>
                    <a:cubicBezTo>
                      <a:pt x="66" y="25"/>
                      <a:pt x="63" y="42"/>
                      <a:pt x="53" y="56"/>
                    </a:cubicBezTo>
                    <a:cubicBezTo>
                      <a:pt x="44" y="70"/>
                      <a:pt x="30" y="79"/>
                      <a:pt x="14" y="82"/>
                    </a:cubicBezTo>
                    <a:cubicBezTo>
                      <a:pt x="8" y="84"/>
                      <a:pt x="3" y="80"/>
                      <a:pt x="2" y="74"/>
                    </a:cubicBezTo>
                    <a:cubicBezTo>
                      <a:pt x="0" y="69"/>
                      <a:pt x="4" y="63"/>
                      <a:pt x="10" y="62"/>
                    </a:cubicBezTo>
                    <a:cubicBezTo>
                      <a:pt x="20" y="60"/>
                      <a:pt x="30" y="54"/>
                      <a:pt x="36" y="44"/>
                    </a:cubicBezTo>
                    <a:cubicBezTo>
                      <a:pt x="42" y="35"/>
                      <a:pt x="44" y="24"/>
                      <a:pt x="42" y="13"/>
                    </a:cubicBezTo>
                    <a:cubicBezTo>
                      <a:pt x="41" y="7"/>
                      <a:pt x="45" y="2"/>
                      <a:pt x="50" y="1"/>
                    </a:cubicBezTo>
                    <a:cubicBezTo>
                      <a:pt x="51" y="1"/>
                      <a:pt x="51" y="1"/>
                      <a:pt x="52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1" name="Freeform 106"/>
              <p:cNvSpPr/>
              <p:nvPr/>
            </p:nvSpPr>
            <p:spPr bwMode="auto">
              <a:xfrm>
                <a:off x="11182226" y="4168690"/>
                <a:ext cx="49960" cy="51653"/>
              </a:xfrm>
              <a:custGeom>
                <a:avLst/>
                <a:gdLst>
                  <a:gd name="T0" fmla="*/ 24 w 25"/>
                  <a:gd name="T1" fmla="*/ 10 h 26"/>
                  <a:gd name="T2" fmla="*/ 15 w 25"/>
                  <a:gd name="T3" fmla="*/ 24 h 26"/>
                  <a:gd name="T4" fmla="*/ 1 w 25"/>
                  <a:gd name="T5" fmla="*/ 15 h 26"/>
                  <a:gd name="T6" fmla="*/ 10 w 25"/>
                  <a:gd name="T7" fmla="*/ 1 h 26"/>
                  <a:gd name="T8" fmla="*/ 24 w 25"/>
                  <a:gd name="T9" fmla="*/ 1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6">
                    <a:moveTo>
                      <a:pt x="24" y="10"/>
                    </a:moveTo>
                    <a:cubicBezTo>
                      <a:pt x="25" y="17"/>
                      <a:pt x="21" y="23"/>
                      <a:pt x="15" y="24"/>
                    </a:cubicBezTo>
                    <a:cubicBezTo>
                      <a:pt x="9" y="26"/>
                      <a:pt x="2" y="21"/>
                      <a:pt x="1" y="15"/>
                    </a:cubicBezTo>
                    <a:cubicBezTo>
                      <a:pt x="0" y="9"/>
                      <a:pt x="4" y="2"/>
                      <a:pt x="10" y="1"/>
                    </a:cubicBezTo>
                    <a:cubicBezTo>
                      <a:pt x="17" y="0"/>
                      <a:pt x="23" y="4"/>
                      <a:pt x="24" y="1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26" name="BackShape"/>
            <p:cNvSpPr/>
            <p:nvPr/>
          </p:nvSpPr>
          <p:spPr>
            <a:xfrm>
              <a:off x="4746894" y="2126328"/>
              <a:ext cx="2579022" cy="257902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7" name="ValueShape"/>
            <p:cNvSpPr/>
            <p:nvPr/>
          </p:nvSpPr>
          <p:spPr>
            <a:xfrm>
              <a:off x="4746894" y="2126328"/>
              <a:ext cx="2579022" cy="2579022"/>
            </a:xfrm>
            <a:prstGeom prst="pie">
              <a:avLst>
                <a:gd name="adj1" fmla="val 16200000"/>
                <a:gd name="adj2" fmla="val 432000"/>
              </a:avLst>
            </a:prstGeom>
            <a:solidFill>
              <a:schemeClr val="dk2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28" name="BackShape"/>
            <p:cNvSpPr/>
            <p:nvPr/>
          </p:nvSpPr>
          <p:spPr bwMode="auto">
            <a:xfrm>
              <a:off x="5893084" y="3272153"/>
              <a:ext cx="286642" cy="287373"/>
            </a:xfrm>
            <a:prstGeom prst="ellipse">
              <a:avLst/>
            </a:prstGeom>
            <a:solidFill>
              <a:srgbClr val="D8574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29" name="BackShape"/>
            <p:cNvSpPr/>
            <p:nvPr/>
          </p:nvSpPr>
          <p:spPr bwMode="auto">
            <a:xfrm>
              <a:off x="4709953" y="2089021"/>
              <a:ext cx="2652904" cy="2653636"/>
            </a:xfrm>
            <a:custGeom>
              <a:avLst/>
              <a:gdLst>
                <a:gd name="connsiteX0" fmla="*/ 1326086 w 2652904"/>
                <a:gd name="connsiteY0" fmla="*/ 766329 h 2653636"/>
                <a:gd name="connsiteX1" fmla="*/ 765598 w 2652904"/>
                <a:gd name="connsiteY1" fmla="*/ 1326817 h 2653636"/>
                <a:gd name="connsiteX2" fmla="*/ 1326086 w 2652904"/>
                <a:gd name="connsiteY2" fmla="*/ 1887305 h 2653636"/>
                <a:gd name="connsiteX3" fmla="*/ 1886574 w 2652904"/>
                <a:gd name="connsiteY3" fmla="*/ 1326817 h 2653636"/>
                <a:gd name="connsiteX4" fmla="*/ 1326086 w 2652904"/>
                <a:gd name="connsiteY4" fmla="*/ 766329 h 2653636"/>
                <a:gd name="connsiteX5" fmla="*/ 1325355 w 2652904"/>
                <a:gd name="connsiteY5" fmla="*/ 626664 h 2653636"/>
                <a:gd name="connsiteX6" fmla="*/ 2024777 w 2652904"/>
                <a:gd name="connsiteY6" fmla="*/ 1327183 h 2653636"/>
                <a:gd name="connsiteX7" fmla="*/ 1325355 w 2652904"/>
                <a:gd name="connsiteY7" fmla="*/ 2027702 h 2653636"/>
                <a:gd name="connsiteX8" fmla="*/ 625933 w 2652904"/>
                <a:gd name="connsiteY8" fmla="*/ 1327183 h 2653636"/>
                <a:gd name="connsiteX9" fmla="*/ 1325355 w 2652904"/>
                <a:gd name="connsiteY9" fmla="*/ 626664 h 2653636"/>
                <a:gd name="connsiteX10" fmla="*/ 1326452 w 2652904"/>
                <a:gd name="connsiteY10" fmla="*/ 413876 h 2653636"/>
                <a:gd name="connsiteX11" fmla="*/ 413145 w 2652904"/>
                <a:gd name="connsiteY11" fmla="*/ 1327183 h 2653636"/>
                <a:gd name="connsiteX12" fmla="*/ 1326452 w 2652904"/>
                <a:gd name="connsiteY12" fmla="*/ 2240490 h 2653636"/>
                <a:gd name="connsiteX13" fmla="*/ 2239759 w 2652904"/>
                <a:gd name="connsiteY13" fmla="*/ 1327183 h 2653636"/>
                <a:gd name="connsiteX14" fmla="*/ 1326452 w 2652904"/>
                <a:gd name="connsiteY14" fmla="*/ 413876 h 2653636"/>
                <a:gd name="connsiteX15" fmla="*/ 1326452 w 2652904"/>
                <a:gd name="connsiteY15" fmla="*/ 275674 h 2653636"/>
                <a:gd name="connsiteX16" fmla="*/ 2377961 w 2652904"/>
                <a:gd name="connsiteY16" fmla="*/ 1327183 h 2653636"/>
                <a:gd name="connsiteX17" fmla="*/ 1326452 w 2652904"/>
                <a:gd name="connsiteY17" fmla="*/ 2378692 h 2653636"/>
                <a:gd name="connsiteX18" fmla="*/ 274943 w 2652904"/>
                <a:gd name="connsiteY18" fmla="*/ 1327183 h 2653636"/>
                <a:gd name="connsiteX19" fmla="*/ 1326452 w 2652904"/>
                <a:gd name="connsiteY19" fmla="*/ 275674 h 2653636"/>
                <a:gd name="connsiteX20" fmla="*/ 1326451 w 2652904"/>
                <a:gd name="connsiteY20" fmla="*/ 70929 h 2653636"/>
                <a:gd name="connsiteX21" fmla="*/ 70929 w 2652904"/>
                <a:gd name="connsiteY21" fmla="*/ 1326817 h 2653636"/>
                <a:gd name="connsiteX22" fmla="*/ 1326451 w 2652904"/>
                <a:gd name="connsiteY22" fmla="*/ 2582705 h 2653636"/>
                <a:gd name="connsiteX23" fmla="*/ 2581973 w 2652904"/>
                <a:gd name="connsiteY23" fmla="*/ 1326817 h 2653636"/>
                <a:gd name="connsiteX24" fmla="*/ 1326451 w 2652904"/>
                <a:gd name="connsiteY24" fmla="*/ 70929 h 2653636"/>
                <a:gd name="connsiteX25" fmla="*/ 1326452 w 2652904"/>
                <a:gd name="connsiteY25" fmla="*/ 0 h 2653636"/>
                <a:gd name="connsiteX26" fmla="*/ 2652904 w 2652904"/>
                <a:gd name="connsiteY26" fmla="*/ 1326818 h 2653636"/>
                <a:gd name="connsiteX27" fmla="*/ 1326452 w 2652904"/>
                <a:gd name="connsiteY27" fmla="*/ 2653636 h 2653636"/>
                <a:gd name="connsiteX28" fmla="*/ 0 w 2652904"/>
                <a:gd name="connsiteY28" fmla="*/ 1326818 h 2653636"/>
                <a:gd name="connsiteX29" fmla="*/ 1326452 w 2652904"/>
                <a:gd name="connsiteY29" fmla="*/ 0 h 265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652904" h="2653636">
                  <a:moveTo>
                    <a:pt x="1326086" y="766329"/>
                  </a:moveTo>
                  <a:cubicBezTo>
                    <a:pt x="1016537" y="766329"/>
                    <a:pt x="765598" y="1017268"/>
                    <a:pt x="765598" y="1326817"/>
                  </a:cubicBezTo>
                  <a:cubicBezTo>
                    <a:pt x="765598" y="1636366"/>
                    <a:pt x="1016537" y="1887305"/>
                    <a:pt x="1326086" y="1887305"/>
                  </a:cubicBezTo>
                  <a:cubicBezTo>
                    <a:pt x="1635635" y="1887305"/>
                    <a:pt x="1886574" y="1636366"/>
                    <a:pt x="1886574" y="1326817"/>
                  </a:cubicBezTo>
                  <a:cubicBezTo>
                    <a:pt x="1886574" y="1017268"/>
                    <a:pt x="1635635" y="766329"/>
                    <a:pt x="1326086" y="766329"/>
                  </a:cubicBezTo>
                  <a:close/>
                  <a:moveTo>
                    <a:pt x="1325355" y="626664"/>
                  </a:moveTo>
                  <a:cubicBezTo>
                    <a:pt x="1711635" y="626664"/>
                    <a:pt x="2024777" y="940297"/>
                    <a:pt x="2024777" y="1327183"/>
                  </a:cubicBezTo>
                  <a:cubicBezTo>
                    <a:pt x="2024777" y="1714069"/>
                    <a:pt x="1711635" y="2027702"/>
                    <a:pt x="1325355" y="2027702"/>
                  </a:cubicBezTo>
                  <a:cubicBezTo>
                    <a:pt x="939075" y="2027702"/>
                    <a:pt x="625933" y="1714069"/>
                    <a:pt x="625933" y="1327183"/>
                  </a:cubicBezTo>
                  <a:cubicBezTo>
                    <a:pt x="625933" y="940297"/>
                    <a:pt x="939075" y="626664"/>
                    <a:pt x="1325355" y="626664"/>
                  </a:cubicBezTo>
                  <a:close/>
                  <a:moveTo>
                    <a:pt x="1326452" y="413876"/>
                  </a:moveTo>
                  <a:cubicBezTo>
                    <a:pt x="822046" y="413876"/>
                    <a:pt x="413145" y="822777"/>
                    <a:pt x="413145" y="1327183"/>
                  </a:cubicBezTo>
                  <a:cubicBezTo>
                    <a:pt x="413145" y="1831589"/>
                    <a:pt x="822046" y="2240490"/>
                    <a:pt x="1326452" y="2240490"/>
                  </a:cubicBezTo>
                  <a:cubicBezTo>
                    <a:pt x="1830858" y="2240490"/>
                    <a:pt x="2239759" y="1831589"/>
                    <a:pt x="2239759" y="1327183"/>
                  </a:cubicBezTo>
                  <a:cubicBezTo>
                    <a:pt x="2239759" y="822777"/>
                    <a:pt x="1830858" y="413876"/>
                    <a:pt x="1326452" y="413876"/>
                  </a:cubicBezTo>
                  <a:close/>
                  <a:moveTo>
                    <a:pt x="1326452" y="275674"/>
                  </a:moveTo>
                  <a:cubicBezTo>
                    <a:pt x="1907184" y="275674"/>
                    <a:pt x="2377961" y="746451"/>
                    <a:pt x="2377961" y="1327183"/>
                  </a:cubicBezTo>
                  <a:cubicBezTo>
                    <a:pt x="2377961" y="1907915"/>
                    <a:pt x="1907184" y="2378692"/>
                    <a:pt x="1326452" y="2378692"/>
                  </a:cubicBezTo>
                  <a:cubicBezTo>
                    <a:pt x="745720" y="2378692"/>
                    <a:pt x="274943" y="1907915"/>
                    <a:pt x="274943" y="1327183"/>
                  </a:cubicBezTo>
                  <a:cubicBezTo>
                    <a:pt x="274943" y="746451"/>
                    <a:pt x="745720" y="275674"/>
                    <a:pt x="1326452" y="275674"/>
                  </a:cubicBezTo>
                  <a:close/>
                  <a:moveTo>
                    <a:pt x="1326451" y="70929"/>
                  </a:moveTo>
                  <a:cubicBezTo>
                    <a:pt x="633045" y="70929"/>
                    <a:pt x="70929" y="633209"/>
                    <a:pt x="70929" y="1326817"/>
                  </a:cubicBezTo>
                  <a:cubicBezTo>
                    <a:pt x="70929" y="2020425"/>
                    <a:pt x="633045" y="2582705"/>
                    <a:pt x="1326451" y="2582705"/>
                  </a:cubicBezTo>
                  <a:cubicBezTo>
                    <a:pt x="2019857" y="2582705"/>
                    <a:pt x="2581973" y="2020425"/>
                    <a:pt x="2581973" y="1326817"/>
                  </a:cubicBezTo>
                  <a:cubicBezTo>
                    <a:pt x="2581973" y="633209"/>
                    <a:pt x="2019857" y="70929"/>
                    <a:pt x="1326451" y="70929"/>
                  </a:cubicBezTo>
                  <a:close/>
                  <a:moveTo>
                    <a:pt x="1326452" y="0"/>
                  </a:moveTo>
                  <a:cubicBezTo>
                    <a:pt x="2059031" y="0"/>
                    <a:pt x="2652904" y="594037"/>
                    <a:pt x="2652904" y="1326818"/>
                  </a:cubicBezTo>
                  <a:cubicBezTo>
                    <a:pt x="2652904" y="2059599"/>
                    <a:pt x="2059031" y="2653636"/>
                    <a:pt x="1326452" y="2653636"/>
                  </a:cubicBezTo>
                  <a:cubicBezTo>
                    <a:pt x="593873" y="2653636"/>
                    <a:pt x="0" y="2059599"/>
                    <a:pt x="0" y="1326818"/>
                  </a:cubicBezTo>
                  <a:cubicBezTo>
                    <a:pt x="0" y="594037"/>
                    <a:pt x="593873" y="0"/>
                    <a:pt x="13264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30" name="BackShape"/>
            <p:cNvGrpSpPr/>
            <p:nvPr/>
          </p:nvGrpSpPr>
          <p:grpSpPr>
            <a:xfrm>
              <a:off x="4142520" y="1549373"/>
              <a:ext cx="1912898" cy="1897542"/>
              <a:chOff x="7120252" y="1618207"/>
              <a:chExt cx="2215160" cy="2197378"/>
            </a:xfrm>
          </p:grpSpPr>
          <p:sp>
            <p:nvSpPr>
              <p:cNvPr id="132" name="Freeform 114"/>
              <p:cNvSpPr/>
              <p:nvPr/>
            </p:nvSpPr>
            <p:spPr bwMode="auto">
              <a:xfrm>
                <a:off x="7729083" y="2227884"/>
                <a:ext cx="1153306" cy="1141451"/>
              </a:xfrm>
              <a:custGeom>
                <a:avLst/>
                <a:gdLst>
                  <a:gd name="T0" fmla="*/ 575 w 576"/>
                  <a:gd name="T1" fmla="*/ 518 h 570"/>
                  <a:gd name="T2" fmla="*/ 576 w 576"/>
                  <a:gd name="T3" fmla="*/ 518 h 570"/>
                  <a:gd name="T4" fmla="*/ 52 w 576"/>
                  <a:gd name="T5" fmla="*/ 0 h 570"/>
                  <a:gd name="T6" fmla="*/ 37 w 576"/>
                  <a:gd name="T7" fmla="*/ 37 h 570"/>
                  <a:gd name="T8" fmla="*/ 0 w 576"/>
                  <a:gd name="T9" fmla="*/ 52 h 570"/>
                  <a:gd name="T10" fmla="*/ 524 w 576"/>
                  <a:gd name="T11" fmla="*/ 570 h 570"/>
                  <a:gd name="T12" fmla="*/ 525 w 576"/>
                  <a:gd name="T13" fmla="*/ 569 h 570"/>
                  <a:gd name="T14" fmla="*/ 575 w 576"/>
                  <a:gd name="T15" fmla="*/ 518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6" h="570">
                    <a:moveTo>
                      <a:pt x="575" y="518"/>
                    </a:moveTo>
                    <a:cubicBezTo>
                      <a:pt x="576" y="518"/>
                      <a:pt x="576" y="518"/>
                      <a:pt x="576" y="518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7" y="12"/>
                      <a:pt x="42" y="24"/>
                      <a:pt x="37" y="37"/>
                    </a:cubicBezTo>
                    <a:cubicBezTo>
                      <a:pt x="24" y="42"/>
                      <a:pt x="12" y="47"/>
                      <a:pt x="0" y="52"/>
                    </a:cubicBezTo>
                    <a:cubicBezTo>
                      <a:pt x="524" y="570"/>
                      <a:pt x="524" y="570"/>
                      <a:pt x="524" y="570"/>
                    </a:cubicBezTo>
                    <a:cubicBezTo>
                      <a:pt x="525" y="569"/>
                      <a:pt x="525" y="569"/>
                      <a:pt x="525" y="569"/>
                    </a:cubicBezTo>
                    <a:lnTo>
                      <a:pt x="575" y="51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3" name="Freeform 115"/>
              <p:cNvSpPr/>
              <p:nvPr/>
            </p:nvSpPr>
            <p:spPr bwMode="auto">
              <a:xfrm>
                <a:off x="8936582" y="3420988"/>
                <a:ext cx="398830" cy="394597"/>
              </a:xfrm>
              <a:custGeom>
                <a:avLst/>
                <a:gdLst>
                  <a:gd name="T0" fmla="*/ 199 w 199"/>
                  <a:gd name="T1" fmla="*/ 197 h 197"/>
                  <a:gd name="T2" fmla="*/ 59 w 199"/>
                  <a:gd name="T3" fmla="*/ 0 h 197"/>
                  <a:gd name="T4" fmla="*/ 58 w 199"/>
                  <a:gd name="T5" fmla="*/ 0 h 197"/>
                  <a:gd name="T6" fmla="*/ 55 w 199"/>
                  <a:gd name="T7" fmla="*/ 4 h 197"/>
                  <a:gd name="T8" fmla="*/ 5 w 199"/>
                  <a:gd name="T9" fmla="*/ 55 h 197"/>
                  <a:gd name="T10" fmla="*/ 0 w 199"/>
                  <a:gd name="T11" fmla="*/ 58 h 197"/>
                  <a:gd name="T12" fmla="*/ 1 w 199"/>
                  <a:gd name="T13" fmla="*/ 59 h 197"/>
                  <a:gd name="T14" fmla="*/ 199 w 199"/>
                  <a:gd name="T15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9" h="197">
                    <a:moveTo>
                      <a:pt x="199" y="197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59" y="0"/>
                      <a:pt x="58" y="0"/>
                      <a:pt x="58" y="0"/>
                    </a:cubicBezTo>
                    <a:cubicBezTo>
                      <a:pt x="57" y="2"/>
                      <a:pt x="56" y="3"/>
                      <a:pt x="55" y="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3" y="56"/>
                      <a:pt x="2" y="57"/>
                      <a:pt x="0" y="58"/>
                    </a:cubicBezTo>
                    <a:cubicBezTo>
                      <a:pt x="1" y="58"/>
                      <a:pt x="1" y="59"/>
                      <a:pt x="1" y="59"/>
                    </a:cubicBezTo>
                    <a:lnTo>
                      <a:pt x="199" y="197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4" name="Freeform 116"/>
              <p:cNvSpPr/>
              <p:nvPr/>
            </p:nvSpPr>
            <p:spPr bwMode="auto">
              <a:xfrm>
                <a:off x="8892550" y="3375263"/>
                <a:ext cx="164274" cy="165968"/>
              </a:xfrm>
              <a:custGeom>
                <a:avLst/>
                <a:gdLst>
                  <a:gd name="T0" fmla="*/ 77 w 82"/>
                  <a:gd name="T1" fmla="*/ 27 h 83"/>
                  <a:gd name="T2" fmla="*/ 80 w 82"/>
                  <a:gd name="T3" fmla="*/ 23 h 83"/>
                  <a:gd name="T4" fmla="*/ 77 w 82"/>
                  <a:gd name="T5" fmla="*/ 7 h 83"/>
                  <a:gd name="T6" fmla="*/ 75 w 82"/>
                  <a:gd name="T7" fmla="*/ 6 h 83"/>
                  <a:gd name="T8" fmla="*/ 55 w 82"/>
                  <a:gd name="T9" fmla="*/ 6 h 83"/>
                  <a:gd name="T10" fmla="*/ 5 w 82"/>
                  <a:gd name="T11" fmla="*/ 57 h 83"/>
                  <a:gd name="T12" fmla="*/ 5 w 82"/>
                  <a:gd name="T13" fmla="*/ 77 h 83"/>
                  <a:gd name="T14" fmla="*/ 7 w 82"/>
                  <a:gd name="T15" fmla="*/ 78 h 83"/>
                  <a:gd name="T16" fmla="*/ 22 w 82"/>
                  <a:gd name="T17" fmla="*/ 81 h 83"/>
                  <a:gd name="T18" fmla="*/ 27 w 82"/>
                  <a:gd name="T19" fmla="*/ 78 h 83"/>
                  <a:gd name="T20" fmla="*/ 77 w 82"/>
                  <a:gd name="T21" fmla="*/ 2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" h="83">
                    <a:moveTo>
                      <a:pt x="77" y="27"/>
                    </a:moveTo>
                    <a:cubicBezTo>
                      <a:pt x="78" y="26"/>
                      <a:pt x="79" y="25"/>
                      <a:pt x="80" y="23"/>
                    </a:cubicBezTo>
                    <a:cubicBezTo>
                      <a:pt x="82" y="18"/>
                      <a:pt x="81" y="12"/>
                      <a:pt x="77" y="7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0" y="0"/>
                      <a:pt x="61" y="1"/>
                      <a:pt x="55" y="6"/>
                    </a:cubicBezTo>
                    <a:cubicBezTo>
                      <a:pt x="5" y="57"/>
                      <a:pt x="5" y="57"/>
                      <a:pt x="5" y="57"/>
                    </a:cubicBezTo>
                    <a:cubicBezTo>
                      <a:pt x="0" y="62"/>
                      <a:pt x="0" y="71"/>
                      <a:pt x="5" y="77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11" y="82"/>
                      <a:pt x="17" y="83"/>
                      <a:pt x="22" y="81"/>
                    </a:cubicBezTo>
                    <a:cubicBezTo>
                      <a:pt x="24" y="80"/>
                      <a:pt x="25" y="79"/>
                      <a:pt x="27" y="78"/>
                    </a:cubicBezTo>
                    <a:lnTo>
                      <a:pt x="77" y="27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5" name="Freeform 117"/>
              <p:cNvSpPr/>
              <p:nvPr/>
            </p:nvSpPr>
            <p:spPr bwMode="auto">
              <a:xfrm>
                <a:off x="8850211" y="3335464"/>
                <a:ext cx="164274" cy="164274"/>
              </a:xfrm>
              <a:custGeom>
                <a:avLst/>
                <a:gdLst>
                  <a:gd name="T0" fmla="*/ 76 w 82"/>
                  <a:gd name="T1" fmla="*/ 6 h 82"/>
                  <a:gd name="T2" fmla="*/ 75 w 82"/>
                  <a:gd name="T3" fmla="*/ 5 h 82"/>
                  <a:gd name="T4" fmla="*/ 62 w 82"/>
                  <a:gd name="T5" fmla="*/ 1 h 82"/>
                  <a:gd name="T6" fmla="*/ 58 w 82"/>
                  <a:gd name="T7" fmla="*/ 8 h 82"/>
                  <a:gd name="T8" fmla="*/ 8 w 82"/>
                  <a:gd name="T9" fmla="*/ 58 h 82"/>
                  <a:gd name="T10" fmla="*/ 1 w 82"/>
                  <a:gd name="T11" fmla="*/ 62 h 82"/>
                  <a:gd name="T12" fmla="*/ 5 w 82"/>
                  <a:gd name="T13" fmla="*/ 75 h 82"/>
                  <a:gd name="T14" fmla="*/ 6 w 82"/>
                  <a:gd name="T15" fmla="*/ 77 h 82"/>
                  <a:gd name="T16" fmla="*/ 26 w 82"/>
                  <a:gd name="T17" fmla="*/ 77 h 82"/>
                  <a:gd name="T18" fmla="*/ 76 w 82"/>
                  <a:gd name="T19" fmla="*/ 26 h 82"/>
                  <a:gd name="T20" fmla="*/ 76 w 82"/>
                  <a:gd name="T21" fmla="*/ 6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" h="82">
                    <a:moveTo>
                      <a:pt x="76" y="6"/>
                    </a:moveTo>
                    <a:cubicBezTo>
                      <a:pt x="75" y="5"/>
                      <a:pt x="75" y="5"/>
                      <a:pt x="75" y="5"/>
                    </a:cubicBezTo>
                    <a:cubicBezTo>
                      <a:pt x="71" y="1"/>
                      <a:pt x="66" y="0"/>
                      <a:pt x="62" y="1"/>
                    </a:cubicBezTo>
                    <a:cubicBezTo>
                      <a:pt x="61" y="4"/>
                      <a:pt x="60" y="6"/>
                      <a:pt x="58" y="8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6" y="60"/>
                      <a:pt x="3" y="62"/>
                      <a:pt x="1" y="62"/>
                    </a:cubicBezTo>
                    <a:cubicBezTo>
                      <a:pt x="0" y="67"/>
                      <a:pt x="1" y="72"/>
                      <a:pt x="5" y="75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12" y="82"/>
                      <a:pt x="21" y="82"/>
                      <a:pt x="26" y="77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82" y="21"/>
                      <a:pt x="82" y="12"/>
                      <a:pt x="76" y="6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6" name="Freeform 118"/>
              <p:cNvSpPr/>
              <p:nvPr/>
            </p:nvSpPr>
            <p:spPr bwMode="auto">
              <a:xfrm>
                <a:off x="8812953" y="3297359"/>
                <a:ext cx="163427" cy="164274"/>
              </a:xfrm>
              <a:custGeom>
                <a:avLst/>
                <a:gdLst>
                  <a:gd name="T0" fmla="*/ 77 w 82"/>
                  <a:gd name="T1" fmla="*/ 27 h 82"/>
                  <a:gd name="T2" fmla="*/ 81 w 82"/>
                  <a:gd name="T3" fmla="*/ 20 h 82"/>
                  <a:gd name="T4" fmla="*/ 77 w 82"/>
                  <a:gd name="T5" fmla="*/ 7 h 82"/>
                  <a:gd name="T6" fmla="*/ 75 w 82"/>
                  <a:gd name="T7" fmla="*/ 5 h 82"/>
                  <a:gd name="T8" fmla="*/ 55 w 82"/>
                  <a:gd name="T9" fmla="*/ 6 h 82"/>
                  <a:gd name="T10" fmla="*/ 5 w 82"/>
                  <a:gd name="T11" fmla="*/ 56 h 82"/>
                  <a:gd name="T12" fmla="*/ 5 w 82"/>
                  <a:gd name="T13" fmla="*/ 76 h 82"/>
                  <a:gd name="T14" fmla="*/ 7 w 82"/>
                  <a:gd name="T15" fmla="*/ 78 h 82"/>
                  <a:gd name="T16" fmla="*/ 20 w 82"/>
                  <a:gd name="T17" fmla="*/ 81 h 82"/>
                  <a:gd name="T18" fmla="*/ 27 w 82"/>
                  <a:gd name="T19" fmla="*/ 77 h 82"/>
                  <a:gd name="T20" fmla="*/ 77 w 82"/>
                  <a:gd name="T21" fmla="*/ 2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" h="82">
                    <a:moveTo>
                      <a:pt x="77" y="27"/>
                    </a:moveTo>
                    <a:cubicBezTo>
                      <a:pt x="79" y="25"/>
                      <a:pt x="80" y="23"/>
                      <a:pt x="81" y="20"/>
                    </a:cubicBezTo>
                    <a:cubicBezTo>
                      <a:pt x="82" y="15"/>
                      <a:pt x="80" y="11"/>
                      <a:pt x="77" y="7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0" y="0"/>
                      <a:pt x="61" y="0"/>
                      <a:pt x="55" y="6"/>
                    </a:cubicBezTo>
                    <a:cubicBezTo>
                      <a:pt x="5" y="56"/>
                      <a:pt x="5" y="56"/>
                      <a:pt x="5" y="56"/>
                    </a:cubicBezTo>
                    <a:cubicBezTo>
                      <a:pt x="0" y="62"/>
                      <a:pt x="0" y="71"/>
                      <a:pt x="5" y="76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10" y="81"/>
                      <a:pt x="15" y="82"/>
                      <a:pt x="20" y="81"/>
                    </a:cubicBezTo>
                    <a:cubicBezTo>
                      <a:pt x="22" y="81"/>
                      <a:pt x="25" y="79"/>
                      <a:pt x="27" y="77"/>
                    </a:cubicBezTo>
                    <a:lnTo>
                      <a:pt x="77" y="27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7" name="Freeform 119"/>
              <p:cNvSpPr/>
              <p:nvPr/>
            </p:nvSpPr>
            <p:spPr bwMode="auto">
              <a:xfrm>
                <a:off x="8768074" y="3255021"/>
                <a:ext cx="166814" cy="165968"/>
              </a:xfrm>
              <a:custGeom>
                <a:avLst/>
                <a:gdLst>
                  <a:gd name="T0" fmla="*/ 77 w 83"/>
                  <a:gd name="T1" fmla="*/ 7 h 83"/>
                  <a:gd name="T2" fmla="*/ 76 w 83"/>
                  <a:gd name="T3" fmla="*/ 5 h 83"/>
                  <a:gd name="T4" fmla="*/ 57 w 83"/>
                  <a:gd name="T5" fmla="*/ 5 h 83"/>
                  <a:gd name="T6" fmla="*/ 56 w 83"/>
                  <a:gd name="T7" fmla="*/ 5 h 83"/>
                  <a:gd name="T8" fmla="*/ 6 w 83"/>
                  <a:gd name="T9" fmla="*/ 56 h 83"/>
                  <a:gd name="T10" fmla="*/ 5 w 83"/>
                  <a:gd name="T11" fmla="*/ 57 h 83"/>
                  <a:gd name="T12" fmla="*/ 6 w 83"/>
                  <a:gd name="T13" fmla="*/ 76 h 83"/>
                  <a:gd name="T14" fmla="*/ 7 w 83"/>
                  <a:gd name="T15" fmla="*/ 77 h 83"/>
                  <a:gd name="T16" fmla="*/ 27 w 83"/>
                  <a:gd name="T17" fmla="*/ 77 h 83"/>
                  <a:gd name="T18" fmla="*/ 77 w 83"/>
                  <a:gd name="T19" fmla="*/ 27 h 83"/>
                  <a:gd name="T20" fmla="*/ 77 w 83"/>
                  <a:gd name="T21" fmla="*/ 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" h="83">
                    <a:moveTo>
                      <a:pt x="77" y="7"/>
                    </a:moveTo>
                    <a:cubicBezTo>
                      <a:pt x="76" y="5"/>
                      <a:pt x="76" y="5"/>
                      <a:pt x="76" y="5"/>
                    </a:cubicBezTo>
                    <a:cubicBezTo>
                      <a:pt x="70" y="0"/>
                      <a:pt x="62" y="0"/>
                      <a:pt x="57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5" y="57"/>
                      <a:pt x="5" y="57"/>
                      <a:pt x="5" y="57"/>
                    </a:cubicBezTo>
                    <a:cubicBezTo>
                      <a:pt x="0" y="62"/>
                      <a:pt x="1" y="71"/>
                      <a:pt x="6" y="76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13" y="83"/>
                      <a:pt x="22" y="83"/>
                      <a:pt x="27" y="77"/>
                    </a:cubicBezTo>
                    <a:cubicBezTo>
                      <a:pt x="77" y="27"/>
                      <a:pt x="77" y="27"/>
                      <a:pt x="77" y="27"/>
                    </a:cubicBezTo>
                    <a:cubicBezTo>
                      <a:pt x="83" y="21"/>
                      <a:pt x="83" y="12"/>
                      <a:pt x="77" y="7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8" name="Freeform 120"/>
              <p:cNvSpPr/>
              <p:nvPr/>
            </p:nvSpPr>
            <p:spPr bwMode="auto">
              <a:xfrm>
                <a:off x="7120252" y="1830747"/>
                <a:ext cx="682500" cy="709597"/>
              </a:xfrm>
              <a:custGeom>
                <a:avLst/>
                <a:gdLst>
                  <a:gd name="T0" fmla="*/ 222 w 341"/>
                  <a:gd name="T1" fmla="*/ 117 h 354"/>
                  <a:gd name="T2" fmla="*/ 27 w 341"/>
                  <a:gd name="T3" fmla="*/ 120 h 354"/>
                  <a:gd name="T4" fmla="*/ 304 w 341"/>
                  <a:gd name="T5" fmla="*/ 250 h 354"/>
                  <a:gd name="T6" fmla="*/ 341 w 341"/>
                  <a:gd name="T7" fmla="*/ 235 h 354"/>
                  <a:gd name="T8" fmla="*/ 222 w 341"/>
                  <a:gd name="T9" fmla="*/ 117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1" h="354">
                    <a:moveTo>
                      <a:pt x="222" y="117"/>
                    </a:moveTo>
                    <a:cubicBezTo>
                      <a:pt x="96" y="0"/>
                      <a:pt x="56" y="8"/>
                      <a:pt x="27" y="120"/>
                    </a:cubicBezTo>
                    <a:cubicBezTo>
                      <a:pt x="0" y="220"/>
                      <a:pt x="38" y="354"/>
                      <a:pt x="304" y="250"/>
                    </a:cubicBezTo>
                    <a:cubicBezTo>
                      <a:pt x="316" y="245"/>
                      <a:pt x="328" y="240"/>
                      <a:pt x="341" y="235"/>
                    </a:cubicBezTo>
                    <a:cubicBezTo>
                      <a:pt x="293" y="188"/>
                      <a:pt x="253" y="149"/>
                      <a:pt x="222" y="117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9" name="Freeform 121"/>
              <p:cNvSpPr/>
              <p:nvPr/>
            </p:nvSpPr>
            <p:spPr bwMode="auto">
              <a:xfrm>
                <a:off x="7322631" y="1618207"/>
                <a:ext cx="712984" cy="683347"/>
              </a:xfrm>
              <a:custGeom>
                <a:avLst/>
                <a:gdLst>
                  <a:gd name="T0" fmla="*/ 240 w 356"/>
                  <a:gd name="T1" fmla="*/ 341 h 341"/>
                  <a:gd name="T2" fmla="*/ 255 w 356"/>
                  <a:gd name="T3" fmla="*/ 304 h 341"/>
                  <a:gd name="T4" fmla="*/ 122 w 356"/>
                  <a:gd name="T5" fmla="*/ 27 h 341"/>
                  <a:gd name="T6" fmla="*/ 121 w 356"/>
                  <a:gd name="T7" fmla="*/ 223 h 341"/>
                  <a:gd name="T8" fmla="*/ 240 w 356"/>
                  <a:gd name="T9" fmla="*/ 341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6" h="341">
                    <a:moveTo>
                      <a:pt x="240" y="341"/>
                    </a:moveTo>
                    <a:cubicBezTo>
                      <a:pt x="245" y="328"/>
                      <a:pt x="250" y="316"/>
                      <a:pt x="255" y="304"/>
                    </a:cubicBezTo>
                    <a:cubicBezTo>
                      <a:pt x="356" y="36"/>
                      <a:pt x="222" y="0"/>
                      <a:pt x="122" y="27"/>
                    </a:cubicBezTo>
                    <a:cubicBezTo>
                      <a:pt x="10" y="59"/>
                      <a:pt x="0" y="94"/>
                      <a:pt x="121" y="223"/>
                    </a:cubicBezTo>
                    <a:cubicBezTo>
                      <a:pt x="152" y="255"/>
                      <a:pt x="192" y="294"/>
                      <a:pt x="240" y="341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31" name="ValueText"/>
            <p:cNvSpPr txBox="1"/>
            <p:nvPr/>
          </p:nvSpPr>
          <p:spPr>
            <a:xfrm>
              <a:off x="5658791" y="5445958"/>
              <a:ext cx="743919" cy="557939"/>
            </a:xfrm>
            <a:prstGeom prst="rect">
              <a:avLst/>
            </a:prstGeom>
          </p:spPr>
          <p:txBody>
            <a:bodyPr wrap="none" lIns="0" tIns="0" rIns="0" bIns="0">
              <a:prstTxWarp prst="textPlain">
                <a:avLst/>
              </a:prstTxWarp>
              <a:normAutofit/>
            </a:bodyPr>
            <a:lstStyle/>
            <a:p>
              <a:r>
                <a:rPr lang="en-US" altLang="zh-CN">
                  <a:solidFill>
                    <a:schemeClr val="dk2">
                      <a:lumMod val="50000"/>
                      <a:lumOff val="50000"/>
                    </a:schemeClr>
                  </a:solidFill>
                  <a:latin typeface="Impact" panose="020B0806030902050204" pitchFamily="34" charset="0"/>
                </a:rPr>
                <a:t>27%</a:t>
              </a:r>
              <a:endParaRPr lang="en-US" altLang="zh-CN">
                <a:solidFill>
                  <a:schemeClr val="dk2">
                    <a:lumMod val="50000"/>
                    <a:lumOff val="50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243" name="2c5f5e1c-00ed-463a-9cb9-7b1a0ed7a8eb" descr="aQUAAB+LCAAAAAAABADFklFPwjAQx79L1bdJxqKgexsaDA+KCYs+GB7qerCStSNdZzBk3912a8dgE+HJ7KW7/u/u97/eFl3K7zUgH80YFvKR4qXAbCKBIQdNCPJ5niQOGlFOKF8+iTRfZ8j/2NZpzZt3KuM3nOSgczmVFCfVr9/SW9kz5ZTlzMjcnqtCeNMI9d0qSAlJoCmbcAniq+7Q17HyPJNCNRingmGpGm7d4gqZK+QP7npuoZMJbFQhB4UVluUxeHoAnT71hbYZkFWeSQZc7pJesRodKKoOv+28nbrG8Q7ncX3fMRFv6JYeTOVZjNfwokppXjMBHULz2twerOqrDnu2C+dX3hA2ZzrUGU1vXc9xlL5suYM3BF3Y8w7wehEf0iQVfy+ilbXup4sFjSCMgYHVhJTLgBPFTOwWjgRdxpJDlpnA9HMFkWyk+bdalWexqnkxHt94w0EQIGvPLbq20TY8dRsP9Kc8U5nSfCflNwMZRJEasyGvDJXxlk+Lf84eWsy9t6yCR1bw38x556zpMW9z9f0Ag5s6M2kFAAA="/>
          <p:cNvGrpSpPr>
            <a:grpSpLocks noChangeAspect="1"/>
          </p:cNvGrpSpPr>
          <p:nvPr/>
        </p:nvGrpSpPr>
        <p:grpSpPr>
          <a:xfrm>
            <a:off x="8171327" y="2131163"/>
            <a:ext cx="2276372" cy="2595676"/>
            <a:chOff x="4133738" y="1528900"/>
            <a:chExt cx="3924508" cy="4474997"/>
          </a:xfrm>
        </p:grpSpPr>
        <p:grpSp>
          <p:nvGrpSpPr>
            <p:cNvPr id="244" name="BackShape"/>
            <p:cNvGrpSpPr/>
            <p:nvPr/>
          </p:nvGrpSpPr>
          <p:grpSpPr>
            <a:xfrm>
              <a:off x="4133738" y="1528900"/>
              <a:ext cx="3924508" cy="3800206"/>
              <a:chOff x="7110091" y="1594497"/>
              <a:chExt cx="4544635" cy="4400684"/>
            </a:xfrm>
            <a:solidFill>
              <a:schemeClr val="tx2">
                <a:lumMod val="20000"/>
                <a:lumOff val="80000"/>
              </a:schemeClr>
            </a:solidFill>
          </p:grpSpPr>
          <p:sp>
            <p:nvSpPr>
              <p:cNvPr id="259" name="Freeform 5"/>
              <p:cNvSpPr/>
              <p:nvPr/>
            </p:nvSpPr>
            <p:spPr bwMode="auto">
              <a:xfrm>
                <a:off x="7846784" y="2420102"/>
                <a:ext cx="535161" cy="530080"/>
              </a:xfrm>
              <a:custGeom>
                <a:avLst/>
                <a:gdLst>
                  <a:gd name="T0" fmla="*/ 239 w 267"/>
                  <a:gd name="T1" fmla="*/ 134 h 265"/>
                  <a:gd name="T2" fmla="*/ 229 w 267"/>
                  <a:gd name="T3" fmla="*/ 88 h 265"/>
                  <a:gd name="T4" fmla="*/ 253 w 267"/>
                  <a:gd name="T5" fmla="*/ 76 h 265"/>
                  <a:gd name="T6" fmla="*/ 215 w 267"/>
                  <a:gd name="T7" fmla="*/ 30 h 265"/>
                  <a:gd name="T8" fmla="*/ 199 w 267"/>
                  <a:gd name="T9" fmla="*/ 51 h 265"/>
                  <a:gd name="T10" fmla="*/ 156 w 267"/>
                  <a:gd name="T11" fmla="*/ 31 h 265"/>
                  <a:gd name="T12" fmla="*/ 162 w 267"/>
                  <a:gd name="T13" fmla="*/ 5 h 265"/>
                  <a:gd name="T14" fmla="*/ 103 w 267"/>
                  <a:gd name="T15" fmla="*/ 5 h 265"/>
                  <a:gd name="T16" fmla="*/ 109 w 267"/>
                  <a:gd name="T17" fmla="*/ 31 h 265"/>
                  <a:gd name="T18" fmla="*/ 66 w 267"/>
                  <a:gd name="T19" fmla="*/ 52 h 265"/>
                  <a:gd name="T20" fmla="*/ 49 w 267"/>
                  <a:gd name="T21" fmla="*/ 31 h 265"/>
                  <a:gd name="T22" fmla="*/ 12 w 267"/>
                  <a:gd name="T23" fmla="*/ 77 h 265"/>
                  <a:gd name="T24" fmla="*/ 37 w 267"/>
                  <a:gd name="T25" fmla="*/ 89 h 265"/>
                  <a:gd name="T26" fmla="*/ 27 w 267"/>
                  <a:gd name="T27" fmla="*/ 135 h 265"/>
                  <a:gd name="T28" fmla="*/ 27 w 267"/>
                  <a:gd name="T29" fmla="*/ 135 h 265"/>
                  <a:gd name="T30" fmla="*/ 0 w 267"/>
                  <a:gd name="T31" fmla="*/ 135 h 265"/>
                  <a:gd name="T32" fmla="*/ 13 w 267"/>
                  <a:gd name="T33" fmla="*/ 193 h 265"/>
                  <a:gd name="T34" fmla="*/ 37 w 267"/>
                  <a:gd name="T35" fmla="*/ 181 h 265"/>
                  <a:gd name="T36" fmla="*/ 66 w 267"/>
                  <a:gd name="T37" fmla="*/ 218 h 265"/>
                  <a:gd name="T38" fmla="*/ 50 w 267"/>
                  <a:gd name="T39" fmla="*/ 239 h 265"/>
                  <a:gd name="T40" fmla="*/ 103 w 267"/>
                  <a:gd name="T41" fmla="*/ 265 h 265"/>
                  <a:gd name="T42" fmla="*/ 109 w 267"/>
                  <a:gd name="T43" fmla="*/ 239 h 265"/>
                  <a:gd name="T44" fmla="*/ 133 w 267"/>
                  <a:gd name="T45" fmla="*/ 241 h 265"/>
                  <a:gd name="T46" fmla="*/ 156 w 267"/>
                  <a:gd name="T47" fmla="*/ 239 h 265"/>
                  <a:gd name="T48" fmla="*/ 162 w 267"/>
                  <a:gd name="T49" fmla="*/ 265 h 265"/>
                  <a:gd name="T50" fmla="*/ 216 w 267"/>
                  <a:gd name="T51" fmla="*/ 239 h 265"/>
                  <a:gd name="T52" fmla="*/ 199 w 267"/>
                  <a:gd name="T53" fmla="*/ 218 h 265"/>
                  <a:gd name="T54" fmla="*/ 229 w 267"/>
                  <a:gd name="T55" fmla="*/ 181 h 265"/>
                  <a:gd name="T56" fmla="*/ 253 w 267"/>
                  <a:gd name="T57" fmla="*/ 193 h 265"/>
                  <a:gd name="T58" fmla="*/ 267 w 267"/>
                  <a:gd name="T59" fmla="*/ 135 h 265"/>
                  <a:gd name="T60" fmla="*/ 267 w 267"/>
                  <a:gd name="T61" fmla="*/ 134 h 265"/>
                  <a:gd name="T62" fmla="*/ 239 w 267"/>
                  <a:gd name="T63" fmla="*/ 134 h 265"/>
                  <a:gd name="T64" fmla="*/ 75 w 267"/>
                  <a:gd name="T65" fmla="*/ 135 h 265"/>
                  <a:gd name="T66" fmla="*/ 133 w 267"/>
                  <a:gd name="T67" fmla="*/ 77 h 265"/>
                  <a:gd name="T68" fmla="*/ 190 w 267"/>
                  <a:gd name="T69" fmla="*/ 135 h 265"/>
                  <a:gd name="T70" fmla="*/ 133 w 267"/>
                  <a:gd name="T71" fmla="*/ 192 h 265"/>
                  <a:gd name="T72" fmla="*/ 75 w 267"/>
                  <a:gd name="T73" fmla="*/ 135 h 2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67" h="265">
                    <a:moveTo>
                      <a:pt x="239" y="134"/>
                    </a:moveTo>
                    <a:cubicBezTo>
                      <a:pt x="239" y="114"/>
                      <a:pt x="235" y="102"/>
                      <a:pt x="229" y="88"/>
                    </a:cubicBezTo>
                    <a:cubicBezTo>
                      <a:pt x="253" y="76"/>
                      <a:pt x="253" y="76"/>
                      <a:pt x="253" y="76"/>
                    </a:cubicBezTo>
                    <a:cubicBezTo>
                      <a:pt x="244" y="59"/>
                      <a:pt x="231" y="43"/>
                      <a:pt x="215" y="30"/>
                    </a:cubicBezTo>
                    <a:cubicBezTo>
                      <a:pt x="199" y="51"/>
                      <a:pt x="199" y="51"/>
                      <a:pt x="199" y="51"/>
                    </a:cubicBezTo>
                    <a:cubicBezTo>
                      <a:pt x="187" y="41"/>
                      <a:pt x="172" y="34"/>
                      <a:pt x="156" y="31"/>
                    </a:cubicBezTo>
                    <a:cubicBezTo>
                      <a:pt x="162" y="5"/>
                      <a:pt x="162" y="5"/>
                      <a:pt x="162" y="5"/>
                    </a:cubicBezTo>
                    <a:cubicBezTo>
                      <a:pt x="143" y="0"/>
                      <a:pt x="122" y="0"/>
                      <a:pt x="103" y="5"/>
                    </a:cubicBezTo>
                    <a:cubicBezTo>
                      <a:pt x="109" y="31"/>
                      <a:pt x="109" y="31"/>
                      <a:pt x="109" y="31"/>
                    </a:cubicBezTo>
                    <a:cubicBezTo>
                      <a:pt x="93" y="35"/>
                      <a:pt x="78" y="42"/>
                      <a:pt x="66" y="52"/>
                    </a:cubicBezTo>
                    <a:cubicBezTo>
                      <a:pt x="49" y="31"/>
                      <a:pt x="49" y="31"/>
                      <a:pt x="49" y="31"/>
                    </a:cubicBezTo>
                    <a:cubicBezTo>
                      <a:pt x="34" y="43"/>
                      <a:pt x="21" y="59"/>
                      <a:pt x="12" y="77"/>
                    </a:cubicBezTo>
                    <a:cubicBezTo>
                      <a:pt x="37" y="89"/>
                      <a:pt x="37" y="89"/>
                      <a:pt x="37" y="89"/>
                    </a:cubicBezTo>
                    <a:cubicBezTo>
                      <a:pt x="30" y="103"/>
                      <a:pt x="27" y="118"/>
                      <a:pt x="27" y="135"/>
                    </a:cubicBezTo>
                    <a:cubicBezTo>
                      <a:pt x="27" y="135"/>
                      <a:pt x="27" y="135"/>
                      <a:pt x="27" y="135"/>
                    </a:cubicBezTo>
                    <a:cubicBezTo>
                      <a:pt x="0" y="135"/>
                      <a:pt x="0" y="135"/>
                      <a:pt x="0" y="135"/>
                    </a:cubicBezTo>
                    <a:cubicBezTo>
                      <a:pt x="0" y="155"/>
                      <a:pt x="4" y="175"/>
                      <a:pt x="13" y="193"/>
                    </a:cubicBezTo>
                    <a:cubicBezTo>
                      <a:pt x="37" y="181"/>
                      <a:pt x="37" y="181"/>
                      <a:pt x="37" y="181"/>
                    </a:cubicBezTo>
                    <a:cubicBezTo>
                      <a:pt x="44" y="196"/>
                      <a:pt x="54" y="208"/>
                      <a:pt x="66" y="218"/>
                    </a:cubicBezTo>
                    <a:cubicBezTo>
                      <a:pt x="50" y="239"/>
                      <a:pt x="50" y="239"/>
                      <a:pt x="50" y="239"/>
                    </a:cubicBezTo>
                    <a:cubicBezTo>
                      <a:pt x="65" y="252"/>
                      <a:pt x="84" y="260"/>
                      <a:pt x="103" y="265"/>
                    </a:cubicBezTo>
                    <a:cubicBezTo>
                      <a:pt x="109" y="239"/>
                      <a:pt x="109" y="239"/>
                      <a:pt x="109" y="239"/>
                    </a:cubicBezTo>
                    <a:cubicBezTo>
                      <a:pt x="117" y="240"/>
                      <a:pt x="125" y="241"/>
                      <a:pt x="133" y="241"/>
                    </a:cubicBezTo>
                    <a:cubicBezTo>
                      <a:pt x="141" y="241"/>
                      <a:pt x="149" y="240"/>
                      <a:pt x="156" y="239"/>
                    </a:cubicBezTo>
                    <a:cubicBezTo>
                      <a:pt x="162" y="265"/>
                      <a:pt x="162" y="265"/>
                      <a:pt x="162" y="265"/>
                    </a:cubicBezTo>
                    <a:cubicBezTo>
                      <a:pt x="182" y="260"/>
                      <a:pt x="200" y="251"/>
                      <a:pt x="216" y="239"/>
                    </a:cubicBezTo>
                    <a:cubicBezTo>
                      <a:pt x="199" y="218"/>
                      <a:pt x="199" y="218"/>
                      <a:pt x="199" y="218"/>
                    </a:cubicBezTo>
                    <a:cubicBezTo>
                      <a:pt x="212" y="208"/>
                      <a:pt x="222" y="196"/>
                      <a:pt x="229" y="181"/>
                    </a:cubicBezTo>
                    <a:cubicBezTo>
                      <a:pt x="253" y="193"/>
                      <a:pt x="253" y="193"/>
                      <a:pt x="253" y="193"/>
                    </a:cubicBezTo>
                    <a:cubicBezTo>
                      <a:pt x="262" y="174"/>
                      <a:pt x="267" y="155"/>
                      <a:pt x="267" y="135"/>
                    </a:cubicBezTo>
                    <a:cubicBezTo>
                      <a:pt x="267" y="134"/>
                      <a:pt x="267" y="134"/>
                      <a:pt x="267" y="134"/>
                    </a:cubicBezTo>
                    <a:lnTo>
                      <a:pt x="239" y="134"/>
                    </a:lnTo>
                    <a:close/>
                    <a:moveTo>
                      <a:pt x="75" y="135"/>
                    </a:moveTo>
                    <a:cubicBezTo>
                      <a:pt x="75" y="103"/>
                      <a:pt x="101" y="77"/>
                      <a:pt x="133" y="77"/>
                    </a:cubicBezTo>
                    <a:cubicBezTo>
                      <a:pt x="164" y="77"/>
                      <a:pt x="190" y="103"/>
                      <a:pt x="190" y="135"/>
                    </a:cubicBezTo>
                    <a:cubicBezTo>
                      <a:pt x="190" y="166"/>
                      <a:pt x="164" y="192"/>
                      <a:pt x="133" y="192"/>
                    </a:cubicBezTo>
                    <a:cubicBezTo>
                      <a:pt x="101" y="192"/>
                      <a:pt x="75" y="166"/>
                      <a:pt x="75" y="13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0" name="Freeform 6"/>
              <p:cNvSpPr/>
              <p:nvPr/>
            </p:nvSpPr>
            <p:spPr bwMode="auto">
              <a:xfrm>
                <a:off x="10795251" y="3935827"/>
                <a:ext cx="573266" cy="138871"/>
              </a:xfrm>
              <a:custGeom>
                <a:avLst/>
                <a:gdLst>
                  <a:gd name="T0" fmla="*/ 677 w 677"/>
                  <a:gd name="T1" fmla="*/ 142 h 164"/>
                  <a:gd name="T2" fmla="*/ 672 w 677"/>
                  <a:gd name="T3" fmla="*/ 0 h 164"/>
                  <a:gd name="T4" fmla="*/ 0 w 677"/>
                  <a:gd name="T5" fmla="*/ 22 h 164"/>
                  <a:gd name="T6" fmla="*/ 5 w 677"/>
                  <a:gd name="T7" fmla="*/ 164 h 164"/>
                  <a:gd name="T8" fmla="*/ 677 w 677"/>
                  <a:gd name="T9" fmla="*/ 142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77" h="164">
                    <a:moveTo>
                      <a:pt x="677" y="142"/>
                    </a:moveTo>
                    <a:lnTo>
                      <a:pt x="672" y="0"/>
                    </a:lnTo>
                    <a:lnTo>
                      <a:pt x="0" y="22"/>
                    </a:lnTo>
                    <a:lnTo>
                      <a:pt x="5" y="164"/>
                    </a:lnTo>
                    <a:lnTo>
                      <a:pt x="677" y="14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1" name="Freeform 7"/>
              <p:cNvSpPr/>
              <p:nvPr/>
            </p:nvSpPr>
            <p:spPr bwMode="auto">
              <a:xfrm>
                <a:off x="10801178" y="4112803"/>
                <a:ext cx="300605" cy="138024"/>
              </a:xfrm>
              <a:custGeom>
                <a:avLst/>
                <a:gdLst>
                  <a:gd name="T0" fmla="*/ 355 w 355"/>
                  <a:gd name="T1" fmla="*/ 151 h 163"/>
                  <a:gd name="T2" fmla="*/ 350 w 355"/>
                  <a:gd name="T3" fmla="*/ 0 h 163"/>
                  <a:gd name="T4" fmla="*/ 0 w 355"/>
                  <a:gd name="T5" fmla="*/ 11 h 163"/>
                  <a:gd name="T6" fmla="*/ 5 w 355"/>
                  <a:gd name="T7" fmla="*/ 163 h 163"/>
                  <a:gd name="T8" fmla="*/ 355 w 355"/>
                  <a:gd name="T9" fmla="*/ 151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5" h="163">
                    <a:moveTo>
                      <a:pt x="355" y="151"/>
                    </a:moveTo>
                    <a:lnTo>
                      <a:pt x="350" y="0"/>
                    </a:lnTo>
                    <a:lnTo>
                      <a:pt x="0" y="11"/>
                    </a:lnTo>
                    <a:lnTo>
                      <a:pt x="5" y="163"/>
                    </a:lnTo>
                    <a:lnTo>
                      <a:pt x="355" y="15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2" name="Freeform 8"/>
              <p:cNvSpPr/>
              <p:nvPr/>
            </p:nvSpPr>
            <p:spPr bwMode="auto">
              <a:xfrm>
                <a:off x="10807105" y="4284698"/>
                <a:ext cx="451330" cy="133790"/>
              </a:xfrm>
              <a:custGeom>
                <a:avLst/>
                <a:gdLst>
                  <a:gd name="T0" fmla="*/ 528 w 533"/>
                  <a:gd name="T1" fmla="*/ 0 h 158"/>
                  <a:gd name="T2" fmla="*/ 0 w 533"/>
                  <a:gd name="T3" fmla="*/ 17 h 158"/>
                  <a:gd name="T4" fmla="*/ 3 w 533"/>
                  <a:gd name="T5" fmla="*/ 158 h 158"/>
                  <a:gd name="T6" fmla="*/ 533 w 533"/>
                  <a:gd name="T7" fmla="*/ 142 h 158"/>
                  <a:gd name="T8" fmla="*/ 528 w 533"/>
                  <a:gd name="T9" fmla="*/ 0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3" h="158">
                    <a:moveTo>
                      <a:pt x="528" y="0"/>
                    </a:moveTo>
                    <a:lnTo>
                      <a:pt x="0" y="17"/>
                    </a:lnTo>
                    <a:lnTo>
                      <a:pt x="3" y="158"/>
                    </a:lnTo>
                    <a:lnTo>
                      <a:pt x="533" y="142"/>
                    </a:lnTo>
                    <a:lnTo>
                      <a:pt x="528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3" name="Freeform 9"/>
              <p:cNvSpPr/>
              <p:nvPr/>
            </p:nvSpPr>
            <p:spPr bwMode="auto">
              <a:xfrm>
                <a:off x="10727509" y="3807964"/>
                <a:ext cx="626613" cy="636774"/>
              </a:xfrm>
              <a:custGeom>
                <a:avLst/>
                <a:gdLst>
                  <a:gd name="T0" fmla="*/ 92 w 740"/>
                  <a:gd name="T1" fmla="*/ 523 h 752"/>
                  <a:gd name="T2" fmla="*/ 87 w 740"/>
                  <a:gd name="T3" fmla="*/ 371 h 752"/>
                  <a:gd name="T4" fmla="*/ 85 w 740"/>
                  <a:gd name="T5" fmla="*/ 315 h 752"/>
                  <a:gd name="T6" fmla="*/ 80 w 740"/>
                  <a:gd name="T7" fmla="*/ 173 h 752"/>
                  <a:gd name="T8" fmla="*/ 78 w 740"/>
                  <a:gd name="T9" fmla="*/ 97 h 752"/>
                  <a:gd name="T10" fmla="*/ 740 w 740"/>
                  <a:gd name="T11" fmla="*/ 76 h 752"/>
                  <a:gd name="T12" fmla="*/ 738 w 740"/>
                  <a:gd name="T13" fmla="*/ 0 h 752"/>
                  <a:gd name="T14" fmla="*/ 61 w 740"/>
                  <a:gd name="T15" fmla="*/ 21 h 752"/>
                  <a:gd name="T16" fmla="*/ 0 w 740"/>
                  <a:gd name="T17" fmla="*/ 24 h 752"/>
                  <a:gd name="T18" fmla="*/ 23 w 740"/>
                  <a:gd name="T19" fmla="*/ 752 h 752"/>
                  <a:gd name="T20" fmla="*/ 99 w 740"/>
                  <a:gd name="T21" fmla="*/ 750 h 752"/>
                  <a:gd name="T22" fmla="*/ 97 w 740"/>
                  <a:gd name="T23" fmla="*/ 721 h 752"/>
                  <a:gd name="T24" fmla="*/ 94 w 740"/>
                  <a:gd name="T25" fmla="*/ 580 h 752"/>
                  <a:gd name="T26" fmla="*/ 92 w 740"/>
                  <a:gd name="T27" fmla="*/ 523 h 7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40" h="752">
                    <a:moveTo>
                      <a:pt x="92" y="523"/>
                    </a:moveTo>
                    <a:lnTo>
                      <a:pt x="87" y="371"/>
                    </a:lnTo>
                    <a:lnTo>
                      <a:pt x="85" y="315"/>
                    </a:lnTo>
                    <a:lnTo>
                      <a:pt x="80" y="173"/>
                    </a:lnTo>
                    <a:lnTo>
                      <a:pt x="78" y="97"/>
                    </a:lnTo>
                    <a:lnTo>
                      <a:pt x="740" y="76"/>
                    </a:lnTo>
                    <a:lnTo>
                      <a:pt x="738" y="0"/>
                    </a:lnTo>
                    <a:lnTo>
                      <a:pt x="61" y="21"/>
                    </a:lnTo>
                    <a:lnTo>
                      <a:pt x="0" y="24"/>
                    </a:lnTo>
                    <a:lnTo>
                      <a:pt x="23" y="752"/>
                    </a:lnTo>
                    <a:lnTo>
                      <a:pt x="99" y="750"/>
                    </a:lnTo>
                    <a:lnTo>
                      <a:pt x="97" y="721"/>
                    </a:lnTo>
                    <a:lnTo>
                      <a:pt x="94" y="580"/>
                    </a:lnTo>
                    <a:lnTo>
                      <a:pt x="92" y="52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4" name="Freeform 10"/>
              <p:cNvSpPr/>
              <p:nvPr/>
            </p:nvSpPr>
            <p:spPr bwMode="auto">
              <a:xfrm>
                <a:off x="10118678" y="1817199"/>
                <a:ext cx="358185" cy="464032"/>
              </a:xfrm>
              <a:custGeom>
                <a:avLst/>
                <a:gdLst>
                  <a:gd name="T0" fmla="*/ 179 w 179"/>
                  <a:gd name="T1" fmla="*/ 134 h 232"/>
                  <a:gd name="T2" fmla="*/ 140 w 179"/>
                  <a:gd name="T3" fmla="*/ 119 h 232"/>
                  <a:gd name="T4" fmla="*/ 138 w 179"/>
                  <a:gd name="T5" fmla="*/ 24 h 232"/>
                  <a:gd name="T6" fmla="*/ 109 w 179"/>
                  <a:gd name="T7" fmla="*/ 31 h 232"/>
                  <a:gd name="T8" fmla="*/ 91 w 179"/>
                  <a:gd name="T9" fmla="*/ 95 h 232"/>
                  <a:gd name="T10" fmla="*/ 26 w 179"/>
                  <a:gd name="T11" fmla="*/ 90 h 232"/>
                  <a:gd name="T12" fmla="*/ 18 w 179"/>
                  <a:gd name="T13" fmla="*/ 120 h 232"/>
                  <a:gd name="T14" fmla="*/ 16 w 179"/>
                  <a:gd name="T15" fmla="*/ 152 h 232"/>
                  <a:gd name="T16" fmla="*/ 17 w 179"/>
                  <a:gd name="T17" fmla="*/ 185 h 232"/>
                  <a:gd name="T18" fmla="*/ 34 w 179"/>
                  <a:gd name="T19" fmla="*/ 219 h 232"/>
                  <a:gd name="T20" fmla="*/ 131 w 179"/>
                  <a:gd name="T21" fmla="*/ 211 h 232"/>
                  <a:gd name="T22" fmla="*/ 175 w 179"/>
                  <a:gd name="T23" fmla="*/ 207 h 232"/>
                  <a:gd name="T24" fmla="*/ 179 w 179"/>
                  <a:gd name="T25" fmla="*/ 134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9" h="232">
                    <a:moveTo>
                      <a:pt x="179" y="134"/>
                    </a:moveTo>
                    <a:cubicBezTo>
                      <a:pt x="164" y="133"/>
                      <a:pt x="150" y="129"/>
                      <a:pt x="140" y="119"/>
                    </a:cubicBezTo>
                    <a:cubicBezTo>
                      <a:pt x="123" y="102"/>
                      <a:pt x="132" y="47"/>
                      <a:pt x="138" y="24"/>
                    </a:cubicBezTo>
                    <a:cubicBezTo>
                      <a:pt x="145" y="0"/>
                      <a:pt x="121" y="1"/>
                      <a:pt x="109" y="31"/>
                    </a:cubicBezTo>
                    <a:cubicBezTo>
                      <a:pt x="97" y="61"/>
                      <a:pt x="91" y="95"/>
                      <a:pt x="91" y="95"/>
                    </a:cubicBezTo>
                    <a:cubicBezTo>
                      <a:pt x="91" y="95"/>
                      <a:pt x="36" y="89"/>
                      <a:pt x="26" y="90"/>
                    </a:cubicBezTo>
                    <a:cubicBezTo>
                      <a:pt x="17" y="91"/>
                      <a:pt x="10" y="105"/>
                      <a:pt x="18" y="120"/>
                    </a:cubicBezTo>
                    <a:cubicBezTo>
                      <a:pt x="23" y="131"/>
                      <a:pt x="7" y="134"/>
                      <a:pt x="16" y="152"/>
                    </a:cubicBezTo>
                    <a:cubicBezTo>
                      <a:pt x="19" y="158"/>
                      <a:pt x="2" y="166"/>
                      <a:pt x="17" y="185"/>
                    </a:cubicBezTo>
                    <a:cubicBezTo>
                      <a:pt x="22" y="192"/>
                      <a:pt x="0" y="207"/>
                      <a:pt x="34" y="219"/>
                    </a:cubicBezTo>
                    <a:cubicBezTo>
                      <a:pt x="68" y="232"/>
                      <a:pt x="116" y="221"/>
                      <a:pt x="131" y="211"/>
                    </a:cubicBezTo>
                    <a:cubicBezTo>
                      <a:pt x="144" y="202"/>
                      <a:pt x="159" y="205"/>
                      <a:pt x="175" y="207"/>
                    </a:cubicBezTo>
                    <a:lnTo>
                      <a:pt x="179" y="134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5" name="Freeform 11"/>
              <p:cNvSpPr/>
              <p:nvPr/>
            </p:nvSpPr>
            <p:spPr bwMode="auto">
              <a:xfrm>
                <a:off x="9439566" y="4957883"/>
                <a:ext cx="638467" cy="897580"/>
              </a:xfrm>
              <a:custGeom>
                <a:avLst/>
                <a:gdLst>
                  <a:gd name="T0" fmla="*/ 32 w 319"/>
                  <a:gd name="T1" fmla="*/ 250 h 448"/>
                  <a:gd name="T2" fmla="*/ 81 w 319"/>
                  <a:gd name="T3" fmla="*/ 416 h 448"/>
                  <a:gd name="T4" fmla="*/ 247 w 319"/>
                  <a:gd name="T5" fmla="*/ 365 h 448"/>
                  <a:gd name="T6" fmla="*/ 226 w 319"/>
                  <a:gd name="T7" fmla="*/ 222 h 448"/>
                  <a:gd name="T8" fmla="*/ 256 w 319"/>
                  <a:gd name="T9" fmla="*/ 173 h 448"/>
                  <a:gd name="T10" fmla="*/ 246 w 319"/>
                  <a:gd name="T11" fmla="*/ 117 h 448"/>
                  <a:gd name="T12" fmla="*/ 305 w 319"/>
                  <a:gd name="T13" fmla="*/ 79 h 448"/>
                  <a:gd name="T14" fmla="*/ 295 w 319"/>
                  <a:gd name="T15" fmla="*/ 12 h 448"/>
                  <a:gd name="T16" fmla="*/ 234 w 319"/>
                  <a:gd name="T17" fmla="*/ 46 h 448"/>
                  <a:gd name="T18" fmla="*/ 159 w 319"/>
                  <a:gd name="T19" fmla="*/ 188 h 448"/>
                  <a:gd name="T20" fmla="*/ 32 w 319"/>
                  <a:gd name="T21" fmla="*/ 250 h 448"/>
                  <a:gd name="T22" fmla="*/ 101 w 319"/>
                  <a:gd name="T23" fmla="*/ 376 h 448"/>
                  <a:gd name="T24" fmla="*/ 89 w 319"/>
                  <a:gd name="T25" fmla="*/ 336 h 448"/>
                  <a:gd name="T26" fmla="*/ 128 w 319"/>
                  <a:gd name="T27" fmla="*/ 324 h 448"/>
                  <a:gd name="T28" fmla="*/ 141 w 319"/>
                  <a:gd name="T29" fmla="*/ 364 h 448"/>
                  <a:gd name="T30" fmla="*/ 101 w 319"/>
                  <a:gd name="T31" fmla="*/ 376 h 4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9" h="448">
                    <a:moveTo>
                      <a:pt x="32" y="250"/>
                    </a:moveTo>
                    <a:cubicBezTo>
                      <a:pt x="0" y="310"/>
                      <a:pt x="21" y="384"/>
                      <a:pt x="81" y="416"/>
                    </a:cubicBezTo>
                    <a:cubicBezTo>
                      <a:pt x="141" y="448"/>
                      <a:pt x="215" y="425"/>
                      <a:pt x="247" y="365"/>
                    </a:cubicBezTo>
                    <a:cubicBezTo>
                      <a:pt x="272" y="317"/>
                      <a:pt x="262" y="259"/>
                      <a:pt x="226" y="222"/>
                    </a:cubicBezTo>
                    <a:cubicBezTo>
                      <a:pt x="238" y="203"/>
                      <a:pt x="251" y="182"/>
                      <a:pt x="256" y="173"/>
                    </a:cubicBezTo>
                    <a:cubicBezTo>
                      <a:pt x="265" y="156"/>
                      <a:pt x="240" y="130"/>
                      <a:pt x="246" y="117"/>
                    </a:cubicBezTo>
                    <a:cubicBezTo>
                      <a:pt x="253" y="104"/>
                      <a:pt x="298" y="92"/>
                      <a:pt x="305" y="79"/>
                    </a:cubicBezTo>
                    <a:cubicBezTo>
                      <a:pt x="312" y="66"/>
                      <a:pt x="319" y="25"/>
                      <a:pt x="295" y="12"/>
                    </a:cubicBezTo>
                    <a:cubicBezTo>
                      <a:pt x="272" y="0"/>
                      <a:pt x="234" y="46"/>
                      <a:pt x="234" y="46"/>
                    </a:cubicBezTo>
                    <a:cubicBezTo>
                      <a:pt x="159" y="188"/>
                      <a:pt x="159" y="188"/>
                      <a:pt x="159" y="188"/>
                    </a:cubicBezTo>
                    <a:cubicBezTo>
                      <a:pt x="106" y="180"/>
                      <a:pt x="56" y="204"/>
                      <a:pt x="32" y="250"/>
                    </a:cubicBezTo>
                    <a:close/>
                    <a:moveTo>
                      <a:pt x="101" y="376"/>
                    </a:moveTo>
                    <a:cubicBezTo>
                      <a:pt x="86" y="369"/>
                      <a:pt x="81" y="351"/>
                      <a:pt x="89" y="336"/>
                    </a:cubicBezTo>
                    <a:cubicBezTo>
                      <a:pt x="96" y="322"/>
                      <a:pt x="114" y="317"/>
                      <a:pt x="128" y="324"/>
                    </a:cubicBezTo>
                    <a:cubicBezTo>
                      <a:pt x="143" y="332"/>
                      <a:pt x="148" y="350"/>
                      <a:pt x="141" y="364"/>
                    </a:cubicBezTo>
                    <a:cubicBezTo>
                      <a:pt x="133" y="378"/>
                      <a:pt x="115" y="384"/>
                      <a:pt x="101" y="376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6" name="Freeform 12"/>
              <p:cNvSpPr/>
              <p:nvPr/>
            </p:nvSpPr>
            <p:spPr bwMode="auto">
              <a:xfrm>
                <a:off x="8698639" y="5166189"/>
                <a:ext cx="953467" cy="828992"/>
              </a:xfrm>
              <a:custGeom>
                <a:avLst/>
                <a:gdLst>
                  <a:gd name="T0" fmla="*/ 31 w 476"/>
                  <a:gd name="T1" fmla="*/ 202 h 414"/>
                  <a:gd name="T2" fmla="*/ 17 w 476"/>
                  <a:gd name="T3" fmla="*/ 127 h 414"/>
                  <a:gd name="T4" fmla="*/ 82 w 476"/>
                  <a:gd name="T5" fmla="*/ 31 h 414"/>
                  <a:gd name="T6" fmla="*/ 156 w 476"/>
                  <a:gd name="T7" fmla="*/ 16 h 414"/>
                  <a:gd name="T8" fmla="*/ 445 w 476"/>
                  <a:gd name="T9" fmla="*/ 212 h 414"/>
                  <a:gd name="T10" fmla="*/ 459 w 476"/>
                  <a:gd name="T11" fmla="*/ 287 h 414"/>
                  <a:gd name="T12" fmla="*/ 394 w 476"/>
                  <a:gd name="T13" fmla="*/ 383 h 414"/>
                  <a:gd name="T14" fmla="*/ 320 w 476"/>
                  <a:gd name="T15" fmla="*/ 398 h 414"/>
                  <a:gd name="T16" fmla="*/ 31 w 476"/>
                  <a:gd name="T17" fmla="*/ 202 h 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6" h="414">
                    <a:moveTo>
                      <a:pt x="31" y="202"/>
                    </a:moveTo>
                    <a:cubicBezTo>
                      <a:pt x="6" y="185"/>
                      <a:pt x="0" y="152"/>
                      <a:pt x="17" y="127"/>
                    </a:cubicBezTo>
                    <a:cubicBezTo>
                      <a:pt x="82" y="31"/>
                      <a:pt x="82" y="31"/>
                      <a:pt x="82" y="31"/>
                    </a:cubicBezTo>
                    <a:cubicBezTo>
                      <a:pt x="99" y="6"/>
                      <a:pt x="132" y="0"/>
                      <a:pt x="156" y="16"/>
                    </a:cubicBezTo>
                    <a:cubicBezTo>
                      <a:pt x="445" y="212"/>
                      <a:pt x="445" y="212"/>
                      <a:pt x="445" y="212"/>
                    </a:cubicBezTo>
                    <a:cubicBezTo>
                      <a:pt x="470" y="229"/>
                      <a:pt x="476" y="262"/>
                      <a:pt x="459" y="287"/>
                    </a:cubicBezTo>
                    <a:cubicBezTo>
                      <a:pt x="394" y="383"/>
                      <a:pt x="394" y="383"/>
                      <a:pt x="394" y="383"/>
                    </a:cubicBezTo>
                    <a:cubicBezTo>
                      <a:pt x="377" y="408"/>
                      <a:pt x="344" y="414"/>
                      <a:pt x="320" y="398"/>
                    </a:cubicBezTo>
                    <a:cubicBezTo>
                      <a:pt x="31" y="202"/>
                      <a:pt x="31" y="202"/>
                      <a:pt x="31" y="202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7" name="Freeform 13"/>
              <p:cNvSpPr/>
              <p:nvPr/>
            </p:nvSpPr>
            <p:spPr bwMode="auto">
              <a:xfrm>
                <a:off x="8842590" y="5272036"/>
                <a:ext cx="690967" cy="623226"/>
              </a:xfrm>
              <a:custGeom>
                <a:avLst/>
                <a:gdLst>
                  <a:gd name="T0" fmla="*/ 0 w 816"/>
                  <a:gd name="T1" fmla="*/ 338 h 736"/>
                  <a:gd name="T2" fmla="*/ 227 w 816"/>
                  <a:gd name="T3" fmla="*/ 0 h 736"/>
                  <a:gd name="T4" fmla="*/ 816 w 816"/>
                  <a:gd name="T5" fmla="*/ 400 h 736"/>
                  <a:gd name="T6" fmla="*/ 587 w 816"/>
                  <a:gd name="T7" fmla="*/ 736 h 736"/>
                  <a:gd name="T8" fmla="*/ 0 w 816"/>
                  <a:gd name="T9" fmla="*/ 338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736">
                    <a:moveTo>
                      <a:pt x="0" y="338"/>
                    </a:moveTo>
                    <a:lnTo>
                      <a:pt x="227" y="0"/>
                    </a:lnTo>
                    <a:lnTo>
                      <a:pt x="816" y="400"/>
                    </a:lnTo>
                    <a:lnTo>
                      <a:pt x="587" y="736"/>
                    </a:lnTo>
                    <a:lnTo>
                      <a:pt x="0" y="338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8" name="Freeform 14"/>
              <p:cNvSpPr/>
              <p:nvPr/>
            </p:nvSpPr>
            <p:spPr bwMode="auto">
              <a:xfrm>
                <a:off x="8842590" y="5272036"/>
                <a:ext cx="690967" cy="623226"/>
              </a:xfrm>
              <a:custGeom>
                <a:avLst/>
                <a:gdLst>
                  <a:gd name="T0" fmla="*/ 0 w 816"/>
                  <a:gd name="T1" fmla="*/ 338 h 736"/>
                  <a:gd name="T2" fmla="*/ 227 w 816"/>
                  <a:gd name="T3" fmla="*/ 0 h 736"/>
                  <a:gd name="T4" fmla="*/ 816 w 816"/>
                  <a:gd name="T5" fmla="*/ 400 h 736"/>
                  <a:gd name="T6" fmla="*/ 587 w 816"/>
                  <a:gd name="T7" fmla="*/ 736 h 736"/>
                  <a:gd name="T8" fmla="*/ 0 w 816"/>
                  <a:gd name="T9" fmla="*/ 338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736">
                    <a:moveTo>
                      <a:pt x="0" y="338"/>
                    </a:moveTo>
                    <a:lnTo>
                      <a:pt x="227" y="0"/>
                    </a:lnTo>
                    <a:lnTo>
                      <a:pt x="816" y="400"/>
                    </a:lnTo>
                    <a:lnTo>
                      <a:pt x="587" y="736"/>
                    </a:lnTo>
                    <a:lnTo>
                      <a:pt x="0" y="338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9" name="Freeform 15"/>
              <p:cNvSpPr/>
              <p:nvPr/>
            </p:nvSpPr>
            <p:spPr bwMode="auto">
              <a:xfrm>
                <a:off x="8842590" y="5267802"/>
                <a:ext cx="500443" cy="629153"/>
              </a:xfrm>
              <a:custGeom>
                <a:avLst/>
                <a:gdLst>
                  <a:gd name="T0" fmla="*/ 589 w 591"/>
                  <a:gd name="T1" fmla="*/ 739 h 743"/>
                  <a:gd name="T2" fmla="*/ 587 w 591"/>
                  <a:gd name="T3" fmla="*/ 741 h 743"/>
                  <a:gd name="T4" fmla="*/ 591 w 591"/>
                  <a:gd name="T5" fmla="*/ 743 h 743"/>
                  <a:gd name="T6" fmla="*/ 589 w 591"/>
                  <a:gd name="T7" fmla="*/ 739 h 743"/>
                  <a:gd name="T8" fmla="*/ 232 w 591"/>
                  <a:gd name="T9" fmla="*/ 0 h 743"/>
                  <a:gd name="T10" fmla="*/ 0 w 591"/>
                  <a:gd name="T11" fmla="*/ 343 h 743"/>
                  <a:gd name="T12" fmla="*/ 227 w 591"/>
                  <a:gd name="T13" fmla="*/ 5 h 743"/>
                  <a:gd name="T14" fmla="*/ 237 w 591"/>
                  <a:gd name="T15" fmla="*/ 12 h 743"/>
                  <a:gd name="T16" fmla="*/ 232 w 591"/>
                  <a:gd name="T17" fmla="*/ 0 h 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1" h="743">
                    <a:moveTo>
                      <a:pt x="589" y="739"/>
                    </a:moveTo>
                    <a:lnTo>
                      <a:pt x="587" y="741"/>
                    </a:lnTo>
                    <a:lnTo>
                      <a:pt x="591" y="743"/>
                    </a:lnTo>
                    <a:lnTo>
                      <a:pt x="589" y="739"/>
                    </a:lnTo>
                    <a:close/>
                    <a:moveTo>
                      <a:pt x="232" y="0"/>
                    </a:moveTo>
                    <a:lnTo>
                      <a:pt x="0" y="343"/>
                    </a:lnTo>
                    <a:lnTo>
                      <a:pt x="227" y="5"/>
                    </a:lnTo>
                    <a:lnTo>
                      <a:pt x="237" y="12"/>
                    </a:lnTo>
                    <a:lnTo>
                      <a:pt x="232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0" name="Freeform 16"/>
              <p:cNvSpPr/>
              <p:nvPr/>
            </p:nvSpPr>
            <p:spPr bwMode="auto">
              <a:xfrm>
                <a:off x="8842590" y="5267802"/>
                <a:ext cx="500443" cy="629153"/>
              </a:xfrm>
              <a:custGeom>
                <a:avLst/>
                <a:gdLst>
                  <a:gd name="T0" fmla="*/ 589 w 591"/>
                  <a:gd name="T1" fmla="*/ 739 h 743"/>
                  <a:gd name="T2" fmla="*/ 587 w 591"/>
                  <a:gd name="T3" fmla="*/ 741 h 743"/>
                  <a:gd name="T4" fmla="*/ 591 w 591"/>
                  <a:gd name="T5" fmla="*/ 743 h 743"/>
                  <a:gd name="T6" fmla="*/ 589 w 591"/>
                  <a:gd name="T7" fmla="*/ 739 h 743"/>
                  <a:gd name="T8" fmla="*/ 232 w 591"/>
                  <a:gd name="T9" fmla="*/ 0 h 743"/>
                  <a:gd name="T10" fmla="*/ 0 w 591"/>
                  <a:gd name="T11" fmla="*/ 343 h 743"/>
                  <a:gd name="T12" fmla="*/ 227 w 591"/>
                  <a:gd name="T13" fmla="*/ 5 h 743"/>
                  <a:gd name="T14" fmla="*/ 237 w 591"/>
                  <a:gd name="T15" fmla="*/ 12 h 743"/>
                  <a:gd name="T16" fmla="*/ 232 w 591"/>
                  <a:gd name="T17" fmla="*/ 0 h 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1" h="743">
                    <a:moveTo>
                      <a:pt x="589" y="739"/>
                    </a:moveTo>
                    <a:lnTo>
                      <a:pt x="587" y="741"/>
                    </a:lnTo>
                    <a:lnTo>
                      <a:pt x="591" y="743"/>
                    </a:lnTo>
                    <a:lnTo>
                      <a:pt x="589" y="739"/>
                    </a:lnTo>
                    <a:moveTo>
                      <a:pt x="232" y="0"/>
                    </a:moveTo>
                    <a:lnTo>
                      <a:pt x="0" y="343"/>
                    </a:lnTo>
                    <a:lnTo>
                      <a:pt x="227" y="5"/>
                    </a:lnTo>
                    <a:lnTo>
                      <a:pt x="237" y="12"/>
                    </a:lnTo>
                    <a:lnTo>
                      <a:pt x="232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1" name="Freeform 17"/>
              <p:cNvSpPr/>
              <p:nvPr/>
            </p:nvSpPr>
            <p:spPr bwMode="auto">
              <a:xfrm>
                <a:off x="8842590" y="5272036"/>
                <a:ext cx="498750" cy="623226"/>
              </a:xfrm>
              <a:custGeom>
                <a:avLst/>
                <a:gdLst>
                  <a:gd name="T0" fmla="*/ 227 w 589"/>
                  <a:gd name="T1" fmla="*/ 0 h 736"/>
                  <a:gd name="T2" fmla="*/ 0 w 589"/>
                  <a:gd name="T3" fmla="*/ 338 h 736"/>
                  <a:gd name="T4" fmla="*/ 587 w 589"/>
                  <a:gd name="T5" fmla="*/ 736 h 736"/>
                  <a:gd name="T6" fmla="*/ 589 w 589"/>
                  <a:gd name="T7" fmla="*/ 734 h 736"/>
                  <a:gd name="T8" fmla="*/ 237 w 589"/>
                  <a:gd name="T9" fmla="*/ 7 h 736"/>
                  <a:gd name="T10" fmla="*/ 227 w 589"/>
                  <a:gd name="T11" fmla="*/ 0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9" h="736">
                    <a:moveTo>
                      <a:pt x="227" y="0"/>
                    </a:moveTo>
                    <a:lnTo>
                      <a:pt x="0" y="338"/>
                    </a:lnTo>
                    <a:lnTo>
                      <a:pt x="587" y="736"/>
                    </a:lnTo>
                    <a:lnTo>
                      <a:pt x="589" y="734"/>
                    </a:lnTo>
                    <a:lnTo>
                      <a:pt x="237" y="7"/>
                    </a:lnTo>
                    <a:lnTo>
                      <a:pt x="227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2" name="Freeform 18"/>
              <p:cNvSpPr/>
              <p:nvPr/>
            </p:nvSpPr>
            <p:spPr bwMode="auto">
              <a:xfrm>
                <a:off x="8842590" y="5272036"/>
                <a:ext cx="498750" cy="623226"/>
              </a:xfrm>
              <a:custGeom>
                <a:avLst/>
                <a:gdLst>
                  <a:gd name="T0" fmla="*/ 227 w 589"/>
                  <a:gd name="T1" fmla="*/ 0 h 736"/>
                  <a:gd name="T2" fmla="*/ 0 w 589"/>
                  <a:gd name="T3" fmla="*/ 338 h 736"/>
                  <a:gd name="T4" fmla="*/ 587 w 589"/>
                  <a:gd name="T5" fmla="*/ 736 h 736"/>
                  <a:gd name="T6" fmla="*/ 589 w 589"/>
                  <a:gd name="T7" fmla="*/ 734 h 736"/>
                  <a:gd name="T8" fmla="*/ 237 w 589"/>
                  <a:gd name="T9" fmla="*/ 7 h 736"/>
                  <a:gd name="T10" fmla="*/ 227 w 589"/>
                  <a:gd name="T11" fmla="*/ 0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89" h="736">
                    <a:moveTo>
                      <a:pt x="227" y="0"/>
                    </a:moveTo>
                    <a:lnTo>
                      <a:pt x="0" y="338"/>
                    </a:lnTo>
                    <a:lnTo>
                      <a:pt x="587" y="736"/>
                    </a:lnTo>
                    <a:lnTo>
                      <a:pt x="589" y="734"/>
                    </a:lnTo>
                    <a:lnTo>
                      <a:pt x="237" y="7"/>
                    </a:lnTo>
                    <a:lnTo>
                      <a:pt x="227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3" name="Freeform 19"/>
              <p:cNvSpPr/>
              <p:nvPr/>
            </p:nvSpPr>
            <p:spPr bwMode="auto">
              <a:xfrm>
                <a:off x="8812953" y="5318609"/>
                <a:ext cx="113468" cy="113468"/>
              </a:xfrm>
              <a:custGeom>
                <a:avLst/>
                <a:gdLst>
                  <a:gd name="T0" fmla="*/ 43 w 57"/>
                  <a:gd name="T1" fmla="*/ 8 h 57"/>
                  <a:gd name="T2" fmla="*/ 50 w 57"/>
                  <a:gd name="T3" fmla="*/ 43 h 57"/>
                  <a:gd name="T4" fmla="*/ 15 w 57"/>
                  <a:gd name="T5" fmla="*/ 49 h 57"/>
                  <a:gd name="T6" fmla="*/ 8 w 57"/>
                  <a:gd name="T7" fmla="*/ 15 h 57"/>
                  <a:gd name="T8" fmla="*/ 43 w 57"/>
                  <a:gd name="T9" fmla="*/ 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7">
                    <a:moveTo>
                      <a:pt x="43" y="8"/>
                    </a:moveTo>
                    <a:cubicBezTo>
                      <a:pt x="54" y="16"/>
                      <a:pt x="57" y="31"/>
                      <a:pt x="50" y="43"/>
                    </a:cubicBezTo>
                    <a:cubicBezTo>
                      <a:pt x="42" y="54"/>
                      <a:pt x="26" y="57"/>
                      <a:pt x="15" y="49"/>
                    </a:cubicBezTo>
                    <a:cubicBezTo>
                      <a:pt x="3" y="42"/>
                      <a:pt x="0" y="26"/>
                      <a:pt x="8" y="15"/>
                    </a:cubicBezTo>
                    <a:cubicBezTo>
                      <a:pt x="16" y="3"/>
                      <a:pt x="31" y="0"/>
                      <a:pt x="43" y="8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4" name="Freeform 20"/>
              <p:cNvSpPr/>
              <p:nvPr/>
            </p:nvSpPr>
            <p:spPr bwMode="auto">
              <a:xfrm>
                <a:off x="9419243" y="5700504"/>
                <a:ext cx="136331" cy="182903"/>
              </a:xfrm>
              <a:custGeom>
                <a:avLst/>
                <a:gdLst>
                  <a:gd name="T0" fmla="*/ 4 w 68"/>
                  <a:gd name="T1" fmla="*/ 88 h 91"/>
                  <a:gd name="T2" fmla="*/ 2 w 68"/>
                  <a:gd name="T3" fmla="*/ 78 h 91"/>
                  <a:gd name="T4" fmla="*/ 52 w 68"/>
                  <a:gd name="T5" fmla="*/ 4 h 91"/>
                  <a:gd name="T6" fmla="*/ 62 w 68"/>
                  <a:gd name="T7" fmla="*/ 2 h 91"/>
                  <a:gd name="T8" fmla="*/ 64 w 68"/>
                  <a:gd name="T9" fmla="*/ 3 h 91"/>
                  <a:gd name="T10" fmla="*/ 65 w 68"/>
                  <a:gd name="T11" fmla="*/ 13 h 91"/>
                  <a:gd name="T12" fmla="*/ 15 w 68"/>
                  <a:gd name="T13" fmla="*/ 87 h 91"/>
                  <a:gd name="T14" fmla="*/ 5 w 68"/>
                  <a:gd name="T15" fmla="*/ 89 h 91"/>
                  <a:gd name="T16" fmla="*/ 4 w 68"/>
                  <a:gd name="T17" fmla="*/ 8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8" h="91">
                    <a:moveTo>
                      <a:pt x="4" y="88"/>
                    </a:moveTo>
                    <a:cubicBezTo>
                      <a:pt x="0" y="86"/>
                      <a:pt x="0" y="81"/>
                      <a:pt x="2" y="78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4" y="1"/>
                      <a:pt x="59" y="0"/>
                      <a:pt x="62" y="2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7" y="5"/>
                      <a:pt x="68" y="9"/>
                      <a:pt x="65" y="13"/>
                    </a:cubicBezTo>
                    <a:cubicBezTo>
                      <a:pt x="15" y="87"/>
                      <a:pt x="15" y="87"/>
                      <a:pt x="15" y="87"/>
                    </a:cubicBezTo>
                    <a:cubicBezTo>
                      <a:pt x="13" y="90"/>
                      <a:pt x="8" y="91"/>
                      <a:pt x="5" y="89"/>
                    </a:cubicBezTo>
                    <a:lnTo>
                      <a:pt x="4" y="88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5" name="Freeform 22"/>
              <p:cNvSpPr/>
              <p:nvPr/>
            </p:nvSpPr>
            <p:spPr bwMode="auto">
              <a:xfrm>
                <a:off x="7919607" y="4603085"/>
                <a:ext cx="889112" cy="1019516"/>
              </a:xfrm>
              <a:custGeom>
                <a:avLst/>
                <a:gdLst>
                  <a:gd name="T0" fmla="*/ 52 w 444"/>
                  <a:gd name="T1" fmla="*/ 392 h 509"/>
                  <a:gd name="T2" fmla="*/ 248 w 444"/>
                  <a:gd name="T3" fmla="*/ 473 h 509"/>
                  <a:gd name="T4" fmla="*/ 245 w 444"/>
                  <a:gd name="T5" fmla="*/ 481 h 509"/>
                  <a:gd name="T6" fmla="*/ 238 w 444"/>
                  <a:gd name="T7" fmla="*/ 491 h 509"/>
                  <a:gd name="T8" fmla="*/ 280 w 444"/>
                  <a:gd name="T9" fmla="*/ 509 h 509"/>
                  <a:gd name="T10" fmla="*/ 444 w 444"/>
                  <a:gd name="T11" fmla="*/ 117 h 509"/>
                  <a:gd name="T12" fmla="*/ 163 w 444"/>
                  <a:gd name="T13" fmla="*/ 0 h 509"/>
                  <a:gd name="T14" fmla="*/ 0 w 444"/>
                  <a:gd name="T15" fmla="*/ 392 h 509"/>
                  <a:gd name="T16" fmla="*/ 46 w 444"/>
                  <a:gd name="T17" fmla="*/ 411 h 509"/>
                  <a:gd name="T18" fmla="*/ 49 w 444"/>
                  <a:gd name="T19" fmla="*/ 399 h 509"/>
                  <a:gd name="T20" fmla="*/ 52 w 444"/>
                  <a:gd name="T21" fmla="*/ 392 h 509"/>
                  <a:gd name="T22" fmla="*/ 182 w 444"/>
                  <a:gd name="T23" fmla="*/ 90 h 509"/>
                  <a:gd name="T24" fmla="*/ 374 w 444"/>
                  <a:gd name="T25" fmla="*/ 170 h 509"/>
                  <a:gd name="T26" fmla="*/ 371 w 444"/>
                  <a:gd name="T27" fmla="*/ 178 h 509"/>
                  <a:gd name="T28" fmla="*/ 179 w 444"/>
                  <a:gd name="T29" fmla="*/ 98 h 509"/>
                  <a:gd name="T30" fmla="*/ 182 w 444"/>
                  <a:gd name="T31" fmla="*/ 90 h 509"/>
                  <a:gd name="T32" fmla="*/ 168 w 444"/>
                  <a:gd name="T33" fmla="*/ 124 h 509"/>
                  <a:gd name="T34" fmla="*/ 360 w 444"/>
                  <a:gd name="T35" fmla="*/ 204 h 509"/>
                  <a:gd name="T36" fmla="*/ 357 w 444"/>
                  <a:gd name="T37" fmla="*/ 211 h 509"/>
                  <a:gd name="T38" fmla="*/ 165 w 444"/>
                  <a:gd name="T39" fmla="*/ 131 h 509"/>
                  <a:gd name="T40" fmla="*/ 168 w 444"/>
                  <a:gd name="T41" fmla="*/ 124 h 509"/>
                  <a:gd name="T42" fmla="*/ 152 w 444"/>
                  <a:gd name="T43" fmla="*/ 161 h 509"/>
                  <a:gd name="T44" fmla="*/ 344 w 444"/>
                  <a:gd name="T45" fmla="*/ 241 h 509"/>
                  <a:gd name="T46" fmla="*/ 341 w 444"/>
                  <a:gd name="T47" fmla="*/ 248 h 509"/>
                  <a:gd name="T48" fmla="*/ 149 w 444"/>
                  <a:gd name="T49" fmla="*/ 168 h 509"/>
                  <a:gd name="T50" fmla="*/ 152 w 444"/>
                  <a:gd name="T51" fmla="*/ 161 h 509"/>
                  <a:gd name="T52" fmla="*/ 139 w 444"/>
                  <a:gd name="T53" fmla="*/ 194 h 509"/>
                  <a:gd name="T54" fmla="*/ 331 w 444"/>
                  <a:gd name="T55" fmla="*/ 274 h 509"/>
                  <a:gd name="T56" fmla="*/ 328 w 444"/>
                  <a:gd name="T57" fmla="*/ 281 h 509"/>
                  <a:gd name="T58" fmla="*/ 136 w 444"/>
                  <a:gd name="T59" fmla="*/ 201 h 509"/>
                  <a:gd name="T60" fmla="*/ 139 w 444"/>
                  <a:gd name="T61" fmla="*/ 194 h 509"/>
                  <a:gd name="T62" fmla="*/ 125 w 444"/>
                  <a:gd name="T63" fmla="*/ 227 h 509"/>
                  <a:gd name="T64" fmla="*/ 317 w 444"/>
                  <a:gd name="T65" fmla="*/ 307 h 509"/>
                  <a:gd name="T66" fmla="*/ 314 w 444"/>
                  <a:gd name="T67" fmla="*/ 314 h 509"/>
                  <a:gd name="T68" fmla="*/ 122 w 444"/>
                  <a:gd name="T69" fmla="*/ 234 h 509"/>
                  <a:gd name="T70" fmla="*/ 125 w 444"/>
                  <a:gd name="T71" fmla="*/ 227 h 509"/>
                  <a:gd name="T72" fmla="*/ 111 w 444"/>
                  <a:gd name="T73" fmla="*/ 260 h 509"/>
                  <a:gd name="T74" fmla="*/ 303 w 444"/>
                  <a:gd name="T75" fmla="*/ 340 h 509"/>
                  <a:gd name="T76" fmla="*/ 300 w 444"/>
                  <a:gd name="T77" fmla="*/ 348 h 509"/>
                  <a:gd name="T78" fmla="*/ 108 w 444"/>
                  <a:gd name="T79" fmla="*/ 268 h 509"/>
                  <a:gd name="T80" fmla="*/ 111 w 444"/>
                  <a:gd name="T81" fmla="*/ 260 h 509"/>
                  <a:gd name="T82" fmla="*/ 97 w 444"/>
                  <a:gd name="T83" fmla="*/ 294 h 509"/>
                  <a:gd name="T84" fmla="*/ 289 w 444"/>
                  <a:gd name="T85" fmla="*/ 374 h 509"/>
                  <a:gd name="T86" fmla="*/ 286 w 444"/>
                  <a:gd name="T87" fmla="*/ 381 h 509"/>
                  <a:gd name="T88" fmla="*/ 94 w 444"/>
                  <a:gd name="T89" fmla="*/ 301 h 509"/>
                  <a:gd name="T90" fmla="*/ 97 w 444"/>
                  <a:gd name="T91" fmla="*/ 294 h 509"/>
                  <a:gd name="T92" fmla="*/ 83 w 444"/>
                  <a:gd name="T93" fmla="*/ 327 h 509"/>
                  <a:gd name="T94" fmla="*/ 275 w 444"/>
                  <a:gd name="T95" fmla="*/ 407 h 509"/>
                  <a:gd name="T96" fmla="*/ 272 w 444"/>
                  <a:gd name="T97" fmla="*/ 414 h 509"/>
                  <a:gd name="T98" fmla="*/ 80 w 444"/>
                  <a:gd name="T99" fmla="*/ 334 h 509"/>
                  <a:gd name="T100" fmla="*/ 83 w 444"/>
                  <a:gd name="T101" fmla="*/ 327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44" h="509">
                    <a:moveTo>
                      <a:pt x="52" y="392"/>
                    </a:moveTo>
                    <a:cubicBezTo>
                      <a:pt x="248" y="473"/>
                      <a:pt x="248" y="473"/>
                      <a:pt x="248" y="473"/>
                    </a:cubicBezTo>
                    <a:cubicBezTo>
                      <a:pt x="245" y="481"/>
                      <a:pt x="245" y="481"/>
                      <a:pt x="245" y="481"/>
                    </a:cubicBezTo>
                    <a:cubicBezTo>
                      <a:pt x="243" y="484"/>
                      <a:pt x="241" y="488"/>
                      <a:pt x="238" y="491"/>
                    </a:cubicBezTo>
                    <a:cubicBezTo>
                      <a:pt x="280" y="509"/>
                      <a:pt x="280" y="509"/>
                      <a:pt x="280" y="509"/>
                    </a:cubicBezTo>
                    <a:cubicBezTo>
                      <a:pt x="444" y="117"/>
                      <a:pt x="444" y="117"/>
                      <a:pt x="444" y="117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0" y="392"/>
                      <a:pt x="0" y="392"/>
                      <a:pt x="0" y="392"/>
                    </a:cubicBezTo>
                    <a:cubicBezTo>
                      <a:pt x="46" y="411"/>
                      <a:pt x="46" y="411"/>
                      <a:pt x="46" y="411"/>
                    </a:cubicBezTo>
                    <a:cubicBezTo>
                      <a:pt x="46" y="407"/>
                      <a:pt x="47" y="403"/>
                      <a:pt x="49" y="399"/>
                    </a:cubicBezTo>
                    <a:lnTo>
                      <a:pt x="52" y="392"/>
                    </a:lnTo>
                    <a:close/>
                    <a:moveTo>
                      <a:pt x="182" y="90"/>
                    </a:moveTo>
                    <a:cubicBezTo>
                      <a:pt x="374" y="170"/>
                      <a:pt x="374" y="170"/>
                      <a:pt x="374" y="170"/>
                    </a:cubicBezTo>
                    <a:cubicBezTo>
                      <a:pt x="371" y="178"/>
                      <a:pt x="371" y="178"/>
                      <a:pt x="371" y="178"/>
                    </a:cubicBezTo>
                    <a:cubicBezTo>
                      <a:pt x="179" y="98"/>
                      <a:pt x="179" y="98"/>
                      <a:pt x="179" y="98"/>
                    </a:cubicBezTo>
                    <a:lnTo>
                      <a:pt x="182" y="90"/>
                    </a:lnTo>
                    <a:close/>
                    <a:moveTo>
                      <a:pt x="168" y="124"/>
                    </a:moveTo>
                    <a:cubicBezTo>
                      <a:pt x="360" y="204"/>
                      <a:pt x="360" y="204"/>
                      <a:pt x="360" y="204"/>
                    </a:cubicBezTo>
                    <a:cubicBezTo>
                      <a:pt x="357" y="211"/>
                      <a:pt x="357" y="211"/>
                      <a:pt x="357" y="211"/>
                    </a:cubicBezTo>
                    <a:cubicBezTo>
                      <a:pt x="165" y="131"/>
                      <a:pt x="165" y="131"/>
                      <a:pt x="165" y="131"/>
                    </a:cubicBezTo>
                    <a:lnTo>
                      <a:pt x="168" y="124"/>
                    </a:lnTo>
                    <a:close/>
                    <a:moveTo>
                      <a:pt x="152" y="161"/>
                    </a:moveTo>
                    <a:cubicBezTo>
                      <a:pt x="344" y="241"/>
                      <a:pt x="344" y="241"/>
                      <a:pt x="344" y="241"/>
                    </a:cubicBezTo>
                    <a:cubicBezTo>
                      <a:pt x="341" y="248"/>
                      <a:pt x="341" y="248"/>
                      <a:pt x="341" y="248"/>
                    </a:cubicBezTo>
                    <a:cubicBezTo>
                      <a:pt x="149" y="168"/>
                      <a:pt x="149" y="168"/>
                      <a:pt x="149" y="168"/>
                    </a:cubicBezTo>
                    <a:lnTo>
                      <a:pt x="152" y="161"/>
                    </a:lnTo>
                    <a:close/>
                    <a:moveTo>
                      <a:pt x="139" y="194"/>
                    </a:moveTo>
                    <a:cubicBezTo>
                      <a:pt x="331" y="274"/>
                      <a:pt x="331" y="274"/>
                      <a:pt x="331" y="274"/>
                    </a:cubicBezTo>
                    <a:cubicBezTo>
                      <a:pt x="328" y="281"/>
                      <a:pt x="328" y="281"/>
                      <a:pt x="328" y="281"/>
                    </a:cubicBezTo>
                    <a:cubicBezTo>
                      <a:pt x="136" y="201"/>
                      <a:pt x="136" y="201"/>
                      <a:pt x="136" y="201"/>
                    </a:cubicBezTo>
                    <a:lnTo>
                      <a:pt x="139" y="194"/>
                    </a:lnTo>
                    <a:close/>
                    <a:moveTo>
                      <a:pt x="125" y="227"/>
                    </a:moveTo>
                    <a:cubicBezTo>
                      <a:pt x="317" y="307"/>
                      <a:pt x="317" y="307"/>
                      <a:pt x="317" y="307"/>
                    </a:cubicBezTo>
                    <a:cubicBezTo>
                      <a:pt x="314" y="314"/>
                      <a:pt x="314" y="314"/>
                      <a:pt x="314" y="314"/>
                    </a:cubicBezTo>
                    <a:cubicBezTo>
                      <a:pt x="122" y="234"/>
                      <a:pt x="122" y="234"/>
                      <a:pt x="122" y="234"/>
                    </a:cubicBezTo>
                    <a:lnTo>
                      <a:pt x="125" y="227"/>
                    </a:lnTo>
                    <a:close/>
                    <a:moveTo>
                      <a:pt x="111" y="260"/>
                    </a:moveTo>
                    <a:cubicBezTo>
                      <a:pt x="303" y="340"/>
                      <a:pt x="303" y="340"/>
                      <a:pt x="303" y="340"/>
                    </a:cubicBezTo>
                    <a:cubicBezTo>
                      <a:pt x="300" y="348"/>
                      <a:pt x="300" y="348"/>
                      <a:pt x="300" y="348"/>
                    </a:cubicBezTo>
                    <a:cubicBezTo>
                      <a:pt x="108" y="268"/>
                      <a:pt x="108" y="268"/>
                      <a:pt x="108" y="268"/>
                    </a:cubicBezTo>
                    <a:lnTo>
                      <a:pt x="111" y="260"/>
                    </a:lnTo>
                    <a:close/>
                    <a:moveTo>
                      <a:pt x="97" y="294"/>
                    </a:moveTo>
                    <a:cubicBezTo>
                      <a:pt x="289" y="374"/>
                      <a:pt x="289" y="374"/>
                      <a:pt x="289" y="374"/>
                    </a:cubicBezTo>
                    <a:cubicBezTo>
                      <a:pt x="286" y="381"/>
                      <a:pt x="286" y="381"/>
                      <a:pt x="286" y="381"/>
                    </a:cubicBezTo>
                    <a:cubicBezTo>
                      <a:pt x="94" y="301"/>
                      <a:pt x="94" y="301"/>
                      <a:pt x="94" y="301"/>
                    </a:cubicBezTo>
                    <a:lnTo>
                      <a:pt x="97" y="294"/>
                    </a:lnTo>
                    <a:close/>
                    <a:moveTo>
                      <a:pt x="83" y="327"/>
                    </a:moveTo>
                    <a:cubicBezTo>
                      <a:pt x="275" y="407"/>
                      <a:pt x="275" y="407"/>
                      <a:pt x="275" y="407"/>
                    </a:cubicBezTo>
                    <a:cubicBezTo>
                      <a:pt x="272" y="414"/>
                      <a:pt x="272" y="414"/>
                      <a:pt x="272" y="414"/>
                    </a:cubicBezTo>
                    <a:cubicBezTo>
                      <a:pt x="80" y="334"/>
                      <a:pt x="80" y="334"/>
                      <a:pt x="80" y="334"/>
                    </a:cubicBezTo>
                    <a:lnTo>
                      <a:pt x="83" y="32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276" name="Group 115"/>
              <p:cNvGrpSpPr/>
              <p:nvPr/>
            </p:nvGrpSpPr>
            <p:grpSpPr>
              <a:xfrm>
                <a:off x="7846784" y="4529415"/>
                <a:ext cx="1032217" cy="1167701"/>
                <a:chOff x="7846784" y="4529415"/>
                <a:chExt cx="1032217" cy="1167701"/>
              </a:xfrm>
              <a:grpFill/>
            </p:grpSpPr>
            <p:grpSp>
              <p:nvGrpSpPr>
                <p:cNvPr id="351" name="Group 190"/>
                <p:cNvGrpSpPr/>
                <p:nvPr/>
              </p:nvGrpSpPr>
              <p:grpSpPr>
                <a:xfrm>
                  <a:off x="7846784" y="4529415"/>
                  <a:ext cx="1032217" cy="1167701"/>
                  <a:chOff x="7846784" y="4529415"/>
                  <a:chExt cx="1032217" cy="1167701"/>
                </a:xfrm>
                <a:grpFill/>
              </p:grpSpPr>
              <p:sp>
                <p:nvSpPr>
                  <p:cNvPr id="354" name="Freeform 21"/>
                  <p:cNvSpPr/>
                  <p:nvPr/>
                </p:nvSpPr>
                <p:spPr bwMode="auto">
                  <a:xfrm>
                    <a:off x="7846784" y="4529415"/>
                    <a:ext cx="1032217" cy="1167701"/>
                  </a:xfrm>
                  <a:custGeom>
                    <a:avLst/>
                    <a:gdLst>
                      <a:gd name="T0" fmla="*/ 481 w 515"/>
                      <a:gd name="T1" fmla="*/ 116 h 583"/>
                      <a:gd name="T2" fmla="*/ 225 w 515"/>
                      <a:gd name="T3" fmla="*/ 9 h 583"/>
                      <a:gd name="T4" fmla="*/ 166 w 515"/>
                      <a:gd name="T5" fmla="*/ 34 h 583"/>
                      <a:gd name="T6" fmla="*/ 10 w 515"/>
                      <a:gd name="T7" fmla="*/ 408 h 583"/>
                      <a:gd name="T8" fmla="*/ 34 w 515"/>
                      <a:gd name="T9" fmla="*/ 467 h 583"/>
                      <a:gd name="T10" fmla="*/ 128 w 515"/>
                      <a:gd name="T11" fmla="*/ 506 h 583"/>
                      <a:gd name="T12" fmla="*/ 131 w 515"/>
                      <a:gd name="T13" fmla="*/ 503 h 583"/>
                      <a:gd name="T14" fmla="*/ 108 w 515"/>
                      <a:gd name="T15" fmla="*/ 493 h 583"/>
                      <a:gd name="T16" fmla="*/ 82 w 515"/>
                      <a:gd name="T17" fmla="*/ 448 h 583"/>
                      <a:gd name="T18" fmla="*/ 36 w 515"/>
                      <a:gd name="T19" fmla="*/ 429 h 583"/>
                      <a:gd name="T20" fmla="*/ 199 w 515"/>
                      <a:gd name="T21" fmla="*/ 37 h 583"/>
                      <a:gd name="T22" fmla="*/ 480 w 515"/>
                      <a:gd name="T23" fmla="*/ 154 h 583"/>
                      <a:gd name="T24" fmla="*/ 316 w 515"/>
                      <a:gd name="T25" fmla="*/ 546 h 583"/>
                      <a:gd name="T26" fmla="*/ 274 w 515"/>
                      <a:gd name="T27" fmla="*/ 528 h 583"/>
                      <a:gd name="T28" fmla="*/ 221 w 515"/>
                      <a:gd name="T29" fmla="*/ 540 h 583"/>
                      <a:gd name="T30" fmla="*/ 198 w 515"/>
                      <a:gd name="T31" fmla="*/ 531 h 583"/>
                      <a:gd name="T32" fmla="*/ 198 w 515"/>
                      <a:gd name="T33" fmla="*/ 535 h 583"/>
                      <a:gd name="T34" fmla="*/ 290 w 515"/>
                      <a:gd name="T35" fmla="*/ 574 h 583"/>
                      <a:gd name="T36" fmla="*/ 350 w 515"/>
                      <a:gd name="T37" fmla="*/ 549 h 583"/>
                      <a:gd name="T38" fmla="*/ 506 w 515"/>
                      <a:gd name="T39" fmla="*/ 175 h 583"/>
                      <a:gd name="T40" fmla="*/ 481 w 515"/>
                      <a:gd name="T41" fmla="*/ 116 h 58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</a:cxnLst>
                    <a:rect l="0" t="0" r="r" b="b"/>
                    <a:pathLst>
                      <a:path w="515" h="583">
                        <a:moveTo>
                          <a:pt x="481" y="116"/>
                        </a:moveTo>
                        <a:cubicBezTo>
                          <a:pt x="225" y="9"/>
                          <a:pt x="225" y="9"/>
                          <a:pt x="225" y="9"/>
                        </a:cubicBezTo>
                        <a:cubicBezTo>
                          <a:pt x="202" y="0"/>
                          <a:pt x="175" y="10"/>
                          <a:pt x="166" y="34"/>
                        </a:cubicBezTo>
                        <a:cubicBezTo>
                          <a:pt x="10" y="408"/>
                          <a:pt x="10" y="408"/>
                          <a:pt x="10" y="408"/>
                        </a:cubicBezTo>
                        <a:cubicBezTo>
                          <a:pt x="0" y="431"/>
                          <a:pt x="11" y="457"/>
                          <a:pt x="34" y="467"/>
                        </a:cubicBezTo>
                        <a:cubicBezTo>
                          <a:pt x="128" y="506"/>
                          <a:pt x="128" y="506"/>
                          <a:pt x="128" y="506"/>
                        </a:cubicBezTo>
                        <a:cubicBezTo>
                          <a:pt x="129" y="505"/>
                          <a:pt x="130" y="504"/>
                          <a:pt x="131" y="503"/>
                        </a:cubicBezTo>
                        <a:cubicBezTo>
                          <a:pt x="108" y="493"/>
                          <a:pt x="108" y="493"/>
                          <a:pt x="108" y="493"/>
                        </a:cubicBezTo>
                        <a:cubicBezTo>
                          <a:pt x="89" y="485"/>
                          <a:pt x="79" y="467"/>
                          <a:pt x="82" y="448"/>
                        </a:cubicBezTo>
                        <a:cubicBezTo>
                          <a:pt x="36" y="429"/>
                          <a:pt x="36" y="429"/>
                          <a:pt x="36" y="429"/>
                        </a:cubicBezTo>
                        <a:cubicBezTo>
                          <a:pt x="199" y="37"/>
                          <a:pt x="199" y="37"/>
                          <a:pt x="199" y="37"/>
                        </a:cubicBezTo>
                        <a:cubicBezTo>
                          <a:pt x="480" y="154"/>
                          <a:pt x="480" y="154"/>
                          <a:pt x="480" y="154"/>
                        </a:cubicBezTo>
                        <a:cubicBezTo>
                          <a:pt x="316" y="546"/>
                          <a:pt x="316" y="546"/>
                          <a:pt x="316" y="546"/>
                        </a:cubicBezTo>
                        <a:cubicBezTo>
                          <a:pt x="274" y="528"/>
                          <a:pt x="274" y="528"/>
                          <a:pt x="274" y="528"/>
                        </a:cubicBezTo>
                        <a:cubicBezTo>
                          <a:pt x="262" y="543"/>
                          <a:pt x="240" y="548"/>
                          <a:pt x="221" y="540"/>
                        </a:cubicBezTo>
                        <a:cubicBezTo>
                          <a:pt x="198" y="531"/>
                          <a:pt x="198" y="531"/>
                          <a:pt x="198" y="531"/>
                        </a:cubicBezTo>
                        <a:cubicBezTo>
                          <a:pt x="198" y="533"/>
                          <a:pt x="198" y="534"/>
                          <a:pt x="198" y="535"/>
                        </a:cubicBezTo>
                        <a:cubicBezTo>
                          <a:pt x="290" y="574"/>
                          <a:pt x="290" y="574"/>
                          <a:pt x="290" y="574"/>
                        </a:cubicBezTo>
                        <a:cubicBezTo>
                          <a:pt x="313" y="583"/>
                          <a:pt x="340" y="572"/>
                          <a:pt x="350" y="549"/>
                        </a:cubicBezTo>
                        <a:cubicBezTo>
                          <a:pt x="506" y="175"/>
                          <a:pt x="506" y="175"/>
                          <a:pt x="506" y="175"/>
                        </a:cubicBezTo>
                        <a:cubicBezTo>
                          <a:pt x="515" y="152"/>
                          <a:pt x="504" y="125"/>
                          <a:pt x="481" y="116"/>
                        </a:cubicBez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55" name="Freeform 23"/>
                  <p:cNvSpPr/>
                  <p:nvPr/>
                </p:nvSpPr>
                <p:spPr bwMode="auto">
                  <a:xfrm>
                    <a:off x="8005131" y="5388044"/>
                    <a:ext cx="410685" cy="304839"/>
                  </a:xfrm>
                  <a:custGeom>
                    <a:avLst/>
                    <a:gdLst>
                      <a:gd name="T0" fmla="*/ 142 w 205"/>
                      <a:gd name="T1" fmla="*/ 111 h 152"/>
                      <a:gd name="T2" fmla="*/ 195 w 205"/>
                      <a:gd name="T3" fmla="*/ 99 h 152"/>
                      <a:gd name="T4" fmla="*/ 202 w 205"/>
                      <a:gd name="T5" fmla="*/ 89 h 152"/>
                      <a:gd name="T6" fmla="*/ 205 w 205"/>
                      <a:gd name="T7" fmla="*/ 81 h 152"/>
                      <a:gd name="T8" fmla="*/ 9 w 205"/>
                      <a:gd name="T9" fmla="*/ 0 h 152"/>
                      <a:gd name="T10" fmla="*/ 6 w 205"/>
                      <a:gd name="T11" fmla="*/ 7 h 152"/>
                      <a:gd name="T12" fmla="*/ 3 w 205"/>
                      <a:gd name="T13" fmla="*/ 19 h 152"/>
                      <a:gd name="T14" fmla="*/ 29 w 205"/>
                      <a:gd name="T15" fmla="*/ 64 h 152"/>
                      <a:gd name="T16" fmla="*/ 52 w 205"/>
                      <a:gd name="T17" fmla="*/ 74 h 152"/>
                      <a:gd name="T18" fmla="*/ 49 w 205"/>
                      <a:gd name="T19" fmla="*/ 77 h 152"/>
                      <a:gd name="T20" fmla="*/ 41 w 205"/>
                      <a:gd name="T21" fmla="*/ 90 h 152"/>
                      <a:gd name="T22" fmla="*/ 63 w 205"/>
                      <a:gd name="T23" fmla="*/ 143 h 152"/>
                      <a:gd name="T24" fmla="*/ 116 w 205"/>
                      <a:gd name="T25" fmla="*/ 121 h 152"/>
                      <a:gd name="T26" fmla="*/ 119 w 205"/>
                      <a:gd name="T27" fmla="*/ 106 h 152"/>
                      <a:gd name="T28" fmla="*/ 119 w 205"/>
                      <a:gd name="T29" fmla="*/ 102 h 152"/>
                      <a:gd name="T30" fmla="*/ 142 w 205"/>
                      <a:gd name="T31" fmla="*/ 111 h 15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</a:cxnLst>
                    <a:rect l="0" t="0" r="r" b="b"/>
                    <a:pathLst>
                      <a:path w="205" h="152">
                        <a:moveTo>
                          <a:pt x="142" y="111"/>
                        </a:moveTo>
                        <a:cubicBezTo>
                          <a:pt x="161" y="119"/>
                          <a:pt x="183" y="114"/>
                          <a:pt x="195" y="99"/>
                        </a:cubicBezTo>
                        <a:cubicBezTo>
                          <a:pt x="198" y="96"/>
                          <a:pt x="200" y="92"/>
                          <a:pt x="202" y="89"/>
                        </a:cubicBezTo>
                        <a:cubicBezTo>
                          <a:pt x="205" y="81"/>
                          <a:pt x="205" y="81"/>
                          <a:pt x="205" y="81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6" y="7"/>
                          <a:pt x="6" y="7"/>
                          <a:pt x="6" y="7"/>
                        </a:cubicBezTo>
                        <a:cubicBezTo>
                          <a:pt x="4" y="11"/>
                          <a:pt x="3" y="15"/>
                          <a:pt x="3" y="19"/>
                        </a:cubicBezTo>
                        <a:cubicBezTo>
                          <a:pt x="0" y="38"/>
                          <a:pt x="10" y="56"/>
                          <a:pt x="29" y="64"/>
                        </a:cubicBezTo>
                        <a:cubicBezTo>
                          <a:pt x="52" y="74"/>
                          <a:pt x="52" y="74"/>
                          <a:pt x="52" y="74"/>
                        </a:cubicBezTo>
                        <a:cubicBezTo>
                          <a:pt x="51" y="75"/>
                          <a:pt x="50" y="76"/>
                          <a:pt x="49" y="77"/>
                        </a:cubicBezTo>
                        <a:cubicBezTo>
                          <a:pt x="45" y="82"/>
                          <a:pt x="43" y="85"/>
                          <a:pt x="41" y="90"/>
                        </a:cubicBezTo>
                        <a:cubicBezTo>
                          <a:pt x="32" y="110"/>
                          <a:pt x="42" y="134"/>
                          <a:pt x="63" y="143"/>
                        </a:cubicBezTo>
                        <a:cubicBezTo>
                          <a:pt x="83" y="152"/>
                          <a:pt x="107" y="142"/>
                          <a:pt x="116" y="121"/>
                        </a:cubicBezTo>
                        <a:cubicBezTo>
                          <a:pt x="118" y="116"/>
                          <a:pt x="119" y="112"/>
                          <a:pt x="119" y="106"/>
                        </a:cubicBezTo>
                        <a:cubicBezTo>
                          <a:pt x="119" y="105"/>
                          <a:pt x="119" y="104"/>
                          <a:pt x="119" y="102"/>
                        </a:cubicBezTo>
                        <a:lnTo>
                          <a:pt x="142" y="111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56" name="Freeform 24"/>
                  <p:cNvSpPr/>
                  <p:nvPr/>
                </p:nvSpPr>
                <p:spPr bwMode="auto">
                  <a:xfrm>
                    <a:off x="8079647" y="5258488"/>
                    <a:ext cx="390363" cy="173589"/>
                  </a:xfrm>
                  <a:custGeom>
                    <a:avLst/>
                    <a:gdLst>
                      <a:gd name="T0" fmla="*/ 461 w 461"/>
                      <a:gd name="T1" fmla="*/ 189 h 205"/>
                      <a:gd name="T2" fmla="*/ 7 w 461"/>
                      <a:gd name="T3" fmla="*/ 0 h 205"/>
                      <a:gd name="T4" fmla="*/ 0 w 461"/>
                      <a:gd name="T5" fmla="*/ 16 h 205"/>
                      <a:gd name="T6" fmla="*/ 454 w 461"/>
                      <a:gd name="T7" fmla="*/ 205 h 205"/>
                      <a:gd name="T8" fmla="*/ 461 w 461"/>
                      <a:gd name="T9" fmla="*/ 189 h 2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5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6"/>
                        </a:lnTo>
                        <a:lnTo>
                          <a:pt x="454" y="205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57" name="Freeform 25"/>
                  <p:cNvSpPr/>
                  <p:nvPr/>
                </p:nvSpPr>
                <p:spPr bwMode="auto">
                  <a:xfrm>
                    <a:off x="8107591" y="5192439"/>
                    <a:ext cx="390363" cy="173589"/>
                  </a:xfrm>
                  <a:custGeom>
                    <a:avLst/>
                    <a:gdLst>
                      <a:gd name="T0" fmla="*/ 461 w 461"/>
                      <a:gd name="T1" fmla="*/ 189 h 205"/>
                      <a:gd name="T2" fmla="*/ 7 w 461"/>
                      <a:gd name="T3" fmla="*/ 0 h 205"/>
                      <a:gd name="T4" fmla="*/ 0 w 461"/>
                      <a:gd name="T5" fmla="*/ 16 h 205"/>
                      <a:gd name="T6" fmla="*/ 454 w 461"/>
                      <a:gd name="T7" fmla="*/ 205 h 205"/>
                      <a:gd name="T8" fmla="*/ 461 w 461"/>
                      <a:gd name="T9" fmla="*/ 189 h 2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5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6"/>
                        </a:lnTo>
                        <a:lnTo>
                          <a:pt x="454" y="205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58" name="Freeform 26"/>
                  <p:cNvSpPr/>
                  <p:nvPr/>
                </p:nvSpPr>
                <p:spPr bwMode="auto">
                  <a:xfrm>
                    <a:off x="8135534" y="5123851"/>
                    <a:ext cx="390363" cy="176129"/>
                  </a:xfrm>
                  <a:custGeom>
                    <a:avLst/>
                    <a:gdLst>
                      <a:gd name="T0" fmla="*/ 461 w 461"/>
                      <a:gd name="T1" fmla="*/ 189 h 208"/>
                      <a:gd name="T2" fmla="*/ 7 w 461"/>
                      <a:gd name="T3" fmla="*/ 0 h 208"/>
                      <a:gd name="T4" fmla="*/ 0 w 461"/>
                      <a:gd name="T5" fmla="*/ 19 h 208"/>
                      <a:gd name="T6" fmla="*/ 454 w 461"/>
                      <a:gd name="T7" fmla="*/ 208 h 208"/>
                      <a:gd name="T8" fmla="*/ 461 w 461"/>
                      <a:gd name="T9" fmla="*/ 189 h 20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8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9"/>
                        </a:lnTo>
                        <a:lnTo>
                          <a:pt x="454" y="208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59" name="Freeform 27"/>
                  <p:cNvSpPr/>
                  <p:nvPr/>
                </p:nvSpPr>
                <p:spPr bwMode="auto">
                  <a:xfrm>
                    <a:off x="8163478" y="5057802"/>
                    <a:ext cx="390363" cy="174435"/>
                  </a:xfrm>
                  <a:custGeom>
                    <a:avLst/>
                    <a:gdLst>
                      <a:gd name="T0" fmla="*/ 461 w 461"/>
                      <a:gd name="T1" fmla="*/ 189 h 206"/>
                      <a:gd name="T2" fmla="*/ 7 w 461"/>
                      <a:gd name="T3" fmla="*/ 0 h 206"/>
                      <a:gd name="T4" fmla="*/ 0 w 461"/>
                      <a:gd name="T5" fmla="*/ 17 h 206"/>
                      <a:gd name="T6" fmla="*/ 454 w 461"/>
                      <a:gd name="T7" fmla="*/ 206 h 206"/>
                      <a:gd name="T8" fmla="*/ 461 w 461"/>
                      <a:gd name="T9" fmla="*/ 189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6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7"/>
                        </a:lnTo>
                        <a:lnTo>
                          <a:pt x="454" y="206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60" name="Freeform 28"/>
                  <p:cNvSpPr/>
                  <p:nvPr/>
                </p:nvSpPr>
                <p:spPr bwMode="auto">
                  <a:xfrm>
                    <a:off x="8191421" y="4991754"/>
                    <a:ext cx="390363" cy="174435"/>
                  </a:xfrm>
                  <a:custGeom>
                    <a:avLst/>
                    <a:gdLst>
                      <a:gd name="T0" fmla="*/ 461 w 461"/>
                      <a:gd name="T1" fmla="*/ 189 h 206"/>
                      <a:gd name="T2" fmla="*/ 7 w 461"/>
                      <a:gd name="T3" fmla="*/ 0 h 206"/>
                      <a:gd name="T4" fmla="*/ 0 w 461"/>
                      <a:gd name="T5" fmla="*/ 17 h 206"/>
                      <a:gd name="T6" fmla="*/ 454 w 461"/>
                      <a:gd name="T7" fmla="*/ 206 h 206"/>
                      <a:gd name="T8" fmla="*/ 461 w 461"/>
                      <a:gd name="T9" fmla="*/ 189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6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7"/>
                        </a:lnTo>
                        <a:lnTo>
                          <a:pt x="454" y="206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  <p:sp>
                <p:nvSpPr>
                  <p:cNvPr id="361" name="Freeform 29"/>
                  <p:cNvSpPr/>
                  <p:nvPr/>
                </p:nvSpPr>
                <p:spPr bwMode="auto">
                  <a:xfrm>
                    <a:off x="8217671" y="4925706"/>
                    <a:ext cx="390363" cy="174435"/>
                  </a:xfrm>
                  <a:custGeom>
                    <a:avLst/>
                    <a:gdLst>
                      <a:gd name="T0" fmla="*/ 461 w 461"/>
                      <a:gd name="T1" fmla="*/ 189 h 206"/>
                      <a:gd name="T2" fmla="*/ 7 w 461"/>
                      <a:gd name="T3" fmla="*/ 0 h 206"/>
                      <a:gd name="T4" fmla="*/ 0 w 461"/>
                      <a:gd name="T5" fmla="*/ 16 h 206"/>
                      <a:gd name="T6" fmla="*/ 454 w 461"/>
                      <a:gd name="T7" fmla="*/ 206 h 206"/>
                      <a:gd name="T8" fmla="*/ 461 w 461"/>
                      <a:gd name="T9" fmla="*/ 189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461" h="206">
                        <a:moveTo>
                          <a:pt x="461" y="189"/>
                        </a:moveTo>
                        <a:lnTo>
                          <a:pt x="7" y="0"/>
                        </a:lnTo>
                        <a:lnTo>
                          <a:pt x="0" y="16"/>
                        </a:lnTo>
                        <a:lnTo>
                          <a:pt x="454" y="206"/>
                        </a:lnTo>
                        <a:lnTo>
                          <a:pt x="461" y="189"/>
                        </a:lnTo>
                        <a:close/>
                      </a:path>
                    </a:pathLst>
                  </a:custGeom>
                  <a:grpFill/>
                  <a:ln>
                    <a:solidFill>
                      <a:schemeClr val="bg1"/>
                    </a:solidFill>
                  </a:ln>
                </p:spPr>
                <p:txBody>
                  <a:bodyPr anchor="ctr"/>
                  <a:lstStyle/>
                  <a:p>
                    <a:pPr algn="ctr"/>
                  </a:p>
                </p:txBody>
              </p:sp>
            </p:grpSp>
            <p:sp>
              <p:nvSpPr>
                <p:cNvPr id="352" name="Freeform 30"/>
                <p:cNvSpPr/>
                <p:nvPr/>
              </p:nvSpPr>
              <p:spPr bwMode="auto">
                <a:xfrm>
                  <a:off x="8249849" y="4851189"/>
                  <a:ext cx="390363" cy="174435"/>
                </a:xfrm>
                <a:custGeom>
                  <a:avLst/>
                  <a:gdLst>
                    <a:gd name="T0" fmla="*/ 461 w 461"/>
                    <a:gd name="T1" fmla="*/ 190 h 206"/>
                    <a:gd name="T2" fmla="*/ 7 w 461"/>
                    <a:gd name="T3" fmla="*/ 0 h 206"/>
                    <a:gd name="T4" fmla="*/ 0 w 461"/>
                    <a:gd name="T5" fmla="*/ 17 h 206"/>
                    <a:gd name="T6" fmla="*/ 454 w 461"/>
                    <a:gd name="T7" fmla="*/ 206 h 206"/>
                    <a:gd name="T8" fmla="*/ 461 w 461"/>
                    <a:gd name="T9" fmla="*/ 190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1" h="206">
                      <a:moveTo>
                        <a:pt x="461" y="190"/>
                      </a:moveTo>
                      <a:lnTo>
                        <a:pt x="7" y="0"/>
                      </a:lnTo>
                      <a:lnTo>
                        <a:pt x="0" y="17"/>
                      </a:lnTo>
                      <a:lnTo>
                        <a:pt x="454" y="206"/>
                      </a:lnTo>
                      <a:lnTo>
                        <a:pt x="461" y="190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53" name="Freeform 31"/>
                <p:cNvSpPr/>
                <p:nvPr/>
              </p:nvSpPr>
              <p:spPr bwMode="auto">
                <a:xfrm>
                  <a:off x="8277792" y="4783448"/>
                  <a:ext cx="390363" cy="176129"/>
                </a:xfrm>
                <a:custGeom>
                  <a:avLst/>
                  <a:gdLst>
                    <a:gd name="T0" fmla="*/ 461 w 461"/>
                    <a:gd name="T1" fmla="*/ 189 h 208"/>
                    <a:gd name="T2" fmla="*/ 7 w 461"/>
                    <a:gd name="T3" fmla="*/ 0 h 208"/>
                    <a:gd name="T4" fmla="*/ 0 w 461"/>
                    <a:gd name="T5" fmla="*/ 19 h 208"/>
                    <a:gd name="T6" fmla="*/ 454 w 461"/>
                    <a:gd name="T7" fmla="*/ 208 h 208"/>
                    <a:gd name="T8" fmla="*/ 461 w 461"/>
                    <a:gd name="T9" fmla="*/ 189 h 2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1" h="208">
                      <a:moveTo>
                        <a:pt x="461" y="189"/>
                      </a:moveTo>
                      <a:lnTo>
                        <a:pt x="7" y="0"/>
                      </a:lnTo>
                      <a:lnTo>
                        <a:pt x="0" y="19"/>
                      </a:lnTo>
                      <a:lnTo>
                        <a:pt x="454" y="208"/>
                      </a:lnTo>
                      <a:lnTo>
                        <a:pt x="461" y="189"/>
                      </a:lnTo>
                      <a:close/>
                    </a:path>
                  </a:pathLst>
                </a:custGeom>
                <a:grpFill/>
                <a:ln>
                  <a:solidFill>
                    <a:schemeClr val="bg1"/>
                  </a:solidFill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277" name="Freeform 32"/>
              <p:cNvSpPr/>
              <p:nvPr/>
            </p:nvSpPr>
            <p:spPr bwMode="auto">
              <a:xfrm>
                <a:off x="8193961" y="1911190"/>
                <a:ext cx="931451" cy="629153"/>
              </a:xfrm>
              <a:custGeom>
                <a:avLst/>
                <a:gdLst>
                  <a:gd name="T0" fmla="*/ 380 w 465"/>
                  <a:gd name="T1" fmla="*/ 85 h 314"/>
                  <a:gd name="T2" fmla="*/ 332 w 465"/>
                  <a:gd name="T3" fmla="*/ 57 h 314"/>
                  <a:gd name="T4" fmla="*/ 316 w 465"/>
                  <a:gd name="T5" fmla="*/ 0 h 314"/>
                  <a:gd name="T6" fmla="*/ 292 w 465"/>
                  <a:gd name="T7" fmla="*/ 3 h 314"/>
                  <a:gd name="T8" fmla="*/ 295 w 465"/>
                  <a:gd name="T9" fmla="*/ 59 h 314"/>
                  <a:gd name="T10" fmla="*/ 218 w 465"/>
                  <a:gd name="T11" fmla="*/ 68 h 314"/>
                  <a:gd name="T12" fmla="*/ 206 w 465"/>
                  <a:gd name="T13" fmla="*/ 69 h 314"/>
                  <a:gd name="T14" fmla="*/ 131 w 465"/>
                  <a:gd name="T15" fmla="*/ 78 h 314"/>
                  <a:gd name="T16" fmla="*/ 120 w 465"/>
                  <a:gd name="T17" fmla="*/ 23 h 314"/>
                  <a:gd name="T18" fmla="*/ 96 w 465"/>
                  <a:gd name="T19" fmla="*/ 26 h 314"/>
                  <a:gd name="T20" fmla="*/ 94 w 465"/>
                  <a:gd name="T21" fmla="*/ 85 h 314"/>
                  <a:gd name="T22" fmla="*/ 54 w 465"/>
                  <a:gd name="T23" fmla="*/ 123 h 314"/>
                  <a:gd name="T24" fmla="*/ 12 w 465"/>
                  <a:gd name="T25" fmla="*/ 314 h 314"/>
                  <a:gd name="T26" fmla="*/ 232 w 465"/>
                  <a:gd name="T27" fmla="*/ 288 h 314"/>
                  <a:gd name="T28" fmla="*/ 244 w 465"/>
                  <a:gd name="T29" fmla="*/ 286 h 314"/>
                  <a:gd name="T30" fmla="*/ 465 w 465"/>
                  <a:gd name="T31" fmla="*/ 260 h 314"/>
                  <a:gd name="T32" fmla="*/ 380 w 465"/>
                  <a:gd name="T33" fmla="*/ 85 h 3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65" h="314">
                    <a:moveTo>
                      <a:pt x="380" y="85"/>
                    </a:moveTo>
                    <a:cubicBezTo>
                      <a:pt x="329" y="67"/>
                      <a:pt x="352" y="90"/>
                      <a:pt x="332" y="57"/>
                    </a:cubicBezTo>
                    <a:cubicBezTo>
                      <a:pt x="322" y="41"/>
                      <a:pt x="316" y="0"/>
                      <a:pt x="316" y="0"/>
                    </a:cubicBezTo>
                    <a:cubicBezTo>
                      <a:pt x="292" y="3"/>
                      <a:pt x="292" y="3"/>
                      <a:pt x="292" y="3"/>
                    </a:cubicBezTo>
                    <a:cubicBezTo>
                      <a:pt x="295" y="59"/>
                      <a:pt x="295" y="59"/>
                      <a:pt x="295" y="59"/>
                    </a:cubicBezTo>
                    <a:cubicBezTo>
                      <a:pt x="218" y="68"/>
                      <a:pt x="218" y="68"/>
                      <a:pt x="218" y="68"/>
                    </a:cubicBezTo>
                    <a:cubicBezTo>
                      <a:pt x="206" y="69"/>
                      <a:pt x="206" y="69"/>
                      <a:pt x="206" y="69"/>
                    </a:cubicBezTo>
                    <a:cubicBezTo>
                      <a:pt x="131" y="78"/>
                      <a:pt x="131" y="78"/>
                      <a:pt x="131" y="78"/>
                    </a:cubicBezTo>
                    <a:cubicBezTo>
                      <a:pt x="120" y="23"/>
                      <a:pt x="120" y="23"/>
                      <a:pt x="120" y="23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6" y="26"/>
                      <a:pt x="100" y="67"/>
                      <a:pt x="94" y="85"/>
                    </a:cubicBezTo>
                    <a:cubicBezTo>
                      <a:pt x="82" y="121"/>
                      <a:pt x="99" y="94"/>
                      <a:pt x="54" y="123"/>
                    </a:cubicBezTo>
                    <a:cubicBezTo>
                      <a:pt x="9" y="153"/>
                      <a:pt x="0" y="213"/>
                      <a:pt x="12" y="314"/>
                    </a:cubicBezTo>
                    <a:cubicBezTo>
                      <a:pt x="232" y="288"/>
                      <a:pt x="232" y="288"/>
                      <a:pt x="232" y="288"/>
                    </a:cubicBezTo>
                    <a:cubicBezTo>
                      <a:pt x="244" y="286"/>
                      <a:pt x="244" y="286"/>
                      <a:pt x="244" y="286"/>
                    </a:cubicBezTo>
                    <a:cubicBezTo>
                      <a:pt x="465" y="260"/>
                      <a:pt x="465" y="260"/>
                      <a:pt x="465" y="260"/>
                    </a:cubicBezTo>
                    <a:cubicBezTo>
                      <a:pt x="453" y="160"/>
                      <a:pt x="430" y="103"/>
                      <a:pt x="380" y="8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8" name="Freeform 33"/>
              <p:cNvSpPr/>
              <p:nvPr/>
            </p:nvSpPr>
            <p:spPr bwMode="auto">
              <a:xfrm>
                <a:off x="8219365" y="2423489"/>
                <a:ext cx="913669" cy="154960"/>
              </a:xfrm>
              <a:custGeom>
                <a:avLst/>
                <a:gdLst>
                  <a:gd name="T0" fmla="*/ 1079 w 1079"/>
                  <a:gd name="T1" fmla="*/ 57 h 183"/>
                  <a:gd name="T2" fmla="*/ 7 w 1079"/>
                  <a:gd name="T3" fmla="*/ 183 h 183"/>
                  <a:gd name="T4" fmla="*/ 0 w 1079"/>
                  <a:gd name="T5" fmla="*/ 126 h 183"/>
                  <a:gd name="T6" fmla="*/ 1072 w 1079"/>
                  <a:gd name="T7" fmla="*/ 0 h 183"/>
                  <a:gd name="T8" fmla="*/ 1079 w 1079"/>
                  <a:gd name="T9" fmla="*/ 57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79" h="183">
                    <a:moveTo>
                      <a:pt x="1079" y="57"/>
                    </a:moveTo>
                    <a:lnTo>
                      <a:pt x="7" y="183"/>
                    </a:lnTo>
                    <a:lnTo>
                      <a:pt x="0" y="126"/>
                    </a:lnTo>
                    <a:lnTo>
                      <a:pt x="1072" y="0"/>
                    </a:lnTo>
                    <a:lnTo>
                      <a:pt x="1079" y="57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9" name="Freeform 34"/>
              <p:cNvSpPr/>
              <p:nvPr/>
            </p:nvSpPr>
            <p:spPr bwMode="auto">
              <a:xfrm>
                <a:off x="8453921" y="2072924"/>
                <a:ext cx="382742" cy="385282"/>
              </a:xfrm>
              <a:custGeom>
                <a:avLst/>
                <a:gdLst>
                  <a:gd name="T0" fmla="*/ 5 w 191"/>
                  <a:gd name="T1" fmla="*/ 107 h 192"/>
                  <a:gd name="T2" fmla="*/ 85 w 191"/>
                  <a:gd name="T3" fmla="*/ 6 h 192"/>
                  <a:gd name="T4" fmla="*/ 185 w 191"/>
                  <a:gd name="T5" fmla="*/ 85 h 192"/>
                  <a:gd name="T6" fmla="*/ 106 w 191"/>
                  <a:gd name="T7" fmla="*/ 186 h 192"/>
                  <a:gd name="T8" fmla="*/ 5 w 191"/>
                  <a:gd name="T9" fmla="*/ 107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1" h="192">
                    <a:moveTo>
                      <a:pt x="5" y="107"/>
                    </a:moveTo>
                    <a:cubicBezTo>
                      <a:pt x="0" y="57"/>
                      <a:pt x="35" y="12"/>
                      <a:pt x="85" y="6"/>
                    </a:cubicBezTo>
                    <a:cubicBezTo>
                      <a:pt x="135" y="0"/>
                      <a:pt x="180" y="36"/>
                      <a:pt x="185" y="85"/>
                    </a:cubicBezTo>
                    <a:cubicBezTo>
                      <a:pt x="191" y="135"/>
                      <a:pt x="156" y="180"/>
                      <a:pt x="106" y="186"/>
                    </a:cubicBezTo>
                    <a:cubicBezTo>
                      <a:pt x="56" y="192"/>
                      <a:pt x="11" y="156"/>
                      <a:pt x="5" y="107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0" name="Freeform 35"/>
              <p:cNvSpPr/>
              <p:nvPr/>
            </p:nvSpPr>
            <p:spPr bwMode="auto">
              <a:xfrm>
                <a:off x="8477631" y="2100868"/>
                <a:ext cx="332782" cy="326855"/>
              </a:xfrm>
              <a:custGeom>
                <a:avLst/>
                <a:gdLst>
                  <a:gd name="T0" fmla="*/ 60 w 166"/>
                  <a:gd name="T1" fmla="*/ 151 h 163"/>
                  <a:gd name="T2" fmla="*/ 79 w 166"/>
                  <a:gd name="T3" fmla="*/ 155 h 163"/>
                  <a:gd name="T4" fmla="*/ 67 w 166"/>
                  <a:gd name="T5" fmla="*/ 163 h 163"/>
                  <a:gd name="T6" fmla="*/ 110 w 166"/>
                  <a:gd name="T7" fmla="*/ 139 h 163"/>
                  <a:gd name="T8" fmla="*/ 118 w 166"/>
                  <a:gd name="T9" fmla="*/ 157 h 163"/>
                  <a:gd name="T10" fmla="*/ 105 w 166"/>
                  <a:gd name="T11" fmla="*/ 152 h 163"/>
                  <a:gd name="T12" fmla="*/ 23 w 166"/>
                  <a:gd name="T13" fmla="*/ 124 h 163"/>
                  <a:gd name="T14" fmla="*/ 37 w 166"/>
                  <a:gd name="T15" fmla="*/ 139 h 163"/>
                  <a:gd name="T16" fmla="*/ 23 w 166"/>
                  <a:gd name="T17" fmla="*/ 138 h 163"/>
                  <a:gd name="T18" fmla="*/ 138 w 166"/>
                  <a:gd name="T19" fmla="*/ 112 h 163"/>
                  <a:gd name="T20" fmla="*/ 155 w 166"/>
                  <a:gd name="T21" fmla="*/ 122 h 163"/>
                  <a:gd name="T22" fmla="*/ 142 w 166"/>
                  <a:gd name="T23" fmla="*/ 126 h 163"/>
                  <a:gd name="T24" fmla="*/ 0 w 166"/>
                  <a:gd name="T25" fmla="*/ 92 h 163"/>
                  <a:gd name="T26" fmla="*/ 10 w 166"/>
                  <a:gd name="T27" fmla="*/ 81 h 163"/>
                  <a:gd name="T28" fmla="*/ 21 w 166"/>
                  <a:gd name="T29" fmla="*/ 90 h 163"/>
                  <a:gd name="T30" fmla="*/ 11 w 166"/>
                  <a:gd name="T31" fmla="*/ 101 h 163"/>
                  <a:gd name="T32" fmla="*/ 146 w 166"/>
                  <a:gd name="T33" fmla="*/ 75 h 163"/>
                  <a:gd name="T34" fmla="*/ 165 w 166"/>
                  <a:gd name="T35" fmla="*/ 72 h 163"/>
                  <a:gd name="T36" fmla="*/ 155 w 166"/>
                  <a:gd name="T37" fmla="*/ 83 h 163"/>
                  <a:gd name="T38" fmla="*/ 15 w 166"/>
                  <a:gd name="T39" fmla="*/ 55 h 163"/>
                  <a:gd name="T40" fmla="*/ 25 w 166"/>
                  <a:gd name="T41" fmla="*/ 38 h 163"/>
                  <a:gd name="T42" fmla="*/ 20 w 166"/>
                  <a:gd name="T43" fmla="*/ 57 h 163"/>
                  <a:gd name="T44" fmla="*/ 129 w 166"/>
                  <a:gd name="T45" fmla="*/ 40 h 163"/>
                  <a:gd name="T46" fmla="*/ 144 w 166"/>
                  <a:gd name="T47" fmla="*/ 26 h 163"/>
                  <a:gd name="T48" fmla="*/ 137 w 166"/>
                  <a:gd name="T49" fmla="*/ 43 h 163"/>
                  <a:gd name="T50" fmla="*/ 44 w 166"/>
                  <a:gd name="T51" fmla="*/ 20 h 163"/>
                  <a:gd name="T52" fmla="*/ 62 w 166"/>
                  <a:gd name="T53" fmla="*/ 12 h 163"/>
                  <a:gd name="T54" fmla="*/ 57 w 166"/>
                  <a:gd name="T55" fmla="*/ 25 h 163"/>
                  <a:gd name="T56" fmla="*/ 44 w 166"/>
                  <a:gd name="T57" fmla="*/ 20 h 163"/>
                  <a:gd name="T58" fmla="*/ 96 w 166"/>
                  <a:gd name="T59" fmla="*/ 21 h 163"/>
                  <a:gd name="T60" fmla="*/ 100 w 166"/>
                  <a:gd name="T61" fmla="*/ 1 h 163"/>
                  <a:gd name="T62" fmla="*/ 98 w 166"/>
                  <a:gd name="T63" fmla="*/ 21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6" h="163">
                    <a:moveTo>
                      <a:pt x="67" y="163"/>
                    </a:moveTo>
                    <a:cubicBezTo>
                      <a:pt x="62" y="162"/>
                      <a:pt x="59" y="157"/>
                      <a:pt x="60" y="151"/>
                    </a:cubicBezTo>
                    <a:cubicBezTo>
                      <a:pt x="61" y="146"/>
                      <a:pt x="66" y="142"/>
                      <a:pt x="71" y="143"/>
                    </a:cubicBezTo>
                    <a:cubicBezTo>
                      <a:pt x="77" y="144"/>
                      <a:pt x="80" y="150"/>
                      <a:pt x="79" y="155"/>
                    </a:cubicBezTo>
                    <a:cubicBezTo>
                      <a:pt x="78" y="160"/>
                      <a:pt x="74" y="163"/>
                      <a:pt x="69" y="163"/>
                    </a:cubicBezTo>
                    <a:cubicBezTo>
                      <a:pt x="69" y="163"/>
                      <a:pt x="68" y="163"/>
                      <a:pt x="67" y="163"/>
                    </a:cubicBezTo>
                    <a:close/>
                    <a:moveTo>
                      <a:pt x="105" y="152"/>
                    </a:moveTo>
                    <a:cubicBezTo>
                      <a:pt x="103" y="147"/>
                      <a:pt x="105" y="141"/>
                      <a:pt x="110" y="139"/>
                    </a:cubicBezTo>
                    <a:cubicBezTo>
                      <a:pt x="115" y="136"/>
                      <a:pt x="121" y="139"/>
                      <a:pt x="123" y="144"/>
                    </a:cubicBezTo>
                    <a:cubicBezTo>
                      <a:pt x="125" y="149"/>
                      <a:pt x="123" y="155"/>
                      <a:pt x="118" y="157"/>
                    </a:cubicBezTo>
                    <a:cubicBezTo>
                      <a:pt x="117" y="158"/>
                      <a:pt x="115" y="158"/>
                      <a:pt x="114" y="158"/>
                    </a:cubicBezTo>
                    <a:cubicBezTo>
                      <a:pt x="110" y="158"/>
                      <a:pt x="107" y="156"/>
                      <a:pt x="105" y="152"/>
                    </a:cubicBezTo>
                    <a:close/>
                    <a:moveTo>
                      <a:pt x="23" y="138"/>
                    </a:moveTo>
                    <a:cubicBezTo>
                      <a:pt x="19" y="134"/>
                      <a:pt x="19" y="128"/>
                      <a:pt x="23" y="124"/>
                    </a:cubicBezTo>
                    <a:cubicBezTo>
                      <a:pt x="28" y="120"/>
                      <a:pt x="34" y="121"/>
                      <a:pt x="38" y="125"/>
                    </a:cubicBezTo>
                    <a:cubicBezTo>
                      <a:pt x="41" y="129"/>
                      <a:pt x="41" y="135"/>
                      <a:pt x="37" y="139"/>
                    </a:cubicBezTo>
                    <a:cubicBezTo>
                      <a:pt x="35" y="140"/>
                      <a:pt x="33" y="141"/>
                      <a:pt x="30" y="141"/>
                    </a:cubicBezTo>
                    <a:cubicBezTo>
                      <a:pt x="28" y="141"/>
                      <a:pt x="25" y="140"/>
                      <a:pt x="23" y="138"/>
                    </a:cubicBezTo>
                    <a:close/>
                    <a:moveTo>
                      <a:pt x="142" y="126"/>
                    </a:moveTo>
                    <a:cubicBezTo>
                      <a:pt x="137" y="123"/>
                      <a:pt x="135" y="117"/>
                      <a:pt x="138" y="112"/>
                    </a:cubicBezTo>
                    <a:cubicBezTo>
                      <a:pt x="141" y="108"/>
                      <a:pt x="147" y="106"/>
                      <a:pt x="152" y="109"/>
                    </a:cubicBezTo>
                    <a:cubicBezTo>
                      <a:pt x="156" y="111"/>
                      <a:pt x="158" y="117"/>
                      <a:pt x="155" y="122"/>
                    </a:cubicBezTo>
                    <a:cubicBezTo>
                      <a:pt x="154" y="126"/>
                      <a:pt x="150" y="127"/>
                      <a:pt x="147" y="127"/>
                    </a:cubicBezTo>
                    <a:cubicBezTo>
                      <a:pt x="145" y="127"/>
                      <a:pt x="143" y="127"/>
                      <a:pt x="142" y="126"/>
                    </a:cubicBezTo>
                    <a:close/>
                    <a:moveTo>
                      <a:pt x="1" y="92"/>
                    </a:moveTo>
                    <a:cubicBezTo>
                      <a:pt x="0" y="92"/>
                      <a:pt x="0" y="92"/>
                      <a:pt x="0" y="92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86"/>
                      <a:pt x="4" y="81"/>
                      <a:pt x="10" y="81"/>
                    </a:cubicBezTo>
                    <a:cubicBezTo>
                      <a:pt x="15" y="80"/>
                      <a:pt x="20" y="84"/>
                      <a:pt x="21" y="89"/>
                    </a:cubicBezTo>
                    <a:cubicBezTo>
                      <a:pt x="21" y="90"/>
                      <a:pt x="21" y="90"/>
                      <a:pt x="21" y="90"/>
                    </a:cubicBezTo>
                    <a:cubicBezTo>
                      <a:pt x="22" y="95"/>
                      <a:pt x="18" y="100"/>
                      <a:pt x="13" y="101"/>
                    </a:cubicBezTo>
                    <a:cubicBezTo>
                      <a:pt x="12" y="101"/>
                      <a:pt x="11" y="101"/>
                      <a:pt x="11" y="101"/>
                    </a:cubicBezTo>
                    <a:cubicBezTo>
                      <a:pt x="6" y="101"/>
                      <a:pt x="1" y="97"/>
                      <a:pt x="1" y="92"/>
                    </a:cubicBezTo>
                    <a:close/>
                    <a:moveTo>
                      <a:pt x="146" y="75"/>
                    </a:moveTo>
                    <a:cubicBezTo>
                      <a:pt x="145" y="69"/>
                      <a:pt x="149" y="64"/>
                      <a:pt x="154" y="63"/>
                    </a:cubicBezTo>
                    <a:cubicBezTo>
                      <a:pt x="160" y="63"/>
                      <a:pt x="165" y="67"/>
                      <a:pt x="165" y="72"/>
                    </a:cubicBezTo>
                    <a:cubicBezTo>
                      <a:pt x="166" y="78"/>
                      <a:pt x="162" y="83"/>
                      <a:pt x="157" y="83"/>
                    </a:cubicBezTo>
                    <a:cubicBezTo>
                      <a:pt x="156" y="83"/>
                      <a:pt x="156" y="83"/>
                      <a:pt x="155" y="83"/>
                    </a:cubicBezTo>
                    <a:cubicBezTo>
                      <a:pt x="150" y="83"/>
                      <a:pt x="146" y="80"/>
                      <a:pt x="146" y="75"/>
                    </a:cubicBezTo>
                    <a:close/>
                    <a:moveTo>
                      <a:pt x="15" y="55"/>
                    </a:moveTo>
                    <a:cubicBezTo>
                      <a:pt x="10" y="53"/>
                      <a:pt x="9" y="46"/>
                      <a:pt x="11" y="42"/>
                    </a:cubicBezTo>
                    <a:cubicBezTo>
                      <a:pt x="14" y="37"/>
                      <a:pt x="20" y="35"/>
                      <a:pt x="25" y="38"/>
                    </a:cubicBezTo>
                    <a:cubicBezTo>
                      <a:pt x="30" y="41"/>
                      <a:pt x="32" y="47"/>
                      <a:pt x="29" y="51"/>
                    </a:cubicBezTo>
                    <a:cubicBezTo>
                      <a:pt x="27" y="55"/>
                      <a:pt x="24" y="57"/>
                      <a:pt x="20" y="57"/>
                    </a:cubicBezTo>
                    <a:cubicBezTo>
                      <a:pt x="18" y="57"/>
                      <a:pt x="17" y="56"/>
                      <a:pt x="15" y="55"/>
                    </a:cubicBezTo>
                    <a:close/>
                    <a:moveTo>
                      <a:pt x="129" y="40"/>
                    </a:moveTo>
                    <a:cubicBezTo>
                      <a:pt x="126" y="36"/>
                      <a:pt x="126" y="29"/>
                      <a:pt x="130" y="25"/>
                    </a:cubicBezTo>
                    <a:cubicBezTo>
                      <a:pt x="134" y="22"/>
                      <a:pt x="140" y="22"/>
                      <a:pt x="144" y="26"/>
                    </a:cubicBezTo>
                    <a:cubicBezTo>
                      <a:pt x="148" y="30"/>
                      <a:pt x="148" y="36"/>
                      <a:pt x="143" y="40"/>
                    </a:cubicBezTo>
                    <a:cubicBezTo>
                      <a:pt x="142" y="42"/>
                      <a:pt x="139" y="43"/>
                      <a:pt x="137" y="43"/>
                    </a:cubicBezTo>
                    <a:cubicBezTo>
                      <a:pt x="134" y="43"/>
                      <a:pt x="131" y="42"/>
                      <a:pt x="129" y="40"/>
                    </a:cubicBezTo>
                    <a:close/>
                    <a:moveTo>
                      <a:pt x="44" y="20"/>
                    </a:moveTo>
                    <a:cubicBezTo>
                      <a:pt x="42" y="15"/>
                      <a:pt x="44" y="9"/>
                      <a:pt x="49" y="7"/>
                    </a:cubicBezTo>
                    <a:cubicBezTo>
                      <a:pt x="54" y="5"/>
                      <a:pt x="60" y="7"/>
                      <a:pt x="62" y="12"/>
                    </a:cubicBezTo>
                    <a:cubicBezTo>
                      <a:pt x="64" y="17"/>
                      <a:pt x="62" y="21"/>
                      <a:pt x="57" y="25"/>
                    </a:cubicBezTo>
                    <a:cubicBezTo>
                      <a:pt x="57" y="25"/>
                      <a:pt x="57" y="25"/>
                      <a:pt x="57" y="25"/>
                    </a:cubicBezTo>
                    <a:cubicBezTo>
                      <a:pt x="56" y="25"/>
                      <a:pt x="54" y="26"/>
                      <a:pt x="53" y="26"/>
                    </a:cubicBezTo>
                    <a:cubicBezTo>
                      <a:pt x="49" y="26"/>
                      <a:pt x="46" y="24"/>
                      <a:pt x="44" y="20"/>
                    </a:cubicBezTo>
                    <a:close/>
                    <a:moveTo>
                      <a:pt x="96" y="21"/>
                    </a:moveTo>
                    <a:cubicBezTo>
                      <a:pt x="96" y="21"/>
                      <a:pt x="96" y="21"/>
                      <a:pt x="96" y="21"/>
                    </a:cubicBezTo>
                    <a:cubicBezTo>
                      <a:pt x="90" y="20"/>
                      <a:pt x="87" y="14"/>
                      <a:pt x="88" y="9"/>
                    </a:cubicBezTo>
                    <a:cubicBezTo>
                      <a:pt x="89" y="3"/>
                      <a:pt x="94" y="0"/>
                      <a:pt x="100" y="1"/>
                    </a:cubicBezTo>
                    <a:cubicBezTo>
                      <a:pt x="105" y="2"/>
                      <a:pt x="108" y="7"/>
                      <a:pt x="107" y="13"/>
                    </a:cubicBezTo>
                    <a:cubicBezTo>
                      <a:pt x="106" y="18"/>
                      <a:pt x="102" y="21"/>
                      <a:pt x="98" y="21"/>
                    </a:cubicBezTo>
                    <a:cubicBezTo>
                      <a:pt x="97" y="21"/>
                      <a:pt x="96" y="21"/>
                      <a:pt x="96" y="2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1" name="Freeform 36"/>
              <p:cNvSpPr/>
              <p:nvPr/>
            </p:nvSpPr>
            <p:spPr bwMode="auto">
              <a:xfrm>
                <a:off x="8525897" y="2147440"/>
                <a:ext cx="238790" cy="236250"/>
              </a:xfrm>
              <a:custGeom>
                <a:avLst/>
                <a:gdLst>
                  <a:gd name="T0" fmla="*/ 4 w 119"/>
                  <a:gd name="T1" fmla="*/ 66 h 118"/>
                  <a:gd name="T2" fmla="*/ 53 w 119"/>
                  <a:gd name="T3" fmla="*/ 3 h 118"/>
                  <a:gd name="T4" fmla="*/ 115 w 119"/>
                  <a:gd name="T5" fmla="*/ 53 h 118"/>
                  <a:gd name="T6" fmla="*/ 66 w 119"/>
                  <a:gd name="T7" fmla="*/ 115 h 118"/>
                  <a:gd name="T8" fmla="*/ 4 w 119"/>
                  <a:gd name="T9" fmla="*/ 66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9" h="118">
                    <a:moveTo>
                      <a:pt x="4" y="66"/>
                    </a:moveTo>
                    <a:cubicBezTo>
                      <a:pt x="0" y="35"/>
                      <a:pt x="22" y="7"/>
                      <a:pt x="53" y="3"/>
                    </a:cubicBezTo>
                    <a:cubicBezTo>
                      <a:pt x="84" y="0"/>
                      <a:pt x="111" y="22"/>
                      <a:pt x="115" y="53"/>
                    </a:cubicBezTo>
                    <a:cubicBezTo>
                      <a:pt x="119" y="83"/>
                      <a:pt x="97" y="111"/>
                      <a:pt x="66" y="115"/>
                    </a:cubicBezTo>
                    <a:cubicBezTo>
                      <a:pt x="35" y="118"/>
                      <a:pt x="8" y="96"/>
                      <a:pt x="4" y="66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2" name="Freeform 37"/>
              <p:cNvSpPr/>
              <p:nvPr/>
            </p:nvSpPr>
            <p:spPr bwMode="auto">
              <a:xfrm>
                <a:off x="8121139" y="1773166"/>
                <a:ext cx="975483" cy="321774"/>
              </a:xfrm>
              <a:custGeom>
                <a:avLst/>
                <a:gdLst>
                  <a:gd name="T0" fmla="*/ 118 w 487"/>
                  <a:gd name="T1" fmla="*/ 149 h 161"/>
                  <a:gd name="T2" fmla="*/ 112 w 487"/>
                  <a:gd name="T3" fmla="*/ 98 h 161"/>
                  <a:gd name="T4" fmla="*/ 377 w 487"/>
                  <a:gd name="T5" fmla="*/ 67 h 161"/>
                  <a:gd name="T6" fmla="*/ 383 w 487"/>
                  <a:gd name="T7" fmla="*/ 118 h 161"/>
                  <a:gd name="T8" fmla="*/ 487 w 487"/>
                  <a:gd name="T9" fmla="*/ 105 h 161"/>
                  <a:gd name="T10" fmla="*/ 486 w 487"/>
                  <a:gd name="T11" fmla="*/ 87 h 161"/>
                  <a:gd name="T12" fmla="*/ 384 w 487"/>
                  <a:gd name="T13" fmla="*/ 6 h 161"/>
                  <a:gd name="T14" fmla="*/ 86 w 487"/>
                  <a:gd name="T15" fmla="*/ 41 h 161"/>
                  <a:gd name="T16" fmla="*/ 6 w 487"/>
                  <a:gd name="T17" fmla="*/ 143 h 161"/>
                  <a:gd name="T18" fmla="*/ 10 w 487"/>
                  <a:gd name="T19" fmla="*/ 161 h 161"/>
                  <a:gd name="T20" fmla="*/ 118 w 487"/>
                  <a:gd name="T21" fmla="*/ 149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87" h="161">
                    <a:moveTo>
                      <a:pt x="118" y="149"/>
                    </a:moveTo>
                    <a:cubicBezTo>
                      <a:pt x="112" y="98"/>
                      <a:pt x="112" y="98"/>
                      <a:pt x="112" y="98"/>
                    </a:cubicBezTo>
                    <a:cubicBezTo>
                      <a:pt x="377" y="67"/>
                      <a:pt x="377" y="67"/>
                      <a:pt x="377" y="67"/>
                    </a:cubicBezTo>
                    <a:cubicBezTo>
                      <a:pt x="383" y="118"/>
                      <a:pt x="383" y="118"/>
                      <a:pt x="383" y="118"/>
                    </a:cubicBezTo>
                    <a:cubicBezTo>
                      <a:pt x="487" y="105"/>
                      <a:pt x="487" y="105"/>
                      <a:pt x="487" y="105"/>
                    </a:cubicBezTo>
                    <a:cubicBezTo>
                      <a:pt x="487" y="99"/>
                      <a:pt x="487" y="93"/>
                      <a:pt x="486" y="87"/>
                    </a:cubicBezTo>
                    <a:cubicBezTo>
                      <a:pt x="480" y="36"/>
                      <a:pt x="435" y="0"/>
                      <a:pt x="384" y="6"/>
                    </a:cubicBezTo>
                    <a:cubicBezTo>
                      <a:pt x="86" y="41"/>
                      <a:pt x="86" y="41"/>
                      <a:pt x="86" y="41"/>
                    </a:cubicBezTo>
                    <a:cubicBezTo>
                      <a:pt x="36" y="47"/>
                      <a:pt x="0" y="93"/>
                      <a:pt x="6" y="143"/>
                    </a:cubicBezTo>
                    <a:cubicBezTo>
                      <a:pt x="6" y="149"/>
                      <a:pt x="8" y="156"/>
                      <a:pt x="10" y="161"/>
                    </a:cubicBezTo>
                    <a:lnTo>
                      <a:pt x="118" y="149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3" name="Freeform 38"/>
              <p:cNvSpPr/>
              <p:nvPr/>
            </p:nvSpPr>
            <p:spPr bwMode="auto">
              <a:xfrm>
                <a:off x="8131300" y="2012803"/>
                <a:ext cx="226935" cy="82137"/>
              </a:xfrm>
              <a:custGeom>
                <a:avLst/>
                <a:gdLst>
                  <a:gd name="T0" fmla="*/ 0 w 113"/>
                  <a:gd name="T1" fmla="*/ 12 h 41"/>
                  <a:gd name="T2" fmla="*/ 1 w 113"/>
                  <a:gd name="T3" fmla="*/ 23 h 41"/>
                  <a:gd name="T4" fmla="*/ 5 w 113"/>
                  <a:gd name="T5" fmla="*/ 41 h 41"/>
                  <a:gd name="T6" fmla="*/ 113 w 113"/>
                  <a:gd name="T7" fmla="*/ 29 h 41"/>
                  <a:gd name="T8" fmla="*/ 109 w 113"/>
                  <a:gd name="T9" fmla="*/ 0 h 41"/>
                  <a:gd name="T10" fmla="*/ 0 w 113"/>
                  <a:gd name="T11" fmla="*/ 12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3" h="41">
                    <a:moveTo>
                      <a:pt x="0" y="12"/>
                    </a:moveTo>
                    <a:cubicBezTo>
                      <a:pt x="0" y="16"/>
                      <a:pt x="0" y="20"/>
                      <a:pt x="1" y="23"/>
                    </a:cubicBezTo>
                    <a:cubicBezTo>
                      <a:pt x="1" y="29"/>
                      <a:pt x="3" y="36"/>
                      <a:pt x="5" y="41"/>
                    </a:cubicBezTo>
                    <a:cubicBezTo>
                      <a:pt x="113" y="29"/>
                      <a:pt x="113" y="29"/>
                      <a:pt x="113" y="29"/>
                    </a:cubicBezTo>
                    <a:cubicBezTo>
                      <a:pt x="109" y="0"/>
                      <a:pt x="109" y="0"/>
                      <a:pt x="109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4" name="Freeform 39"/>
              <p:cNvSpPr/>
              <p:nvPr/>
            </p:nvSpPr>
            <p:spPr bwMode="auto">
              <a:xfrm>
                <a:off x="8880695" y="1924739"/>
                <a:ext cx="215927" cy="84677"/>
              </a:xfrm>
              <a:custGeom>
                <a:avLst/>
                <a:gdLst>
                  <a:gd name="T0" fmla="*/ 0 w 108"/>
                  <a:gd name="T1" fmla="*/ 13 h 42"/>
                  <a:gd name="T2" fmla="*/ 4 w 108"/>
                  <a:gd name="T3" fmla="*/ 42 h 42"/>
                  <a:gd name="T4" fmla="*/ 108 w 108"/>
                  <a:gd name="T5" fmla="*/ 29 h 42"/>
                  <a:gd name="T6" fmla="*/ 107 w 108"/>
                  <a:gd name="T7" fmla="*/ 11 h 42"/>
                  <a:gd name="T8" fmla="*/ 106 w 108"/>
                  <a:gd name="T9" fmla="*/ 0 h 42"/>
                  <a:gd name="T10" fmla="*/ 0 w 108"/>
                  <a:gd name="T11" fmla="*/ 13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8" h="42">
                    <a:moveTo>
                      <a:pt x="0" y="13"/>
                    </a:moveTo>
                    <a:cubicBezTo>
                      <a:pt x="4" y="42"/>
                      <a:pt x="4" y="42"/>
                      <a:pt x="4" y="42"/>
                    </a:cubicBezTo>
                    <a:cubicBezTo>
                      <a:pt x="108" y="29"/>
                      <a:pt x="108" y="29"/>
                      <a:pt x="108" y="29"/>
                    </a:cubicBezTo>
                    <a:cubicBezTo>
                      <a:pt x="108" y="23"/>
                      <a:pt x="108" y="17"/>
                      <a:pt x="107" y="11"/>
                    </a:cubicBezTo>
                    <a:cubicBezTo>
                      <a:pt x="107" y="7"/>
                      <a:pt x="106" y="4"/>
                      <a:pt x="106" y="0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5" name="Freeform 40"/>
              <p:cNvSpPr/>
              <p:nvPr/>
            </p:nvSpPr>
            <p:spPr bwMode="auto">
              <a:xfrm>
                <a:off x="10869767" y="4669133"/>
                <a:ext cx="538548" cy="258266"/>
              </a:xfrm>
              <a:custGeom>
                <a:avLst/>
                <a:gdLst>
                  <a:gd name="T0" fmla="*/ 264 w 269"/>
                  <a:gd name="T1" fmla="*/ 129 h 129"/>
                  <a:gd name="T2" fmla="*/ 267 w 269"/>
                  <a:gd name="T3" fmla="*/ 120 h 129"/>
                  <a:gd name="T4" fmla="*/ 266 w 269"/>
                  <a:gd name="T5" fmla="*/ 95 h 129"/>
                  <a:gd name="T6" fmla="*/ 261 w 269"/>
                  <a:gd name="T7" fmla="*/ 82 h 129"/>
                  <a:gd name="T8" fmla="*/ 251 w 269"/>
                  <a:gd name="T9" fmla="*/ 70 h 129"/>
                  <a:gd name="T10" fmla="*/ 210 w 269"/>
                  <a:gd name="T11" fmla="*/ 56 h 129"/>
                  <a:gd name="T12" fmla="*/ 167 w 269"/>
                  <a:gd name="T13" fmla="*/ 23 h 129"/>
                  <a:gd name="T14" fmla="*/ 155 w 269"/>
                  <a:gd name="T15" fmla="*/ 25 h 129"/>
                  <a:gd name="T16" fmla="*/ 146 w 269"/>
                  <a:gd name="T17" fmla="*/ 13 h 129"/>
                  <a:gd name="T18" fmla="*/ 136 w 269"/>
                  <a:gd name="T19" fmla="*/ 6 h 129"/>
                  <a:gd name="T20" fmla="*/ 113 w 269"/>
                  <a:gd name="T21" fmla="*/ 0 h 129"/>
                  <a:gd name="T22" fmla="*/ 80 w 269"/>
                  <a:gd name="T23" fmla="*/ 15 h 129"/>
                  <a:gd name="T24" fmla="*/ 67 w 269"/>
                  <a:gd name="T25" fmla="*/ 48 h 129"/>
                  <a:gd name="T26" fmla="*/ 68 w 269"/>
                  <a:gd name="T27" fmla="*/ 58 h 129"/>
                  <a:gd name="T28" fmla="*/ 65 w 269"/>
                  <a:gd name="T29" fmla="*/ 57 h 129"/>
                  <a:gd name="T30" fmla="*/ 36 w 269"/>
                  <a:gd name="T31" fmla="*/ 89 h 129"/>
                  <a:gd name="T32" fmla="*/ 17 w 269"/>
                  <a:gd name="T33" fmla="*/ 98 h 129"/>
                  <a:gd name="T34" fmla="*/ 0 w 269"/>
                  <a:gd name="T35" fmla="*/ 125 h 129"/>
                  <a:gd name="T36" fmla="*/ 264 w 269"/>
                  <a:gd name="T37" fmla="*/ 129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9" h="129">
                    <a:moveTo>
                      <a:pt x="264" y="129"/>
                    </a:moveTo>
                    <a:cubicBezTo>
                      <a:pt x="265" y="126"/>
                      <a:pt x="266" y="123"/>
                      <a:pt x="267" y="120"/>
                    </a:cubicBezTo>
                    <a:cubicBezTo>
                      <a:pt x="269" y="112"/>
                      <a:pt x="269" y="104"/>
                      <a:pt x="266" y="95"/>
                    </a:cubicBezTo>
                    <a:cubicBezTo>
                      <a:pt x="265" y="90"/>
                      <a:pt x="263" y="86"/>
                      <a:pt x="261" y="82"/>
                    </a:cubicBezTo>
                    <a:cubicBezTo>
                      <a:pt x="258" y="78"/>
                      <a:pt x="255" y="74"/>
                      <a:pt x="251" y="70"/>
                    </a:cubicBezTo>
                    <a:cubicBezTo>
                      <a:pt x="240" y="60"/>
                      <a:pt x="225" y="55"/>
                      <a:pt x="210" y="56"/>
                    </a:cubicBezTo>
                    <a:cubicBezTo>
                      <a:pt x="205" y="37"/>
                      <a:pt x="187" y="23"/>
                      <a:pt x="167" y="23"/>
                    </a:cubicBezTo>
                    <a:cubicBezTo>
                      <a:pt x="163" y="23"/>
                      <a:pt x="159" y="23"/>
                      <a:pt x="155" y="25"/>
                    </a:cubicBezTo>
                    <a:cubicBezTo>
                      <a:pt x="153" y="20"/>
                      <a:pt x="150" y="16"/>
                      <a:pt x="146" y="13"/>
                    </a:cubicBezTo>
                    <a:cubicBezTo>
                      <a:pt x="143" y="11"/>
                      <a:pt x="139" y="8"/>
                      <a:pt x="136" y="6"/>
                    </a:cubicBezTo>
                    <a:cubicBezTo>
                      <a:pt x="129" y="2"/>
                      <a:pt x="121" y="0"/>
                      <a:pt x="113" y="0"/>
                    </a:cubicBezTo>
                    <a:cubicBezTo>
                      <a:pt x="100" y="0"/>
                      <a:pt x="88" y="6"/>
                      <a:pt x="80" y="15"/>
                    </a:cubicBezTo>
                    <a:cubicBezTo>
                      <a:pt x="71" y="24"/>
                      <a:pt x="66" y="36"/>
                      <a:pt x="67" y="48"/>
                    </a:cubicBezTo>
                    <a:cubicBezTo>
                      <a:pt x="67" y="51"/>
                      <a:pt x="67" y="54"/>
                      <a:pt x="68" y="58"/>
                    </a:cubicBezTo>
                    <a:cubicBezTo>
                      <a:pt x="67" y="57"/>
                      <a:pt x="66" y="57"/>
                      <a:pt x="65" y="57"/>
                    </a:cubicBezTo>
                    <a:cubicBezTo>
                      <a:pt x="44" y="57"/>
                      <a:pt x="35" y="73"/>
                      <a:pt x="36" y="89"/>
                    </a:cubicBezTo>
                    <a:cubicBezTo>
                      <a:pt x="29" y="91"/>
                      <a:pt x="23" y="93"/>
                      <a:pt x="17" y="98"/>
                    </a:cubicBezTo>
                    <a:cubicBezTo>
                      <a:pt x="8" y="105"/>
                      <a:pt x="1" y="115"/>
                      <a:pt x="0" y="125"/>
                    </a:cubicBezTo>
                    <a:lnTo>
                      <a:pt x="264" y="129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6" name="Freeform 41"/>
              <p:cNvSpPr/>
              <p:nvPr/>
            </p:nvSpPr>
            <p:spPr bwMode="auto">
              <a:xfrm>
                <a:off x="9697832" y="5260181"/>
                <a:ext cx="398830" cy="398831"/>
              </a:xfrm>
              <a:custGeom>
                <a:avLst/>
                <a:gdLst>
                  <a:gd name="T0" fmla="*/ 127 w 199"/>
                  <a:gd name="T1" fmla="*/ 183 h 199"/>
                  <a:gd name="T2" fmla="*/ 15 w 199"/>
                  <a:gd name="T3" fmla="*/ 127 h 199"/>
                  <a:gd name="T4" fmla="*/ 71 w 199"/>
                  <a:gd name="T5" fmla="*/ 15 h 199"/>
                  <a:gd name="T6" fmla="*/ 183 w 199"/>
                  <a:gd name="T7" fmla="*/ 71 h 199"/>
                  <a:gd name="T8" fmla="*/ 127 w 199"/>
                  <a:gd name="T9" fmla="*/ 183 h 199"/>
                  <a:gd name="T10" fmla="*/ 76 w 199"/>
                  <a:gd name="T11" fmla="*/ 32 h 199"/>
                  <a:gd name="T12" fmla="*/ 32 w 199"/>
                  <a:gd name="T13" fmla="*/ 122 h 199"/>
                  <a:gd name="T14" fmla="*/ 122 w 199"/>
                  <a:gd name="T15" fmla="*/ 167 h 199"/>
                  <a:gd name="T16" fmla="*/ 166 w 199"/>
                  <a:gd name="T17" fmla="*/ 77 h 199"/>
                  <a:gd name="T18" fmla="*/ 76 w 199"/>
                  <a:gd name="T19" fmla="*/ 32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9" h="199">
                    <a:moveTo>
                      <a:pt x="127" y="183"/>
                    </a:moveTo>
                    <a:cubicBezTo>
                      <a:pt x="81" y="199"/>
                      <a:pt x="31" y="174"/>
                      <a:pt x="15" y="127"/>
                    </a:cubicBezTo>
                    <a:cubicBezTo>
                      <a:pt x="0" y="81"/>
                      <a:pt x="25" y="31"/>
                      <a:pt x="71" y="15"/>
                    </a:cubicBezTo>
                    <a:cubicBezTo>
                      <a:pt x="117" y="0"/>
                      <a:pt x="167" y="25"/>
                      <a:pt x="183" y="71"/>
                    </a:cubicBezTo>
                    <a:cubicBezTo>
                      <a:pt x="199" y="117"/>
                      <a:pt x="174" y="167"/>
                      <a:pt x="127" y="183"/>
                    </a:cubicBezTo>
                    <a:close/>
                    <a:moveTo>
                      <a:pt x="76" y="32"/>
                    </a:moveTo>
                    <a:cubicBezTo>
                      <a:pt x="39" y="44"/>
                      <a:pt x="19" y="85"/>
                      <a:pt x="32" y="122"/>
                    </a:cubicBezTo>
                    <a:cubicBezTo>
                      <a:pt x="44" y="159"/>
                      <a:pt x="85" y="179"/>
                      <a:pt x="122" y="167"/>
                    </a:cubicBezTo>
                    <a:cubicBezTo>
                      <a:pt x="159" y="154"/>
                      <a:pt x="179" y="114"/>
                      <a:pt x="166" y="77"/>
                    </a:cubicBezTo>
                    <a:cubicBezTo>
                      <a:pt x="154" y="39"/>
                      <a:pt x="114" y="19"/>
                      <a:pt x="76" y="32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7" name="Freeform 42"/>
              <p:cNvSpPr/>
              <p:nvPr/>
            </p:nvSpPr>
            <p:spPr bwMode="auto">
              <a:xfrm>
                <a:off x="9800291" y="5354173"/>
                <a:ext cx="202379" cy="204073"/>
              </a:xfrm>
              <a:custGeom>
                <a:avLst/>
                <a:gdLst>
                  <a:gd name="T0" fmla="*/ 88 w 101"/>
                  <a:gd name="T1" fmla="*/ 28 h 102"/>
                  <a:gd name="T2" fmla="*/ 56 w 101"/>
                  <a:gd name="T3" fmla="*/ 39 h 102"/>
                  <a:gd name="T4" fmla="*/ 45 w 101"/>
                  <a:gd name="T5" fmla="*/ 8 h 102"/>
                  <a:gd name="T6" fmla="*/ 33 w 101"/>
                  <a:gd name="T7" fmla="*/ 2 h 102"/>
                  <a:gd name="T8" fmla="*/ 27 w 101"/>
                  <a:gd name="T9" fmla="*/ 14 h 102"/>
                  <a:gd name="T10" fmla="*/ 37 w 101"/>
                  <a:gd name="T11" fmla="*/ 45 h 102"/>
                  <a:gd name="T12" fmla="*/ 7 w 101"/>
                  <a:gd name="T13" fmla="*/ 55 h 102"/>
                  <a:gd name="T14" fmla="*/ 1 w 101"/>
                  <a:gd name="T15" fmla="*/ 67 h 102"/>
                  <a:gd name="T16" fmla="*/ 13 w 101"/>
                  <a:gd name="T17" fmla="*/ 73 h 102"/>
                  <a:gd name="T18" fmla="*/ 44 w 101"/>
                  <a:gd name="T19" fmla="*/ 63 h 102"/>
                  <a:gd name="T20" fmla="*/ 54 w 101"/>
                  <a:gd name="T21" fmla="*/ 94 h 102"/>
                  <a:gd name="T22" fmla="*/ 66 w 101"/>
                  <a:gd name="T23" fmla="*/ 100 h 102"/>
                  <a:gd name="T24" fmla="*/ 72 w 101"/>
                  <a:gd name="T25" fmla="*/ 88 h 102"/>
                  <a:gd name="T26" fmla="*/ 62 w 101"/>
                  <a:gd name="T27" fmla="*/ 57 h 102"/>
                  <a:gd name="T28" fmla="*/ 94 w 101"/>
                  <a:gd name="T29" fmla="*/ 46 h 102"/>
                  <a:gd name="T30" fmla="*/ 100 w 101"/>
                  <a:gd name="T31" fmla="*/ 34 h 102"/>
                  <a:gd name="T32" fmla="*/ 88 w 101"/>
                  <a:gd name="T33" fmla="*/ 28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1" h="102">
                    <a:moveTo>
                      <a:pt x="88" y="28"/>
                    </a:moveTo>
                    <a:cubicBezTo>
                      <a:pt x="56" y="39"/>
                      <a:pt x="56" y="39"/>
                      <a:pt x="56" y="39"/>
                    </a:cubicBezTo>
                    <a:cubicBezTo>
                      <a:pt x="45" y="8"/>
                      <a:pt x="45" y="8"/>
                      <a:pt x="45" y="8"/>
                    </a:cubicBezTo>
                    <a:cubicBezTo>
                      <a:pt x="43" y="3"/>
                      <a:pt x="38" y="0"/>
                      <a:pt x="33" y="2"/>
                    </a:cubicBezTo>
                    <a:cubicBezTo>
                      <a:pt x="28" y="3"/>
                      <a:pt x="25" y="9"/>
                      <a:pt x="27" y="14"/>
                    </a:cubicBezTo>
                    <a:cubicBezTo>
                      <a:pt x="37" y="45"/>
                      <a:pt x="37" y="45"/>
                      <a:pt x="37" y="45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2" y="57"/>
                      <a:pt x="0" y="62"/>
                      <a:pt x="1" y="67"/>
                    </a:cubicBezTo>
                    <a:cubicBezTo>
                      <a:pt x="3" y="72"/>
                      <a:pt x="8" y="75"/>
                      <a:pt x="13" y="73"/>
                    </a:cubicBezTo>
                    <a:cubicBezTo>
                      <a:pt x="44" y="63"/>
                      <a:pt x="44" y="63"/>
                      <a:pt x="44" y="63"/>
                    </a:cubicBezTo>
                    <a:cubicBezTo>
                      <a:pt x="54" y="94"/>
                      <a:pt x="54" y="94"/>
                      <a:pt x="54" y="94"/>
                    </a:cubicBezTo>
                    <a:cubicBezTo>
                      <a:pt x="56" y="99"/>
                      <a:pt x="61" y="102"/>
                      <a:pt x="66" y="100"/>
                    </a:cubicBezTo>
                    <a:cubicBezTo>
                      <a:pt x="71" y="98"/>
                      <a:pt x="74" y="93"/>
                      <a:pt x="72" y="88"/>
                    </a:cubicBezTo>
                    <a:cubicBezTo>
                      <a:pt x="62" y="57"/>
                      <a:pt x="62" y="57"/>
                      <a:pt x="62" y="57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9" y="45"/>
                      <a:pt x="101" y="39"/>
                      <a:pt x="100" y="34"/>
                    </a:cubicBezTo>
                    <a:cubicBezTo>
                      <a:pt x="98" y="29"/>
                      <a:pt x="92" y="26"/>
                      <a:pt x="88" y="28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8" name="Freeform 43"/>
              <p:cNvSpPr/>
              <p:nvPr/>
            </p:nvSpPr>
            <p:spPr bwMode="auto">
              <a:xfrm>
                <a:off x="10557307" y="4651351"/>
                <a:ext cx="446250" cy="796814"/>
              </a:xfrm>
              <a:custGeom>
                <a:avLst/>
                <a:gdLst>
                  <a:gd name="T0" fmla="*/ 163 w 223"/>
                  <a:gd name="T1" fmla="*/ 0 h 398"/>
                  <a:gd name="T2" fmla="*/ 163 w 223"/>
                  <a:gd name="T3" fmla="*/ 2 h 398"/>
                  <a:gd name="T4" fmla="*/ 163 w 223"/>
                  <a:gd name="T5" fmla="*/ 3 h 398"/>
                  <a:gd name="T6" fmla="*/ 162 w 223"/>
                  <a:gd name="T7" fmla="*/ 4 h 398"/>
                  <a:gd name="T8" fmla="*/ 162 w 223"/>
                  <a:gd name="T9" fmla="*/ 5 h 398"/>
                  <a:gd name="T10" fmla="*/ 161 w 223"/>
                  <a:gd name="T11" fmla="*/ 7 h 398"/>
                  <a:gd name="T12" fmla="*/ 1 w 223"/>
                  <a:gd name="T13" fmla="*/ 394 h 398"/>
                  <a:gd name="T14" fmla="*/ 0 w 223"/>
                  <a:gd name="T15" fmla="*/ 398 h 398"/>
                  <a:gd name="T16" fmla="*/ 0 w 223"/>
                  <a:gd name="T17" fmla="*/ 398 h 398"/>
                  <a:gd name="T18" fmla="*/ 2 w 223"/>
                  <a:gd name="T19" fmla="*/ 394 h 398"/>
                  <a:gd name="T20" fmla="*/ 0 w 223"/>
                  <a:gd name="T21" fmla="*/ 398 h 398"/>
                  <a:gd name="T22" fmla="*/ 223 w 223"/>
                  <a:gd name="T23" fmla="*/ 258 h 398"/>
                  <a:gd name="T24" fmla="*/ 163 w 223"/>
                  <a:gd name="T25" fmla="*/ 0 h 398"/>
                  <a:gd name="T26" fmla="*/ 163 w 223"/>
                  <a:gd name="T27" fmla="*/ 0 h 398"/>
                  <a:gd name="T28" fmla="*/ 163 w 223"/>
                  <a:gd name="T29" fmla="*/ 2 h 398"/>
                  <a:gd name="T30" fmla="*/ 163 w 223"/>
                  <a:gd name="T31" fmla="*/ 3 h 398"/>
                  <a:gd name="T32" fmla="*/ 162 w 223"/>
                  <a:gd name="T33" fmla="*/ 4 h 398"/>
                  <a:gd name="T34" fmla="*/ 162 w 223"/>
                  <a:gd name="T35" fmla="*/ 5 h 398"/>
                  <a:gd name="T36" fmla="*/ 161 w 223"/>
                  <a:gd name="T37" fmla="*/ 7 h 398"/>
                  <a:gd name="T38" fmla="*/ 162 w 223"/>
                  <a:gd name="T39" fmla="*/ 5 h 398"/>
                  <a:gd name="T40" fmla="*/ 162 w 223"/>
                  <a:gd name="T41" fmla="*/ 4 h 398"/>
                  <a:gd name="T42" fmla="*/ 163 w 223"/>
                  <a:gd name="T43" fmla="*/ 3 h 398"/>
                  <a:gd name="T44" fmla="*/ 163 w 223"/>
                  <a:gd name="T45" fmla="*/ 2 h 398"/>
                  <a:gd name="T46" fmla="*/ 163 w 223"/>
                  <a:gd name="T47" fmla="*/ 0 h 398"/>
                  <a:gd name="T48" fmla="*/ 163 w 223"/>
                  <a:gd name="T49" fmla="*/ 0 h 398"/>
                  <a:gd name="T50" fmla="*/ 163 w 223"/>
                  <a:gd name="T51" fmla="*/ 0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223" h="398">
                    <a:moveTo>
                      <a:pt x="163" y="0"/>
                    </a:moveTo>
                    <a:cubicBezTo>
                      <a:pt x="163" y="1"/>
                      <a:pt x="163" y="1"/>
                      <a:pt x="163" y="2"/>
                    </a:cubicBezTo>
                    <a:cubicBezTo>
                      <a:pt x="163" y="3"/>
                      <a:pt x="163" y="3"/>
                      <a:pt x="163" y="3"/>
                    </a:cubicBezTo>
                    <a:cubicBezTo>
                      <a:pt x="162" y="3"/>
                      <a:pt x="162" y="4"/>
                      <a:pt x="162" y="4"/>
                    </a:cubicBezTo>
                    <a:cubicBezTo>
                      <a:pt x="162" y="5"/>
                      <a:pt x="162" y="5"/>
                      <a:pt x="162" y="5"/>
                    </a:cubicBezTo>
                    <a:cubicBezTo>
                      <a:pt x="162" y="6"/>
                      <a:pt x="161" y="6"/>
                      <a:pt x="161" y="7"/>
                    </a:cubicBezTo>
                    <a:cubicBezTo>
                      <a:pt x="1" y="394"/>
                      <a:pt x="1" y="394"/>
                      <a:pt x="1" y="394"/>
                    </a:cubicBezTo>
                    <a:cubicBezTo>
                      <a:pt x="1" y="395"/>
                      <a:pt x="0" y="397"/>
                      <a:pt x="0" y="398"/>
                    </a:cubicBezTo>
                    <a:cubicBezTo>
                      <a:pt x="0" y="398"/>
                      <a:pt x="0" y="398"/>
                      <a:pt x="0" y="398"/>
                    </a:cubicBezTo>
                    <a:cubicBezTo>
                      <a:pt x="0" y="396"/>
                      <a:pt x="1" y="395"/>
                      <a:pt x="2" y="394"/>
                    </a:cubicBezTo>
                    <a:cubicBezTo>
                      <a:pt x="1" y="395"/>
                      <a:pt x="0" y="396"/>
                      <a:pt x="0" y="398"/>
                    </a:cubicBezTo>
                    <a:cubicBezTo>
                      <a:pt x="223" y="258"/>
                      <a:pt x="223" y="258"/>
                      <a:pt x="223" y="258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163" y="1"/>
                      <a:pt x="163" y="1"/>
                      <a:pt x="163" y="2"/>
                    </a:cubicBezTo>
                    <a:cubicBezTo>
                      <a:pt x="163" y="3"/>
                      <a:pt x="163" y="3"/>
                      <a:pt x="163" y="3"/>
                    </a:cubicBezTo>
                    <a:cubicBezTo>
                      <a:pt x="163" y="3"/>
                      <a:pt x="162" y="4"/>
                      <a:pt x="162" y="4"/>
                    </a:cubicBezTo>
                    <a:cubicBezTo>
                      <a:pt x="162" y="5"/>
                      <a:pt x="162" y="5"/>
                      <a:pt x="162" y="5"/>
                    </a:cubicBezTo>
                    <a:cubicBezTo>
                      <a:pt x="162" y="6"/>
                      <a:pt x="162" y="7"/>
                      <a:pt x="161" y="7"/>
                    </a:cubicBezTo>
                    <a:cubicBezTo>
                      <a:pt x="162" y="7"/>
                      <a:pt x="162" y="6"/>
                      <a:pt x="162" y="5"/>
                    </a:cubicBezTo>
                    <a:cubicBezTo>
                      <a:pt x="162" y="4"/>
                      <a:pt x="162" y="4"/>
                      <a:pt x="162" y="4"/>
                    </a:cubicBezTo>
                    <a:cubicBezTo>
                      <a:pt x="162" y="4"/>
                      <a:pt x="163" y="3"/>
                      <a:pt x="163" y="3"/>
                    </a:cubicBezTo>
                    <a:cubicBezTo>
                      <a:pt x="163" y="2"/>
                      <a:pt x="163" y="2"/>
                      <a:pt x="163" y="2"/>
                    </a:cubicBezTo>
                    <a:cubicBezTo>
                      <a:pt x="163" y="1"/>
                      <a:pt x="163" y="1"/>
                      <a:pt x="163" y="0"/>
                    </a:cubicBezTo>
                    <a:cubicBezTo>
                      <a:pt x="163" y="0"/>
                      <a:pt x="163" y="0"/>
                      <a:pt x="163" y="0"/>
                    </a:cubicBezTo>
                    <a:cubicBezTo>
                      <a:pt x="163" y="0"/>
                      <a:pt x="163" y="0"/>
                      <a:pt x="163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9" name="Freeform 44"/>
              <p:cNvSpPr/>
              <p:nvPr/>
            </p:nvSpPr>
            <p:spPr bwMode="auto">
              <a:xfrm>
                <a:off x="9998436" y="4403246"/>
                <a:ext cx="881492" cy="1071169"/>
              </a:xfrm>
              <a:custGeom>
                <a:avLst/>
                <a:gdLst>
                  <a:gd name="T0" fmla="*/ 263 w 440"/>
                  <a:gd name="T1" fmla="*/ 513 h 535"/>
                  <a:gd name="T2" fmla="*/ 263 w 440"/>
                  <a:gd name="T3" fmla="*/ 514 h 535"/>
                  <a:gd name="T4" fmla="*/ 251 w 440"/>
                  <a:gd name="T5" fmla="*/ 452 h 535"/>
                  <a:gd name="T6" fmla="*/ 220 w 440"/>
                  <a:gd name="T7" fmla="*/ 269 h 535"/>
                  <a:gd name="T8" fmla="*/ 374 w 440"/>
                  <a:gd name="T9" fmla="*/ 154 h 535"/>
                  <a:gd name="T10" fmla="*/ 440 w 440"/>
                  <a:gd name="T11" fmla="*/ 113 h 535"/>
                  <a:gd name="T12" fmla="*/ 440 w 440"/>
                  <a:gd name="T13" fmla="*/ 112 h 535"/>
                  <a:gd name="T14" fmla="*/ 439 w 440"/>
                  <a:gd name="T15" fmla="*/ 112 h 535"/>
                  <a:gd name="T16" fmla="*/ 439 w 440"/>
                  <a:gd name="T17" fmla="*/ 111 h 535"/>
                  <a:gd name="T18" fmla="*/ 439 w 440"/>
                  <a:gd name="T19" fmla="*/ 111 h 535"/>
                  <a:gd name="T20" fmla="*/ 428 w 440"/>
                  <a:gd name="T21" fmla="*/ 101 h 535"/>
                  <a:gd name="T22" fmla="*/ 195 w 440"/>
                  <a:gd name="T23" fmla="*/ 5 h 535"/>
                  <a:gd name="T24" fmla="*/ 164 w 440"/>
                  <a:gd name="T25" fmla="*/ 17 h 535"/>
                  <a:gd name="T26" fmla="*/ 5 w 440"/>
                  <a:gd name="T27" fmla="*/ 404 h 535"/>
                  <a:gd name="T28" fmla="*/ 17 w 440"/>
                  <a:gd name="T29" fmla="*/ 436 h 535"/>
                  <a:gd name="T30" fmla="*/ 250 w 440"/>
                  <a:gd name="T31" fmla="*/ 532 h 535"/>
                  <a:gd name="T32" fmla="*/ 269 w 440"/>
                  <a:gd name="T33" fmla="*/ 531 h 535"/>
                  <a:gd name="T34" fmla="*/ 267 w 440"/>
                  <a:gd name="T35" fmla="*/ 529 h 535"/>
                  <a:gd name="T36" fmla="*/ 268 w 440"/>
                  <a:gd name="T37" fmla="*/ 529 h 535"/>
                  <a:gd name="T38" fmla="*/ 264 w 440"/>
                  <a:gd name="T39" fmla="*/ 513 h 535"/>
                  <a:gd name="T40" fmla="*/ 263 w 440"/>
                  <a:gd name="T41" fmla="*/ 513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40" h="535">
                    <a:moveTo>
                      <a:pt x="263" y="513"/>
                    </a:moveTo>
                    <a:cubicBezTo>
                      <a:pt x="263" y="514"/>
                      <a:pt x="263" y="514"/>
                      <a:pt x="263" y="514"/>
                    </a:cubicBezTo>
                    <a:cubicBezTo>
                      <a:pt x="260" y="499"/>
                      <a:pt x="256" y="477"/>
                      <a:pt x="251" y="452"/>
                    </a:cubicBezTo>
                    <a:cubicBezTo>
                      <a:pt x="237" y="375"/>
                      <a:pt x="220" y="269"/>
                      <a:pt x="220" y="269"/>
                    </a:cubicBezTo>
                    <a:cubicBezTo>
                      <a:pt x="223" y="261"/>
                      <a:pt x="311" y="198"/>
                      <a:pt x="374" y="154"/>
                    </a:cubicBezTo>
                    <a:cubicBezTo>
                      <a:pt x="410" y="129"/>
                      <a:pt x="439" y="111"/>
                      <a:pt x="440" y="113"/>
                    </a:cubicBezTo>
                    <a:cubicBezTo>
                      <a:pt x="440" y="112"/>
                      <a:pt x="440" y="112"/>
                      <a:pt x="440" y="112"/>
                    </a:cubicBezTo>
                    <a:cubicBezTo>
                      <a:pt x="439" y="112"/>
                      <a:pt x="439" y="112"/>
                      <a:pt x="439" y="112"/>
                    </a:cubicBezTo>
                    <a:cubicBezTo>
                      <a:pt x="439" y="111"/>
                      <a:pt x="439" y="111"/>
                      <a:pt x="439" y="111"/>
                    </a:cubicBezTo>
                    <a:cubicBezTo>
                      <a:pt x="439" y="111"/>
                      <a:pt x="439" y="111"/>
                      <a:pt x="439" y="111"/>
                    </a:cubicBezTo>
                    <a:cubicBezTo>
                      <a:pt x="436" y="107"/>
                      <a:pt x="433" y="103"/>
                      <a:pt x="428" y="101"/>
                    </a:cubicBezTo>
                    <a:cubicBezTo>
                      <a:pt x="195" y="5"/>
                      <a:pt x="195" y="5"/>
                      <a:pt x="195" y="5"/>
                    </a:cubicBezTo>
                    <a:cubicBezTo>
                      <a:pt x="183" y="0"/>
                      <a:pt x="169" y="6"/>
                      <a:pt x="164" y="17"/>
                    </a:cubicBezTo>
                    <a:cubicBezTo>
                      <a:pt x="5" y="404"/>
                      <a:pt x="5" y="404"/>
                      <a:pt x="5" y="404"/>
                    </a:cubicBezTo>
                    <a:cubicBezTo>
                      <a:pt x="0" y="416"/>
                      <a:pt x="5" y="431"/>
                      <a:pt x="17" y="436"/>
                    </a:cubicBezTo>
                    <a:cubicBezTo>
                      <a:pt x="250" y="532"/>
                      <a:pt x="250" y="532"/>
                      <a:pt x="250" y="532"/>
                    </a:cubicBezTo>
                    <a:cubicBezTo>
                      <a:pt x="256" y="535"/>
                      <a:pt x="263" y="534"/>
                      <a:pt x="269" y="531"/>
                    </a:cubicBezTo>
                    <a:cubicBezTo>
                      <a:pt x="268" y="531"/>
                      <a:pt x="268" y="530"/>
                      <a:pt x="267" y="529"/>
                    </a:cubicBezTo>
                    <a:cubicBezTo>
                      <a:pt x="268" y="529"/>
                      <a:pt x="268" y="529"/>
                      <a:pt x="268" y="529"/>
                    </a:cubicBezTo>
                    <a:cubicBezTo>
                      <a:pt x="267" y="526"/>
                      <a:pt x="265" y="521"/>
                      <a:pt x="264" y="513"/>
                    </a:cubicBezTo>
                    <a:lnTo>
                      <a:pt x="263" y="51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0" name="Freeform 45"/>
              <p:cNvSpPr/>
              <p:nvPr/>
            </p:nvSpPr>
            <p:spPr bwMode="auto">
              <a:xfrm>
                <a:off x="10881622" y="4657278"/>
                <a:ext cx="1694" cy="1694"/>
              </a:xfrm>
              <a:custGeom>
                <a:avLst/>
                <a:gdLst>
                  <a:gd name="T0" fmla="*/ 1 w 1"/>
                  <a:gd name="T1" fmla="*/ 0 h 1"/>
                  <a:gd name="T2" fmla="*/ 0 w 1"/>
                  <a:gd name="T3" fmla="*/ 1 h 1"/>
                  <a:gd name="T4" fmla="*/ 1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1" name="Freeform 46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2" name="Freeform 47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3" name="Freeform 48"/>
              <p:cNvSpPr/>
              <p:nvPr/>
            </p:nvSpPr>
            <p:spPr bwMode="auto">
              <a:xfrm>
                <a:off x="10557307" y="5440544"/>
                <a:ext cx="3387" cy="7621"/>
              </a:xfrm>
              <a:custGeom>
                <a:avLst/>
                <a:gdLst>
                  <a:gd name="T0" fmla="*/ 2 w 2"/>
                  <a:gd name="T1" fmla="*/ 0 h 4"/>
                  <a:gd name="T2" fmla="*/ 0 w 2"/>
                  <a:gd name="T3" fmla="*/ 4 h 4"/>
                  <a:gd name="T4" fmla="*/ 2 w 2"/>
                  <a:gd name="T5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1" y="1"/>
                      <a:pt x="0" y="2"/>
                      <a:pt x="0" y="4"/>
                    </a:cubicBezTo>
                    <a:cubicBezTo>
                      <a:pt x="0" y="2"/>
                      <a:pt x="1" y="1"/>
                      <a:pt x="2" y="0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4" name="Freeform 49"/>
              <p:cNvSpPr/>
              <p:nvPr/>
            </p:nvSpPr>
            <p:spPr bwMode="auto">
              <a:xfrm>
                <a:off x="10883315" y="4651351"/>
                <a:ext cx="0" cy="4234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5" name="Freeform 50"/>
              <p:cNvSpPr/>
              <p:nvPr/>
            </p:nvSpPr>
            <p:spPr bwMode="auto">
              <a:xfrm>
                <a:off x="10879928" y="4661512"/>
                <a:ext cx="1694" cy="3387"/>
              </a:xfrm>
              <a:custGeom>
                <a:avLst/>
                <a:gdLst>
                  <a:gd name="T0" fmla="*/ 1 w 1"/>
                  <a:gd name="T1" fmla="*/ 0 h 2"/>
                  <a:gd name="T2" fmla="*/ 0 w 1"/>
                  <a:gd name="T3" fmla="*/ 2 h 2"/>
                  <a:gd name="T4" fmla="*/ 1 w 1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2"/>
                      <a:pt x="1" y="1"/>
                      <a:pt x="1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6" name="Freeform 51"/>
              <p:cNvSpPr/>
              <p:nvPr/>
            </p:nvSpPr>
            <p:spPr bwMode="auto">
              <a:xfrm>
                <a:off x="10883315" y="4647117"/>
                <a:ext cx="0" cy="1694"/>
              </a:xfrm>
              <a:custGeom>
                <a:avLst/>
                <a:gdLst>
                  <a:gd name="T0" fmla="*/ 2 h 2"/>
                  <a:gd name="T1" fmla="*/ 0 h 2"/>
                  <a:gd name="T2" fmla="*/ 0 h 2"/>
                  <a:gd name="T3" fmla="*/ 0 h 2"/>
                  <a:gd name="T4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7" name="Freeform 52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8" name="Freeform 53"/>
              <p:cNvSpPr/>
              <p:nvPr/>
            </p:nvSpPr>
            <p:spPr bwMode="auto">
              <a:xfrm>
                <a:off x="10557307" y="5448165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9" name="Freeform 54"/>
              <p:cNvSpPr/>
              <p:nvPr/>
            </p:nvSpPr>
            <p:spPr bwMode="auto">
              <a:xfrm>
                <a:off x="10883315" y="4655585"/>
                <a:ext cx="0" cy="1694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0" name="Freeform 55"/>
              <p:cNvSpPr/>
              <p:nvPr/>
            </p:nvSpPr>
            <p:spPr bwMode="auto">
              <a:xfrm>
                <a:off x="10883315" y="4655585"/>
                <a:ext cx="0" cy="1694"/>
              </a:xfrm>
              <a:custGeom>
                <a:avLst/>
                <a:gdLst>
                  <a:gd name="T0" fmla="*/ 0 h 2"/>
                  <a:gd name="T1" fmla="*/ 2 h 2"/>
                  <a:gd name="T2" fmla="*/ 0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0"/>
                    </a:moveTo>
                    <a:lnTo>
                      <a:pt x="0" y="2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1" name="Freeform 56"/>
              <p:cNvSpPr/>
              <p:nvPr/>
            </p:nvSpPr>
            <p:spPr bwMode="auto">
              <a:xfrm>
                <a:off x="10881622" y="4658972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2" name="Freeform 57"/>
              <p:cNvSpPr/>
              <p:nvPr/>
            </p:nvSpPr>
            <p:spPr bwMode="auto">
              <a:xfrm>
                <a:off x="10881622" y="4658972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3" name="Freeform 58"/>
              <p:cNvSpPr/>
              <p:nvPr/>
            </p:nvSpPr>
            <p:spPr bwMode="auto">
              <a:xfrm>
                <a:off x="10883315" y="46513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4" name="Freeform 59"/>
              <p:cNvSpPr/>
              <p:nvPr/>
            </p:nvSpPr>
            <p:spPr bwMode="auto">
              <a:xfrm>
                <a:off x="10883315" y="4651351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5" name="Freeform 60"/>
              <p:cNvSpPr/>
              <p:nvPr/>
            </p:nvSpPr>
            <p:spPr bwMode="auto">
              <a:xfrm>
                <a:off x="10883315" y="4648810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6" name="Freeform 61"/>
              <p:cNvSpPr/>
              <p:nvPr/>
            </p:nvSpPr>
            <p:spPr bwMode="auto">
              <a:xfrm>
                <a:off x="10883315" y="4648810"/>
                <a:ext cx="0" cy="2540"/>
              </a:xfrm>
              <a:custGeom>
                <a:avLst/>
                <a:gdLst>
                  <a:gd name="T0" fmla="*/ 0 h 3"/>
                  <a:gd name="T1" fmla="*/ 3 h 3"/>
                  <a:gd name="T2" fmla="*/ 0 h 3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3">
                    <a:moveTo>
                      <a:pt x="0" y="0"/>
                    </a:moveTo>
                    <a:lnTo>
                      <a:pt x="0" y="3"/>
                    </a:lnTo>
                    <a:lnTo>
                      <a:pt x="0" y="0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7" name="Freeform 62"/>
              <p:cNvSpPr/>
              <p:nvPr/>
            </p:nvSpPr>
            <p:spPr bwMode="auto">
              <a:xfrm>
                <a:off x="10883315" y="4645423"/>
                <a:ext cx="0" cy="1694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8" name="Freeform 63"/>
              <p:cNvSpPr/>
              <p:nvPr/>
            </p:nvSpPr>
            <p:spPr bwMode="auto">
              <a:xfrm>
                <a:off x="10883315" y="4645423"/>
                <a:ext cx="0" cy="1694"/>
              </a:xfrm>
              <a:custGeom>
                <a:avLst/>
                <a:gdLst>
                  <a:gd name="T0" fmla="*/ 2 h 2"/>
                  <a:gd name="T1" fmla="*/ 0 h 2"/>
                  <a:gd name="T2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0"/>
                    </a:lnTo>
                    <a:lnTo>
                      <a:pt x="0" y="2"/>
                    </a:lnTo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9" name="Freeform 64"/>
              <p:cNvSpPr/>
              <p:nvPr/>
            </p:nvSpPr>
            <p:spPr bwMode="auto">
              <a:xfrm>
                <a:off x="10503114" y="4625101"/>
                <a:ext cx="380201" cy="839153"/>
              </a:xfrm>
              <a:custGeom>
                <a:avLst/>
                <a:gdLst>
                  <a:gd name="T0" fmla="*/ 27 w 190"/>
                  <a:gd name="T1" fmla="*/ 411 h 419"/>
                  <a:gd name="T2" fmla="*/ 28 w 190"/>
                  <a:gd name="T3" fmla="*/ 407 h 419"/>
                  <a:gd name="T4" fmla="*/ 188 w 190"/>
                  <a:gd name="T5" fmla="*/ 20 h 419"/>
                  <a:gd name="T6" fmla="*/ 189 w 190"/>
                  <a:gd name="T7" fmla="*/ 18 h 419"/>
                  <a:gd name="T8" fmla="*/ 189 w 190"/>
                  <a:gd name="T9" fmla="*/ 17 h 419"/>
                  <a:gd name="T10" fmla="*/ 190 w 190"/>
                  <a:gd name="T11" fmla="*/ 16 h 419"/>
                  <a:gd name="T12" fmla="*/ 190 w 190"/>
                  <a:gd name="T13" fmla="*/ 15 h 419"/>
                  <a:gd name="T14" fmla="*/ 190 w 190"/>
                  <a:gd name="T15" fmla="*/ 13 h 419"/>
                  <a:gd name="T16" fmla="*/ 190 w 190"/>
                  <a:gd name="T17" fmla="*/ 13 h 419"/>
                  <a:gd name="T18" fmla="*/ 190 w 190"/>
                  <a:gd name="T19" fmla="*/ 12 h 419"/>
                  <a:gd name="T20" fmla="*/ 190 w 190"/>
                  <a:gd name="T21" fmla="*/ 11 h 419"/>
                  <a:gd name="T22" fmla="*/ 190 w 190"/>
                  <a:gd name="T23" fmla="*/ 10 h 419"/>
                  <a:gd name="T24" fmla="*/ 190 w 190"/>
                  <a:gd name="T25" fmla="*/ 9 h 419"/>
                  <a:gd name="T26" fmla="*/ 190 w 190"/>
                  <a:gd name="T27" fmla="*/ 8 h 419"/>
                  <a:gd name="T28" fmla="*/ 189 w 190"/>
                  <a:gd name="T29" fmla="*/ 6 h 419"/>
                  <a:gd name="T30" fmla="*/ 189 w 190"/>
                  <a:gd name="T31" fmla="*/ 5 h 419"/>
                  <a:gd name="T32" fmla="*/ 189 w 190"/>
                  <a:gd name="T33" fmla="*/ 4 h 419"/>
                  <a:gd name="T34" fmla="*/ 188 w 190"/>
                  <a:gd name="T35" fmla="*/ 3 h 419"/>
                  <a:gd name="T36" fmla="*/ 188 w 190"/>
                  <a:gd name="T37" fmla="*/ 2 h 419"/>
                  <a:gd name="T38" fmla="*/ 188 w 190"/>
                  <a:gd name="T39" fmla="*/ 2 h 419"/>
                  <a:gd name="T40" fmla="*/ 188 w 190"/>
                  <a:gd name="T41" fmla="*/ 2 h 419"/>
                  <a:gd name="T42" fmla="*/ 188 w 190"/>
                  <a:gd name="T43" fmla="*/ 1 h 419"/>
                  <a:gd name="T44" fmla="*/ 188 w 190"/>
                  <a:gd name="T45" fmla="*/ 2 h 419"/>
                  <a:gd name="T46" fmla="*/ 122 w 190"/>
                  <a:gd name="T47" fmla="*/ 43 h 419"/>
                  <a:gd name="T48" fmla="*/ 0 w 190"/>
                  <a:gd name="T49" fmla="*/ 341 h 419"/>
                  <a:gd name="T50" fmla="*/ 12 w 190"/>
                  <a:gd name="T51" fmla="*/ 402 h 419"/>
                  <a:gd name="T52" fmla="*/ 16 w 190"/>
                  <a:gd name="T53" fmla="*/ 418 h 419"/>
                  <a:gd name="T54" fmla="*/ 17 w 190"/>
                  <a:gd name="T55" fmla="*/ 419 h 419"/>
                  <a:gd name="T56" fmla="*/ 17 w 190"/>
                  <a:gd name="T57" fmla="*/ 419 h 419"/>
                  <a:gd name="T58" fmla="*/ 17 w 190"/>
                  <a:gd name="T59" fmla="*/ 419 h 419"/>
                  <a:gd name="T60" fmla="*/ 20 w 190"/>
                  <a:gd name="T61" fmla="*/ 417 h 419"/>
                  <a:gd name="T62" fmla="*/ 21 w 190"/>
                  <a:gd name="T63" fmla="*/ 417 h 419"/>
                  <a:gd name="T64" fmla="*/ 24 w 190"/>
                  <a:gd name="T65" fmla="*/ 414 h 419"/>
                  <a:gd name="T66" fmla="*/ 24 w 190"/>
                  <a:gd name="T67" fmla="*/ 414 h 419"/>
                  <a:gd name="T68" fmla="*/ 27 w 190"/>
                  <a:gd name="T69" fmla="*/ 411 h 419"/>
                  <a:gd name="T70" fmla="*/ 26 w 190"/>
                  <a:gd name="T71" fmla="*/ 411 h 419"/>
                  <a:gd name="T72" fmla="*/ 27 w 190"/>
                  <a:gd name="T73" fmla="*/ 411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90" h="419">
                    <a:moveTo>
                      <a:pt x="27" y="411"/>
                    </a:moveTo>
                    <a:cubicBezTo>
                      <a:pt x="27" y="410"/>
                      <a:pt x="28" y="408"/>
                      <a:pt x="28" y="407"/>
                    </a:cubicBezTo>
                    <a:cubicBezTo>
                      <a:pt x="188" y="20"/>
                      <a:pt x="188" y="20"/>
                      <a:pt x="188" y="20"/>
                    </a:cubicBezTo>
                    <a:cubicBezTo>
                      <a:pt x="188" y="19"/>
                      <a:pt x="189" y="19"/>
                      <a:pt x="189" y="18"/>
                    </a:cubicBezTo>
                    <a:cubicBezTo>
                      <a:pt x="189" y="17"/>
                      <a:pt x="189" y="17"/>
                      <a:pt x="189" y="17"/>
                    </a:cubicBezTo>
                    <a:cubicBezTo>
                      <a:pt x="189" y="17"/>
                      <a:pt x="189" y="16"/>
                      <a:pt x="190" y="16"/>
                    </a:cubicBezTo>
                    <a:cubicBezTo>
                      <a:pt x="190" y="15"/>
                      <a:pt x="190" y="15"/>
                      <a:pt x="190" y="15"/>
                    </a:cubicBezTo>
                    <a:cubicBezTo>
                      <a:pt x="190" y="14"/>
                      <a:pt x="190" y="14"/>
                      <a:pt x="190" y="13"/>
                    </a:cubicBezTo>
                    <a:cubicBezTo>
                      <a:pt x="190" y="13"/>
                      <a:pt x="190" y="13"/>
                      <a:pt x="190" y="13"/>
                    </a:cubicBezTo>
                    <a:cubicBezTo>
                      <a:pt x="190" y="12"/>
                      <a:pt x="190" y="12"/>
                      <a:pt x="190" y="12"/>
                    </a:cubicBezTo>
                    <a:cubicBezTo>
                      <a:pt x="190" y="12"/>
                      <a:pt x="190" y="11"/>
                      <a:pt x="190" y="11"/>
                    </a:cubicBezTo>
                    <a:cubicBezTo>
                      <a:pt x="190" y="10"/>
                      <a:pt x="190" y="10"/>
                      <a:pt x="190" y="10"/>
                    </a:cubicBezTo>
                    <a:cubicBezTo>
                      <a:pt x="190" y="9"/>
                      <a:pt x="190" y="9"/>
                      <a:pt x="190" y="9"/>
                    </a:cubicBezTo>
                    <a:cubicBezTo>
                      <a:pt x="190" y="8"/>
                      <a:pt x="190" y="8"/>
                      <a:pt x="190" y="8"/>
                    </a:cubicBezTo>
                    <a:cubicBezTo>
                      <a:pt x="190" y="7"/>
                      <a:pt x="190" y="7"/>
                      <a:pt x="189" y="6"/>
                    </a:cubicBezTo>
                    <a:cubicBezTo>
                      <a:pt x="189" y="5"/>
                      <a:pt x="189" y="5"/>
                      <a:pt x="189" y="5"/>
                    </a:cubicBezTo>
                    <a:cubicBezTo>
                      <a:pt x="189" y="5"/>
                      <a:pt x="189" y="5"/>
                      <a:pt x="189" y="4"/>
                    </a:cubicBezTo>
                    <a:cubicBezTo>
                      <a:pt x="188" y="3"/>
                      <a:pt x="188" y="3"/>
                      <a:pt x="188" y="3"/>
                    </a:cubicBezTo>
                    <a:cubicBezTo>
                      <a:pt x="188" y="3"/>
                      <a:pt x="188" y="2"/>
                      <a:pt x="188" y="2"/>
                    </a:cubicBezTo>
                    <a:cubicBezTo>
                      <a:pt x="188" y="2"/>
                      <a:pt x="188" y="2"/>
                      <a:pt x="188" y="2"/>
                    </a:cubicBezTo>
                    <a:cubicBezTo>
                      <a:pt x="188" y="2"/>
                      <a:pt x="188" y="2"/>
                      <a:pt x="188" y="2"/>
                    </a:cubicBezTo>
                    <a:cubicBezTo>
                      <a:pt x="188" y="1"/>
                      <a:pt x="188" y="1"/>
                      <a:pt x="188" y="1"/>
                    </a:cubicBezTo>
                    <a:cubicBezTo>
                      <a:pt x="188" y="2"/>
                      <a:pt x="188" y="2"/>
                      <a:pt x="188" y="2"/>
                    </a:cubicBezTo>
                    <a:cubicBezTo>
                      <a:pt x="187" y="0"/>
                      <a:pt x="158" y="18"/>
                      <a:pt x="122" y="43"/>
                    </a:cubicBezTo>
                    <a:cubicBezTo>
                      <a:pt x="0" y="341"/>
                      <a:pt x="0" y="341"/>
                      <a:pt x="0" y="341"/>
                    </a:cubicBezTo>
                    <a:cubicBezTo>
                      <a:pt x="4" y="366"/>
                      <a:pt x="8" y="388"/>
                      <a:pt x="12" y="402"/>
                    </a:cubicBezTo>
                    <a:cubicBezTo>
                      <a:pt x="13" y="410"/>
                      <a:pt x="15" y="415"/>
                      <a:pt x="16" y="418"/>
                    </a:cubicBezTo>
                    <a:cubicBezTo>
                      <a:pt x="16" y="419"/>
                      <a:pt x="17" y="419"/>
                      <a:pt x="17" y="419"/>
                    </a:cubicBezTo>
                    <a:cubicBezTo>
                      <a:pt x="17" y="419"/>
                      <a:pt x="17" y="419"/>
                      <a:pt x="17" y="419"/>
                    </a:cubicBezTo>
                    <a:cubicBezTo>
                      <a:pt x="17" y="419"/>
                      <a:pt x="17" y="419"/>
                      <a:pt x="17" y="419"/>
                    </a:cubicBezTo>
                    <a:cubicBezTo>
                      <a:pt x="18" y="419"/>
                      <a:pt x="19" y="418"/>
                      <a:pt x="20" y="417"/>
                    </a:cubicBezTo>
                    <a:cubicBezTo>
                      <a:pt x="21" y="417"/>
                      <a:pt x="21" y="417"/>
                      <a:pt x="21" y="417"/>
                    </a:cubicBezTo>
                    <a:cubicBezTo>
                      <a:pt x="22" y="416"/>
                      <a:pt x="23" y="415"/>
                      <a:pt x="24" y="414"/>
                    </a:cubicBezTo>
                    <a:cubicBezTo>
                      <a:pt x="24" y="414"/>
                      <a:pt x="24" y="414"/>
                      <a:pt x="24" y="414"/>
                    </a:cubicBezTo>
                    <a:cubicBezTo>
                      <a:pt x="25" y="413"/>
                      <a:pt x="26" y="412"/>
                      <a:pt x="27" y="411"/>
                    </a:cubicBezTo>
                    <a:cubicBezTo>
                      <a:pt x="26" y="411"/>
                      <a:pt x="26" y="411"/>
                      <a:pt x="26" y="411"/>
                    </a:cubicBezTo>
                    <a:lnTo>
                      <a:pt x="27" y="41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0" name="Freeform 65"/>
              <p:cNvSpPr/>
              <p:nvPr/>
            </p:nvSpPr>
            <p:spPr bwMode="auto">
              <a:xfrm>
                <a:off x="10438759" y="4711472"/>
                <a:ext cx="308226" cy="596976"/>
              </a:xfrm>
              <a:custGeom>
                <a:avLst/>
                <a:gdLst>
                  <a:gd name="T0" fmla="*/ 0 w 154"/>
                  <a:gd name="T1" fmla="*/ 115 h 298"/>
                  <a:gd name="T2" fmla="*/ 31 w 154"/>
                  <a:gd name="T3" fmla="*/ 298 h 298"/>
                  <a:gd name="T4" fmla="*/ 32 w 154"/>
                  <a:gd name="T5" fmla="*/ 298 h 298"/>
                  <a:gd name="T6" fmla="*/ 154 w 154"/>
                  <a:gd name="T7" fmla="*/ 0 h 298"/>
                  <a:gd name="T8" fmla="*/ 0 w 154"/>
                  <a:gd name="T9" fmla="*/ 115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4" h="298">
                    <a:moveTo>
                      <a:pt x="0" y="115"/>
                    </a:moveTo>
                    <a:cubicBezTo>
                      <a:pt x="0" y="115"/>
                      <a:pt x="17" y="221"/>
                      <a:pt x="31" y="298"/>
                    </a:cubicBezTo>
                    <a:cubicBezTo>
                      <a:pt x="32" y="298"/>
                      <a:pt x="32" y="298"/>
                      <a:pt x="32" y="298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91" y="44"/>
                      <a:pt x="3" y="107"/>
                      <a:pt x="0" y="11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1" name="Freeform 66"/>
              <p:cNvSpPr/>
              <p:nvPr/>
            </p:nvSpPr>
            <p:spPr bwMode="auto">
              <a:xfrm>
                <a:off x="7227793" y="4321109"/>
                <a:ext cx="298911" cy="290443"/>
              </a:xfrm>
              <a:custGeom>
                <a:avLst/>
                <a:gdLst>
                  <a:gd name="T0" fmla="*/ 50 w 353"/>
                  <a:gd name="T1" fmla="*/ 324 h 343"/>
                  <a:gd name="T2" fmla="*/ 81 w 353"/>
                  <a:gd name="T3" fmla="*/ 205 h 343"/>
                  <a:gd name="T4" fmla="*/ 0 w 353"/>
                  <a:gd name="T5" fmla="*/ 113 h 343"/>
                  <a:gd name="T6" fmla="*/ 123 w 353"/>
                  <a:gd name="T7" fmla="*/ 104 h 343"/>
                  <a:gd name="T8" fmla="*/ 187 w 353"/>
                  <a:gd name="T9" fmla="*/ 0 h 343"/>
                  <a:gd name="T10" fmla="*/ 232 w 353"/>
                  <a:gd name="T11" fmla="*/ 113 h 343"/>
                  <a:gd name="T12" fmla="*/ 353 w 353"/>
                  <a:gd name="T13" fmla="*/ 141 h 343"/>
                  <a:gd name="T14" fmla="*/ 258 w 353"/>
                  <a:gd name="T15" fmla="*/ 220 h 343"/>
                  <a:gd name="T16" fmla="*/ 268 w 353"/>
                  <a:gd name="T17" fmla="*/ 343 h 343"/>
                  <a:gd name="T18" fmla="*/ 164 w 353"/>
                  <a:gd name="T19" fmla="*/ 276 h 343"/>
                  <a:gd name="T20" fmla="*/ 50 w 353"/>
                  <a:gd name="T21" fmla="*/ 324 h 3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53" h="343">
                    <a:moveTo>
                      <a:pt x="50" y="324"/>
                    </a:moveTo>
                    <a:lnTo>
                      <a:pt x="81" y="205"/>
                    </a:lnTo>
                    <a:lnTo>
                      <a:pt x="0" y="113"/>
                    </a:lnTo>
                    <a:lnTo>
                      <a:pt x="123" y="104"/>
                    </a:lnTo>
                    <a:lnTo>
                      <a:pt x="187" y="0"/>
                    </a:lnTo>
                    <a:lnTo>
                      <a:pt x="232" y="113"/>
                    </a:lnTo>
                    <a:lnTo>
                      <a:pt x="353" y="141"/>
                    </a:lnTo>
                    <a:lnTo>
                      <a:pt x="258" y="220"/>
                    </a:lnTo>
                    <a:lnTo>
                      <a:pt x="268" y="343"/>
                    </a:lnTo>
                    <a:lnTo>
                      <a:pt x="164" y="276"/>
                    </a:lnTo>
                    <a:lnTo>
                      <a:pt x="50" y="324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2" name="Freeform 67"/>
              <p:cNvSpPr/>
              <p:nvPr/>
            </p:nvSpPr>
            <p:spPr bwMode="auto">
              <a:xfrm>
                <a:off x="9857872" y="2480223"/>
                <a:ext cx="224395" cy="227782"/>
              </a:xfrm>
              <a:custGeom>
                <a:avLst/>
                <a:gdLst>
                  <a:gd name="T0" fmla="*/ 265 w 265"/>
                  <a:gd name="T1" fmla="*/ 71 h 269"/>
                  <a:gd name="T2" fmla="*/ 76 w 265"/>
                  <a:gd name="T3" fmla="*/ 269 h 269"/>
                  <a:gd name="T4" fmla="*/ 0 w 265"/>
                  <a:gd name="T5" fmla="*/ 198 h 269"/>
                  <a:gd name="T6" fmla="*/ 192 w 265"/>
                  <a:gd name="T7" fmla="*/ 0 h 269"/>
                  <a:gd name="T8" fmla="*/ 265 w 265"/>
                  <a:gd name="T9" fmla="*/ 71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5" h="269">
                    <a:moveTo>
                      <a:pt x="265" y="71"/>
                    </a:moveTo>
                    <a:lnTo>
                      <a:pt x="76" y="269"/>
                    </a:lnTo>
                    <a:lnTo>
                      <a:pt x="0" y="198"/>
                    </a:lnTo>
                    <a:lnTo>
                      <a:pt x="192" y="0"/>
                    </a:lnTo>
                    <a:lnTo>
                      <a:pt x="265" y="7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3" name="Freeform 68"/>
              <p:cNvSpPr/>
              <p:nvPr/>
            </p:nvSpPr>
            <p:spPr bwMode="auto">
              <a:xfrm>
                <a:off x="9232953" y="1874779"/>
                <a:ext cx="749395" cy="733306"/>
              </a:xfrm>
              <a:custGeom>
                <a:avLst/>
                <a:gdLst>
                  <a:gd name="T0" fmla="*/ 885 w 885"/>
                  <a:gd name="T1" fmla="*/ 672 h 866"/>
                  <a:gd name="T2" fmla="*/ 700 w 885"/>
                  <a:gd name="T3" fmla="*/ 866 h 866"/>
                  <a:gd name="T4" fmla="*/ 0 w 885"/>
                  <a:gd name="T5" fmla="*/ 194 h 866"/>
                  <a:gd name="T6" fmla="*/ 185 w 885"/>
                  <a:gd name="T7" fmla="*/ 0 h 866"/>
                  <a:gd name="T8" fmla="*/ 885 w 885"/>
                  <a:gd name="T9" fmla="*/ 672 h 8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5" h="866">
                    <a:moveTo>
                      <a:pt x="885" y="672"/>
                    </a:moveTo>
                    <a:lnTo>
                      <a:pt x="700" y="866"/>
                    </a:lnTo>
                    <a:lnTo>
                      <a:pt x="0" y="194"/>
                    </a:lnTo>
                    <a:lnTo>
                      <a:pt x="185" y="0"/>
                    </a:lnTo>
                    <a:lnTo>
                      <a:pt x="885" y="67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4" name="Freeform 69"/>
              <p:cNvSpPr/>
              <p:nvPr/>
            </p:nvSpPr>
            <p:spPr bwMode="auto">
              <a:xfrm>
                <a:off x="9297308" y="1943368"/>
                <a:ext cx="620685" cy="598669"/>
              </a:xfrm>
              <a:custGeom>
                <a:avLst/>
                <a:gdLst>
                  <a:gd name="T0" fmla="*/ 733 w 733"/>
                  <a:gd name="T1" fmla="*/ 671 h 707"/>
                  <a:gd name="T2" fmla="*/ 700 w 733"/>
                  <a:gd name="T3" fmla="*/ 707 h 707"/>
                  <a:gd name="T4" fmla="*/ 0 w 733"/>
                  <a:gd name="T5" fmla="*/ 35 h 707"/>
                  <a:gd name="T6" fmla="*/ 33 w 733"/>
                  <a:gd name="T7" fmla="*/ 0 h 707"/>
                  <a:gd name="T8" fmla="*/ 733 w 733"/>
                  <a:gd name="T9" fmla="*/ 671 h 7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33" h="707">
                    <a:moveTo>
                      <a:pt x="733" y="671"/>
                    </a:moveTo>
                    <a:lnTo>
                      <a:pt x="700" y="707"/>
                    </a:lnTo>
                    <a:lnTo>
                      <a:pt x="0" y="35"/>
                    </a:lnTo>
                    <a:lnTo>
                      <a:pt x="33" y="0"/>
                    </a:lnTo>
                    <a:lnTo>
                      <a:pt x="733" y="67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5" name="Freeform 70"/>
              <p:cNvSpPr/>
              <p:nvPr/>
            </p:nvSpPr>
            <p:spPr bwMode="auto">
              <a:xfrm>
                <a:off x="9822307" y="2443811"/>
                <a:ext cx="224395" cy="228629"/>
              </a:xfrm>
              <a:custGeom>
                <a:avLst/>
                <a:gdLst>
                  <a:gd name="T0" fmla="*/ 265 w 265"/>
                  <a:gd name="T1" fmla="*/ 71 h 270"/>
                  <a:gd name="T2" fmla="*/ 73 w 265"/>
                  <a:gd name="T3" fmla="*/ 270 h 270"/>
                  <a:gd name="T4" fmla="*/ 0 w 265"/>
                  <a:gd name="T5" fmla="*/ 199 h 270"/>
                  <a:gd name="T6" fmla="*/ 189 w 265"/>
                  <a:gd name="T7" fmla="*/ 0 h 270"/>
                  <a:gd name="T8" fmla="*/ 265 w 265"/>
                  <a:gd name="T9" fmla="*/ 71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5" h="270">
                    <a:moveTo>
                      <a:pt x="265" y="71"/>
                    </a:moveTo>
                    <a:lnTo>
                      <a:pt x="73" y="270"/>
                    </a:lnTo>
                    <a:lnTo>
                      <a:pt x="0" y="199"/>
                    </a:lnTo>
                    <a:lnTo>
                      <a:pt x="189" y="0"/>
                    </a:lnTo>
                    <a:lnTo>
                      <a:pt x="265" y="71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6" name="Freeform 71"/>
              <p:cNvSpPr/>
              <p:nvPr/>
            </p:nvSpPr>
            <p:spPr bwMode="auto">
              <a:xfrm>
                <a:off x="9118638" y="1774860"/>
                <a:ext cx="268427" cy="264193"/>
              </a:xfrm>
              <a:custGeom>
                <a:avLst/>
                <a:gdLst>
                  <a:gd name="T0" fmla="*/ 135 w 317"/>
                  <a:gd name="T1" fmla="*/ 312 h 312"/>
                  <a:gd name="T2" fmla="*/ 0 w 317"/>
                  <a:gd name="T3" fmla="*/ 0 h 312"/>
                  <a:gd name="T4" fmla="*/ 317 w 317"/>
                  <a:gd name="T5" fmla="*/ 121 h 312"/>
                  <a:gd name="T6" fmla="*/ 135 w 317"/>
                  <a:gd name="T7" fmla="*/ 312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7" h="312">
                    <a:moveTo>
                      <a:pt x="135" y="312"/>
                    </a:moveTo>
                    <a:lnTo>
                      <a:pt x="0" y="0"/>
                    </a:lnTo>
                    <a:lnTo>
                      <a:pt x="317" y="121"/>
                    </a:lnTo>
                    <a:lnTo>
                      <a:pt x="135" y="31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7" name="Freeform 72"/>
              <p:cNvSpPr/>
              <p:nvPr/>
            </p:nvSpPr>
            <p:spPr bwMode="auto">
              <a:xfrm>
                <a:off x="9121179" y="1776553"/>
                <a:ext cx="136331" cy="132097"/>
              </a:xfrm>
              <a:custGeom>
                <a:avLst/>
                <a:gdLst>
                  <a:gd name="T0" fmla="*/ 161 w 161"/>
                  <a:gd name="T1" fmla="*/ 62 h 156"/>
                  <a:gd name="T2" fmla="*/ 0 w 161"/>
                  <a:gd name="T3" fmla="*/ 0 h 156"/>
                  <a:gd name="T4" fmla="*/ 68 w 161"/>
                  <a:gd name="T5" fmla="*/ 156 h 156"/>
                  <a:gd name="T6" fmla="*/ 161 w 161"/>
                  <a:gd name="T7" fmla="*/ 62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" h="156">
                    <a:moveTo>
                      <a:pt x="161" y="62"/>
                    </a:moveTo>
                    <a:lnTo>
                      <a:pt x="0" y="0"/>
                    </a:lnTo>
                    <a:lnTo>
                      <a:pt x="68" y="156"/>
                    </a:lnTo>
                    <a:lnTo>
                      <a:pt x="161" y="62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8" name="Freeform 73"/>
              <p:cNvSpPr/>
              <p:nvPr/>
            </p:nvSpPr>
            <p:spPr bwMode="auto">
              <a:xfrm>
                <a:off x="7416623" y="3735988"/>
                <a:ext cx="550403" cy="552943"/>
              </a:xfrm>
              <a:custGeom>
                <a:avLst/>
                <a:gdLst>
                  <a:gd name="T0" fmla="*/ 216 w 275"/>
                  <a:gd name="T1" fmla="*/ 44 h 276"/>
                  <a:gd name="T2" fmla="*/ 232 w 275"/>
                  <a:gd name="T3" fmla="*/ 217 h 276"/>
                  <a:gd name="T4" fmla="*/ 59 w 275"/>
                  <a:gd name="T5" fmla="*/ 233 h 276"/>
                  <a:gd name="T6" fmla="*/ 43 w 275"/>
                  <a:gd name="T7" fmla="*/ 60 h 276"/>
                  <a:gd name="T8" fmla="*/ 216 w 275"/>
                  <a:gd name="T9" fmla="*/ 44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5" h="276">
                    <a:moveTo>
                      <a:pt x="216" y="44"/>
                    </a:moveTo>
                    <a:cubicBezTo>
                      <a:pt x="268" y="87"/>
                      <a:pt x="275" y="164"/>
                      <a:pt x="232" y="217"/>
                    </a:cubicBezTo>
                    <a:cubicBezTo>
                      <a:pt x="189" y="269"/>
                      <a:pt x="111" y="276"/>
                      <a:pt x="59" y="233"/>
                    </a:cubicBezTo>
                    <a:cubicBezTo>
                      <a:pt x="7" y="189"/>
                      <a:pt x="0" y="112"/>
                      <a:pt x="43" y="60"/>
                    </a:cubicBezTo>
                    <a:cubicBezTo>
                      <a:pt x="86" y="8"/>
                      <a:pt x="164" y="0"/>
                      <a:pt x="216" y="44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9" name="Freeform 74"/>
              <p:cNvSpPr/>
              <p:nvPr/>
            </p:nvSpPr>
            <p:spPr bwMode="auto">
              <a:xfrm>
                <a:off x="7544486" y="3878246"/>
                <a:ext cx="188831" cy="187984"/>
              </a:xfrm>
              <a:custGeom>
                <a:avLst/>
                <a:gdLst>
                  <a:gd name="T0" fmla="*/ 74 w 94"/>
                  <a:gd name="T1" fmla="*/ 15 h 94"/>
                  <a:gd name="T2" fmla="*/ 79 w 94"/>
                  <a:gd name="T3" fmla="*/ 74 h 94"/>
                  <a:gd name="T4" fmla="*/ 20 w 94"/>
                  <a:gd name="T5" fmla="*/ 79 h 94"/>
                  <a:gd name="T6" fmla="*/ 14 w 94"/>
                  <a:gd name="T7" fmla="*/ 20 h 94"/>
                  <a:gd name="T8" fmla="*/ 74 w 94"/>
                  <a:gd name="T9" fmla="*/ 15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94">
                    <a:moveTo>
                      <a:pt x="74" y="15"/>
                    </a:moveTo>
                    <a:cubicBezTo>
                      <a:pt x="92" y="29"/>
                      <a:pt x="94" y="56"/>
                      <a:pt x="79" y="74"/>
                    </a:cubicBezTo>
                    <a:cubicBezTo>
                      <a:pt x="65" y="92"/>
                      <a:pt x="38" y="94"/>
                      <a:pt x="20" y="79"/>
                    </a:cubicBezTo>
                    <a:cubicBezTo>
                      <a:pt x="2" y="65"/>
                      <a:pt x="0" y="38"/>
                      <a:pt x="14" y="20"/>
                    </a:cubicBezTo>
                    <a:cubicBezTo>
                      <a:pt x="29" y="2"/>
                      <a:pt x="56" y="0"/>
                      <a:pt x="74" y="1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0" name="Freeform 75"/>
              <p:cNvSpPr/>
              <p:nvPr/>
            </p:nvSpPr>
            <p:spPr bwMode="auto">
              <a:xfrm>
                <a:off x="7663034" y="3973932"/>
                <a:ext cx="196452" cy="202379"/>
              </a:xfrm>
              <a:custGeom>
                <a:avLst/>
                <a:gdLst>
                  <a:gd name="T0" fmla="*/ 98 w 98"/>
                  <a:gd name="T1" fmla="*/ 24 h 101"/>
                  <a:gd name="T2" fmla="*/ 95 w 98"/>
                  <a:gd name="T3" fmla="*/ 21 h 101"/>
                  <a:gd name="T4" fmla="*/ 17 w 98"/>
                  <a:gd name="T5" fmla="*/ 22 h 101"/>
                  <a:gd name="T6" fmla="*/ 31 w 98"/>
                  <a:gd name="T7" fmla="*/ 99 h 101"/>
                  <a:gd name="T8" fmla="*/ 34 w 98"/>
                  <a:gd name="T9" fmla="*/ 101 h 101"/>
                  <a:gd name="T10" fmla="*/ 98 w 98"/>
                  <a:gd name="T11" fmla="*/ 24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8" h="101">
                    <a:moveTo>
                      <a:pt x="98" y="24"/>
                    </a:moveTo>
                    <a:cubicBezTo>
                      <a:pt x="97" y="23"/>
                      <a:pt x="96" y="22"/>
                      <a:pt x="95" y="21"/>
                    </a:cubicBezTo>
                    <a:cubicBezTo>
                      <a:pt x="70" y="0"/>
                      <a:pt x="35" y="1"/>
                      <a:pt x="17" y="22"/>
                    </a:cubicBezTo>
                    <a:cubicBezTo>
                      <a:pt x="0" y="44"/>
                      <a:pt x="5" y="78"/>
                      <a:pt x="31" y="99"/>
                    </a:cubicBezTo>
                    <a:cubicBezTo>
                      <a:pt x="32" y="100"/>
                      <a:pt x="33" y="100"/>
                      <a:pt x="34" y="101"/>
                    </a:cubicBezTo>
                    <a:lnTo>
                      <a:pt x="98" y="24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1" name="Freeform 76"/>
              <p:cNvSpPr/>
              <p:nvPr/>
            </p:nvSpPr>
            <p:spPr bwMode="auto">
              <a:xfrm>
                <a:off x="10767307" y="3045021"/>
                <a:ext cx="187984" cy="117702"/>
              </a:xfrm>
              <a:custGeom>
                <a:avLst/>
                <a:gdLst>
                  <a:gd name="T0" fmla="*/ 0 w 94"/>
                  <a:gd name="T1" fmla="*/ 37 h 59"/>
                  <a:gd name="T2" fmla="*/ 14 w 94"/>
                  <a:gd name="T3" fmla="*/ 59 h 59"/>
                  <a:gd name="T4" fmla="*/ 94 w 94"/>
                  <a:gd name="T5" fmla="*/ 23 h 59"/>
                  <a:gd name="T6" fmla="*/ 84 w 94"/>
                  <a:gd name="T7" fmla="*/ 0 h 59"/>
                  <a:gd name="T8" fmla="*/ 0 w 94"/>
                  <a:gd name="T9" fmla="*/ 37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4" h="59">
                    <a:moveTo>
                      <a:pt x="0" y="37"/>
                    </a:moveTo>
                    <a:cubicBezTo>
                      <a:pt x="6" y="43"/>
                      <a:pt x="11" y="50"/>
                      <a:pt x="14" y="59"/>
                    </a:cubicBezTo>
                    <a:cubicBezTo>
                      <a:pt x="94" y="23"/>
                      <a:pt x="94" y="23"/>
                      <a:pt x="94" y="23"/>
                    </a:cubicBezTo>
                    <a:cubicBezTo>
                      <a:pt x="89" y="17"/>
                      <a:pt x="85" y="9"/>
                      <a:pt x="84" y="0"/>
                    </a:cubicBezTo>
                    <a:lnTo>
                      <a:pt x="0" y="37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2" name="Freeform 77"/>
              <p:cNvSpPr/>
              <p:nvPr/>
            </p:nvSpPr>
            <p:spPr bwMode="auto">
              <a:xfrm>
                <a:off x="10689404" y="2936634"/>
                <a:ext cx="55887" cy="168508"/>
              </a:xfrm>
              <a:custGeom>
                <a:avLst/>
                <a:gdLst>
                  <a:gd name="T0" fmla="*/ 24 w 28"/>
                  <a:gd name="T1" fmla="*/ 84 h 84"/>
                  <a:gd name="T2" fmla="*/ 25 w 28"/>
                  <a:gd name="T3" fmla="*/ 84 h 84"/>
                  <a:gd name="T4" fmla="*/ 28 w 28"/>
                  <a:gd name="T5" fmla="*/ 2 h 84"/>
                  <a:gd name="T6" fmla="*/ 6 w 28"/>
                  <a:gd name="T7" fmla="*/ 1 h 84"/>
                  <a:gd name="T8" fmla="*/ 3 w 28"/>
                  <a:gd name="T9" fmla="*/ 0 h 84"/>
                  <a:gd name="T10" fmla="*/ 0 w 28"/>
                  <a:gd name="T11" fmla="*/ 83 h 84"/>
                  <a:gd name="T12" fmla="*/ 24 w 28"/>
                  <a:gd name="T13" fmla="*/ 84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" h="84">
                    <a:moveTo>
                      <a:pt x="24" y="84"/>
                    </a:moveTo>
                    <a:cubicBezTo>
                      <a:pt x="25" y="84"/>
                      <a:pt x="25" y="84"/>
                      <a:pt x="25" y="84"/>
                    </a:cubicBezTo>
                    <a:cubicBezTo>
                      <a:pt x="28" y="2"/>
                      <a:pt x="28" y="2"/>
                      <a:pt x="28" y="2"/>
                    </a:cubicBezTo>
                    <a:cubicBezTo>
                      <a:pt x="21" y="3"/>
                      <a:pt x="13" y="3"/>
                      <a:pt x="6" y="1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7" y="81"/>
                      <a:pt x="16" y="81"/>
                      <a:pt x="24" y="84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3" name="Freeform 78"/>
              <p:cNvSpPr/>
              <p:nvPr/>
            </p:nvSpPr>
            <p:spPr bwMode="auto">
              <a:xfrm>
                <a:off x="10629283" y="2756271"/>
                <a:ext cx="196452" cy="186290"/>
              </a:xfrm>
              <a:custGeom>
                <a:avLst/>
                <a:gdLst>
                  <a:gd name="T0" fmla="*/ 58 w 98"/>
                  <a:gd name="T1" fmla="*/ 92 h 93"/>
                  <a:gd name="T2" fmla="*/ 90 w 98"/>
                  <a:gd name="T3" fmla="*/ 62 h 93"/>
                  <a:gd name="T4" fmla="*/ 62 w 98"/>
                  <a:gd name="T5" fmla="*/ 7 h 93"/>
                  <a:gd name="T6" fmla="*/ 7 w 98"/>
                  <a:gd name="T7" fmla="*/ 36 h 93"/>
                  <a:gd name="T8" fmla="*/ 33 w 98"/>
                  <a:gd name="T9" fmla="*/ 90 h 93"/>
                  <a:gd name="T10" fmla="*/ 36 w 98"/>
                  <a:gd name="T11" fmla="*/ 91 h 93"/>
                  <a:gd name="T12" fmla="*/ 58 w 98"/>
                  <a:gd name="T13" fmla="*/ 92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" h="93">
                    <a:moveTo>
                      <a:pt x="58" y="92"/>
                    </a:moveTo>
                    <a:cubicBezTo>
                      <a:pt x="73" y="89"/>
                      <a:pt x="86" y="78"/>
                      <a:pt x="90" y="62"/>
                    </a:cubicBezTo>
                    <a:cubicBezTo>
                      <a:pt x="98" y="39"/>
                      <a:pt x="85" y="14"/>
                      <a:pt x="62" y="7"/>
                    </a:cubicBezTo>
                    <a:cubicBezTo>
                      <a:pt x="38" y="0"/>
                      <a:pt x="14" y="13"/>
                      <a:pt x="7" y="36"/>
                    </a:cubicBezTo>
                    <a:cubicBezTo>
                      <a:pt x="0" y="58"/>
                      <a:pt x="11" y="82"/>
                      <a:pt x="33" y="90"/>
                    </a:cubicBezTo>
                    <a:cubicBezTo>
                      <a:pt x="34" y="90"/>
                      <a:pt x="35" y="91"/>
                      <a:pt x="36" y="91"/>
                    </a:cubicBezTo>
                    <a:cubicBezTo>
                      <a:pt x="43" y="93"/>
                      <a:pt x="51" y="93"/>
                      <a:pt x="58" y="92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4" name="Freeform 79"/>
              <p:cNvSpPr/>
              <p:nvPr/>
            </p:nvSpPr>
            <p:spPr bwMode="auto">
              <a:xfrm>
                <a:off x="10933275" y="2936634"/>
                <a:ext cx="188831" cy="196452"/>
              </a:xfrm>
              <a:custGeom>
                <a:avLst/>
                <a:gdLst>
                  <a:gd name="T0" fmla="*/ 58 w 94"/>
                  <a:gd name="T1" fmla="*/ 7 h 98"/>
                  <a:gd name="T2" fmla="*/ 3 w 94"/>
                  <a:gd name="T3" fmla="*/ 36 h 98"/>
                  <a:gd name="T4" fmla="*/ 1 w 94"/>
                  <a:gd name="T5" fmla="*/ 54 h 98"/>
                  <a:gd name="T6" fmla="*/ 11 w 94"/>
                  <a:gd name="T7" fmla="*/ 77 h 98"/>
                  <a:gd name="T8" fmla="*/ 32 w 94"/>
                  <a:gd name="T9" fmla="*/ 91 h 98"/>
                  <a:gd name="T10" fmla="*/ 86 w 94"/>
                  <a:gd name="T11" fmla="*/ 62 h 98"/>
                  <a:gd name="T12" fmla="*/ 58 w 94"/>
                  <a:gd name="T13" fmla="*/ 7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" h="98">
                    <a:moveTo>
                      <a:pt x="58" y="7"/>
                    </a:moveTo>
                    <a:cubicBezTo>
                      <a:pt x="35" y="0"/>
                      <a:pt x="10" y="13"/>
                      <a:pt x="3" y="36"/>
                    </a:cubicBezTo>
                    <a:cubicBezTo>
                      <a:pt x="1" y="42"/>
                      <a:pt x="0" y="48"/>
                      <a:pt x="1" y="54"/>
                    </a:cubicBezTo>
                    <a:cubicBezTo>
                      <a:pt x="2" y="63"/>
                      <a:pt x="6" y="71"/>
                      <a:pt x="11" y="77"/>
                    </a:cubicBezTo>
                    <a:cubicBezTo>
                      <a:pt x="17" y="84"/>
                      <a:pt x="24" y="88"/>
                      <a:pt x="32" y="91"/>
                    </a:cubicBezTo>
                    <a:cubicBezTo>
                      <a:pt x="55" y="98"/>
                      <a:pt x="79" y="85"/>
                      <a:pt x="86" y="62"/>
                    </a:cubicBezTo>
                    <a:cubicBezTo>
                      <a:pt x="94" y="39"/>
                      <a:pt x="81" y="14"/>
                      <a:pt x="58" y="7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5" name="Freeform 80"/>
              <p:cNvSpPr/>
              <p:nvPr/>
            </p:nvSpPr>
            <p:spPr bwMode="auto">
              <a:xfrm>
                <a:off x="10613194" y="3099214"/>
                <a:ext cx="187984" cy="186290"/>
              </a:xfrm>
              <a:custGeom>
                <a:avLst/>
                <a:gdLst>
                  <a:gd name="T0" fmla="*/ 77 w 94"/>
                  <a:gd name="T1" fmla="*/ 10 h 93"/>
                  <a:gd name="T2" fmla="*/ 63 w 94"/>
                  <a:gd name="T3" fmla="*/ 3 h 93"/>
                  <a:gd name="T4" fmla="*/ 62 w 94"/>
                  <a:gd name="T5" fmla="*/ 3 h 93"/>
                  <a:gd name="T6" fmla="*/ 38 w 94"/>
                  <a:gd name="T7" fmla="*/ 2 h 93"/>
                  <a:gd name="T8" fmla="*/ 7 w 94"/>
                  <a:gd name="T9" fmla="*/ 31 h 93"/>
                  <a:gd name="T10" fmla="*/ 36 w 94"/>
                  <a:gd name="T11" fmla="*/ 86 h 93"/>
                  <a:gd name="T12" fmla="*/ 91 w 94"/>
                  <a:gd name="T13" fmla="*/ 57 h 93"/>
                  <a:gd name="T14" fmla="*/ 91 w 94"/>
                  <a:gd name="T15" fmla="*/ 32 h 93"/>
                  <a:gd name="T16" fmla="*/ 77 w 94"/>
                  <a:gd name="T17" fmla="*/ 10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4" h="93">
                    <a:moveTo>
                      <a:pt x="77" y="10"/>
                    </a:moveTo>
                    <a:cubicBezTo>
                      <a:pt x="73" y="7"/>
                      <a:pt x="68" y="5"/>
                      <a:pt x="63" y="3"/>
                    </a:cubicBezTo>
                    <a:cubicBezTo>
                      <a:pt x="62" y="3"/>
                      <a:pt x="62" y="3"/>
                      <a:pt x="62" y="3"/>
                    </a:cubicBezTo>
                    <a:cubicBezTo>
                      <a:pt x="54" y="0"/>
                      <a:pt x="45" y="0"/>
                      <a:pt x="38" y="2"/>
                    </a:cubicBezTo>
                    <a:cubicBezTo>
                      <a:pt x="24" y="6"/>
                      <a:pt x="12" y="17"/>
                      <a:pt x="7" y="31"/>
                    </a:cubicBezTo>
                    <a:cubicBezTo>
                      <a:pt x="0" y="55"/>
                      <a:pt x="13" y="79"/>
                      <a:pt x="36" y="86"/>
                    </a:cubicBezTo>
                    <a:cubicBezTo>
                      <a:pt x="59" y="93"/>
                      <a:pt x="84" y="80"/>
                      <a:pt x="91" y="57"/>
                    </a:cubicBezTo>
                    <a:cubicBezTo>
                      <a:pt x="94" y="49"/>
                      <a:pt x="93" y="40"/>
                      <a:pt x="91" y="32"/>
                    </a:cubicBezTo>
                    <a:cubicBezTo>
                      <a:pt x="88" y="23"/>
                      <a:pt x="83" y="16"/>
                      <a:pt x="77" y="1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6" name="Freeform 81"/>
              <p:cNvSpPr/>
              <p:nvPr/>
            </p:nvSpPr>
            <p:spPr bwMode="auto">
              <a:xfrm>
                <a:off x="7458962" y="2814698"/>
                <a:ext cx="568185" cy="568185"/>
              </a:xfrm>
              <a:custGeom>
                <a:avLst/>
                <a:gdLst>
                  <a:gd name="T0" fmla="*/ 274 w 284"/>
                  <a:gd name="T1" fmla="*/ 153 h 284"/>
                  <a:gd name="T2" fmla="*/ 259 w 284"/>
                  <a:gd name="T3" fmla="*/ 203 h 284"/>
                  <a:gd name="T4" fmla="*/ 128 w 284"/>
                  <a:gd name="T5" fmla="*/ 274 h 284"/>
                  <a:gd name="T6" fmla="*/ 81 w 284"/>
                  <a:gd name="T7" fmla="*/ 258 h 284"/>
                  <a:gd name="T8" fmla="*/ 9 w 284"/>
                  <a:gd name="T9" fmla="*/ 127 h 284"/>
                  <a:gd name="T10" fmla="*/ 22 w 284"/>
                  <a:gd name="T11" fmla="*/ 81 h 284"/>
                  <a:gd name="T12" fmla="*/ 153 w 284"/>
                  <a:gd name="T13" fmla="*/ 9 h 284"/>
                  <a:gd name="T14" fmla="*/ 203 w 284"/>
                  <a:gd name="T15" fmla="*/ 22 h 284"/>
                  <a:gd name="T16" fmla="*/ 274 w 284"/>
                  <a:gd name="T17" fmla="*/ 153 h 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4" h="284">
                    <a:moveTo>
                      <a:pt x="274" y="153"/>
                    </a:moveTo>
                    <a:cubicBezTo>
                      <a:pt x="284" y="170"/>
                      <a:pt x="276" y="193"/>
                      <a:pt x="259" y="203"/>
                    </a:cubicBezTo>
                    <a:cubicBezTo>
                      <a:pt x="128" y="274"/>
                      <a:pt x="128" y="274"/>
                      <a:pt x="128" y="274"/>
                    </a:cubicBezTo>
                    <a:cubicBezTo>
                      <a:pt x="110" y="284"/>
                      <a:pt x="90" y="275"/>
                      <a:pt x="81" y="258"/>
                    </a:cubicBezTo>
                    <a:cubicBezTo>
                      <a:pt x="9" y="127"/>
                      <a:pt x="9" y="127"/>
                      <a:pt x="9" y="127"/>
                    </a:cubicBezTo>
                    <a:cubicBezTo>
                      <a:pt x="0" y="110"/>
                      <a:pt x="5" y="90"/>
                      <a:pt x="22" y="81"/>
                    </a:cubicBezTo>
                    <a:cubicBezTo>
                      <a:pt x="153" y="9"/>
                      <a:pt x="153" y="9"/>
                      <a:pt x="153" y="9"/>
                    </a:cubicBezTo>
                    <a:cubicBezTo>
                      <a:pt x="171" y="0"/>
                      <a:pt x="193" y="4"/>
                      <a:pt x="203" y="22"/>
                    </a:cubicBezTo>
                    <a:lnTo>
                      <a:pt x="274" y="153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7" name="Freeform 82"/>
              <p:cNvSpPr/>
              <p:nvPr/>
            </p:nvSpPr>
            <p:spPr bwMode="auto">
              <a:xfrm>
                <a:off x="7704526" y="4144133"/>
                <a:ext cx="288750" cy="624919"/>
              </a:xfrm>
              <a:custGeom>
                <a:avLst/>
                <a:gdLst>
                  <a:gd name="T0" fmla="*/ 56 w 144"/>
                  <a:gd name="T1" fmla="*/ 105 h 312"/>
                  <a:gd name="T2" fmla="*/ 0 w 144"/>
                  <a:gd name="T3" fmla="*/ 298 h 312"/>
                  <a:gd name="T4" fmla="*/ 20 w 144"/>
                  <a:gd name="T5" fmla="*/ 306 h 312"/>
                  <a:gd name="T6" fmla="*/ 41 w 144"/>
                  <a:gd name="T7" fmla="*/ 312 h 312"/>
                  <a:gd name="T8" fmla="*/ 117 w 144"/>
                  <a:gd name="T9" fmla="*/ 126 h 312"/>
                  <a:gd name="T10" fmla="*/ 124 w 144"/>
                  <a:gd name="T11" fmla="*/ 7 h 312"/>
                  <a:gd name="T12" fmla="*/ 56 w 144"/>
                  <a:gd name="T13" fmla="*/ 105 h 3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" h="312">
                    <a:moveTo>
                      <a:pt x="56" y="105"/>
                    </a:moveTo>
                    <a:cubicBezTo>
                      <a:pt x="39" y="154"/>
                      <a:pt x="0" y="298"/>
                      <a:pt x="0" y="298"/>
                    </a:cubicBezTo>
                    <a:cubicBezTo>
                      <a:pt x="20" y="306"/>
                      <a:pt x="20" y="306"/>
                      <a:pt x="20" y="306"/>
                    </a:cubicBezTo>
                    <a:cubicBezTo>
                      <a:pt x="41" y="312"/>
                      <a:pt x="41" y="312"/>
                      <a:pt x="41" y="312"/>
                    </a:cubicBezTo>
                    <a:cubicBezTo>
                      <a:pt x="41" y="312"/>
                      <a:pt x="100" y="175"/>
                      <a:pt x="117" y="126"/>
                    </a:cubicBezTo>
                    <a:cubicBezTo>
                      <a:pt x="142" y="55"/>
                      <a:pt x="144" y="14"/>
                      <a:pt x="124" y="7"/>
                    </a:cubicBezTo>
                    <a:cubicBezTo>
                      <a:pt x="105" y="0"/>
                      <a:pt x="81" y="34"/>
                      <a:pt x="56" y="105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8" name="Freeform 83"/>
              <p:cNvSpPr/>
              <p:nvPr/>
            </p:nvSpPr>
            <p:spPr bwMode="auto">
              <a:xfrm>
                <a:off x="7404768" y="4619173"/>
                <a:ext cx="574959" cy="576653"/>
              </a:xfrm>
              <a:custGeom>
                <a:avLst/>
                <a:gdLst>
                  <a:gd name="T0" fmla="*/ 186 w 287"/>
                  <a:gd name="T1" fmla="*/ 23 h 288"/>
                  <a:gd name="T2" fmla="*/ 264 w 287"/>
                  <a:gd name="T3" fmla="*/ 186 h 288"/>
                  <a:gd name="T4" fmla="*/ 101 w 287"/>
                  <a:gd name="T5" fmla="*/ 265 h 288"/>
                  <a:gd name="T6" fmla="*/ 23 w 287"/>
                  <a:gd name="T7" fmla="*/ 102 h 288"/>
                  <a:gd name="T8" fmla="*/ 186 w 287"/>
                  <a:gd name="T9" fmla="*/ 23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7" h="288">
                    <a:moveTo>
                      <a:pt x="186" y="23"/>
                    </a:moveTo>
                    <a:cubicBezTo>
                      <a:pt x="252" y="47"/>
                      <a:pt x="287" y="120"/>
                      <a:pt x="264" y="186"/>
                    </a:cubicBezTo>
                    <a:cubicBezTo>
                      <a:pt x="241" y="253"/>
                      <a:pt x="168" y="288"/>
                      <a:pt x="101" y="265"/>
                    </a:cubicBezTo>
                    <a:cubicBezTo>
                      <a:pt x="35" y="241"/>
                      <a:pt x="0" y="169"/>
                      <a:pt x="23" y="102"/>
                    </a:cubicBezTo>
                    <a:cubicBezTo>
                      <a:pt x="46" y="35"/>
                      <a:pt x="119" y="0"/>
                      <a:pt x="186" y="23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9" name="Freeform 84"/>
              <p:cNvSpPr/>
              <p:nvPr/>
            </p:nvSpPr>
            <p:spPr bwMode="auto">
              <a:xfrm>
                <a:off x="7470817" y="4686915"/>
                <a:ext cx="442016" cy="442863"/>
              </a:xfrm>
              <a:custGeom>
                <a:avLst/>
                <a:gdLst>
                  <a:gd name="T0" fmla="*/ 143 w 221"/>
                  <a:gd name="T1" fmla="*/ 17 h 221"/>
                  <a:gd name="T2" fmla="*/ 203 w 221"/>
                  <a:gd name="T3" fmla="*/ 142 h 221"/>
                  <a:gd name="T4" fmla="*/ 78 w 221"/>
                  <a:gd name="T5" fmla="*/ 203 h 221"/>
                  <a:gd name="T6" fmla="*/ 18 w 221"/>
                  <a:gd name="T7" fmla="*/ 78 h 221"/>
                  <a:gd name="T8" fmla="*/ 143 w 221"/>
                  <a:gd name="T9" fmla="*/ 17 h 2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1" h="221">
                    <a:moveTo>
                      <a:pt x="143" y="17"/>
                    </a:moveTo>
                    <a:cubicBezTo>
                      <a:pt x="194" y="35"/>
                      <a:pt x="221" y="91"/>
                      <a:pt x="203" y="142"/>
                    </a:cubicBezTo>
                    <a:cubicBezTo>
                      <a:pt x="185" y="194"/>
                      <a:pt x="129" y="221"/>
                      <a:pt x="78" y="203"/>
                    </a:cubicBezTo>
                    <a:cubicBezTo>
                      <a:pt x="27" y="185"/>
                      <a:pt x="0" y="129"/>
                      <a:pt x="18" y="78"/>
                    </a:cubicBezTo>
                    <a:cubicBezTo>
                      <a:pt x="36" y="27"/>
                      <a:pt x="92" y="0"/>
                      <a:pt x="143" y="17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0" name="Freeform 85"/>
              <p:cNvSpPr/>
              <p:nvPr/>
            </p:nvSpPr>
            <p:spPr bwMode="auto">
              <a:xfrm>
                <a:off x="7496220" y="4785141"/>
                <a:ext cx="404758" cy="342943"/>
              </a:xfrm>
              <a:custGeom>
                <a:avLst/>
                <a:gdLst>
                  <a:gd name="T0" fmla="*/ 171 w 202"/>
                  <a:gd name="T1" fmla="*/ 44 h 171"/>
                  <a:gd name="T2" fmla="*/ 122 w 202"/>
                  <a:gd name="T3" fmla="*/ 99 h 171"/>
                  <a:gd name="T4" fmla="*/ 118 w 202"/>
                  <a:gd name="T5" fmla="*/ 100 h 171"/>
                  <a:gd name="T6" fmla="*/ 117 w 202"/>
                  <a:gd name="T7" fmla="*/ 101 h 171"/>
                  <a:gd name="T8" fmla="*/ 116 w 202"/>
                  <a:gd name="T9" fmla="*/ 101 h 171"/>
                  <a:gd name="T10" fmla="*/ 105 w 202"/>
                  <a:gd name="T11" fmla="*/ 105 h 171"/>
                  <a:gd name="T12" fmla="*/ 95 w 202"/>
                  <a:gd name="T13" fmla="*/ 108 h 171"/>
                  <a:gd name="T14" fmla="*/ 47 w 202"/>
                  <a:gd name="T15" fmla="*/ 105 h 171"/>
                  <a:gd name="T16" fmla="*/ 0 w 202"/>
                  <a:gd name="T17" fmla="*/ 67 h 171"/>
                  <a:gd name="T18" fmla="*/ 65 w 202"/>
                  <a:gd name="T19" fmla="*/ 153 h 171"/>
                  <a:gd name="T20" fmla="*/ 190 w 202"/>
                  <a:gd name="T21" fmla="*/ 93 h 171"/>
                  <a:gd name="T22" fmla="*/ 175 w 202"/>
                  <a:gd name="T23" fmla="*/ 0 h 171"/>
                  <a:gd name="T24" fmla="*/ 171 w 202"/>
                  <a:gd name="T25" fmla="*/ 44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2" h="171">
                    <a:moveTo>
                      <a:pt x="171" y="44"/>
                    </a:moveTo>
                    <a:cubicBezTo>
                      <a:pt x="162" y="68"/>
                      <a:pt x="145" y="88"/>
                      <a:pt x="122" y="99"/>
                    </a:cubicBezTo>
                    <a:cubicBezTo>
                      <a:pt x="121" y="100"/>
                      <a:pt x="119" y="100"/>
                      <a:pt x="118" y="100"/>
                    </a:cubicBezTo>
                    <a:cubicBezTo>
                      <a:pt x="118" y="101"/>
                      <a:pt x="118" y="101"/>
                      <a:pt x="117" y="101"/>
                    </a:cubicBezTo>
                    <a:cubicBezTo>
                      <a:pt x="116" y="101"/>
                      <a:pt x="116" y="101"/>
                      <a:pt x="116" y="101"/>
                    </a:cubicBezTo>
                    <a:cubicBezTo>
                      <a:pt x="112" y="103"/>
                      <a:pt x="109" y="104"/>
                      <a:pt x="105" y="105"/>
                    </a:cubicBezTo>
                    <a:cubicBezTo>
                      <a:pt x="101" y="106"/>
                      <a:pt x="98" y="107"/>
                      <a:pt x="95" y="108"/>
                    </a:cubicBezTo>
                    <a:cubicBezTo>
                      <a:pt x="79" y="112"/>
                      <a:pt x="63" y="110"/>
                      <a:pt x="47" y="105"/>
                    </a:cubicBezTo>
                    <a:cubicBezTo>
                      <a:pt x="28" y="98"/>
                      <a:pt x="11" y="84"/>
                      <a:pt x="0" y="67"/>
                    </a:cubicBezTo>
                    <a:cubicBezTo>
                      <a:pt x="2" y="105"/>
                      <a:pt x="27" y="140"/>
                      <a:pt x="65" y="153"/>
                    </a:cubicBezTo>
                    <a:cubicBezTo>
                      <a:pt x="117" y="171"/>
                      <a:pt x="173" y="144"/>
                      <a:pt x="190" y="93"/>
                    </a:cubicBezTo>
                    <a:cubicBezTo>
                      <a:pt x="202" y="60"/>
                      <a:pt x="195" y="26"/>
                      <a:pt x="175" y="0"/>
                    </a:cubicBezTo>
                    <a:cubicBezTo>
                      <a:pt x="177" y="15"/>
                      <a:pt x="176" y="30"/>
                      <a:pt x="171" y="44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1" name="Freeform 86"/>
              <p:cNvSpPr/>
              <p:nvPr/>
            </p:nvSpPr>
            <p:spPr bwMode="auto">
              <a:xfrm>
                <a:off x="7723155" y="4548891"/>
                <a:ext cx="148185" cy="92298"/>
              </a:xfrm>
              <a:custGeom>
                <a:avLst/>
                <a:gdLst>
                  <a:gd name="T0" fmla="*/ 4 w 74"/>
                  <a:gd name="T1" fmla="*/ 9 h 46"/>
                  <a:gd name="T2" fmla="*/ 18 w 74"/>
                  <a:gd name="T3" fmla="*/ 2 h 46"/>
                  <a:gd name="T4" fmla="*/ 65 w 74"/>
                  <a:gd name="T5" fmla="*/ 19 h 46"/>
                  <a:gd name="T6" fmla="*/ 72 w 74"/>
                  <a:gd name="T7" fmla="*/ 33 h 46"/>
                  <a:gd name="T8" fmla="*/ 71 w 74"/>
                  <a:gd name="T9" fmla="*/ 37 h 46"/>
                  <a:gd name="T10" fmla="*/ 57 w 74"/>
                  <a:gd name="T11" fmla="*/ 44 h 46"/>
                  <a:gd name="T12" fmla="*/ 9 w 74"/>
                  <a:gd name="T13" fmla="*/ 27 h 46"/>
                  <a:gd name="T14" fmla="*/ 2 w 74"/>
                  <a:gd name="T15" fmla="*/ 13 h 46"/>
                  <a:gd name="T16" fmla="*/ 4 w 74"/>
                  <a:gd name="T17" fmla="*/ 9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4" h="46">
                    <a:moveTo>
                      <a:pt x="4" y="9"/>
                    </a:moveTo>
                    <a:cubicBezTo>
                      <a:pt x="6" y="3"/>
                      <a:pt x="12" y="0"/>
                      <a:pt x="18" y="2"/>
                    </a:cubicBezTo>
                    <a:cubicBezTo>
                      <a:pt x="65" y="19"/>
                      <a:pt x="65" y="19"/>
                      <a:pt x="65" y="19"/>
                    </a:cubicBezTo>
                    <a:cubicBezTo>
                      <a:pt x="71" y="21"/>
                      <a:pt x="74" y="27"/>
                      <a:pt x="72" y="33"/>
                    </a:cubicBezTo>
                    <a:cubicBezTo>
                      <a:pt x="71" y="37"/>
                      <a:pt x="71" y="37"/>
                      <a:pt x="71" y="37"/>
                    </a:cubicBezTo>
                    <a:cubicBezTo>
                      <a:pt x="69" y="43"/>
                      <a:pt x="62" y="46"/>
                      <a:pt x="57" y="44"/>
                    </a:cubicBezTo>
                    <a:cubicBezTo>
                      <a:pt x="9" y="27"/>
                      <a:pt x="9" y="27"/>
                      <a:pt x="9" y="27"/>
                    </a:cubicBezTo>
                    <a:cubicBezTo>
                      <a:pt x="3" y="25"/>
                      <a:pt x="0" y="19"/>
                      <a:pt x="2" y="13"/>
                    </a:cubicBezTo>
                    <a:lnTo>
                      <a:pt x="4" y="9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2" name="Freeform 88"/>
              <p:cNvSpPr/>
              <p:nvPr/>
            </p:nvSpPr>
            <p:spPr bwMode="auto">
              <a:xfrm>
                <a:off x="7114325" y="3269416"/>
                <a:ext cx="1163467" cy="470806"/>
              </a:xfrm>
              <a:custGeom>
                <a:avLst/>
                <a:gdLst>
                  <a:gd name="T0" fmla="*/ 477 w 1374"/>
                  <a:gd name="T1" fmla="*/ 496 h 556"/>
                  <a:gd name="T2" fmla="*/ 537 w 1374"/>
                  <a:gd name="T3" fmla="*/ 295 h 556"/>
                  <a:gd name="T4" fmla="*/ 1336 w 1374"/>
                  <a:gd name="T5" fmla="*/ 556 h 556"/>
                  <a:gd name="T6" fmla="*/ 1374 w 1374"/>
                  <a:gd name="T7" fmla="*/ 425 h 556"/>
                  <a:gd name="T8" fmla="*/ 0 w 1374"/>
                  <a:gd name="T9" fmla="*/ 0 h 556"/>
                  <a:gd name="T10" fmla="*/ 477 w 1374"/>
                  <a:gd name="T11" fmla="*/ 496 h 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4" h="556">
                    <a:moveTo>
                      <a:pt x="477" y="496"/>
                    </a:moveTo>
                    <a:lnTo>
                      <a:pt x="537" y="295"/>
                    </a:lnTo>
                    <a:lnTo>
                      <a:pt x="1336" y="556"/>
                    </a:lnTo>
                    <a:lnTo>
                      <a:pt x="1374" y="425"/>
                    </a:lnTo>
                    <a:lnTo>
                      <a:pt x="0" y="0"/>
                    </a:lnTo>
                    <a:lnTo>
                      <a:pt x="477" y="496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3" name="Freeform 89"/>
              <p:cNvSpPr/>
              <p:nvPr/>
            </p:nvSpPr>
            <p:spPr bwMode="auto">
              <a:xfrm>
                <a:off x="7110091" y="3124617"/>
                <a:ext cx="1204112" cy="502984"/>
              </a:xfrm>
              <a:custGeom>
                <a:avLst/>
                <a:gdLst>
                  <a:gd name="T0" fmla="*/ 620 w 1422"/>
                  <a:gd name="T1" fmla="*/ 206 h 594"/>
                  <a:gd name="T2" fmla="*/ 676 w 1422"/>
                  <a:gd name="T3" fmla="*/ 0 h 594"/>
                  <a:gd name="T4" fmla="*/ 7 w 1422"/>
                  <a:gd name="T5" fmla="*/ 166 h 594"/>
                  <a:gd name="T6" fmla="*/ 2 w 1422"/>
                  <a:gd name="T7" fmla="*/ 168 h 594"/>
                  <a:gd name="T8" fmla="*/ 2 w 1422"/>
                  <a:gd name="T9" fmla="*/ 168 h 594"/>
                  <a:gd name="T10" fmla="*/ 0 w 1422"/>
                  <a:gd name="T11" fmla="*/ 168 h 594"/>
                  <a:gd name="T12" fmla="*/ 5 w 1422"/>
                  <a:gd name="T13" fmla="*/ 171 h 594"/>
                  <a:gd name="T14" fmla="*/ 1379 w 1422"/>
                  <a:gd name="T15" fmla="*/ 594 h 594"/>
                  <a:gd name="T16" fmla="*/ 1379 w 1422"/>
                  <a:gd name="T17" fmla="*/ 594 h 594"/>
                  <a:gd name="T18" fmla="*/ 1422 w 1422"/>
                  <a:gd name="T19" fmla="*/ 452 h 594"/>
                  <a:gd name="T20" fmla="*/ 620 w 1422"/>
                  <a:gd name="T21" fmla="*/ 206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22" h="594">
                    <a:moveTo>
                      <a:pt x="620" y="206"/>
                    </a:moveTo>
                    <a:lnTo>
                      <a:pt x="676" y="0"/>
                    </a:lnTo>
                    <a:lnTo>
                      <a:pt x="7" y="166"/>
                    </a:lnTo>
                    <a:lnTo>
                      <a:pt x="2" y="168"/>
                    </a:lnTo>
                    <a:lnTo>
                      <a:pt x="2" y="168"/>
                    </a:lnTo>
                    <a:lnTo>
                      <a:pt x="0" y="168"/>
                    </a:lnTo>
                    <a:lnTo>
                      <a:pt x="5" y="171"/>
                    </a:lnTo>
                    <a:lnTo>
                      <a:pt x="1379" y="594"/>
                    </a:lnTo>
                    <a:lnTo>
                      <a:pt x="1379" y="594"/>
                    </a:lnTo>
                    <a:lnTo>
                      <a:pt x="1422" y="452"/>
                    </a:lnTo>
                    <a:lnTo>
                      <a:pt x="620" y="20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4" name="Freeform 90"/>
              <p:cNvSpPr/>
              <p:nvPr/>
            </p:nvSpPr>
            <p:spPr bwMode="auto">
              <a:xfrm>
                <a:off x="9986582" y="2373529"/>
                <a:ext cx="895040" cy="176129"/>
              </a:xfrm>
              <a:custGeom>
                <a:avLst/>
                <a:gdLst>
                  <a:gd name="T0" fmla="*/ 0 w 1057"/>
                  <a:gd name="T1" fmla="*/ 208 h 208"/>
                  <a:gd name="T2" fmla="*/ 97 w 1057"/>
                  <a:gd name="T3" fmla="*/ 0 h 208"/>
                  <a:gd name="T4" fmla="*/ 1057 w 1057"/>
                  <a:gd name="T5" fmla="*/ 10 h 208"/>
                  <a:gd name="T6" fmla="*/ 0 w 1057"/>
                  <a:gd name="T7" fmla="*/ 208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57" h="208">
                    <a:moveTo>
                      <a:pt x="0" y="208"/>
                    </a:moveTo>
                    <a:lnTo>
                      <a:pt x="97" y="0"/>
                    </a:lnTo>
                    <a:lnTo>
                      <a:pt x="1057" y="10"/>
                    </a:lnTo>
                    <a:lnTo>
                      <a:pt x="0" y="208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5" name="Freeform 91"/>
              <p:cNvSpPr/>
              <p:nvPr/>
            </p:nvSpPr>
            <p:spPr bwMode="auto">
              <a:xfrm>
                <a:off x="9986582" y="2383690"/>
                <a:ext cx="877258" cy="178669"/>
              </a:xfrm>
              <a:custGeom>
                <a:avLst/>
                <a:gdLst>
                  <a:gd name="T0" fmla="*/ 1036 w 1036"/>
                  <a:gd name="T1" fmla="*/ 0 h 211"/>
                  <a:gd name="T2" fmla="*/ 0 w 1036"/>
                  <a:gd name="T3" fmla="*/ 196 h 211"/>
                  <a:gd name="T4" fmla="*/ 186 w 1036"/>
                  <a:gd name="T5" fmla="*/ 211 h 211"/>
                  <a:gd name="T6" fmla="*/ 1036 w 1036"/>
                  <a:gd name="T7" fmla="*/ 0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6" h="211">
                    <a:moveTo>
                      <a:pt x="1036" y="0"/>
                    </a:moveTo>
                    <a:lnTo>
                      <a:pt x="0" y="196"/>
                    </a:lnTo>
                    <a:lnTo>
                      <a:pt x="186" y="211"/>
                    </a:lnTo>
                    <a:lnTo>
                      <a:pt x="1036" y="0"/>
                    </a:ln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6" name="Freeform 92"/>
              <p:cNvSpPr/>
              <p:nvPr/>
            </p:nvSpPr>
            <p:spPr bwMode="auto">
              <a:xfrm>
                <a:off x="10144082" y="2381997"/>
                <a:ext cx="737540" cy="438629"/>
              </a:xfrm>
              <a:custGeom>
                <a:avLst/>
                <a:gdLst>
                  <a:gd name="T0" fmla="*/ 871 w 871"/>
                  <a:gd name="T1" fmla="*/ 0 h 518"/>
                  <a:gd name="T2" fmla="*/ 0 w 871"/>
                  <a:gd name="T3" fmla="*/ 213 h 518"/>
                  <a:gd name="T4" fmla="*/ 202 w 871"/>
                  <a:gd name="T5" fmla="*/ 518 h 518"/>
                  <a:gd name="T6" fmla="*/ 871 w 871"/>
                  <a:gd name="T7" fmla="*/ 0 h 5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71" h="518">
                    <a:moveTo>
                      <a:pt x="871" y="0"/>
                    </a:moveTo>
                    <a:lnTo>
                      <a:pt x="0" y="213"/>
                    </a:lnTo>
                    <a:lnTo>
                      <a:pt x="202" y="518"/>
                    </a:lnTo>
                    <a:lnTo>
                      <a:pt x="871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7" name="Freeform 93"/>
              <p:cNvSpPr/>
              <p:nvPr/>
            </p:nvSpPr>
            <p:spPr bwMode="auto">
              <a:xfrm>
                <a:off x="9873961" y="2185545"/>
                <a:ext cx="1007661" cy="196452"/>
              </a:xfrm>
              <a:custGeom>
                <a:avLst/>
                <a:gdLst>
                  <a:gd name="T0" fmla="*/ 230 w 1190"/>
                  <a:gd name="T1" fmla="*/ 222 h 232"/>
                  <a:gd name="T2" fmla="*/ 0 w 1190"/>
                  <a:gd name="T3" fmla="*/ 0 h 232"/>
                  <a:gd name="T4" fmla="*/ 1190 w 1190"/>
                  <a:gd name="T5" fmla="*/ 232 h 232"/>
                  <a:gd name="T6" fmla="*/ 230 w 1190"/>
                  <a:gd name="T7" fmla="*/ 222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90" h="232">
                    <a:moveTo>
                      <a:pt x="230" y="222"/>
                    </a:moveTo>
                    <a:lnTo>
                      <a:pt x="0" y="0"/>
                    </a:lnTo>
                    <a:lnTo>
                      <a:pt x="1190" y="232"/>
                    </a:lnTo>
                    <a:lnTo>
                      <a:pt x="230" y="222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8" name="Freeform 94"/>
              <p:cNvSpPr/>
              <p:nvPr/>
            </p:nvSpPr>
            <p:spPr bwMode="auto">
              <a:xfrm>
                <a:off x="7123639" y="3643690"/>
                <a:ext cx="246411" cy="252339"/>
              </a:xfrm>
              <a:custGeom>
                <a:avLst/>
                <a:gdLst>
                  <a:gd name="T0" fmla="*/ 45 w 123"/>
                  <a:gd name="T1" fmla="*/ 63 h 126"/>
                  <a:gd name="T2" fmla="*/ 45 w 123"/>
                  <a:gd name="T3" fmla="*/ 121 h 126"/>
                  <a:gd name="T4" fmla="*/ 123 w 123"/>
                  <a:gd name="T5" fmla="*/ 62 h 126"/>
                  <a:gd name="T6" fmla="*/ 44 w 123"/>
                  <a:gd name="T7" fmla="*/ 5 h 126"/>
                  <a:gd name="T8" fmla="*/ 45 w 123"/>
                  <a:gd name="T9" fmla="*/ 6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126">
                    <a:moveTo>
                      <a:pt x="45" y="63"/>
                    </a:moveTo>
                    <a:cubicBezTo>
                      <a:pt x="3" y="65"/>
                      <a:pt x="4" y="126"/>
                      <a:pt x="45" y="121"/>
                    </a:cubicBezTo>
                    <a:cubicBezTo>
                      <a:pt x="86" y="115"/>
                      <a:pt x="123" y="62"/>
                      <a:pt x="123" y="62"/>
                    </a:cubicBezTo>
                    <a:cubicBezTo>
                      <a:pt x="123" y="62"/>
                      <a:pt x="85" y="9"/>
                      <a:pt x="44" y="5"/>
                    </a:cubicBezTo>
                    <a:cubicBezTo>
                      <a:pt x="3" y="0"/>
                      <a:pt x="0" y="57"/>
                      <a:pt x="45" y="63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9" name="Freeform 95"/>
              <p:cNvSpPr/>
              <p:nvPr/>
            </p:nvSpPr>
            <p:spPr bwMode="auto">
              <a:xfrm>
                <a:off x="10170332" y="5528609"/>
                <a:ext cx="284516" cy="268427"/>
              </a:xfrm>
              <a:custGeom>
                <a:avLst/>
                <a:gdLst>
                  <a:gd name="T0" fmla="*/ 67 w 142"/>
                  <a:gd name="T1" fmla="*/ 65 h 134"/>
                  <a:gd name="T2" fmla="*/ 115 w 142"/>
                  <a:gd name="T3" fmla="*/ 33 h 134"/>
                  <a:gd name="T4" fmla="*/ 23 w 142"/>
                  <a:gd name="T5" fmla="*/ 0 h 134"/>
                  <a:gd name="T6" fmla="*/ 19 w 142"/>
                  <a:gd name="T7" fmla="*/ 97 h 134"/>
                  <a:gd name="T8" fmla="*/ 67 w 142"/>
                  <a:gd name="T9" fmla="*/ 6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2" h="134">
                    <a:moveTo>
                      <a:pt x="67" y="65"/>
                    </a:moveTo>
                    <a:cubicBezTo>
                      <a:pt x="91" y="98"/>
                      <a:pt x="142" y="64"/>
                      <a:pt x="115" y="33"/>
                    </a:cubicBezTo>
                    <a:cubicBezTo>
                      <a:pt x="88" y="1"/>
                      <a:pt x="23" y="0"/>
                      <a:pt x="23" y="0"/>
                    </a:cubicBezTo>
                    <a:cubicBezTo>
                      <a:pt x="23" y="0"/>
                      <a:pt x="0" y="60"/>
                      <a:pt x="19" y="97"/>
                    </a:cubicBezTo>
                    <a:cubicBezTo>
                      <a:pt x="37" y="134"/>
                      <a:pt x="87" y="105"/>
                      <a:pt x="67" y="6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0" name="Freeform 96"/>
              <p:cNvSpPr/>
              <p:nvPr/>
            </p:nvSpPr>
            <p:spPr bwMode="auto">
              <a:xfrm>
                <a:off x="9589445" y="1594497"/>
                <a:ext cx="350564" cy="354798"/>
              </a:xfrm>
              <a:custGeom>
                <a:avLst/>
                <a:gdLst>
                  <a:gd name="T0" fmla="*/ 81 w 175"/>
                  <a:gd name="T1" fmla="*/ 69 h 177"/>
                  <a:gd name="T2" fmla="*/ 1 w 175"/>
                  <a:gd name="T3" fmla="*/ 58 h 177"/>
                  <a:gd name="T4" fmla="*/ 66 w 175"/>
                  <a:gd name="T5" fmla="*/ 177 h 177"/>
                  <a:gd name="T6" fmla="*/ 160 w 175"/>
                  <a:gd name="T7" fmla="*/ 80 h 177"/>
                  <a:gd name="T8" fmla="*/ 81 w 175"/>
                  <a:gd name="T9" fmla="*/ 69 h 1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5" h="177">
                    <a:moveTo>
                      <a:pt x="81" y="69"/>
                    </a:moveTo>
                    <a:cubicBezTo>
                      <a:pt x="85" y="12"/>
                      <a:pt x="2" y="0"/>
                      <a:pt x="1" y="58"/>
                    </a:cubicBezTo>
                    <a:cubicBezTo>
                      <a:pt x="0" y="116"/>
                      <a:pt x="66" y="177"/>
                      <a:pt x="66" y="177"/>
                    </a:cubicBezTo>
                    <a:cubicBezTo>
                      <a:pt x="66" y="177"/>
                      <a:pt x="146" y="136"/>
                      <a:pt x="160" y="80"/>
                    </a:cubicBezTo>
                    <a:cubicBezTo>
                      <a:pt x="175" y="24"/>
                      <a:pt x="97" y="9"/>
                      <a:pt x="81" y="69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1" name="Freeform 97"/>
              <p:cNvSpPr/>
              <p:nvPr/>
            </p:nvSpPr>
            <p:spPr bwMode="auto">
              <a:xfrm>
                <a:off x="10867226" y="2493771"/>
                <a:ext cx="268427" cy="282822"/>
              </a:xfrm>
              <a:custGeom>
                <a:avLst/>
                <a:gdLst>
                  <a:gd name="T0" fmla="*/ 64 w 134"/>
                  <a:gd name="T1" fmla="*/ 75 h 141"/>
                  <a:gd name="T2" fmla="*/ 30 w 134"/>
                  <a:gd name="T3" fmla="*/ 28 h 141"/>
                  <a:gd name="T4" fmla="*/ 0 w 134"/>
                  <a:gd name="T5" fmla="*/ 120 h 141"/>
                  <a:gd name="T6" fmla="*/ 98 w 134"/>
                  <a:gd name="T7" fmla="*/ 121 h 141"/>
                  <a:gd name="T8" fmla="*/ 64 w 134"/>
                  <a:gd name="T9" fmla="*/ 75 h 1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4" h="141">
                    <a:moveTo>
                      <a:pt x="64" y="75"/>
                    </a:moveTo>
                    <a:cubicBezTo>
                      <a:pt x="96" y="49"/>
                      <a:pt x="60" y="0"/>
                      <a:pt x="30" y="28"/>
                    </a:cubicBezTo>
                    <a:cubicBezTo>
                      <a:pt x="0" y="56"/>
                      <a:pt x="0" y="120"/>
                      <a:pt x="0" y="120"/>
                    </a:cubicBezTo>
                    <a:cubicBezTo>
                      <a:pt x="0" y="120"/>
                      <a:pt x="61" y="141"/>
                      <a:pt x="98" y="121"/>
                    </a:cubicBezTo>
                    <a:cubicBezTo>
                      <a:pt x="134" y="101"/>
                      <a:pt x="103" y="53"/>
                      <a:pt x="64" y="75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2" name="Freeform 98"/>
              <p:cNvSpPr/>
              <p:nvPr/>
            </p:nvSpPr>
            <p:spPr bwMode="auto">
              <a:xfrm>
                <a:off x="10940049" y="3099214"/>
                <a:ext cx="594435" cy="606290"/>
              </a:xfrm>
              <a:custGeom>
                <a:avLst/>
                <a:gdLst>
                  <a:gd name="T0" fmla="*/ 239 w 297"/>
                  <a:gd name="T1" fmla="*/ 267 h 303"/>
                  <a:gd name="T2" fmla="*/ 253 w 297"/>
                  <a:gd name="T3" fmla="*/ 87 h 303"/>
                  <a:gd name="T4" fmla="*/ 79 w 297"/>
                  <a:gd name="T5" fmla="*/ 36 h 303"/>
                  <a:gd name="T6" fmla="*/ 37 w 297"/>
                  <a:gd name="T7" fmla="*/ 114 h 303"/>
                  <a:gd name="T8" fmla="*/ 0 w 297"/>
                  <a:gd name="T9" fmla="*/ 98 h 303"/>
                  <a:gd name="T10" fmla="*/ 9 w 297"/>
                  <a:gd name="T11" fmla="*/ 124 h 303"/>
                  <a:gd name="T12" fmla="*/ 39 w 297"/>
                  <a:gd name="T13" fmla="*/ 154 h 303"/>
                  <a:gd name="T14" fmla="*/ 65 w 297"/>
                  <a:gd name="T15" fmla="*/ 216 h 303"/>
                  <a:gd name="T16" fmla="*/ 239 w 297"/>
                  <a:gd name="T17" fmla="*/ 267 h 3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7" h="303">
                    <a:moveTo>
                      <a:pt x="239" y="267"/>
                    </a:moveTo>
                    <a:cubicBezTo>
                      <a:pt x="291" y="231"/>
                      <a:pt x="297" y="151"/>
                      <a:pt x="253" y="87"/>
                    </a:cubicBezTo>
                    <a:cubicBezTo>
                      <a:pt x="209" y="23"/>
                      <a:pt x="131" y="0"/>
                      <a:pt x="79" y="36"/>
                    </a:cubicBezTo>
                    <a:cubicBezTo>
                      <a:pt x="54" y="53"/>
                      <a:pt x="39" y="82"/>
                      <a:pt x="37" y="114"/>
                    </a:cubicBezTo>
                    <a:cubicBezTo>
                      <a:pt x="25" y="112"/>
                      <a:pt x="12" y="107"/>
                      <a:pt x="0" y="98"/>
                    </a:cubicBezTo>
                    <a:cubicBezTo>
                      <a:pt x="0" y="98"/>
                      <a:pt x="1" y="109"/>
                      <a:pt x="9" y="124"/>
                    </a:cubicBezTo>
                    <a:cubicBezTo>
                      <a:pt x="14" y="134"/>
                      <a:pt x="25" y="147"/>
                      <a:pt x="39" y="154"/>
                    </a:cubicBezTo>
                    <a:cubicBezTo>
                      <a:pt x="43" y="175"/>
                      <a:pt x="52" y="197"/>
                      <a:pt x="65" y="216"/>
                    </a:cubicBezTo>
                    <a:cubicBezTo>
                      <a:pt x="109" y="280"/>
                      <a:pt x="187" y="303"/>
                      <a:pt x="239" y="267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3" name="Freeform 99"/>
              <p:cNvSpPr/>
              <p:nvPr/>
            </p:nvSpPr>
            <p:spPr bwMode="auto">
              <a:xfrm>
                <a:off x="11151742" y="3271109"/>
                <a:ext cx="86371" cy="86371"/>
              </a:xfrm>
              <a:custGeom>
                <a:avLst/>
                <a:gdLst>
                  <a:gd name="T0" fmla="*/ 31 w 43"/>
                  <a:gd name="T1" fmla="*/ 38 h 43"/>
                  <a:gd name="T2" fmla="*/ 5 w 43"/>
                  <a:gd name="T3" fmla="*/ 31 h 43"/>
                  <a:gd name="T4" fmla="*/ 12 w 43"/>
                  <a:gd name="T5" fmla="*/ 5 h 43"/>
                  <a:gd name="T6" fmla="*/ 38 w 43"/>
                  <a:gd name="T7" fmla="*/ 12 h 43"/>
                  <a:gd name="T8" fmla="*/ 31 w 43"/>
                  <a:gd name="T9" fmla="*/ 3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43">
                    <a:moveTo>
                      <a:pt x="31" y="38"/>
                    </a:moveTo>
                    <a:cubicBezTo>
                      <a:pt x="22" y="43"/>
                      <a:pt x="10" y="40"/>
                      <a:pt x="5" y="31"/>
                    </a:cubicBezTo>
                    <a:cubicBezTo>
                      <a:pt x="0" y="22"/>
                      <a:pt x="3" y="11"/>
                      <a:pt x="12" y="5"/>
                    </a:cubicBezTo>
                    <a:cubicBezTo>
                      <a:pt x="21" y="0"/>
                      <a:pt x="33" y="3"/>
                      <a:pt x="38" y="12"/>
                    </a:cubicBezTo>
                    <a:cubicBezTo>
                      <a:pt x="43" y="21"/>
                      <a:pt x="40" y="33"/>
                      <a:pt x="31" y="3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4" name="Freeform 100"/>
              <p:cNvSpPr/>
              <p:nvPr/>
            </p:nvSpPr>
            <p:spPr bwMode="auto">
              <a:xfrm>
                <a:off x="11205936" y="3363408"/>
                <a:ext cx="86371" cy="86371"/>
              </a:xfrm>
              <a:custGeom>
                <a:avLst/>
                <a:gdLst>
                  <a:gd name="T0" fmla="*/ 31 w 43"/>
                  <a:gd name="T1" fmla="*/ 38 h 43"/>
                  <a:gd name="T2" fmla="*/ 5 w 43"/>
                  <a:gd name="T3" fmla="*/ 31 h 43"/>
                  <a:gd name="T4" fmla="*/ 12 w 43"/>
                  <a:gd name="T5" fmla="*/ 5 h 43"/>
                  <a:gd name="T6" fmla="*/ 38 w 43"/>
                  <a:gd name="T7" fmla="*/ 12 h 43"/>
                  <a:gd name="T8" fmla="*/ 31 w 43"/>
                  <a:gd name="T9" fmla="*/ 3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43">
                    <a:moveTo>
                      <a:pt x="31" y="38"/>
                    </a:moveTo>
                    <a:cubicBezTo>
                      <a:pt x="22" y="43"/>
                      <a:pt x="10" y="40"/>
                      <a:pt x="5" y="31"/>
                    </a:cubicBezTo>
                    <a:cubicBezTo>
                      <a:pt x="0" y="22"/>
                      <a:pt x="3" y="11"/>
                      <a:pt x="12" y="5"/>
                    </a:cubicBezTo>
                    <a:cubicBezTo>
                      <a:pt x="21" y="0"/>
                      <a:pt x="32" y="3"/>
                      <a:pt x="38" y="12"/>
                    </a:cubicBezTo>
                    <a:cubicBezTo>
                      <a:pt x="43" y="21"/>
                      <a:pt x="40" y="33"/>
                      <a:pt x="31" y="3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5" name="Freeform 101"/>
              <p:cNvSpPr/>
              <p:nvPr/>
            </p:nvSpPr>
            <p:spPr bwMode="auto">
              <a:xfrm>
                <a:off x="11258436" y="3455706"/>
                <a:ext cx="88064" cy="85524"/>
              </a:xfrm>
              <a:custGeom>
                <a:avLst/>
                <a:gdLst>
                  <a:gd name="T0" fmla="*/ 32 w 44"/>
                  <a:gd name="T1" fmla="*/ 38 h 43"/>
                  <a:gd name="T2" fmla="*/ 6 w 44"/>
                  <a:gd name="T3" fmla="*/ 31 h 43"/>
                  <a:gd name="T4" fmla="*/ 13 w 44"/>
                  <a:gd name="T5" fmla="*/ 5 h 43"/>
                  <a:gd name="T6" fmla="*/ 38 w 44"/>
                  <a:gd name="T7" fmla="*/ 12 h 43"/>
                  <a:gd name="T8" fmla="*/ 32 w 44"/>
                  <a:gd name="T9" fmla="*/ 3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43">
                    <a:moveTo>
                      <a:pt x="32" y="38"/>
                    </a:moveTo>
                    <a:cubicBezTo>
                      <a:pt x="23" y="43"/>
                      <a:pt x="11" y="40"/>
                      <a:pt x="6" y="31"/>
                    </a:cubicBezTo>
                    <a:cubicBezTo>
                      <a:pt x="0" y="22"/>
                      <a:pt x="4" y="11"/>
                      <a:pt x="13" y="5"/>
                    </a:cubicBezTo>
                    <a:cubicBezTo>
                      <a:pt x="22" y="0"/>
                      <a:pt x="33" y="3"/>
                      <a:pt x="38" y="12"/>
                    </a:cubicBezTo>
                    <a:cubicBezTo>
                      <a:pt x="44" y="21"/>
                      <a:pt x="41" y="33"/>
                      <a:pt x="32" y="38"/>
                    </a:cubicBez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6" name="Freeform 102"/>
              <p:cNvSpPr/>
              <p:nvPr/>
            </p:nvSpPr>
            <p:spPr bwMode="auto">
              <a:xfrm>
                <a:off x="11261823" y="4094174"/>
                <a:ext cx="392903" cy="502984"/>
              </a:xfrm>
              <a:custGeom>
                <a:avLst/>
                <a:gdLst>
                  <a:gd name="T0" fmla="*/ 162 w 196"/>
                  <a:gd name="T1" fmla="*/ 0 h 251"/>
                  <a:gd name="T2" fmla="*/ 173 w 196"/>
                  <a:gd name="T3" fmla="*/ 9 h 251"/>
                  <a:gd name="T4" fmla="*/ 14 w 196"/>
                  <a:gd name="T5" fmla="*/ 250 h 251"/>
                  <a:gd name="T6" fmla="*/ 1 w 196"/>
                  <a:gd name="T7" fmla="*/ 242 h 251"/>
                  <a:gd name="T8" fmla="*/ 9 w 196"/>
                  <a:gd name="T9" fmla="*/ 230 h 251"/>
                  <a:gd name="T10" fmla="*/ 153 w 196"/>
                  <a:gd name="T11" fmla="*/ 13 h 251"/>
                  <a:gd name="T12" fmla="*/ 161 w 196"/>
                  <a:gd name="T13" fmla="*/ 1 h 251"/>
                  <a:gd name="T14" fmla="*/ 162 w 196"/>
                  <a:gd name="T15" fmla="*/ 0 h 2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6" h="251">
                    <a:moveTo>
                      <a:pt x="162" y="0"/>
                    </a:moveTo>
                    <a:cubicBezTo>
                      <a:pt x="167" y="0"/>
                      <a:pt x="172" y="3"/>
                      <a:pt x="173" y="9"/>
                    </a:cubicBezTo>
                    <a:cubicBezTo>
                      <a:pt x="196" y="119"/>
                      <a:pt x="124" y="228"/>
                      <a:pt x="14" y="250"/>
                    </a:cubicBezTo>
                    <a:cubicBezTo>
                      <a:pt x="8" y="251"/>
                      <a:pt x="3" y="248"/>
                      <a:pt x="1" y="242"/>
                    </a:cubicBezTo>
                    <a:cubicBezTo>
                      <a:pt x="0" y="236"/>
                      <a:pt x="4" y="231"/>
                      <a:pt x="9" y="230"/>
                    </a:cubicBezTo>
                    <a:cubicBezTo>
                      <a:pt x="109" y="209"/>
                      <a:pt x="173" y="112"/>
                      <a:pt x="153" y="13"/>
                    </a:cubicBezTo>
                    <a:cubicBezTo>
                      <a:pt x="152" y="7"/>
                      <a:pt x="155" y="2"/>
                      <a:pt x="161" y="1"/>
                    </a:cubicBezTo>
                    <a:cubicBezTo>
                      <a:pt x="161" y="0"/>
                      <a:pt x="162" y="0"/>
                      <a:pt x="162" y="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7" name="Freeform 103"/>
              <p:cNvSpPr/>
              <p:nvPr/>
            </p:nvSpPr>
            <p:spPr bwMode="auto">
              <a:xfrm>
                <a:off x="11244041" y="4112803"/>
                <a:ext cx="288750" cy="392056"/>
              </a:xfrm>
              <a:custGeom>
                <a:avLst/>
                <a:gdLst>
                  <a:gd name="T0" fmla="*/ 125 w 144"/>
                  <a:gd name="T1" fmla="*/ 1 h 196"/>
                  <a:gd name="T2" fmla="*/ 136 w 144"/>
                  <a:gd name="T3" fmla="*/ 9 h 196"/>
                  <a:gd name="T4" fmla="*/ 113 w 144"/>
                  <a:gd name="T5" fmla="*/ 127 h 196"/>
                  <a:gd name="T6" fmla="*/ 13 w 144"/>
                  <a:gd name="T7" fmla="*/ 195 h 196"/>
                  <a:gd name="T8" fmla="*/ 1 w 144"/>
                  <a:gd name="T9" fmla="*/ 187 h 196"/>
                  <a:gd name="T10" fmla="*/ 9 w 144"/>
                  <a:gd name="T11" fmla="*/ 175 h 196"/>
                  <a:gd name="T12" fmla="*/ 96 w 144"/>
                  <a:gd name="T13" fmla="*/ 116 h 196"/>
                  <a:gd name="T14" fmla="*/ 116 w 144"/>
                  <a:gd name="T15" fmla="*/ 13 h 196"/>
                  <a:gd name="T16" fmla="*/ 124 w 144"/>
                  <a:gd name="T17" fmla="*/ 1 h 196"/>
                  <a:gd name="T18" fmla="*/ 125 w 144"/>
                  <a:gd name="T19" fmla="*/ 1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4" h="196">
                    <a:moveTo>
                      <a:pt x="125" y="1"/>
                    </a:moveTo>
                    <a:cubicBezTo>
                      <a:pt x="130" y="0"/>
                      <a:pt x="135" y="4"/>
                      <a:pt x="136" y="9"/>
                    </a:cubicBezTo>
                    <a:cubicBezTo>
                      <a:pt x="144" y="50"/>
                      <a:pt x="136" y="92"/>
                      <a:pt x="113" y="127"/>
                    </a:cubicBezTo>
                    <a:cubicBezTo>
                      <a:pt x="90" y="162"/>
                      <a:pt x="54" y="186"/>
                      <a:pt x="13" y="195"/>
                    </a:cubicBezTo>
                    <a:cubicBezTo>
                      <a:pt x="8" y="196"/>
                      <a:pt x="2" y="192"/>
                      <a:pt x="1" y="187"/>
                    </a:cubicBezTo>
                    <a:cubicBezTo>
                      <a:pt x="0" y="181"/>
                      <a:pt x="3" y="176"/>
                      <a:pt x="9" y="175"/>
                    </a:cubicBezTo>
                    <a:cubicBezTo>
                      <a:pt x="45" y="167"/>
                      <a:pt x="76" y="146"/>
                      <a:pt x="96" y="116"/>
                    </a:cubicBezTo>
                    <a:cubicBezTo>
                      <a:pt x="116" y="85"/>
                      <a:pt x="123" y="49"/>
                      <a:pt x="116" y="13"/>
                    </a:cubicBezTo>
                    <a:cubicBezTo>
                      <a:pt x="114" y="8"/>
                      <a:pt x="118" y="2"/>
                      <a:pt x="124" y="1"/>
                    </a:cubicBezTo>
                    <a:cubicBezTo>
                      <a:pt x="124" y="1"/>
                      <a:pt x="125" y="1"/>
                      <a:pt x="125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8" name="Freeform 104"/>
              <p:cNvSpPr/>
              <p:nvPr/>
            </p:nvSpPr>
            <p:spPr bwMode="auto">
              <a:xfrm>
                <a:off x="11223718" y="4132278"/>
                <a:ext cx="218468" cy="274355"/>
              </a:xfrm>
              <a:custGeom>
                <a:avLst/>
                <a:gdLst>
                  <a:gd name="T0" fmla="*/ 86 w 109"/>
                  <a:gd name="T1" fmla="*/ 1 h 137"/>
                  <a:gd name="T2" fmla="*/ 97 w 109"/>
                  <a:gd name="T3" fmla="*/ 9 h 137"/>
                  <a:gd name="T4" fmla="*/ 13 w 109"/>
                  <a:gd name="T5" fmla="*/ 136 h 137"/>
                  <a:gd name="T6" fmla="*/ 1 w 109"/>
                  <a:gd name="T7" fmla="*/ 128 h 137"/>
                  <a:gd name="T8" fmla="*/ 9 w 109"/>
                  <a:gd name="T9" fmla="*/ 116 h 137"/>
                  <a:gd name="T10" fmla="*/ 77 w 109"/>
                  <a:gd name="T11" fmla="*/ 13 h 137"/>
                  <a:gd name="T12" fmla="*/ 85 w 109"/>
                  <a:gd name="T13" fmla="*/ 1 h 137"/>
                  <a:gd name="T14" fmla="*/ 86 w 109"/>
                  <a:gd name="T15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9" h="137">
                    <a:moveTo>
                      <a:pt x="86" y="1"/>
                    </a:moveTo>
                    <a:cubicBezTo>
                      <a:pt x="91" y="0"/>
                      <a:pt x="96" y="4"/>
                      <a:pt x="97" y="9"/>
                    </a:cubicBezTo>
                    <a:cubicBezTo>
                      <a:pt x="109" y="67"/>
                      <a:pt x="71" y="124"/>
                      <a:pt x="13" y="136"/>
                    </a:cubicBezTo>
                    <a:cubicBezTo>
                      <a:pt x="8" y="137"/>
                      <a:pt x="2" y="134"/>
                      <a:pt x="1" y="128"/>
                    </a:cubicBezTo>
                    <a:cubicBezTo>
                      <a:pt x="0" y="122"/>
                      <a:pt x="3" y="117"/>
                      <a:pt x="9" y="116"/>
                    </a:cubicBezTo>
                    <a:cubicBezTo>
                      <a:pt x="56" y="106"/>
                      <a:pt x="86" y="60"/>
                      <a:pt x="77" y="13"/>
                    </a:cubicBezTo>
                    <a:cubicBezTo>
                      <a:pt x="75" y="8"/>
                      <a:pt x="79" y="2"/>
                      <a:pt x="85" y="1"/>
                    </a:cubicBezTo>
                    <a:cubicBezTo>
                      <a:pt x="85" y="1"/>
                      <a:pt x="86" y="1"/>
                      <a:pt x="86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9" name="Freeform 105"/>
              <p:cNvSpPr/>
              <p:nvPr/>
            </p:nvSpPr>
            <p:spPr bwMode="auto">
              <a:xfrm>
                <a:off x="11198315" y="4152601"/>
                <a:ext cx="132097" cy="168508"/>
              </a:xfrm>
              <a:custGeom>
                <a:avLst/>
                <a:gdLst>
                  <a:gd name="T0" fmla="*/ 52 w 66"/>
                  <a:gd name="T1" fmla="*/ 1 h 84"/>
                  <a:gd name="T2" fmla="*/ 62 w 66"/>
                  <a:gd name="T3" fmla="*/ 9 h 84"/>
                  <a:gd name="T4" fmla="*/ 53 w 66"/>
                  <a:gd name="T5" fmla="*/ 56 h 84"/>
                  <a:gd name="T6" fmla="*/ 14 w 66"/>
                  <a:gd name="T7" fmla="*/ 82 h 84"/>
                  <a:gd name="T8" fmla="*/ 2 w 66"/>
                  <a:gd name="T9" fmla="*/ 74 h 84"/>
                  <a:gd name="T10" fmla="*/ 10 w 66"/>
                  <a:gd name="T11" fmla="*/ 62 h 84"/>
                  <a:gd name="T12" fmla="*/ 36 w 66"/>
                  <a:gd name="T13" fmla="*/ 44 h 84"/>
                  <a:gd name="T14" fmla="*/ 42 w 66"/>
                  <a:gd name="T15" fmla="*/ 13 h 84"/>
                  <a:gd name="T16" fmla="*/ 50 w 66"/>
                  <a:gd name="T17" fmla="*/ 1 h 84"/>
                  <a:gd name="T18" fmla="*/ 52 w 66"/>
                  <a:gd name="T19" fmla="*/ 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6" h="84">
                    <a:moveTo>
                      <a:pt x="52" y="1"/>
                    </a:moveTo>
                    <a:cubicBezTo>
                      <a:pt x="57" y="0"/>
                      <a:pt x="61" y="4"/>
                      <a:pt x="62" y="9"/>
                    </a:cubicBezTo>
                    <a:cubicBezTo>
                      <a:pt x="66" y="25"/>
                      <a:pt x="63" y="42"/>
                      <a:pt x="53" y="56"/>
                    </a:cubicBezTo>
                    <a:cubicBezTo>
                      <a:pt x="44" y="70"/>
                      <a:pt x="30" y="79"/>
                      <a:pt x="14" y="82"/>
                    </a:cubicBezTo>
                    <a:cubicBezTo>
                      <a:pt x="8" y="84"/>
                      <a:pt x="3" y="80"/>
                      <a:pt x="2" y="74"/>
                    </a:cubicBezTo>
                    <a:cubicBezTo>
                      <a:pt x="0" y="69"/>
                      <a:pt x="4" y="63"/>
                      <a:pt x="10" y="62"/>
                    </a:cubicBezTo>
                    <a:cubicBezTo>
                      <a:pt x="20" y="60"/>
                      <a:pt x="30" y="54"/>
                      <a:pt x="36" y="44"/>
                    </a:cubicBezTo>
                    <a:cubicBezTo>
                      <a:pt x="42" y="35"/>
                      <a:pt x="44" y="24"/>
                      <a:pt x="42" y="13"/>
                    </a:cubicBezTo>
                    <a:cubicBezTo>
                      <a:pt x="41" y="7"/>
                      <a:pt x="45" y="2"/>
                      <a:pt x="50" y="1"/>
                    </a:cubicBezTo>
                    <a:cubicBezTo>
                      <a:pt x="51" y="1"/>
                      <a:pt x="51" y="1"/>
                      <a:pt x="52" y="1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0" name="Freeform 106"/>
              <p:cNvSpPr/>
              <p:nvPr/>
            </p:nvSpPr>
            <p:spPr bwMode="auto">
              <a:xfrm>
                <a:off x="11182226" y="4168690"/>
                <a:ext cx="49960" cy="51653"/>
              </a:xfrm>
              <a:custGeom>
                <a:avLst/>
                <a:gdLst>
                  <a:gd name="T0" fmla="*/ 24 w 25"/>
                  <a:gd name="T1" fmla="*/ 10 h 26"/>
                  <a:gd name="T2" fmla="*/ 15 w 25"/>
                  <a:gd name="T3" fmla="*/ 24 h 26"/>
                  <a:gd name="T4" fmla="*/ 1 w 25"/>
                  <a:gd name="T5" fmla="*/ 15 h 26"/>
                  <a:gd name="T6" fmla="*/ 10 w 25"/>
                  <a:gd name="T7" fmla="*/ 1 h 26"/>
                  <a:gd name="T8" fmla="*/ 24 w 25"/>
                  <a:gd name="T9" fmla="*/ 1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26">
                    <a:moveTo>
                      <a:pt x="24" y="10"/>
                    </a:moveTo>
                    <a:cubicBezTo>
                      <a:pt x="25" y="17"/>
                      <a:pt x="21" y="23"/>
                      <a:pt x="15" y="24"/>
                    </a:cubicBezTo>
                    <a:cubicBezTo>
                      <a:pt x="9" y="26"/>
                      <a:pt x="2" y="21"/>
                      <a:pt x="1" y="15"/>
                    </a:cubicBezTo>
                    <a:cubicBezTo>
                      <a:pt x="0" y="9"/>
                      <a:pt x="4" y="2"/>
                      <a:pt x="10" y="1"/>
                    </a:cubicBezTo>
                    <a:cubicBezTo>
                      <a:pt x="17" y="0"/>
                      <a:pt x="23" y="4"/>
                      <a:pt x="24" y="10"/>
                    </a:cubicBezTo>
                    <a:close/>
                  </a:path>
                </a:pathLst>
              </a:custGeom>
              <a:grpFill/>
              <a:ln>
                <a:solidFill>
                  <a:schemeClr val="bg1"/>
                </a:solidFill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245" name="BackShape"/>
            <p:cNvSpPr/>
            <p:nvPr/>
          </p:nvSpPr>
          <p:spPr>
            <a:xfrm>
              <a:off x="4746894" y="2126328"/>
              <a:ext cx="2579022" cy="2579022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46" name="ValueShape"/>
            <p:cNvSpPr/>
            <p:nvPr/>
          </p:nvSpPr>
          <p:spPr>
            <a:xfrm>
              <a:off x="4746894" y="2126328"/>
              <a:ext cx="2579022" cy="2579022"/>
            </a:xfrm>
            <a:prstGeom prst="pie">
              <a:avLst>
                <a:gd name="adj1" fmla="val 16200000"/>
                <a:gd name="adj2" fmla="val 3024000"/>
              </a:avLst>
            </a:prstGeom>
            <a:solidFill>
              <a:schemeClr val="dk2">
                <a:lumMod val="50000"/>
                <a:lumOff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47" name="BackShape"/>
            <p:cNvSpPr/>
            <p:nvPr/>
          </p:nvSpPr>
          <p:spPr bwMode="auto">
            <a:xfrm>
              <a:off x="5893084" y="3272153"/>
              <a:ext cx="286642" cy="287373"/>
            </a:xfrm>
            <a:prstGeom prst="ellipse">
              <a:avLst/>
            </a:prstGeom>
            <a:solidFill>
              <a:srgbClr val="D8574A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48" name="BackShape"/>
            <p:cNvSpPr/>
            <p:nvPr/>
          </p:nvSpPr>
          <p:spPr bwMode="auto">
            <a:xfrm>
              <a:off x="4709953" y="2089021"/>
              <a:ext cx="2652904" cy="2653636"/>
            </a:xfrm>
            <a:custGeom>
              <a:avLst/>
              <a:gdLst>
                <a:gd name="connsiteX0" fmla="*/ 1326086 w 2652904"/>
                <a:gd name="connsiteY0" fmla="*/ 766329 h 2653636"/>
                <a:gd name="connsiteX1" fmla="*/ 765598 w 2652904"/>
                <a:gd name="connsiteY1" fmla="*/ 1326817 h 2653636"/>
                <a:gd name="connsiteX2" fmla="*/ 1326086 w 2652904"/>
                <a:gd name="connsiteY2" fmla="*/ 1887305 h 2653636"/>
                <a:gd name="connsiteX3" fmla="*/ 1886574 w 2652904"/>
                <a:gd name="connsiteY3" fmla="*/ 1326817 h 2653636"/>
                <a:gd name="connsiteX4" fmla="*/ 1326086 w 2652904"/>
                <a:gd name="connsiteY4" fmla="*/ 766329 h 2653636"/>
                <a:gd name="connsiteX5" fmla="*/ 1325355 w 2652904"/>
                <a:gd name="connsiteY5" fmla="*/ 626664 h 2653636"/>
                <a:gd name="connsiteX6" fmla="*/ 2024777 w 2652904"/>
                <a:gd name="connsiteY6" fmla="*/ 1327183 h 2653636"/>
                <a:gd name="connsiteX7" fmla="*/ 1325355 w 2652904"/>
                <a:gd name="connsiteY7" fmla="*/ 2027702 h 2653636"/>
                <a:gd name="connsiteX8" fmla="*/ 625933 w 2652904"/>
                <a:gd name="connsiteY8" fmla="*/ 1327183 h 2653636"/>
                <a:gd name="connsiteX9" fmla="*/ 1325355 w 2652904"/>
                <a:gd name="connsiteY9" fmla="*/ 626664 h 2653636"/>
                <a:gd name="connsiteX10" fmla="*/ 1326452 w 2652904"/>
                <a:gd name="connsiteY10" fmla="*/ 413876 h 2653636"/>
                <a:gd name="connsiteX11" fmla="*/ 413145 w 2652904"/>
                <a:gd name="connsiteY11" fmla="*/ 1327183 h 2653636"/>
                <a:gd name="connsiteX12" fmla="*/ 1326452 w 2652904"/>
                <a:gd name="connsiteY12" fmla="*/ 2240490 h 2653636"/>
                <a:gd name="connsiteX13" fmla="*/ 2239759 w 2652904"/>
                <a:gd name="connsiteY13" fmla="*/ 1327183 h 2653636"/>
                <a:gd name="connsiteX14" fmla="*/ 1326452 w 2652904"/>
                <a:gd name="connsiteY14" fmla="*/ 413876 h 2653636"/>
                <a:gd name="connsiteX15" fmla="*/ 1326452 w 2652904"/>
                <a:gd name="connsiteY15" fmla="*/ 275674 h 2653636"/>
                <a:gd name="connsiteX16" fmla="*/ 2377961 w 2652904"/>
                <a:gd name="connsiteY16" fmla="*/ 1327183 h 2653636"/>
                <a:gd name="connsiteX17" fmla="*/ 1326452 w 2652904"/>
                <a:gd name="connsiteY17" fmla="*/ 2378692 h 2653636"/>
                <a:gd name="connsiteX18" fmla="*/ 274943 w 2652904"/>
                <a:gd name="connsiteY18" fmla="*/ 1327183 h 2653636"/>
                <a:gd name="connsiteX19" fmla="*/ 1326452 w 2652904"/>
                <a:gd name="connsiteY19" fmla="*/ 275674 h 2653636"/>
                <a:gd name="connsiteX20" fmla="*/ 1326451 w 2652904"/>
                <a:gd name="connsiteY20" fmla="*/ 70929 h 2653636"/>
                <a:gd name="connsiteX21" fmla="*/ 70929 w 2652904"/>
                <a:gd name="connsiteY21" fmla="*/ 1326817 h 2653636"/>
                <a:gd name="connsiteX22" fmla="*/ 1326451 w 2652904"/>
                <a:gd name="connsiteY22" fmla="*/ 2582705 h 2653636"/>
                <a:gd name="connsiteX23" fmla="*/ 2581973 w 2652904"/>
                <a:gd name="connsiteY23" fmla="*/ 1326817 h 2653636"/>
                <a:gd name="connsiteX24" fmla="*/ 1326451 w 2652904"/>
                <a:gd name="connsiteY24" fmla="*/ 70929 h 2653636"/>
                <a:gd name="connsiteX25" fmla="*/ 1326452 w 2652904"/>
                <a:gd name="connsiteY25" fmla="*/ 0 h 2653636"/>
                <a:gd name="connsiteX26" fmla="*/ 2652904 w 2652904"/>
                <a:gd name="connsiteY26" fmla="*/ 1326818 h 2653636"/>
                <a:gd name="connsiteX27" fmla="*/ 1326452 w 2652904"/>
                <a:gd name="connsiteY27" fmla="*/ 2653636 h 2653636"/>
                <a:gd name="connsiteX28" fmla="*/ 0 w 2652904"/>
                <a:gd name="connsiteY28" fmla="*/ 1326818 h 2653636"/>
                <a:gd name="connsiteX29" fmla="*/ 1326452 w 2652904"/>
                <a:gd name="connsiteY29" fmla="*/ 0 h 265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652904" h="2653636">
                  <a:moveTo>
                    <a:pt x="1326086" y="766329"/>
                  </a:moveTo>
                  <a:cubicBezTo>
                    <a:pt x="1016537" y="766329"/>
                    <a:pt x="765598" y="1017268"/>
                    <a:pt x="765598" y="1326817"/>
                  </a:cubicBezTo>
                  <a:cubicBezTo>
                    <a:pt x="765598" y="1636366"/>
                    <a:pt x="1016537" y="1887305"/>
                    <a:pt x="1326086" y="1887305"/>
                  </a:cubicBezTo>
                  <a:cubicBezTo>
                    <a:pt x="1635635" y="1887305"/>
                    <a:pt x="1886574" y="1636366"/>
                    <a:pt x="1886574" y="1326817"/>
                  </a:cubicBezTo>
                  <a:cubicBezTo>
                    <a:pt x="1886574" y="1017268"/>
                    <a:pt x="1635635" y="766329"/>
                    <a:pt x="1326086" y="766329"/>
                  </a:cubicBezTo>
                  <a:close/>
                  <a:moveTo>
                    <a:pt x="1325355" y="626664"/>
                  </a:moveTo>
                  <a:cubicBezTo>
                    <a:pt x="1711635" y="626664"/>
                    <a:pt x="2024777" y="940297"/>
                    <a:pt x="2024777" y="1327183"/>
                  </a:cubicBezTo>
                  <a:cubicBezTo>
                    <a:pt x="2024777" y="1714069"/>
                    <a:pt x="1711635" y="2027702"/>
                    <a:pt x="1325355" y="2027702"/>
                  </a:cubicBezTo>
                  <a:cubicBezTo>
                    <a:pt x="939075" y="2027702"/>
                    <a:pt x="625933" y="1714069"/>
                    <a:pt x="625933" y="1327183"/>
                  </a:cubicBezTo>
                  <a:cubicBezTo>
                    <a:pt x="625933" y="940297"/>
                    <a:pt x="939075" y="626664"/>
                    <a:pt x="1325355" y="626664"/>
                  </a:cubicBezTo>
                  <a:close/>
                  <a:moveTo>
                    <a:pt x="1326452" y="413876"/>
                  </a:moveTo>
                  <a:cubicBezTo>
                    <a:pt x="822046" y="413876"/>
                    <a:pt x="413145" y="822777"/>
                    <a:pt x="413145" y="1327183"/>
                  </a:cubicBezTo>
                  <a:cubicBezTo>
                    <a:pt x="413145" y="1831589"/>
                    <a:pt x="822046" y="2240490"/>
                    <a:pt x="1326452" y="2240490"/>
                  </a:cubicBezTo>
                  <a:cubicBezTo>
                    <a:pt x="1830858" y="2240490"/>
                    <a:pt x="2239759" y="1831589"/>
                    <a:pt x="2239759" y="1327183"/>
                  </a:cubicBezTo>
                  <a:cubicBezTo>
                    <a:pt x="2239759" y="822777"/>
                    <a:pt x="1830858" y="413876"/>
                    <a:pt x="1326452" y="413876"/>
                  </a:cubicBezTo>
                  <a:close/>
                  <a:moveTo>
                    <a:pt x="1326452" y="275674"/>
                  </a:moveTo>
                  <a:cubicBezTo>
                    <a:pt x="1907184" y="275674"/>
                    <a:pt x="2377961" y="746451"/>
                    <a:pt x="2377961" y="1327183"/>
                  </a:cubicBezTo>
                  <a:cubicBezTo>
                    <a:pt x="2377961" y="1907915"/>
                    <a:pt x="1907184" y="2378692"/>
                    <a:pt x="1326452" y="2378692"/>
                  </a:cubicBezTo>
                  <a:cubicBezTo>
                    <a:pt x="745720" y="2378692"/>
                    <a:pt x="274943" y="1907915"/>
                    <a:pt x="274943" y="1327183"/>
                  </a:cubicBezTo>
                  <a:cubicBezTo>
                    <a:pt x="274943" y="746451"/>
                    <a:pt x="745720" y="275674"/>
                    <a:pt x="1326452" y="275674"/>
                  </a:cubicBezTo>
                  <a:close/>
                  <a:moveTo>
                    <a:pt x="1326451" y="70929"/>
                  </a:moveTo>
                  <a:cubicBezTo>
                    <a:pt x="633045" y="70929"/>
                    <a:pt x="70929" y="633209"/>
                    <a:pt x="70929" y="1326817"/>
                  </a:cubicBezTo>
                  <a:cubicBezTo>
                    <a:pt x="70929" y="2020425"/>
                    <a:pt x="633045" y="2582705"/>
                    <a:pt x="1326451" y="2582705"/>
                  </a:cubicBezTo>
                  <a:cubicBezTo>
                    <a:pt x="2019857" y="2582705"/>
                    <a:pt x="2581973" y="2020425"/>
                    <a:pt x="2581973" y="1326817"/>
                  </a:cubicBezTo>
                  <a:cubicBezTo>
                    <a:pt x="2581973" y="633209"/>
                    <a:pt x="2019857" y="70929"/>
                    <a:pt x="1326451" y="70929"/>
                  </a:cubicBezTo>
                  <a:close/>
                  <a:moveTo>
                    <a:pt x="1326452" y="0"/>
                  </a:moveTo>
                  <a:cubicBezTo>
                    <a:pt x="2059031" y="0"/>
                    <a:pt x="2652904" y="594037"/>
                    <a:pt x="2652904" y="1326818"/>
                  </a:cubicBezTo>
                  <a:cubicBezTo>
                    <a:pt x="2652904" y="2059599"/>
                    <a:pt x="2059031" y="2653636"/>
                    <a:pt x="1326452" y="2653636"/>
                  </a:cubicBezTo>
                  <a:cubicBezTo>
                    <a:pt x="593873" y="2653636"/>
                    <a:pt x="0" y="2059599"/>
                    <a:pt x="0" y="1326818"/>
                  </a:cubicBezTo>
                  <a:cubicBezTo>
                    <a:pt x="0" y="594037"/>
                    <a:pt x="593873" y="0"/>
                    <a:pt x="132645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249" name="BackShape"/>
            <p:cNvGrpSpPr/>
            <p:nvPr/>
          </p:nvGrpSpPr>
          <p:grpSpPr>
            <a:xfrm>
              <a:off x="4142520" y="1549373"/>
              <a:ext cx="1912898" cy="1897542"/>
              <a:chOff x="7120252" y="1618207"/>
              <a:chExt cx="2215160" cy="2197378"/>
            </a:xfrm>
          </p:grpSpPr>
          <p:sp>
            <p:nvSpPr>
              <p:cNvPr id="251" name="Freeform 114"/>
              <p:cNvSpPr/>
              <p:nvPr/>
            </p:nvSpPr>
            <p:spPr bwMode="auto">
              <a:xfrm>
                <a:off x="7729083" y="2227884"/>
                <a:ext cx="1153306" cy="1141451"/>
              </a:xfrm>
              <a:custGeom>
                <a:avLst/>
                <a:gdLst>
                  <a:gd name="T0" fmla="*/ 575 w 576"/>
                  <a:gd name="T1" fmla="*/ 518 h 570"/>
                  <a:gd name="T2" fmla="*/ 576 w 576"/>
                  <a:gd name="T3" fmla="*/ 518 h 570"/>
                  <a:gd name="T4" fmla="*/ 52 w 576"/>
                  <a:gd name="T5" fmla="*/ 0 h 570"/>
                  <a:gd name="T6" fmla="*/ 37 w 576"/>
                  <a:gd name="T7" fmla="*/ 37 h 570"/>
                  <a:gd name="T8" fmla="*/ 0 w 576"/>
                  <a:gd name="T9" fmla="*/ 52 h 570"/>
                  <a:gd name="T10" fmla="*/ 524 w 576"/>
                  <a:gd name="T11" fmla="*/ 570 h 570"/>
                  <a:gd name="T12" fmla="*/ 525 w 576"/>
                  <a:gd name="T13" fmla="*/ 569 h 570"/>
                  <a:gd name="T14" fmla="*/ 575 w 576"/>
                  <a:gd name="T15" fmla="*/ 518 h 5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6" h="570">
                    <a:moveTo>
                      <a:pt x="575" y="518"/>
                    </a:moveTo>
                    <a:cubicBezTo>
                      <a:pt x="576" y="518"/>
                      <a:pt x="576" y="518"/>
                      <a:pt x="576" y="518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7" y="12"/>
                      <a:pt x="42" y="24"/>
                      <a:pt x="37" y="37"/>
                    </a:cubicBezTo>
                    <a:cubicBezTo>
                      <a:pt x="24" y="42"/>
                      <a:pt x="12" y="47"/>
                      <a:pt x="0" y="52"/>
                    </a:cubicBezTo>
                    <a:cubicBezTo>
                      <a:pt x="524" y="570"/>
                      <a:pt x="524" y="570"/>
                      <a:pt x="524" y="570"/>
                    </a:cubicBezTo>
                    <a:cubicBezTo>
                      <a:pt x="525" y="569"/>
                      <a:pt x="525" y="569"/>
                      <a:pt x="525" y="569"/>
                    </a:cubicBezTo>
                    <a:lnTo>
                      <a:pt x="575" y="518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2" name="Freeform 115"/>
              <p:cNvSpPr/>
              <p:nvPr/>
            </p:nvSpPr>
            <p:spPr bwMode="auto">
              <a:xfrm>
                <a:off x="8936582" y="3420988"/>
                <a:ext cx="398830" cy="394597"/>
              </a:xfrm>
              <a:custGeom>
                <a:avLst/>
                <a:gdLst>
                  <a:gd name="T0" fmla="*/ 199 w 199"/>
                  <a:gd name="T1" fmla="*/ 197 h 197"/>
                  <a:gd name="T2" fmla="*/ 59 w 199"/>
                  <a:gd name="T3" fmla="*/ 0 h 197"/>
                  <a:gd name="T4" fmla="*/ 58 w 199"/>
                  <a:gd name="T5" fmla="*/ 0 h 197"/>
                  <a:gd name="T6" fmla="*/ 55 w 199"/>
                  <a:gd name="T7" fmla="*/ 4 h 197"/>
                  <a:gd name="T8" fmla="*/ 5 w 199"/>
                  <a:gd name="T9" fmla="*/ 55 h 197"/>
                  <a:gd name="T10" fmla="*/ 0 w 199"/>
                  <a:gd name="T11" fmla="*/ 58 h 197"/>
                  <a:gd name="T12" fmla="*/ 1 w 199"/>
                  <a:gd name="T13" fmla="*/ 59 h 197"/>
                  <a:gd name="T14" fmla="*/ 199 w 199"/>
                  <a:gd name="T15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9" h="197">
                    <a:moveTo>
                      <a:pt x="199" y="197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59" y="0"/>
                      <a:pt x="58" y="0"/>
                      <a:pt x="58" y="0"/>
                    </a:cubicBezTo>
                    <a:cubicBezTo>
                      <a:pt x="57" y="2"/>
                      <a:pt x="56" y="3"/>
                      <a:pt x="55" y="4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3" y="56"/>
                      <a:pt x="2" y="57"/>
                      <a:pt x="0" y="58"/>
                    </a:cubicBezTo>
                    <a:cubicBezTo>
                      <a:pt x="1" y="58"/>
                      <a:pt x="1" y="59"/>
                      <a:pt x="1" y="59"/>
                    </a:cubicBezTo>
                    <a:lnTo>
                      <a:pt x="199" y="197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3" name="Freeform 116"/>
              <p:cNvSpPr/>
              <p:nvPr/>
            </p:nvSpPr>
            <p:spPr bwMode="auto">
              <a:xfrm>
                <a:off x="8892550" y="3375263"/>
                <a:ext cx="164274" cy="165968"/>
              </a:xfrm>
              <a:custGeom>
                <a:avLst/>
                <a:gdLst>
                  <a:gd name="T0" fmla="*/ 77 w 82"/>
                  <a:gd name="T1" fmla="*/ 27 h 83"/>
                  <a:gd name="T2" fmla="*/ 80 w 82"/>
                  <a:gd name="T3" fmla="*/ 23 h 83"/>
                  <a:gd name="T4" fmla="*/ 77 w 82"/>
                  <a:gd name="T5" fmla="*/ 7 h 83"/>
                  <a:gd name="T6" fmla="*/ 75 w 82"/>
                  <a:gd name="T7" fmla="*/ 6 h 83"/>
                  <a:gd name="T8" fmla="*/ 55 w 82"/>
                  <a:gd name="T9" fmla="*/ 6 h 83"/>
                  <a:gd name="T10" fmla="*/ 5 w 82"/>
                  <a:gd name="T11" fmla="*/ 57 h 83"/>
                  <a:gd name="T12" fmla="*/ 5 w 82"/>
                  <a:gd name="T13" fmla="*/ 77 h 83"/>
                  <a:gd name="T14" fmla="*/ 7 w 82"/>
                  <a:gd name="T15" fmla="*/ 78 h 83"/>
                  <a:gd name="T16" fmla="*/ 22 w 82"/>
                  <a:gd name="T17" fmla="*/ 81 h 83"/>
                  <a:gd name="T18" fmla="*/ 27 w 82"/>
                  <a:gd name="T19" fmla="*/ 78 h 83"/>
                  <a:gd name="T20" fmla="*/ 77 w 82"/>
                  <a:gd name="T21" fmla="*/ 2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" h="83">
                    <a:moveTo>
                      <a:pt x="77" y="27"/>
                    </a:moveTo>
                    <a:cubicBezTo>
                      <a:pt x="78" y="26"/>
                      <a:pt x="79" y="25"/>
                      <a:pt x="80" y="23"/>
                    </a:cubicBezTo>
                    <a:cubicBezTo>
                      <a:pt x="82" y="18"/>
                      <a:pt x="81" y="12"/>
                      <a:pt x="77" y="7"/>
                    </a:cubicBezTo>
                    <a:cubicBezTo>
                      <a:pt x="75" y="6"/>
                      <a:pt x="75" y="6"/>
                      <a:pt x="75" y="6"/>
                    </a:cubicBezTo>
                    <a:cubicBezTo>
                      <a:pt x="70" y="0"/>
                      <a:pt x="61" y="1"/>
                      <a:pt x="55" y="6"/>
                    </a:cubicBezTo>
                    <a:cubicBezTo>
                      <a:pt x="5" y="57"/>
                      <a:pt x="5" y="57"/>
                      <a:pt x="5" y="57"/>
                    </a:cubicBezTo>
                    <a:cubicBezTo>
                      <a:pt x="0" y="62"/>
                      <a:pt x="0" y="71"/>
                      <a:pt x="5" y="77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11" y="82"/>
                      <a:pt x="17" y="83"/>
                      <a:pt x="22" y="81"/>
                    </a:cubicBezTo>
                    <a:cubicBezTo>
                      <a:pt x="24" y="80"/>
                      <a:pt x="25" y="79"/>
                      <a:pt x="27" y="78"/>
                    </a:cubicBezTo>
                    <a:lnTo>
                      <a:pt x="77" y="27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4" name="Freeform 117"/>
              <p:cNvSpPr/>
              <p:nvPr/>
            </p:nvSpPr>
            <p:spPr bwMode="auto">
              <a:xfrm>
                <a:off x="8850211" y="3335464"/>
                <a:ext cx="164274" cy="164274"/>
              </a:xfrm>
              <a:custGeom>
                <a:avLst/>
                <a:gdLst>
                  <a:gd name="T0" fmla="*/ 76 w 82"/>
                  <a:gd name="T1" fmla="*/ 6 h 82"/>
                  <a:gd name="T2" fmla="*/ 75 w 82"/>
                  <a:gd name="T3" fmla="*/ 5 h 82"/>
                  <a:gd name="T4" fmla="*/ 62 w 82"/>
                  <a:gd name="T5" fmla="*/ 1 h 82"/>
                  <a:gd name="T6" fmla="*/ 58 w 82"/>
                  <a:gd name="T7" fmla="*/ 8 h 82"/>
                  <a:gd name="T8" fmla="*/ 8 w 82"/>
                  <a:gd name="T9" fmla="*/ 58 h 82"/>
                  <a:gd name="T10" fmla="*/ 1 w 82"/>
                  <a:gd name="T11" fmla="*/ 62 h 82"/>
                  <a:gd name="T12" fmla="*/ 5 w 82"/>
                  <a:gd name="T13" fmla="*/ 75 h 82"/>
                  <a:gd name="T14" fmla="*/ 6 w 82"/>
                  <a:gd name="T15" fmla="*/ 77 h 82"/>
                  <a:gd name="T16" fmla="*/ 26 w 82"/>
                  <a:gd name="T17" fmla="*/ 77 h 82"/>
                  <a:gd name="T18" fmla="*/ 76 w 82"/>
                  <a:gd name="T19" fmla="*/ 26 h 82"/>
                  <a:gd name="T20" fmla="*/ 76 w 82"/>
                  <a:gd name="T21" fmla="*/ 6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" h="82">
                    <a:moveTo>
                      <a:pt x="76" y="6"/>
                    </a:moveTo>
                    <a:cubicBezTo>
                      <a:pt x="75" y="5"/>
                      <a:pt x="75" y="5"/>
                      <a:pt x="75" y="5"/>
                    </a:cubicBezTo>
                    <a:cubicBezTo>
                      <a:pt x="71" y="1"/>
                      <a:pt x="66" y="0"/>
                      <a:pt x="62" y="1"/>
                    </a:cubicBezTo>
                    <a:cubicBezTo>
                      <a:pt x="61" y="4"/>
                      <a:pt x="60" y="6"/>
                      <a:pt x="58" y="8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6" y="60"/>
                      <a:pt x="3" y="62"/>
                      <a:pt x="1" y="62"/>
                    </a:cubicBezTo>
                    <a:cubicBezTo>
                      <a:pt x="0" y="67"/>
                      <a:pt x="1" y="72"/>
                      <a:pt x="5" y="75"/>
                    </a:cubicBezTo>
                    <a:cubicBezTo>
                      <a:pt x="6" y="77"/>
                      <a:pt x="6" y="77"/>
                      <a:pt x="6" y="77"/>
                    </a:cubicBezTo>
                    <a:cubicBezTo>
                      <a:pt x="12" y="82"/>
                      <a:pt x="21" y="82"/>
                      <a:pt x="26" y="77"/>
                    </a:cubicBezTo>
                    <a:cubicBezTo>
                      <a:pt x="76" y="26"/>
                      <a:pt x="76" y="26"/>
                      <a:pt x="76" y="26"/>
                    </a:cubicBezTo>
                    <a:cubicBezTo>
                      <a:pt x="82" y="21"/>
                      <a:pt x="82" y="12"/>
                      <a:pt x="76" y="6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5" name="Freeform 118"/>
              <p:cNvSpPr/>
              <p:nvPr/>
            </p:nvSpPr>
            <p:spPr bwMode="auto">
              <a:xfrm>
                <a:off x="8812953" y="3297359"/>
                <a:ext cx="163427" cy="164274"/>
              </a:xfrm>
              <a:custGeom>
                <a:avLst/>
                <a:gdLst>
                  <a:gd name="T0" fmla="*/ 77 w 82"/>
                  <a:gd name="T1" fmla="*/ 27 h 82"/>
                  <a:gd name="T2" fmla="*/ 81 w 82"/>
                  <a:gd name="T3" fmla="*/ 20 h 82"/>
                  <a:gd name="T4" fmla="*/ 77 w 82"/>
                  <a:gd name="T5" fmla="*/ 7 h 82"/>
                  <a:gd name="T6" fmla="*/ 75 w 82"/>
                  <a:gd name="T7" fmla="*/ 5 h 82"/>
                  <a:gd name="T8" fmla="*/ 55 w 82"/>
                  <a:gd name="T9" fmla="*/ 6 h 82"/>
                  <a:gd name="T10" fmla="*/ 5 w 82"/>
                  <a:gd name="T11" fmla="*/ 56 h 82"/>
                  <a:gd name="T12" fmla="*/ 5 w 82"/>
                  <a:gd name="T13" fmla="*/ 76 h 82"/>
                  <a:gd name="T14" fmla="*/ 7 w 82"/>
                  <a:gd name="T15" fmla="*/ 78 h 82"/>
                  <a:gd name="T16" fmla="*/ 20 w 82"/>
                  <a:gd name="T17" fmla="*/ 81 h 82"/>
                  <a:gd name="T18" fmla="*/ 27 w 82"/>
                  <a:gd name="T19" fmla="*/ 77 h 82"/>
                  <a:gd name="T20" fmla="*/ 77 w 82"/>
                  <a:gd name="T21" fmla="*/ 2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" h="82">
                    <a:moveTo>
                      <a:pt x="77" y="27"/>
                    </a:moveTo>
                    <a:cubicBezTo>
                      <a:pt x="79" y="25"/>
                      <a:pt x="80" y="23"/>
                      <a:pt x="81" y="20"/>
                    </a:cubicBezTo>
                    <a:cubicBezTo>
                      <a:pt x="82" y="15"/>
                      <a:pt x="80" y="11"/>
                      <a:pt x="77" y="7"/>
                    </a:cubicBezTo>
                    <a:cubicBezTo>
                      <a:pt x="75" y="5"/>
                      <a:pt x="75" y="5"/>
                      <a:pt x="75" y="5"/>
                    </a:cubicBezTo>
                    <a:cubicBezTo>
                      <a:pt x="70" y="0"/>
                      <a:pt x="61" y="0"/>
                      <a:pt x="55" y="6"/>
                    </a:cubicBezTo>
                    <a:cubicBezTo>
                      <a:pt x="5" y="56"/>
                      <a:pt x="5" y="56"/>
                      <a:pt x="5" y="56"/>
                    </a:cubicBezTo>
                    <a:cubicBezTo>
                      <a:pt x="0" y="62"/>
                      <a:pt x="0" y="71"/>
                      <a:pt x="5" y="76"/>
                    </a:cubicBezTo>
                    <a:cubicBezTo>
                      <a:pt x="7" y="78"/>
                      <a:pt x="7" y="78"/>
                      <a:pt x="7" y="78"/>
                    </a:cubicBezTo>
                    <a:cubicBezTo>
                      <a:pt x="10" y="81"/>
                      <a:pt x="15" y="82"/>
                      <a:pt x="20" y="81"/>
                    </a:cubicBezTo>
                    <a:cubicBezTo>
                      <a:pt x="22" y="81"/>
                      <a:pt x="25" y="79"/>
                      <a:pt x="27" y="77"/>
                    </a:cubicBezTo>
                    <a:lnTo>
                      <a:pt x="77" y="27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6" name="Freeform 119"/>
              <p:cNvSpPr/>
              <p:nvPr/>
            </p:nvSpPr>
            <p:spPr bwMode="auto">
              <a:xfrm>
                <a:off x="8768074" y="3255021"/>
                <a:ext cx="166814" cy="165968"/>
              </a:xfrm>
              <a:custGeom>
                <a:avLst/>
                <a:gdLst>
                  <a:gd name="T0" fmla="*/ 77 w 83"/>
                  <a:gd name="T1" fmla="*/ 7 h 83"/>
                  <a:gd name="T2" fmla="*/ 76 w 83"/>
                  <a:gd name="T3" fmla="*/ 5 h 83"/>
                  <a:gd name="T4" fmla="*/ 57 w 83"/>
                  <a:gd name="T5" fmla="*/ 5 h 83"/>
                  <a:gd name="T6" fmla="*/ 56 w 83"/>
                  <a:gd name="T7" fmla="*/ 5 h 83"/>
                  <a:gd name="T8" fmla="*/ 6 w 83"/>
                  <a:gd name="T9" fmla="*/ 56 h 83"/>
                  <a:gd name="T10" fmla="*/ 5 w 83"/>
                  <a:gd name="T11" fmla="*/ 57 h 83"/>
                  <a:gd name="T12" fmla="*/ 6 w 83"/>
                  <a:gd name="T13" fmla="*/ 76 h 83"/>
                  <a:gd name="T14" fmla="*/ 7 w 83"/>
                  <a:gd name="T15" fmla="*/ 77 h 83"/>
                  <a:gd name="T16" fmla="*/ 27 w 83"/>
                  <a:gd name="T17" fmla="*/ 77 h 83"/>
                  <a:gd name="T18" fmla="*/ 77 w 83"/>
                  <a:gd name="T19" fmla="*/ 27 h 83"/>
                  <a:gd name="T20" fmla="*/ 77 w 83"/>
                  <a:gd name="T21" fmla="*/ 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" h="83">
                    <a:moveTo>
                      <a:pt x="77" y="7"/>
                    </a:moveTo>
                    <a:cubicBezTo>
                      <a:pt x="76" y="5"/>
                      <a:pt x="76" y="5"/>
                      <a:pt x="76" y="5"/>
                    </a:cubicBezTo>
                    <a:cubicBezTo>
                      <a:pt x="70" y="0"/>
                      <a:pt x="62" y="0"/>
                      <a:pt x="57" y="5"/>
                    </a:cubicBezTo>
                    <a:cubicBezTo>
                      <a:pt x="56" y="5"/>
                      <a:pt x="56" y="5"/>
                      <a:pt x="56" y="5"/>
                    </a:cubicBezTo>
                    <a:cubicBezTo>
                      <a:pt x="6" y="56"/>
                      <a:pt x="6" y="56"/>
                      <a:pt x="6" y="56"/>
                    </a:cubicBezTo>
                    <a:cubicBezTo>
                      <a:pt x="5" y="57"/>
                      <a:pt x="5" y="57"/>
                      <a:pt x="5" y="57"/>
                    </a:cubicBezTo>
                    <a:cubicBezTo>
                      <a:pt x="0" y="62"/>
                      <a:pt x="1" y="71"/>
                      <a:pt x="6" y="76"/>
                    </a:cubicBezTo>
                    <a:cubicBezTo>
                      <a:pt x="7" y="77"/>
                      <a:pt x="7" y="77"/>
                      <a:pt x="7" y="77"/>
                    </a:cubicBezTo>
                    <a:cubicBezTo>
                      <a:pt x="13" y="83"/>
                      <a:pt x="22" y="83"/>
                      <a:pt x="27" y="77"/>
                    </a:cubicBezTo>
                    <a:cubicBezTo>
                      <a:pt x="77" y="27"/>
                      <a:pt x="77" y="27"/>
                      <a:pt x="77" y="27"/>
                    </a:cubicBezTo>
                    <a:cubicBezTo>
                      <a:pt x="83" y="21"/>
                      <a:pt x="83" y="12"/>
                      <a:pt x="77" y="7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7" name="Freeform 120"/>
              <p:cNvSpPr/>
              <p:nvPr/>
            </p:nvSpPr>
            <p:spPr bwMode="auto">
              <a:xfrm>
                <a:off x="7120252" y="1830747"/>
                <a:ext cx="682500" cy="709597"/>
              </a:xfrm>
              <a:custGeom>
                <a:avLst/>
                <a:gdLst>
                  <a:gd name="T0" fmla="*/ 222 w 341"/>
                  <a:gd name="T1" fmla="*/ 117 h 354"/>
                  <a:gd name="T2" fmla="*/ 27 w 341"/>
                  <a:gd name="T3" fmla="*/ 120 h 354"/>
                  <a:gd name="T4" fmla="*/ 304 w 341"/>
                  <a:gd name="T5" fmla="*/ 250 h 354"/>
                  <a:gd name="T6" fmla="*/ 341 w 341"/>
                  <a:gd name="T7" fmla="*/ 235 h 354"/>
                  <a:gd name="T8" fmla="*/ 222 w 341"/>
                  <a:gd name="T9" fmla="*/ 117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1" h="354">
                    <a:moveTo>
                      <a:pt x="222" y="117"/>
                    </a:moveTo>
                    <a:cubicBezTo>
                      <a:pt x="96" y="0"/>
                      <a:pt x="56" y="8"/>
                      <a:pt x="27" y="120"/>
                    </a:cubicBezTo>
                    <a:cubicBezTo>
                      <a:pt x="0" y="220"/>
                      <a:pt x="38" y="354"/>
                      <a:pt x="304" y="250"/>
                    </a:cubicBezTo>
                    <a:cubicBezTo>
                      <a:pt x="316" y="245"/>
                      <a:pt x="328" y="240"/>
                      <a:pt x="341" y="235"/>
                    </a:cubicBezTo>
                    <a:cubicBezTo>
                      <a:pt x="293" y="188"/>
                      <a:pt x="253" y="149"/>
                      <a:pt x="222" y="117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8" name="Freeform 121"/>
              <p:cNvSpPr/>
              <p:nvPr/>
            </p:nvSpPr>
            <p:spPr bwMode="auto">
              <a:xfrm>
                <a:off x="7322631" y="1618207"/>
                <a:ext cx="712984" cy="683347"/>
              </a:xfrm>
              <a:custGeom>
                <a:avLst/>
                <a:gdLst>
                  <a:gd name="T0" fmla="*/ 240 w 356"/>
                  <a:gd name="T1" fmla="*/ 341 h 341"/>
                  <a:gd name="T2" fmla="*/ 255 w 356"/>
                  <a:gd name="T3" fmla="*/ 304 h 341"/>
                  <a:gd name="T4" fmla="*/ 122 w 356"/>
                  <a:gd name="T5" fmla="*/ 27 h 341"/>
                  <a:gd name="T6" fmla="*/ 121 w 356"/>
                  <a:gd name="T7" fmla="*/ 223 h 341"/>
                  <a:gd name="T8" fmla="*/ 240 w 356"/>
                  <a:gd name="T9" fmla="*/ 341 h 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6" h="341">
                    <a:moveTo>
                      <a:pt x="240" y="341"/>
                    </a:moveTo>
                    <a:cubicBezTo>
                      <a:pt x="245" y="328"/>
                      <a:pt x="250" y="316"/>
                      <a:pt x="255" y="304"/>
                    </a:cubicBezTo>
                    <a:cubicBezTo>
                      <a:pt x="356" y="36"/>
                      <a:pt x="222" y="0"/>
                      <a:pt x="122" y="27"/>
                    </a:cubicBezTo>
                    <a:cubicBezTo>
                      <a:pt x="10" y="59"/>
                      <a:pt x="0" y="94"/>
                      <a:pt x="121" y="223"/>
                    </a:cubicBezTo>
                    <a:cubicBezTo>
                      <a:pt x="152" y="255"/>
                      <a:pt x="192" y="294"/>
                      <a:pt x="240" y="341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250" name="ValueText"/>
            <p:cNvSpPr txBox="1"/>
            <p:nvPr/>
          </p:nvSpPr>
          <p:spPr>
            <a:xfrm>
              <a:off x="5658791" y="5445958"/>
              <a:ext cx="743919" cy="557939"/>
            </a:xfrm>
            <a:prstGeom prst="rect">
              <a:avLst/>
            </a:prstGeom>
          </p:spPr>
          <p:txBody>
            <a:bodyPr wrap="none" lIns="0" tIns="0" rIns="0" bIns="0">
              <a:prstTxWarp prst="textPlain">
                <a:avLst/>
              </a:prstTxWarp>
              <a:normAutofit/>
            </a:bodyPr>
            <a:lstStyle/>
            <a:p>
              <a:r>
                <a:rPr lang="en-US" altLang="zh-CN">
                  <a:solidFill>
                    <a:schemeClr val="dk2">
                      <a:lumMod val="50000"/>
                      <a:lumOff val="50000"/>
                    </a:schemeClr>
                  </a:solidFill>
                  <a:latin typeface="Impact" panose="020B0806030902050204" pitchFamily="34" charset="0"/>
                </a:rPr>
                <a:t>39%</a:t>
              </a:r>
              <a:endParaRPr lang="en-US" altLang="zh-CN">
                <a:solidFill>
                  <a:schemeClr val="dk2">
                    <a:lumMod val="50000"/>
                    <a:lumOff val="50000"/>
                  </a:schemeClr>
                </a:solidFill>
                <a:latin typeface="Impact" panose="020B0806030902050204" pitchFamily="34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290060" y="708660"/>
            <a:ext cx="7406640" cy="5474335"/>
          </a:xfrm>
          <a:prstGeom prst="rect">
            <a:avLst/>
          </a:prstGeom>
          <a:solidFill>
            <a:schemeClr val="accent6">
              <a:lumMod val="75000"/>
              <a:alpha val="4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0434" y="2624071"/>
            <a:ext cx="7860325" cy="428625"/>
          </a:xfrm>
        </p:spPr>
        <p:txBody>
          <a:bodyPr>
            <a:normAutofit fontScale="90000"/>
          </a:bodyPr>
          <a:lstStyle/>
          <a:p>
            <a:r>
              <a:rPr lang="en-US" altLang="zh-CN">
                <a:solidFill>
                  <a:schemeClr val="bg1"/>
                </a:solidFill>
              </a:rPr>
              <a:t>Section Header Here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0434" y="3142297"/>
            <a:ext cx="7860325" cy="1095375"/>
          </a:xfrm>
        </p:spPr>
        <p:txBody>
          <a:bodyPr/>
          <a:lstStyle/>
          <a:p>
            <a:pPr lvl="0"/>
            <a:r>
              <a:rPr lang="en-US" altLang="zh-CN">
                <a:solidFill>
                  <a:schemeClr val="bg1"/>
                </a:solidFill>
              </a:rPr>
              <a:t>Supporting text here.</a:t>
            </a:r>
            <a:endParaRPr lang="en-US" altLang="zh-CN">
              <a:solidFill>
                <a:schemeClr val="bg1"/>
              </a:solidFill>
            </a:endParaRPr>
          </a:p>
          <a:p>
            <a:pPr lvl="0"/>
            <a:r>
              <a:rPr lang="en-US" altLang="zh-CN">
                <a:solidFill>
                  <a:schemeClr val="bg1"/>
                </a:solidFill>
              </a:rPr>
              <a:t>When you copy &amp; apaste, choose "keep text only" option.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473158" y="524736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bg1">
                  <a:lumMod val="85000"/>
                </a:schemeClr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d7274021-1e3f-4bbf-90e8-a4204b072c85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371000" y="1128713"/>
            <a:ext cx="9450000" cy="5019675"/>
            <a:chOff x="1371000" y="1128713"/>
            <a:chExt cx="9450000" cy="5019675"/>
          </a:xfrm>
        </p:grpSpPr>
        <p:grpSp>
          <p:nvGrpSpPr>
            <p:cNvPr id="6" name="îš1îḋé"/>
            <p:cNvGrpSpPr/>
            <p:nvPr/>
          </p:nvGrpSpPr>
          <p:grpSpPr>
            <a:xfrm>
              <a:off x="1371000" y="1500420"/>
              <a:ext cx="9450000" cy="4276260"/>
              <a:chOff x="1371000" y="1443973"/>
              <a:chExt cx="9450000" cy="4276260"/>
            </a:xfrm>
          </p:grpSpPr>
          <p:grpSp>
            <p:nvGrpSpPr>
              <p:cNvPr id="9" name="íśḻiḋè"/>
              <p:cNvGrpSpPr/>
              <p:nvPr/>
            </p:nvGrpSpPr>
            <p:grpSpPr>
              <a:xfrm>
                <a:off x="8720103" y="2128763"/>
                <a:ext cx="1817007" cy="1819504"/>
                <a:chOff x="5667742" y="1973318"/>
                <a:chExt cx="2326986" cy="2330184"/>
              </a:xfrm>
            </p:grpSpPr>
            <p:grpSp>
              <p:nvGrpSpPr>
                <p:cNvPr id="50" name="ïṧḷïďé"/>
                <p:cNvGrpSpPr/>
                <p:nvPr/>
              </p:nvGrpSpPr>
              <p:grpSpPr>
                <a:xfrm>
                  <a:off x="5667742" y="1973318"/>
                  <a:ext cx="2326986" cy="2330184"/>
                  <a:chOff x="1033463" y="2201863"/>
                  <a:chExt cx="2984500" cy="2987676"/>
                </a:xfrm>
                <a:solidFill>
                  <a:schemeClr val="tx2">
                    <a:lumMod val="20000"/>
                    <a:lumOff val="80000"/>
                  </a:schemeClr>
                </a:solidFill>
              </p:grpSpPr>
              <p:sp>
                <p:nvSpPr>
                  <p:cNvPr id="54" name="ïṣliḍê"/>
                  <p:cNvSpPr/>
                  <p:nvPr/>
                </p:nvSpPr>
                <p:spPr bwMode="auto">
                  <a:xfrm>
                    <a:off x="3433763" y="2613026"/>
                    <a:ext cx="546100" cy="798513"/>
                  </a:xfrm>
                  <a:custGeom>
                    <a:avLst/>
                    <a:gdLst>
                      <a:gd name="T0" fmla="*/ 98 w 145"/>
                      <a:gd name="T1" fmla="*/ 212 h 212"/>
                      <a:gd name="T2" fmla="*/ 145 w 145"/>
                      <a:gd name="T3" fmla="*/ 200 h 212"/>
                      <a:gd name="T4" fmla="*/ 31 w 145"/>
                      <a:gd name="T5" fmla="*/ 0 h 212"/>
                      <a:gd name="T6" fmla="*/ 0 w 145"/>
                      <a:gd name="T7" fmla="*/ 37 h 212"/>
                      <a:gd name="T8" fmla="*/ 98 w 145"/>
                      <a:gd name="T9" fmla="*/ 212 h 2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5" h="212">
                        <a:moveTo>
                          <a:pt x="98" y="212"/>
                        </a:moveTo>
                        <a:cubicBezTo>
                          <a:pt x="145" y="200"/>
                          <a:pt x="145" y="200"/>
                          <a:pt x="145" y="200"/>
                        </a:cubicBezTo>
                        <a:cubicBezTo>
                          <a:pt x="127" y="122"/>
                          <a:pt x="87" y="53"/>
                          <a:pt x="31" y="0"/>
                        </a:cubicBezTo>
                        <a:cubicBezTo>
                          <a:pt x="0" y="37"/>
                          <a:pt x="0" y="37"/>
                          <a:pt x="0" y="37"/>
                        </a:cubicBezTo>
                        <a:cubicBezTo>
                          <a:pt x="49" y="84"/>
                          <a:pt x="83" y="144"/>
                          <a:pt x="98" y="21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endParaRPr lang="en-IN" sz="2400" noProof="1"/>
                  </a:p>
                </p:txBody>
              </p:sp>
              <p:sp>
                <p:nvSpPr>
                  <p:cNvPr id="55" name="iSḻïdé"/>
                  <p:cNvSpPr/>
                  <p:nvPr/>
                </p:nvSpPr>
                <p:spPr bwMode="auto">
                  <a:xfrm>
                    <a:off x="2538413" y="2201863"/>
                    <a:ext cx="971550" cy="509588"/>
                  </a:xfrm>
                  <a:custGeom>
                    <a:avLst/>
                    <a:gdLst>
                      <a:gd name="T0" fmla="*/ 227 w 258"/>
                      <a:gd name="T1" fmla="*/ 135 h 135"/>
                      <a:gd name="T2" fmla="*/ 258 w 258"/>
                      <a:gd name="T3" fmla="*/ 98 h 135"/>
                      <a:gd name="T4" fmla="*/ 0 w 258"/>
                      <a:gd name="T5" fmla="*/ 0 h 135"/>
                      <a:gd name="T6" fmla="*/ 0 w 258"/>
                      <a:gd name="T7" fmla="*/ 48 h 135"/>
                      <a:gd name="T8" fmla="*/ 227 w 258"/>
                      <a:gd name="T9" fmla="*/ 135 h 1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8" h="135">
                        <a:moveTo>
                          <a:pt x="227" y="135"/>
                        </a:moveTo>
                        <a:cubicBezTo>
                          <a:pt x="258" y="98"/>
                          <a:pt x="258" y="98"/>
                          <a:pt x="258" y="98"/>
                        </a:cubicBezTo>
                        <a:cubicBezTo>
                          <a:pt x="189" y="38"/>
                          <a:pt x="99" y="1"/>
                          <a:pt x="0" y="0"/>
                        </a:cubicBezTo>
                        <a:cubicBezTo>
                          <a:pt x="0" y="48"/>
                          <a:pt x="0" y="48"/>
                          <a:pt x="0" y="48"/>
                        </a:cubicBezTo>
                        <a:cubicBezTo>
                          <a:pt x="87" y="49"/>
                          <a:pt x="166" y="82"/>
                          <a:pt x="227" y="135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56" name="ïsḷîḑé"/>
                  <p:cNvSpPr/>
                  <p:nvPr/>
                </p:nvSpPr>
                <p:spPr bwMode="auto">
                  <a:xfrm>
                    <a:off x="3735388" y="3422651"/>
                    <a:ext cx="282575" cy="831850"/>
                  </a:xfrm>
                  <a:custGeom>
                    <a:avLst/>
                    <a:gdLst>
                      <a:gd name="T0" fmla="*/ 26 w 75"/>
                      <a:gd name="T1" fmla="*/ 72 h 221"/>
                      <a:gd name="T2" fmla="*/ 0 w 75"/>
                      <a:gd name="T3" fmla="*/ 204 h 221"/>
                      <a:gd name="T4" fmla="*/ 46 w 75"/>
                      <a:gd name="T5" fmla="*/ 221 h 221"/>
                      <a:gd name="T6" fmla="*/ 75 w 75"/>
                      <a:gd name="T7" fmla="*/ 72 h 221"/>
                      <a:gd name="T8" fmla="*/ 68 w 75"/>
                      <a:gd name="T9" fmla="*/ 0 h 221"/>
                      <a:gd name="T10" fmla="*/ 21 w 75"/>
                      <a:gd name="T11" fmla="*/ 13 h 221"/>
                      <a:gd name="T12" fmla="*/ 26 w 75"/>
                      <a:gd name="T13" fmla="*/ 72 h 2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75" h="221">
                        <a:moveTo>
                          <a:pt x="26" y="72"/>
                        </a:moveTo>
                        <a:cubicBezTo>
                          <a:pt x="26" y="119"/>
                          <a:pt x="17" y="163"/>
                          <a:pt x="0" y="204"/>
                        </a:cubicBezTo>
                        <a:cubicBezTo>
                          <a:pt x="46" y="221"/>
                          <a:pt x="46" y="221"/>
                          <a:pt x="46" y="221"/>
                        </a:cubicBezTo>
                        <a:cubicBezTo>
                          <a:pt x="64" y="175"/>
                          <a:pt x="75" y="125"/>
                          <a:pt x="75" y="72"/>
                        </a:cubicBezTo>
                        <a:cubicBezTo>
                          <a:pt x="75" y="48"/>
                          <a:pt x="72" y="24"/>
                          <a:pt x="68" y="0"/>
                        </a:cubicBezTo>
                        <a:cubicBezTo>
                          <a:pt x="21" y="13"/>
                          <a:pt x="21" y="13"/>
                          <a:pt x="21" y="13"/>
                        </a:cubicBezTo>
                        <a:cubicBezTo>
                          <a:pt x="24" y="32"/>
                          <a:pt x="26" y="52"/>
                          <a:pt x="26" y="7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57" name="îṥlíḍé"/>
                  <p:cNvSpPr/>
                  <p:nvPr/>
                </p:nvSpPr>
                <p:spPr bwMode="auto">
                  <a:xfrm>
                    <a:off x="1654176" y="2201863"/>
                    <a:ext cx="823913" cy="425450"/>
                  </a:xfrm>
                  <a:custGeom>
                    <a:avLst/>
                    <a:gdLst>
                      <a:gd name="T0" fmla="*/ 219 w 219"/>
                      <a:gd name="T1" fmla="*/ 48 h 113"/>
                      <a:gd name="T2" fmla="*/ 219 w 219"/>
                      <a:gd name="T3" fmla="*/ 0 h 113"/>
                      <a:gd name="T4" fmla="*/ 0 w 219"/>
                      <a:gd name="T5" fmla="*/ 74 h 113"/>
                      <a:gd name="T6" fmla="*/ 28 w 219"/>
                      <a:gd name="T7" fmla="*/ 113 h 113"/>
                      <a:gd name="T8" fmla="*/ 219 w 219"/>
                      <a:gd name="T9" fmla="*/ 48 h 1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9" h="113">
                        <a:moveTo>
                          <a:pt x="219" y="48"/>
                        </a:moveTo>
                        <a:cubicBezTo>
                          <a:pt x="219" y="0"/>
                          <a:pt x="219" y="0"/>
                          <a:pt x="219" y="0"/>
                        </a:cubicBezTo>
                        <a:cubicBezTo>
                          <a:pt x="138" y="2"/>
                          <a:pt x="62" y="29"/>
                          <a:pt x="0" y="74"/>
                        </a:cubicBezTo>
                        <a:cubicBezTo>
                          <a:pt x="28" y="113"/>
                          <a:pt x="28" y="113"/>
                          <a:pt x="28" y="113"/>
                        </a:cubicBezTo>
                        <a:cubicBezTo>
                          <a:pt x="82" y="74"/>
                          <a:pt x="148" y="50"/>
                          <a:pt x="219" y="48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58" name="iṧḻíḓe"/>
                  <p:cNvSpPr/>
                  <p:nvPr/>
                </p:nvSpPr>
                <p:spPr bwMode="auto">
                  <a:xfrm>
                    <a:off x="1119188" y="4144963"/>
                    <a:ext cx="587375" cy="712788"/>
                  </a:xfrm>
                  <a:custGeom>
                    <a:avLst/>
                    <a:gdLst>
                      <a:gd name="T0" fmla="*/ 46 w 156"/>
                      <a:gd name="T1" fmla="*/ 0 h 189"/>
                      <a:gd name="T2" fmla="*/ 0 w 156"/>
                      <a:gd name="T3" fmla="*/ 13 h 189"/>
                      <a:gd name="T4" fmla="*/ 125 w 156"/>
                      <a:gd name="T5" fmla="*/ 189 h 189"/>
                      <a:gd name="T6" fmla="*/ 156 w 156"/>
                      <a:gd name="T7" fmla="*/ 152 h 189"/>
                      <a:gd name="T8" fmla="*/ 46 w 156"/>
                      <a:gd name="T9" fmla="*/ 0 h 1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6" h="189">
                        <a:moveTo>
                          <a:pt x="46" y="0"/>
                        </a:move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24" y="83"/>
                          <a:pt x="68" y="144"/>
                          <a:pt x="125" y="189"/>
                        </a:cubicBezTo>
                        <a:cubicBezTo>
                          <a:pt x="156" y="152"/>
                          <a:pt x="156" y="152"/>
                          <a:pt x="156" y="152"/>
                        </a:cubicBezTo>
                        <a:cubicBezTo>
                          <a:pt x="107" y="113"/>
                          <a:pt x="68" y="61"/>
                          <a:pt x="46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59" name="íṣļiďê"/>
                  <p:cNvSpPr/>
                  <p:nvPr/>
                </p:nvSpPr>
                <p:spPr bwMode="auto">
                  <a:xfrm>
                    <a:off x="3260726" y="4246563"/>
                    <a:ext cx="625475" cy="677863"/>
                  </a:xfrm>
                  <a:custGeom>
                    <a:avLst/>
                    <a:gdLst>
                      <a:gd name="T0" fmla="*/ 0 w 166"/>
                      <a:gd name="T1" fmla="*/ 141 h 180"/>
                      <a:gd name="T2" fmla="*/ 28 w 166"/>
                      <a:gd name="T3" fmla="*/ 180 h 180"/>
                      <a:gd name="T4" fmla="*/ 166 w 166"/>
                      <a:gd name="T5" fmla="*/ 16 h 180"/>
                      <a:gd name="T6" fmla="*/ 120 w 166"/>
                      <a:gd name="T7" fmla="*/ 0 h 180"/>
                      <a:gd name="T8" fmla="*/ 0 w 166"/>
                      <a:gd name="T9" fmla="*/ 141 h 1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66" h="180">
                        <a:moveTo>
                          <a:pt x="0" y="141"/>
                        </a:moveTo>
                        <a:cubicBezTo>
                          <a:pt x="28" y="180"/>
                          <a:pt x="28" y="180"/>
                          <a:pt x="28" y="180"/>
                        </a:cubicBezTo>
                        <a:cubicBezTo>
                          <a:pt x="88" y="140"/>
                          <a:pt x="136" y="83"/>
                          <a:pt x="166" y="16"/>
                        </a:cubicBezTo>
                        <a:cubicBezTo>
                          <a:pt x="120" y="0"/>
                          <a:pt x="120" y="0"/>
                          <a:pt x="120" y="0"/>
                        </a:cubicBezTo>
                        <a:cubicBezTo>
                          <a:pt x="93" y="57"/>
                          <a:pt x="52" y="105"/>
                          <a:pt x="0" y="1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60" name="íšľîḍe"/>
                  <p:cNvSpPr/>
                  <p:nvPr/>
                </p:nvSpPr>
                <p:spPr bwMode="auto">
                  <a:xfrm>
                    <a:off x="1033463" y="3290888"/>
                    <a:ext cx="239713" cy="847725"/>
                  </a:xfrm>
                  <a:custGeom>
                    <a:avLst/>
                    <a:gdLst>
                      <a:gd name="T0" fmla="*/ 48 w 64"/>
                      <a:gd name="T1" fmla="*/ 107 h 225"/>
                      <a:gd name="T2" fmla="*/ 60 w 64"/>
                      <a:gd name="T3" fmla="*/ 16 h 225"/>
                      <a:gd name="T4" fmla="*/ 14 w 64"/>
                      <a:gd name="T5" fmla="*/ 0 h 225"/>
                      <a:gd name="T6" fmla="*/ 0 w 64"/>
                      <a:gd name="T7" fmla="*/ 107 h 225"/>
                      <a:gd name="T8" fmla="*/ 17 w 64"/>
                      <a:gd name="T9" fmla="*/ 225 h 225"/>
                      <a:gd name="T10" fmla="*/ 64 w 64"/>
                      <a:gd name="T11" fmla="*/ 212 h 225"/>
                      <a:gd name="T12" fmla="*/ 48 w 64"/>
                      <a:gd name="T13" fmla="*/ 107 h 2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64" h="225">
                        <a:moveTo>
                          <a:pt x="48" y="107"/>
                        </a:moveTo>
                        <a:cubicBezTo>
                          <a:pt x="48" y="76"/>
                          <a:pt x="52" y="45"/>
                          <a:pt x="60" y="16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5" y="34"/>
                          <a:pt x="0" y="70"/>
                          <a:pt x="0" y="107"/>
                        </a:cubicBezTo>
                        <a:cubicBezTo>
                          <a:pt x="0" y="148"/>
                          <a:pt x="6" y="188"/>
                          <a:pt x="17" y="225"/>
                        </a:cubicBezTo>
                        <a:cubicBezTo>
                          <a:pt x="64" y="212"/>
                          <a:pt x="64" y="212"/>
                          <a:pt x="64" y="212"/>
                        </a:cubicBezTo>
                        <a:cubicBezTo>
                          <a:pt x="53" y="179"/>
                          <a:pt x="48" y="144"/>
                          <a:pt x="48" y="107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61" name="iśļiḓe"/>
                  <p:cNvSpPr/>
                  <p:nvPr/>
                </p:nvSpPr>
                <p:spPr bwMode="auto">
                  <a:xfrm>
                    <a:off x="1104901" y="2514601"/>
                    <a:ext cx="604838" cy="779463"/>
                  </a:xfrm>
                  <a:custGeom>
                    <a:avLst/>
                    <a:gdLst>
                      <a:gd name="T0" fmla="*/ 161 w 161"/>
                      <a:gd name="T1" fmla="*/ 40 h 207"/>
                      <a:gd name="T2" fmla="*/ 134 w 161"/>
                      <a:gd name="T3" fmla="*/ 0 h 207"/>
                      <a:gd name="T4" fmla="*/ 0 w 161"/>
                      <a:gd name="T5" fmla="*/ 191 h 207"/>
                      <a:gd name="T6" fmla="*/ 45 w 161"/>
                      <a:gd name="T7" fmla="*/ 207 h 207"/>
                      <a:gd name="T8" fmla="*/ 161 w 161"/>
                      <a:gd name="T9" fmla="*/ 40 h 2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61" h="207">
                        <a:moveTo>
                          <a:pt x="161" y="40"/>
                        </a:moveTo>
                        <a:cubicBezTo>
                          <a:pt x="134" y="0"/>
                          <a:pt x="134" y="0"/>
                          <a:pt x="134" y="0"/>
                        </a:cubicBezTo>
                        <a:cubicBezTo>
                          <a:pt x="72" y="49"/>
                          <a:pt x="25" y="115"/>
                          <a:pt x="0" y="191"/>
                        </a:cubicBezTo>
                        <a:cubicBezTo>
                          <a:pt x="45" y="207"/>
                          <a:pt x="45" y="207"/>
                          <a:pt x="45" y="207"/>
                        </a:cubicBezTo>
                        <a:cubicBezTo>
                          <a:pt x="67" y="140"/>
                          <a:pt x="107" y="82"/>
                          <a:pt x="161" y="4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endParaRPr lang="en-IN" sz="2400" noProof="1"/>
                  </a:p>
                </p:txBody>
              </p:sp>
              <p:sp>
                <p:nvSpPr>
                  <p:cNvPr id="62" name="ïṥḻíḍé"/>
                  <p:cNvSpPr/>
                  <p:nvPr/>
                </p:nvSpPr>
                <p:spPr bwMode="auto">
                  <a:xfrm>
                    <a:off x="2538413" y="4808538"/>
                    <a:ext cx="779463" cy="381000"/>
                  </a:xfrm>
                  <a:custGeom>
                    <a:avLst/>
                    <a:gdLst>
                      <a:gd name="T0" fmla="*/ 0 w 207"/>
                      <a:gd name="T1" fmla="*/ 52 h 101"/>
                      <a:gd name="T2" fmla="*/ 0 w 207"/>
                      <a:gd name="T3" fmla="*/ 101 h 101"/>
                      <a:gd name="T4" fmla="*/ 207 w 207"/>
                      <a:gd name="T5" fmla="*/ 40 h 101"/>
                      <a:gd name="T6" fmla="*/ 179 w 207"/>
                      <a:gd name="T7" fmla="*/ 0 h 101"/>
                      <a:gd name="T8" fmla="*/ 0 w 207"/>
                      <a:gd name="T9" fmla="*/ 52 h 1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7" h="101">
                        <a:moveTo>
                          <a:pt x="0" y="52"/>
                        </a:moveTo>
                        <a:cubicBezTo>
                          <a:pt x="0" y="101"/>
                          <a:pt x="0" y="101"/>
                          <a:pt x="0" y="101"/>
                        </a:cubicBezTo>
                        <a:cubicBezTo>
                          <a:pt x="76" y="100"/>
                          <a:pt x="147" y="78"/>
                          <a:pt x="207" y="40"/>
                        </a:cubicBezTo>
                        <a:cubicBezTo>
                          <a:pt x="179" y="0"/>
                          <a:pt x="179" y="0"/>
                          <a:pt x="179" y="0"/>
                        </a:cubicBezTo>
                        <a:cubicBezTo>
                          <a:pt x="127" y="33"/>
                          <a:pt x="66" y="51"/>
                          <a:pt x="0" y="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63" name="îṩ1îdé"/>
                  <p:cNvSpPr/>
                  <p:nvPr/>
                </p:nvSpPr>
                <p:spPr bwMode="auto">
                  <a:xfrm>
                    <a:off x="1638301" y="4756151"/>
                    <a:ext cx="839788" cy="433388"/>
                  </a:xfrm>
                  <a:custGeom>
                    <a:avLst/>
                    <a:gdLst>
                      <a:gd name="T0" fmla="*/ 31 w 223"/>
                      <a:gd name="T1" fmla="*/ 0 h 115"/>
                      <a:gd name="T2" fmla="*/ 0 w 223"/>
                      <a:gd name="T3" fmla="*/ 37 h 115"/>
                      <a:gd name="T4" fmla="*/ 223 w 223"/>
                      <a:gd name="T5" fmla="*/ 115 h 115"/>
                      <a:gd name="T6" fmla="*/ 223 w 223"/>
                      <a:gd name="T7" fmla="*/ 66 h 115"/>
                      <a:gd name="T8" fmla="*/ 31 w 223"/>
                      <a:gd name="T9" fmla="*/ 0 h 1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3" h="115">
                        <a:moveTo>
                          <a:pt x="31" y="0"/>
                        </a:moveTo>
                        <a:cubicBezTo>
                          <a:pt x="0" y="37"/>
                          <a:pt x="0" y="37"/>
                          <a:pt x="0" y="37"/>
                        </a:cubicBezTo>
                        <a:cubicBezTo>
                          <a:pt x="63" y="84"/>
                          <a:pt x="140" y="112"/>
                          <a:pt x="223" y="115"/>
                        </a:cubicBezTo>
                        <a:cubicBezTo>
                          <a:pt x="223" y="66"/>
                          <a:pt x="223" y="66"/>
                          <a:pt x="223" y="66"/>
                        </a:cubicBezTo>
                        <a:cubicBezTo>
                          <a:pt x="151" y="64"/>
                          <a:pt x="85" y="39"/>
                          <a:pt x="3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</p:grpSp>
            <p:sp>
              <p:nvSpPr>
                <p:cNvPr id="51" name="ïṧlîḑé"/>
                <p:cNvSpPr/>
                <p:nvPr/>
              </p:nvSpPr>
              <p:spPr>
                <a:xfrm rot="10800000" flipH="1" flipV="1">
                  <a:off x="5991258" y="2297113"/>
                  <a:ext cx="1680644" cy="1682750"/>
                </a:xfrm>
                <a:prstGeom prst="arc">
                  <a:avLst>
                    <a:gd name="adj1" fmla="val 14363261"/>
                    <a:gd name="adj2" fmla="val 18408729"/>
                  </a:avLst>
                </a:prstGeom>
                <a:ln w="133350" cap="sq">
                  <a:solidFill>
                    <a:schemeClr val="tx2">
                      <a:lumMod val="20000"/>
                      <a:lumOff val="8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lIns="91412" tIns="45706" rIns="91412" bIns="45706" anchor="ctr"/>
                <a:lstStyle/>
                <a:p>
                  <a:pPr algn="ctr" eaLnBrk="1" fontAlgn="auto" hangingPunct="1">
                    <a:defRPr/>
                  </a:pPr>
                  <a:endParaRPr lang="en-IN" sz="2400" noProof="1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52" name="iṧlïḍé"/>
                <p:cNvSpPr/>
                <p:nvPr/>
              </p:nvSpPr>
              <p:spPr>
                <a:xfrm>
                  <a:off x="6381345" y="2688380"/>
                  <a:ext cx="899785" cy="900064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>
                  <a:normAutofit/>
                </a:bodyPr>
                <a:lstStyle/>
                <a:p>
                  <a:pPr algn="ctr" eaLnBrk="1" fontAlgn="auto" hangingPunct="1">
                    <a:defRPr/>
                  </a:pPr>
                  <a:endParaRPr lang="en-IN" sz="2000" noProof="1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53" name="íş1iḋe"/>
                <p:cNvSpPr/>
                <p:nvPr/>
              </p:nvSpPr>
              <p:spPr bwMode="auto">
                <a:xfrm>
                  <a:off x="6540015" y="2857954"/>
                  <a:ext cx="582444" cy="560917"/>
                </a:xfrm>
                <a:custGeom>
                  <a:avLst/>
                  <a:gdLst>
                    <a:gd name="connsiteX0" fmla="*/ 216243 w 609050"/>
                    <a:gd name="connsiteY0" fmla="*/ 412730 h 586540"/>
                    <a:gd name="connsiteX1" fmla="*/ 216243 w 609050"/>
                    <a:gd name="connsiteY1" fmla="*/ 456594 h 586540"/>
                    <a:gd name="connsiteX2" fmla="*/ 293953 w 609050"/>
                    <a:gd name="connsiteY2" fmla="*/ 456594 h 586540"/>
                    <a:gd name="connsiteX3" fmla="*/ 293953 w 609050"/>
                    <a:gd name="connsiteY3" fmla="*/ 412730 h 586540"/>
                    <a:gd name="connsiteX4" fmla="*/ 69884 w 609050"/>
                    <a:gd name="connsiteY4" fmla="*/ 412730 h 586540"/>
                    <a:gd name="connsiteX5" fmla="*/ 69884 w 609050"/>
                    <a:gd name="connsiteY5" fmla="*/ 456594 h 586540"/>
                    <a:gd name="connsiteX6" fmla="*/ 147595 w 609050"/>
                    <a:gd name="connsiteY6" fmla="*/ 456594 h 586540"/>
                    <a:gd name="connsiteX7" fmla="*/ 147595 w 609050"/>
                    <a:gd name="connsiteY7" fmla="*/ 412730 h 586540"/>
                    <a:gd name="connsiteX8" fmla="*/ 460769 w 609050"/>
                    <a:gd name="connsiteY8" fmla="*/ 376268 h 586540"/>
                    <a:gd name="connsiteX9" fmla="*/ 460769 w 609050"/>
                    <a:gd name="connsiteY9" fmla="*/ 414786 h 586540"/>
                    <a:gd name="connsiteX10" fmla="*/ 555916 w 609050"/>
                    <a:gd name="connsiteY10" fmla="*/ 414786 h 586540"/>
                    <a:gd name="connsiteX11" fmla="*/ 555916 w 609050"/>
                    <a:gd name="connsiteY11" fmla="*/ 376268 h 586540"/>
                    <a:gd name="connsiteX12" fmla="*/ 216243 w 609050"/>
                    <a:gd name="connsiteY12" fmla="*/ 339670 h 586540"/>
                    <a:gd name="connsiteX13" fmla="*/ 216243 w 609050"/>
                    <a:gd name="connsiteY13" fmla="*/ 383533 h 586540"/>
                    <a:gd name="connsiteX14" fmla="*/ 293953 w 609050"/>
                    <a:gd name="connsiteY14" fmla="*/ 383533 h 586540"/>
                    <a:gd name="connsiteX15" fmla="*/ 293953 w 609050"/>
                    <a:gd name="connsiteY15" fmla="*/ 339670 h 586540"/>
                    <a:gd name="connsiteX16" fmla="*/ 69884 w 609050"/>
                    <a:gd name="connsiteY16" fmla="*/ 339670 h 586540"/>
                    <a:gd name="connsiteX17" fmla="*/ 69884 w 609050"/>
                    <a:gd name="connsiteY17" fmla="*/ 383533 h 586540"/>
                    <a:gd name="connsiteX18" fmla="*/ 147595 w 609050"/>
                    <a:gd name="connsiteY18" fmla="*/ 383533 h 586540"/>
                    <a:gd name="connsiteX19" fmla="*/ 147595 w 609050"/>
                    <a:gd name="connsiteY19" fmla="*/ 339670 h 586540"/>
                    <a:gd name="connsiteX20" fmla="*/ 460769 w 609050"/>
                    <a:gd name="connsiteY20" fmla="*/ 303071 h 586540"/>
                    <a:gd name="connsiteX21" fmla="*/ 460769 w 609050"/>
                    <a:gd name="connsiteY21" fmla="*/ 341726 h 586540"/>
                    <a:gd name="connsiteX22" fmla="*/ 555916 w 609050"/>
                    <a:gd name="connsiteY22" fmla="*/ 341726 h 586540"/>
                    <a:gd name="connsiteX23" fmla="*/ 555916 w 609050"/>
                    <a:gd name="connsiteY23" fmla="*/ 303071 h 586540"/>
                    <a:gd name="connsiteX24" fmla="*/ 216243 w 609050"/>
                    <a:gd name="connsiteY24" fmla="*/ 266609 h 586540"/>
                    <a:gd name="connsiteX25" fmla="*/ 216243 w 609050"/>
                    <a:gd name="connsiteY25" fmla="*/ 310473 h 586540"/>
                    <a:gd name="connsiteX26" fmla="*/ 293953 w 609050"/>
                    <a:gd name="connsiteY26" fmla="*/ 310473 h 586540"/>
                    <a:gd name="connsiteX27" fmla="*/ 293953 w 609050"/>
                    <a:gd name="connsiteY27" fmla="*/ 266609 h 586540"/>
                    <a:gd name="connsiteX28" fmla="*/ 69884 w 609050"/>
                    <a:gd name="connsiteY28" fmla="*/ 266609 h 586540"/>
                    <a:gd name="connsiteX29" fmla="*/ 69884 w 609050"/>
                    <a:gd name="connsiteY29" fmla="*/ 310473 h 586540"/>
                    <a:gd name="connsiteX30" fmla="*/ 147595 w 609050"/>
                    <a:gd name="connsiteY30" fmla="*/ 310473 h 586540"/>
                    <a:gd name="connsiteX31" fmla="*/ 147595 w 609050"/>
                    <a:gd name="connsiteY31" fmla="*/ 266609 h 586540"/>
                    <a:gd name="connsiteX32" fmla="*/ 460769 w 609050"/>
                    <a:gd name="connsiteY32" fmla="*/ 230010 h 586540"/>
                    <a:gd name="connsiteX33" fmla="*/ 460769 w 609050"/>
                    <a:gd name="connsiteY33" fmla="*/ 268528 h 586540"/>
                    <a:gd name="connsiteX34" fmla="*/ 555916 w 609050"/>
                    <a:gd name="connsiteY34" fmla="*/ 268528 h 586540"/>
                    <a:gd name="connsiteX35" fmla="*/ 555916 w 609050"/>
                    <a:gd name="connsiteY35" fmla="*/ 230010 h 586540"/>
                    <a:gd name="connsiteX36" fmla="*/ 216243 w 609050"/>
                    <a:gd name="connsiteY36" fmla="*/ 193549 h 586540"/>
                    <a:gd name="connsiteX37" fmla="*/ 216243 w 609050"/>
                    <a:gd name="connsiteY37" fmla="*/ 237412 h 586540"/>
                    <a:gd name="connsiteX38" fmla="*/ 293953 w 609050"/>
                    <a:gd name="connsiteY38" fmla="*/ 237412 h 586540"/>
                    <a:gd name="connsiteX39" fmla="*/ 293953 w 609050"/>
                    <a:gd name="connsiteY39" fmla="*/ 193549 h 586540"/>
                    <a:gd name="connsiteX40" fmla="*/ 69884 w 609050"/>
                    <a:gd name="connsiteY40" fmla="*/ 193549 h 586540"/>
                    <a:gd name="connsiteX41" fmla="*/ 69884 w 609050"/>
                    <a:gd name="connsiteY41" fmla="*/ 237412 h 586540"/>
                    <a:gd name="connsiteX42" fmla="*/ 147595 w 609050"/>
                    <a:gd name="connsiteY42" fmla="*/ 237412 h 586540"/>
                    <a:gd name="connsiteX43" fmla="*/ 147595 w 609050"/>
                    <a:gd name="connsiteY43" fmla="*/ 193549 h 586540"/>
                    <a:gd name="connsiteX44" fmla="*/ 460769 w 609050"/>
                    <a:gd name="connsiteY44" fmla="*/ 156950 h 586540"/>
                    <a:gd name="connsiteX45" fmla="*/ 460769 w 609050"/>
                    <a:gd name="connsiteY45" fmla="*/ 195468 h 586540"/>
                    <a:gd name="connsiteX46" fmla="*/ 555916 w 609050"/>
                    <a:gd name="connsiteY46" fmla="*/ 195468 h 586540"/>
                    <a:gd name="connsiteX47" fmla="*/ 555916 w 609050"/>
                    <a:gd name="connsiteY47" fmla="*/ 156950 h 586540"/>
                    <a:gd name="connsiteX48" fmla="*/ 192926 w 609050"/>
                    <a:gd name="connsiteY48" fmla="*/ 96251 h 586540"/>
                    <a:gd name="connsiteX49" fmla="*/ 361366 w 609050"/>
                    <a:gd name="connsiteY49" fmla="*/ 96251 h 586540"/>
                    <a:gd name="connsiteX50" fmla="*/ 361366 w 609050"/>
                    <a:gd name="connsiteY50" fmla="*/ 114880 h 586540"/>
                    <a:gd name="connsiteX51" fmla="*/ 192926 w 609050"/>
                    <a:gd name="connsiteY51" fmla="*/ 114880 h 586540"/>
                    <a:gd name="connsiteX52" fmla="*/ 192926 w 609050"/>
                    <a:gd name="connsiteY52" fmla="*/ 49819 h 586540"/>
                    <a:gd name="connsiteX53" fmla="*/ 361366 w 609050"/>
                    <a:gd name="connsiteY53" fmla="*/ 49819 h 586540"/>
                    <a:gd name="connsiteX54" fmla="*/ 361366 w 609050"/>
                    <a:gd name="connsiteY54" fmla="*/ 68307 h 586540"/>
                    <a:gd name="connsiteX55" fmla="*/ 192926 w 609050"/>
                    <a:gd name="connsiteY55" fmla="*/ 68307 h 586540"/>
                    <a:gd name="connsiteX56" fmla="*/ 166130 w 609050"/>
                    <a:gd name="connsiteY56" fmla="*/ 25222 h 586540"/>
                    <a:gd name="connsiteX57" fmla="*/ 166130 w 609050"/>
                    <a:gd name="connsiteY57" fmla="*/ 155716 h 586540"/>
                    <a:gd name="connsiteX58" fmla="*/ 338987 w 609050"/>
                    <a:gd name="connsiteY58" fmla="*/ 155716 h 586540"/>
                    <a:gd name="connsiteX59" fmla="*/ 338987 w 609050"/>
                    <a:gd name="connsiteY59" fmla="*/ 341040 h 586540"/>
                    <a:gd name="connsiteX60" fmla="*/ 338987 w 609050"/>
                    <a:gd name="connsiteY60" fmla="*/ 531710 h 586540"/>
                    <a:gd name="connsiteX61" fmla="*/ 366721 w 609050"/>
                    <a:gd name="connsiteY61" fmla="*/ 531710 h 586540"/>
                    <a:gd name="connsiteX62" fmla="*/ 366721 w 609050"/>
                    <a:gd name="connsiteY62" fmla="*/ 341040 h 586540"/>
                    <a:gd name="connsiteX63" fmla="*/ 366721 w 609050"/>
                    <a:gd name="connsiteY63" fmla="*/ 155305 h 586540"/>
                    <a:gd name="connsiteX64" fmla="*/ 388002 w 609050"/>
                    <a:gd name="connsiteY64" fmla="*/ 143517 h 586540"/>
                    <a:gd name="connsiteX65" fmla="*/ 388002 w 609050"/>
                    <a:gd name="connsiteY65" fmla="*/ 25222 h 586540"/>
                    <a:gd name="connsiteX66" fmla="*/ 140867 w 609050"/>
                    <a:gd name="connsiteY66" fmla="*/ 0 h 586540"/>
                    <a:gd name="connsiteX67" fmla="*/ 413402 w 609050"/>
                    <a:gd name="connsiteY67" fmla="*/ 0 h 586540"/>
                    <a:gd name="connsiteX68" fmla="*/ 413402 w 609050"/>
                    <a:gd name="connsiteY68" fmla="*/ 129398 h 586540"/>
                    <a:gd name="connsiteX69" fmla="*/ 432486 w 609050"/>
                    <a:gd name="connsiteY69" fmla="*/ 118843 h 586540"/>
                    <a:gd name="connsiteX70" fmla="*/ 584199 w 609050"/>
                    <a:gd name="connsiteY70" fmla="*/ 118843 h 586540"/>
                    <a:gd name="connsiteX71" fmla="*/ 584199 w 609050"/>
                    <a:gd name="connsiteY71" fmla="*/ 531710 h 586540"/>
                    <a:gd name="connsiteX72" fmla="*/ 609050 w 609050"/>
                    <a:gd name="connsiteY72" fmla="*/ 531710 h 586540"/>
                    <a:gd name="connsiteX73" fmla="*/ 609050 w 609050"/>
                    <a:gd name="connsiteY73" fmla="*/ 586540 h 586540"/>
                    <a:gd name="connsiteX74" fmla="*/ 0 w 609050"/>
                    <a:gd name="connsiteY74" fmla="*/ 586540 h 586540"/>
                    <a:gd name="connsiteX75" fmla="*/ 0 w 609050"/>
                    <a:gd name="connsiteY75" fmla="*/ 531710 h 586540"/>
                    <a:gd name="connsiteX76" fmla="*/ 24851 w 609050"/>
                    <a:gd name="connsiteY76" fmla="*/ 531710 h 586540"/>
                    <a:gd name="connsiteX77" fmla="*/ 24851 w 609050"/>
                    <a:gd name="connsiteY77" fmla="*/ 155716 h 586540"/>
                    <a:gd name="connsiteX78" fmla="*/ 140867 w 609050"/>
                    <a:gd name="connsiteY78" fmla="*/ 155716 h 586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609050" h="586540">
                      <a:moveTo>
                        <a:pt x="216243" y="412730"/>
                      </a:moveTo>
                      <a:lnTo>
                        <a:pt x="216243" y="456594"/>
                      </a:lnTo>
                      <a:lnTo>
                        <a:pt x="293953" y="456594"/>
                      </a:lnTo>
                      <a:lnTo>
                        <a:pt x="293953" y="412730"/>
                      </a:lnTo>
                      <a:close/>
                      <a:moveTo>
                        <a:pt x="69884" y="412730"/>
                      </a:moveTo>
                      <a:lnTo>
                        <a:pt x="69884" y="456594"/>
                      </a:lnTo>
                      <a:lnTo>
                        <a:pt x="147595" y="456594"/>
                      </a:lnTo>
                      <a:lnTo>
                        <a:pt x="147595" y="412730"/>
                      </a:lnTo>
                      <a:close/>
                      <a:moveTo>
                        <a:pt x="460769" y="376268"/>
                      </a:moveTo>
                      <a:lnTo>
                        <a:pt x="460769" y="414786"/>
                      </a:lnTo>
                      <a:lnTo>
                        <a:pt x="555916" y="414786"/>
                      </a:lnTo>
                      <a:lnTo>
                        <a:pt x="555916" y="376268"/>
                      </a:lnTo>
                      <a:close/>
                      <a:moveTo>
                        <a:pt x="216243" y="339670"/>
                      </a:moveTo>
                      <a:lnTo>
                        <a:pt x="216243" y="383533"/>
                      </a:lnTo>
                      <a:lnTo>
                        <a:pt x="293953" y="383533"/>
                      </a:lnTo>
                      <a:lnTo>
                        <a:pt x="293953" y="339670"/>
                      </a:lnTo>
                      <a:close/>
                      <a:moveTo>
                        <a:pt x="69884" y="339670"/>
                      </a:moveTo>
                      <a:lnTo>
                        <a:pt x="69884" y="383533"/>
                      </a:lnTo>
                      <a:lnTo>
                        <a:pt x="147595" y="383533"/>
                      </a:lnTo>
                      <a:lnTo>
                        <a:pt x="147595" y="339670"/>
                      </a:lnTo>
                      <a:close/>
                      <a:moveTo>
                        <a:pt x="460769" y="303071"/>
                      </a:moveTo>
                      <a:lnTo>
                        <a:pt x="460769" y="341726"/>
                      </a:lnTo>
                      <a:lnTo>
                        <a:pt x="555916" y="341726"/>
                      </a:lnTo>
                      <a:lnTo>
                        <a:pt x="555916" y="303071"/>
                      </a:lnTo>
                      <a:close/>
                      <a:moveTo>
                        <a:pt x="216243" y="266609"/>
                      </a:moveTo>
                      <a:lnTo>
                        <a:pt x="216243" y="310473"/>
                      </a:lnTo>
                      <a:lnTo>
                        <a:pt x="293953" y="310473"/>
                      </a:lnTo>
                      <a:lnTo>
                        <a:pt x="293953" y="266609"/>
                      </a:lnTo>
                      <a:close/>
                      <a:moveTo>
                        <a:pt x="69884" y="266609"/>
                      </a:moveTo>
                      <a:lnTo>
                        <a:pt x="69884" y="310473"/>
                      </a:lnTo>
                      <a:lnTo>
                        <a:pt x="147595" y="310473"/>
                      </a:lnTo>
                      <a:lnTo>
                        <a:pt x="147595" y="266609"/>
                      </a:lnTo>
                      <a:close/>
                      <a:moveTo>
                        <a:pt x="460769" y="230010"/>
                      </a:moveTo>
                      <a:lnTo>
                        <a:pt x="460769" y="268528"/>
                      </a:lnTo>
                      <a:lnTo>
                        <a:pt x="555916" y="268528"/>
                      </a:lnTo>
                      <a:lnTo>
                        <a:pt x="555916" y="230010"/>
                      </a:lnTo>
                      <a:close/>
                      <a:moveTo>
                        <a:pt x="216243" y="193549"/>
                      </a:moveTo>
                      <a:lnTo>
                        <a:pt x="216243" y="237412"/>
                      </a:lnTo>
                      <a:lnTo>
                        <a:pt x="293953" y="237412"/>
                      </a:lnTo>
                      <a:lnTo>
                        <a:pt x="293953" y="193549"/>
                      </a:lnTo>
                      <a:close/>
                      <a:moveTo>
                        <a:pt x="69884" y="193549"/>
                      </a:moveTo>
                      <a:lnTo>
                        <a:pt x="69884" y="237412"/>
                      </a:lnTo>
                      <a:lnTo>
                        <a:pt x="147595" y="237412"/>
                      </a:lnTo>
                      <a:lnTo>
                        <a:pt x="147595" y="193549"/>
                      </a:lnTo>
                      <a:close/>
                      <a:moveTo>
                        <a:pt x="460769" y="156950"/>
                      </a:moveTo>
                      <a:lnTo>
                        <a:pt x="460769" y="195468"/>
                      </a:lnTo>
                      <a:lnTo>
                        <a:pt x="555916" y="195468"/>
                      </a:lnTo>
                      <a:lnTo>
                        <a:pt x="555916" y="156950"/>
                      </a:lnTo>
                      <a:close/>
                      <a:moveTo>
                        <a:pt x="192926" y="96251"/>
                      </a:moveTo>
                      <a:lnTo>
                        <a:pt x="361366" y="96251"/>
                      </a:lnTo>
                      <a:lnTo>
                        <a:pt x="361366" y="114880"/>
                      </a:lnTo>
                      <a:lnTo>
                        <a:pt x="192926" y="114880"/>
                      </a:lnTo>
                      <a:close/>
                      <a:moveTo>
                        <a:pt x="192926" y="49819"/>
                      </a:moveTo>
                      <a:lnTo>
                        <a:pt x="361366" y="49819"/>
                      </a:lnTo>
                      <a:lnTo>
                        <a:pt x="361366" y="68307"/>
                      </a:lnTo>
                      <a:lnTo>
                        <a:pt x="192926" y="68307"/>
                      </a:lnTo>
                      <a:close/>
                      <a:moveTo>
                        <a:pt x="166130" y="25222"/>
                      </a:moveTo>
                      <a:lnTo>
                        <a:pt x="166130" y="155716"/>
                      </a:lnTo>
                      <a:lnTo>
                        <a:pt x="338987" y="155716"/>
                      </a:lnTo>
                      <a:lnTo>
                        <a:pt x="338987" y="341040"/>
                      </a:lnTo>
                      <a:lnTo>
                        <a:pt x="338987" y="531710"/>
                      </a:lnTo>
                      <a:lnTo>
                        <a:pt x="366721" y="531710"/>
                      </a:lnTo>
                      <a:lnTo>
                        <a:pt x="366721" y="341040"/>
                      </a:lnTo>
                      <a:lnTo>
                        <a:pt x="366721" y="155305"/>
                      </a:lnTo>
                      <a:lnTo>
                        <a:pt x="388002" y="143517"/>
                      </a:lnTo>
                      <a:lnTo>
                        <a:pt x="388002" y="25222"/>
                      </a:lnTo>
                      <a:close/>
                      <a:moveTo>
                        <a:pt x="140867" y="0"/>
                      </a:moveTo>
                      <a:lnTo>
                        <a:pt x="413402" y="0"/>
                      </a:lnTo>
                      <a:lnTo>
                        <a:pt x="413402" y="129398"/>
                      </a:lnTo>
                      <a:lnTo>
                        <a:pt x="432486" y="118843"/>
                      </a:lnTo>
                      <a:lnTo>
                        <a:pt x="584199" y="118843"/>
                      </a:lnTo>
                      <a:lnTo>
                        <a:pt x="584199" y="531710"/>
                      </a:lnTo>
                      <a:lnTo>
                        <a:pt x="609050" y="531710"/>
                      </a:lnTo>
                      <a:lnTo>
                        <a:pt x="609050" y="586540"/>
                      </a:lnTo>
                      <a:lnTo>
                        <a:pt x="0" y="586540"/>
                      </a:lnTo>
                      <a:lnTo>
                        <a:pt x="0" y="531710"/>
                      </a:lnTo>
                      <a:lnTo>
                        <a:pt x="24851" y="531710"/>
                      </a:lnTo>
                      <a:lnTo>
                        <a:pt x="24851" y="155716"/>
                      </a:lnTo>
                      <a:lnTo>
                        <a:pt x="140867" y="15571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fontAlgn="auto" hangingPunct="1">
                    <a:defRPr/>
                  </a:pPr>
                  <a:endParaRPr lang="en-IN" sz="2400" noProof="1"/>
                </a:p>
              </p:txBody>
            </p:sp>
          </p:grpSp>
          <p:sp>
            <p:nvSpPr>
              <p:cNvPr id="10" name="is1îḑe"/>
              <p:cNvSpPr txBox="1"/>
              <p:nvPr/>
            </p:nvSpPr>
            <p:spPr>
              <a:xfrm>
                <a:off x="9294599" y="1443973"/>
                <a:ext cx="668014" cy="50101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prstTxWarp prst="textPlain">
                  <a:avLst/>
                </a:prstTxWarp>
                <a:normAutofit/>
              </a:bodyPr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  <a:latin typeface="Impact" panose="020B0806030902050204" pitchFamily="34" charset="0"/>
                  </a:rPr>
                  <a:t>20%</a:t>
                </a:r>
                <a:endParaRPr lang="en-US" dirty="0">
                  <a:solidFill>
                    <a:schemeClr val="tx2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1" name="íslïḓè"/>
              <p:cNvSpPr txBox="1"/>
              <p:nvPr/>
            </p:nvSpPr>
            <p:spPr bwMode="auto">
              <a:xfrm>
                <a:off x="8436212" y="4114232"/>
                <a:ext cx="238478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2" name="îŝḷïḑé"/>
              <p:cNvSpPr/>
              <p:nvPr/>
            </p:nvSpPr>
            <p:spPr bwMode="auto">
              <a:xfrm>
                <a:off x="8436212" y="4556036"/>
                <a:ext cx="2384788" cy="1164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grpSp>
            <p:nvGrpSpPr>
              <p:cNvPr id="13" name="iṥļíḑè"/>
              <p:cNvGrpSpPr/>
              <p:nvPr/>
            </p:nvGrpSpPr>
            <p:grpSpPr>
              <a:xfrm>
                <a:off x="4903606" y="1443973"/>
                <a:ext cx="2384788" cy="4276260"/>
                <a:chOff x="4903606" y="1439210"/>
                <a:chExt cx="2384788" cy="4276260"/>
              </a:xfrm>
            </p:grpSpPr>
            <p:grpSp>
              <p:nvGrpSpPr>
                <p:cNvPr id="32" name="ïṥļïdè"/>
                <p:cNvGrpSpPr/>
                <p:nvPr/>
              </p:nvGrpSpPr>
              <p:grpSpPr>
                <a:xfrm>
                  <a:off x="5187497" y="2124000"/>
                  <a:ext cx="1817007" cy="1819504"/>
                  <a:chOff x="5667742" y="1973318"/>
                  <a:chExt cx="2326986" cy="2330184"/>
                </a:xfrm>
              </p:grpSpPr>
              <p:grpSp>
                <p:nvGrpSpPr>
                  <p:cNvPr id="36" name="išľîde"/>
                  <p:cNvGrpSpPr/>
                  <p:nvPr/>
                </p:nvGrpSpPr>
                <p:grpSpPr>
                  <a:xfrm>
                    <a:off x="5667742" y="1973318"/>
                    <a:ext cx="2326986" cy="2330184"/>
                    <a:chOff x="1033463" y="2201863"/>
                    <a:chExt cx="2984500" cy="2987676"/>
                  </a:xfrm>
                  <a:solidFill>
                    <a:schemeClr val="tx2">
                      <a:lumMod val="20000"/>
                      <a:lumOff val="80000"/>
                    </a:schemeClr>
                  </a:solidFill>
                </p:grpSpPr>
                <p:sp>
                  <p:nvSpPr>
                    <p:cNvPr id="40" name="îṡḷidê"/>
                    <p:cNvSpPr/>
                    <p:nvPr/>
                  </p:nvSpPr>
                  <p:spPr bwMode="auto">
                    <a:xfrm>
                      <a:off x="3433763" y="2613026"/>
                      <a:ext cx="546100" cy="798513"/>
                    </a:xfrm>
                    <a:custGeom>
                      <a:avLst/>
                      <a:gdLst>
                        <a:gd name="T0" fmla="*/ 98 w 145"/>
                        <a:gd name="T1" fmla="*/ 212 h 212"/>
                        <a:gd name="T2" fmla="*/ 145 w 145"/>
                        <a:gd name="T3" fmla="*/ 200 h 212"/>
                        <a:gd name="T4" fmla="*/ 31 w 145"/>
                        <a:gd name="T5" fmla="*/ 0 h 212"/>
                        <a:gd name="T6" fmla="*/ 0 w 145"/>
                        <a:gd name="T7" fmla="*/ 37 h 212"/>
                        <a:gd name="T8" fmla="*/ 98 w 145"/>
                        <a:gd name="T9" fmla="*/ 212 h 21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45" h="212">
                          <a:moveTo>
                            <a:pt x="98" y="212"/>
                          </a:moveTo>
                          <a:cubicBezTo>
                            <a:pt x="145" y="200"/>
                            <a:pt x="145" y="200"/>
                            <a:pt x="145" y="200"/>
                          </a:cubicBezTo>
                          <a:cubicBezTo>
                            <a:pt x="127" y="122"/>
                            <a:pt x="87" y="53"/>
                            <a:pt x="31" y="0"/>
                          </a:cubicBezTo>
                          <a:cubicBezTo>
                            <a:pt x="0" y="37"/>
                            <a:pt x="0" y="37"/>
                            <a:pt x="0" y="37"/>
                          </a:cubicBezTo>
                          <a:cubicBezTo>
                            <a:pt x="49" y="84"/>
                            <a:pt x="83" y="144"/>
                            <a:pt x="98" y="212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defRPr/>
                      </a:pPr>
                      <a:endParaRPr lang="en-IN" sz="2400" noProof="1"/>
                    </a:p>
                  </p:txBody>
                </p:sp>
                <p:sp>
                  <p:nvSpPr>
                    <p:cNvPr id="41" name="ïş1iďè"/>
                    <p:cNvSpPr/>
                    <p:nvPr/>
                  </p:nvSpPr>
                  <p:spPr bwMode="auto">
                    <a:xfrm>
                      <a:off x="2538413" y="2201863"/>
                      <a:ext cx="971550" cy="509588"/>
                    </a:xfrm>
                    <a:custGeom>
                      <a:avLst/>
                      <a:gdLst>
                        <a:gd name="T0" fmla="*/ 227 w 258"/>
                        <a:gd name="T1" fmla="*/ 135 h 135"/>
                        <a:gd name="T2" fmla="*/ 258 w 258"/>
                        <a:gd name="T3" fmla="*/ 98 h 135"/>
                        <a:gd name="T4" fmla="*/ 0 w 258"/>
                        <a:gd name="T5" fmla="*/ 0 h 135"/>
                        <a:gd name="T6" fmla="*/ 0 w 258"/>
                        <a:gd name="T7" fmla="*/ 48 h 135"/>
                        <a:gd name="T8" fmla="*/ 227 w 258"/>
                        <a:gd name="T9" fmla="*/ 135 h 1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58" h="135">
                          <a:moveTo>
                            <a:pt x="227" y="135"/>
                          </a:moveTo>
                          <a:cubicBezTo>
                            <a:pt x="258" y="98"/>
                            <a:pt x="258" y="98"/>
                            <a:pt x="258" y="98"/>
                          </a:cubicBezTo>
                          <a:cubicBezTo>
                            <a:pt x="189" y="38"/>
                            <a:pt x="99" y="1"/>
                            <a:pt x="0" y="0"/>
                          </a:cubicBezTo>
                          <a:cubicBezTo>
                            <a:pt x="0" y="48"/>
                            <a:pt x="0" y="48"/>
                            <a:pt x="0" y="48"/>
                          </a:cubicBezTo>
                          <a:cubicBezTo>
                            <a:pt x="87" y="49"/>
                            <a:pt x="166" y="82"/>
                            <a:pt x="227" y="135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defRPr/>
                      </a:pPr>
                      <a:endParaRPr lang="en-IN" sz="2400" noProof="1"/>
                    </a:p>
                  </p:txBody>
                </p:sp>
                <p:sp>
                  <p:nvSpPr>
                    <p:cNvPr id="42" name="îṡ1iḑê"/>
                    <p:cNvSpPr/>
                    <p:nvPr/>
                  </p:nvSpPr>
                  <p:spPr bwMode="auto">
                    <a:xfrm>
                      <a:off x="3735388" y="3422651"/>
                      <a:ext cx="282575" cy="831850"/>
                    </a:xfrm>
                    <a:custGeom>
                      <a:avLst/>
                      <a:gdLst>
                        <a:gd name="T0" fmla="*/ 26 w 75"/>
                        <a:gd name="T1" fmla="*/ 72 h 221"/>
                        <a:gd name="T2" fmla="*/ 0 w 75"/>
                        <a:gd name="T3" fmla="*/ 204 h 221"/>
                        <a:gd name="T4" fmla="*/ 46 w 75"/>
                        <a:gd name="T5" fmla="*/ 221 h 221"/>
                        <a:gd name="T6" fmla="*/ 75 w 75"/>
                        <a:gd name="T7" fmla="*/ 72 h 221"/>
                        <a:gd name="T8" fmla="*/ 68 w 75"/>
                        <a:gd name="T9" fmla="*/ 0 h 221"/>
                        <a:gd name="T10" fmla="*/ 21 w 75"/>
                        <a:gd name="T11" fmla="*/ 13 h 221"/>
                        <a:gd name="T12" fmla="*/ 26 w 75"/>
                        <a:gd name="T13" fmla="*/ 72 h 22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75" h="221">
                          <a:moveTo>
                            <a:pt x="26" y="72"/>
                          </a:moveTo>
                          <a:cubicBezTo>
                            <a:pt x="26" y="119"/>
                            <a:pt x="17" y="163"/>
                            <a:pt x="0" y="204"/>
                          </a:cubicBezTo>
                          <a:cubicBezTo>
                            <a:pt x="46" y="221"/>
                            <a:pt x="46" y="221"/>
                            <a:pt x="46" y="221"/>
                          </a:cubicBezTo>
                          <a:cubicBezTo>
                            <a:pt x="64" y="175"/>
                            <a:pt x="75" y="125"/>
                            <a:pt x="75" y="72"/>
                          </a:cubicBezTo>
                          <a:cubicBezTo>
                            <a:pt x="75" y="48"/>
                            <a:pt x="72" y="24"/>
                            <a:pt x="68" y="0"/>
                          </a:cubicBezTo>
                          <a:cubicBezTo>
                            <a:pt x="21" y="13"/>
                            <a:pt x="21" y="13"/>
                            <a:pt x="21" y="13"/>
                          </a:cubicBezTo>
                          <a:cubicBezTo>
                            <a:pt x="24" y="32"/>
                            <a:pt x="26" y="52"/>
                            <a:pt x="26" y="7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defRPr/>
                      </a:pPr>
                      <a:endParaRPr lang="en-IN" sz="2400" noProof="1"/>
                    </a:p>
                  </p:txBody>
                </p:sp>
                <p:sp>
                  <p:nvSpPr>
                    <p:cNvPr id="43" name="í$liḍè"/>
                    <p:cNvSpPr/>
                    <p:nvPr/>
                  </p:nvSpPr>
                  <p:spPr bwMode="auto">
                    <a:xfrm>
                      <a:off x="1654176" y="2201863"/>
                      <a:ext cx="823913" cy="425450"/>
                    </a:xfrm>
                    <a:custGeom>
                      <a:avLst/>
                      <a:gdLst>
                        <a:gd name="T0" fmla="*/ 219 w 219"/>
                        <a:gd name="T1" fmla="*/ 48 h 113"/>
                        <a:gd name="T2" fmla="*/ 219 w 219"/>
                        <a:gd name="T3" fmla="*/ 0 h 113"/>
                        <a:gd name="T4" fmla="*/ 0 w 219"/>
                        <a:gd name="T5" fmla="*/ 74 h 113"/>
                        <a:gd name="T6" fmla="*/ 28 w 219"/>
                        <a:gd name="T7" fmla="*/ 113 h 113"/>
                        <a:gd name="T8" fmla="*/ 219 w 219"/>
                        <a:gd name="T9" fmla="*/ 48 h 11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19" h="113">
                          <a:moveTo>
                            <a:pt x="219" y="48"/>
                          </a:moveTo>
                          <a:cubicBezTo>
                            <a:pt x="219" y="0"/>
                            <a:pt x="219" y="0"/>
                            <a:pt x="219" y="0"/>
                          </a:cubicBezTo>
                          <a:cubicBezTo>
                            <a:pt x="138" y="2"/>
                            <a:pt x="62" y="29"/>
                            <a:pt x="0" y="74"/>
                          </a:cubicBezTo>
                          <a:cubicBezTo>
                            <a:pt x="28" y="113"/>
                            <a:pt x="28" y="113"/>
                            <a:pt x="28" y="113"/>
                          </a:cubicBezTo>
                          <a:cubicBezTo>
                            <a:pt x="82" y="74"/>
                            <a:pt x="148" y="50"/>
                            <a:pt x="219" y="48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defRPr/>
                      </a:pPr>
                      <a:endParaRPr lang="en-IN" sz="2400" noProof="1"/>
                    </a:p>
                  </p:txBody>
                </p:sp>
                <p:sp>
                  <p:nvSpPr>
                    <p:cNvPr id="44" name="í$1ïḋé"/>
                    <p:cNvSpPr/>
                    <p:nvPr/>
                  </p:nvSpPr>
                  <p:spPr bwMode="auto">
                    <a:xfrm>
                      <a:off x="1119188" y="4144963"/>
                      <a:ext cx="587375" cy="712788"/>
                    </a:xfrm>
                    <a:custGeom>
                      <a:avLst/>
                      <a:gdLst>
                        <a:gd name="T0" fmla="*/ 46 w 156"/>
                        <a:gd name="T1" fmla="*/ 0 h 189"/>
                        <a:gd name="T2" fmla="*/ 0 w 156"/>
                        <a:gd name="T3" fmla="*/ 13 h 189"/>
                        <a:gd name="T4" fmla="*/ 125 w 156"/>
                        <a:gd name="T5" fmla="*/ 189 h 189"/>
                        <a:gd name="T6" fmla="*/ 156 w 156"/>
                        <a:gd name="T7" fmla="*/ 152 h 189"/>
                        <a:gd name="T8" fmla="*/ 46 w 156"/>
                        <a:gd name="T9" fmla="*/ 0 h 18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56" h="189">
                          <a:moveTo>
                            <a:pt x="46" y="0"/>
                          </a:moveTo>
                          <a:cubicBezTo>
                            <a:pt x="0" y="13"/>
                            <a:pt x="0" y="13"/>
                            <a:pt x="0" y="13"/>
                          </a:cubicBezTo>
                          <a:cubicBezTo>
                            <a:pt x="24" y="83"/>
                            <a:pt x="68" y="144"/>
                            <a:pt x="125" y="189"/>
                          </a:cubicBezTo>
                          <a:cubicBezTo>
                            <a:pt x="156" y="152"/>
                            <a:pt x="156" y="152"/>
                            <a:pt x="156" y="152"/>
                          </a:cubicBezTo>
                          <a:cubicBezTo>
                            <a:pt x="107" y="113"/>
                            <a:pt x="68" y="61"/>
                            <a:pt x="46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defRPr/>
                      </a:pPr>
                      <a:endParaRPr lang="en-IN" sz="2400" noProof="1"/>
                    </a:p>
                  </p:txBody>
                </p:sp>
                <p:sp>
                  <p:nvSpPr>
                    <p:cNvPr id="45" name="ïṣľíḍê"/>
                    <p:cNvSpPr/>
                    <p:nvPr/>
                  </p:nvSpPr>
                  <p:spPr bwMode="auto">
                    <a:xfrm>
                      <a:off x="3260726" y="4246563"/>
                      <a:ext cx="625475" cy="677863"/>
                    </a:xfrm>
                    <a:custGeom>
                      <a:avLst/>
                      <a:gdLst>
                        <a:gd name="T0" fmla="*/ 0 w 166"/>
                        <a:gd name="T1" fmla="*/ 141 h 180"/>
                        <a:gd name="T2" fmla="*/ 28 w 166"/>
                        <a:gd name="T3" fmla="*/ 180 h 180"/>
                        <a:gd name="T4" fmla="*/ 166 w 166"/>
                        <a:gd name="T5" fmla="*/ 16 h 180"/>
                        <a:gd name="T6" fmla="*/ 120 w 166"/>
                        <a:gd name="T7" fmla="*/ 0 h 180"/>
                        <a:gd name="T8" fmla="*/ 0 w 166"/>
                        <a:gd name="T9" fmla="*/ 141 h 18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66" h="180">
                          <a:moveTo>
                            <a:pt x="0" y="141"/>
                          </a:moveTo>
                          <a:cubicBezTo>
                            <a:pt x="28" y="180"/>
                            <a:pt x="28" y="180"/>
                            <a:pt x="28" y="180"/>
                          </a:cubicBezTo>
                          <a:cubicBezTo>
                            <a:pt x="88" y="140"/>
                            <a:pt x="136" y="83"/>
                            <a:pt x="166" y="16"/>
                          </a:cubicBezTo>
                          <a:cubicBezTo>
                            <a:pt x="120" y="0"/>
                            <a:pt x="120" y="0"/>
                            <a:pt x="120" y="0"/>
                          </a:cubicBezTo>
                          <a:cubicBezTo>
                            <a:pt x="93" y="57"/>
                            <a:pt x="52" y="105"/>
                            <a:pt x="0" y="141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defRPr/>
                      </a:pPr>
                      <a:endParaRPr lang="en-IN" sz="2400" noProof="1"/>
                    </a:p>
                  </p:txBody>
                </p:sp>
                <p:sp>
                  <p:nvSpPr>
                    <p:cNvPr id="46" name="íş1íďé"/>
                    <p:cNvSpPr/>
                    <p:nvPr/>
                  </p:nvSpPr>
                  <p:spPr bwMode="auto">
                    <a:xfrm>
                      <a:off x="1033463" y="3290888"/>
                      <a:ext cx="239713" cy="847725"/>
                    </a:xfrm>
                    <a:custGeom>
                      <a:avLst/>
                      <a:gdLst>
                        <a:gd name="T0" fmla="*/ 48 w 64"/>
                        <a:gd name="T1" fmla="*/ 107 h 225"/>
                        <a:gd name="T2" fmla="*/ 60 w 64"/>
                        <a:gd name="T3" fmla="*/ 16 h 225"/>
                        <a:gd name="T4" fmla="*/ 14 w 64"/>
                        <a:gd name="T5" fmla="*/ 0 h 225"/>
                        <a:gd name="T6" fmla="*/ 0 w 64"/>
                        <a:gd name="T7" fmla="*/ 107 h 225"/>
                        <a:gd name="T8" fmla="*/ 17 w 64"/>
                        <a:gd name="T9" fmla="*/ 225 h 225"/>
                        <a:gd name="T10" fmla="*/ 64 w 64"/>
                        <a:gd name="T11" fmla="*/ 212 h 225"/>
                        <a:gd name="T12" fmla="*/ 48 w 64"/>
                        <a:gd name="T13" fmla="*/ 107 h 22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64" h="225">
                          <a:moveTo>
                            <a:pt x="48" y="107"/>
                          </a:moveTo>
                          <a:cubicBezTo>
                            <a:pt x="48" y="76"/>
                            <a:pt x="52" y="45"/>
                            <a:pt x="60" y="16"/>
                          </a:cubicBezTo>
                          <a:cubicBezTo>
                            <a:pt x="14" y="0"/>
                            <a:pt x="14" y="0"/>
                            <a:pt x="14" y="0"/>
                          </a:cubicBezTo>
                          <a:cubicBezTo>
                            <a:pt x="5" y="34"/>
                            <a:pt x="0" y="70"/>
                            <a:pt x="0" y="107"/>
                          </a:cubicBezTo>
                          <a:cubicBezTo>
                            <a:pt x="0" y="148"/>
                            <a:pt x="6" y="188"/>
                            <a:pt x="17" y="225"/>
                          </a:cubicBezTo>
                          <a:cubicBezTo>
                            <a:pt x="64" y="212"/>
                            <a:pt x="64" y="212"/>
                            <a:pt x="64" y="212"/>
                          </a:cubicBezTo>
                          <a:cubicBezTo>
                            <a:pt x="53" y="179"/>
                            <a:pt x="48" y="144"/>
                            <a:pt x="48" y="107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defRPr/>
                      </a:pPr>
                      <a:endParaRPr lang="en-IN" sz="2400" noProof="1"/>
                    </a:p>
                  </p:txBody>
                </p:sp>
                <p:sp>
                  <p:nvSpPr>
                    <p:cNvPr id="47" name="iSlïḋè"/>
                    <p:cNvSpPr/>
                    <p:nvPr/>
                  </p:nvSpPr>
                  <p:spPr bwMode="auto">
                    <a:xfrm>
                      <a:off x="1104901" y="2514601"/>
                      <a:ext cx="604838" cy="779463"/>
                    </a:xfrm>
                    <a:custGeom>
                      <a:avLst/>
                      <a:gdLst>
                        <a:gd name="T0" fmla="*/ 161 w 161"/>
                        <a:gd name="T1" fmla="*/ 40 h 207"/>
                        <a:gd name="T2" fmla="*/ 134 w 161"/>
                        <a:gd name="T3" fmla="*/ 0 h 207"/>
                        <a:gd name="T4" fmla="*/ 0 w 161"/>
                        <a:gd name="T5" fmla="*/ 191 h 207"/>
                        <a:gd name="T6" fmla="*/ 45 w 161"/>
                        <a:gd name="T7" fmla="*/ 207 h 207"/>
                        <a:gd name="T8" fmla="*/ 161 w 161"/>
                        <a:gd name="T9" fmla="*/ 40 h 20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61" h="207">
                          <a:moveTo>
                            <a:pt x="161" y="40"/>
                          </a:moveTo>
                          <a:cubicBezTo>
                            <a:pt x="134" y="0"/>
                            <a:pt x="134" y="0"/>
                            <a:pt x="134" y="0"/>
                          </a:cubicBezTo>
                          <a:cubicBezTo>
                            <a:pt x="72" y="49"/>
                            <a:pt x="25" y="115"/>
                            <a:pt x="0" y="191"/>
                          </a:cubicBezTo>
                          <a:cubicBezTo>
                            <a:pt x="45" y="207"/>
                            <a:pt x="45" y="207"/>
                            <a:pt x="45" y="207"/>
                          </a:cubicBezTo>
                          <a:cubicBezTo>
                            <a:pt x="67" y="140"/>
                            <a:pt x="107" y="82"/>
                            <a:pt x="161" y="40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defRPr/>
                      </a:pPr>
                      <a:endParaRPr lang="en-IN" sz="2400" noProof="1"/>
                    </a:p>
                  </p:txBody>
                </p:sp>
                <p:sp>
                  <p:nvSpPr>
                    <p:cNvPr id="48" name="iṣ1ïḍè"/>
                    <p:cNvSpPr/>
                    <p:nvPr/>
                  </p:nvSpPr>
                  <p:spPr bwMode="auto">
                    <a:xfrm>
                      <a:off x="2538413" y="4808538"/>
                      <a:ext cx="779463" cy="381000"/>
                    </a:xfrm>
                    <a:custGeom>
                      <a:avLst/>
                      <a:gdLst>
                        <a:gd name="T0" fmla="*/ 0 w 207"/>
                        <a:gd name="T1" fmla="*/ 52 h 101"/>
                        <a:gd name="T2" fmla="*/ 0 w 207"/>
                        <a:gd name="T3" fmla="*/ 101 h 101"/>
                        <a:gd name="T4" fmla="*/ 207 w 207"/>
                        <a:gd name="T5" fmla="*/ 40 h 101"/>
                        <a:gd name="T6" fmla="*/ 179 w 207"/>
                        <a:gd name="T7" fmla="*/ 0 h 101"/>
                        <a:gd name="T8" fmla="*/ 0 w 207"/>
                        <a:gd name="T9" fmla="*/ 52 h 10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07" h="101">
                          <a:moveTo>
                            <a:pt x="0" y="52"/>
                          </a:moveTo>
                          <a:cubicBezTo>
                            <a:pt x="0" y="101"/>
                            <a:pt x="0" y="101"/>
                            <a:pt x="0" y="101"/>
                          </a:cubicBezTo>
                          <a:cubicBezTo>
                            <a:pt x="76" y="100"/>
                            <a:pt x="147" y="78"/>
                            <a:pt x="207" y="40"/>
                          </a:cubicBezTo>
                          <a:cubicBezTo>
                            <a:pt x="179" y="0"/>
                            <a:pt x="179" y="0"/>
                            <a:pt x="179" y="0"/>
                          </a:cubicBezTo>
                          <a:cubicBezTo>
                            <a:pt x="127" y="33"/>
                            <a:pt x="66" y="51"/>
                            <a:pt x="0" y="52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defRPr/>
                      </a:pPr>
                      <a:endParaRPr lang="en-IN" sz="2400" noProof="1"/>
                    </a:p>
                  </p:txBody>
                </p:sp>
                <p:sp>
                  <p:nvSpPr>
                    <p:cNvPr id="49" name="íṣḻíḓê"/>
                    <p:cNvSpPr/>
                    <p:nvPr/>
                  </p:nvSpPr>
                  <p:spPr bwMode="auto">
                    <a:xfrm>
                      <a:off x="1638301" y="4756151"/>
                      <a:ext cx="839788" cy="433388"/>
                    </a:xfrm>
                    <a:custGeom>
                      <a:avLst/>
                      <a:gdLst>
                        <a:gd name="T0" fmla="*/ 31 w 223"/>
                        <a:gd name="T1" fmla="*/ 0 h 115"/>
                        <a:gd name="T2" fmla="*/ 0 w 223"/>
                        <a:gd name="T3" fmla="*/ 37 h 115"/>
                        <a:gd name="T4" fmla="*/ 223 w 223"/>
                        <a:gd name="T5" fmla="*/ 115 h 115"/>
                        <a:gd name="T6" fmla="*/ 223 w 223"/>
                        <a:gd name="T7" fmla="*/ 66 h 115"/>
                        <a:gd name="T8" fmla="*/ 31 w 223"/>
                        <a:gd name="T9" fmla="*/ 0 h 1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3" h="115">
                          <a:moveTo>
                            <a:pt x="31" y="0"/>
                          </a:moveTo>
                          <a:cubicBezTo>
                            <a:pt x="0" y="37"/>
                            <a:pt x="0" y="37"/>
                            <a:pt x="0" y="37"/>
                          </a:cubicBezTo>
                          <a:cubicBezTo>
                            <a:pt x="63" y="84"/>
                            <a:pt x="140" y="112"/>
                            <a:pt x="223" y="115"/>
                          </a:cubicBezTo>
                          <a:cubicBezTo>
                            <a:pt x="223" y="66"/>
                            <a:pt x="223" y="66"/>
                            <a:pt x="223" y="66"/>
                          </a:cubicBezTo>
                          <a:cubicBezTo>
                            <a:pt x="151" y="64"/>
                            <a:pt x="85" y="39"/>
                            <a:pt x="31" y="0"/>
                          </a:cubicBezTo>
                          <a:close/>
                        </a:path>
                      </a:pathLst>
                    </a:custGeom>
                    <a:grpFill/>
                    <a:ln>
                      <a:noFill/>
                    </a:ln>
                  </p:spPr>
                  <p:txBody>
                    <a:bodyPr/>
                    <a:lstStyle/>
                    <a:p>
                      <a:pPr eaLnBrk="1" fontAlgn="auto" hangingPunct="1">
                        <a:defRPr/>
                      </a:pPr>
                      <a:endParaRPr lang="en-IN" sz="2400" noProof="1"/>
                    </a:p>
                  </p:txBody>
                </p:sp>
              </p:grpSp>
              <p:sp>
                <p:nvSpPr>
                  <p:cNvPr id="37" name="ïşḷíḍè"/>
                  <p:cNvSpPr/>
                  <p:nvPr/>
                </p:nvSpPr>
                <p:spPr>
                  <a:xfrm rot="10800000" flipH="1" flipV="1">
                    <a:off x="5991258" y="2297113"/>
                    <a:ext cx="1680644" cy="1682750"/>
                  </a:xfrm>
                  <a:prstGeom prst="arc">
                    <a:avLst>
                      <a:gd name="adj1" fmla="val 12102516"/>
                      <a:gd name="adj2" fmla="val 20501021"/>
                    </a:avLst>
                  </a:prstGeom>
                  <a:ln w="133350" cap="sq">
                    <a:solidFill>
                      <a:schemeClr val="tx2">
                        <a:lumMod val="20000"/>
                        <a:lumOff val="80000"/>
                      </a:schemeClr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lIns="91412" tIns="45706" rIns="91412" bIns="45706" anchor="ctr"/>
                  <a:lstStyle/>
                  <a:p>
                    <a:pPr algn="ctr" eaLnBrk="1" fontAlgn="auto" hangingPunct="1">
                      <a:defRPr/>
                    </a:pPr>
                    <a:endParaRPr lang="en-IN" sz="2400" noProof="1">
                      <a:solidFill>
                        <a:schemeClr val="bg1">
                          <a:lumMod val="95000"/>
                        </a:schemeClr>
                      </a:solidFill>
                    </a:endParaRPr>
                  </a:p>
                </p:txBody>
              </p:sp>
              <p:sp>
                <p:nvSpPr>
                  <p:cNvPr id="38" name="ïśḻiḓé"/>
                  <p:cNvSpPr/>
                  <p:nvPr/>
                </p:nvSpPr>
                <p:spPr>
                  <a:xfrm>
                    <a:off x="6381345" y="2688380"/>
                    <a:ext cx="899785" cy="900064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anchor="ctr">
                    <a:normAutofit/>
                  </a:bodyPr>
                  <a:lstStyle/>
                  <a:p>
                    <a:pPr algn="ctr" eaLnBrk="1" fontAlgn="auto" hangingPunct="1">
                      <a:defRPr/>
                    </a:pPr>
                    <a:endParaRPr lang="en-IN" sz="2000" noProof="1">
                      <a:solidFill>
                        <a:schemeClr val="bg1">
                          <a:lumMod val="95000"/>
                        </a:schemeClr>
                      </a:solidFill>
                    </a:endParaRPr>
                  </a:p>
                </p:txBody>
              </p:sp>
              <p:sp>
                <p:nvSpPr>
                  <p:cNvPr id="39" name="ïsľîdè"/>
                  <p:cNvSpPr/>
                  <p:nvPr/>
                </p:nvSpPr>
                <p:spPr bwMode="auto">
                  <a:xfrm>
                    <a:off x="6540015" y="2857954"/>
                    <a:ext cx="582444" cy="560917"/>
                  </a:xfrm>
                  <a:custGeom>
                    <a:avLst/>
                    <a:gdLst>
                      <a:gd name="connsiteX0" fmla="*/ 216243 w 609050"/>
                      <a:gd name="connsiteY0" fmla="*/ 412730 h 586540"/>
                      <a:gd name="connsiteX1" fmla="*/ 216243 w 609050"/>
                      <a:gd name="connsiteY1" fmla="*/ 456594 h 586540"/>
                      <a:gd name="connsiteX2" fmla="*/ 293953 w 609050"/>
                      <a:gd name="connsiteY2" fmla="*/ 456594 h 586540"/>
                      <a:gd name="connsiteX3" fmla="*/ 293953 w 609050"/>
                      <a:gd name="connsiteY3" fmla="*/ 412730 h 586540"/>
                      <a:gd name="connsiteX4" fmla="*/ 69884 w 609050"/>
                      <a:gd name="connsiteY4" fmla="*/ 412730 h 586540"/>
                      <a:gd name="connsiteX5" fmla="*/ 69884 w 609050"/>
                      <a:gd name="connsiteY5" fmla="*/ 456594 h 586540"/>
                      <a:gd name="connsiteX6" fmla="*/ 147595 w 609050"/>
                      <a:gd name="connsiteY6" fmla="*/ 456594 h 586540"/>
                      <a:gd name="connsiteX7" fmla="*/ 147595 w 609050"/>
                      <a:gd name="connsiteY7" fmla="*/ 412730 h 586540"/>
                      <a:gd name="connsiteX8" fmla="*/ 460769 w 609050"/>
                      <a:gd name="connsiteY8" fmla="*/ 376268 h 586540"/>
                      <a:gd name="connsiteX9" fmla="*/ 460769 w 609050"/>
                      <a:gd name="connsiteY9" fmla="*/ 414786 h 586540"/>
                      <a:gd name="connsiteX10" fmla="*/ 555916 w 609050"/>
                      <a:gd name="connsiteY10" fmla="*/ 414786 h 586540"/>
                      <a:gd name="connsiteX11" fmla="*/ 555916 w 609050"/>
                      <a:gd name="connsiteY11" fmla="*/ 376268 h 586540"/>
                      <a:gd name="connsiteX12" fmla="*/ 216243 w 609050"/>
                      <a:gd name="connsiteY12" fmla="*/ 339670 h 586540"/>
                      <a:gd name="connsiteX13" fmla="*/ 216243 w 609050"/>
                      <a:gd name="connsiteY13" fmla="*/ 383533 h 586540"/>
                      <a:gd name="connsiteX14" fmla="*/ 293953 w 609050"/>
                      <a:gd name="connsiteY14" fmla="*/ 383533 h 586540"/>
                      <a:gd name="connsiteX15" fmla="*/ 293953 w 609050"/>
                      <a:gd name="connsiteY15" fmla="*/ 339670 h 586540"/>
                      <a:gd name="connsiteX16" fmla="*/ 69884 w 609050"/>
                      <a:gd name="connsiteY16" fmla="*/ 339670 h 586540"/>
                      <a:gd name="connsiteX17" fmla="*/ 69884 w 609050"/>
                      <a:gd name="connsiteY17" fmla="*/ 383533 h 586540"/>
                      <a:gd name="connsiteX18" fmla="*/ 147595 w 609050"/>
                      <a:gd name="connsiteY18" fmla="*/ 383533 h 586540"/>
                      <a:gd name="connsiteX19" fmla="*/ 147595 w 609050"/>
                      <a:gd name="connsiteY19" fmla="*/ 339670 h 586540"/>
                      <a:gd name="connsiteX20" fmla="*/ 460769 w 609050"/>
                      <a:gd name="connsiteY20" fmla="*/ 303071 h 586540"/>
                      <a:gd name="connsiteX21" fmla="*/ 460769 w 609050"/>
                      <a:gd name="connsiteY21" fmla="*/ 341726 h 586540"/>
                      <a:gd name="connsiteX22" fmla="*/ 555916 w 609050"/>
                      <a:gd name="connsiteY22" fmla="*/ 341726 h 586540"/>
                      <a:gd name="connsiteX23" fmla="*/ 555916 w 609050"/>
                      <a:gd name="connsiteY23" fmla="*/ 303071 h 586540"/>
                      <a:gd name="connsiteX24" fmla="*/ 216243 w 609050"/>
                      <a:gd name="connsiteY24" fmla="*/ 266609 h 586540"/>
                      <a:gd name="connsiteX25" fmla="*/ 216243 w 609050"/>
                      <a:gd name="connsiteY25" fmla="*/ 310473 h 586540"/>
                      <a:gd name="connsiteX26" fmla="*/ 293953 w 609050"/>
                      <a:gd name="connsiteY26" fmla="*/ 310473 h 586540"/>
                      <a:gd name="connsiteX27" fmla="*/ 293953 w 609050"/>
                      <a:gd name="connsiteY27" fmla="*/ 266609 h 586540"/>
                      <a:gd name="connsiteX28" fmla="*/ 69884 w 609050"/>
                      <a:gd name="connsiteY28" fmla="*/ 266609 h 586540"/>
                      <a:gd name="connsiteX29" fmla="*/ 69884 w 609050"/>
                      <a:gd name="connsiteY29" fmla="*/ 310473 h 586540"/>
                      <a:gd name="connsiteX30" fmla="*/ 147595 w 609050"/>
                      <a:gd name="connsiteY30" fmla="*/ 310473 h 586540"/>
                      <a:gd name="connsiteX31" fmla="*/ 147595 w 609050"/>
                      <a:gd name="connsiteY31" fmla="*/ 266609 h 586540"/>
                      <a:gd name="connsiteX32" fmla="*/ 460769 w 609050"/>
                      <a:gd name="connsiteY32" fmla="*/ 230010 h 586540"/>
                      <a:gd name="connsiteX33" fmla="*/ 460769 w 609050"/>
                      <a:gd name="connsiteY33" fmla="*/ 268528 h 586540"/>
                      <a:gd name="connsiteX34" fmla="*/ 555916 w 609050"/>
                      <a:gd name="connsiteY34" fmla="*/ 268528 h 586540"/>
                      <a:gd name="connsiteX35" fmla="*/ 555916 w 609050"/>
                      <a:gd name="connsiteY35" fmla="*/ 230010 h 586540"/>
                      <a:gd name="connsiteX36" fmla="*/ 216243 w 609050"/>
                      <a:gd name="connsiteY36" fmla="*/ 193549 h 586540"/>
                      <a:gd name="connsiteX37" fmla="*/ 216243 w 609050"/>
                      <a:gd name="connsiteY37" fmla="*/ 237412 h 586540"/>
                      <a:gd name="connsiteX38" fmla="*/ 293953 w 609050"/>
                      <a:gd name="connsiteY38" fmla="*/ 237412 h 586540"/>
                      <a:gd name="connsiteX39" fmla="*/ 293953 w 609050"/>
                      <a:gd name="connsiteY39" fmla="*/ 193549 h 586540"/>
                      <a:gd name="connsiteX40" fmla="*/ 69884 w 609050"/>
                      <a:gd name="connsiteY40" fmla="*/ 193549 h 586540"/>
                      <a:gd name="connsiteX41" fmla="*/ 69884 w 609050"/>
                      <a:gd name="connsiteY41" fmla="*/ 237412 h 586540"/>
                      <a:gd name="connsiteX42" fmla="*/ 147595 w 609050"/>
                      <a:gd name="connsiteY42" fmla="*/ 237412 h 586540"/>
                      <a:gd name="connsiteX43" fmla="*/ 147595 w 609050"/>
                      <a:gd name="connsiteY43" fmla="*/ 193549 h 586540"/>
                      <a:gd name="connsiteX44" fmla="*/ 460769 w 609050"/>
                      <a:gd name="connsiteY44" fmla="*/ 156950 h 586540"/>
                      <a:gd name="connsiteX45" fmla="*/ 460769 w 609050"/>
                      <a:gd name="connsiteY45" fmla="*/ 195468 h 586540"/>
                      <a:gd name="connsiteX46" fmla="*/ 555916 w 609050"/>
                      <a:gd name="connsiteY46" fmla="*/ 195468 h 586540"/>
                      <a:gd name="connsiteX47" fmla="*/ 555916 w 609050"/>
                      <a:gd name="connsiteY47" fmla="*/ 156950 h 586540"/>
                      <a:gd name="connsiteX48" fmla="*/ 192926 w 609050"/>
                      <a:gd name="connsiteY48" fmla="*/ 96251 h 586540"/>
                      <a:gd name="connsiteX49" fmla="*/ 361366 w 609050"/>
                      <a:gd name="connsiteY49" fmla="*/ 96251 h 586540"/>
                      <a:gd name="connsiteX50" fmla="*/ 361366 w 609050"/>
                      <a:gd name="connsiteY50" fmla="*/ 114880 h 586540"/>
                      <a:gd name="connsiteX51" fmla="*/ 192926 w 609050"/>
                      <a:gd name="connsiteY51" fmla="*/ 114880 h 586540"/>
                      <a:gd name="connsiteX52" fmla="*/ 192926 w 609050"/>
                      <a:gd name="connsiteY52" fmla="*/ 49819 h 586540"/>
                      <a:gd name="connsiteX53" fmla="*/ 361366 w 609050"/>
                      <a:gd name="connsiteY53" fmla="*/ 49819 h 586540"/>
                      <a:gd name="connsiteX54" fmla="*/ 361366 w 609050"/>
                      <a:gd name="connsiteY54" fmla="*/ 68307 h 586540"/>
                      <a:gd name="connsiteX55" fmla="*/ 192926 w 609050"/>
                      <a:gd name="connsiteY55" fmla="*/ 68307 h 586540"/>
                      <a:gd name="connsiteX56" fmla="*/ 166130 w 609050"/>
                      <a:gd name="connsiteY56" fmla="*/ 25222 h 586540"/>
                      <a:gd name="connsiteX57" fmla="*/ 166130 w 609050"/>
                      <a:gd name="connsiteY57" fmla="*/ 155716 h 586540"/>
                      <a:gd name="connsiteX58" fmla="*/ 338987 w 609050"/>
                      <a:gd name="connsiteY58" fmla="*/ 155716 h 586540"/>
                      <a:gd name="connsiteX59" fmla="*/ 338987 w 609050"/>
                      <a:gd name="connsiteY59" fmla="*/ 341040 h 586540"/>
                      <a:gd name="connsiteX60" fmla="*/ 338987 w 609050"/>
                      <a:gd name="connsiteY60" fmla="*/ 531710 h 586540"/>
                      <a:gd name="connsiteX61" fmla="*/ 366721 w 609050"/>
                      <a:gd name="connsiteY61" fmla="*/ 531710 h 586540"/>
                      <a:gd name="connsiteX62" fmla="*/ 366721 w 609050"/>
                      <a:gd name="connsiteY62" fmla="*/ 341040 h 586540"/>
                      <a:gd name="connsiteX63" fmla="*/ 366721 w 609050"/>
                      <a:gd name="connsiteY63" fmla="*/ 155305 h 586540"/>
                      <a:gd name="connsiteX64" fmla="*/ 388002 w 609050"/>
                      <a:gd name="connsiteY64" fmla="*/ 143517 h 586540"/>
                      <a:gd name="connsiteX65" fmla="*/ 388002 w 609050"/>
                      <a:gd name="connsiteY65" fmla="*/ 25222 h 586540"/>
                      <a:gd name="connsiteX66" fmla="*/ 140867 w 609050"/>
                      <a:gd name="connsiteY66" fmla="*/ 0 h 586540"/>
                      <a:gd name="connsiteX67" fmla="*/ 413402 w 609050"/>
                      <a:gd name="connsiteY67" fmla="*/ 0 h 586540"/>
                      <a:gd name="connsiteX68" fmla="*/ 413402 w 609050"/>
                      <a:gd name="connsiteY68" fmla="*/ 129398 h 586540"/>
                      <a:gd name="connsiteX69" fmla="*/ 432486 w 609050"/>
                      <a:gd name="connsiteY69" fmla="*/ 118843 h 586540"/>
                      <a:gd name="connsiteX70" fmla="*/ 584199 w 609050"/>
                      <a:gd name="connsiteY70" fmla="*/ 118843 h 586540"/>
                      <a:gd name="connsiteX71" fmla="*/ 584199 w 609050"/>
                      <a:gd name="connsiteY71" fmla="*/ 531710 h 586540"/>
                      <a:gd name="connsiteX72" fmla="*/ 609050 w 609050"/>
                      <a:gd name="connsiteY72" fmla="*/ 531710 h 586540"/>
                      <a:gd name="connsiteX73" fmla="*/ 609050 w 609050"/>
                      <a:gd name="connsiteY73" fmla="*/ 586540 h 586540"/>
                      <a:gd name="connsiteX74" fmla="*/ 0 w 609050"/>
                      <a:gd name="connsiteY74" fmla="*/ 586540 h 586540"/>
                      <a:gd name="connsiteX75" fmla="*/ 0 w 609050"/>
                      <a:gd name="connsiteY75" fmla="*/ 531710 h 586540"/>
                      <a:gd name="connsiteX76" fmla="*/ 24851 w 609050"/>
                      <a:gd name="connsiteY76" fmla="*/ 531710 h 586540"/>
                      <a:gd name="connsiteX77" fmla="*/ 24851 w 609050"/>
                      <a:gd name="connsiteY77" fmla="*/ 155716 h 586540"/>
                      <a:gd name="connsiteX78" fmla="*/ 140867 w 609050"/>
                      <a:gd name="connsiteY78" fmla="*/ 155716 h 5865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</a:cxnLst>
                    <a:rect l="l" t="t" r="r" b="b"/>
                    <a:pathLst>
                      <a:path w="609050" h="586540">
                        <a:moveTo>
                          <a:pt x="216243" y="412730"/>
                        </a:moveTo>
                        <a:lnTo>
                          <a:pt x="216243" y="456594"/>
                        </a:lnTo>
                        <a:lnTo>
                          <a:pt x="293953" y="456594"/>
                        </a:lnTo>
                        <a:lnTo>
                          <a:pt x="293953" y="412730"/>
                        </a:lnTo>
                        <a:close/>
                        <a:moveTo>
                          <a:pt x="69884" y="412730"/>
                        </a:moveTo>
                        <a:lnTo>
                          <a:pt x="69884" y="456594"/>
                        </a:lnTo>
                        <a:lnTo>
                          <a:pt x="147595" y="456594"/>
                        </a:lnTo>
                        <a:lnTo>
                          <a:pt x="147595" y="412730"/>
                        </a:lnTo>
                        <a:close/>
                        <a:moveTo>
                          <a:pt x="460769" y="376268"/>
                        </a:moveTo>
                        <a:lnTo>
                          <a:pt x="460769" y="414786"/>
                        </a:lnTo>
                        <a:lnTo>
                          <a:pt x="555916" y="414786"/>
                        </a:lnTo>
                        <a:lnTo>
                          <a:pt x="555916" y="376268"/>
                        </a:lnTo>
                        <a:close/>
                        <a:moveTo>
                          <a:pt x="216243" y="339670"/>
                        </a:moveTo>
                        <a:lnTo>
                          <a:pt x="216243" y="383533"/>
                        </a:lnTo>
                        <a:lnTo>
                          <a:pt x="293953" y="383533"/>
                        </a:lnTo>
                        <a:lnTo>
                          <a:pt x="293953" y="339670"/>
                        </a:lnTo>
                        <a:close/>
                        <a:moveTo>
                          <a:pt x="69884" y="339670"/>
                        </a:moveTo>
                        <a:lnTo>
                          <a:pt x="69884" y="383533"/>
                        </a:lnTo>
                        <a:lnTo>
                          <a:pt x="147595" y="383533"/>
                        </a:lnTo>
                        <a:lnTo>
                          <a:pt x="147595" y="339670"/>
                        </a:lnTo>
                        <a:close/>
                        <a:moveTo>
                          <a:pt x="460769" y="303071"/>
                        </a:moveTo>
                        <a:lnTo>
                          <a:pt x="460769" y="341726"/>
                        </a:lnTo>
                        <a:lnTo>
                          <a:pt x="555916" y="341726"/>
                        </a:lnTo>
                        <a:lnTo>
                          <a:pt x="555916" y="303071"/>
                        </a:lnTo>
                        <a:close/>
                        <a:moveTo>
                          <a:pt x="216243" y="266609"/>
                        </a:moveTo>
                        <a:lnTo>
                          <a:pt x="216243" y="310473"/>
                        </a:lnTo>
                        <a:lnTo>
                          <a:pt x="293953" y="310473"/>
                        </a:lnTo>
                        <a:lnTo>
                          <a:pt x="293953" y="266609"/>
                        </a:lnTo>
                        <a:close/>
                        <a:moveTo>
                          <a:pt x="69884" y="266609"/>
                        </a:moveTo>
                        <a:lnTo>
                          <a:pt x="69884" y="310473"/>
                        </a:lnTo>
                        <a:lnTo>
                          <a:pt x="147595" y="310473"/>
                        </a:lnTo>
                        <a:lnTo>
                          <a:pt x="147595" y="266609"/>
                        </a:lnTo>
                        <a:close/>
                        <a:moveTo>
                          <a:pt x="460769" y="230010"/>
                        </a:moveTo>
                        <a:lnTo>
                          <a:pt x="460769" y="268528"/>
                        </a:lnTo>
                        <a:lnTo>
                          <a:pt x="555916" y="268528"/>
                        </a:lnTo>
                        <a:lnTo>
                          <a:pt x="555916" y="230010"/>
                        </a:lnTo>
                        <a:close/>
                        <a:moveTo>
                          <a:pt x="216243" y="193549"/>
                        </a:moveTo>
                        <a:lnTo>
                          <a:pt x="216243" y="237412"/>
                        </a:lnTo>
                        <a:lnTo>
                          <a:pt x="293953" y="237412"/>
                        </a:lnTo>
                        <a:lnTo>
                          <a:pt x="293953" y="193549"/>
                        </a:lnTo>
                        <a:close/>
                        <a:moveTo>
                          <a:pt x="69884" y="193549"/>
                        </a:moveTo>
                        <a:lnTo>
                          <a:pt x="69884" y="237412"/>
                        </a:lnTo>
                        <a:lnTo>
                          <a:pt x="147595" y="237412"/>
                        </a:lnTo>
                        <a:lnTo>
                          <a:pt x="147595" y="193549"/>
                        </a:lnTo>
                        <a:close/>
                        <a:moveTo>
                          <a:pt x="460769" y="156950"/>
                        </a:moveTo>
                        <a:lnTo>
                          <a:pt x="460769" y="195468"/>
                        </a:lnTo>
                        <a:lnTo>
                          <a:pt x="555916" y="195468"/>
                        </a:lnTo>
                        <a:lnTo>
                          <a:pt x="555916" y="156950"/>
                        </a:lnTo>
                        <a:close/>
                        <a:moveTo>
                          <a:pt x="192926" y="96251"/>
                        </a:moveTo>
                        <a:lnTo>
                          <a:pt x="361366" y="96251"/>
                        </a:lnTo>
                        <a:lnTo>
                          <a:pt x="361366" y="114880"/>
                        </a:lnTo>
                        <a:lnTo>
                          <a:pt x="192926" y="114880"/>
                        </a:lnTo>
                        <a:close/>
                        <a:moveTo>
                          <a:pt x="192926" y="49819"/>
                        </a:moveTo>
                        <a:lnTo>
                          <a:pt x="361366" y="49819"/>
                        </a:lnTo>
                        <a:lnTo>
                          <a:pt x="361366" y="68307"/>
                        </a:lnTo>
                        <a:lnTo>
                          <a:pt x="192926" y="68307"/>
                        </a:lnTo>
                        <a:close/>
                        <a:moveTo>
                          <a:pt x="166130" y="25222"/>
                        </a:moveTo>
                        <a:lnTo>
                          <a:pt x="166130" y="155716"/>
                        </a:lnTo>
                        <a:lnTo>
                          <a:pt x="338987" y="155716"/>
                        </a:lnTo>
                        <a:lnTo>
                          <a:pt x="338987" y="341040"/>
                        </a:lnTo>
                        <a:lnTo>
                          <a:pt x="338987" y="531710"/>
                        </a:lnTo>
                        <a:lnTo>
                          <a:pt x="366721" y="531710"/>
                        </a:lnTo>
                        <a:lnTo>
                          <a:pt x="366721" y="341040"/>
                        </a:lnTo>
                        <a:lnTo>
                          <a:pt x="366721" y="155305"/>
                        </a:lnTo>
                        <a:lnTo>
                          <a:pt x="388002" y="143517"/>
                        </a:lnTo>
                        <a:lnTo>
                          <a:pt x="388002" y="25222"/>
                        </a:lnTo>
                        <a:close/>
                        <a:moveTo>
                          <a:pt x="140867" y="0"/>
                        </a:moveTo>
                        <a:lnTo>
                          <a:pt x="413402" y="0"/>
                        </a:lnTo>
                        <a:lnTo>
                          <a:pt x="413402" y="129398"/>
                        </a:lnTo>
                        <a:lnTo>
                          <a:pt x="432486" y="118843"/>
                        </a:lnTo>
                        <a:lnTo>
                          <a:pt x="584199" y="118843"/>
                        </a:lnTo>
                        <a:lnTo>
                          <a:pt x="584199" y="531710"/>
                        </a:lnTo>
                        <a:lnTo>
                          <a:pt x="609050" y="531710"/>
                        </a:lnTo>
                        <a:lnTo>
                          <a:pt x="609050" y="586540"/>
                        </a:lnTo>
                        <a:lnTo>
                          <a:pt x="0" y="586540"/>
                        </a:lnTo>
                        <a:lnTo>
                          <a:pt x="0" y="531710"/>
                        </a:lnTo>
                        <a:lnTo>
                          <a:pt x="24851" y="531710"/>
                        </a:lnTo>
                        <a:lnTo>
                          <a:pt x="24851" y="155716"/>
                        </a:lnTo>
                        <a:lnTo>
                          <a:pt x="140867" y="155716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0">
                    <a:noFill/>
                    <a:prstDash val="solid"/>
                    <a:round/>
                  </a:ln>
                </p:spPr>
                <p:txBody>
                  <a:bodyPr wrap="square"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</p:grpSp>
            <p:sp>
              <p:nvSpPr>
                <p:cNvPr id="33" name="iṩḻïḑé"/>
                <p:cNvSpPr txBox="1"/>
                <p:nvPr/>
              </p:nvSpPr>
              <p:spPr>
                <a:xfrm>
                  <a:off x="5761993" y="1439210"/>
                  <a:ext cx="668014" cy="50101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>
                  <a:prstTxWarp prst="textPlain">
                    <a:avLst/>
                  </a:prstTxWarp>
                  <a:normAutofit/>
                </a:bodyPr>
                <a:lstStyle/>
                <a:p>
                  <a:pPr algn="ctr"/>
                  <a:r>
                    <a:rPr lang="en-US" dirty="0">
                      <a:solidFill>
                        <a:schemeClr val="accent1"/>
                      </a:solidFill>
                      <a:latin typeface="Impact" panose="020B0806030902050204" pitchFamily="34" charset="0"/>
                    </a:rPr>
                    <a:t>40%</a:t>
                  </a:r>
                  <a:endParaRPr lang="en-US" dirty="0">
                    <a:solidFill>
                      <a:schemeClr val="accent1"/>
                    </a:solidFill>
                    <a:latin typeface="Impact" panose="020B0806030902050204" pitchFamily="34" charset="0"/>
                  </a:endParaRPr>
                </a:p>
              </p:txBody>
            </p:sp>
            <p:sp>
              <p:nvSpPr>
                <p:cNvPr id="34" name="îşliďê"/>
                <p:cNvSpPr txBox="1"/>
                <p:nvPr/>
              </p:nvSpPr>
              <p:spPr bwMode="auto">
                <a:xfrm>
                  <a:off x="4903606" y="4109469"/>
                  <a:ext cx="2384788" cy="4418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</a:pPr>
                  <a:r>
                    <a:rPr lang="en-US" altLang="zh-CN" sz="2000" b="1" dirty="0"/>
                    <a:t>Text here</a:t>
                  </a:r>
                  <a:endParaRPr lang="en-US" altLang="zh-CN" sz="2000" b="1" dirty="0"/>
                </a:p>
              </p:txBody>
            </p:sp>
            <p:sp>
              <p:nvSpPr>
                <p:cNvPr id="35" name="išliḍê"/>
                <p:cNvSpPr/>
                <p:nvPr/>
              </p:nvSpPr>
              <p:spPr bwMode="auto">
                <a:xfrm>
                  <a:off x="4903606" y="4551273"/>
                  <a:ext cx="2384788" cy="11641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0000" tIns="46800" rIns="90000" bIns="4680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Copy paste fonts. Choose the only option to retain text.</a:t>
                  </a:r>
                  <a:endParaRPr lang="en-US" altLang="zh-CN" sz="1100" dirty="0"/>
                </a:p>
                <a:p>
                  <a:pPr algn="ctr">
                    <a:lnSpc>
                      <a:spcPct val="150000"/>
                    </a:lnSpc>
                  </a:pPr>
                  <a:endParaRPr lang="en-US" altLang="zh-CN" sz="1100" dirty="0"/>
                </a:p>
                <a:p>
                  <a:pPr algn="ctr">
                    <a:lnSpc>
                      <a:spcPct val="150000"/>
                    </a:lnSpc>
                  </a:pPr>
                  <a:r>
                    <a:rPr lang="en-US" altLang="zh-CN" sz="1100" dirty="0"/>
                    <a:t>……</a:t>
                  </a:r>
                  <a:endParaRPr lang="en-US" altLang="zh-CN" sz="1100" dirty="0"/>
                </a:p>
              </p:txBody>
            </p:sp>
          </p:grpSp>
          <p:grpSp>
            <p:nvGrpSpPr>
              <p:cNvPr id="14" name="ïŝḻiḑè"/>
              <p:cNvGrpSpPr/>
              <p:nvPr/>
            </p:nvGrpSpPr>
            <p:grpSpPr>
              <a:xfrm>
                <a:off x="1654891" y="2128763"/>
                <a:ext cx="1817007" cy="1819504"/>
                <a:chOff x="5667742" y="1973318"/>
                <a:chExt cx="2326986" cy="2330184"/>
              </a:xfrm>
            </p:grpSpPr>
            <p:grpSp>
              <p:nvGrpSpPr>
                <p:cNvPr id="18" name="î$ľiḋe"/>
                <p:cNvGrpSpPr/>
                <p:nvPr/>
              </p:nvGrpSpPr>
              <p:grpSpPr>
                <a:xfrm>
                  <a:off x="5667742" y="1973318"/>
                  <a:ext cx="2326986" cy="2330184"/>
                  <a:chOff x="1033463" y="2201863"/>
                  <a:chExt cx="2984500" cy="2987676"/>
                </a:xfrm>
                <a:solidFill>
                  <a:schemeClr val="tx2">
                    <a:lumMod val="20000"/>
                    <a:lumOff val="80000"/>
                  </a:schemeClr>
                </a:solidFill>
              </p:grpSpPr>
              <p:sp>
                <p:nvSpPr>
                  <p:cNvPr id="22" name="ïṥḷiḓê"/>
                  <p:cNvSpPr/>
                  <p:nvPr/>
                </p:nvSpPr>
                <p:spPr bwMode="auto">
                  <a:xfrm>
                    <a:off x="3433763" y="2613026"/>
                    <a:ext cx="546100" cy="798513"/>
                  </a:xfrm>
                  <a:custGeom>
                    <a:avLst/>
                    <a:gdLst>
                      <a:gd name="T0" fmla="*/ 98 w 145"/>
                      <a:gd name="T1" fmla="*/ 212 h 212"/>
                      <a:gd name="T2" fmla="*/ 145 w 145"/>
                      <a:gd name="T3" fmla="*/ 200 h 212"/>
                      <a:gd name="T4" fmla="*/ 31 w 145"/>
                      <a:gd name="T5" fmla="*/ 0 h 212"/>
                      <a:gd name="T6" fmla="*/ 0 w 145"/>
                      <a:gd name="T7" fmla="*/ 37 h 212"/>
                      <a:gd name="T8" fmla="*/ 98 w 145"/>
                      <a:gd name="T9" fmla="*/ 212 h 21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45" h="212">
                        <a:moveTo>
                          <a:pt x="98" y="212"/>
                        </a:moveTo>
                        <a:cubicBezTo>
                          <a:pt x="145" y="200"/>
                          <a:pt x="145" y="200"/>
                          <a:pt x="145" y="200"/>
                        </a:cubicBezTo>
                        <a:cubicBezTo>
                          <a:pt x="127" y="122"/>
                          <a:pt x="87" y="53"/>
                          <a:pt x="31" y="0"/>
                        </a:cubicBezTo>
                        <a:cubicBezTo>
                          <a:pt x="0" y="37"/>
                          <a:pt x="0" y="37"/>
                          <a:pt x="0" y="37"/>
                        </a:cubicBezTo>
                        <a:cubicBezTo>
                          <a:pt x="49" y="84"/>
                          <a:pt x="83" y="144"/>
                          <a:pt x="98" y="212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23" name="íSḻíďè"/>
                  <p:cNvSpPr/>
                  <p:nvPr/>
                </p:nvSpPr>
                <p:spPr bwMode="auto">
                  <a:xfrm>
                    <a:off x="2538413" y="2201863"/>
                    <a:ext cx="971550" cy="509588"/>
                  </a:xfrm>
                  <a:custGeom>
                    <a:avLst/>
                    <a:gdLst>
                      <a:gd name="T0" fmla="*/ 227 w 258"/>
                      <a:gd name="T1" fmla="*/ 135 h 135"/>
                      <a:gd name="T2" fmla="*/ 258 w 258"/>
                      <a:gd name="T3" fmla="*/ 98 h 135"/>
                      <a:gd name="T4" fmla="*/ 0 w 258"/>
                      <a:gd name="T5" fmla="*/ 0 h 135"/>
                      <a:gd name="T6" fmla="*/ 0 w 258"/>
                      <a:gd name="T7" fmla="*/ 48 h 135"/>
                      <a:gd name="T8" fmla="*/ 227 w 258"/>
                      <a:gd name="T9" fmla="*/ 135 h 1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58" h="135">
                        <a:moveTo>
                          <a:pt x="227" y="135"/>
                        </a:moveTo>
                        <a:cubicBezTo>
                          <a:pt x="258" y="98"/>
                          <a:pt x="258" y="98"/>
                          <a:pt x="258" y="98"/>
                        </a:cubicBezTo>
                        <a:cubicBezTo>
                          <a:pt x="189" y="38"/>
                          <a:pt x="99" y="1"/>
                          <a:pt x="0" y="0"/>
                        </a:cubicBezTo>
                        <a:cubicBezTo>
                          <a:pt x="0" y="48"/>
                          <a:pt x="0" y="48"/>
                          <a:pt x="0" y="48"/>
                        </a:cubicBezTo>
                        <a:cubicBezTo>
                          <a:pt x="87" y="49"/>
                          <a:pt x="166" y="82"/>
                          <a:pt x="227" y="135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24" name="ïŝļíḍè"/>
                  <p:cNvSpPr/>
                  <p:nvPr/>
                </p:nvSpPr>
                <p:spPr bwMode="auto">
                  <a:xfrm>
                    <a:off x="3735388" y="3422651"/>
                    <a:ext cx="282575" cy="831850"/>
                  </a:xfrm>
                  <a:custGeom>
                    <a:avLst/>
                    <a:gdLst>
                      <a:gd name="T0" fmla="*/ 26 w 75"/>
                      <a:gd name="T1" fmla="*/ 72 h 221"/>
                      <a:gd name="T2" fmla="*/ 0 w 75"/>
                      <a:gd name="T3" fmla="*/ 204 h 221"/>
                      <a:gd name="T4" fmla="*/ 46 w 75"/>
                      <a:gd name="T5" fmla="*/ 221 h 221"/>
                      <a:gd name="T6" fmla="*/ 75 w 75"/>
                      <a:gd name="T7" fmla="*/ 72 h 221"/>
                      <a:gd name="T8" fmla="*/ 68 w 75"/>
                      <a:gd name="T9" fmla="*/ 0 h 221"/>
                      <a:gd name="T10" fmla="*/ 21 w 75"/>
                      <a:gd name="T11" fmla="*/ 13 h 221"/>
                      <a:gd name="T12" fmla="*/ 26 w 75"/>
                      <a:gd name="T13" fmla="*/ 72 h 2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75" h="221">
                        <a:moveTo>
                          <a:pt x="26" y="72"/>
                        </a:moveTo>
                        <a:cubicBezTo>
                          <a:pt x="26" y="119"/>
                          <a:pt x="17" y="163"/>
                          <a:pt x="0" y="204"/>
                        </a:cubicBezTo>
                        <a:cubicBezTo>
                          <a:pt x="46" y="221"/>
                          <a:pt x="46" y="221"/>
                          <a:pt x="46" y="221"/>
                        </a:cubicBezTo>
                        <a:cubicBezTo>
                          <a:pt x="64" y="175"/>
                          <a:pt x="75" y="125"/>
                          <a:pt x="75" y="72"/>
                        </a:cubicBezTo>
                        <a:cubicBezTo>
                          <a:pt x="75" y="48"/>
                          <a:pt x="72" y="24"/>
                          <a:pt x="68" y="0"/>
                        </a:cubicBezTo>
                        <a:cubicBezTo>
                          <a:pt x="21" y="13"/>
                          <a:pt x="21" y="13"/>
                          <a:pt x="21" y="13"/>
                        </a:cubicBezTo>
                        <a:cubicBezTo>
                          <a:pt x="24" y="32"/>
                          <a:pt x="26" y="52"/>
                          <a:pt x="26" y="72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en-IN" sz="2400" noProof="1"/>
                  </a:p>
                </p:txBody>
              </p:sp>
              <p:sp>
                <p:nvSpPr>
                  <p:cNvPr id="25" name="ïşľïďè"/>
                  <p:cNvSpPr/>
                  <p:nvPr/>
                </p:nvSpPr>
                <p:spPr bwMode="auto">
                  <a:xfrm>
                    <a:off x="1654176" y="2201863"/>
                    <a:ext cx="823913" cy="425450"/>
                  </a:xfrm>
                  <a:custGeom>
                    <a:avLst/>
                    <a:gdLst>
                      <a:gd name="T0" fmla="*/ 219 w 219"/>
                      <a:gd name="T1" fmla="*/ 48 h 113"/>
                      <a:gd name="T2" fmla="*/ 219 w 219"/>
                      <a:gd name="T3" fmla="*/ 0 h 113"/>
                      <a:gd name="T4" fmla="*/ 0 w 219"/>
                      <a:gd name="T5" fmla="*/ 74 h 113"/>
                      <a:gd name="T6" fmla="*/ 28 w 219"/>
                      <a:gd name="T7" fmla="*/ 113 h 113"/>
                      <a:gd name="T8" fmla="*/ 219 w 219"/>
                      <a:gd name="T9" fmla="*/ 48 h 1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9" h="113">
                        <a:moveTo>
                          <a:pt x="219" y="48"/>
                        </a:moveTo>
                        <a:cubicBezTo>
                          <a:pt x="219" y="0"/>
                          <a:pt x="219" y="0"/>
                          <a:pt x="219" y="0"/>
                        </a:cubicBezTo>
                        <a:cubicBezTo>
                          <a:pt x="138" y="2"/>
                          <a:pt x="62" y="29"/>
                          <a:pt x="0" y="74"/>
                        </a:cubicBezTo>
                        <a:cubicBezTo>
                          <a:pt x="28" y="113"/>
                          <a:pt x="28" y="113"/>
                          <a:pt x="28" y="113"/>
                        </a:cubicBezTo>
                        <a:cubicBezTo>
                          <a:pt x="82" y="74"/>
                          <a:pt x="148" y="50"/>
                          <a:pt x="219" y="48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26" name="işľidê"/>
                  <p:cNvSpPr/>
                  <p:nvPr/>
                </p:nvSpPr>
                <p:spPr bwMode="auto">
                  <a:xfrm>
                    <a:off x="1119188" y="4144963"/>
                    <a:ext cx="587375" cy="712788"/>
                  </a:xfrm>
                  <a:custGeom>
                    <a:avLst/>
                    <a:gdLst>
                      <a:gd name="T0" fmla="*/ 46 w 156"/>
                      <a:gd name="T1" fmla="*/ 0 h 189"/>
                      <a:gd name="T2" fmla="*/ 0 w 156"/>
                      <a:gd name="T3" fmla="*/ 13 h 189"/>
                      <a:gd name="T4" fmla="*/ 125 w 156"/>
                      <a:gd name="T5" fmla="*/ 189 h 189"/>
                      <a:gd name="T6" fmla="*/ 156 w 156"/>
                      <a:gd name="T7" fmla="*/ 152 h 189"/>
                      <a:gd name="T8" fmla="*/ 46 w 156"/>
                      <a:gd name="T9" fmla="*/ 0 h 1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56" h="189">
                        <a:moveTo>
                          <a:pt x="46" y="0"/>
                        </a:moveTo>
                        <a:cubicBezTo>
                          <a:pt x="0" y="13"/>
                          <a:pt x="0" y="13"/>
                          <a:pt x="0" y="13"/>
                        </a:cubicBezTo>
                        <a:cubicBezTo>
                          <a:pt x="24" y="83"/>
                          <a:pt x="68" y="144"/>
                          <a:pt x="125" y="189"/>
                        </a:cubicBezTo>
                        <a:cubicBezTo>
                          <a:pt x="156" y="152"/>
                          <a:pt x="156" y="152"/>
                          <a:pt x="156" y="152"/>
                        </a:cubicBezTo>
                        <a:cubicBezTo>
                          <a:pt x="107" y="113"/>
                          <a:pt x="68" y="61"/>
                          <a:pt x="46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27" name="íŝļíďé"/>
                  <p:cNvSpPr/>
                  <p:nvPr/>
                </p:nvSpPr>
                <p:spPr bwMode="auto">
                  <a:xfrm>
                    <a:off x="3260726" y="4246563"/>
                    <a:ext cx="625475" cy="677863"/>
                  </a:xfrm>
                  <a:custGeom>
                    <a:avLst/>
                    <a:gdLst>
                      <a:gd name="T0" fmla="*/ 0 w 166"/>
                      <a:gd name="T1" fmla="*/ 141 h 180"/>
                      <a:gd name="T2" fmla="*/ 28 w 166"/>
                      <a:gd name="T3" fmla="*/ 180 h 180"/>
                      <a:gd name="T4" fmla="*/ 166 w 166"/>
                      <a:gd name="T5" fmla="*/ 16 h 180"/>
                      <a:gd name="T6" fmla="*/ 120 w 166"/>
                      <a:gd name="T7" fmla="*/ 0 h 180"/>
                      <a:gd name="T8" fmla="*/ 0 w 166"/>
                      <a:gd name="T9" fmla="*/ 141 h 18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66" h="180">
                        <a:moveTo>
                          <a:pt x="0" y="141"/>
                        </a:moveTo>
                        <a:cubicBezTo>
                          <a:pt x="28" y="180"/>
                          <a:pt x="28" y="180"/>
                          <a:pt x="28" y="180"/>
                        </a:cubicBezTo>
                        <a:cubicBezTo>
                          <a:pt x="88" y="140"/>
                          <a:pt x="136" y="83"/>
                          <a:pt x="166" y="16"/>
                        </a:cubicBezTo>
                        <a:cubicBezTo>
                          <a:pt x="120" y="0"/>
                          <a:pt x="120" y="0"/>
                          <a:pt x="120" y="0"/>
                        </a:cubicBezTo>
                        <a:cubicBezTo>
                          <a:pt x="93" y="57"/>
                          <a:pt x="52" y="105"/>
                          <a:pt x="0" y="14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28" name="îSļiḍé"/>
                  <p:cNvSpPr/>
                  <p:nvPr/>
                </p:nvSpPr>
                <p:spPr bwMode="auto">
                  <a:xfrm>
                    <a:off x="1033463" y="3290888"/>
                    <a:ext cx="239713" cy="847725"/>
                  </a:xfrm>
                  <a:custGeom>
                    <a:avLst/>
                    <a:gdLst>
                      <a:gd name="T0" fmla="*/ 48 w 64"/>
                      <a:gd name="T1" fmla="*/ 107 h 225"/>
                      <a:gd name="T2" fmla="*/ 60 w 64"/>
                      <a:gd name="T3" fmla="*/ 16 h 225"/>
                      <a:gd name="T4" fmla="*/ 14 w 64"/>
                      <a:gd name="T5" fmla="*/ 0 h 225"/>
                      <a:gd name="T6" fmla="*/ 0 w 64"/>
                      <a:gd name="T7" fmla="*/ 107 h 225"/>
                      <a:gd name="T8" fmla="*/ 17 w 64"/>
                      <a:gd name="T9" fmla="*/ 225 h 225"/>
                      <a:gd name="T10" fmla="*/ 64 w 64"/>
                      <a:gd name="T11" fmla="*/ 212 h 225"/>
                      <a:gd name="T12" fmla="*/ 48 w 64"/>
                      <a:gd name="T13" fmla="*/ 107 h 22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64" h="225">
                        <a:moveTo>
                          <a:pt x="48" y="107"/>
                        </a:moveTo>
                        <a:cubicBezTo>
                          <a:pt x="48" y="76"/>
                          <a:pt x="52" y="45"/>
                          <a:pt x="60" y="16"/>
                        </a:cubicBezTo>
                        <a:cubicBezTo>
                          <a:pt x="14" y="0"/>
                          <a:pt x="14" y="0"/>
                          <a:pt x="14" y="0"/>
                        </a:cubicBezTo>
                        <a:cubicBezTo>
                          <a:pt x="5" y="34"/>
                          <a:pt x="0" y="70"/>
                          <a:pt x="0" y="107"/>
                        </a:cubicBezTo>
                        <a:cubicBezTo>
                          <a:pt x="0" y="148"/>
                          <a:pt x="6" y="188"/>
                          <a:pt x="17" y="225"/>
                        </a:cubicBezTo>
                        <a:cubicBezTo>
                          <a:pt x="64" y="212"/>
                          <a:pt x="64" y="212"/>
                          <a:pt x="64" y="212"/>
                        </a:cubicBezTo>
                        <a:cubicBezTo>
                          <a:pt x="53" y="179"/>
                          <a:pt x="48" y="144"/>
                          <a:pt x="48" y="107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en-IN" sz="2400" noProof="1"/>
                  </a:p>
                </p:txBody>
              </p:sp>
              <p:sp>
                <p:nvSpPr>
                  <p:cNvPr id="29" name="ïsḻïde"/>
                  <p:cNvSpPr/>
                  <p:nvPr/>
                </p:nvSpPr>
                <p:spPr bwMode="auto">
                  <a:xfrm>
                    <a:off x="1104901" y="2514601"/>
                    <a:ext cx="604838" cy="779463"/>
                  </a:xfrm>
                  <a:custGeom>
                    <a:avLst/>
                    <a:gdLst>
                      <a:gd name="T0" fmla="*/ 161 w 161"/>
                      <a:gd name="T1" fmla="*/ 40 h 207"/>
                      <a:gd name="T2" fmla="*/ 134 w 161"/>
                      <a:gd name="T3" fmla="*/ 0 h 207"/>
                      <a:gd name="T4" fmla="*/ 0 w 161"/>
                      <a:gd name="T5" fmla="*/ 191 h 207"/>
                      <a:gd name="T6" fmla="*/ 45 w 161"/>
                      <a:gd name="T7" fmla="*/ 207 h 207"/>
                      <a:gd name="T8" fmla="*/ 161 w 161"/>
                      <a:gd name="T9" fmla="*/ 40 h 20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61" h="207">
                        <a:moveTo>
                          <a:pt x="161" y="40"/>
                        </a:moveTo>
                        <a:cubicBezTo>
                          <a:pt x="134" y="0"/>
                          <a:pt x="134" y="0"/>
                          <a:pt x="134" y="0"/>
                        </a:cubicBezTo>
                        <a:cubicBezTo>
                          <a:pt x="72" y="49"/>
                          <a:pt x="25" y="115"/>
                          <a:pt x="0" y="191"/>
                        </a:cubicBezTo>
                        <a:cubicBezTo>
                          <a:pt x="45" y="207"/>
                          <a:pt x="45" y="207"/>
                          <a:pt x="45" y="207"/>
                        </a:cubicBezTo>
                        <a:cubicBezTo>
                          <a:pt x="67" y="140"/>
                          <a:pt x="107" y="82"/>
                          <a:pt x="161" y="40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30" name="íṣľïḋé"/>
                  <p:cNvSpPr/>
                  <p:nvPr/>
                </p:nvSpPr>
                <p:spPr bwMode="auto">
                  <a:xfrm>
                    <a:off x="2538413" y="4808538"/>
                    <a:ext cx="779463" cy="381000"/>
                  </a:xfrm>
                  <a:custGeom>
                    <a:avLst/>
                    <a:gdLst>
                      <a:gd name="T0" fmla="*/ 0 w 207"/>
                      <a:gd name="T1" fmla="*/ 52 h 101"/>
                      <a:gd name="T2" fmla="*/ 0 w 207"/>
                      <a:gd name="T3" fmla="*/ 101 h 101"/>
                      <a:gd name="T4" fmla="*/ 207 w 207"/>
                      <a:gd name="T5" fmla="*/ 40 h 101"/>
                      <a:gd name="T6" fmla="*/ 179 w 207"/>
                      <a:gd name="T7" fmla="*/ 0 h 101"/>
                      <a:gd name="T8" fmla="*/ 0 w 207"/>
                      <a:gd name="T9" fmla="*/ 52 h 10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7" h="101">
                        <a:moveTo>
                          <a:pt x="0" y="52"/>
                        </a:moveTo>
                        <a:cubicBezTo>
                          <a:pt x="0" y="101"/>
                          <a:pt x="0" y="101"/>
                          <a:pt x="0" y="101"/>
                        </a:cubicBezTo>
                        <a:cubicBezTo>
                          <a:pt x="76" y="100"/>
                          <a:pt x="147" y="78"/>
                          <a:pt x="207" y="40"/>
                        </a:cubicBezTo>
                        <a:cubicBezTo>
                          <a:pt x="179" y="0"/>
                          <a:pt x="179" y="0"/>
                          <a:pt x="179" y="0"/>
                        </a:cubicBezTo>
                        <a:cubicBezTo>
                          <a:pt x="127" y="33"/>
                          <a:pt x="66" y="51"/>
                          <a:pt x="0" y="52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  <p:sp>
                <p:nvSpPr>
                  <p:cNvPr id="31" name="îšļíďê"/>
                  <p:cNvSpPr/>
                  <p:nvPr/>
                </p:nvSpPr>
                <p:spPr bwMode="auto">
                  <a:xfrm>
                    <a:off x="1638301" y="4756151"/>
                    <a:ext cx="839788" cy="433388"/>
                  </a:xfrm>
                  <a:custGeom>
                    <a:avLst/>
                    <a:gdLst>
                      <a:gd name="T0" fmla="*/ 31 w 223"/>
                      <a:gd name="T1" fmla="*/ 0 h 115"/>
                      <a:gd name="T2" fmla="*/ 0 w 223"/>
                      <a:gd name="T3" fmla="*/ 37 h 115"/>
                      <a:gd name="T4" fmla="*/ 223 w 223"/>
                      <a:gd name="T5" fmla="*/ 115 h 115"/>
                      <a:gd name="T6" fmla="*/ 223 w 223"/>
                      <a:gd name="T7" fmla="*/ 66 h 115"/>
                      <a:gd name="T8" fmla="*/ 31 w 223"/>
                      <a:gd name="T9" fmla="*/ 0 h 11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3" h="115">
                        <a:moveTo>
                          <a:pt x="31" y="0"/>
                        </a:moveTo>
                        <a:cubicBezTo>
                          <a:pt x="0" y="37"/>
                          <a:pt x="0" y="37"/>
                          <a:pt x="0" y="37"/>
                        </a:cubicBezTo>
                        <a:cubicBezTo>
                          <a:pt x="63" y="84"/>
                          <a:pt x="140" y="112"/>
                          <a:pt x="223" y="115"/>
                        </a:cubicBezTo>
                        <a:cubicBezTo>
                          <a:pt x="223" y="66"/>
                          <a:pt x="223" y="66"/>
                          <a:pt x="223" y="66"/>
                        </a:cubicBezTo>
                        <a:cubicBezTo>
                          <a:pt x="151" y="64"/>
                          <a:pt x="85" y="39"/>
                          <a:pt x="31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/>
                  <a:lstStyle/>
                  <a:p>
                    <a:pPr eaLnBrk="1" fontAlgn="auto" hangingPunct="1">
                      <a:defRPr/>
                    </a:pPr>
                    <a:endParaRPr lang="en-IN" sz="2400" noProof="1"/>
                  </a:p>
                </p:txBody>
              </p:sp>
            </p:grpSp>
            <p:sp>
              <p:nvSpPr>
                <p:cNvPr id="19" name="îṡḻïdè"/>
                <p:cNvSpPr/>
                <p:nvPr/>
              </p:nvSpPr>
              <p:spPr>
                <a:xfrm rot="10800000" flipH="1" flipV="1">
                  <a:off x="5991258" y="2297113"/>
                  <a:ext cx="1680644" cy="1682750"/>
                </a:xfrm>
                <a:prstGeom prst="arc">
                  <a:avLst>
                    <a:gd name="adj1" fmla="val 9994668"/>
                    <a:gd name="adj2" fmla="val 993954"/>
                  </a:avLst>
                </a:prstGeom>
                <a:ln w="133350" cap="sq">
                  <a:solidFill>
                    <a:schemeClr val="tx2">
                      <a:lumMod val="20000"/>
                      <a:lumOff val="80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lIns="91412" tIns="45706" rIns="91412" bIns="45706" anchor="ctr"/>
                <a:lstStyle/>
                <a:p>
                  <a:pPr algn="ctr" eaLnBrk="1" fontAlgn="auto" hangingPunct="1">
                    <a:defRPr/>
                  </a:pPr>
                  <a:endParaRPr lang="en-IN" sz="2400" noProof="1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20" name="îṩḷiḓè"/>
                <p:cNvSpPr/>
                <p:nvPr/>
              </p:nvSpPr>
              <p:spPr>
                <a:xfrm>
                  <a:off x="6381345" y="2688380"/>
                  <a:ext cx="899785" cy="900064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anchor="ctr">
                  <a:normAutofit/>
                </a:bodyPr>
                <a:lstStyle/>
                <a:p>
                  <a:pPr algn="ctr" eaLnBrk="1" fontAlgn="auto" hangingPunct="1">
                    <a:defRPr/>
                  </a:pPr>
                  <a:endParaRPr lang="en-IN" sz="2000" noProof="1">
                    <a:solidFill>
                      <a:schemeClr val="bg1">
                        <a:lumMod val="95000"/>
                      </a:schemeClr>
                    </a:solidFill>
                  </a:endParaRPr>
                </a:p>
              </p:txBody>
            </p:sp>
            <p:sp>
              <p:nvSpPr>
                <p:cNvPr id="21" name="îšļïdê"/>
                <p:cNvSpPr/>
                <p:nvPr/>
              </p:nvSpPr>
              <p:spPr bwMode="auto">
                <a:xfrm>
                  <a:off x="6540015" y="2857954"/>
                  <a:ext cx="582444" cy="560917"/>
                </a:xfrm>
                <a:custGeom>
                  <a:avLst/>
                  <a:gdLst>
                    <a:gd name="connsiteX0" fmla="*/ 216243 w 609050"/>
                    <a:gd name="connsiteY0" fmla="*/ 412730 h 586540"/>
                    <a:gd name="connsiteX1" fmla="*/ 216243 w 609050"/>
                    <a:gd name="connsiteY1" fmla="*/ 456594 h 586540"/>
                    <a:gd name="connsiteX2" fmla="*/ 293953 w 609050"/>
                    <a:gd name="connsiteY2" fmla="*/ 456594 h 586540"/>
                    <a:gd name="connsiteX3" fmla="*/ 293953 w 609050"/>
                    <a:gd name="connsiteY3" fmla="*/ 412730 h 586540"/>
                    <a:gd name="connsiteX4" fmla="*/ 69884 w 609050"/>
                    <a:gd name="connsiteY4" fmla="*/ 412730 h 586540"/>
                    <a:gd name="connsiteX5" fmla="*/ 69884 w 609050"/>
                    <a:gd name="connsiteY5" fmla="*/ 456594 h 586540"/>
                    <a:gd name="connsiteX6" fmla="*/ 147595 w 609050"/>
                    <a:gd name="connsiteY6" fmla="*/ 456594 h 586540"/>
                    <a:gd name="connsiteX7" fmla="*/ 147595 w 609050"/>
                    <a:gd name="connsiteY7" fmla="*/ 412730 h 586540"/>
                    <a:gd name="connsiteX8" fmla="*/ 460769 w 609050"/>
                    <a:gd name="connsiteY8" fmla="*/ 376268 h 586540"/>
                    <a:gd name="connsiteX9" fmla="*/ 460769 w 609050"/>
                    <a:gd name="connsiteY9" fmla="*/ 414786 h 586540"/>
                    <a:gd name="connsiteX10" fmla="*/ 555916 w 609050"/>
                    <a:gd name="connsiteY10" fmla="*/ 414786 h 586540"/>
                    <a:gd name="connsiteX11" fmla="*/ 555916 w 609050"/>
                    <a:gd name="connsiteY11" fmla="*/ 376268 h 586540"/>
                    <a:gd name="connsiteX12" fmla="*/ 216243 w 609050"/>
                    <a:gd name="connsiteY12" fmla="*/ 339670 h 586540"/>
                    <a:gd name="connsiteX13" fmla="*/ 216243 w 609050"/>
                    <a:gd name="connsiteY13" fmla="*/ 383533 h 586540"/>
                    <a:gd name="connsiteX14" fmla="*/ 293953 w 609050"/>
                    <a:gd name="connsiteY14" fmla="*/ 383533 h 586540"/>
                    <a:gd name="connsiteX15" fmla="*/ 293953 w 609050"/>
                    <a:gd name="connsiteY15" fmla="*/ 339670 h 586540"/>
                    <a:gd name="connsiteX16" fmla="*/ 69884 w 609050"/>
                    <a:gd name="connsiteY16" fmla="*/ 339670 h 586540"/>
                    <a:gd name="connsiteX17" fmla="*/ 69884 w 609050"/>
                    <a:gd name="connsiteY17" fmla="*/ 383533 h 586540"/>
                    <a:gd name="connsiteX18" fmla="*/ 147595 w 609050"/>
                    <a:gd name="connsiteY18" fmla="*/ 383533 h 586540"/>
                    <a:gd name="connsiteX19" fmla="*/ 147595 w 609050"/>
                    <a:gd name="connsiteY19" fmla="*/ 339670 h 586540"/>
                    <a:gd name="connsiteX20" fmla="*/ 460769 w 609050"/>
                    <a:gd name="connsiteY20" fmla="*/ 303071 h 586540"/>
                    <a:gd name="connsiteX21" fmla="*/ 460769 w 609050"/>
                    <a:gd name="connsiteY21" fmla="*/ 341726 h 586540"/>
                    <a:gd name="connsiteX22" fmla="*/ 555916 w 609050"/>
                    <a:gd name="connsiteY22" fmla="*/ 341726 h 586540"/>
                    <a:gd name="connsiteX23" fmla="*/ 555916 w 609050"/>
                    <a:gd name="connsiteY23" fmla="*/ 303071 h 586540"/>
                    <a:gd name="connsiteX24" fmla="*/ 216243 w 609050"/>
                    <a:gd name="connsiteY24" fmla="*/ 266609 h 586540"/>
                    <a:gd name="connsiteX25" fmla="*/ 216243 w 609050"/>
                    <a:gd name="connsiteY25" fmla="*/ 310473 h 586540"/>
                    <a:gd name="connsiteX26" fmla="*/ 293953 w 609050"/>
                    <a:gd name="connsiteY26" fmla="*/ 310473 h 586540"/>
                    <a:gd name="connsiteX27" fmla="*/ 293953 w 609050"/>
                    <a:gd name="connsiteY27" fmla="*/ 266609 h 586540"/>
                    <a:gd name="connsiteX28" fmla="*/ 69884 w 609050"/>
                    <a:gd name="connsiteY28" fmla="*/ 266609 h 586540"/>
                    <a:gd name="connsiteX29" fmla="*/ 69884 w 609050"/>
                    <a:gd name="connsiteY29" fmla="*/ 310473 h 586540"/>
                    <a:gd name="connsiteX30" fmla="*/ 147595 w 609050"/>
                    <a:gd name="connsiteY30" fmla="*/ 310473 h 586540"/>
                    <a:gd name="connsiteX31" fmla="*/ 147595 w 609050"/>
                    <a:gd name="connsiteY31" fmla="*/ 266609 h 586540"/>
                    <a:gd name="connsiteX32" fmla="*/ 460769 w 609050"/>
                    <a:gd name="connsiteY32" fmla="*/ 230010 h 586540"/>
                    <a:gd name="connsiteX33" fmla="*/ 460769 w 609050"/>
                    <a:gd name="connsiteY33" fmla="*/ 268528 h 586540"/>
                    <a:gd name="connsiteX34" fmla="*/ 555916 w 609050"/>
                    <a:gd name="connsiteY34" fmla="*/ 268528 h 586540"/>
                    <a:gd name="connsiteX35" fmla="*/ 555916 w 609050"/>
                    <a:gd name="connsiteY35" fmla="*/ 230010 h 586540"/>
                    <a:gd name="connsiteX36" fmla="*/ 216243 w 609050"/>
                    <a:gd name="connsiteY36" fmla="*/ 193549 h 586540"/>
                    <a:gd name="connsiteX37" fmla="*/ 216243 w 609050"/>
                    <a:gd name="connsiteY37" fmla="*/ 237412 h 586540"/>
                    <a:gd name="connsiteX38" fmla="*/ 293953 w 609050"/>
                    <a:gd name="connsiteY38" fmla="*/ 237412 h 586540"/>
                    <a:gd name="connsiteX39" fmla="*/ 293953 w 609050"/>
                    <a:gd name="connsiteY39" fmla="*/ 193549 h 586540"/>
                    <a:gd name="connsiteX40" fmla="*/ 69884 w 609050"/>
                    <a:gd name="connsiteY40" fmla="*/ 193549 h 586540"/>
                    <a:gd name="connsiteX41" fmla="*/ 69884 w 609050"/>
                    <a:gd name="connsiteY41" fmla="*/ 237412 h 586540"/>
                    <a:gd name="connsiteX42" fmla="*/ 147595 w 609050"/>
                    <a:gd name="connsiteY42" fmla="*/ 237412 h 586540"/>
                    <a:gd name="connsiteX43" fmla="*/ 147595 w 609050"/>
                    <a:gd name="connsiteY43" fmla="*/ 193549 h 586540"/>
                    <a:gd name="connsiteX44" fmla="*/ 460769 w 609050"/>
                    <a:gd name="connsiteY44" fmla="*/ 156950 h 586540"/>
                    <a:gd name="connsiteX45" fmla="*/ 460769 w 609050"/>
                    <a:gd name="connsiteY45" fmla="*/ 195468 h 586540"/>
                    <a:gd name="connsiteX46" fmla="*/ 555916 w 609050"/>
                    <a:gd name="connsiteY46" fmla="*/ 195468 h 586540"/>
                    <a:gd name="connsiteX47" fmla="*/ 555916 w 609050"/>
                    <a:gd name="connsiteY47" fmla="*/ 156950 h 586540"/>
                    <a:gd name="connsiteX48" fmla="*/ 192926 w 609050"/>
                    <a:gd name="connsiteY48" fmla="*/ 96251 h 586540"/>
                    <a:gd name="connsiteX49" fmla="*/ 361366 w 609050"/>
                    <a:gd name="connsiteY49" fmla="*/ 96251 h 586540"/>
                    <a:gd name="connsiteX50" fmla="*/ 361366 w 609050"/>
                    <a:gd name="connsiteY50" fmla="*/ 114880 h 586540"/>
                    <a:gd name="connsiteX51" fmla="*/ 192926 w 609050"/>
                    <a:gd name="connsiteY51" fmla="*/ 114880 h 586540"/>
                    <a:gd name="connsiteX52" fmla="*/ 192926 w 609050"/>
                    <a:gd name="connsiteY52" fmla="*/ 49819 h 586540"/>
                    <a:gd name="connsiteX53" fmla="*/ 361366 w 609050"/>
                    <a:gd name="connsiteY53" fmla="*/ 49819 h 586540"/>
                    <a:gd name="connsiteX54" fmla="*/ 361366 w 609050"/>
                    <a:gd name="connsiteY54" fmla="*/ 68307 h 586540"/>
                    <a:gd name="connsiteX55" fmla="*/ 192926 w 609050"/>
                    <a:gd name="connsiteY55" fmla="*/ 68307 h 586540"/>
                    <a:gd name="connsiteX56" fmla="*/ 166130 w 609050"/>
                    <a:gd name="connsiteY56" fmla="*/ 25222 h 586540"/>
                    <a:gd name="connsiteX57" fmla="*/ 166130 w 609050"/>
                    <a:gd name="connsiteY57" fmla="*/ 155716 h 586540"/>
                    <a:gd name="connsiteX58" fmla="*/ 338987 w 609050"/>
                    <a:gd name="connsiteY58" fmla="*/ 155716 h 586540"/>
                    <a:gd name="connsiteX59" fmla="*/ 338987 w 609050"/>
                    <a:gd name="connsiteY59" fmla="*/ 341040 h 586540"/>
                    <a:gd name="connsiteX60" fmla="*/ 338987 w 609050"/>
                    <a:gd name="connsiteY60" fmla="*/ 531710 h 586540"/>
                    <a:gd name="connsiteX61" fmla="*/ 366721 w 609050"/>
                    <a:gd name="connsiteY61" fmla="*/ 531710 h 586540"/>
                    <a:gd name="connsiteX62" fmla="*/ 366721 w 609050"/>
                    <a:gd name="connsiteY62" fmla="*/ 341040 h 586540"/>
                    <a:gd name="connsiteX63" fmla="*/ 366721 w 609050"/>
                    <a:gd name="connsiteY63" fmla="*/ 155305 h 586540"/>
                    <a:gd name="connsiteX64" fmla="*/ 388002 w 609050"/>
                    <a:gd name="connsiteY64" fmla="*/ 143517 h 586540"/>
                    <a:gd name="connsiteX65" fmla="*/ 388002 w 609050"/>
                    <a:gd name="connsiteY65" fmla="*/ 25222 h 586540"/>
                    <a:gd name="connsiteX66" fmla="*/ 140867 w 609050"/>
                    <a:gd name="connsiteY66" fmla="*/ 0 h 586540"/>
                    <a:gd name="connsiteX67" fmla="*/ 413402 w 609050"/>
                    <a:gd name="connsiteY67" fmla="*/ 0 h 586540"/>
                    <a:gd name="connsiteX68" fmla="*/ 413402 w 609050"/>
                    <a:gd name="connsiteY68" fmla="*/ 129398 h 586540"/>
                    <a:gd name="connsiteX69" fmla="*/ 432486 w 609050"/>
                    <a:gd name="connsiteY69" fmla="*/ 118843 h 586540"/>
                    <a:gd name="connsiteX70" fmla="*/ 584199 w 609050"/>
                    <a:gd name="connsiteY70" fmla="*/ 118843 h 586540"/>
                    <a:gd name="connsiteX71" fmla="*/ 584199 w 609050"/>
                    <a:gd name="connsiteY71" fmla="*/ 531710 h 586540"/>
                    <a:gd name="connsiteX72" fmla="*/ 609050 w 609050"/>
                    <a:gd name="connsiteY72" fmla="*/ 531710 h 586540"/>
                    <a:gd name="connsiteX73" fmla="*/ 609050 w 609050"/>
                    <a:gd name="connsiteY73" fmla="*/ 586540 h 586540"/>
                    <a:gd name="connsiteX74" fmla="*/ 0 w 609050"/>
                    <a:gd name="connsiteY74" fmla="*/ 586540 h 586540"/>
                    <a:gd name="connsiteX75" fmla="*/ 0 w 609050"/>
                    <a:gd name="connsiteY75" fmla="*/ 531710 h 586540"/>
                    <a:gd name="connsiteX76" fmla="*/ 24851 w 609050"/>
                    <a:gd name="connsiteY76" fmla="*/ 531710 h 586540"/>
                    <a:gd name="connsiteX77" fmla="*/ 24851 w 609050"/>
                    <a:gd name="connsiteY77" fmla="*/ 155716 h 586540"/>
                    <a:gd name="connsiteX78" fmla="*/ 140867 w 609050"/>
                    <a:gd name="connsiteY78" fmla="*/ 155716 h 586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</a:cxnLst>
                  <a:rect l="l" t="t" r="r" b="b"/>
                  <a:pathLst>
                    <a:path w="609050" h="586540">
                      <a:moveTo>
                        <a:pt x="216243" y="412730"/>
                      </a:moveTo>
                      <a:lnTo>
                        <a:pt x="216243" y="456594"/>
                      </a:lnTo>
                      <a:lnTo>
                        <a:pt x="293953" y="456594"/>
                      </a:lnTo>
                      <a:lnTo>
                        <a:pt x="293953" y="412730"/>
                      </a:lnTo>
                      <a:close/>
                      <a:moveTo>
                        <a:pt x="69884" y="412730"/>
                      </a:moveTo>
                      <a:lnTo>
                        <a:pt x="69884" y="456594"/>
                      </a:lnTo>
                      <a:lnTo>
                        <a:pt x="147595" y="456594"/>
                      </a:lnTo>
                      <a:lnTo>
                        <a:pt x="147595" y="412730"/>
                      </a:lnTo>
                      <a:close/>
                      <a:moveTo>
                        <a:pt x="460769" y="376268"/>
                      </a:moveTo>
                      <a:lnTo>
                        <a:pt x="460769" y="414786"/>
                      </a:lnTo>
                      <a:lnTo>
                        <a:pt x="555916" y="414786"/>
                      </a:lnTo>
                      <a:lnTo>
                        <a:pt x="555916" y="376268"/>
                      </a:lnTo>
                      <a:close/>
                      <a:moveTo>
                        <a:pt x="216243" y="339670"/>
                      </a:moveTo>
                      <a:lnTo>
                        <a:pt x="216243" y="383533"/>
                      </a:lnTo>
                      <a:lnTo>
                        <a:pt x="293953" y="383533"/>
                      </a:lnTo>
                      <a:lnTo>
                        <a:pt x="293953" y="339670"/>
                      </a:lnTo>
                      <a:close/>
                      <a:moveTo>
                        <a:pt x="69884" y="339670"/>
                      </a:moveTo>
                      <a:lnTo>
                        <a:pt x="69884" y="383533"/>
                      </a:lnTo>
                      <a:lnTo>
                        <a:pt x="147595" y="383533"/>
                      </a:lnTo>
                      <a:lnTo>
                        <a:pt x="147595" y="339670"/>
                      </a:lnTo>
                      <a:close/>
                      <a:moveTo>
                        <a:pt x="460769" y="303071"/>
                      </a:moveTo>
                      <a:lnTo>
                        <a:pt x="460769" y="341726"/>
                      </a:lnTo>
                      <a:lnTo>
                        <a:pt x="555916" y="341726"/>
                      </a:lnTo>
                      <a:lnTo>
                        <a:pt x="555916" y="303071"/>
                      </a:lnTo>
                      <a:close/>
                      <a:moveTo>
                        <a:pt x="216243" y="266609"/>
                      </a:moveTo>
                      <a:lnTo>
                        <a:pt x="216243" y="310473"/>
                      </a:lnTo>
                      <a:lnTo>
                        <a:pt x="293953" y="310473"/>
                      </a:lnTo>
                      <a:lnTo>
                        <a:pt x="293953" y="266609"/>
                      </a:lnTo>
                      <a:close/>
                      <a:moveTo>
                        <a:pt x="69884" y="266609"/>
                      </a:moveTo>
                      <a:lnTo>
                        <a:pt x="69884" y="310473"/>
                      </a:lnTo>
                      <a:lnTo>
                        <a:pt x="147595" y="310473"/>
                      </a:lnTo>
                      <a:lnTo>
                        <a:pt x="147595" y="266609"/>
                      </a:lnTo>
                      <a:close/>
                      <a:moveTo>
                        <a:pt x="460769" y="230010"/>
                      </a:moveTo>
                      <a:lnTo>
                        <a:pt x="460769" y="268528"/>
                      </a:lnTo>
                      <a:lnTo>
                        <a:pt x="555916" y="268528"/>
                      </a:lnTo>
                      <a:lnTo>
                        <a:pt x="555916" y="230010"/>
                      </a:lnTo>
                      <a:close/>
                      <a:moveTo>
                        <a:pt x="216243" y="193549"/>
                      </a:moveTo>
                      <a:lnTo>
                        <a:pt x="216243" y="237412"/>
                      </a:lnTo>
                      <a:lnTo>
                        <a:pt x="293953" y="237412"/>
                      </a:lnTo>
                      <a:lnTo>
                        <a:pt x="293953" y="193549"/>
                      </a:lnTo>
                      <a:close/>
                      <a:moveTo>
                        <a:pt x="69884" y="193549"/>
                      </a:moveTo>
                      <a:lnTo>
                        <a:pt x="69884" y="237412"/>
                      </a:lnTo>
                      <a:lnTo>
                        <a:pt x="147595" y="237412"/>
                      </a:lnTo>
                      <a:lnTo>
                        <a:pt x="147595" y="193549"/>
                      </a:lnTo>
                      <a:close/>
                      <a:moveTo>
                        <a:pt x="460769" y="156950"/>
                      </a:moveTo>
                      <a:lnTo>
                        <a:pt x="460769" y="195468"/>
                      </a:lnTo>
                      <a:lnTo>
                        <a:pt x="555916" y="195468"/>
                      </a:lnTo>
                      <a:lnTo>
                        <a:pt x="555916" y="156950"/>
                      </a:lnTo>
                      <a:close/>
                      <a:moveTo>
                        <a:pt x="192926" y="96251"/>
                      </a:moveTo>
                      <a:lnTo>
                        <a:pt x="361366" y="96251"/>
                      </a:lnTo>
                      <a:lnTo>
                        <a:pt x="361366" y="114880"/>
                      </a:lnTo>
                      <a:lnTo>
                        <a:pt x="192926" y="114880"/>
                      </a:lnTo>
                      <a:close/>
                      <a:moveTo>
                        <a:pt x="192926" y="49819"/>
                      </a:moveTo>
                      <a:lnTo>
                        <a:pt x="361366" y="49819"/>
                      </a:lnTo>
                      <a:lnTo>
                        <a:pt x="361366" y="68307"/>
                      </a:lnTo>
                      <a:lnTo>
                        <a:pt x="192926" y="68307"/>
                      </a:lnTo>
                      <a:close/>
                      <a:moveTo>
                        <a:pt x="166130" y="25222"/>
                      </a:moveTo>
                      <a:lnTo>
                        <a:pt x="166130" y="155716"/>
                      </a:lnTo>
                      <a:lnTo>
                        <a:pt x="338987" y="155716"/>
                      </a:lnTo>
                      <a:lnTo>
                        <a:pt x="338987" y="341040"/>
                      </a:lnTo>
                      <a:lnTo>
                        <a:pt x="338987" y="531710"/>
                      </a:lnTo>
                      <a:lnTo>
                        <a:pt x="366721" y="531710"/>
                      </a:lnTo>
                      <a:lnTo>
                        <a:pt x="366721" y="341040"/>
                      </a:lnTo>
                      <a:lnTo>
                        <a:pt x="366721" y="155305"/>
                      </a:lnTo>
                      <a:lnTo>
                        <a:pt x="388002" y="143517"/>
                      </a:lnTo>
                      <a:lnTo>
                        <a:pt x="388002" y="25222"/>
                      </a:lnTo>
                      <a:close/>
                      <a:moveTo>
                        <a:pt x="140867" y="0"/>
                      </a:moveTo>
                      <a:lnTo>
                        <a:pt x="413402" y="0"/>
                      </a:lnTo>
                      <a:lnTo>
                        <a:pt x="413402" y="129398"/>
                      </a:lnTo>
                      <a:lnTo>
                        <a:pt x="432486" y="118843"/>
                      </a:lnTo>
                      <a:lnTo>
                        <a:pt x="584199" y="118843"/>
                      </a:lnTo>
                      <a:lnTo>
                        <a:pt x="584199" y="531710"/>
                      </a:lnTo>
                      <a:lnTo>
                        <a:pt x="609050" y="531710"/>
                      </a:lnTo>
                      <a:lnTo>
                        <a:pt x="609050" y="586540"/>
                      </a:lnTo>
                      <a:lnTo>
                        <a:pt x="0" y="586540"/>
                      </a:lnTo>
                      <a:lnTo>
                        <a:pt x="0" y="531710"/>
                      </a:lnTo>
                      <a:lnTo>
                        <a:pt x="24851" y="531710"/>
                      </a:lnTo>
                      <a:lnTo>
                        <a:pt x="24851" y="155716"/>
                      </a:lnTo>
                      <a:lnTo>
                        <a:pt x="140867" y="155716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</a:ln>
              </p:spPr>
              <p:txBody>
                <a:bodyPr wrap="square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eaLnBrk="1" fontAlgn="auto" hangingPunct="1">
                    <a:defRPr/>
                  </a:pPr>
                  <a:endParaRPr lang="en-IN" sz="2400" noProof="1"/>
                </a:p>
              </p:txBody>
            </p:sp>
          </p:grpSp>
          <p:sp>
            <p:nvSpPr>
              <p:cNvPr id="15" name="í$ḷiḓé"/>
              <p:cNvSpPr txBox="1"/>
              <p:nvPr/>
            </p:nvSpPr>
            <p:spPr>
              <a:xfrm>
                <a:off x="2229387" y="1443973"/>
                <a:ext cx="668014" cy="501010"/>
              </a:xfrm>
              <a:prstGeom prst="rect">
                <a:avLst/>
              </a:prstGeom>
              <a:noFill/>
            </p:spPr>
            <p:txBody>
              <a:bodyPr wrap="none" lIns="0" tIns="0" rIns="0" bIns="0">
                <a:prstTxWarp prst="textPlain">
                  <a:avLst/>
                </a:prstTxWarp>
                <a:normAutofit/>
              </a:bodyPr>
              <a:lstStyle/>
              <a:p>
                <a:pPr algn="ctr"/>
                <a:r>
                  <a:rPr lang="en-US" dirty="0">
                    <a:solidFill>
                      <a:schemeClr val="tx2"/>
                    </a:solidFill>
                    <a:latin typeface="Impact" panose="020B0806030902050204" pitchFamily="34" charset="0"/>
                  </a:rPr>
                  <a:t>60%</a:t>
                </a:r>
                <a:endParaRPr lang="en-US" dirty="0">
                  <a:solidFill>
                    <a:schemeClr val="tx2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6" name="íṣľiďê"/>
              <p:cNvSpPr txBox="1"/>
              <p:nvPr/>
            </p:nvSpPr>
            <p:spPr bwMode="auto">
              <a:xfrm>
                <a:off x="1371000" y="4114232"/>
                <a:ext cx="238478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7" name="ïṩlïḍê"/>
              <p:cNvSpPr/>
              <p:nvPr/>
            </p:nvSpPr>
            <p:spPr bwMode="auto">
              <a:xfrm>
                <a:off x="1371000" y="4556036"/>
                <a:ext cx="2384788" cy="11641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4329697" y="1128713"/>
              <a:ext cx="0" cy="50196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7862303" y="1128713"/>
              <a:ext cx="0" cy="50196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e7d6a2a-6b39-48c2-bebb-d7b41482bc5d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46697"/>
            <a:ext cx="10850563" cy="5044486"/>
            <a:chOff x="669925" y="1146697"/>
            <a:chExt cx="10850563" cy="5044486"/>
          </a:xfrm>
        </p:grpSpPr>
        <p:grpSp>
          <p:nvGrpSpPr>
            <p:cNvPr id="6" name="ïŝliḍé"/>
            <p:cNvGrpSpPr/>
            <p:nvPr/>
          </p:nvGrpSpPr>
          <p:grpSpPr>
            <a:xfrm>
              <a:off x="4185284" y="1600200"/>
              <a:ext cx="3821434" cy="4076696"/>
              <a:chOff x="7041000" y="1424253"/>
              <a:chExt cx="4151293" cy="4428595"/>
            </a:xfrm>
          </p:grpSpPr>
          <p:sp>
            <p:nvSpPr>
              <p:cNvPr id="17" name="isļíḓê"/>
              <p:cNvSpPr/>
              <p:nvPr/>
            </p:nvSpPr>
            <p:spPr bwMode="auto">
              <a:xfrm>
                <a:off x="7649834" y="2400933"/>
                <a:ext cx="560986" cy="346827"/>
              </a:xfrm>
              <a:custGeom>
                <a:avLst/>
                <a:gdLst>
                  <a:gd name="T0" fmla="*/ 73 w 85"/>
                  <a:gd name="T1" fmla="*/ 48 h 53"/>
                  <a:gd name="T2" fmla="*/ 52 w 85"/>
                  <a:gd name="T3" fmla="*/ 15 h 53"/>
                  <a:gd name="T4" fmla="*/ 0 w 85"/>
                  <a:gd name="T5" fmla="*/ 0 h 53"/>
                  <a:gd name="T6" fmla="*/ 27 w 85"/>
                  <a:gd name="T7" fmla="*/ 38 h 53"/>
                  <a:gd name="T8" fmla="*/ 54 w 85"/>
                  <a:gd name="T9" fmla="*/ 45 h 53"/>
                  <a:gd name="T10" fmla="*/ 85 w 85"/>
                  <a:gd name="T11" fmla="*/ 53 h 53"/>
                  <a:gd name="T12" fmla="*/ 73 w 85"/>
                  <a:gd name="T13" fmla="*/ 48 h 53"/>
                  <a:gd name="T14" fmla="*/ 73 w 85"/>
                  <a:gd name="T15" fmla="*/ 4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5" h="53">
                    <a:moveTo>
                      <a:pt x="73" y="48"/>
                    </a:moveTo>
                    <a:cubicBezTo>
                      <a:pt x="62" y="41"/>
                      <a:pt x="55" y="28"/>
                      <a:pt x="52" y="15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16"/>
                      <a:pt x="12" y="31"/>
                      <a:pt x="27" y="38"/>
                    </a:cubicBezTo>
                    <a:cubicBezTo>
                      <a:pt x="36" y="41"/>
                      <a:pt x="45" y="43"/>
                      <a:pt x="54" y="45"/>
                    </a:cubicBezTo>
                    <a:cubicBezTo>
                      <a:pt x="64" y="48"/>
                      <a:pt x="74" y="51"/>
                      <a:pt x="85" y="53"/>
                    </a:cubicBezTo>
                    <a:cubicBezTo>
                      <a:pt x="81" y="52"/>
                      <a:pt x="77" y="51"/>
                      <a:pt x="73" y="48"/>
                    </a:cubicBezTo>
                    <a:cubicBezTo>
                      <a:pt x="70" y="46"/>
                      <a:pt x="77" y="51"/>
                      <a:pt x="73" y="48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18" name="íṡlîďé"/>
              <p:cNvSpPr/>
              <p:nvPr/>
            </p:nvSpPr>
            <p:spPr bwMode="auto">
              <a:xfrm>
                <a:off x="7351191" y="5157557"/>
                <a:ext cx="641834" cy="204498"/>
              </a:xfrm>
              <a:custGeom>
                <a:avLst/>
                <a:gdLst>
                  <a:gd name="T0" fmla="*/ 43 w 97"/>
                  <a:gd name="T1" fmla="*/ 0 h 31"/>
                  <a:gd name="T2" fmla="*/ 0 w 97"/>
                  <a:gd name="T3" fmla="*/ 29 h 31"/>
                  <a:gd name="T4" fmla="*/ 57 w 97"/>
                  <a:gd name="T5" fmla="*/ 31 h 31"/>
                  <a:gd name="T6" fmla="*/ 97 w 97"/>
                  <a:gd name="T7" fmla="*/ 3 h 31"/>
                  <a:gd name="T8" fmla="*/ 43 w 97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31">
                    <a:moveTo>
                      <a:pt x="43" y="0"/>
                    </a:moveTo>
                    <a:cubicBezTo>
                      <a:pt x="34" y="16"/>
                      <a:pt x="19" y="30"/>
                      <a:pt x="0" y="29"/>
                    </a:cubicBezTo>
                    <a:cubicBezTo>
                      <a:pt x="19" y="30"/>
                      <a:pt x="38" y="31"/>
                      <a:pt x="57" y="31"/>
                    </a:cubicBezTo>
                    <a:cubicBezTo>
                      <a:pt x="75" y="30"/>
                      <a:pt x="89" y="17"/>
                      <a:pt x="97" y="3"/>
                    </a:cubicBezTo>
                    <a:lnTo>
                      <a:pt x="43" y="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19" name="iṣlîdè"/>
              <p:cNvSpPr/>
              <p:nvPr/>
            </p:nvSpPr>
            <p:spPr bwMode="auto">
              <a:xfrm>
                <a:off x="7575585" y="3493766"/>
                <a:ext cx="721032" cy="714923"/>
              </a:xfrm>
              <a:custGeom>
                <a:avLst/>
                <a:gdLst>
                  <a:gd name="T0" fmla="*/ 108 w 109"/>
                  <a:gd name="T1" fmla="*/ 99 h 109"/>
                  <a:gd name="T2" fmla="*/ 72 w 109"/>
                  <a:gd name="T3" fmla="*/ 10 h 109"/>
                  <a:gd name="T4" fmla="*/ 18 w 109"/>
                  <a:gd name="T5" fmla="*/ 0 h 109"/>
                  <a:gd name="T6" fmla="*/ 41 w 109"/>
                  <a:gd name="T7" fmla="*/ 101 h 109"/>
                  <a:gd name="T8" fmla="*/ 60 w 109"/>
                  <a:gd name="T9" fmla="*/ 102 h 109"/>
                  <a:gd name="T10" fmla="*/ 65 w 109"/>
                  <a:gd name="T11" fmla="*/ 104 h 109"/>
                  <a:gd name="T12" fmla="*/ 109 w 109"/>
                  <a:gd name="T13" fmla="*/ 99 h 109"/>
                  <a:gd name="T14" fmla="*/ 108 w 109"/>
                  <a:gd name="T15" fmla="*/ 99 h 109"/>
                  <a:gd name="T16" fmla="*/ 108 w 109"/>
                  <a:gd name="T17" fmla="*/ 99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9" h="109">
                    <a:moveTo>
                      <a:pt x="108" y="99"/>
                    </a:moveTo>
                    <a:cubicBezTo>
                      <a:pt x="68" y="95"/>
                      <a:pt x="61" y="41"/>
                      <a:pt x="72" y="1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7" y="32"/>
                      <a:pt x="0" y="95"/>
                      <a:pt x="41" y="101"/>
                    </a:cubicBezTo>
                    <a:cubicBezTo>
                      <a:pt x="41" y="101"/>
                      <a:pt x="61" y="109"/>
                      <a:pt x="60" y="102"/>
                    </a:cubicBezTo>
                    <a:cubicBezTo>
                      <a:pt x="60" y="102"/>
                      <a:pt x="65" y="104"/>
                      <a:pt x="65" y="104"/>
                    </a:cubicBezTo>
                    <a:cubicBezTo>
                      <a:pt x="109" y="99"/>
                      <a:pt x="109" y="99"/>
                      <a:pt x="109" y="99"/>
                    </a:cubicBezTo>
                    <a:cubicBezTo>
                      <a:pt x="108" y="99"/>
                      <a:pt x="108" y="99"/>
                      <a:pt x="108" y="99"/>
                    </a:cubicBezTo>
                    <a:cubicBezTo>
                      <a:pt x="108" y="99"/>
                      <a:pt x="108" y="99"/>
                      <a:pt x="108" y="99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0" name="i$ḷîde"/>
              <p:cNvSpPr/>
              <p:nvPr/>
            </p:nvSpPr>
            <p:spPr bwMode="auto">
              <a:xfrm>
                <a:off x="7953426" y="3480678"/>
                <a:ext cx="694633" cy="610221"/>
              </a:xfrm>
              <a:custGeom>
                <a:avLst/>
                <a:gdLst>
                  <a:gd name="T0" fmla="*/ 103 w 105"/>
                  <a:gd name="T1" fmla="*/ 25 h 93"/>
                  <a:gd name="T2" fmla="*/ 100 w 105"/>
                  <a:gd name="T3" fmla="*/ 11 h 93"/>
                  <a:gd name="T4" fmla="*/ 48 w 105"/>
                  <a:gd name="T5" fmla="*/ 0 h 93"/>
                  <a:gd name="T6" fmla="*/ 44 w 105"/>
                  <a:gd name="T7" fmla="*/ 50 h 93"/>
                  <a:gd name="T8" fmla="*/ 0 w 105"/>
                  <a:gd name="T9" fmla="*/ 80 h 93"/>
                  <a:gd name="T10" fmla="*/ 53 w 105"/>
                  <a:gd name="T11" fmla="*/ 88 h 93"/>
                  <a:gd name="T12" fmla="*/ 103 w 105"/>
                  <a:gd name="T13" fmla="*/ 25 h 93"/>
                  <a:gd name="T14" fmla="*/ 103 w 105"/>
                  <a:gd name="T15" fmla="*/ 25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5" h="93">
                    <a:moveTo>
                      <a:pt x="103" y="25"/>
                    </a:moveTo>
                    <a:cubicBezTo>
                      <a:pt x="103" y="20"/>
                      <a:pt x="102" y="15"/>
                      <a:pt x="100" y="11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53" y="17"/>
                      <a:pt x="52" y="35"/>
                      <a:pt x="44" y="50"/>
                    </a:cubicBezTo>
                    <a:cubicBezTo>
                      <a:pt x="37" y="67"/>
                      <a:pt x="20" y="83"/>
                      <a:pt x="0" y="80"/>
                    </a:cubicBezTo>
                    <a:cubicBezTo>
                      <a:pt x="53" y="88"/>
                      <a:pt x="53" y="88"/>
                      <a:pt x="53" y="88"/>
                    </a:cubicBezTo>
                    <a:cubicBezTo>
                      <a:pt x="86" y="93"/>
                      <a:pt x="105" y="53"/>
                      <a:pt x="103" y="25"/>
                    </a:cubicBezTo>
                    <a:cubicBezTo>
                      <a:pt x="103" y="24"/>
                      <a:pt x="103" y="26"/>
                      <a:pt x="103" y="25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1" name="îšḻiḑè"/>
              <p:cNvSpPr/>
              <p:nvPr/>
            </p:nvSpPr>
            <p:spPr bwMode="auto">
              <a:xfrm>
                <a:off x="8428614" y="2026293"/>
                <a:ext cx="925627" cy="1087926"/>
              </a:xfrm>
              <a:custGeom>
                <a:avLst/>
                <a:gdLst>
                  <a:gd name="T0" fmla="*/ 90 w 140"/>
                  <a:gd name="T1" fmla="*/ 15 h 166"/>
                  <a:gd name="T2" fmla="*/ 1 w 140"/>
                  <a:gd name="T3" fmla="*/ 85 h 166"/>
                  <a:gd name="T4" fmla="*/ 29 w 140"/>
                  <a:gd name="T5" fmla="*/ 155 h 166"/>
                  <a:gd name="T6" fmla="*/ 64 w 140"/>
                  <a:gd name="T7" fmla="*/ 157 h 166"/>
                  <a:gd name="T8" fmla="*/ 101 w 140"/>
                  <a:gd name="T9" fmla="*/ 166 h 166"/>
                  <a:gd name="T10" fmla="*/ 67 w 140"/>
                  <a:gd name="T11" fmla="*/ 79 h 166"/>
                  <a:gd name="T12" fmla="*/ 140 w 140"/>
                  <a:gd name="T13" fmla="*/ 32 h 166"/>
                  <a:gd name="T14" fmla="*/ 90 w 140"/>
                  <a:gd name="T15" fmla="*/ 15 h 166"/>
                  <a:gd name="T16" fmla="*/ 90 w 140"/>
                  <a:gd name="T17" fmla="*/ 15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0" h="166">
                    <a:moveTo>
                      <a:pt x="90" y="15"/>
                    </a:moveTo>
                    <a:cubicBezTo>
                      <a:pt x="47" y="0"/>
                      <a:pt x="4" y="48"/>
                      <a:pt x="1" y="85"/>
                    </a:cubicBezTo>
                    <a:cubicBezTo>
                      <a:pt x="0" y="107"/>
                      <a:pt x="11" y="141"/>
                      <a:pt x="29" y="155"/>
                    </a:cubicBezTo>
                    <a:cubicBezTo>
                      <a:pt x="38" y="162"/>
                      <a:pt x="53" y="154"/>
                      <a:pt x="64" y="157"/>
                    </a:cubicBezTo>
                    <a:cubicBezTo>
                      <a:pt x="76" y="160"/>
                      <a:pt x="88" y="163"/>
                      <a:pt x="101" y="166"/>
                    </a:cubicBezTo>
                    <a:cubicBezTo>
                      <a:pt x="64" y="157"/>
                      <a:pt x="56" y="110"/>
                      <a:pt x="67" y="79"/>
                    </a:cubicBezTo>
                    <a:cubicBezTo>
                      <a:pt x="77" y="50"/>
                      <a:pt x="107" y="21"/>
                      <a:pt x="140" y="32"/>
                    </a:cubicBezTo>
                    <a:cubicBezTo>
                      <a:pt x="124" y="27"/>
                      <a:pt x="107" y="21"/>
                      <a:pt x="90" y="15"/>
                    </a:cubicBezTo>
                    <a:cubicBezTo>
                      <a:pt x="89" y="15"/>
                      <a:pt x="107" y="21"/>
                      <a:pt x="90" y="15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2" name="iṧlíḑe"/>
              <p:cNvSpPr/>
              <p:nvPr/>
            </p:nvSpPr>
            <p:spPr bwMode="auto">
              <a:xfrm>
                <a:off x="9044047" y="1476603"/>
                <a:ext cx="428989" cy="765638"/>
              </a:xfrm>
              <a:custGeom>
                <a:avLst/>
                <a:gdLst>
                  <a:gd name="T0" fmla="*/ 0 w 260"/>
                  <a:gd name="T1" fmla="*/ 400 h 468"/>
                  <a:gd name="T2" fmla="*/ 200 w 260"/>
                  <a:gd name="T3" fmla="*/ 468 h 468"/>
                  <a:gd name="T4" fmla="*/ 260 w 260"/>
                  <a:gd name="T5" fmla="*/ 84 h 468"/>
                  <a:gd name="T6" fmla="*/ 64 w 260"/>
                  <a:gd name="T7" fmla="*/ 0 h 468"/>
                  <a:gd name="T8" fmla="*/ 0 w 260"/>
                  <a:gd name="T9" fmla="*/ 400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0" h="468">
                    <a:moveTo>
                      <a:pt x="0" y="400"/>
                    </a:moveTo>
                    <a:lnTo>
                      <a:pt x="200" y="468"/>
                    </a:lnTo>
                    <a:lnTo>
                      <a:pt x="260" y="84"/>
                    </a:lnTo>
                    <a:lnTo>
                      <a:pt x="64" y="0"/>
                    </a:lnTo>
                    <a:lnTo>
                      <a:pt x="0" y="40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3" name="îṣlíḋé"/>
              <p:cNvSpPr/>
              <p:nvPr/>
            </p:nvSpPr>
            <p:spPr bwMode="auto">
              <a:xfrm>
                <a:off x="8813053" y="3029148"/>
                <a:ext cx="415789" cy="595496"/>
              </a:xfrm>
              <a:custGeom>
                <a:avLst/>
                <a:gdLst>
                  <a:gd name="T0" fmla="*/ 0 w 252"/>
                  <a:gd name="T1" fmla="*/ 324 h 364"/>
                  <a:gd name="T2" fmla="*/ 204 w 252"/>
                  <a:gd name="T3" fmla="*/ 364 h 364"/>
                  <a:gd name="T4" fmla="*/ 252 w 252"/>
                  <a:gd name="T5" fmla="*/ 52 h 364"/>
                  <a:gd name="T6" fmla="*/ 52 w 252"/>
                  <a:gd name="T7" fmla="*/ 0 h 364"/>
                  <a:gd name="T8" fmla="*/ 0 w 252"/>
                  <a:gd name="T9" fmla="*/ 324 h 3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364">
                    <a:moveTo>
                      <a:pt x="0" y="324"/>
                    </a:moveTo>
                    <a:lnTo>
                      <a:pt x="204" y="364"/>
                    </a:lnTo>
                    <a:lnTo>
                      <a:pt x="252" y="52"/>
                    </a:lnTo>
                    <a:lnTo>
                      <a:pt x="52" y="0"/>
                    </a:lnTo>
                    <a:lnTo>
                      <a:pt x="0" y="324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4" name="ïsḷíḋê"/>
              <p:cNvSpPr/>
              <p:nvPr/>
            </p:nvSpPr>
            <p:spPr bwMode="auto">
              <a:xfrm>
                <a:off x="8270218" y="3480678"/>
                <a:ext cx="879428" cy="143966"/>
              </a:xfrm>
              <a:custGeom>
                <a:avLst/>
                <a:gdLst>
                  <a:gd name="T0" fmla="*/ 329 w 533"/>
                  <a:gd name="T1" fmla="*/ 48 h 88"/>
                  <a:gd name="T2" fmla="*/ 52 w 533"/>
                  <a:gd name="T3" fmla="*/ 8 h 88"/>
                  <a:gd name="T4" fmla="*/ 0 w 533"/>
                  <a:gd name="T5" fmla="*/ 0 h 88"/>
                  <a:gd name="T6" fmla="*/ 209 w 533"/>
                  <a:gd name="T7" fmla="*/ 44 h 88"/>
                  <a:gd name="T8" fmla="*/ 261 w 533"/>
                  <a:gd name="T9" fmla="*/ 48 h 88"/>
                  <a:gd name="T10" fmla="*/ 533 w 533"/>
                  <a:gd name="T11" fmla="*/ 88 h 88"/>
                  <a:gd name="T12" fmla="*/ 329 w 533"/>
                  <a:gd name="T13" fmla="*/ 4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33" h="88">
                    <a:moveTo>
                      <a:pt x="329" y="48"/>
                    </a:moveTo>
                    <a:lnTo>
                      <a:pt x="52" y="8"/>
                    </a:lnTo>
                    <a:lnTo>
                      <a:pt x="0" y="0"/>
                    </a:lnTo>
                    <a:lnTo>
                      <a:pt x="209" y="44"/>
                    </a:lnTo>
                    <a:lnTo>
                      <a:pt x="261" y="48"/>
                    </a:lnTo>
                    <a:lnTo>
                      <a:pt x="533" y="88"/>
                    </a:lnTo>
                    <a:lnTo>
                      <a:pt x="329" y="48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5" name="íS1iďe"/>
              <p:cNvSpPr/>
              <p:nvPr/>
            </p:nvSpPr>
            <p:spPr bwMode="auto">
              <a:xfrm>
                <a:off x="8667857" y="3650821"/>
                <a:ext cx="461988" cy="819626"/>
              </a:xfrm>
              <a:custGeom>
                <a:avLst/>
                <a:gdLst>
                  <a:gd name="T0" fmla="*/ 76 w 280"/>
                  <a:gd name="T1" fmla="*/ 0 h 501"/>
                  <a:gd name="T2" fmla="*/ 12 w 280"/>
                  <a:gd name="T3" fmla="*/ 405 h 501"/>
                  <a:gd name="T4" fmla="*/ 0 w 280"/>
                  <a:gd name="T5" fmla="*/ 477 h 501"/>
                  <a:gd name="T6" fmla="*/ 208 w 280"/>
                  <a:gd name="T7" fmla="*/ 501 h 501"/>
                  <a:gd name="T8" fmla="*/ 220 w 280"/>
                  <a:gd name="T9" fmla="*/ 429 h 501"/>
                  <a:gd name="T10" fmla="*/ 280 w 280"/>
                  <a:gd name="T11" fmla="*/ 40 h 501"/>
                  <a:gd name="T12" fmla="*/ 76 w 280"/>
                  <a:gd name="T13" fmla="*/ 0 h 5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0" h="501">
                    <a:moveTo>
                      <a:pt x="76" y="0"/>
                    </a:moveTo>
                    <a:lnTo>
                      <a:pt x="12" y="405"/>
                    </a:lnTo>
                    <a:lnTo>
                      <a:pt x="0" y="477"/>
                    </a:lnTo>
                    <a:lnTo>
                      <a:pt x="208" y="501"/>
                    </a:lnTo>
                    <a:lnTo>
                      <a:pt x="220" y="429"/>
                    </a:lnTo>
                    <a:lnTo>
                      <a:pt x="280" y="40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6" name="íṥ1íḓê"/>
              <p:cNvSpPr/>
              <p:nvPr/>
            </p:nvSpPr>
            <p:spPr bwMode="auto">
              <a:xfrm>
                <a:off x="8780054" y="2891725"/>
                <a:ext cx="547786" cy="150510"/>
              </a:xfrm>
              <a:custGeom>
                <a:avLst/>
                <a:gdLst>
                  <a:gd name="T0" fmla="*/ 33 w 83"/>
                  <a:gd name="T1" fmla="*/ 0 h 23"/>
                  <a:gd name="T2" fmla="*/ 0 w 83"/>
                  <a:gd name="T3" fmla="*/ 7 h 23"/>
                  <a:gd name="T4" fmla="*/ 51 w 83"/>
                  <a:gd name="T5" fmla="*/ 20 h 23"/>
                  <a:gd name="T6" fmla="*/ 83 w 83"/>
                  <a:gd name="T7" fmla="*/ 14 h 23"/>
                  <a:gd name="T8" fmla="*/ 33 w 83"/>
                  <a:gd name="T9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23">
                    <a:moveTo>
                      <a:pt x="33" y="0"/>
                    </a:moveTo>
                    <a:cubicBezTo>
                      <a:pt x="23" y="7"/>
                      <a:pt x="11" y="10"/>
                      <a:pt x="0" y="7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62" y="23"/>
                      <a:pt x="74" y="20"/>
                      <a:pt x="83" y="14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7" name="iśḷïḑe"/>
              <p:cNvSpPr/>
              <p:nvPr/>
            </p:nvSpPr>
            <p:spPr bwMode="auto">
              <a:xfrm>
                <a:off x="8448413" y="4993958"/>
                <a:ext cx="470238" cy="754187"/>
              </a:xfrm>
              <a:custGeom>
                <a:avLst/>
                <a:gdLst>
                  <a:gd name="T0" fmla="*/ 76 w 285"/>
                  <a:gd name="T1" fmla="*/ 0 h 461"/>
                  <a:gd name="T2" fmla="*/ 64 w 285"/>
                  <a:gd name="T3" fmla="*/ 72 h 461"/>
                  <a:gd name="T4" fmla="*/ 0 w 285"/>
                  <a:gd name="T5" fmla="*/ 461 h 461"/>
                  <a:gd name="T6" fmla="*/ 213 w 285"/>
                  <a:gd name="T7" fmla="*/ 461 h 461"/>
                  <a:gd name="T8" fmla="*/ 277 w 285"/>
                  <a:gd name="T9" fmla="*/ 84 h 461"/>
                  <a:gd name="T10" fmla="*/ 285 w 285"/>
                  <a:gd name="T11" fmla="*/ 12 h 461"/>
                  <a:gd name="T12" fmla="*/ 76 w 285"/>
                  <a:gd name="T13" fmla="*/ 0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5" h="461">
                    <a:moveTo>
                      <a:pt x="76" y="0"/>
                    </a:moveTo>
                    <a:lnTo>
                      <a:pt x="64" y="72"/>
                    </a:lnTo>
                    <a:lnTo>
                      <a:pt x="0" y="461"/>
                    </a:lnTo>
                    <a:lnTo>
                      <a:pt x="213" y="461"/>
                    </a:lnTo>
                    <a:lnTo>
                      <a:pt x="277" y="84"/>
                    </a:lnTo>
                    <a:lnTo>
                      <a:pt x="285" y="12"/>
                    </a:lnTo>
                    <a:lnTo>
                      <a:pt x="76" y="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8" name="íŝ1iďè"/>
              <p:cNvSpPr/>
              <p:nvPr/>
            </p:nvSpPr>
            <p:spPr bwMode="auto">
              <a:xfrm>
                <a:off x="8621658" y="5170643"/>
                <a:ext cx="514787" cy="152147"/>
              </a:xfrm>
              <a:custGeom>
                <a:avLst/>
                <a:gdLst>
                  <a:gd name="T0" fmla="*/ 76 w 78"/>
                  <a:gd name="T1" fmla="*/ 12 h 23"/>
                  <a:gd name="T2" fmla="*/ 53 w 78"/>
                  <a:gd name="T3" fmla="*/ 3 h 23"/>
                  <a:gd name="T4" fmla="*/ 0 w 78"/>
                  <a:gd name="T5" fmla="*/ 0 h 23"/>
                  <a:gd name="T6" fmla="*/ 34 w 78"/>
                  <a:gd name="T7" fmla="*/ 23 h 23"/>
                  <a:gd name="T8" fmla="*/ 78 w 78"/>
                  <a:gd name="T9" fmla="*/ 12 h 23"/>
                  <a:gd name="T10" fmla="*/ 76 w 78"/>
                  <a:gd name="T11" fmla="*/ 1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8" h="23">
                    <a:moveTo>
                      <a:pt x="76" y="12"/>
                    </a:moveTo>
                    <a:cubicBezTo>
                      <a:pt x="68" y="11"/>
                      <a:pt x="60" y="8"/>
                      <a:pt x="53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8"/>
                      <a:pt x="21" y="22"/>
                      <a:pt x="34" y="23"/>
                    </a:cubicBezTo>
                    <a:cubicBezTo>
                      <a:pt x="48" y="23"/>
                      <a:pt x="64" y="11"/>
                      <a:pt x="78" y="12"/>
                    </a:cubicBezTo>
                    <a:cubicBezTo>
                      <a:pt x="78" y="12"/>
                      <a:pt x="77" y="12"/>
                      <a:pt x="76" y="12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29" name="iṥḻiḓê"/>
              <p:cNvSpPr/>
              <p:nvPr/>
            </p:nvSpPr>
            <p:spPr bwMode="auto">
              <a:xfrm>
                <a:off x="8793254" y="4372286"/>
                <a:ext cx="692982" cy="785270"/>
              </a:xfrm>
              <a:custGeom>
                <a:avLst/>
                <a:gdLst>
                  <a:gd name="T0" fmla="*/ 101 w 105"/>
                  <a:gd name="T1" fmla="*/ 49 h 120"/>
                  <a:gd name="T2" fmla="*/ 63 w 105"/>
                  <a:gd name="T3" fmla="*/ 6 h 120"/>
                  <a:gd name="T4" fmla="*/ 62 w 105"/>
                  <a:gd name="T5" fmla="*/ 6 h 120"/>
                  <a:gd name="T6" fmla="*/ 11 w 105"/>
                  <a:gd name="T7" fmla="*/ 0 h 120"/>
                  <a:gd name="T8" fmla="*/ 11 w 105"/>
                  <a:gd name="T9" fmla="*/ 0 h 120"/>
                  <a:gd name="T10" fmla="*/ 12 w 105"/>
                  <a:gd name="T11" fmla="*/ 0 h 120"/>
                  <a:gd name="T12" fmla="*/ 12 w 105"/>
                  <a:gd name="T13" fmla="*/ 0 h 120"/>
                  <a:gd name="T14" fmla="*/ 51 w 105"/>
                  <a:gd name="T15" fmla="*/ 62 h 120"/>
                  <a:gd name="T16" fmla="*/ 0 w 105"/>
                  <a:gd name="T17" fmla="*/ 117 h 120"/>
                  <a:gd name="T18" fmla="*/ 41 w 105"/>
                  <a:gd name="T19" fmla="*/ 119 h 120"/>
                  <a:gd name="T20" fmla="*/ 75 w 105"/>
                  <a:gd name="T21" fmla="*/ 113 h 120"/>
                  <a:gd name="T22" fmla="*/ 101 w 105"/>
                  <a:gd name="T23" fmla="*/ 49 h 120"/>
                  <a:gd name="T24" fmla="*/ 101 w 105"/>
                  <a:gd name="T25" fmla="*/ 49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5" h="120">
                    <a:moveTo>
                      <a:pt x="101" y="49"/>
                    </a:moveTo>
                    <a:cubicBezTo>
                      <a:pt x="97" y="29"/>
                      <a:pt x="84" y="10"/>
                      <a:pt x="63" y="6"/>
                    </a:cubicBezTo>
                    <a:cubicBezTo>
                      <a:pt x="62" y="6"/>
                      <a:pt x="62" y="6"/>
                      <a:pt x="62" y="6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2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40" y="6"/>
                      <a:pt x="53" y="36"/>
                      <a:pt x="51" y="62"/>
                    </a:cubicBezTo>
                    <a:cubicBezTo>
                      <a:pt x="48" y="88"/>
                      <a:pt x="30" y="118"/>
                      <a:pt x="0" y="117"/>
                    </a:cubicBezTo>
                    <a:cubicBezTo>
                      <a:pt x="14" y="117"/>
                      <a:pt x="27" y="118"/>
                      <a:pt x="41" y="119"/>
                    </a:cubicBezTo>
                    <a:cubicBezTo>
                      <a:pt x="53" y="119"/>
                      <a:pt x="64" y="120"/>
                      <a:pt x="75" y="113"/>
                    </a:cubicBezTo>
                    <a:cubicBezTo>
                      <a:pt x="96" y="100"/>
                      <a:pt x="105" y="72"/>
                      <a:pt x="101" y="49"/>
                    </a:cubicBezTo>
                    <a:cubicBezTo>
                      <a:pt x="100" y="42"/>
                      <a:pt x="102" y="56"/>
                      <a:pt x="101" y="49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0" name="íṡḷïḓé"/>
              <p:cNvSpPr/>
              <p:nvPr/>
            </p:nvSpPr>
            <p:spPr bwMode="auto">
              <a:xfrm>
                <a:off x="9705681" y="1587850"/>
                <a:ext cx="640183" cy="327196"/>
              </a:xfrm>
              <a:custGeom>
                <a:avLst/>
                <a:gdLst>
                  <a:gd name="T0" fmla="*/ 85 w 97"/>
                  <a:gd name="T1" fmla="*/ 41 h 50"/>
                  <a:gd name="T2" fmla="*/ 0 w 97"/>
                  <a:gd name="T3" fmla="*/ 0 h 50"/>
                  <a:gd name="T4" fmla="*/ 50 w 97"/>
                  <a:gd name="T5" fmla="*/ 30 h 50"/>
                  <a:gd name="T6" fmla="*/ 97 w 97"/>
                  <a:gd name="T7" fmla="*/ 50 h 50"/>
                  <a:gd name="T8" fmla="*/ 85 w 97"/>
                  <a:gd name="T9" fmla="*/ 41 h 50"/>
                  <a:gd name="T10" fmla="*/ 85 w 97"/>
                  <a:gd name="T11" fmla="*/ 41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7" h="50">
                    <a:moveTo>
                      <a:pt x="85" y="41"/>
                    </a:moveTo>
                    <a:cubicBezTo>
                      <a:pt x="59" y="23"/>
                      <a:pt x="29" y="12"/>
                      <a:pt x="0" y="0"/>
                    </a:cubicBezTo>
                    <a:cubicBezTo>
                      <a:pt x="18" y="8"/>
                      <a:pt x="35" y="18"/>
                      <a:pt x="50" y="30"/>
                    </a:cubicBezTo>
                    <a:cubicBezTo>
                      <a:pt x="97" y="50"/>
                      <a:pt x="97" y="50"/>
                      <a:pt x="97" y="50"/>
                    </a:cubicBezTo>
                    <a:cubicBezTo>
                      <a:pt x="93" y="47"/>
                      <a:pt x="90" y="44"/>
                      <a:pt x="85" y="41"/>
                    </a:cubicBezTo>
                    <a:cubicBezTo>
                      <a:pt x="82" y="38"/>
                      <a:pt x="90" y="44"/>
                      <a:pt x="85" y="41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1" name="íSḻiďe"/>
              <p:cNvSpPr/>
              <p:nvPr/>
            </p:nvSpPr>
            <p:spPr bwMode="auto">
              <a:xfrm>
                <a:off x="9393838" y="2957166"/>
                <a:ext cx="879428" cy="746006"/>
              </a:xfrm>
              <a:custGeom>
                <a:avLst/>
                <a:gdLst>
                  <a:gd name="T0" fmla="*/ 133 w 133"/>
                  <a:gd name="T1" fmla="*/ 32 h 114"/>
                  <a:gd name="T2" fmla="*/ 40 w 133"/>
                  <a:gd name="T3" fmla="*/ 19 h 114"/>
                  <a:gd name="T4" fmla="*/ 2 w 133"/>
                  <a:gd name="T5" fmla="*/ 104 h 114"/>
                  <a:gd name="T6" fmla="*/ 52 w 133"/>
                  <a:gd name="T7" fmla="*/ 114 h 114"/>
                  <a:gd name="T8" fmla="*/ 133 w 133"/>
                  <a:gd name="T9" fmla="*/ 32 h 114"/>
                  <a:gd name="T10" fmla="*/ 133 w 133"/>
                  <a:gd name="T11" fmla="*/ 32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3" h="114">
                    <a:moveTo>
                      <a:pt x="133" y="32"/>
                    </a:moveTo>
                    <a:cubicBezTo>
                      <a:pt x="103" y="24"/>
                      <a:pt x="70" y="0"/>
                      <a:pt x="40" y="19"/>
                    </a:cubicBezTo>
                    <a:cubicBezTo>
                      <a:pt x="15" y="35"/>
                      <a:pt x="0" y="74"/>
                      <a:pt x="2" y="104"/>
                    </a:cubicBezTo>
                    <a:cubicBezTo>
                      <a:pt x="19" y="108"/>
                      <a:pt x="35" y="111"/>
                      <a:pt x="52" y="114"/>
                    </a:cubicBezTo>
                    <a:cubicBezTo>
                      <a:pt x="49" y="71"/>
                      <a:pt x="85" y="19"/>
                      <a:pt x="133" y="32"/>
                    </a:cubicBezTo>
                    <a:cubicBezTo>
                      <a:pt x="120" y="28"/>
                      <a:pt x="131" y="31"/>
                      <a:pt x="133" y="32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2" name="ï$ḻíḍê"/>
              <p:cNvSpPr/>
              <p:nvPr/>
            </p:nvSpPr>
            <p:spPr bwMode="auto">
              <a:xfrm>
                <a:off x="8865852" y="5630354"/>
                <a:ext cx="1024624" cy="176686"/>
              </a:xfrm>
              <a:custGeom>
                <a:avLst/>
                <a:gdLst>
                  <a:gd name="T0" fmla="*/ 0 w 155"/>
                  <a:gd name="T1" fmla="*/ 27 h 27"/>
                  <a:gd name="T2" fmla="*/ 53 w 155"/>
                  <a:gd name="T3" fmla="*/ 26 h 27"/>
                  <a:gd name="T4" fmla="*/ 79 w 155"/>
                  <a:gd name="T5" fmla="*/ 24 h 27"/>
                  <a:gd name="T6" fmla="*/ 105 w 155"/>
                  <a:gd name="T7" fmla="*/ 19 h 27"/>
                  <a:gd name="T8" fmla="*/ 130 w 155"/>
                  <a:gd name="T9" fmla="*/ 11 h 27"/>
                  <a:gd name="T10" fmla="*/ 155 w 155"/>
                  <a:gd name="T11" fmla="*/ 0 h 27"/>
                  <a:gd name="T12" fmla="*/ 105 w 155"/>
                  <a:gd name="T13" fmla="*/ 0 h 27"/>
                  <a:gd name="T14" fmla="*/ 80 w 155"/>
                  <a:gd name="T15" fmla="*/ 11 h 27"/>
                  <a:gd name="T16" fmla="*/ 53 w 155"/>
                  <a:gd name="T17" fmla="*/ 20 h 27"/>
                  <a:gd name="T18" fmla="*/ 27 w 155"/>
                  <a:gd name="T19" fmla="*/ 25 h 27"/>
                  <a:gd name="T20" fmla="*/ 0 w 155"/>
                  <a:gd name="T2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5" h="27">
                    <a:moveTo>
                      <a:pt x="0" y="27"/>
                    </a:moveTo>
                    <a:cubicBezTo>
                      <a:pt x="18" y="27"/>
                      <a:pt x="35" y="27"/>
                      <a:pt x="53" y="26"/>
                    </a:cubicBezTo>
                    <a:cubicBezTo>
                      <a:pt x="61" y="26"/>
                      <a:pt x="70" y="26"/>
                      <a:pt x="79" y="24"/>
                    </a:cubicBezTo>
                    <a:cubicBezTo>
                      <a:pt x="87" y="23"/>
                      <a:pt x="96" y="22"/>
                      <a:pt x="105" y="19"/>
                    </a:cubicBezTo>
                    <a:cubicBezTo>
                      <a:pt x="113" y="17"/>
                      <a:pt x="122" y="14"/>
                      <a:pt x="130" y="11"/>
                    </a:cubicBezTo>
                    <a:cubicBezTo>
                      <a:pt x="139" y="8"/>
                      <a:pt x="147" y="4"/>
                      <a:pt x="155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97" y="4"/>
                      <a:pt x="88" y="8"/>
                      <a:pt x="80" y="11"/>
                    </a:cubicBezTo>
                    <a:cubicBezTo>
                      <a:pt x="71" y="15"/>
                      <a:pt x="62" y="18"/>
                      <a:pt x="53" y="20"/>
                    </a:cubicBezTo>
                    <a:cubicBezTo>
                      <a:pt x="45" y="22"/>
                      <a:pt x="36" y="24"/>
                      <a:pt x="27" y="25"/>
                    </a:cubicBezTo>
                    <a:cubicBezTo>
                      <a:pt x="18" y="26"/>
                      <a:pt x="9" y="27"/>
                      <a:pt x="0" y="2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3" name="ïşļîďè"/>
              <p:cNvSpPr/>
              <p:nvPr/>
            </p:nvSpPr>
            <p:spPr bwMode="auto">
              <a:xfrm>
                <a:off x="8865852" y="5630354"/>
                <a:ext cx="1024624" cy="176686"/>
              </a:xfrm>
              <a:custGeom>
                <a:avLst/>
                <a:gdLst>
                  <a:gd name="T0" fmla="*/ 0 w 155"/>
                  <a:gd name="T1" fmla="*/ 27 h 27"/>
                  <a:gd name="T2" fmla="*/ 53 w 155"/>
                  <a:gd name="T3" fmla="*/ 26 h 27"/>
                  <a:gd name="T4" fmla="*/ 79 w 155"/>
                  <a:gd name="T5" fmla="*/ 24 h 27"/>
                  <a:gd name="T6" fmla="*/ 105 w 155"/>
                  <a:gd name="T7" fmla="*/ 19 h 27"/>
                  <a:gd name="T8" fmla="*/ 130 w 155"/>
                  <a:gd name="T9" fmla="*/ 11 h 27"/>
                  <a:gd name="T10" fmla="*/ 155 w 155"/>
                  <a:gd name="T11" fmla="*/ 0 h 27"/>
                  <a:gd name="T12" fmla="*/ 105 w 155"/>
                  <a:gd name="T13" fmla="*/ 0 h 27"/>
                  <a:gd name="T14" fmla="*/ 80 w 155"/>
                  <a:gd name="T15" fmla="*/ 11 h 27"/>
                  <a:gd name="T16" fmla="*/ 53 w 155"/>
                  <a:gd name="T17" fmla="*/ 20 h 27"/>
                  <a:gd name="T18" fmla="*/ 27 w 155"/>
                  <a:gd name="T19" fmla="*/ 25 h 27"/>
                  <a:gd name="T20" fmla="*/ 0 w 155"/>
                  <a:gd name="T21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5" h="27">
                    <a:moveTo>
                      <a:pt x="0" y="27"/>
                    </a:moveTo>
                    <a:cubicBezTo>
                      <a:pt x="53" y="26"/>
                      <a:pt x="53" y="26"/>
                      <a:pt x="53" y="26"/>
                    </a:cubicBezTo>
                    <a:cubicBezTo>
                      <a:pt x="61" y="26"/>
                      <a:pt x="70" y="26"/>
                      <a:pt x="79" y="24"/>
                    </a:cubicBezTo>
                    <a:cubicBezTo>
                      <a:pt x="87" y="23"/>
                      <a:pt x="96" y="22"/>
                      <a:pt x="105" y="19"/>
                    </a:cubicBezTo>
                    <a:cubicBezTo>
                      <a:pt x="113" y="17"/>
                      <a:pt x="122" y="14"/>
                      <a:pt x="130" y="11"/>
                    </a:cubicBezTo>
                    <a:cubicBezTo>
                      <a:pt x="139" y="8"/>
                      <a:pt x="147" y="4"/>
                      <a:pt x="155" y="0"/>
                    </a:cubicBezTo>
                    <a:cubicBezTo>
                      <a:pt x="105" y="0"/>
                      <a:pt x="105" y="0"/>
                      <a:pt x="105" y="0"/>
                    </a:cubicBezTo>
                    <a:cubicBezTo>
                      <a:pt x="97" y="4"/>
                      <a:pt x="88" y="8"/>
                      <a:pt x="80" y="11"/>
                    </a:cubicBezTo>
                    <a:cubicBezTo>
                      <a:pt x="71" y="15"/>
                      <a:pt x="62" y="18"/>
                      <a:pt x="53" y="20"/>
                    </a:cubicBezTo>
                    <a:cubicBezTo>
                      <a:pt x="45" y="22"/>
                      <a:pt x="36" y="24"/>
                      <a:pt x="27" y="25"/>
                    </a:cubicBezTo>
                    <a:cubicBezTo>
                      <a:pt x="18" y="26"/>
                      <a:pt x="9" y="27"/>
                      <a:pt x="0" y="27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4" name="ïs1îďè"/>
              <p:cNvSpPr/>
              <p:nvPr/>
            </p:nvSpPr>
            <p:spPr bwMode="auto">
              <a:xfrm>
                <a:off x="9301441" y="4588235"/>
                <a:ext cx="846429" cy="1042119"/>
              </a:xfrm>
              <a:custGeom>
                <a:avLst/>
                <a:gdLst>
                  <a:gd name="T0" fmla="*/ 69 w 128"/>
                  <a:gd name="T1" fmla="*/ 55 h 159"/>
                  <a:gd name="T2" fmla="*/ 128 w 128"/>
                  <a:gd name="T3" fmla="*/ 20 h 159"/>
                  <a:gd name="T4" fmla="*/ 97 w 128"/>
                  <a:gd name="T5" fmla="*/ 17 h 159"/>
                  <a:gd name="T6" fmla="*/ 62 w 128"/>
                  <a:gd name="T7" fmla="*/ 2 h 159"/>
                  <a:gd name="T8" fmla="*/ 18 w 128"/>
                  <a:gd name="T9" fmla="*/ 51 h 159"/>
                  <a:gd name="T10" fmla="*/ 39 w 128"/>
                  <a:gd name="T11" fmla="*/ 159 h 159"/>
                  <a:gd name="T12" fmla="*/ 89 w 128"/>
                  <a:gd name="T13" fmla="*/ 159 h 159"/>
                  <a:gd name="T14" fmla="*/ 69 w 128"/>
                  <a:gd name="T15" fmla="*/ 55 h 159"/>
                  <a:gd name="T16" fmla="*/ 69 w 128"/>
                  <a:gd name="T17" fmla="*/ 55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159">
                    <a:moveTo>
                      <a:pt x="69" y="55"/>
                    </a:moveTo>
                    <a:cubicBezTo>
                      <a:pt x="80" y="33"/>
                      <a:pt x="103" y="17"/>
                      <a:pt x="128" y="20"/>
                    </a:cubicBezTo>
                    <a:cubicBezTo>
                      <a:pt x="118" y="19"/>
                      <a:pt x="107" y="18"/>
                      <a:pt x="97" y="17"/>
                    </a:cubicBezTo>
                    <a:cubicBezTo>
                      <a:pt x="86" y="16"/>
                      <a:pt x="73" y="0"/>
                      <a:pt x="62" y="2"/>
                    </a:cubicBezTo>
                    <a:cubicBezTo>
                      <a:pt x="43" y="6"/>
                      <a:pt x="27" y="34"/>
                      <a:pt x="18" y="51"/>
                    </a:cubicBezTo>
                    <a:cubicBezTo>
                      <a:pt x="0" y="86"/>
                      <a:pt x="6" y="135"/>
                      <a:pt x="39" y="159"/>
                    </a:cubicBezTo>
                    <a:cubicBezTo>
                      <a:pt x="89" y="159"/>
                      <a:pt x="89" y="159"/>
                      <a:pt x="89" y="159"/>
                    </a:cubicBezTo>
                    <a:cubicBezTo>
                      <a:pt x="58" y="136"/>
                      <a:pt x="51" y="89"/>
                      <a:pt x="69" y="55"/>
                    </a:cubicBezTo>
                    <a:cubicBezTo>
                      <a:pt x="73" y="47"/>
                      <a:pt x="65" y="63"/>
                      <a:pt x="69" y="55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5" name="iṩḷidè"/>
              <p:cNvSpPr/>
              <p:nvPr/>
            </p:nvSpPr>
            <p:spPr bwMode="auto">
              <a:xfrm>
                <a:off x="9923475" y="3179659"/>
                <a:ext cx="574185" cy="714923"/>
              </a:xfrm>
              <a:custGeom>
                <a:avLst/>
                <a:gdLst>
                  <a:gd name="T0" fmla="*/ 83 w 87"/>
                  <a:gd name="T1" fmla="*/ 54 h 109"/>
                  <a:gd name="T2" fmla="*/ 49 w 87"/>
                  <a:gd name="T3" fmla="*/ 12 h 109"/>
                  <a:gd name="T4" fmla="*/ 0 w 87"/>
                  <a:gd name="T5" fmla="*/ 0 h 109"/>
                  <a:gd name="T6" fmla="*/ 20 w 87"/>
                  <a:gd name="T7" fmla="*/ 100 h 109"/>
                  <a:gd name="T8" fmla="*/ 68 w 87"/>
                  <a:gd name="T9" fmla="*/ 109 h 109"/>
                  <a:gd name="T10" fmla="*/ 83 w 87"/>
                  <a:gd name="T11" fmla="*/ 54 h 109"/>
                  <a:gd name="T12" fmla="*/ 83 w 87"/>
                  <a:gd name="T13" fmla="*/ 54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109">
                    <a:moveTo>
                      <a:pt x="83" y="54"/>
                    </a:moveTo>
                    <a:cubicBezTo>
                      <a:pt x="80" y="35"/>
                      <a:pt x="68" y="17"/>
                      <a:pt x="49" y="1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4" y="11"/>
                      <a:pt x="13" y="82"/>
                      <a:pt x="20" y="100"/>
                    </a:cubicBezTo>
                    <a:cubicBezTo>
                      <a:pt x="68" y="109"/>
                      <a:pt x="68" y="109"/>
                      <a:pt x="68" y="109"/>
                    </a:cubicBezTo>
                    <a:cubicBezTo>
                      <a:pt x="81" y="94"/>
                      <a:pt x="87" y="73"/>
                      <a:pt x="83" y="54"/>
                    </a:cubicBezTo>
                    <a:cubicBezTo>
                      <a:pt x="82" y="47"/>
                      <a:pt x="85" y="61"/>
                      <a:pt x="83" y="54"/>
                    </a:cubicBez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6" name="i$ľiḑé"/>
              <p:cNvSpPr/>
              <p:nvPr/>
            </p:nvSpPr>
            <p:spPr bwMode="auto">
              <a:xfrm>
                <a:off x="10510860" y="1424253"/>
                <a:ext cx="681433" cy="1055207"/>
              </a:xfrm>
              <a:custGeom>
                <a:avLst/>
                <a:gdLst>
                  <a:gd name="T0" fmla="*/ 102 w 103"/>
                  <a:gd name="T1" fmla="*/ 71 h 161"/>
                  <a:gd name="T2" fmla="*/ 96 w 103"/>
                  <a:gd name="T3" fmla="*/ 50 h 161"/>
                  <a:gd name="T4" fmla="*/ 85 w 103"/>
                  <a:gd name="T5" fmla="*/ 34 h 161"/>
                  <a:gd name="T6" fmla="*/ 70 w 103"/>
                  <a:gd name="T7" fmla="*/ 23 h 161"/>
                  <a:gd name="T8" fmla="*/ 25 w 103"/>
                  <a:gd name="T9" fmla="*/ 0 h 161"/>
                  <a:gd name="T10" fmla="*/ 40 w 103"/>
                  <a:gd name="T11" fmla="*/ 12 h 161"/>
                  <a:gd name="T12" fmla="*/ 51 w 103"/>
                  <a:gd name="T13" fmla="*/ 29 h 161"/>
                  <a:gd name="T14" fmla="*/ 57 w 103"/>
                  <a:gd name="T15" fmla="*/ 50 h 161"/>
                  <a:gd name="T16" fmla="*/ 57 w 103"/>
                  <a:gd name="T17" fmla="*/ 74 h 161"/>
                  <a:gd name="T18" fmla="*/ 50 w 103"/>
                  <a:gd name="T19" fmla="*/ 98 h 161"/>
                  <a:gd name="T20" fmla="*/ 37 w 103"/>
                  <a:gd name="T21" fmla="*/ 118 h 161"/>
                  <a:gd name="T22" fmla="*/ 20 w 103"/>
                  <a:gd name="T23" fmla="*/ 134 h 161"/>
                  <a:gd name="T24" fmla="*/ 0 w 103"/>
                  <a:gd name="T25" fmla="*/ 144 h 161"/>
                  <a:gd name="T26" fmla="*/ 46 w 103"/>
                  <a:gd name="T27" fmla="*/ 161 h 161"/>
                  <a:gd name="T28" fmla="*/ 66 w 103"/>
                  <a:gd name="T29" fmla="*/ 151 h 161"/>
                  <a:gd name="T30" fmla="*/ 82 w 103"/>
                  <a:gd name="T31" fmla="*/ 136 h 161"/>
                  <a:gd name="T32" fmla="*/ 95 w 103"/>
                  <a:gd name="T33" fmla="*/ 117 h 161"/>
                  <a:gd name="T34" fmla="*/ 102 w 103"/>
                  <a:gd name="T35" fmla="*/ 94 h 161"/>
                  <a:gd name="T36" fmla="*/ 102 w 103"/>
                  <a:gd name="T37" fmla="*/ 71 h 1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3" h="161">
                    <a:moveTo>
                      <a:pt x="102" y="71"/>
                    </a:moveTo>
                    <a:cubicBezTo>
                      <a:pt x="101" y="63"/>
                      <a:pt x="99" y="56"/>
                      <a:pt x="96" y="50"/>
                    </a:cubicBezTo>
                    <a:cubicBezTo>
                      <a:pt x="93" y="44"/>
                      <a:pt x="90" y="39"/>
                      <a:pt x="85" y="34"/>
                    </a:cubicBezTo>
                    <a:cubicBezTo>
                      <a:pt x="81" y="29"/>
                      <a:pt x="76" y="25"/>
                      <a:pt x="70" y="23"/>
                    </a:cubicBezTo>
                    <a:cubicBezTo>
                      <a:pt x="55" y="15"/>
                      <a:pt x="40" y="8"/>
                      <a:pt x="25" y="0"/>
                    </a:cubicBezTo>
                    <a:cubicBezTo>
                      <a:pt x="30" y="3"/>
                      <a:pt x="36" y="7"/>
                      <a:pt x="40" y="12"/>
                    </a:cubicBezTo>
                    <a:cubicBezTo>
                      <a:pt x="45" y="17"/>
                      <a:pt x="49" y="22"/>
                      <a:pt x="51" y="29"/>
                    </a:cubicBezTo>
                    <a:cubicBezTo>
                      <a:pt x="54" y="35"/>
                      <a:pt x="56" y="42"/>
                      <a:pt x="57" y="50"/>
                    </a:cubicBezTo>
                    <a:cubicBezTo>
                      <a:pt x="58" y="57"/>
                      <a:pt x="58" y="65"/>
                      <a:pt x="57" y="74"/>
                    </a:cubicBezTo>
                    <a:cubicBezTo>
                      <a:pt x="55" y="82"/>
                      <a:pt x="53" y="90"/>
                      <a:pt x="50" y="98"/>
                    </a:cubicBezTo>
                    <a:cubicBezTo>
                      <a:pt x="46" y="105"/>
                      <a:pt x="42" y="112"/>
                      <a:pt x="37" y="118"/>
                    </a:cubicBezTo>
                    <a:cubicBezTo>
                      <a:pt x="32" y="124"/>
                      <a:pt x="26" y="129"/>
                      <a:pt x="20" y="134"/>
                    </a:cubicBezTo>
                    <a:cubicBezTo>
                      <a:pt x="14" y="138"/>
                      <a:pt x="7" y="141"/>
                      <a:pt x="0" y="144"/>
                    </a:cubicBezTo>
                    <a:cubicBezTo>
                      <a:pt x="46" y="161"/>
                      <a:pt x="46" y="161"/>
                      <a:pt x="46" y="161"/>
                    </a:cubicBezTo>
                    <a:cubicBezTo>
                      <a:pt x="53" y="159"/>
                      <a:pt x="60" y="156"/>
                      <a:pt x="66" y="151"/>
                    </a:cubicBezTo>
                    <a:cubicBezTo>
                      <a:pt x="72" y="147"/>
                      <a:pt x="77" y="142"/>
                      <a:pt x="82" y="136"/>
                    </a:cubicBezTo>
                    <a:cubicBezTo>
                      <a:pt x="87" y="130"/>
                      <a:pt x="91" y="124"/>
                      <a:pt x="95" y="117"/>
                    </a:cubicBezTo>
                    <a:cubicBezTo>
                      <a:pt x="98" y="109"/>
                      <a:pt x="100" y="102"/>
                      <a:pt x="102" y="94"/>
                    </a:cubicBezTo>
                    <a:cubicBezTo>
                      <a:pt x="103" y="86"/>
                      <a:pt x="103" y="78"/>
                      <a:pt x="102" y="7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7" name="isḷïḋé"/>
              <p:cNvSpPr/>
              <p:nvPr/>
            </p:nvSpPr>
            <p:spPr bwMode="auto">
              <a:xfrm>
                <a:off x="10510860" y="2368212"/>
                <a:ext cx="562636" cy="1519825"/>
              </a:xfrm>
              <a:custGeom>
                <a:avLst/>
                <a:gdLst>
                  <a:gd name="T0" fmla="*/ 80 w 85"/>
                  <a:gd name="T1" fmla="*/ 117 h 232"/>
                  <a:gd name="T2" fmla="*/ 67 w 85"/>
                  <a:gd name="T3" fmla="*/ 64 h 232"/>
                  <a:gd name="T4" fmla="*/ 46 w 85"/>
                  <a:gd name="T5" fmla="*/ 17 h 232"/>
                  <a:gd name="T6" fmla="*/ 0 w 85"/>
                  <a:gd name="T7" fmla="*/ 0 h 232"/>
                  <a:gd name="T8" fmla="*/ 21 w 85"/>
                  <a:gd name="T9" fmla="*/ 49 h 232"/>
                  <a:gd name="T10" fmla="*/ 34 w 85"/>
                  <a:gd name="T11" fmla="*/ 103 h 232"/>
                  <a:gd name="T12" fmla="*/ 39 w 85"/>
                  <a:gd name="T13" fmla="*/ 161 h 232"/>
                  <a:gd name="T14" fmla="*/ 35 w 85"/>
                  <a:gd name="T15" fmla="*/ 222 h 232"/>
                  <a:gd name="T16" fmla="*/ 81 w 85"/>
                  <a:gd name="T17" fmla="*/ 232 h 232"/>
                  <a:gd name="T18" fmla="*/ 85 w 85"/>
                  <a:gd name="T19" fmla="*/ 173 h 232"/>
                  <a:gd name="T20" fmla="*/ 80 w 85"/>
                  <a:gd name="T21" fmla="*/ 117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5" h="232">
                    <a:moveTo>
                      <a:pt x="80" y="117"/>
                    </a:moveTo>
                    <a:cubicBezTo>
                      <a:pt x="77" y="99"/>
                      <a:pt x="72" y="81"/>
                      <a:pt x="67" y="64"/>
                    </a:cubicBezTo>
                    <a:cubicBezTo>
                      <a:pt x="61" y="48"/>
                      <a:pt x="54" y="32"/>
                      <a:pt x="46" y="1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" y="15"/>
                      <a:pt x="15" y="31"/>
                      <a:pt x="21" y="49"/>
                    </a:cubicBezTo>
                    <a:cubicBezTo>
                      <a:pt x="27" y="66"/>
                      <a:pt x="31" y="84"/>
                      <a:pt x="34" y="103"/>
                    </a:cubicBezTo>
                    <a:cubicBezTo>
                      <a:pt x="37" y="122"/>
                      <a:pt x="39" y="141"/>
                      <a:pt x="39" y="161"/>
                    </a:cubicBezTo>
                    <a:cubicBezTo>
                      <a:pt x="39" y="181"/>
                      <a:pt x="38" y="202"/>
                      <a:pt x="35" y="222"/>
                    </a:cubicBezTo>
                    <a:cubicBezTo>
                      <a:pt x="81" y="232"/>
                      <a:pt x="81" y="232"/>
                      <a:pt x="81" y="232"/>
                    </a:cubicBezTo>
                    <a:cubicBezTo>
                      <a:pt x="84" y="212"/>
                      <a:pt x="85" y="193"/>
                      <a:pt x="85" y="173"/>
                    </a:cubicBezTo>
                    <a:cubicBezTo>
                      <a:pt x="84" y="154"/>
                      <a:pt x="83" y="135"/>
                      <a:pt x="80" y="117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8" name="îŝ1ïdê"/>
              <p:cNvSpPr/>
              <p:nvPr/>
            </p:nvSpPr>
            <p:spPr bwMode="auto">
              <a:xfrm>
                <a:off x="10207268" y="3927299"/>
                <a:ext cx="826629" cy="1184449"/>
              </a:xfrm>
              <a:custGeom>
                <a:avLst/>
                <a:gdLst>
                  <a:gd name="T0" fmla="*/ 79 w 125"/>
                  <a:gd name="T1" fmla="*/ 0 h 181"/>
                  <a:gd name="T2" fmla="*/ 66 w 125"/>
                  <a:gd name="T3" fmla="*/ 50 h 181"/>
                  <a:gd name="T4" fmla="*/ 49 w 125"/>
                  <a:gd name="T5" fmla="*/ 97 h 181"/>
                  <a:gd name="T6" fmla="*/ 26 w 125"/>
                  <a:gd name="T7" fmla="*/ 140 h 181"/>
                  <a:gd name="T8" fmla="*/ 0 w 125"/>
                  <a:gd name="T9" fmla="*/ 178 h 181"/>
                  <a:gd name="T10" fmla="*/ 48 w 125"/>
                  <a:gd name="T11" fmla="*/ 181 h 181"/>
                  <a:gd name="T12" fmla="*/ 74 w 125"/>
                  <a:gd name="T13" fmla="*/ 144 h 181"/>
                  <a:gd name="T14" fmla="*/ 96 w 125"/>
                  <a:gd name="T15" fmla="*/ 103 h 181"/>
                  <a:gd name="T16" fmla="*/ 113 w 125"/>
                  <a:gd name="T17" fmla="*/ 58 h 181"/>
                  <a:gd name="T18" fmla="*/ 125 w 125"/>
                  <a:gd name="T19" fmla="*/ 10 h 181"/>
                  <a:gd name="T20" fmla="*/ 79 w 125"/>
                  <a:gd name="T21" fmla="*/ 0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" h="181">
                    <a:moveTo>
                      <a:pt x="79" y="0"/>
                    </a:moveTo>
                    <a:cubicBezTo>
                      <a:pt x="76" y="18"/>
                      <a:pt x="71" y="34"/>
                      <a:pt x="66" y="50"/>
                    </a:cubicBezTo>
                    <a:cubicBezTo>
                      <a:pt x="61" y="67"/>
                      <a:pt x="56" y="82"/>
                      <a:pt x="49" y="97"/>
                    </a:cubicBezTo>
                    <a:cubicBezTo>
                      <a:pt x="42" y="112"/>
                      <a:pt x="35" y="126"/>
                      <a:pt x="26" y="140"/>
                    </a:cubicBezTo>
                    <a:cubicBezTo>
                      <a:pt x="18" y="153"/>
                      <a:pt x="9" y="166"/>
                      <a:pt x="0" y="178"/>
                    </a:cubicBezTo>
                    <a:cubicBezTo>
                      <a:pt x="48" y="181"/>
                      <a:pt x="48" y="181"/>
                      <a:pt x="48" y="181"/>
                    </a:cubicBezTo>
                    <a:cubicBezTo>
                      <a:pt x="57" y="169"/>
                      <a:pt x="66" y="157"/>
                      <a:pt x="74" y="144"/>
                    </a:cubicBezTo>
                    <a:cubicBezTo>
                      <a:pt x="82" y="131"/>
                      <a:pt x="89" y="117"/>
                      <a:pt x="96" y="103"/>
                    </a:cubicBezTo>
                    <a:cubicBezTo>
                      <a:pt x="102" y="89"/>
                      <a:pt x="108" y="74"/>
                      <a:pt x="113" y="58"/>
                    </a:cubicBezTo>
                    <a:cubicBezTo>
                      <a:pt x="118" y="42"/>
                      <a:pt x="122" y="26"/>
                      <a:pt x="125" y="10"/>
                    </a:cubicBezTo>
                    <a:lnTo>
                      <a:pt x="79" y="0"/>
                    </a:lnTo>
                    <a:close/>
                  </a:path>
                </a:pathLst>
              </a:cu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39" name="íŝľiďé"/>
              <p:cNvSpPr/>
              <p:nvPr/>
            </p:nvSpPr>
            <p:spPr bwMode="auto">
              <a:xfrm>
                <a:off x="7278593" y="1476603"/>
                <a:ext cx="1871052" cy="2535767"/>
              </a:xfrm>
              <a:custGeom>
                <a:avLst/>
                <a:gdLst>
                  <a:gd name="T0" fmla="*/ 243 w 283"/>
                  <a:gd name="T1" fmla="*/ 4 h 387"/>
                  <a:gd name="T2" fmla="*/ 168 w 283"/>
                  <a:gd name="T3" fmla="*/ 31 h 387"/>
                  <a:gd name="T4" fmla="*/ 146 w 283"/>
                  <a:gd name="T5" fmla="*/ 64 h 387"/>
                  <a:gd name="T6" fmla="*/ 158 w 283"/>
                  <a:gd name="T7" fmla="*/ 98 h 387"/>
                  <a:gd name="T8" fmla="*/ 149 w 283"/>
                  <a:gd name="T9" fmla="*/ 144 h 387"/>
                  <a:gd name="T10" fmla="*/ 115 w 283"/>
                  <a:gd name="T11" fmla="*/ 178 h 387"/>
                  <a:gd name="T12" fmla="*/ 80 w 283"/>
                  <a:gd name="T13" fmla="*/ 178 h 387"/>
                  <a:gd name="T14" fmla="*/ 61 w 283"/>
                  <a:gd name="T15" fmla="*/ 156 h 387"/>
                  <a:gd name="T16" fmla="*/ 37 w 283"/>
                  <a:gd name="T17" fmla="*/ 174 h 387"/>
                  <a:gd name="T18" fmla="*/ 9 w 283"/>
                  <a:gd name="T19" fmla="*/ 246 h 387"/>
                  <a:gd name="T20" fmla="*/ 69 w 283"/>
                  <a:gd name="T21" fmla="*/ 295 h 387"/>
                  <a:gd name="T22" fmla="*/ 79 w 283"/>
                  <a:gd name="T23" fmla="*/ 300 h 387"/>
                  <a:gd name="T24" fmla="*/ 75 w 283"/>
                  <a:gd name="T25" fmla="*/ 306 h 387"/>
                  <a:gd name="T26" fmla="*/ 72 w 283"/>
                  <a:gd name="T27" fmla="*/ 313 h 387"/>
                  <a:gd name="T28" fmla="*/ 70 w 283"/>
                  <a:gd name="T29" fmla="*/ 321 h 387"/>
                  <a:gd name="T30" fmla="*/ 69 w 283"/>
                  <a:gd name="T31" fmla="*/ 347 h 387"/>
                  <a:gd name="T32" fmla="*/ 86 w 283"/>
                  <a:gd name="T33" fmla="*/ 379 h 387"/>
                  <a:gd name="T34" fmla="*/ 118 w 283"/>
                  <a:gd name="T35" fmla="*/ 384 h 387"/>
                  <a:gd name="T36" fmla="*/ 145 w 283"/>
                  <a:gd name="T37" fmla="*/ 359 h 387"/>
                  <a:gd name="T38" fmla="*/ 153 w 283"/>
                  <a:gd name="T39" fmla="*/ 333 h 387"/>
                  <a:gd name="T40" fmla="*/ 153 w 283"/>
                  <a:gd name="T41" fmla="*/ 325 h 387"/>
                  <a:gd name="T42" fmla="*/ 153 w 283"/>
                  <a:gd name="T43" fmla="*/ 317 h 387"/>
                  <a:gd name="T44" fmla="*/ 151 w 283"/>
                  <a:gd name="T45" fmla="*/ 310 h 387"/>
                  <a:gd name="T46" fmla="*/ 163 w 283"/>
                  <a:gd name="T47" fmla="*/ 308 h 387"/>
                  <a:gd name="T48" fmla="*/ 245 w 283"/>
                  <a:gd name="T49" fmla="*/ 237 h 387"/>
                  <a:gd name="T50" fmla="*/ 237 w 283"/>
                  <a:gd name="T51" fmla="*/ 238 h 387"/>
                  <a:gd name="T52" fmla="*/ 230 w 283"/>
                  <a:gd name="T53" fmla="*/ 238 h 387"/>
                  <a:gd name="T54" fmla="*/ 194 w 283"/>
                  <a:gd name="T55" fmla="*/ 213 h 387"/>
                  <a:gd name="T56" fmla="*/ 186 w 283"/>
                  <a:gd name="T57" fmla="*/ 163 h 387"/>
                  <a:gd name="T58" fmla="*/ 210 w 283"/>
                  <a:gd name="T59" fmla="*/ 115 h 387"/>
                  <a:gd name="T60" fmla="*/ 253 w 283"/>
                  <a:gd name="T61" fmla="*/ 97 h 387"/>
                  <a:gd name="T62" fmla="*/ 260 w 283"/>
                  <a:gd name="T63" fmla="*/ 98 h 387"/>
                  <a:gd name="T64" fmla="*/ 267 w 283"/>
                  <a:gd name="T65" fmla="*/ 100 h 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83" h="387">
                    <a:moveTo>
                      <a:pt x="283" y="0"/>
                    </a:moveTo>
                    <a:cubicBezTo>
                      <a:pt x="270" y="0"/>
                      <a:pt x="256" y="1"/>
                      <a:pt x="243" y="4"/>
                    </a:cubicBezTo>
                    <a:cubicBezTo>
                      <a:pt x="230" y="6"/>
                      <a:pt x="217" y="10"/>
                      <a:pt x="205" y="15"/>
                    </a:cubicBezTo>
                    <a:cubicBezTo>
                      <a:pt x="192" y="19"/>
                      <a:pt x="180" y="25"/>
                      <a:pt x="168" y="31"/>
                    </a:cubicBezTo>
                    <a:cubicBezTo>
                      <a:pt x="157" y="38"/>
                      <a:pt x="146" y="45"/>
                      <a:pt x="135" y="54"/>
                    </a:cubicBezTo>
                    <a:cubicBezTo>
                      <a:pt x="139" y="56"/>
                      <a:pt x="143" y="60"/>
                      <a:pt x="146" y="64"/>
                    </a:cubicBezTo>
                    <a:cubicBezTo>
                      <a:pt x="149" y="69"/>
                      <a:pt x="152" y="74"/>
                      <a:pt x="154" y="79"/>
                    </a:cubicBezTo>
                    <a:cubicBezTo>
                      <a:pt x="156" y="85"/>
                      <a:pt x="157" y="91"/>
                      <a:pt x="158" y="98"/>
                    </a:cubicBezTo>
                    <a:cubicBezTo>
                      <a:pt x="159" y="104"/>
                      <a:pt x="158" y="111"/>
                      <a:pt x="157" y="118"/>
                    </a:cubicBezTo>
                    <a:cubicBezTo>
                      <a:pt x="156" y="128"/>
                      <a:pt x="153" y="136"/>
                      <a:pt x="149" y="144"/>
                    </a:cubicBezTo>
                    <a:cubicBezTo>
                      <a:pt x="145" y="152"/>
                      <a:pt x="140" y="159"/>
                      <a:pt x="134" y="165"/>
                    </a:cubicBezTo>
                    <a:cubicBezTo>
                      <a:pt x="128" y="171"/>
                      <a:pt x="122" y="175"/>
                      <a:pt x="115" y="178"/>
                    </a:cubicBezTo>
                    <a:cubicBezTo>
                      <a:pt x="108" y="181"/>
                      <a:pt x="101" y="182"/>
                      <a:pt x="94" y="182"/>
                    </a:cubicBezTo>
                    <a:cubicBezTo>
                      <a:pt x="89" y="181"/>
                      <a:pt x="85" y="180"/>
                      <a:pt x="80" y="178"/>
                    </a:cubicBezTo>
                    <a:cubicBezTo>
                      <a:pt x="76" y="175"/>
                      <a:pt x="72" y="172"/>
                      <a:pt x="69" y="169"/>
                    </a:cubicBezTo>
                    <a:cubicBezTo>
                      <a:pt x="66" y="165"/>
                      <a:pt x="63" y="161"/>
                      <a:pt x="61" y="156"/>
                    </a:cubicBezTo>
                    <a:cubicBezTo>
                      <a:pt x="59" y="152"/>
                      <a:pt x="57" y="146"/>
                      <a:pt x="56" y="141"/>
                    </a:cubicBezTo>
                    <a:cubicBezTo>
                      <a:pt x="49" y="151"/>
                      <a:pt x="43" y="162"/>
                      <a:pt x="37" y="174"/>
                    </a:cubicBezTo>
                    <a:cubicBezTo>
                      <a:pt x="31" y="185"/>
                      <a:pt x="26" y="197"/>
                      <a:pt x="21" y="209"/>
                    </a:cubicBezTo>
                    <a:cubicBezTo>
                      <a:pt x="17" y="221"/>
                      <a:pt x="12" y="233"/>
                      <a:pt x="9" y="246"/>
                    </a:cubicBezTo>
                    <a:cubicBezTo>
                      <a:pt x="5" y="259"/>
                      <a:pt x="2" y="272"/>
                      <a:pt x="0" y="285"/>
                    </a:cubicBezTo>
                    <a:cubicBezTo>
                      <a:pt x="69" y="295"/>
                      <a:pt x="69" y="295"/>
                      <a:pt x="69" y="295"/>
                    </a:cubicBezTo>
                    <a:cubicBezTo>
                      <a:pt x="81" y="297"/>
                      <a:pt x="81" y="297"/>
                      <a:pt x="81" y="297"/>
                    </a:cubicBezTo>
                    <a:cubicBezTo>
                      <a:pt x="80" y="298"/>
                      <a:pt x="80" y="299"/>
                      <a:pt x="79" y="300"/>
                    </a:cubicBezTo>
                    <a:cubicBezTo>
                      <a:pt x="78" y="301"/>
                      <a:pt x="78" y="302"/>
                      <a:pt x="77" y="303"/>
                    </a:cubicBezTo>
                    <a:cubicBezTo>
                      <a:pt x="77" y="304"/>
                      <a:pt x="76" y="305"/>
                      <a:pt x="75" y="306"/>
                    </a:cubicBezTo>
                    <a:cubicBezTo>
                      <a:pt x="75" y="307"/>
                      <a:pt x="74" y="308"/>
                      <a:pt x="74" y="310"/>
                    </a:cubicBezTo>
                    <a:cubicBezTo>
                      <a:pt x="73" y="311"/>
                      <a:pt x="73" y="312"/>
                      <a:pt x="72" y="313"/>
                    </a:cubicBezTo>
                    <a:cubicBezTo>
                      <a:pt x="72" y="315"/>
                      <a:pt x="72" y="316"/>
                      <a:pt x="71" y="317"/>
                    </a:cubicBezTo>
                    <a:cubicBezTo>
                      <a:pt x="71" y="318"/>
                      <a:pt x="71" y="320"/>
                      <a:pt x="70" y="321"/>
                    </a:cubicBezTo>
                    <a:cubicBezTo>
                      <a:pt x="70" y="322"/>
                      <a:pt x="70" y="324"/>
                      <a:pt x="69" y="325"/>
                    </a:cubicBezTo>
                    <a:cubicBezTo>
                      <a:pt x="68" y="333"/>
                      <a:pt x="68" y="340"/>
                      <a:pt x="69" y="347"/>
                    </a:cubicBezTo>
                    <a:cubicBezTo>
                      <a:pt x="70" y="353"/>
                      <a:pt x="72" y="360"/>
                      <a:pt x="75" y="365"/>
                    </a:cubicBezTo>
                    <a:cubicBezTo>
                      <a:pt x="78" y="371"/>
                      <a:pt x="82" y="375"/>
                      <a:pt x="86" y="379"/>
                    </a:cubicBezTo>
                    <a:cubicBezTo>
                      <a:pt x="90" y="383"/>
                      <a:pt x="96" y="385"/>
                      <a:pt x="101" y="386"/>
                    </a:cubicBezTo>
                    <a:cubicBezTo>
                      <a:pt x="107" y="387"/>
                      <a:pt x="113" y="386"/>
                      <a:pt x="118" y="384"/>
                    </a:cubicBezTo>
                    <a:cubicBezTo>
                      <a:pt x="124" y="382"/>
                      <a:pt x="129" y="379"/>
                      <a:pt x="133" y="375"/>
                    </a:cubicBezTo>
                    <a:cubicBezTo>
                      <a:pt x="138" y="370"/>
                      <a:pt x="142" y="365"/>
                      <a:pt x="145" y="359"/>
                    </a:cubicBezTo>
                    <a:cubicBezTo>
                      <a:pt x="149" y="352"/>
                      <a:pt x="151" y="345"/>
                      <a:pt x="152" y="338"/>
                    </a:cubicBezTo>
                    <a:cubicBezTo>
                      <a:pt x="152" y="336"/>
                      <a:pt x="153" y="335"/>
                      <a:pt x="153" y="333"/>
                    </a:cubicBezTo>
                    <a:cubicBezTo>
                      <a:pt x="153" y="332"/>
                      <a:pt x="153" y="331"/>
                      <a:pt x="153" y="329"/>
                    </a:cubicBezTo>
                    <a:cubicBezTo>
                      <a:pt x="153" y="328"/>
                      <a:pt x="153" y="326"/>
                      <a:pt x="153" y="325"/>
                    </a:cubicBezTo>
                    <a:cubicBezTo>
                      <a:pt x="153" y="324"/>
                      <a:pt x="153" y="322"/>
                      <a:pt x="153" y="321"/>
                    </a:cubicBezTo>
                    <a:cubicBezTo>
                      <a:pt x="153" y="320"/>
                      <a:pt x="153" y="318"/>
                      <a:pt x="153" y="317"/>
                    </a:cubicBezTo>
                    <a:cubicBezTo>
                      <a:pt x="152" y="316"/>
                      <a:pt x="152" y="315"/>
                      <a:pt x="152" y="313"/>
                    </a:cubicBezTo>
                    <a:cubicBezTo>
                      <a:pt x="152" y="312"/>
                      <a:pt x="151" y="311"/>
                      <a:pt x="151" y="310"/>
                    </a:cubicBezTo>
                    <a:cubicBezTo>
                      <a:pt x="151" y="309"/>
                      <a:pt x="151" y="307"/>
                      <a:pt x="150" y="306"/>
                    </a:cubicBezTo>
                    <a:cubicBezTo>
                      <a:pt x="163" y="308"/>
                      <a:pt x="163" y="308"/>
                      <a:pt x="163" y="308"/>
                    </a:cubicBezTo>
                    <a:cubicBezTo>
                      <a:pt x="232" y="318"/>
                      <a:pt x="232" y="318"/>
                      <a:pt x="232" y="318"/>
                    </a:cubicBezTo>
                    <a:cubicBezTo>
                      <a:pt x="245" y="237"/>
                      <a:pt x="245" y="237"/>
                      <a:pt x="245" y="237"/>
                    </a:cubicBezTo>
                    <a:cubicBezTo>
                      <a:pt x="243" y="238"/>
                      <a:pt x="242" y="238"/>
                      <a:pt x="241" y="238"/>
                    </a:cubicBezTo>
                    <a:cubicBezTo>
                      <a:pt x="240" y="238"/>
                      <a:pt x="238" y="238"/>
                      <a:pt x="237" y="238"/>
                    </a:cubicBezTo>
                    <a:cubicBezTo>
                      <a:pt x="236" y="238"/>
                      <a:pt x="235" y="238"/>
                      <a:pt x="233" y="238"/>
                    </a:cubicBezTo>
                    <a:cubicBezTo>
                      <a:pt x="232" y="238"/>
                      <a:pt x="231" y="238"/>
                      <a:pt x="230" y="238"/>
                    </a:cubicBezTo>
                    <a:cubicBezTo>
                      <a:pt x="222" y="237"/>
                      <a:pt x="215" y="234"/>
                      <a:pt x="209" y="230"/>
                    </a:cubicBezTo>
                    <a:cubicBezTo>
                      <a:pt x="203" y="226"/>
                      <a:pt x="198" y="220"/>
                      <a:pt x="194" y="213"/>
                    </a:cubicBezTo>
                    <a:cubicBezTo>
                      <a:pt x="190" y="207"/>
                      <a:pt x="187" y="199"/>
                      <a:pt x="186" y="190"/>
                    </a:cubicBezTo>
                    <a:cubicBezTo>
                      <a:pt x="184" y="182"/>
                      <a:pt x="184" y="172"/>
                      <a:pt x="186" y="163"/>
                    </a:cubicBezTo>
                    <a:cubicBezTo>
                      <a:pt x="187" y="153"/>
                      <a:pt x="191" y="144"/>
                      <a:pt x="195" y="136"/>
                    </a:cubicBezTo>
                    <a:cubicBezTo>
                      <a:pt x="199" y="128"/>
                      <a:pt x="204" y="121"/>
                      <a:pt x="210" y="115"/>
                    </a:cubicBezTo>
                    <a:cubicBezTo>
                      <a:pt x="216" y="109"/>
                      <a:pt x="223" y="104"/>
                      <a:pt x="230" y="101"/>
                    </a:cubicBezTo>
                    <a:cubicBezTo>
                      <a:pt x="237" y="98"/>
                      <a:pt x="245" y="96"/>
                      <a:pt x="253" y="97"/>
                    </a:cubicBezTo>
                    <a:cubicBezTo>
                      <a:pt x="254" y="97"/>
                      <a:pt x="255" y="97"/>
                      <a:pt x="256" y="97"/>
                    </a:cubicBezTo>
                    <a:cubicBezTo>
                      <a:pt x="258" y="97"/>
                      <a:pt x="259" y="98"/>
                      <a:pt x="260" y="98"/>
                    </a:cubicBezTo>
                    <a:cubicBezTo>
                      <a:pt x="261" y="98"/>
                      <a:pt x="262" y="99"/>
                      <a:pt x="264" y="99"/>
                    </a:cubicBezTo>
                    <a:cubicBezTo>
                      <a:pt x="265" y="99"/>
                      <a:pt x="266" y="100"/>
                      <a:pt x="267" y="100"/>
                    </a:cubicBezTo>
                    <a:lnTo>
                      <a:pt x="283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40" name="íṣ1ídè"/>
              <p:cNvSpPr/>
              <p:nvPr/>
            </p:nvSpPr>
            <p:spPr bwMode="auto">
              <a:xfrm>
                <a:off x="7041000" y="3428326"/>
                <a:ext cx="2088847" cy="2319818"/>
              </a:xfrm>
              <a:custGeom>
                <a:avLst/>
                <a:gdLst>
                  <a:gd name="T0" fmla="*/ 29 w 316"/>
                  <a:gd name="T1" fmla="*/ 42 h 354"/>
                  <a:gd name="T2" fmla="*/ 33 w 316"/>
                  <a:gd name="T3" fmla="*/ 121 h 354"/>
                  <a:gd name="T4" fmla="*/ 28 w 316"/>
                  <a:gd name="T5" fmla="*/ 166 h 354"/>
                  <a:gd name="T6" fmla="*/ 7 w 316"/>
                  <a:gd name="T7" fmla="*/ 195 h 354"/>
                  <a:gd name="T8" fmla="*/ 1 w 316"/>
                  <a:gd name="T9" fmla="*/ 240 h 354"/>
                  <a:gd name="T10" fmla="*/ 21 w 316"/>
                  <a:gd name="T11" fmla="*/ 282 h 354"/>
                  <a:gd name="T12" fmla="*/ 53 w 316"/>
                  <a:gd name="T13" fmla="*/ 293 h 354"/>
                  <a:gd name="T14" fmla="*/ 80 w 316"/>
                  <a:gd name="T15" fmla="*/ 278 h 354"/>
                  <a:gd name="T16" fmla="*/ 115 w 316"/>
                  <a:gd name="T17" fmla="*/ 294 h 354"/>
                  <a:gd name="T18" fmla="*/ 177 w 316"/>
                  <a:gd name="T19" fmla="*/ 340 h 354"/>
                  <a:gd name="T20" fmla="*/ 229 w 316"/>
                  <a:gd name="T21" fmla="*/ 257 h 354"/>
                  <a:gd name="T22" fmla="*/ 234 w 316"/>
                  <a:gd name="T23" fmla="*/ 242 h 354"/>
                  <a:gd name="T24" fmla="*/ 239 w 316"/>
                  <a:gd name="T25" fmla="*/ 248 h 354"/>
                  <a:gd name="T26" fmla="*/ 246 w 316"/>
                  <a:gd name="T27" fmla="*/ 254 h 354"/>
                  <a:gd name="T28" fmla="*/ 254 w 316"/>
                  <a:gd name="T29" fmla="*/ 258 h 354"/>
                  <a:gd name="T30" fmla="*/ 278 w 316"/>
                  <a:gd name="T31" fmla="*/ 259 h 354"/>
                  <a:gd name="T32" fmla="*/ 308 w 316"/>
                  <a:gd name="T33" fmla="*/ 233 h 354"/>
                  <a:gd name="T34" fmla="*/ 315 w 316"/>
                  <a:gd name="T35" fmla="*/ 188 h 354"/>
                  <a:gd name="T36" fmla="*/ 295 w 316"/>
                  <a:gd name="T37" fmla="*/ 152 h 354"/>
                  <a:gd name="T38" fmla="*/ 273 w 316"/>
                  <a:gd name="T39" fmla="*/ 144 h 354"/>
                  <a:gd name="T40" fmla="*/ 264 w 316"/>
                  <a:gd name="T41" fmla="*/ 144 h 354"/>
                  <a:gd name="T42" fmla="*/ 256 w 316"/>
                  <a:gd name="T43" fmla="*/ 147 h 354"/>
                  <a:gd name="T44" fmla="*/ 249 w 316"/>
                  <a:gd name="T45" fmla="*/ 150 h 354"/>
                  <a:gd name="T46" fmla="*/ 249 w 316"/>
                  <a:gd name="T47" fmla="*/ 135 h 354"/>
                  <a:gd name="T48" fmla="*/ 200 w 316"/>
                  <a:gd name="T49" fmla="*/ 25 h 354"/>
                  <a:gd name="T50" fmla="*/ 200 w 316"/>
                  <a:gd name="T51" fmla="*/ 33 h 354"/>
                  <a:gd name="T52" fmla="*/ 199 w 316"/>
                  <a:gd name="T53" fmla="*/ 41 h 354"/>
                  <a:gd name="T54" fmla="*/ 175 w 316"/>
                  <a:gd name="T55" fmla="*/ 88 h 354"/>
                  <a:gd name="T56" fmla="*/ 135 w 316"/>
                  <a:gd name="T57" fmla="*/ 102 h 354"/>
                  <a:gd name="T58" fmla="*/ 102 w 316"/>
                  <a:gd name="T59" fmla="*/ 76 h 354"/>
                  <a:gd name="T60" fmla="*/ 95 w 316"/>
                  <a:gd name="T61" fmla="*/ 26 h 354"/>
                  <a:gd name="T62" fmla="*/ 97 w 316"/>
                  <a:gd name="T63" fmla="*/ 18 h 354"/>
                  <a:gd name="T64" fmla="*/ 99 w 316"/>
                  <a:gd name="T65" fmla="*/ 10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16" h="354">
                    <a:moveTo>
                      <a:pt x="33" y="0"/>
                    </a:moveTo>
                    <a:cubicBezTo>
                      <a:pt x="31" y="14"/>
                      <a:pt x="30" y="28"/>
                      <a:pt x="29" y="42"/>
                    </a:cubicBezTo>
                    <a:cubicBezTo>
                      <a:pt x="29" y="55"/>
                      <a:pt x="29" y="69"/>
                      <a:pt x="29" y="82"/>
                    </a:cubicBezTo>
                    <a:cubicBezTo>
                      <a:pt x="30" y="95"/>
                      <a:pt x="31" y="109"/>
                      <a:pt x="33" y="121"/>
                    </a:cubicBezTo>
                    <a:cubicBezTo>
                      <a:pt x="35" y="134"/>
                      <a:pt x="38" y="147"/>
                      <a:pt x="41" y="159"/>
                    </a:cubicBezTo>
                    <a:cubicBezTo>
                      <a:pt x="36" y="161"/>
                      <a:pt x="32" y="163"/>
                      <a:pt x="28" y="166"/>
                    </a:cubicBezTo>
                    <a:cubicBezTo>
                      <a:pt x="23" y="170"/>
                      <a:pt x="19" y="174"/>
                      <a:pt x="16" y="179"/>
                    </a:cubicBezTo>
                    <a:cubicBezTo>
                      <a:pt x="13" y="183"/>
                      <a:pt x="10" y="189"/>
                      <a:pt x="7" y="195"/>
                    </a:cubicBezTo>
                    <a:cubicBezTo>
                      <a:pt x="5" y="200"/>
                      <a:pt x="3" y="207"/>
                      <a:pt x="2" y="214"/>
                    </a:cubicBezTo>
                    <a:cubicBezTo>
                      <a:pt x="0" y="223"/>
                      <a:pt x="0" y="232"/>
                      <a:pt x="1" y="240"/>
                    </a:cubicBezTo>
                    <a:cubicBezTo>
                      <a:pt x="2" y="249"/>
                      <a:pt x="5" y="257"/>
                      <a:pt x="8" y="264"/>
                    </a:cubicBezTo>
                    <a:cubicBezTo>
                      <a:pt x="11" y="271"/>
                      <a:pt x="16" y="277"/>
                      <a:pt x="21" y="282"/>
                    </a:cubicBezTo>
                    <a:cubicBezTo>
                      <a:pt x="26" y="287"/>
                      <a:pt x="32" y="290"/>
                      <a:pt x="39" y="292"/>
                    </a:cubicBezTo>
                    <a:cubicBezTo>
                      <a:pt x="44" y="293"/>
                      <a:pt x="48" y="293"/>
                      <a:pt x="53" y="293"/>
                    </a:cubicBezTo>
                    <a:cubicBezTo>
                      <a:pt x="58" y="292"/>
                      <a:pt x="63" y="290"/>
                      <a:pt x="67" y="288"/>
                    </a:cubicBezTo>
                    <a:cubicBezTo>
                      <a:pt x="72" y="286"/>
                      <a:pt x="76" y="282"/>
                      <a:pt x="80" y="278"/>
                    </a:cubicBezTo>
                    <a:cubicBezTo>
                      <a:pt x="84" y="274"/>
                      <a:pt x="87" y="270"/>
                      <a:pt x="90" y="264"/>
                    </a:cubicBezTo>
                    <a:cubicBezTo>
                      <a:pt x="98" y="275"/>
                      <a:pt x="106" y="285"/>
                      <a:pt x="115" y="294"/>
                    </a:cubicBezTo>
                    <a:cubicBezTo>
                      <a:pt x="124" y="303"/>
                      <a:pt x="134" y="312"/>
                      <a:pt x="144" y="319"/>
                    </a:cubicBezTo>
                    <a:cubicBezTo>
                      <a:pt x="154" y="327"/>
                      <a:pt x="165" y="334"/>
                      <a:pt x="177" y="340"/>
                    </a:cubicBezTo>
                    <a:cubicBezTo>
                      <a:pt x="188" y="346"/>
                      <a:pt x="200" y="351"/>
                      <a:pt x="213" y="354"/>
                    </a:cubicBezTo>
                    <a:cubicBezTo>
                      <a:pt x="229" y="257"/>
                      <a:pt x="229" y="257"/>
                      <a:pt x="229" y="257"/>
                    </a:cubicBezTo>
                    <a:cubicBezTo>
                      <a:pt x="232" y="239"/>
                      <a:pt x="232" y="239"/>
                      <a:pt x="232" y="239"/>
                    </a:cubicBezTo>
                    <a:cubicBezTo>
                      <a:pt x="233" y="240"/>
                      <a:pt x="233" y="241"/>
                      <a:pt x="234" y="242"/>
                    </a:cubicBezTo>
                    <a:cubicBezTo>
                      <a:pt x="235" y="243"/>
                      <a:pt x="236" y="245"/>
                      <a:pt x="237" y="245"/>
                    </a:cubicBezTo>
                    <a:cubicBezTo>
                      <a:pt x="237" y="246"/>
                      <a:pt x="238" y="247"/>
                      <a:pt x="239" y="248"/>
                    </a:cubicBezTo>
                    <a:cubicBezTo>
                      <a:pt x="240" y="249"/>
                      <a:pt x="241" y="250"/>
                      <a:pt x="242" y="251"/>
                    </a:cubicBezTo>
                    <a:cubicBezTo>
                      <a:pt x="243" y="252"/>
                      <a:pt x="244" y="253"/>
                      <a:pt x="246" y="254"/>
                    </a:cubicBezTo>
                    <a:cubicBezTo>
                      <a:pt x="247" y="255"/>
                      <a:pt x="248" y="256"/>
                      <a:pt x="250" y="256"/>
                    </a:cubicBezTo>
                    <a:cubicBezTo>
                      <a:pt x="251" y="257"/>
                      <a:pt x="253" y="258"/>
                      <a:pt x="254" y="258"/>
                    </a:cubicBezTo>
                    <a:cubicBezTo>
                      <a:pt x="256" y="259"/>
                      <a:pt x="257" y="259"/>
                      <a:pt x="259" y="260"/>
                    </a:cubicBezTo>
                    <a:cubicBezTo>
                      <a:pt x="265" y="261"/>
                      <a:pt x="272" y="261"/>
                      <a:pt x="278" y="259"/>
                    </a:cubicBezTo>
                    <a:cubicBezTo>
                      <a:pt x="284" y="257"/>
                      <a:pt x="289" y="254"/>
                      <a:pt x="294" y="250"/>
                    </a:cubicBezTo>
                    <a:cubicBezTo>
                      <a:pt x="300" y="246"/>
                      <a:pt x="304" y="240"/>
                      <a:pt x="308" y="233"/>
                    </a:cubicBezTo>
                    <a:cubicBezTo>
                      <a:pt x="311" y="227"/>
                      <a:pt x="314" y="219"/>
                      <a:pt x="315" y="211"/>
                    </a:cubicBezTo>
                    <a:cubicBezTo>
                      <a:pt x="316" y="203"/>
                      <a:pt x="316" y="195"/>
                      <a:pt x="315" y="188"/>
                    </a:cubicBezTo>
                    <a:cubicBezTo>
                      <a:pt x="314" y="180"/>
                      <a:pt x="311" y="173"/>
                      <a:pt x="308" y="167"/>
                    </a:cubicBezTo>
                    <a:cubicBezTo>
                      <a:pt x="304" y="161"/>
                      <a:pt x="300" y="156"/>
                      <a:pt x="295" y="152"/>
                    </a:cubicBezTo>
                    <a:cubicBezTo>
                      <a:pt x="290" y="148"/>
                      <a:pt x="284" y="145"/>
                      <a:pt x="278" y="144"/>
                    </a:cubicBezTo>
                    <a:cubicBezTo>
                      <a:pt x="276" y="144"/>
                      <a:pt x="275" y="144"/>
                      <a:pt x="273" y="144"/>
                    </a:cubicBezTo>
                    <a:cubicBezTo>
                      <a:pt x="271" y="143"/>
                      <a:pt x="270" y="144"/>
                      <a:pt x="268" y="144"/>
                    </a:cubicBezTo>
                    <a:cubicBezTo>
                      <a:pt x="267" y="144"/>
                      <a:pt x="265" y="144"/>
                      <a:pt x="264" y="144"/>
                    </a:cubicBezTo>
                    <a:cubicBezTo>
                      <a:pt x="262" y="145"/>
                      <a:pt x="260" y="145"/>
                      <a:pt x="259" y="146"/>
                    </a:cubicBezTo>
                    <a:cubicBezTo>
                      <a:pt x="258" y="146"/>
                      <a:pt x="257" y="146"/>
                      <a:pt x="256" y="147"/>
                    </a:cubicBezTo>
                    <a:cubicBezTo>
                      <a:pt x="254" y="147"/>
                      <a:pt x="253" y="148"/>
                      <a:pt x="252" y="148"/>
                    </a:cubicBezTo>
                    <a:cubicBezTo>
                      <a:pt x="251" y="149"/>
                      <a:pt x="250" y="150"/>
                      <a:pt x="249" y="150"/>
                    </a:cubicBezTo>
                    <a:cubicBezTo>
                      <a:pt x="248" y="151"/>
                      <a:pt x="247" y="152"/>
                      <a:pt x="246" y="153"/>
                    </a:cubicBezTo>
                    <a:cubicBezTo>
                      <a:pt x="249" y="135"/>
                      <a:pt x="249" y="135"/>
                      <a:pt x="249" y="135"/>
                    </a:cubicBezTo>
                    <a:cubicBezTo>
                      <a:pt x="265" y="34"/>
                      <a:pt x="265" y="34"/>
                      <a:pt x="265" y="34"/>
                    </a:cubicBezTo>
                    <a:cubicBezTo>
                      <a:pt x="200" y="25"/>
                      <a:pt x="200" y="25"/>
                      <a:pt x="200" y="25"/>
                    </a:cubicBezTo>
                    <a:cubicBezTo>
                      <a:pt x="200" y="26"/>
                      <a:pt x="200" y="27"/>
                      <a:pt x="200" y="29"/>
                    </a:cubicBezTo>
                    <a:cubicBezTo>
                      <a:pt x="200" y="30"/>
                      <a:pt x="200" y="32"/>
                      <a:pt x="200" y="33"/>
                    </a:cubicBezTo>
                    <a:cubicBezTo>
                      <a:pt x="200" y="34"/>
                      <a:pt x="200" y="36"/>
                      <a:pt x="200" y="37"/>
                    </a:cubicBezTo>
                    <a:cubicBezTo>
                      <a:pt x="200" y="39"/>
                      <a:pt x="199" y="40"/>
                      <a:pt x="199" y="41"/>
                    </a:cubicBezTo>
                    <a:cubicBezTo>
                      <a:pt x="198" y="51"/>
                      <a:pt x="195" y="60"/>
                      <a:pt x="190" y="68"/>
                    </a:cubicBezTo>
                    <a:cubicBezTo>
                      <a:pt x="186" y="76"/>
                      <a:pt x="181" y="83"/>
                      <a:pt x="175" y="88"/>
                    </a:cubicBezTo>
                    <a:cubicBezTo>
                      <a:pt x="170" y="93"/>
                      <a:pt x="163" y="98"/>
                      <a:pt x="156" y="100"/>
                    </a:cubicBezTo>
                    <a:cubicBezTo>
                      <a:pt x="149" y="102"/>
                      <a:pt x="142" y="103"/>
                      <a:pt x="135" y="102"/>
                    </a:cubicBezTo>
                    <a:cubicBezTo>
                      <a:pt x="128" y="101"/>
                      <a:pt x="121" y="97"/>
                      <a:pt x="116" y="93"/>
                    </a:cubicBezTo>
                    <a:cubicBezTo>
                      <a:pt x="110" y="88"/>
                      <a:pt x="106" y="82"/>
                      <a:pt x="102" y="76"/>
                    </a:cubicBezTo>
                    <a:cubicBezTo>
                      <a:pt x="99" y="69"/>
                      <a:pt x="96" y="61"/>
                      <a:pt x="95" y="52"/>
                    </a:cubicBezTo>
                    <a:cubicBezTo>
                      <a:pt x="94" y="44"/>
                      <a:pt x="94" y="35"/>
                      <a:pt x="95" y="26"/>
                    </a:cubicBezTo>
                    <a:cubicBezTo>
                      <a:pt x="96" y="24"/>
                      <a:pt x="96" y="23"/>
                      <a:pt x="96" y="22"/>
                    </a:cubicBezTo>
                    <a:cubicBezTo>
                      <a:pt x="96" y="20"/>
                      <a:pt x="97" y="19"/>
                      <a:pt x="97" y="18"/>
                    </a:cubicBezTo>
                    <a:cubicBezTo>
                      <a:pt x="97" y="16"/>
                      <a:pt x="98" y="15"/>
                      <a:pt x="98" y="14"/>
                    </a:cubicBezTo>
                    <a:cubicBezTo>
                      <a:pt x="99" y="13"/>
                      <a:pt x="99" y="11"/>
                      <a:pt x="99" y="10"/>
                    </a:cubicBezTo>
                    <a:lnTo>
                      <a:pt x="33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41" name="íṧlîḋè"/>
              <p:cNvSpPr/>
              <p:nvPr/>
            </p:nvSpPr>
            <p:spPr bwMode="auto">
              <a:xfrm>
                <a:off x="8671230" y="1433779"/>
                <a:ext cx="2328091" cy="2431064"/>
              </a:xfrm>
              <a:custGeom>
                <a:avLst/>
                <a:gdLst>
                  <a:gd name="T0" fmla="*/ 271 w 352"/>
                  <a:gd name="T1" fmla="*/ 4 h 371"/>
                  <a:gd name="T2" fmla="*/ 233 w 352"/>
                  <a:gd name="T3" fmla="*/ 36 h 371"/>
                  <a:gd name="T4" fmla="*/ 193 w 352"/>
                  <a:gd name="T5" fmla="*/ 41 h 371"/>
                  <a:gd name="T6" fmla="*/ 132 w 352"/>
                  <a:gd name="T7" fmla="*/ 18 h 371"/>
                  <a:gd name="T8" fmla="*/ 82 w 352"/>
                  <a:gd name="T9" fmla="*/ 119 h 371"/>
                  <a:gd name="T10" fmla="*/ 77 w 352"/>
                  <a:gd name="T11" fmla="*/ 134 h 371"/>
                  <a:gd name="T12" fmla="*/ 71 w 352"/>
                  <a:gd name="T13" fmla="*/ 130 h 371"/>
                  <a:gd name="T14" fmla="*/ 65 w 352"/>
                  <a:gd name="T15" fmla="*/ 127 h 371"/>
                  <a:gd name="T16" fmla="*/ 58 w 352"/>
                  <a:gd name="T17" fmla="*/ 125 h 371"/>
                  <a:gd name="T18" fmla="*/ 36 w 352"/>
                  <a:gd name="T19" fmla="*/ 127 h 371"/>
                  <a:gd name="T20" fmla="*/ 8 w 352"/>
                  <a:gd name="T21" fmla="*/ 155 h 371"/>
                  <a:gd name="T22" fmla="*/ 1 w 352"/>
                  <a:gd name="T23" fmla="*/ 199 h 371"/>
                  <a:gd name="T24" fmla="*/ 19 w 352"/>
                  <a:gd name="T25" fmla="*/ 231 h 371"/>
                  <a:gd name="T26" fmla="*/ 40 w 352"/>
                  <a:gd name="T27" fmla="*/ 237 h 371"/>
                  <a:gd name="T28" fmla="*/ 47 w 352"/>
                  <a:gd name="T29" fmla="*/ 236 h 371"/>
                  <a:gd name="T30" fmla="*/ 54 w 352"/>
                  <a:gd name="T31" fmla="*/ 234 h 371"/>
                  <a:gd name="T32" fmla="*/ 61 w 352"/>
                  <a:gd name="T33" fmla="*/ 231 h 371"/>
                  <a:gd name="T34" fmla="*/ 61 w 352"/>
                  <a:gd name="T35" fmla="*/ 246 h 371"/>
                  <a:gd name="T36" fmla="*/ 126 w 352"/>
                  <a:gd name="T37" fmla="*/ 343 h 371"/>
                  <a:gd name="T38" fmla="*/ 126 w 352"/>
                  <a:gd name="T39" fmla="*/ 333 h 371"/>
                  <a:gd name="T40" fmla="*/ 127 w 352"/>
                  <a:gd name="T41" fmla="*/ 323 h 371"/>
                  <a:gd name="T42" fmla="*/ 153 w 352"/>
                  <a:gd name="T43" fmla="*/ 273 h 371"/>
                  <a:gd name="T44" fmla="*/ 201 w 352"/>
                  <a:gd name="T45" fmla="*/ 256 h 371"/>
                  <a:gd name="T46" fmla="*/ 242 w 352"/>
                  <a:gd name="T47" fmla="*/ 283 h 371"/>
                  <a:gd name="T48" fmla="*/ 253 w 352"/>
                  <a:gd name="T49" fmla="*/ 340 h 371"/>
                  <a:gd name="T50" fmla="*/ 251 w 352"/>
                  <a:gd name="T51" fmla="*/ 350 h 371"/>
                  <a:gd name="T52" fmla="*/ 247 w 352"/>
                  <a:gd name="T53" fmla="*/ 360 h 371"/>
                  <a:gd name="T54" fmla="*/ 332 w 352"/>
                  <a:gd name="T55" fmla="*/ 310 h 371"/>
                  <a:gd name="T56" fmla="*/ 314 w 352"/>
                  <a:gd name="T57" fmla="*/ 198 h 371"/>
                  <a:gd name="T58" fmla="*/ 313 w 352"/>
                  <a:gd name="T59" fmla="*/ 139 h 371"/>
                  <a:gd name="T60" fmla="*/ 343 w 352"/>
                  <a:gd name="T61" fmla="*/ 103 h 371"/>
                  <a:gd name="T62" fmla="*/ 349 w 352"/>
                  <a:gd name="T63" fmla="*/ 48 h 371"/>
                  <a:gd name="T64" fmla="*/ 320 w 352"/>
                  <a:gd name="T65" fmla="*/ 6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52" h="371">
                    <a:moveTo>
                      <a:pt x="295" y="0"/>
                    </a:moveTo>
                    <a:cubicBezTo>
                      <a:pt x="286" y="0"/>
                      <a:pt x="278" y="1"/>
                      <a:pt x="271" y="4"/>
                    </a:cubicBezTo>
                    <a:cubicBezTo>
                      <a:pt x="263" y="7"/>
                      <a:pt x="256" y="11"/>
                      <a:pt x="250" y="17"/>
                    </a:cubicBezTo>
                    <a:cubicBezTo>
                      <a:pt x="243" y="22"/>
                      <a:pt x="237" y="29"/>
                      <a:pt x="233" y="36"/>
                    </a:cubicBezTo>
                    <a:cubicBezTo>
                      <a:pt x="228" y="43"/>
                      <a:pt x="224" y="51"/>
                      <a:pt x="221" y="60"/>
                    </a:cubicBezTo>
                    <a:cubicBezTo>
                      <a:pt x="212" y="53"/>
                      <a:pt x="203" y="47"/>
                      <a:pt x="193" y="41"/>
                    </a:cubicBezTo>
                    <a:cubicBezTo>
                      <a:pt x="184" y="36"/>
                      <a:pt x="174" y="31"/>
                      <a:pt x="163" y="27"/>
                    </a:cubicBezTo>
                    <a:cubicBezTo>
                      <a:pt x="153" y="23"/>
                      <a:pt x="143" y="20"/>
                      <a:pt x="132" y="18"/>
                    </a:cubicBezTo>
                    <a:cubicBezTo>
                      <a:pt x="121" y="15"/>
                      <a:pt x="110" y="14"/>
                      <a:pt x="99" y="13"/>
                    </a:cubicBezTo>
                    <a:cubicBezTo>
                      <a:pt x="82" y="119"/>
                      <a:pt x="82" y="119"/>
                      <a:pt x="82" y="119"/>
                    </a:cubicBezTo>
                    <a:cubicBezTo>
                      <a:pt x="79" y="136"/>
                      <a:pt x="79" y="136"/>
                      <a:pt x="79" y="136"/>
                    </a:cubicBezTo>
                    <a:cubicBezTo>
                      <a:pt x="78" y="135"/>
                      <a:pt x="77" y="135"/>
                      <a:pt x="77" y="134"/>
                    </a:cubicBezTo>
                    <a:cubicBezTo>
                      <a:pt x="76" y="133"/>
                      <a:pt x="75" y="132"/>
                      <a:pt x="74" y="132"/>
                    </a:cubicBezTo>
                    <a:cubicBezTo>
                      <a:pt x="73" y="131"/>
                      <a:pt x="72" y="130"/>
                      <a:pt x="71" y="130"/>
                    </a:cubicBezTo>
                    <a:cubicBezTo>
                      <a:pt x="70" y="129"/>
                      <a:pt x="69" y="129"/>
                      <a:pt x="69" y="128"/>
                    </a:cubicBezTo>
                    <a:cubicBezTo>
                      <a:pt x="67" y="128"/>
                      <a:pt x="66" y="127"/>
                      <a:pt x="65" y="127"/>
                    </a:cubicBezTo>
                    <a:cubicBezTo>
                      <a:pt x="64" y="126"/>
                      <a:pt x="63" y="126"/>
                      <a:pt x="62" y="125"/>
                    </a:cubicBezTo>
                    <a:cubicBezTo>
                      <a:pt x="61" y="125"/>
                      <a:pt x="59" y="125"/>
                      <a:pt x="58" y="125"/>
                    </a:cubicBezTo>
                    <a:cubicBezTo>
                      <a:pt x="57" y="124"/>
                      <a:pt x="56" y="124"/>
                      <a:pt x="54" y="124"/>
                    </a:cubicBezTo>
                    <a:cubicBezTo>
                      <a:pt x="48" y="124"/>
                      <a:pt x="42" y="125"/>
                      <a:pt x="36" y="127"/>
                    </a:cubicBezTo>
                    <a:cubicBezTo>
                      <a:pt x="30" y="130"/>
                      <a:pt x="25" y="134"/>
                      <a:pt x="20" y="138"/>
                    </a:cubicBezTo>
                    <a:cubicBezTo>
                      <a:pt x="15" y="143"/>
                      <a:pt x="11" y="149"/>
                      <a:pt x="8" y="155"/>
                    </a:cubicBezTo>
                    <a:cubicBezTo>
                      <a:pt x="5" y="162"/>
                      <a:pt x="2" y="169"/>
                      <a:pt x="1" y="177"/>
                    </a:cubicBezTo>
                    <a:cubicBezTo>
                      <a:pt x="0" y="184"/>
                      <a:pt x="0" y="192"/>
                      <a:pt x="1" y="199"/>
                    </a:cubicBezTo>
                    <a:cubicBezTo>
                      <a:pt x="2" y="205"/>
                      <a:pt x="4" y="212"/>
                      <a:pt x="7" y="217"/>
                    </a:cubicBezTo>
                    <a:cubicBezTo>
                      <a:pt x="11" y="223"/>
                      <a:pt x="15" y="227"/>
                      <a:pt x="19" y="231"/>
                    </a:cubicBezTo>
                    <a:cubicBezTo>
                      <a:pt x="24" y="234"/>
                      <a:pt x="30" y="236"/>
                      <a:pt x="36" y="237"/>
                    </a:cubicBezTo>
                    <a:cubicBezTo>
                      <a:pt x="37" y="237"/>
                      <a:pt x="39" y="237"/>
                      <a:pt x="40" y="237"/>
                    </a:cubicBezTo>
                    <a:cubicBezTo>
                      <a:pt x="41" y="237"/>
                      <a:pt x="42" y="237"/>
                      <a:pt x="44" y="237"/>
                    </a:cubicBezTo>
                    <a:cubicBezTo>
                      <a:pt x="45" y="237"/>
                      <a:pt x="46" y="236"/>
                      <a:pt x="47" y="236"/>
                    </a:cubicBezTo>
                    <a:cubicBezTo>
                      <a:pt x="49" y="236"/>
                      <a:pt x="50" y="236"/>
                      <a:pt x="51" y="235"/>
                    </a:cubicBezTo>
                    <a:cubicBezTo>
                      <a:pt x="52" y="235"/>
                      <a:pt x="53" y="235"/>
                      <a:pt x="54" y="234"/>
                    </a:cubicBezTo>
                    <a:cubicBezTo>
                      <a:pt x="56" y="234"/>
                      <a:pt x="57" y="233"/>
                      <a:pt x="58" y="233"/>
                    </a:cubicBezTo>
                    <a:cubicBezTo>
                      <a:pt x="59" y="232"/>
                      <a:pt x="60" y="232"/>
                      <a:pt x="61" y="231"/>
                    </a:cubicBezTo>
                    <a:cubicBezTo>
                      <a:pt x="62" y="230"/>
                      <a:pt x="63" y="230"/>
                      <a:pt x="64" y="229"/>
                    </a:cubicBezTo>
                    <a:cubicBezTo>
                      <a:pt x="61" y="246"/>
                      <a:pt x="61" y="246"/>
                      <a:pt x="61" y="246"/>
                    </a:cubicBezTo>
                    <a:cubicBezTo>
                      <a:pt x="47" y="332"/>
                      <a:pt x="47" y="332"/>
                      <a:pt x="47" y="332"/>
                    </a:cubicBezTo>
                    <a:cubicBezTo>
                      <a:pt x="126" y="343"/>
                      <a:pt x="126" y="343"/>
                      <a:pt x="126" y="343"/>
                    </a:cubicBezTo>
                    <a:cubicBezTo>
                      <a:pt x="126" y="342"/>
                      <a:pt x="126" y="340"/>
                      <a:pt x="126" y="338"/>
                    </a:cubicBezTo>
                    <a:cubicBezTo>
                      <a:pt x="126" y="337"/>
                      <a:pt x="126" y="335"/>
                      <a:pt x="126" y="333"/>
                    </a:cubicBezTo>
                    <a:cubicBezTo>
                      <a:pt x="126" y="332"/>
                      <a:pt x="126" y="330"/>
                      <a:pt x="126" y="328"/>
                    </a:cubicBezTo>
                    <a:cubicBezTo>
                      <a:pt x="127" y="327"/>
                      <a:pt x="127" y="325"/>
                      <a:pt x="127" y="323"/>
                    </a:cubicBezTo>
                    <a:cubicBezTo>
                      <a:pt x="129" y="313"/>
                      <a:pt x="132" y="303"/>
                      <a:pt x="136" y="295"/>
                    </a:cubicBezTo>
                    <a:cubicBezTo>
                      <a:pt x="141" y="287"/>
                      <a:pt x="147" y="279"/>
                      <a:pt x="153" y="273"/>
                    </a:cubicBezTo>
                    <a:cubicBezTo>
                      <a:pt x="160" y="267"/>
                      <a:pt x="167" y="262"/>
                      <a:pt x="175" y="259"/>
                    </a:cubicBezTo>
                    <a:cubicBezTo>
                      <a:pt x="183" y="256"/>
                      <a:pt x="192" y="255"/>
                      <a:pt x="201" y="256"/>
                    </a:cubicBezTo>
                    <a:cubicBezTo>
                      <a:pt x="209" y="257"/>
                      <a:pt x="217" y="260"/>
                      <a:pt x="225" y="265"/>
                    </a:cubicBezTo>
                    <a:cubicBezTo>
                      <a:pt x="232" y="269"/>
                      <a:pt x="238" y="276"/>
                      <a:pt x="242" y="283"/>
                    </a:cubicBezTo>
                    <a:cubicBezTo>
                      <a:pt x="247" y="291"/>
                      <a:pt x="251" y="300"/>
                      <a:pt x="253" y="309"/>
                    </a:cubicBezTo>
                    <a:cubicBezTo>
                      <a:pt x="254" y="319"/>
                      <a:pt x="255" y="329"/>
                      <a:pt x="253" y="340"/>
                    </a:cubicBezTo>
                    <a:cubicBezTo>
                      <a:pt x="253" y="342"/>
                      <a:pt x="252" y="343"/>
                      <a:pt x="252" y="345"/>
                    </a:cubicBezTo>
                    <a:cubicBezTo>
                      <a:pt x="252" y="347"/>
                      <a:pt x="251" y="349"/>
                      <a:pt x="251" y="350"/>
                    </a:cubicBezTo>
                    <a:cubicBezTo>
                      <a:pt x="250" y="352"/>
                      <a:pt x="250" y="354"/>
                      <a:pt x="249" y="355"/>
                    </a:cubicBezTo>
                    <a:cubicBezTo>
                      <a:pt x="248" y="357"/>
                      <a:pt x="248" y="359"/>
                      <a:pt x="247" y="360"/>
                    </a:cubicBezTo>
                    <a:cubicBezTo>
                      <a:pt x="328" y="371"/>
                      <a:pt x="328" y="371"/>
                      <a:pt x="328" y="371"/>
                    </a:cubicBezTo>
                    <a:cubicBezTo>
                      <a:pt x="331" y="351"/>
                      <a:pt x="332" y="330"/>
                      <a:pt x="332" y="310"/>
                    </a:cubicBezTo>
                    <a:cubicBezTo>
                      <a:pt x="332" y="290"/>
                      <a:pt x="330" y="271"/>
                      <a:pt x="327" y="252"/>
                    </a:cubicBezTo>
                    <a:cubicBezTo>
                      <a:pt x="324" y="233"/>
                      <a:pt x="320" y="215"/>
                      <a:pt x="314" y="198"/>
                    </a:cubicBezTo>
                    <a:cubicBezTo>
                      <a:pt x="308" y="180"/>
                      <a:pt x="301" y="164"/>
                      <a:pt x="293" y="149"/>
                    </a:cubicBezTo>
                    <a:cubicBezTo>
                      <a:pt x="300" y="146"/>
                      <a:pt x="307" y="143"/>
                      <a:pt x="313" y="139"/>
                    </a:cubicBezTo>
                    <a:cubicBezTo>
                      <a:pt x="319" y="134"/>
                      <a:pt x="325" y="129"/>
                      <a:pt x="330" y="123"/>
                    </a:cubicBezTo>
                    <a:cubicBezTo>
                      <a:pt x="335" y="117"/>
                      <a:pt x="339" y="110"/>
                      <a:pt x="343" y="103"/>
                    </a:cubicBezTo>
                    <a:cubicBezTo>
                      <a:pt x="346" y="95"/>
                      <a:pt x="348" y="87"/>
                      <a:pt x="350" y="79"/>
                    </a:cubicBezTo>
                    <a:cubicBezTo>
                      <a:pt x="352" y="68"/>
                      <a:pt x="351" y="58"/>
                      <a:pt x="349" y="48"/>
                    </a:cubicBezTo>
                    <a:cubicBezTo>
                      <a:pt x="347" y="39"/>
                      <a:pt x="343" y="30"/>
                      <a:pt x="338" y="23"/>
                    </a:cubicBezTo>
                    <a:cubicBezTo>
                      <a:pt x="333" y="16"/>
                      <a:pt x="327" y="10"/>
                      <a:pt x="320" y="6"/>
                    </a:cubicBezTo>
                    <a:cubicBezTo>
                      <a:pt x="312" y="2"/>
                      <a:pt x="304" y="0"/>
                      <a:pt x="2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  <p:sp>
            <p:nvSpPr>
              <p:cNvPr id="42" name="îšlïḍê"/>
              <p:cNvSpPr/>
              <p:nvPr/>
            </p:nvSpPr>
            <p:spPr bwMode="auto">
              <a:xfrm>
                <a:off x="8527611" y="3166571"/>
                <a:ext cx="2202694" cy="2686277"/>
              </a:xfrm>
              <a:custGeom>
                <a:avLst/>
                <a:gdLst>
                  <a:gd name="T0" fmla="*/ 205 w 333"/>
                  <a:gd name="T1" fmla="*/ 0 h 410"/>
                  <a:gd name="T2" fmla="*/ 185 w 333"/>
                  <a:gd name="T3" fmla="*/ 3 h 410"/>
                  <a:gd name="T4" fmla="*/ 167 w 333"/>
                  <a:gd name="T5" fmla="*/ 14 h 410"/>
                  <a:gd name="T6" fmla="*/ 154 w 333"/>
                  <a:gd name="T7" fmla="*/ 31 h 410"/>
                  <a:gd name="T8" fmla="*/ 146 w 333"/>
                  <a:gd name="T9" fmla="*/ 54 h 410"/>
                  <a:gd name="T10" fmla="*/ 146 w 333"/>
                  <a:gd name="T11" fmla="*/ 59 h 410"/>
                  <a:gd name="T12" fmla="*/ 145 w 333"/>
                  <a:gd name="T13" fmla="*/ 64 h 410"/>
                  <a:gd name="T14" fmla="*/ 146 w 333"/>
                  <a:gd name="T15" fmla="*/ 69 h 410"/>
                  <a:gd name="T16" fmla="*/ 146 w 333"/>
                  <a:gd name="T17" fmla="*/ 74 h 410"/>
                  <a:gd name="T18" fmla="*/ 150 w 333"/>
                  <a:gd name="T19" fmla="*/ 90 h 410"/>
                  <a:gd name="T20" fmla="*/ 136 w 333"/>
                  <a:gd name="T21" fmla="*/ 88 h 410"/>
                  <a:gd name="T22" fmla="*/ 52 w 333"/>
                  <a:gd name="T23" fmla="*/ 76 h 410"/>
                  <a:gd name="T24" fmla="*/ 36 w 333"/>
                  <a:gd name="T25" fmla="*/ 170 h 410"/>
                  <a:gd name="T26" fmla="*/ 41 w 333"/>
                  <a:gd name="T27" fmla="*/ 169 h 410"/>
                  <a:gd name="T28" fmla="*/ 46 w 333"/>
                  <a:gd name="T29" fmla="*/ 169 h 410"/>
                  <a:gd name="T30" fmla="*/ 50 w 333"/>
                  <a:gd name="T31" fmla="*/ 169 h 410"/>
                  <a:gd name="T32" fmla="*/ 55 w 333"/>
                  <a:gd name="T33" fmla="*/ 169 h 410"/>
                  <a:gd name="T34" fmla="*/ 77 w 333"/>
                  <a:gd name="T35" fmla="*/ 179 h 410"/>
                  <a:gd name="T36" fmla="*/ 93 w 333"/>
                  <a:gd name="T37" fmla="*/ 198 h 410"/>
                  <a:gd name="T38" fmla="*/ 102 w 333"/>
                  <a:gd name="T39" fmla="*/ 224 h 410"/>
                  <a:gd name="T40" fmla="*/ 102 w 333"/>
                  <a:gd name="T41" fmla="*/ 254 h 410"/>
                  <a:gd name="T42" fmla="*/ 93 w 333"/>
                  <a:gd name="T43" fmla="*/ 282 h 410"/>
                  <a:gd name="T44" fmla="*/ 76 w 333"/>
                  <a:gd name="T45" fmla="*/ 302 h 410"/>
                  <a:gd name="T46" fmla="*/ 55 w 333"/>
                  <a:gd name="T47" fmla="*/ 314 h 410"/>
                  <a:gd name="T48" fmla="*/ 32 w 333"/>
                  <a:gd name="T49" fmla="*/ 314 h 410"/>
                  <a:gd name="T50" fmla="*/ 14 w 333"/>
                  <a:gd name="T51" fmla="*/ 306 h 410"/>
                  <a:gd name="T52" fmla="*/ 0 w 333"/>
                  <a:gd name="T53" fmla="*/ 397 h 410"/>
                  <a:gd name="T54" fmla="*/ 156 w 333"/>
                  <a:gd name="T55" fmla="*/ 376 h 410"/>
                  <a:gd name="T56" fmla="*/ 141 w 333"/>
                  <a:gd name="T57" fmla="*/ 361 h 410"/>
                  <a:gd name="T58" fmla="*/ 131 w 333"/>
                  <a:gd name="T59" fmla="*/ 342 h 410"/>
                  <a:gd name="T60" fmla="*/ 126 w 333"/>
                  <a:gd name="T61" fmla="*/ 319 h 410"/>
                  <a:gd name="T62" fmla="*/ 126 w 333"/>
                  <a:gd name="T63" fmla="*/ 295 h 410"/>
                  <a:gd name="T64" fmla="*/ 136 w 333"/>
                  <a:gd name="T65" fmla="*/ 267 h 410"/>
                  <a:gd name="T66" fmla="*/ 153 w 333"/>
                  <a:gd name="T67" fmla="*/ 246 h 410"/>
                  <a:gd name="T68" fmla="*/ 175 w 333"/>
                  <a:gd name="T69" fmla="*/ 234 h 410"/>
                  <a:gd name="T70" fmla="*/ 201 w 333"/>
                  <a:gd name="T71" fmla="*/ 233 h 410"/>
                  <a:gd name="T72" fmla="*/ 254 w 333"/>
                  <a:gd name="T73" fmla="*/ 294 h 410"/>
                  <a:gd name="T74" fmla="*/ 333 w 333"/>
                  <a:gd name="T75" fmla="*/ 116 h 410"/>
                  <a:gd name="T76" fmla="*/ 246 w 333"/>
                  <a:gd name="T77" fmla="*/ 104 h 410"/>
                  <a:gd name="T78" fmla="*/ 231 w 333"/>
                  <a:gd name="T79" fmla="*/ 102 h 410"/>
                  <a:gd name="T80" fmla="*/ 234 w 333"/>
                  <a:gd name="T81" fmla="*/ 98 h 410"/>
                  <a:gd name="T82" fmla="*/ 236 w 333"/>
                  <a:gd name="T83" fmla="*/ 95 h 410"/>
                  <a:gd name="T84" fmla="*/ 238 w 333"/>
                  <a:gd name="T85" fmla="*/ 91 h 410"/>
                  <a:gd name="T86" fmla="*/ 240 w 333"/>
                  <a:gd name="T87" fmla="*/ 87 h 410"/>
                  <a:gd name="T88" fmla="*/ 242 w 333"/>
                  <a:gd name="T89" fmla="*/ 82 h 410"/>
                  <a:gd name="T90" fmla="*/ 244 w 333"/>
                  <a:gd name="T91" fmla="*/ 78 h 410"/>
                  <a:gd name="T92" fmla="*/ 246 w 333"/>
                  <a:gd name="T93" fmla="*/ 72 h 410"/>
                  <a:gd name="T94" fmla="*/ 247 w 333"/>
                  <a:gd name="T95" fmla="*/ 67 h 410"/>
                  <a:gd name="T96" fmla="*/ 246 w 333"/>
                  <a:gd name="T97" fmla="*/ 43 h 410"/>
                  <a:gd name="T98" fmla="*/ 238 w 333"/>
                  <a:gd name="T99" fmla="*/ 22 h 410"/>
                  <a:gd name="T100" fmla="*/ 224 w 333"/>
                  <a:gd name="T101" fmla="*/ 7 h 410"/>
                  <a:gd name="T102" fmla="*/ 205 w 333"/>
                  <a:gd name="T103" fmla="*/ 0 h 410"/>
                  <a:gd name="T104" fmla="*/ 205 w 333"/>
                  <a:gd name="T105" fmla="*/ 0 h 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33" h="410">
                    <a:moveTo>
                      <a:pt x="205" y="0"/>
                    </a:moveTo>
                    <a:cubicBezTo>
                      <a:pt x="198" y="0"/>
                      <a:pt x="192" y="1"/>
                      <a:pt x="185" y="3"/>
                    </a:cubicBezTo>
                    <a:cubicBezTo>
                      <a:pt x="179" y="5"/>
                      <a:pt x="173" y="9"/>
                      <a:pt x="167" y="14"/>
                    </a:cubicBezTo>
                    <a:cubicBezTo>
                      <a:pt x="162" y="19"/>
                      <a:pt x="157" y="25"/>
                      <a:pt x="154" y="31"/>
                    </a:cubicBezTo>
                    <a:cubicBezTo>
                      <a:pt x="150" y="38"/>
                      <a:pt x="148" y="46"/>
                      <a:pt x="146" y="54"/>
                    </a:cubicBezTo>
                    <a:cubicBezTo>
                      <a:pt x="146" y="55"/>
                      <a:pt x="146" y="57"/>
                      <a:pt x="146" y="59"/>
                    </a:cubicBezTo>
                    <a:cubicBezTo>
                      <a:pt x="146" y="61"/>
                      <a:pt x="145" y="62"/>
                      <a:pt x="145" y="64"/>
                    </a:cubicBezTo>
                    <a:cubicBezTo>
                      <a:pt x="145" y="66"/>
                      <a:pt x="145" y="67"/>
                      <a:pt x="146" y="69"/>
                    </a:cubicBezTo>
                    <a:cubicBezTo>
                      <a:pt x="146" y="71"/>
                      <a:pt x="146" y="72"/>
                      <a:pt x="146" y="74"/>
                    </a:cubicBezTo>
                    <a:cubicBezTo>
                      <a:pt x="147" y="80"/>
                      <a:pt x="148" y="85"/>
                      <a:pt x="150" y="90"/>
                    </a:cubicBezTo>
                    <a:cubicBezTo>
                      <a:pt x="136" y="88"/>
                      <a:pt x="136" y="88"/>
                      <a:pt x="136" y="88"/>
                    </a:cubicBezTo>
                    <a:cubicBezTo>
                      <a:pt x="52" y="76"/>
                      <a:pt x="52" y="76"/>
                      <a:pt x="52" y="76"/>
                    </a:cubicBezTo>
                    <a:cubicBezTo>
                      <a:pt x="36" y="170"/>
                      <a:pt x="36" y="170"/>
                      <a:pt x="36" y="170"/>
                    </a:cubicBezTo>
                    <a:cubicBezTo>
                      <a:pt x="38" y="170"/>
                      <a:pt x="40" y="169"/>
                      <a:pt x="41" y="169"/>
                    </a:cubicBezTo>
                    <a:cubicBezTo>
                      <a:pt x="43" y="169"/>
                      <a:pt x="44" y="169"/>
                      <a:pt x="46" y="169"/>
                    </a:cubicBezTo>
                    <a:cubicBezTo>
                      <a:pt x="47" y="169"/>
                      <a:pt x="49" y="169"/>
                      <a:pt x="50" y="169"/>
                    </a:cubicBezTo>
                    <a:cubicBezTo>
                      <a:pt x="52" y="169"/>
                      <a:pt x="54" y="169"/>
                      <a:pt x="55" y="169"/>
                    </a:cubicBezTo>
                    <a:cubicBezTo>
                      <a:pt x="63" y="171"/>
                      <a:pt x="70" y="174"/>
                      <a:pt x="77" y="179"/>
                    </a:cubicBezTo>
                    <a:cubicBezTo>
                      <a:pt x="83" y="184"/>
                      <a:pt x="89" y="191"/>
                      <a:pt x="93" y="198"/>
                    </a:cubicBezTo>
                    <a:cubicBezTo>
                      <a:pt x="97" y="206"/>
                      <a:pt x="100" y="215"/>
                      <a:pt x="102" y="224"/>
                    </a:cubicBezTo>
                    <a:cubicBezTo>
                      <a:pt x="104" y="234"/>
                      <a:pt x="104" y="244"/>
                      <a:pt x="102" y="254"/>
                    </a:cubicBezTo>
                    <a:cubicBezTo>
                      <a:pt x="100" y="264"/>
                      <a:pt x="97" y="273"/>
                      <a:pt x="93" y="282"/>
                    </a:cubicBezTo>
                    <a:cubicBezTo>
                      <a:pt x="88" y="290"/>
                      <a:pt x="83" y="297"/>
                      <a:pt x="76" y="302"/>
                    </a:cubicBezTo>
                    <a:cubicBezTo>
                      <a:pt x="70" y="308"/>
                      <a:pt x="63" y="312"/>
                      <a:pt x="55" y="314"/>
                    </a:cubicBezTo>
                    <a:cubicBezTo>
                      <a:pt x="48" y="316"/>
                      <a:pt x="40" y="316"/>
                      <a:pt x="32" y="314"/>
                    </a:cubicBezTo>
                    <a:cubicBezTo>
                      <a:pt x="25" y="313"/>
                      <a:pt x="20" y="310"/>
                      <a:pt x="14" y="306"/>
                    </a:cubicBezTo>
                    <a:cubicBezTo>
                      <a:pt x="0" y="397"/>
                      <a:pt x="0" y="397"/>
                      <a:pt x="0" y="397"/>
                    </a:cubicBezTo>
                    <a:cubicBezTo>
                      <a:pt x="53" y="410"/>
                      <a:pt x="108" y="401"/>
                      <a:pt x="156" y="376"/>
                    </a:cubicBezTo>
                    <a:cubicBezTo>
                      <a:pt x="150" y="372"/>
                      <a:pt x="145" y="367"/>
                      <a:pt x="141" y="361"/>
                    </a:cubicBezTo>
                    <a:cubicBezTo>
                      <a:pt x="137" y="355"/>
                      <a:pt x="134" y="349"/>
                      <a:pt x="131" y="342"/>
                    </a:cubicBezTo>
                    <a:cubicBezTo>
                      <a:pt x="128" y="335"/>
                      <a:pt x="126" y="327"/>
                      <a:pt x="126" y="319"/>
                    </a:cubicBezTo>
                    <a:cubicBezTo>
                      <a:pt x="125" y="312"/>
                      <a:pt x="125" y="304"/>
                      <a:pt x="126" y="295"/>
                    </a:cubicBezTo>
                    <a:cubicBezTo>
                      <a:pt x="128" y="285"/>
                      <a:pt x="131" y="276"/>
                      <a:pt x="136" y="267"/>
                    </a:cubicBezTo>
                    <a:cubicBezTo>
                      <a:pt x="140" y="259"/>
                      <a:pt x="146" y="252"/>
                      <a:pt x="153" y="246"/>
                    </a:cubicBezTo>
                    <a:cubicBezTo>
                      <a:pt x="160" y="240"/>
                      <a:pt x="167" y="236"/>
                      <a:pt x="175" y="234"/>
                    </a:cubicBezTo>
                    <a:cubicBezTo>
                      <a:pt x="184" y="231"/>
                      <a:pt x="192" y="231"/>
                      <a:pt x="201" y="233"/>
                    </a:cubicBezTo>
                    <a:cubicBezTo>
                      <a:pt x="230" y="238"/>
                      <a:pt x="249" y="266"/>
                      <a:pt x="254" y="294"/>
                    </a:cubicBezTo>
                    <a:cubicBezTo>
                      <a:pt x="295" y="243"/>
                      <a:pt x="321" y="181"/>
                      <a:pt x="333" y="116"/>
                    </a:cubicBezTo>
                    <a:cubicBezTo>
                      <a:pt x="246" y="104"/>
                      <a:pt x="246" y="104"/>
                      <a:pt x="246" y="104"/>
                    </a:cubicBezTo>
                    <a:cubicBezTo>
                      <a:pt x="231" y="102"/>
                      <a:pt x="231" y="102"/>
                      <a:pt x="231" y="102"/>
                    </a:cubicBezTo>
                    <a:cubicBezTo>
                      <a:pt x="232" y="101"/>
                      <a:pt x="233" y="100"/>
                      <a:pt x="234" y="98"/>
                    </a:cubicBezTo>
                    <a:cubicBezTo>
                      <a:pt x="234" y="97"/>
                      <a:pt x="235" y="96"/>
                      <a:pt x="236" y="95"/>
                    </a:cubicBezTo>
                    <a:cubicBezTo>
                      <a:pt x="237" y="94"/>
                      <a:pt x="238" y="92"/>
                      <a:pt x="238" y="91"/>
                    </a:cubicBezTo>
                    <a:cubicBezTo>
                      <a:pt x="239" y="90"/>
                      <a:pt x="240" y="89"/>
                      <a:pt x="240" y="87"/>
                    </a:cubicBezTo>
                    <a:cubicBezTo>
                      <a:pt x="241" y="86"/>
                      <a:pt x="242" y="84"/>
                      <a:pt x="242" y="82"/>
                    </a:cubicBezTo>
                    <a:cubicBezTo>
                      <a:pt x="243" y="81"/>
                      <a:pt x="244" y="79"/>
                      <a:pt x="244" y="78"/>
                    </a:cubicBezTo>
                    <a:cubicBezTo>
                      <a:pt x="245" y="76"/>
                      <a:pt x="245" y="74"/>
                      <a:pt x="246" y="72"/>
                    </a:cubicBezTo>
                    <a:cubicBezTo>
                      <a:pt x="246" y="71"/>
                      <a:pt x="246" y="69"/>
                      <a:pt x="247" y="67"/>
                    </a:cubicBezTo>
                    <a:cubicBezTo>
                      <a:pt x="248" y="59"/>
                      <a:pt x="248" y="50"/>
                      <a:pt x="246" y="43"/>
                    </a:cubicBezTo>
                    <a:cubicBezTo>
                      <a:pt x="245" y="35"/>
                      <a:pt x="242" y="28"/>
                      <a:pt x="238" y="22"/>
                    </a:cubicBezTo>
                    <a:cubicBezTo>
                      <a:pt x="235" y="16"/>
                      <a:pt x="230" y="11"/>
                      <a:pt x="224" y="7"/>
                    </a:cubicBezTo>
                    <a:cubicBezTo>
                      <a:pt x="219" y="4"/>
                      <a:pt x="212" y="1"/>
                      <a:pt x="205" y="0"/>
                    </a:cubicBezTo>
                    <a:cubicBezTo>
                      <a:pt x="198" y="0"/>
                      <a:pt x="212" y="1"/>
                      <a:pt x="205" y="0"/>
                    </a:cubicBez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en-US" sz="3200"/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 flipH="1">
              <a:off x="669925" y="5225107"/>
              <a:ext cx="3734072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7581438" y="1600201"/>
              <a:ext cx="393905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îsḻíde"/>
            <p:cNvSpPr txBox="1"/>
            <p:nvPr/>
          </p:nvSpPr>
          <p:spPr bwMode="auto">
            <a:xfrm>
              <a:off x="8436001" y="1146697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0" name="ísľïḓè"/>
            <p:cNvSpPr/>
            <p:nvPr/>
          </p:nvSpPr>
          <p:spPr bwMode="auto">
            <a:xfrm>
              <a:off x="8436001" y="1588503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1" name="ïşlïḑe"/>
            <p:cNvSpPr txBox="1"/>
            <p:nvPr/>
          </p:nvSpPr>
          <p:spPr bwMode="auto">
            <a:xfrm>
              <a:off x="673101" y="4783138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2" name="îš1íḑè"/>
            <p:cNvSpPr/>
            <p:nvPr/>
          </p:nvSpPr>
          <p:spPr bwMode="auto">
            <a:xfrm>
              <a:off x="673101" y="5224944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3" name="îSļïḍe"/>
            <p:cNvSpPr txBox="1"/>
            <p:nvPr/>
          </p:nvSpPr>
          <p:spPr bwMode="auto">
            <a:xfrm>
              <a:off x="673101" y="1712598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4" name="îṡlîḍê"/>
            <p:cNvSpPr/>
            <p:nvPr/>
          </p:nvSpPr>
          <p:spPr bwMode="auto">
            <a:xfrm>
              <a:off x="673101" y="2154404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15" name="îsľïďe"/>
            <p:cNvSpPr txBox="1"/>
            <p:nvPr/>
          </p:nvSpPr>
          <p:spPr bwMode="auto">
            <a:xfrm>
              <a:off x="8436001" y="4188400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6" name="iṡḻïḑe"/>
            <p:cNvSpPr/>
            <p:nvPr/>
          </p:nvSpPr>
          <p:spPr bwMode="auto">
            <a:xfrm>
              <a:off x="8436001" y="4630206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Shape 284"/>
          <p:cNvSpPr txBox="1"/>
          <p:nvPr/>
        </p:nvSpPr>
        <p:spPr>
          <a:xfrm>
            <a:off x="8140425" y="4755235"/>
            <a:ext cx="3160309" cy="108353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defPPr>
              <a:defRPr lang="zh-CN"/>
            </a:defPPr>
            <a:lvl1pPr>
              <a:buSzPct val="25000"/>
              <a:defRPr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Copy paste fonts. Choose the only option to retain text.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……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Shape 285"/>
          <p:cNvSpPr txBox="1"/>
          <p:nvPr/>
        </p:nvSpPr>
        <p:spPr>
          <a:xfrm>
            <a:off x="8140425" y="4428051"/>
            <a:ext cx="3160309" cy="31174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 lnSpcReduction="10000"/>
          </a:bodyPr>
          <a:lstStyle/>
          <a:p>
            <a:pPr lvl="0">
              <a:buSzPct val="25000"/>
            </a:pPr>
            <a:r>
              <a:rPr lang="de-DE" altLang="zh-CN" sz="1600" b="1" dirty="0">
                <a:ea typeface="Calibri" panose="020F0502020204030204"/>
                <a:cs typeface="Calibri" panose="020F0502020204030204"/>
                <a:sym typeface="Calibri" panose="020F0502020204030204"/>
              </a:rPr>
              <a:t>Text here</a:t>
            </a:r>
            <a:endParaRPr lang="de-DE" altLang="zh-CN" sz="1600" b="1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Shape 286"/>
          <p:cNvSpPr/>
          <p:nvPr/>
        </p:nvSpPr>
        <p:spPr>
          <a:xfrm>
            <a:off x="8244077" y="3842938"/>
            <a:ext cx="258614" cy="35983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5403" y="112293"/>
                </a:moveTo>
                <a:lnTo>
                  <a:pt x="75403" y="112293"/>
                </a:lnTo>
                <a:cubicBezTo>
                  <a:pt x="75403" y="114770"/>
                  <a:pt x="78044" y="117247"/>
                  <a:pt x="80684" y="117247"/>
                </a:cubicBezTo>
                <a:cubicBezTo>
                  <a:pt x="109144" y="119724"/>
                  <a:pt x="109144" y="119724"/>
                  <a:pt x="109144" y="119724"/>
                </a:cubicBezTo>
                <a:cubicBezTo>
                  <a:pt x="112078" y="119724"/>
                  <a:pt x="112078" y="117247"/>
                  <a:pt x="114718" y="114770"/>
                </a:cubicBezTo>
                <a:cubicBezTo>
                  <a:pt x="114718" y="92752"/>
                  <a:pt x="114718" y="92752"/>
                  <a:pt x="114718" y="92752"/>
                </a:cubicBezTo>
                <a:cubicBezTo>
                  <a:pt x="78044" y="90275"/>
                  <a:pt x="78044" y="90275"/>
                  <a:pt x="78044" y="90275"/>
                </a:cubicBezTo>
                <a:lnTo>
                  <a:pt x="75403" y="112293"/>
                </a:lnTo>
                <a:close/>
                <a:moveTo>
                  <a:pt x="5281" y="92752"/>
                </a:moveTo>
                <a:lnTo>
                  <a:pt x="5281" y="92752"/>
                </a:lnTo>
                <a:cubicBezTo>
                  <a:pt x="5281" y="114770"/>
                  <a:pt x="5281" y="114770"/>
                  <a:pt x="5281" y="114770"/>
                </a:cubicBezTo>
                <a:cubicBezTo>
                  <a:pt x="5281" y="117247"/>
                  <a:pt x="7921" y="119724"/>
                  <a:pt x="10268" y="119724"/>
                </a:cubicBezTo>
                <a:cubicBezTo>
                  <a:pt x="39022" y="117247"/>
                  <a:pt x="39022" y="117247"/>
                  <a:pt x="39022" y="117247"/>
                </a:cubicBezTo>
                <a:cubicBezTo>
                  <a:pt x="41662" y="117247"/>
                  <a:pt x="44303" y="114770"/>
                  <a:pt x="44303" y="112293"/>
                </a:cubicBezTo>
                <a:cubicBezTo>
                  <a:pt x="41662" y="90275"/>
                  <a:pt x="41662" y="90275"/>
                  <a:pt x="41662" y="90275"/>
                </a:cubicBezTo>
                <a:lnTo>
                  <a:pt x="5281" y="92752"/>
                </a:lnTo>
                <a:close/>
                <a:moveTo>
                  <a:pt x="0" y="56422"/>
                </a:moveTo>
                <a:lnTo>
                  <a:pt x="0" y="56422"/>
                </a:lnTo>
                <a:cubicBezTo>
                  <a:pt x="2640" y="80642"/>
                  <a:pt x="2640" y="80642"/>
                  <a:pt x="2640" y="80642"/>
                </a:cubicBezTo>
                <a:cubicBezTo>
                  <a:pt x="39022" y="75688"/>
                  <a:pt x="39022" y="75688"/>
                  <a:pt x="39022" y="75688"/>
                </a:cubicBezTo>
                <a:cubicBezTo>
                  <a:pt x="39022" y="53944"/>
                  <a:pt x="39022" y="53944"/>
                  <a:pt x="39022" y="53944"/>
                </a:cubicBezTo>
                <a:lnTo>
                  <a:pt x="39022" y="51467"/>
                </a:lnTo>
                <a:cubicBezTo>
                  <a:pt x="39022" y="41834"/>
                  <a:pt x="46943" y="31926"/>
                  <a:pt x="59853" y="31926"/>
                </a:cubicBezTo>
                <a:cubicBezTo>
                  <a:pt x="72762" y="31926"/>
                  <a:pt x="80684" y="41834"/>
                  <a:pt x="80684" y="51467"/>
                </a:cubicBezTo>
                <a:lnTo>
                  <a:pt x="80684" y="53944"/>
                </a:lnTo>
                <a:cubicBezTo>
                  <a:pt x="78044" y="75688"/>
                  <a:pt x="78044" y="75688"/>
                  <a:pt x="78044" y="75688"/>
                </a:cubicBezTo>
                <a:cubicBezTo>
                  <a:pt x="117066" y="80642"/>
                  <a:pt x="117066" y="80642"/>
                  <a:pt x="117066" y="80642"/>
                </a:cubicBezTo>
                <a:cubicBezTo>
                  <a:pt x="119706" y="56422"/>
                  <a:pt x="119706" y="56422"/>
                  <a:pt x="119706" y="56422"/>
                </a:cubicBezTo>
                <a:cubicBezTo>
                  <a:pt x="119706" y="53944"/>
                  <a:pt x="119706" y="53944"/>
                  <a:pt x="119706" y="51467"/>
                </a:cubicBezTo>
                <a:cubicBezTo>
                  <a:pt x="119706" y="22018"/>
                  <a:pt x="93594" y="0"/>
                  <a:pt x="59853" y="0"/>
                </a:cubicBezTo>
                <a:cubicBezTo>
                  <a:pt x="25819" y="0"/>
                  <a:pt x="0" y="22018"/>
                  <a:pt x="0" y="51467"/>
                </a:cubicBezTo>
                <a:cubicBezTo>
                  <a:pt x="0" y="53944"/>
                  <a:pt x="0" y="53944"/>
                  <a:pt x="0" y="564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endParaRPr sz="1800">
              <a:solidFill>
                <a:schemeClr val="dk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Shape 287"/>
          <p:cNvSpPr txBox="1"/>
          <p:nvPr/>
        </p:nvSpPr>
        <p:spPr>
          <a:xfrm>
            <a:off x="673100" y="4755235"/>
            <a:ext cx="3160309" cy="108353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defPPr>
              <a:defRPr lang="zh-CN"/>
            </a:defPPr>
            <a:lvl1pPr>
              <a:buSzPct val="25000"/>
              <a:defRPr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Copy paste fonts. Choose the only option to retain text.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……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Shape 288"/>
          <p:cNvSpPr txBox="1"/>
          <p:nvPr/>
        </p:nvSpPr>
        <p:spPr>
          <a:xfrm>
            <a:off x="673100" y="4428051"/>
            <a:ext cx="3160309" cy="31174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 lnSpcReduction="10000"/>
          </a:bodyPr>
          <a:lstStyle/>
          <a:p>
            <a:pPr>
              <a:buSzPct val="25000"/>
            </a:pPr>
            <a:r>
              <a:rPr lang="de-DE" sz="1600" b="1" dirty="0">
                <a:ea typeface="Calibri" panose="020F0502020204030204"/>
                <a:cs typeface="Calibri" panose="020F0502020204030204"/>
                <a:sym typeface="Calibri" panose="020F0502020204030204"/>
              </a:rPr>
              <a:t>Text here</a:t>
            </a:r>
            <a:endParaRPr lang="de-DE" sz="1600" b="1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Shape 289"/>
          <p:cNvSpPr/>
          <p:nvPr/>
        </p:nvSpPr>
        <p:spPr>
          <a:xfrm>
            <a:off x="782082" y="3805839"/>
            <a:ext cx="287588" cy="29734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879" y="45112"/>
                </a:moveTo>
                <a:lnTo>
                  <a:pt x="59879" y="45112"/>
                </a:lnTo>
                <a:cubicBezTo>
                  <a:pt x="49014" y="45112"/>
                  <a:pt x="42736" y="52932"/>
                  <a:pt x="42736" y="66466"/>
                </a:cubicBezTo>
                <a:cubicBezTo>
                  <a:pt x="42736" y="80000"/>
                  <a:pt x="49014" y="87819"/>
                  <a:pt x="59879" y="87819"/>
                </a:cubicBezTo>
                <a:cubicBezTo>
                  <a:pt x="70503" y="87819"/>
                  <a:pt x="77022" y="80000"/>
                  <a:pt x="77022" y="66466"/>
                </a:cubicBezTo>
                <a:cubicBezTo>
                  <a:pt x="77022" y="52932"/>
                  <a:pt x="70503" y="45112"/>
                  <a:pt x="59879" y="45112"/>
                </a:cubicBezTo>
                <a:close/>
                <a:moveTo>
                  <a:pt x="106720" y="21052"/>
                </a:moveTo>
                <a:lnTo>
                  <a:pt x="106720" y="21052"/>
                </a:lnTo>
                <a:cubicBezTo>
                  <a:pt x="93923" y="21052"/>
                  <a:pt x="93923" y="21052"/>
                  <a:pt x="93923" y="21052"/>
                </a:cubicBezTo>
                <a:cubicBezTo>
                  <a:pt x="91750" y="21052"/>
                  <a:pt x="89818" y="21052"/>
                  <a:pt x="87645" y="18345"/>
                </a:cubicBezTo>
                <a:cubicBezTo>
                  <a:pt x="85472" y="2406"/>
                  <a:pt x="85472" y="2406"/>
                  <a:pt x="85472" y="2406"/>
                </a:cubicBezTo>
                <a:cubicBezTo>
                  <a:pt x="83299" y="2406"/>
                  <a:pt x="81126" y="0"/>
                  <a:pt x="78953" y="0"/>
                </a:cubicBezTo>
                <a:cubicBezTo>
                  <a:pt x="38390" y="0"/>
                  <a:pt x="38390" y="0"/>
                  <a:pt x="38390" y="0"/>
                </a:cubicBezTo>
                <a:cubicBezTo>
                  <a:pt x="38390" y="0"/>
                  <a:pt x="36217" y="2406"/>
                  <a:pt x="34285" y="2406"/>
                </a:cubicBezTo>
                <a:cubicBezTo>
                  <a:pt x="29698" y="18345"/>
                  <a:pt x="29698" y="18345"/>
                  <a:pt x="29698" y="18345"/>
                </a:cubicBezTo>
                <a:cubicBezTo>
                  <a:pt x="29698" y="21052"/>
                  <a:pt x="27766" y="21052"/>
                  <a:pt x="25593" y="21052"/>
                </a:cubicBezTo>
                <a:cubicBezTo>
                  <a:pt x="12796" y="21052"/>
                  <a:pt x="12796" y="21052"/>
                  <a:pt x="12796" y="21052"/>
                </a:cubicBezTo>
                <a:cubicBezTo>
                  <a:pt x="4104" y="21052"/>
                  <a:pt x="0" y="29172"/>
                  <a:pt x="0" y="36992"/>
                </a:cubicBezTo>
                <a:cubicBezTo>
                  <a:pt x="0" y="103759"/>
                  <a:pt x="0" y="103759"/>
                  <a:pt x="0" y="103759"/>
                </a:cubicBezTo>
                <a:cubicBezTo>
                  <a:pt x="0" y="111879"/>
                  <a:pt x="4104" y="119699"/>
                  <a:pt x="12796" y="119699"/>
                </a:cubicBezTo>
                <a:cubicBezTo>
                  <a:pt x="106720" y="119699"/>
                  <a:pt x="106720" y="119699"/>
                  <a:pt x="106720" y="119699"/>
                </a:cubicBezTo>
                <a:cubicBezTo>
                  <a:pt x="113480" y="119699"/>
                  <a:pt x="119758" y="111879"/>
                  <a:pt x="119758" y="103759"/>
                </a:cubicBezTo>
                <a:cubicBezTo>
                  <a:pt x="119758" y="36992"/>
                  <a:pt x="119758" y="36992"/>
                  <a:pt x="119758" y="36992"/>
                </a:cubicBezTo>
                <a:cubicBezTo>
                  <a:pt x="119758" y="29172"/>
                  <a:pt x="113480" y="21052"/>
                  <a:pt x="106720" y="21052"/>
                </a:cubicBezTo>
                <a:close/>
                <a:moveTo>
                  <a:pt x="59879" y="103759"/>
                </a:moveTo>
                <a:lnTo>
                  <a:pt x="59879" y="103759"/>
                </a:lnTo>
                <a:cubicBezTo>
                  <a:pt x="42736" y="103759"/>
                  <a:pt x="29698" y="87819"/>
                  <a:pt x="29698" y="66466"/>
                </a:cubicBezTo>
                <a:cubicBezTo>
                  <a:pt x="29698" y="45112"/>
                  <a:pt x="42736" y="29172"/>
                  <a:pt x="59879" y="29172"/>
                </a:cubicBezTo>
                <a:cubicBezTo>
                  <a:pt x="77022" y="29172"/>
                  <a:pt x="89818" y="45112"/>
                  <a:pt x="89818" y="66466"/>
                </a:cubicBezTo>
                <a:cubicBezTo>
                  <a:pt x="89818" y="87819"/>
                  <a:pt x="77022" y="103759"/>
                  <a:pt x="59879" y="103759"/>
                </a:cubicBezTo>
                <a:close/>
                <a:moveTo>
                  <a:pt x="102615" y="47819"/>
                </a:moveTo>
                <a:lnTo>
                  <a:pt x="102615" y="47819"/>
                </a:lnTo>
                <a:cubicBezTo>
                  <a:pt x="100442" y="47819"/>
                  <a:pt x="98269" y="45112"/>
                  <a:pt x="98269" y="42406"/>
                </a:cubicBezTo>
                <a:cubicBezTo>
                  <a:pt x="98269" y="39699"/>
                  <a:pt x="100442" y="36992"/>
                  <a:pt x="102615" y="36992"/>
                </a:cubicBezTo>
                <a:cubicBezTo>
                  <a:pt x="104547" y="36992"/>
                  <a:pt x="106720" y="39699"/>
                  <a:pt x="106720" y="42406"/>
                </a:cubicBezTo>
                <a:cubicBezTo>
                  <a:pt x="106720" y="45112"/>
                  <a:pt x="104547" y="47819"/>
                  <a:pt x="102615" y="478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endParaRPr sz="1800">
              <a:solidFill>
                <a:schemeClr val="dk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Shape 290"/>
          <p:cNvSpPr txBox="1"/>
          <p:nvPr/>
        </p:nvSpPr>
        <p:spPr>
          <a:xfrm>
            <a:off x="4419433" y="4755235"/>
            <a:ext cx="3160309" cy="108353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defPPr>
              <a:defRPr lang="zh-CN"/>
            </a:defPPr>
            <a:lvl1pPr>
              <a:buSzPct val="25000"/>
              <a:defRPr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Copy paste fonts. Choose the only option to retain text.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……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Shape 291"/>
          <p:cNvSpPr txBox="1"/>
          <p:nvPr/>
        </p:nvSpPr>
        <p:spPr>
          <a:xfrm>
            <a:off x="4419433" y="4428051"/>
            <a:ext cx="3160309" cy="31174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 lnSpcReduction="10000"/>
          </a:bodyPr>
          <a:lstStyle/>
          <a:p>
            <a:pPr lvl="0">
              <a:buSzPct val="25000"/>
            </a:pPr>
            <a:r>
              <a:rPr lang="de-DE" altLang="zh-CN" sz="1600" b="1" dirty="0">
                <a:ea typeface="Calibri" panose="020F0502020204030204"/>
                <a:cs typeface="Calibri" panose="020F0502020204030204"/>
                <a:sym typeface="Calibri" panose="020F0502020204030204"/>
              </a:rPr>
              <a:t>Text here</a:t>
            </a:r>
            <a:endParaRPr lang="de-DE" altLang="zh-CN" sz="1600" b="1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Shape 292"/>
          <p:cNvSpPr/>
          <p:nvPr/>
        </p:nvSpPr>
        <p:spPr>
          <a:xfrm>
            <a:off x="4506934" y="3816357"/>
            <a:ext cx="292053" cy="3075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324" y="2895"/>
                </a:moveTo>
                <a:lnTo>
                  <a:pt x="115324" y="2895"/>
                </a:lnTo>
                <a:cubicBezTo>
                  <a:pt x="112727" y="2895"/>
                  <a:pt x="4675" y="51474"/>
                  <a:pt x="2337" y="51474"/>
                </a:cubicBezTo>
                <a:cubicBezTo>
                  <a:pt x="0" y="51474"/>
                  <a:pt x="0" y="54369"/>
                  <a:pt x="2337" y="54369"/>
                </a:cubicBezTo>
                <a:cubicBezTo>
                  <a:pt x="4675" y="56943"/>
                  <a:pt x="25454" y="68525"/>
                  <a:pt x="25454" y="68525"/>
                </a:cubicBezTo>
                <a:lnTo>
                  <a:pt x="25454" y="68525"/>
                </a:lnTo>
                <a:cubicBezTo>
                  <a:pt x="41558" y="73994"/>
                  <a:pt x="41558" y="73994"/>
                  <a:pt x="41558" y="73994"/>
                </a:cubicBezTo>
                <a:cubicBezTo>
                  <a:pt x="41558" y="73994"/>
                  <a:pt x="110389" y="11260"/>
                  <a:pt x="112727" y="11260"/>
                </a:cubicBezTo>
                <a:cubicBezTo>
                  <a:pt x="112727" y="8364"/>
                  <a:pt x="112727" y="11260"/>
                  <a:pt x="112727" y="11260"/>
                </a:cubicBezTo>
                <a:lnTo>
                  <a:pt x="62337" y="79785"/>
                </a:lnTo>
                <a:lnTo>
                  <a:pt x="62337" y="79785"/>
                </a:lnTo>
                <a:cubicBezTo>
                  <a:pt x="59999" y="82680"/>
                  <a:pt x="59999" y="82680"/>
                  <a:pt x="59999" y="82680"/>
                </a:cubicBezTo>
                <a:cubicBezTo>
                  <a:pt x="62337" y="85576"/>
                  <a:pt x="62337" y="85576"/>
                  <a:pt x="62337" y="85576"/>
                </a:cubicBezTo>
                <a:lnTo>
                  <a:pt x="62337" y="85576"/>
                </a:lnTo>
                <a:cubicBezTo>
                  <a:pt x="62337" y="85576"/>
                  <a:pt x="94285" y="105522"/>
                  <a:pt x="94285" y="108418"/>
                </a:cubicBezTo>
                <a:cubicBezTo>
                  <a:pt x="96623" y="108418"/>
                  <a:pt x="98961" y="108418"/>
                  <a:pt x="101298" y="105522"/>
                </a:cubicBezTo>
                <a:cubicBezTo>
                  <a:pt x="101298" y="102627"/>
                  <a:pt x="119740" y="8364"/>
                  <a:pt x="119740" y="5790"/>
                </a:cubicBezTo>
                <a:cubicBezTo>
                  <a:pt x="119740" y="2895"/>
                  <a:pt x="117662" y="0"/>
                  <a:pt x="115324" y="2895"/>
                </a:cubicBezTo>
                <a:close/>
                <a:moveTo>
                  <a:pt x="41558" y="116782"/>
                </a:moveTo>
                <a:lnTo>
                  <a:pt x="41558" y="116782"/>
                </a:lnTo>
                <a:cubicBezTo>
                  <a:pt x="41558" y="119678"/>
                  <a:pt x="41558" y="119678"/>
                  <a:pt x="43896" y="119678"/>
                </a:cubicBezTo>
                <a:cubicBezTo>
                  <a:pt x="43896" y="116782"/>
                  <a:pt x="62337" y="99731"/>
                  <a:pt x="62337" y="99731"/>
                </a:cubicBezTo>
                <a:cubicBezTo>
                  <a:pt x="41558" y="85576"/>
                  <a:pt x="41558" y="85576"/>
                  <a:pt x="41558" y="85576"/>
                </a:cubicBezTo>
                <a:lnTo>
                  <a:pt x="41558" y="1167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endParaRPr sz="1800">
              <a:solidFill>
                <a:schemeClr val="dk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" name="Shape 300"/>
          <p:cNvSpPr txBox="1"/>
          <p:nvPr/>
        </p:nvSpPr>
        <p:spPr>
          <a:xfrm>
            <a:off x="2722025" y="3413008"/>
            <a:ext cx="1436658" cy="162107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/>
          <a:p>
            <a:pPr>
              <a:buSzPct val="25000"/>
            </a:pPr>
            <a:r>
              <a:rPr lang="de-DE" sz="7500" dirty="0">
                <a:solidFill>
                  <a:schemeClr val="bg1">
                    <a:lumMod val="95000"/>
                  </a:schemeClr>
                </a:solidFill>
                <a:ea typeface="Questrial"/>
                <a:cs typeface="Questrial"/>
                <a:sym typeface="Questrial"/>
              </a:rPr>
              <a:t>01</a:t>
            </a:r>
            <a:endParaRPr lang="de-DE" sz="7500" dirty="0">
              <a:solidFill>
                <a:schemeClr val="bg1">
                  <a:lumMod val="95000"/>
                </a:schemeClr>
              </a:solidFill>
              <a:ea typeface="Questrial"/>
              <a:cs typeface="Questrial"/>
              <a:sym typeface="Questrial"/>
            </a:endParaRPr>
          </a:p>
        </p:txBody>
      </p:sp>
      <p:sp>
        <p:nvSpPr>
          <p:cNvPr id="15" name="Shape 301"/>
          <p:cNvSpPr txBox="1"/>
          <p:nvPr/>
        </p:nvSpPr>
        <p:spPr>
          <a:xfrm>
            <a:off x="6337893" y="3413008"/>
            <a:ext cx="1436658" cy="162107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defPPr>
              <a:defRPr lang="zh-CN"/>
            </a:defPPr>
            <a:lvl1pPr>
              <a:buSzPct val="25000"/>
              <a:defRPr sz="7500">
                <a:solidFill>
                  <a:schemeClr val="bg1">
                    <a:lumMod val="95000"/>
                  </a:schemeClr>
                </a:solidFill>
                <a:ea typeface="Questrial"/>
                <a:cs typeface="Questrial"/>
              </a:defRPr>
            </a:lvl1pPr>
          </a:lstStyle>
          <a:p>
            <a:r>
              <a:rPr lang="de-DE" dirty="0">
                <a:sym typeface="Questrial"/>
              </a:rPr>
              <a:t>02</a:t>
            </a:r>
            <a:endParaRPr lang="de-DE" dirty="0">
              <a:sym typeface="Questrial"/>
            </a:endParaRPr>
          </a:p>
        </p:txBody>
      </p:sp>
      <p:sp>
        <p:nvSpPr>
          <p:cNvPr id="16" name="Shape 302"/>
          <p:cNvSpPr txBox="1"/>
          <p:nvPr/>
        </p:nvSpPr>
        <p:spPr>
          <a:xfrm>
            <a:off x="10082242" y="3413008"/>
            <a:ext cx="1436658" cy="162107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defPPr>
              <a:defRPr lang="zh-CN"/>
            </a:defPPr>
            <a:lvl1pPr>
              <a:buSzPct val="25000"/>
              <a:defRPr sz="7500">
                <a:solidFill>
                  <a:schemeClr val="bg1">
                    <a:lumMod val="95000"/>
                  </a:schemeClr>
                </a:solidFill>
                <a:ea typeface="Questrial"/>
                <a:cs typeface="Questrial"/>
              </a:defRPr>
            </a:lvl1pPr>
          </a:lstStyle>
          <a:p>
            <a:r>
              <a:rPr lang="de-DE">
                <a:sym typeface="Questrial"/>
              </a:rPr>
              <a:t>03</a:t>
            </a:r>
            <a:endParaRPr lang="de-DE">
              <a:sym typeface="Questrial"/>
            </a:endParaRPr>
          </a:p>
        </p:txBody>
      </p:sp>
      <p:cxnSp>
        <p:nvCxnSpPr>
          <p:cNvPr id="17" name="Shape 303"/>
          <p:cNvCxnSpPr/>
          <p:nvPr/>
        </p:nvCxnSpPr>
        <p:spPr>
          <a:xfrm>
            <a:off x="4097457" y="3438597"/>
            <a:ext cx="0" cy="2708203"/>
          </a:xfrm>
          <a:prstGeom prst="straightConnector1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hape 304"/>
          <p:cNvCxnSpPr/>
          <p:nvPr/>
        </p:nvCxnSpPr>
        <p:spPr>
          <a:xfrm>
            <a:off x="7840993" y="3438597"/>
            <a:ext cx="0" cy="2708203"/>
          </a:xfrm>
          <a:prstGeom prst="straightConnector1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hape 305"/>
          <p:cNvSpPr txBox="1"/>
          <p:nvPr/>
        </p:nvSpPr>
        <p:spPr>
          <a:xfrm>
            <a:off x="1897439" y="1130299"/>
            <a:ext cx="8397123" cy="581926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>
              <a:buSzPct val="25000"/>
            </a:pPr>
            <a:r>
              <a:rPr lang="en-US" sz="2800" dirty="0">
                <a:ea typeface="Calibri" panose="020F0502020204030204"/>
                <a:cs typeface="Calibri" panose="020F0502020204030204"/>
                <a:sym typeface="Calibri" panose="020F0502020204030204"/>
              </a:rPr>
              <a:t>Unified fonts make reading more fluent.</a:t>
            </a:r>
            <a:endParaRPr lang="en-US" sz="28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" name="Shape 306"/>
          <p:cNvSpPr txBox="1"/>
          <p:nvPr/>
        </p:nvSpPr>
        <p:spPr>
          <a:xfrm>
            <a:off x="1897440" y="1894706"/>
            <a:ext cx="8397120" cy="594483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t" anchorCtr="0">
            <a:noAutofit/>
          </a:bodyPr>
          <a:lstStyle/>
          <a:p>
            <a:pPr algn="ctr">
              <a:lnSpc>
                <a:spcPct val="150000"/>
              </a:lnSpc>
              <a:buSzPct val="25000"/>
            </a:pPr>
            <a:r>
              <a:rPr lang="en-US" sz="1100" dirty="0">
                <a:ea typeface="Calibri" panose="020F0502020204030204"/>
                <a:cs typeface="Calibri" panose="020F0502020204030204"/>
                <a:sym typeface="Calibri" panose="020F0502020204030204"/>
              </a:rPr>
              <a:t>Theme color makes PPT more convenient to change.</a:t>
            </a:r>
            <a:endParaRPr lang="en-US" sz="11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150000"/>
              </a:lnSpc>
              <a:buSzPct val="25000"/>
            </a:pPr>
            <a:r>
              <a:rPr lang="en-US" sz="1100" dirty="0">
                <a:ea typeface="Calibri" panose="020F0502020204030204"/>
                <a:cs typeface="Calibri" panose="020F0502020204030204"/>
                <a:sym typeface="Calibri" panose="020F0502020204030204"/>
              </a:rPr>
              <a:t>Adjust the spacing to adapt to Chinese typesetting, use the reference line in PPT.</a:t>
            </a:r>
            <a:endParaRPr lang="en-US" sz="11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íŝḷíḓe"/>
          <p:cNvSpPr/>
          <p:nvPr/>
        </p:nvSpPr>
        <p:spPr>
          <a:xfrm>
            <a:off x="660401" y="3171724"/>
            <a:ext cx="2915600" cy="8625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r>
              <a:rPr lang="de-DE" altLang="zh-CN" b="1" dirty="0">
                <a:solidFill>
                  <a:schemeClr val="tx1"/>
                </a:solidFill>
                <a:sym typeface="Calibri" panose="020F0502020204030204"/>
              </a:rPr>
              <a:t>Text here</a:t>
            </a:r>
            <a:endParaRPr lang="de-DE" altLang="zh-CN" b="1" dirty="0">
              <a:solidFill>
                <a:schemeClr val="tx1"/>
              </a:solidFill>
              <a:sym typeface="Calibri" panose="020F0502020204030204"/>
            </a:endParaRPr>
          </a:p>
        </p:txBody>
      </p:sp>
      <p:sp>
        <p:nvSpPr>
          <p:cNvPr id="6" name="ïṣḻíḋè"/>
          <p:cNvSpPr/>
          <p:nvPr/>
        </p:nvSpPr>
        <p:spPr>
          <a:xfrm>
            <a:off x="2844651" y="2191021"/>
            <a:ext cx="2823943" cy="2823943"/>
          </a:xfrm>
          <a:prstGeom prst="ellipse">
            <a:avLst/>
          </a:prstGeom>
          <a:blipFill>
            <a:blip r:embed="rId1"/>
            <a:stretch>
              <a:fillRect l="-27411" r="-2716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/>
          </a:p>
        </p:txBody>
      </p:sp>
      <p:grpSp>
        <p:nvGrpSpPr>
          <p:cNvPr id="7" name="iśļíde"/>
          <p:cNvGrpSpPr/>
          <p:nvPr/>
        </p:nvGrpSpPr>
        <p:grpSpPr>
          <a:xfrm>
            <a:off x="7419902" y="1775716"/>
            <a:ext cx="865884" cy="865884"/>
            <a:chOff x="1363763" y="1653267"/>
            <a:chExt cx="489858" cy="489858"/>
          </a:xfrm>
        </p:grpSpPr>
        <p:sp>
          <p:nvSpPr>
            <p:cNvPr id="8" name="îŝľïḓe"/>
            <p:cNvSpPr/>
            <p:nvPr/>
          </p:nvSpPr>
          <p:spPr>
            <a:xfrm>
              <a:off x="1363763" y="1653267"/>
              <a:ext cx="489858" cy="48985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/>
            </a:p>
          </p:txBody>
        </p:sp>
        <p:sp>
          <p:nvSpPr>
            <p:cNvPr id="9" name="iSļiḋè"/>
            <p:cNvSpPr/>
            <p:nvPr/>
          </p:nvSpPr>
          <p:spPr bwMode="auto">
            <a:xfrm>
              <a:off x="1518705" y="1804342"/>
              <a:ext cx="179973" cy="179973"/>
            </a:xfrm>
            <a:custGeom>
              <a:avLst/>
              <a:gdLst>
                <a:gd name="connsiteX0" fmla="*/ 221853 w 338138"/>
                <a:gd name="connsiteY0" fmla="*/ 169862 h 338138"/>
                <a:gd name="connsiteX1" fmla="*/ 243284 w 338138"/>
                <a:gd name="connsiteY1" fmla="*/ 169862 h 338138"/>
                <a:gd name="connsiteX2" fmla="*/ 254000 w 338138"/>
                <a:gd name="connsiteY2" fmla="*/ 180379 h 338138"/>
                <a:gd name="connsiteX3" fmla="*/ 254000 w 338138"/>
                <a:gd name="connsiteY3" fmla="*/ 243483 h 338138"/>
                <a:gd name="connsiteX4" fmla="*/ 243284 w 338138"/>
                <a:gd name="connsiteY4" fmla="*/ 254000 h 338138"/>
                <a:gd name="connsiteX5" fmla="*/ 221853 w 338138"/>
                <a:gd name="connsiteY5" fmla="*/ 254000 h 338138"/>
                <a:gd name="connsiteX6" fmla="*/ 211137 w 338138"/>
                <a:gd name="connsiteY6" fmla="*/ 243483 h 338138"/>
                <a:gd name="connsiteX7" fmla="*/ 211137 w 338138"/>
                <a:gd name="connsiteY7" fmla="*/ 180379 h 338138"/>
                <a:gd name="connsiteX8" fmla="*/ 221853 w 338138"/>
                <a:gd name="connsiteY8" fmla="*/ 169862 h 338138"/>
                <a:gd name="connsiteX9" fmla="*/ 94853 w 338138"/>
                <a:gd name="connsiteY9" fmla="*/ 127000 h 338138"/>
                <a:gd name="connsiteX10" fmla="*/ 116284 w 338138"/>
                <a:gd name="connsiteY10" fmla="*/ 127000 h 338138"/>
                <a:gd name="connsiteX11" fmla="*/ 127000 w 338138"/>
                <a:gd name="connsiteY11" fmla="*/ 137583 h 338138"/>
                <a:gd name="connsiteX12" fmla="*/ 127000 w 338138"/>
                <a:gd name="connsiteY12" fmla="*/ 243417 h 338138"/>
                <a:gd name="connsiteX13" fmla="*/ 116284 w 338138"/>
                <a:gd name="connsiteY13" fmla="*/ 254000 h 338138"/>
                <a:gd name="connsiteX14" fmla="*/ 94853 w 338138"/>
                <a:gd name="connsiteY14" fmla="*/ 254000 h 338138"/>
                <a:gd name="connsiteX15" fmla="*/ 84137 w 338138"/>
                <a:gd name="connsiteY15" fmla="*/ 243417 h 338138"/>
                <a:gd name="connsiteX16" fmla="*/ 84137 w 338138"/>
                <a:gd name="connsiteY16" fmla="*/ 137583 h 338138"/>
                <a:gd name="connsiteX17" fmla="*/ 94853 w 338138"/>
                <a:gd name="connsiteY17" fmla="*/ 127000 h 338138"/>
                <a:gd name="connsiteX18" fmla="*/ 285353 w 338138"/>
                <a:gd name="connsiteY18" fmla="*/ 85725 h 338138"/>
                <a:gd name="connsiteX19" fmla="*/ 306784 w 338138"/>
                <a:gd name="connsiteY19" fmla="*/ 85725 h 338138"/>
                <a:gd name="connsiteX20" fmla="*/ 317500 w 338138"/>
                <a:gd name="connsiteY20" fmla="*/ 96242 h 338138"/>
                <a:gd name="connsiteX21" fmla="*/ 317500 w 338138"/>
                <a:gd name="connsiteY21" fmla="*/ 243483 h 338138"/>
                <a:gd name="connsiteX22" fmla="*/ 306784 w 338138"/>
                <a:gd name="connsiteY22" fmla="*/ 254000 h 338138"/>
                <a:gd name="connsiteX23" fmla="*/ 285353 w 338138"/>
                <a:gd name="connsiteY23" fmla="*/ 254000 h 338138"/>
                <a:gd name="connsiteX24" fmla="*/ 274637 w 338138"/>
                <a:gd name="connsiteY24" fmla="*/ 243483 h 338138"/>
                <a:gd name="connsiteX25" fmla="*/ 274637 w 338138"/>
                <a:gd name="connsiteY25" fmla="*/ 96242 h 338138"/>
                <a:gd name="connsiteX26" fmla="*/ 285353 w 338138"/>
                <a:gd name="connsiteY26" fmla="*/ 85725 h 338138"/>
                <a:gd name="connsiteX27" fmla="*/ 158353 w 338138"/>
                <a:gd name="connsiteY27" fmla="*/ 42862 h 338138"/>
                <a:gd name="connsiteX28" fmla="*/ 179784 w 338138"/>
                <a:gd name="connsiteY28" fmla="*/ 42862 h 338138"/>
                <a:gd name="connsiteX29" fmla="*/ 190500 w 338138"/>
                <a:gd name="connsiteY29" fmla="*/ 53419 h 338138"/>
                <a:gd name="connsiteX30" fmla="*/ 190500 w 338138"/>
                <a:gd name="connsiteY30" fmla="*/ 243443 h 338138"/>
                <a:gd name="connsiteX31" fmla="*/ 179784 w 338138"/>
                <a:gd name="connsiteY31" fmla="*/ 254000 h 338138"/>
                <a:gd name="connsiteX32" fmla="*/ 158353 w 338138"/>
                <a:gd name="connsiteY32" fmla="*/ 254000 h 338138"/>
                <a:gd name="connsiteX33" fmla="*/ 147637 w 338138"/>
                <a:gd name="connsiteY33" fmla="*/ 243443 h 338138"/>
                <a:gd name="connsiteX34" fmla="*/ 147637 w 338138"/>
                <a:gd name="connsiteY34" fmla="*/ 53419 h 338138"/>
                <a:gd name="connsiteX35" fmla="*/ 158353 w 338138"/>
                <a:gd name="connsiteY35" fmla="*/ 42862 h 338138"/>
                <a:gd name="connsiteX36" fmla="*/ 0 w 338138"/>
                <a:gd name="connsiteY36" fmla="*/ 0 h 338138"/>
                <a:gd name="connsiteX37" fmla="*/ 42267 w 338138"/>
                <a:gd name="connsiteY37" fmla="*/ 0 h 338138"/>
                <a:gd name="connsiteX38" fmla="*/ 42267 w 338138"/>
                <a:gd name="connsiteY38" fmla="*/ 295871 h 338138"/>
                <a:gd name="connsiteX39" fmla="*/ 338138 w 338138"/>
                <a:gd name="connsiteY39" fmla="*/ 295871 h 338138"/>
                <a:gd name="connsiteX40" fmla="*/ 338138 w 338138"/>
                <a:gd name="connsiteY40" fmla="*/ 338138 h 338138"/>
                <a:gd name="connsiteX41" fmla="*/ 21133 w 338138"/>
                <a:gd name="connsiteY41" fmla="*/ 338138 h 338138"/>
                <a:gd name="connsiteX42" fmla="*/ 0 w 338138"/>
                <a:gd name="connsiteY42" fmla="*/ 317005 h 338138"/>
                <a:gd name="connsiteX43" fmla="*/ 0 w 338138"/>
                <a:gd name="connsiteY43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38138" h="338138">
                  <a:moveTo>
                    <a:pt x="221853" y="169862"/>
                  </a:moveTo>
                  <a:cubicBezTo>
                    <a:pt x="221853" y="169862"/>
                    <a:pt x="221853" y="169862"/>
                    <a:pt x="243284" y="169862"/>
                  </a:cubicBezTo>
                  <a:cubicBezTo>
                    <a:pt x="248642" y="169862"/>
                    <a:pt x="254000" y="175121"/>
                    <a:pt x="254000" y="180379"/>
                  </a:cubicBezTo>
                  <a:cubicBezTo>
                    <a:pt x="254000" y="180379"/>
                    <a:pt x="254000" y="180379"/>
                    <a:pt x="254000" y="243483"/>
                  </a:cubicBezTo>
                  <a:cubicBezTo>
                    <a:pt x="254000" y="248742"/>
                    <a:pt x="248642" y="254000"/>
                    <a:pt x="243284" y="254000"/>
                  </a:cubicBezTo>
                  <a:cubicBezTo>
                    <a:pt x="243284" y="254000"/>
                    <a:pt x="243284" y="254000"/>
                    <a:pt x="221853" y="254000"/>
                  </a:cubicBezTo>
                  <a:cubicBezTo>
                    <a:pt x="216495" y="254000"/>
                    <a:pt x="211137" y="248742"/>
                    <a:pt x="211137" y="243483"/>
                  </a:cubicBezTo>
                  <a:cubicBezTo>
                    <a:pt x="211137" y="243483"/>
                    <a:pt x="211137" y="243483"/>
                    <a:pt x="211137" y="180379"/>
                  </a:cubicBezTo>
                  <a:cubicBezTo>
                    <a:pt x="211137" y="175121"/>
                    <a:pt x="216495" y="169862"/>
                    <a:pt x="221853" y="169862"/>
                  </a:cubicBezTo>
                  <a:close/>
                  <a:moveTo>
                    <a:pt x="94853" y="127000"/>
                  </a:moveTo>
                  <a:cubicBezTo>
                    <a:pt x="94853" y="127000"/>
                    <a:pt x="94853" y="127000"/>
                    <a:pt x="116284" y="127000"/>
                  </a:cubicBezTo>
                  <a:cubicBezTo>
                    <a:pt x="121642" y="127000"/>
                    <a:pt x="127000" y="132292"/>
                    <a:pt x="127000" y="137583"/>
                  </a:cubicBezTo>
                  <a:cubicBezTo>
                    <a:pt x="127000" y="137583"/>
                    <a:pt x="127000" y="137583"/>
                    <a:pt x="127000" y="243417"/>
                  </a:cubicBezTo>
                  <a:cubicBezTo>
                    <a:pt x="127000" y="248708"/>
                    <a:pt x="121642" y="254000"/>
                    <a:pt x="116284" y="254000"/>
                  </a:cubicBezTo>
                  <a:cubicBezTo>
                    <a:pt x="116284" y="254000"/>
                    <a:pt x="116284" y="254000"/>
                    <a:pt x="94853" y="254000"/>
                  </a:cubicBezTo>
                  <a:cubicBezTo>
                    <a:pt x="89495" y="254000"/>
                    <a:pt x="84137" y="248708"/>
                    <a:pt x="84137" y="243417"/>
                  </a:cubicBezTo>
                  <a:cubicBezTo>
                    <a:pt x="84137" y="243417"/>
                    <a:pt x="84137" y="243417"/>
                    <a:pt x="84137" y="137583"/>
                  </a:cubicBezTo>
                  <a:cubicBezTo>
                    <a:pt x="84137" y="132292"/>
                    <a:pt x="89495" y="127000"/>
                    <a:pt x="94853" y="127000"/>
                  </a:cubicBezTo>
                  <a:close/>
                  <a:moveTo>
                    <a:pt x="285353" y="85725"/>
                  </a:moveTo>
                  <a:cubicBezTo>
                    <a:pt x="285353" y="85725"/>
                    <a:pt x="285353" y="85725"/>
                    <a:pt x="306784" y="85725"/>
                  </a:cubicBezTo>
                  <a:cubicBezTo>
                    <a:pt x="312142" y="85725"/>
                    <a:pt x="317500" y="90984"/>
                    <a:pt x="317500" y="96242"/>
                  </a:cubicBezTo>
                  <a:cubicBezTo>
                    <a:pt x="317500" y="96242"/>
                    <a:pt x="317500" y="96242"/>
                    <a:pt x="317500" y="243483"/>
                  </a:cubicBezTo>
                  <a:cubicBezTo>
                    <a:pt x="317500" y="248742"/>
                    <a:pt x="312142" y="254000"/>
                    <a:pt x="306784" y="254000"/>
                  </a:cubicBezTo>
                  <a:cubicBezTo>
                    <a:pt x="306784" y="254000"/>
                    <a:pt x="306784" y="254000"/>
                    <a:pt x="285353" y="254000"/>
                  </a:cubicBezTo>
                  <a:cubicBezTo>
                    <a:pt x="279995" y="254000"/>
                    <a:pt x="274637" y="248742"/>
                    <a:pt x="274637" y="243483"/>
                  </a:cubicBezTo>
                  <a:cubicBezTo>
                    <a:pt x="274637" y="243483"/>
                    <a:pt x="274637" y="243483"/>
                    <a:pt x="274637" y="96242"/>
                  </a:cubicBezTo>
                  <a:cubicBezTo>
                    <a:pt x="274637" y="90984"/>
                    <a:pt x="279995" y="85725"/>
                    <a:pt x="285353" y="85725"/>
                  </a:cubicBezTo>
                  <a:close/>
                  <a:moveTo>
                    <a:pt x="158353" y="42862"/>
                  </a:moveTo>
                  <a:cubicBezTo>
                    <a:pt x="158353" y="42862"/>
                    <a:pt x="158353" y="42862"/>
                    <a:pt x="179784" y="42862"/>
                  </a:cubicBezTo>
                  <a:cubicBezTo>
                    <a:pt x="185142" y="42862"/>
                    <a:pt x="190500" y="48140"/>
                    <a:pt x="190500" y="53419"/>
                  </a:cubicBezTo>
                  <a:cubicBezTo>
                    <a:pt x="190500" y="53419"/>
                    <a:pt x="190500" y="53419"/>
                    <a:pt x="190500" y="243443"/>
                  </a:cubicBezTo>
                  <a:cubicBezTo>
                    <a:pt x="190500" y="248722"/>
                    <a:pt x="185142" y="254000"/>
                    <a:pt x="179784" y="254000"/>
                  </a:cubicBezTo>
                  <a:cubicBezTo>
                    <a:pt x="179784" y="254000"/>
                    <a:pt x="179784" y="254000"/>
                    <a:pt x="158353" y="254000"/>
                  </a:cubicBezTo>
                  <a:cubicBezTo>
                    <a:pt x="152995" y="254000"/>
                    <a:pt x="147637" y="248722"/>
                    <a:pt x="147637" y="243443"/>
                  </a:cubicBezTo>
                  <a:cubicBezTo>
                    <a:pt x="147637" y="243443"/>
                    <a:pt x="147637" y="243443"/>
                    <a:pt x="147637" y="53419"/>
                  </a:cubicBezTo>
                  <a:cubicBezTo>
                    <a:pt x="147637" y="48140"/>
                    <a:pt x="152995" y="42862"/>
                    <a:pt x="158353" y="42862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42267" y="0"/>
                  </a:cubicBezTo>
                  <a:cubicBezTo>
                    <a:pt x="42267" y="0"/>
                    <a:pt x="42267" y="0"/>
                    <a:pt x="42267" y="295871"/>
                  </a:cubicBezTo>
                  <a:lnTo>
                    <a:pt x="338138" y="295871"/>
                  </a:lnTo>
                  <a:cubicBezTo>
                    <a:pt x="338138" y="295871"/>
                    <a:pt x="338138" y="295871"/>
                    <a:pt x="338138" y="338138"/>
                  </a:cubicBezTo>
                  <a:cubicBezTo>
                    <a:pt x="338138" y="338138"/>
                    <a:pt x="338138" y="338138"/>
                    <a:pt x="21133" y="338138"/>
                  </a:cubicBezTo>
                  <a:cubicBezTo>
                    <a:pt x="9246" y="338138"/>
                    <a:pt x="0" y="328892"/>
                    <a:pt x="0" y="317005"/>
                  </a:cubicBezTo>
                  <a:cubicBezTo>
                    <a:pt x="0" y="317005"/>
                    <a:pt x="0" y="317005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algn="ctr"/>
            </a:p>
          </p:txBody>
        </p:sp>
      </p:grpSp>
      <p:grpSp>
        <p:nvGrpSpPr>
          <p:cNvPr id="10" name="iśļíde"/>
          <p:cNvGrpSpPr/>
          <p:nvPr/>
        </p:nvGrpSpPr>
        <p:grpSpPr>
          <a:xfrm>
            <a:off x="7419902" y="3168376"/>
            <a:ext cx="865884" cy="865884"/>
            <a:chOff x="1363763" y="1653267"/>
            <a:chExt cx="489858" cy="489858"/>
          </a:xfrm>
        </p:grpSpPr>
        <p:sp>
          <p:nvSpPr>
            <p:cNvPr id="11" name="îŝľïḓe"/>
            <p:cNvSpPr/>
            <p:nvPr/>
          </p:nvSpPr>
          <p:spPr>
            <a:xfrm>
              <a:off x="1363763" y="1653267"/>
              <a:ext cx="489858" cy="48985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/>
              <a:endParaRPr dirty="0"/>
            </a:p>
          </p:txBody>
        </p:sp>
        <p:sp>
          <p:nvSpPr>
            <p:cNvPr id="12" name="iSļiḋè"/>
            <p:cNvSpPr/>
            <p:nvPr/>
          </p:nvSpPr>
          <p:spPr bwMode="auto">
            <a:xfrm>
              <a:off x="1518705" y="1804342"/>
              <a:ext cx="179973" cy="179973"/>
            </a:xfrm>
            <a:custGeom>
              <a:avLst/>
              <a:gdLst>
                <a:gd name="connsiteX0" fmla="*/ 221853 w 338138"/>
                <a:gd name="connsiteY0" fmla="*/ 169862 h 338138"/>
                <a:gd name="connsiteX1" fmla="*/ 243284 w 338138"/>
                <a:gd name="connsiteY1" fmla="*/ 169862 h 338138"/>
                <a:gd name="connsiteX2" fmla="*/ 254000 w 338138"/>
                <a:gd name="connsiteY2" fmla="*/ 180379 h 338138"/>
                <a:gd name="connsiteX3" fmla="*/ 254000 w 338138"/>
                <a:gd name="connsiteY3" fmla="*/ 243483 h 338138"/>
                <a:gd name="connsiteX4" fmla="*/ 243284 w 338138"/>
                <a:gd name="connsiteY4" fmla="*/ 254000 h 338138"/>
                <a:gd name="connsiteX5" fmla="*/ 221853 w 338138"/>
                <a:gd name="connsiteY5" fmla="*/ 254000 h 338138"/>
                <a:gd name="connsiteX6" fmla="*/ 211137 w 338138"/>
                <a:gd name="connsiteY6" fmla="*/ 243483 h 338138"/>
                <a:gd name="connsiteX7" fmla="*/ 211137 w 338138"/>
                <a:gd name="connsiteY7" fmla="*/ 180379 h 338138"/>
                <a:gd name="connsiteX8" fmla="*/ 221853 w 338138"/>
                <a:gd name="connsiteY8" fmla="*/ 169862 h 338138"/>
                <a:gd name="connsiteX9" fmla="*/ 94853 w 338138"/>
                <a:gd name="connsiteY9" fmla="*/ 127000 h 338138"/>
                <a:gd name="connsiteX10" fmla="*/ 116284 w 338138"/>
                <a:gd name="connsiteY10" fmla="*/ 127000 h 338138"/>
                <a:gd name="connsiteX11" fmla="*/ 127000 w 338138"/>
                <a:gd name="connsiteY11" fmla="*/ 137583 h 338138"/>
                <a:gd name="connsiteX12" fmla="*/ 127000 w 338138"/>
                <a:gd name="connsiteY12" fmla="*/ 243417 h 338138"/>
                <a:gd name="connsiteX13" fmla="*/ 116284 w 338138"/>
                <a:gd name="connsiteY13" fmla="*/ 254000 h 338138"/>
                <a:gd name="connsiteX14" fmla="*/ 94853 w 338138"/>
                <a:gd name="connsiteY14" fmla="*/ 254000 h 338138"/>
                <a:gd name="connsiteX15" fmla="*/ 84137 w 338138"/>
                <a:gd name="connsiteY15" fmla="*/ 243417 h 338138"/>
                <a:gd name="connsiteX16" fmla="*/ 84137 w 338138"/>
                <a:gd name="connsiteY16" fmla="*/ 137583 h 338138"/>
                <a:gd name="connsiteX17" fmla="*/ 94853 w 338138"/>
                <a:gd name="connsiteY17" fmla="*/ 127000 h 338138"/>
                <a:gd name="connsiteX18" fmla="*/ 285353 w 338138"/>
                <a:gd name="connsiteY18" fmla="*/ 85725 h 338138"/>
                <a:gd name="connsiteX19" fmla="*/ 306784 w 338138"/>
                <a:gd name="connsiteY19" fmla="*/ 85725 h 338138"/>
                <a:gd name="connsiteX20" fmla="*/ 317500 w 338138"/>
                <a:gd name="connsiteY20" fmla="*/ 96242 h 338138"/>
                <a:gd name="connsiteX21" fmla="*/ 317500 w 338138"/>
                <a:gd name="connsiteY21" fmla="*/ 243483 h 338138"/>
                <a:gd name="connsiteX22" fmla="*/ 306784 w 338138"/>
                <a:gd name="connsiteY22" fmla="*/ 254000 h 338138"/>
                <a:gd name="connsiteX23" fmla="*/ 285353 w 338138"/>
                <a:gd name="connsiteY23" fmla="*/ 254000 h 338138"/>
                <a:gd name="connsiteX24" fmla="*/ 274637 w 338138"/>
                <a:gd name="connsiteY24" fmla="*/ 243483 h 338138"/>
                <a:gd name="connsiteX25" fmla="*/ 274637 w 338138"/>
                <a:gd name="connsiteY25" fmla="*/ 96242 h 338138"/>
                <a:gd name="connsiteX26" fmla="*/ 285353 w 338138"/>
                <a:gd name="connsiteY26" fmla="*/ 85725 h 338138"/>
                <a:gd name="connsiteX27" fmla="*/ 158353 w 338138"/>
                <a:gd name="connsiteY27" fmla="*/ 42862 h 338138"/>
                <a:gd name="connsiteX28" fmla="*/ 179784 w 338138"/>
                <a:gd name="connsiteY28" fmla="*/ 42862 h 338138"/>
                <a:gd name="connsiteX29" fmla="*/ 190500 w 338138"/>
                <a:gd name="connsiteY29" fmla="*/ 53419 h 338138"/>
                <a:gd name="connsiteX30" fmla="*/ 190500 w 338138"/>
                <a:gd name="connsiteY30" fmla="*/ 243443 h 338138"/>
                <a:gd name="connsiteX31" fmla="*/ 179784 w 338138"/>
                <a:gd name="connsiteY31" fmla="*/ 254000 h 338138"/>
                <a:gd name="connsiteX32" fmla="*/ 158353 w 338138"/>
                <a:gd name="connsiteY32" fmla="*/ 254000 h 338138"/>
                <a:gd name="connsiteX33" fmla="*/ 147637 w 338138"/>
                <a:gd name="connsiteY33" fmla="*/ 243443 h 338138"/>
                <a:gd name="connsiteX34" fmla="*/ 147637 w 338138"/>
                <a:gd name="connsiteY34" fmla="*/ 53419 h 338138"/>
                <a:gd name="connsiteX35" fmla="*/ 158353 w 338138"/>
                <a:gd name="connsiteY35" fmla="*/ 42862 h 338138"/>
                <a:gd name="connsiteX36" fmla="*/ 0 w 338138"/>
                <a:gd name="connsiteY36" fmla="*/ 0 h 338138"/>
                <a:gd name="connsiteX37" fmla="*/ 42267 w 338138"/>
                <a:gd name="connsiteY37" fmla="*/ 0 h 338138"/>
                <a:gd name="connsiteX38" fmla="*/ 42267 w 338138"/>
                <a:gd name="connsiteY38" fmla="*/ 295871 h 338138"/>
                <a:gd name="connsiteX39" fmla="*/ 338138 w 338138"/>
                <a:gd name="connsiteY39" fmla="*/ 295871 h 338138"/>
                <a:gd name="connsiteX40" fmla="*/ 338138 w 338138"/>
                <a:gd name="connsiteY40" fmla="*/ 338138 h 338138"/>
                <a:gd name="connsiteX41" fmla="*/ 21133 w 338138"/>
                <a:gd name="connsiteY41" fmla="*/ 338138 h 338138"/>
                <a:gd name="connsiteX42" fmla="*/ 0 w 338138"/>
                <a:gd name="connsiteY42" fmla="*/ 317005 h 338138"/>
                <a:gd name="connsiteX43" fmla="*/ 0 w 338138"/>
                <a:gd name="connsiteY43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38138" h="338138">
                  <a:moveTo>
                    <a:pt x="221853" y="169862"/>
                  </a:moveTo>
                  <a:cubicBezTo>
                    <a:pt x="221853" y="169862"/>
                    <a:pt x="221853" y="169862"/>
                    <a:pt x="243284" y="169862"/>
                  </a:cubicBezTo>
                  <a:cubicBezTo>
                    <a:pt x="248642" y="169862"/>
                    <a:pt x="254000" y="175121"/>
                    <a:pt x="254000" y="180379"/>
                  </a:cubicBezTo>
                  <a:cubicBezTo>
                    <a:pt x="254000" y="180379"/>
                    <a:pt x="254000" y="180379"/>
                    <a:pt x="254000" y="243483"/>
                  </a:cubicBezTo>
                  <a:cubicBezTo>
                    <a:pt x="254000" y="248742"/>
                    <a:pt x="248642" y="254000"/>
                    <a:pt x="243284" y="254000"/>
                  </a:cubicBezTo>
                  <a:cubicBezTo>
                    <a:pt x="243284" y="254000"/>
                    <a:pt x="243284" y="254000"/>
                    <a:pt x="221853" y="254000"/>
                  </a:cubicBezTo>
                  <a:cubicBezTo>
                    <a:pt x="216495" y="254000"/>
                    <a:pt x="211137" y="248742"/>
                    <a:pt x="211137" y="243483"/>
                  </a:cubicBezTo>
                  <a:cubicBezTo>
                    <a:pt x="211137" y="243483"/>
                    <a:pt x="211137" y="243483"/>
                    <a:pt x="211137" y="180379"/>
                  </a:cubicBezTo>
                  <a:cubicBezTo>
                    <a:pt x="211137" y="175121"/>
                    <a:pt x="216495" y="169862"/>
                    <a:pt x="221853" y="169862"/>
                  </a:cubicBezTo>
                  <a:close/>
                  <a:moveTo>
                    <a:pt x="94853" y="127000"/>
                  </a:moveTo>
                  <a:cubicBezTo>
                    <a:pt x="94853" y="127000"/>
                    <a:pt x="94853" y="127000"/>
                    <a:pt x="116284" y="127000"/>
                  </a:cubicBezTo>
                  <a:cubicBezTo>
                    <a:pt x="121642" y="127000"/>
                    <a:pt x="127000" y="132292"/>
                    <a:pt x="127000" y="137583"/>
                  </a:cubicBezTo>
                  <a:cubicBezTo>
                    <a:pt x="127000" y="137583"/>
                    <a:pt x="127000" y="137583"/>
                    <a:pt x="127000" y="243417"/>
                  </a:cubicBezTo>
                  <a:cubicBezTo>
                    <a:pt x="127000" y="248708"/>
                    <a:pt x="121642" y="254000"/>
                    <a:pt x="116284" y="254000"/>
                  </a:cubicBezTo>
                  <a:cubicBezTo>
                    <a:pt x="116284" y="254000"/>
                    <a:pt x="116284" y="254000"/>
                    <a:pt x="94853" y="254000"/>
                  </a:cubicBezTo>
                  <a:cubicBezTo>
                    <a:pt x="89495" y="254000"/>
                    <a:pt x="84137" y="248708"/>
                    <a:pt x="84137" y="243417"/>
                  </a:cubicBezTo>
                  <a:cubicBezTo>
                    <a:pt x="84137" y="243417"/>
                    <a:pt x="84137" y="243417"/>
                    <a:pt x="84137" y="137583"/>
                  </a:cubicBezTo>
                  <a:cubicBezTo>
                    <a:pt x="84137" y="132292"/>
                    <a:pt x="89495" y="127000"/>
                    <a:pt x="94853" y="127000"/>
                  </a:cubicBezTo>
                  <a:close/>
                  <a:moveTo>
                    <a:pt x="285353" y="85725"/>
                  </a:moveTo>
                  <a:cubicBezTo>
                    <a:pt x="285353" y="85725"/>
                    <a:pt x="285353" y="85725"/>
                    <a:pt x="306784" y="85725"/>
                  </a:cubicBezTo>
                  <a:cubicBezTo>
                    <a:pt x="312142" y="85725"/>
                    <a:pt x="317500" y="90984"/>
                    <a:pt x="317500" y="96242"/>
                  </a:cubicBezTo>
                  <a:cubicBezTo>
                    <a:pt x="317500" y="96242"/>
                    <a:pt x="317500" y="96242"/>
                    <a:pt x="317500" y="243483"/>
                  </a:cubicBezTo>
                  <a:cubicBezTo>
                    <a:pt x="317500" y="248742"/>
                    <a:pt x="312142" y="254000"/>
                    <a:pt x="306784" y="254000"/>
                  </a:cubicBezTo>
                  <a:cubicBezTo>
                    <a:pt x="306784" y="254000"/>
                    <a:pt x="306784" y="254000"/>
                    <a:pt x="285353" y="254000"/>
                  </a:cubicBezTo>
                  <a:cubicBezTo>
                    <a:pt x="279995" y="254000"/>
                    <a:pt x="274637" y="248742"/>
                    <a:pt x="274637" y="243483"/>
                  </a:cubicBezTo>
                  <a:cubicBezTo>
                    <a:pt x="274637" y="243483"/>
                    <a:pt x="274637" y="243483"/>
                    <a:pt x="274637" y="96242"/>
                  </a:cubicBezTo>
                  <a:cubicBezTo>
                    <a:pt x="274637" y="90984"/>
                    <a:pt x="279995" y="85725"/>
                    <a:pt x="285353" y="85725"/>
                  </a:cubicBezTo>
                  <a:close/>
                  <a:moveTo>
                    <a:pt x="158353" y="42862"/>
                  </a:moveTo>
                  <a:cubicBezTo>
                    <a:pt x="158353" y="42862"/>
                    <a:pt x="158353" y="42862"/>
                    <a:pt x="179784" y="42862"/>
                  </a:cubicBezTo>
                  <a:cubicBezTo>
                    <a:pt x="185142" y="42862"/>
                    <a:pt x="190500" y="48140"/>
                    <a:pt x="190500" y="53419"/>
                  </a:cubicBezTo>
                  <a:cubicBezTo>
                    <a:pt x="190500" y="53419"/>
                    <a:pt x="190500" y="53419"/>
                    <a:pt x="190500" y="243443"/>
                  </a:cubicBezTo>
                  <a:cubicBezTo>
                    <a:pt x="190500" y="248722"/>
                    <a:pt x="185142" y="254000"/>
                    <a:pt x="179784" y="254000"/>
                  </a:cubicBezTo>
                  <a:cubicBezTo>
                    <a:pt x="179784" y="254000"/>
                    <a:pt x="179784" y="254000"/>
                    <a:pt x="158353" y="254000"/>
                  </a:cubicBezTo>
                  <a:cubicBezTo>
                    <a:pt x="152995" y="254000"/>
                    <a:pt x="147637" y="248722"/>
                    <a:pt x="147637" y="243443"/>
                  </a:cubicBezTo>
                  <a:cubicBezTo>
                    <a:pt x="147637" y="243443"/>
                    <a:pt x="147637" y="243443"/>
                    <a:pt x="147637" y="53419"/>
                  </a:cubicBezTo>
                  <a:cubicBezTo>
                    <a:pt x="147637" y="48140"/>
                    <a:pt x="152995" y="42862"/>
                    <a:pt x="158353" y="42862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42267" y="0"/>
                  </a:cubicBezTo>
                  <a:cubicBezTo>
                    <a:pt x="42267" y="0"/>
                    <a:pt x="42267" y="0"/>
                    <a:pt x="42267" y="295871"/>
                  </a:cubicBezTo>
                  <a:lnTo>
                    <a:pt x="338138" y="295871"/>
                  </a:lnTo>
                  <a:cubicBezTo>
                    <a:pt x="338138" y="295871"/>
                    <a:pt x="338138" y="295871"/>
                    <a:pt x="338138" y="338138"/>
                  </a:cubicBezTo>
                  <a:cubicBezTo>
                    <a:pt x="338138" y="338138"/>
                    <a:pt x="338138" y="338138"/>
                    <a:pt x="21133" y="338138"/>
                  </a:cubicBezTo>
                  <a:cubicBezTo>
                    <a:pt x="9246" y="338138"/>
                    <a:pt x="0" y="328892"/>
                    <a:pt x="0" y="317005"/>
                  </a:cubicBezTo>
                  <a:cubicBezTo>
                    <a:pt x="0" y="317005"/>
                    <a:pt x="0" y="317005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algn="ctr"/>
            </a:p>
          </p:txBody>
        </p:sp>
      </p:grpSp>
      <p:grpSp>
        <p:nvGrpSpPr>
          <p:cNvPr id="13" name="iśļíde"/>
          <p:cNvGrpSpPr/>
          <p:nvPr/>
        </p:nvGrpSpPr>
        <p:grpSpPr>
          <a:xfrm>
            <a:off x="7419902" y="4561036"/>
            <a:ext cx="865884" cy="865884"/>
            <a:chOff x="1363763" y="1653267"/>
            <a:chExt cx="489858" cy="489858"/>
          </a:xfrm>
        </p:grpSpPr>
        <p:sp>
          <p:nvSpPr>
            <p:cNvPr id="14" name="îŝľïḓe"/>
            <p:cNvSpPr/>
            <p:nvPr/>
          </p:nvSpPr>
          <p:spPr>
            <a:xfrm>
              <a:off x="1363763" y="1653267"/>
              <a:ext cx="489858" cy="48985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/>
            </a:p>
          </p:txBody>
        </p:sp>
        <p:sp>
          <p:nvSpPr>
            <p:cNvPr id="15" name="iSļiḋè"/>
            <p:cNvSpPr/>
            <p:nvPr/>
          </p:nvSpPr>
          <p:spPr bwMode="auto">
            <a:xfrm>
              <a:off x="1518705" y="1804342"/>
              <a:ext cx="179973" cy="179973"/>
            </a:xfrm>
            <a:custGeom>
              <a:avLst/>
              <a:gdLst>
                <a:gd name="connsiteX0" fmla="*/ 221853 w 338138"/>
                <a:gd name="connsiteY0" fmla="*/ 169862 h 338138"/>
                <a:gd name="connsiteX1" fmla="*/ 243284 w 338138"/>
                <a:gd name="connsiteY1" fmla="*/ 169862 h 338138"/>
                <a:gd name="connsiteX2" fmla="*/ 254000 w 338138"/>
                <a:gd name="connsiteY2" fmla="*/ 180379 h 338138"/>
                <a:gd name="connsiteX3" fmla="*/ 254000 w 338138"/>
                <a:gd name="connsiteY3" fmla="*/ 243483 h 338138"/>
                <a:gd name="connsiteX4" fmla="*/ 243284 w 338138"/>
                <a:gd name="connsiteY4" fmla="*/ 254000 h 338138"/>
                <a:gd name="connsiteX5" fmla="*/ 221853 w 338138"/>
                <a:gd name="connsiteY5" fmla="*/ 254000 h 338138"/>
                <a:gd name="connsiteX6" fmla="*/ 211137 w 338138"/>
                <a:gd name="connsiteY6" fmla="*/ 243483 h 338138"/>
                <a:gd name="connsiteX7" fmla="*/ 211137 w 338138"/>
                <a:gd name="connsiteY7" fmla="*/ 180379 h 338138"/>
                <a:gd name="connsiteX8" fmla="*/ 221853 w 338138"/>
                <a:gd name="connsiteY8" fmla="*/ 169862 h 338138"/>
                <a:gd name="connsiteX9" fmla="*/ 94853 w 338138"/>
                <a:gd name="connsiteY9" fmla="*/ 127000 h 338138"/>
                <a:gd name="connsiteX10" fmla="*/ 116284 w 338138"/>
                <a:gd name="connsiteY10" fmla="*/ 127000 h 338138"/>
                <a:gd name="connsiteX11" fmla="*/ 127000 w 338138"/>
                <a:gd name="connsiteY11" fmla="*/ 137583 h 338138"/>
                <a:gd name="connsiteX12" fmla="*/ 127000 w 338138"/>
                <a:gd name="connsiteY12" fmla="*/ 243417 h 338138"/>
                <a:gd name="connsiteX13" fmla="*/ 116284 w 338138"/>
                <a:gd name="connsiteY13" fmla="*/ 254000 h 338138"/>
                <a:gd name="connsiteX14" fmla="*/ 94853 w 338138"/>
                <a:gd name="connsiteY14" fmla="*/ 254000 h 338138"/>
                <a:gd name="connsiteX15" fmla="*/ 84137 w 338138"/>
                <a:gd name="connsiteY15" fmla="*/ 243417 h 338138"/>
                <a:gd name="connsiteX16" fmla="*/ 84137 w 338138"/>
                <a:gd name="connsiteY16" fmla="*/ 137583 h 338138"/>
                <a:gd name="connsiteX17" fmla="*/ 94853 w 338138"/>
                <a:gd name="connsiteY17" fmla="*/ 127000 h 338138"/>
                <a:gd name="connsiteX18" fmla="*/ 285353 w 338138"/>
                <a:gd name="connsiteY18" fmla="*/ 85725 h 338138"/>
                <a:gd name="connsiteX19" fmla="*/ 306784 w 338138"/>
                <a:gd name="connsiteY19" fmla="*/ 85725 h 338138"/>
                <a:gd name="connsiteX20" fmla="*/ 317500 w 338138"/>
                <a:gd name="connsiteY20" fmla="*/ 96242 h 338138"/>
                <a:gd name="connsiteX21" fmla="*/ 317500 w 338138"/>
                <a:gd name="connsiteY21" fmla="*/ 243483 h 338138"/>
                <a:gd name="connsiteX22" fmla="*/ 306784 w 338138"/>
                <a:gd name="connsiteY22" fmla="*/ 254000 h 338138"/>
                <a:gd name="connsiteX23" fmla="*/ 285353 w 338138"/>
                <a:gd name="connsiteY23" fmla="*/ 254000 h 338138"/>
                <a:gd name="connsiteX24" fmla="*/ 274637 w 338138"/>
                <a:gd name="connsiteY24" fmla="*/ 243483 h 338138"/>
                <a:gd name="connsiteX25" fmla="*/ 274637 w 338138"/>
                <a:gd name="connsiteY25" fmla="*/ 96242 h 338138"/>
                <a:gd name="connsiteX26" fmla="*/ 285353 w 338138"/>
                <a:gd name="connsiteY26" fmla="*/ 85725 h 338138"/>
                <a:gd name="connsiteX27" fmla="*/ 158353 w 338138"/>
                <a:gd name="connsiteY27" fmla="*/ 42862 h 338138"/>
                <a:gd name="connsiteX28" fmla="*/ 179784 w 338138"/>
                <a:gd name="connsiteY28" fmla="*/ 42862 h 338138"/>
                <a:gd name="connsiteX29" fmla="*/ 190500 w 338138"/>
                <a:gd name="connsiteY29" fmla="*/ 53419 h 338138"/>
                <a:gd name="connsiteX30" fmla="*/ 190500 w 338138"/>
                <a:gd name="connsiteY30" fmla="*/ 243443 h 338138"/>
                <a:gd name="connsiteX31" fmla="*/ 179784 w 338138"/>
                <a:gd name="connsiteY31" fmla="*/ 254000 h 338138"/>
                <a:gd name="connsiteX32" fmla="*/ 158353 w 338138"/>
                <a:gd name="connsiteY32" fmla="*/ 254000 h 338138"/>
                <a:gd name="connsiteX33" fmla="*/ 147637 w 338138"/>
                <a:gd name="connsiteY33" fmla="*/ 243443 h 338138"/>
                <a:gd name="connsiteX34" fmla="*/ 147637 w 338138"/>
                <a:gd name="connsiteY34" fmla="*/ 53419 h 338138"/>
                <a:gd name="connsiteX35" fmla="*/ 158353 w 338138"/>
                <a:gd name="connsiteY35" fmla="*/ 42862 h 338138"/>
                <a:gd name="connsiteX36" fmla="*/ 0 w 338138"/>
                <a:gd name="connsiteY36" fmla="*/ 0 h 338138"/>
                <a:gd name="connsiteX37" fmla="*/ 42267 w 338138"/>
                <a:gd name="connsiteY37" fmla="*/ 0 h 338138"/>
                <a:gd name="connsiteX38" fmla="*/ 42267 w 338138"/>
                <a:gd name="connsiteY38" fmla="*/ 295871 h 338138"/>
                <a:gd name="connsiteX39" fmla="*/ 338138 w 338138"/>
                <a:gd name="connsiteY39" fmla="*/ 295871 h 338138"/>
                <a:gd name="connsiteX40" fmla="*/ 338138 w 338138"/>
                <a:gd name="connsiteY40" fmla="*/ 338138 h 338138"/>
                <a:gd name="connsiteX41" fmla="*/ 21133 w 338138"/>
                <a:gd name="connsiteY41" fmla="*/ 338138 h 338138"/>
                <a:gd name="connsiteX42" fmla="*/ 0 w 338138"/>
                <a:gd name="connsiteY42" fmla="*/ 317005 h 338138"/>
                <a:gd name="connsiteX43" fmla="*/ 0 w 338138"/>
                <a:gd name="connsiteY43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38138" h="338138">
                  <a:moveTo>
                    <a:pt x="221853" y="169862"/>
                  </a:moveTo>
                  <a:cubicBezTo>
                    <a:pt x="221853" y="169862"/>
                    <a:pt x="221853" y="169862"/>
                    <a:pt x="243284" y="169862"/>
                  </a:cubicBezTo>
                  <a:cubicBezTo>
                    <a:pt x="248642" y="169862"/>
                    <a:pt x="254000" y="175121"/>
                    <a:pt x="254000" y="180379"/>
                  </a:cubicBezTo>
                  <a:cubicBezTo>
                    <a:pt x="254000" y="180379"/>
                    <a:pt x="254000" y="180379"/>
                    <a:pt x="254000" y="243483"/>
                  </a:cubicBezTo>
                  <a:cubicBezTo>
                    <a:pt x="254000" y="248742"/>
                    <a:pt x="248642" y="254000"/>
                    <a:pt x="243284" y="254000"/>
                  </a:cubicBezTo>
                  <a:cubicBezTo>
                    <a:pt x="243284" y="254000"/>
                    <a:pt x="243284" y="254000"/>
                    <a:pt x="221853" y="254000"/>
                  </a:cubicBezTo>
                  <a:cubicBezTo>
                    <a:pt x="216495" y="254000"/>
                    <a:pt x="211137" y="248742"/>
                    <a:pt x="211137" y="243483"/>
                  </a:cubicBezTo>
                  <a:cubicBezTo>
                    <a:pt x="211137" y="243483"/>
                    <a:pt x="211137" y="243483"/>
                    <a:pt x="211137" y="180379"/>
                  </a:cubicBezTo>
                  <a:cubicBezTo>
                    <a:pt x="211137" y="175121"/>
                    <a:pt x="216495" y="169862"/>
                    <a:pt x="221853" y="169862"/>
                  </a:cubicBezTo>
                  <a:close/>
                  <a:moveTo>
                    <a:pt x="94853" y="127000"/>
                  </a:moveTo>
                  <a:cubicBezTo>
                    <a:pt x="94853" y="127000"/>
                    <a:pt x="94853" y="127000"/>
                    <a:pt x="116284" y="127000"/>
                  </a:cubicBezTo>
                  <a:cubicBezTo>
                    <a:pt x="121642" y="127000"/>
                    <a:pt x="127000" y="132292"/>
                    <a:pt x="127000" y="137583"/>
                  </a:cubicBezTo>
                  <a:cubicBezTo>
                    <a:pt x="127000" y="137583"/>
                    <a:pt x="127000" y="137583"/>
                    <a:pt x="127000" y="243417"/>
                  </a:cubicBezTo>
                  <a:cubicBezTo>
                    <a:pt x="127000" y="248708"/>
                    <a:pt x="121642" y="254000"/>
                    <a:pt x="116284" y="254000"/>
                  </a:cubicBezTo>
                  <a:cubicBezTo>
                    <a:pt x="116284" y="254000"/>
                    <a:pt x="116284" y="254000"/>
                    <a:pt x="94853" y="254000"/>
                  </a:cubicBezTo>
                  <a:cubicBezTo>
                    <a:pt x="89495" y="254000"/>
                    <a:pt x="84137" y="248708"/>
                    <a:pt x="84137" y="243417"/>
                  </a:cubicBezTo>
                  <a:cubicBezTo>
                    <a:pt x="84137" y="243417"/>
                    <a:pt x="84137" y="243417"/>
                    <a:pt x="84137" y="137583"/>
                  </a:cubicBezTo>
                  <a:cubicBezTo>
                    <a:pt x="84137" y="132292"/>
                    <a:pt x="89495" y="127000"/>
                    <a:pt x="94853" y="127000"/>
                  </a:cubicBezTo>
                  <a:close/>
                  <a:moveTo>
                    <a:pt x="285353" y="85725"/>
                  </a:moveTo>
                  <a:cubicBezTo>
                    <a:pt x="285353" y="85725"/>
                    <a:pt x="285353" y="85725"/>
                    <a:pt x="306784" y="85725"/>
                  </a:cubicBezTo>
                  <a:cubicBezTo>
                    <a:pt x="312142" y="85725"/>
                    <a:pt x="317500" y="90984"/>
                    <a:pt x="317500" y="96242"/>
                  </a:cubicBezTo>
                  <a:cubicBezTo>
                    <a:pt x="317500" y="96242"/>
                    <a:pt x="317500" y="96242"/>
                    <a:pt x="317500" y="243483"/>
                  </a:cubicBezTo>
                  <a:cubicBezTo>
                    <a:pt x="317500" y="248742"/>
                    <a:pt x="312142" y="254000"/>
                    <a:pt x="306784" y="254000"/>
                  </a:cubicBezTo>
                  <a:cubicBezTo>
                    <a:pt x="306784" y="254000"/>
                    <a:pt x="306784" y="254000"/>
                    <a:pt x="285353" y="254000"/>
                  </a:cubicBezTo>
                  <a:cubicBezTo>
                    <a:pt x="279995" y="254000"/>
                    <a:pt x="274637" y="248742"/>
                    <a:pt x="274637" y="243483"/>
                  </a:cubicBezTo>
                  <a:cubicBezTo>
                    <a:pt x="274637" y="243483"/>
                    <a:pt x="274637" y="243483"/>
                    <a:pt x="274637" y="96242"/>
                  </a:cubicBezTo>
                  <a:cubicBezTo>
                    <a:pt x="274637" y="90984"/>
                    <a:pt x="279995" y="85725"/>
                    <a:pt x="285353" y="85725"/>
                  </a:cubicBezTo>
                  <a:close/>
                  <a:moveTo>
                    <a:pt x="158353" y="42862"/>
                  </a:moveTo>
                  <a:cubicBezTo>
                    <a:pt x="158353" y="42862"/>
                    <a:pt x="158353" y="42862"/>
                    <a:pt x="179784" y="42862"/>
                  </a:cubicBezTo>
                  <a:cubicBezTo>
                    <a:pt x="185142" y="42862"/>
                    <a:pt x="190500" y="48140"/>
                    <a:pt x="190500" y="53419"/>
                  </a:cubicBezTo>
                  <a:cubicBezTo>
                    <a:pt x="190500" y="53419"/>
                    <a:pt x="190500" y="53419"/>
                    <a:pt x="190500" y="243443"/>
                  </a:cubicBezTo>
                  <a:cubicBezTo>
                    <a:pt x="190500" y="248722"/>
                    <a:pt x="185142" y="254000"/>
                    <a:pt x="179784" y="254000"/>
                  </a:cubicBezTo>
                  <a:cubicBezTo>
                    <a:pt x="179784" y="254000"/>
                    <a:pt x="179784" y="254000"/>
                    <a:pt x="158353" y="254000"/>
                  </a:cubicBezTo>
                  <a:cubicBezTo>
                    <a:pt x="152995" y="254000"/>
                    <a:pt x="147637" y="248722"/>
                    <a:pt x="147637" y="243443"/>
                  </a:cubicBezTo>
                  <a:cubicBezTo>
                    <a:pt x="147637" y="243443"/>
                    <a:pt x="147637" y="243443"/>
                    <a:pt x="147637" y="53419"/>
                  </a:cubicBezTo>
                  <a:cubicBezTo>
                    <a:pt x="147637" y="48140"/>
                    <a:pt x="152995" y="42862"/>
                    <a:pt x="158353" y="42862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42267" y="0"/>
                  </a:cubicBezTo>
                  <a:cubicBezTo>
                    <a:pt x="42267" y="0"/>
                    <a:pt x="42267" y="0"/>
                    <a:pt x="42267" y="295871"/>
                  </a:cubicBezTo>
                  <a:lnTo>
                    <a:pt x="338138" y="295871"/>
                  </a:lnTo>
                  <a:cubicBezTo>
                    <a:pt x="338138" y="295871"/>
                    <a:pt x="338138" y="295871"/>
                    <a:pt x="338138" y="338138"/>
                  </a:cubicBezTo>
                  <a:cubicBezTo>
                    <a:pt x="338138" y="338138"/>
                    <a:pt x="338138" y="338138"/>
                    <a:pt x="21133" y="338138"/>
                  </a:cubicBezTo>
                  <a:cubicBezTo>
                    <a:pt x="9246" y="338138"/>
                    <a:pt x="0" y="328892"/>
                    <a:pt x="0" y="317005"/>
                  </a:cubicBezTo>
                  <a:cubicBezTo>
                    <a:pt x="0" y="317005"/>
                    <a:pt x="0" y="317005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algn="ctr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8507726" y="1781570"/>
            <a:ext cx="3011174" cy="3802750"/>
            <a:chOff x="8507726" y="1781570"/>
            <a:chExt cx="3011174" cy="3802750"/>
          </a:xfrm>
        </p:grpSpPr>
        <p:grpSp>
          <p:nvGrpSpPr>
            <p:cNvPr id="17" name="组合 16"/>
            <p:cNvGrpSpPr/>
            <p:nvPr/>
          </p:nvGrpSpPr>
          <p:grpSpPr>
            <a:xfrm>
              <a:off x="8507726" y="1781570"/>
              <a:ext cx="3011174" cy="1017430"/>
              <a:chOff x="8661000" y="1781570"/>
              <a:chExt cx="2295000" cy="1017430"/>
            </a:xfrm>
          </p:grpSpPr>
          <p:sp>
            <p:nvSpPr>
              <p:cNvPr id="24" name="Shape 1448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ym typeface="Calibri" panose="020F0502020204030204"/>
                  </a:rPr>
                  <a:t>Text here</a:t>
                </a:r>
                <a:endParaRPr lang="de-DE" sz="2000" b="1" dirty="0">
                  <a:sym typeface="Calibri" panose="020F0502020204030204"/>
                </a:endParaRPr>
              </a:p>
            </p:txBody>
          </p:sp>
          <p:sp>
            <p:nvSpPr>
              <p:cNvPr id="25" name="Shape 1450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8507726" y="3174230"/>
              <a:ext cx="3011174" cy="1017430"/>
              <a:chOff x="8661000" y="1781570"/>
              <a:chExt cx="2295000" cy="1017430"/>
            </a:xfrm>
          </p:grpSpPr>
          <p:sp>
            <p:nvSpPr>
              <p:cNvPr id="22" name="Shape 1448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ym typeface="Calibri" panose="020F0502020204030204"/>
                  </a:rPr>
                  <a:t>Text here</a:t>
                </a:r>
                <a:endParaRPr lang="de-DE" sz="2000" b="1" dirty="0">
                  <a:sym typeface="Calibri" panose="020F0502020204030204"/>
                </a:endParaRPr>
              </a:p>
            </p:txBody>
          </p:sp>
          <p:sp>
            <p:nvSpPr>
              <p:cNvPr id="23" name="Shape 1450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8507726" y="4566890"/>
              <a:ext cx="3011174" cy="1017430"/>
              <a:chOff x="8661000" y="1781570"/>
              <a:chExt cx="2295000" cy="1017430"/>
            </a:xfrm>
          </p:grpSpPr>
          <p:sp>
            <p:nvSpPr>
              <p:cNvPr id="20" name="Shape 1448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ym typeface="Calibri" panose="020F0502020204030204"/>
                  </a:rPr>
                  <a:t>Text here</a:t>
                </a:r>
                <a:endParaRPr lang="de-DE" sz="2000" b="1" dirty="0">
                  <a:sym typeface="Calibri" panose="020F0502020204030204"/>
                </a:endParaRPr>
              </a:p>
            </p:txBody>
          </p:sp>
          <p:sp>
            <p:nvSpPr>
              <p:cNvPr id="21" name="Shape 1450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26" name="iśļíde"/>
          <p:cNvGrpSpPr/>
          <p:nvPr/>
        </p:nvGrpSpPr>
        <p:grpSpPr>
          <a:xfrm>
            <a:off x="5229322" y="3168376"/>
            <a:ext cx="865884" cy="865884"/>
            <a:chOff x="1363763" y="1653267"/>
            <a:chExt cx="489858" cy="489858"/>
          </a:xfrm>
        </p:grpSpPr>
        <p:sp>
          <p:nvSpPr>
            <p:cNvPr id="27" name="îŝľïḓe"/>
            <p:cNvSpPr/>
            <p:nvPr/>
          </p:nvSpPr>
          <p:spPr>
            <a:xfrm>
              <a:off x="1363763" y="1653267"/>
              <a:ext cx="489858" cy="4898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anchor="ctr"/>
            <a:lstStyle/>
            <a:p>
              <a:pPr algn="ctr"/>
            </a:p>
          </p:txBody>
        </p:sp>
        <p:sp>
          <p:nvSpPr>
            <p:cNvPr id="28" name="iSļiḋè"/>
            <p:cNvSpPr/>
            <p:nvPr/>
          </p:nvSpPr>
          <p:spPr bwMode="auto">
            <a:xfrm>
              <a:off x="1518705" y="1804342"/>
              <a:ext cx="179973" cy="179973"/>
            </a:xfrm>
            <a:custGeom>
              <a:avLst/>
              <a:gdLst>
                <a:gd name="connsiteX0" fmla="*/ 221853 w 338138"/>
                <a:gd name="connsiteY0" fmla="*/ 169862 h 338138"/>
                <a:gd name="connsiteX1" fmla="*/ 243284 w 338138"/>
                <a:gd name="connsiteY1" fmla="*/ 169862 h 338138"/>
                <a:gd name="connsiteX2" fmla="*/ 254000 w 338138"/>
                <a:gd name="connsiteY2" fmla="*/ 180379 h 338138"/>
                <a:gd name="connsiteX3" fmla="*/ 254000 w 338138"/>
                <a:gd name="connsiteY3" fmla="*/ 243483 h 338138"/>
                <a:gd name="connsiteX4" fmla="*/ 243284 w 338138"/>
                <a:gd name="connsiteY4" fmla="*/ 254000 h 338138"/>
                <a:gd name="connsiteX5" fmla="*/ 221853 w 338138"/>
                <a:gd name="connsiteY5" fmla="*/ 254000 h 338138"/>
                <a:gd name="connsiteX6" fmla="*/ 211137 w 338138"/>
                <a:gd name="connsiteY6" fmla="*/ 243483 h 338138"/>
                <a:gd name="connsiteX7" fmla="*/ 211137 w 338138"/>
                <a:gd name="connsiteY7" fmla="*/ 180379 h 338138"/>
                <a:gd name="connsiteX8" fmla="*/ 221853 w 338138"/>
                <a:gd name="connsiteY8" fmla="*/ 169862 h 338138"/>
                <a:gd name="connsiteX9" fmla="*/ 94853 w 338138"/>
                <a:gd name="connsiteY9" fmla="*/ 127000 h 338138"/>
                <a:gd name="connsiteX10" fmla="*/ 116284 w 338138"/>
                <a:gd name="connsiteY10" fmla="*/ 127000 h 338138"/>
                <a:gd name="connsiteX11" fmla="*/ 127000 w 338138"/>
                <a:gd name="connsiteY11" fmla="*/ 137583 h 338138"/>
                <a:gd name="connsiteX12" fmla="*/ 127000 w 338138"/>
                <a:gd name="connsiteY12" fmla="*/ 243417 h 338138"/>
                <a:gd name="connsiteX13" fmla="*/ 116284 w 338138"/>
                <a:gd name="connsiteY13" fmla="*/ 254000 h 338138"/>
                <a:gd name="connsiteX14" fmla="*/ 94853 w 338138"/>
                <a:gd name="connsiteY14" fmla="*/ 254000 h 338138"/>
                <a:gd name="connsiteX15" fmla="*/ 84137 w 338138"/>
                <a:gd name="connsiteY15" fmla="*/ 243417 h 338138"/>
                <a:gd name="connsiteX16" fmla="*/ 84137 w 338138"/>
                <a:gd name="connsiteY16" fmla="*/ 137583 h 338138"/>
                <a:gd name="connsiteX17" fmla="*/ 94853 w 338138"/>
                <a:gd name="connsiteY17" fmla="*/ 127000 h 338138"/>
                <a:gd name="connsiteX18" fmla="*/ 285353 w 338138"/>
                <a:gd name="connsiteY18" fmla="*/ 85725 h 338138"/>
                <a:gd name="connsiteX19" fmla="*/ 306784 w 338138"/>
                <a:gd name="connsiteY19" fmla="*/ 85725 h 338138"/>
                <a:gd name="connsiteX20" fmla="*/ 317500 w 338138"/>
                <a:gd name="connsiteY20" fmla="*/ 96242 h 338138"/>
                <a:gd name="connsiteX21" fmla="*/ 317500 w 338138"/>
                <a:gd name="connsiteY21" fmla="*/ 243483 h 338138"/>
                <a:gd name="connsiteX22" fmla="*/ 306784 w 338138"/>
                <a:gd name="connsiteY22" fmla="*/ 254000 h 338138"/>
                <a:gd name="connsiteX23" fmla="*/ 285353 w 338138"/>
                <a:gd name="connsiteY23" fmla="*/ 254000 h 338138"/>
                <a:gd name="connsiteX24" fmla="*/ 274637 w 338138"/>
                <a:gd name="connsiteY24" fmla="*/ 243483 h 338138"/>
                <a:gd name="connsiteX25" fmla="*/ 274637 w 338138"/>
                <a:gd name="connsiteY25" fmla="*/ 96242 h 338138"/>
                <a:gd name="connsiteX26" fmla="*/ 285353 w 338138"/>
                <a:gd name="connsiteY26" fmla="*/ 85725 h 338138"/>
                <a:gd name="connsiteX27" fmla="*/ 158353 w 338138"/>
                <a:gd name="connsiteY27" fmla="*/ 42862 h 338138"/>
                <a:gd name="connsiteX28" fmla="*/ 179784 w 338138"/>
                <a:gd name="connsiteY28" fmla="*/ 42862 h 338138"/>
                <a:gd name="connsiteX29" fmla="*/ 190500 w 338138"/>
                <a:gd name="connsiteY29" fmla="*/ 53419 h 338138"/>
                <a:gd name="connsiteX30" fmla="*/ 190500 w 338138"/>
                <a:gd name="connsiteY30" fmla="*/ 243443 h 338138"/>
                <a:gd name="connsiteX31" fmla="*/ 179784 w 338138"/>
                <a:gd name="connsiteY31" fmla="*/ 254000 h 338138"/>
                <a:gd name="connsiteX32" fmla="*/ 158353 w 338138"/>
                <a:gd name="connsiteY32" fmla="*/ 254000 h 338138"/>
                <a:gd name="connsiteX33" fmla="*/ 147637 w 338138"/>
                <a:gd name="connsiteY33" fmla="*/ 243443 h 338138"/>
                <a:gd name="connsiteX34" fmla="*/ 147637 w 338138"/>
                <a:gd name="connsiteY34" fmla="*/ 53419 h 338138"/>
                <a:gd name="connsiteX35" fmla="*/ 158353 w 338138"/>
                <a:gd name="connsiteY35" fmla="*/ 42862 h 338138"/>
                <a:gd name="connsiteX36" fmla="*/ 0 w 338138"/>
                <a:gd name="connsiteY36" fmla="*/ 0 h 338138"/>
                <a:gd name="connsiteX37" fmla="*/ 42267 w 338138"/>
                <a:gd name="connsiteY37" fmla="*/ 0 h 338138"/>
                <a:gd name="connsiteX38" fmla="*/ 42267 w 338138"/>
                <a:gd name="connsiteY38" fmla="*/ 295871 h 338138"/>
                <a:gd name="connsiteX39" fmla="*/ 338138 w 338138"/>
                <a:gd name="connsiteY39" fmla="*/ 295871 h 338138"/>
                <a:gd name="connsiteX40" fmla="*/ 338138 w 338138"/>
                <a:gd name="connsiteY40" fmla="*/ 338138 h 338138"/>
                <a:gd name="connsiteX41" fmla="*/ 21133 w 338138"/>
                <a:gd name="connsiteY41" fmla="*/ 338138 h 338138"/>
                <a:gd name="connsiteX42" fmla="*/ 0 w 338138"/>
                <a:gd name="connsiteY42" fmla="*/ 317005 h 338138"/>
                <a:gd name="connsiteX43" fmla="*/ 0 w 338138"/>
                <a:gd name="connsiteY43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338138" h="338138">
                  <a:moveTo>
                    <a:pt x="221853" y="169862"/>
                  </a:moveTo>
                  <a:cubicBezTo>
                    <a:pt x="221853" y="169862"/>
                    <a:pt x="221853" y="169862"/>
                    <a:pt x="243284" y="169862"/>
                  </a:cubicBezTo>
                  <a:cubicBezTo>
                    <a:pt x="248642" y="169862"/>
                    <a:pt x="254000" y="175121"/>
                    <a:pt x="254000" y="180379"/>
                  </a:cubicBezTo>
                  <a:cubicBezTo>
                    <a:pt x="254000" y="180379"/>
                    <a:pt x="254000" y="180379"/>
                    <a:pt x="254000" y="243483"/>
                  </a:cubicBezTo>
                  <a:cubicBezTo>
                    <a:pt x="254000" y="248742"/>
                    <a:pt x="248642" y="254000"/>
                    <a:pt x="243284" y="254000"/>
                  </a:cubicBezTo>
                  <a:cubicBezTo>
                    <a:pt x="243284" y="254000"/>
                    <a:pt x="243284" y="254000"/>
                    <a:pt x="221853" y="254000"/>
                  </a:cubicBezTo>
                  <a:cubicBezTo>
                    <a:pt x="216495" y="254000"/>
                    <a:pt x="211137" y="248742"/>
                    <a:pt x="211137" y="243483"/>
                  </a:cubicBezTo>
                  <a:cubicBezTo>
                    <a:pt x="211137" y="243483"/>
                    <a:pt x="211137" y="243483"/>
                    <a:pt x="211137" y="180379"/>
                  </a:cubicBezTo>
                  <a:cubicBezTo>
                    <a:pt x="211137" y="175121"/>
                    <a:pt x="216495" y="169862"/>
                    <a:pt x="221853" y="169862"/>
                  </a:cubicBezTo>
                  <a:close/>
                  <a:moveTo>
                    <a:pt x="94853" y="127000"/>
                  </a:moveTo>
                  <a:cubicBezTo>
                    <a:pt x="94853" y="127000"/>
                    <a:pt x="94853" y="127000"/>
                    <a:pt x="116284" y="127000"/>
                  </a:cubicBezTo>
                  <a:cubicBezTo>
                    <a:pt x="121642" y="127000"/>
                    <a:pt x="127000" y="132292"/>
                    <a:pt x="127000" y="137583"/>
                  </a:cubicBezTo>
                  <a:cubicBezTo>
                    <a:pt x="127000" y="137583"/>
                    <a:pt x="127000" y="137583"/>
                    <a:pt x="127000" y="243417"/>
                  </a:cubicBezTo>
                  <a:cubicBezTo>
                    <a:pt x="127000" y="248708"/>
                    <a:pt x="121642" y="254000"/>
                    <a:pt x="116284" y="254000"/>
                  </a:cubicBezTo>
                  <a:cubicBezTo>
                    <a:pt x="116284" y="254000"/>
                    <a:pt x="116284" y="254000"/>
                    <a:pt x="94853" y="254000"/>
                  </a:cubicBezTo>
                  <a:cubicBezTo>
                    <a:pt x="89495" y="254000"/>
                    <a:pt x="84137" y="248708"/>
                    <a:pt x="84137" y="243417"/>
                  </a:cubicBezTo>
                  <a:cubicBezTo>
                    <a:pt x="84137" y="243417"/>
                    <a:pt x="84137" y="243417"/>
                    <a:pt x="84137" y="137583"/>
                  </a:cubicBezTo>
                  <a:cubicBezTo>
                    <a:pt x="84137" y="132292"/>
                    <a:pt x="89495" y="127000"/>
                    <a:pt x="94853" y="127000"/>
                  </a:cubicBezTo>
                  <a:close/>
                  <a:moveTo>
                    <a:pt x="285353" y="85725"/>
                  </a:moveTo>
                  <a:cubicBezTo>
                    <a:pt x="285353" y="85725"/>
                    <a:pt x="285353" y="85725"/>
                    <a:pt x="306784" y="85725"/>
                  </a:cubicBezTo>
                  <a:cubicBezTo>
                    <a:pt x="312142" y="85725"/>
                    <a:pt x="317500" y="90984"/>
                    <a:pt x="317500" y="96242"/>
                  </a:cubicBezTo>
                  <a:cubicBezTo>
                    <a:pt x="317500" y="96242"/>
                    <a:pt x="317500" y="96242"/>
                    <a:pt x="317500" y="243483"/>
                  </a:cubicBezTo>
                  <a:cubicBezTo>
                    <a:pt x="317500" y="248742"/>
                    <a:pt x="312142" y="254000"/>
                    <a:pt x="306784" y="254000"/>
                  </a:cubicBezTo>
                  <a:cubicBezTo>
                    <a:pt x="306784" y="254000"/>
                    <a:pt x="306784" y="254000"/>
                    <a:pt x="285353" y="254000"/>
                  </a:cubicBezTo>
                  <a:cubicBezTo>
                    <a:pt x="279995" y="254000"/>
                    <a:pt x="274637" y="248742"/>
                    <a:pt x="274637" y="243483"/>
                  </a:cubicBezTo>
                  <a:cubicBezTo>
                    <a:pt x="274637" y="243483"/>
                    <a:pt x="274637" y="243483"/>
                    <a:pt x="274637" y="96242"/>
                  </a:cubicBezTo>
                  <a:cubicBezTo>
                    <a:pt x="274637" y="90984"/>
                    <a:pt x="279995" y="85725"/>
                    <a:pt x="285353" y="85725"/>
                  </a:cubicBezTo>
                  <a:close/>
                  <a:moveTo>
                    <a:pt x="158353" y="42862"/>
                  </a:moveTo>
                  <a:cubicBezTo>
                    <a:pt x="158353" y="42862"/>
                    <a:pt x="158353" y="42862"/>
                    <a:pt x="179784" y="42862"/>
                  </a:cubicBezTo>
                  <a:cubicBezTo>
                    <a:pt x="185142" y="42862"/>
                    <a:pt x="190500" y="48140"/>
                    <a:pt x="190500" y="53419"/>
                  </a:cubicBezTo>
                  <a:cubicBezTo>
                    <a:pt x="190500" y="53419"/>
                    <a:pt x="190500" y="53419"/>
                    <a:pt x="190500" y="243443"/>
                  </a:cubicBezTo>
                  <a:cubicBezTo>
                    <a:pt x="190500" y="248722"/>
                    <a:pt x="185142" y="254000"/>
                    <a:pt x="179784" y="254000"/>
                  </a:cubicBezTo>
                  <a:cubicBezTo>
                    <a:pt x="179784" y="254000"/>
                    <a:pt x="179784" y="254000"/>
                    <a:pt x="158353" y="254000"/>
                  </a:cubicBezTo>
                  <a:cubicBezTo>
                    <a:pt x="152995" y="254000"/>
                    <a:pt x="147637" y="248722"/>
                    <a:pt x="147637" y="243443"/>
                  </a:cubicBezTo>
                  <a:cubicBezTo>
                    <a:pt x="147637" y="243443"/>
                    <a:pt x="147637" y="243443"/>
                    <a:pt x="147637" y="53419"/>
                  </a:cubicBezTo>
                  <a:cubicBezTo>
                    <a:pt x="147637" y="48140"/>
                    <a:pt x="152995" y="42862"/>
                    <a:pt x="158353" y="42862"/>
                  </a:cubicBezTo>
                  <a:close/>
                  <a:moveTo>
                    <a:pt x="0" y="0"/>
                  </a:moveTo>
                  <a:cubicBezTo>
                    <a:pt x="0" y="0"/>
                    <a:pt x="0" y="0"/>
                    <a:pt x="42267" y="0"/>
                  </a:cubicBezTo>
                  <a:cubicBezTo>
                    <a:pt x="42267" y="0"/>
                    <a:pt x="42267" y="0"/>
                    <a:pt x="42267" y="295871"/>
                  </a:cubicBezTo>
                  <a:lnTo>
                    <a:pt x="338138" y="295871"/>
                  </a:lnTo>
                  <a:cubicBezTo>
                    <a:pt x="338138" y="295871"/>
                    <a:pt x="338138" y="295871"/>
                    <a:pt x="338138" y="338138"/>
                  </a:cubicBezTo>
                  <a:cubicBezTo>
                    <a:pt x="338138" y="338138"/>
                    <a:pt x="338138" y="338138"/>
                    <a:pt x="21133" y="338138"/>
                  </a:cubicBezTo>
                  <a:cubicBezTo>
                    <a:pt x="9246" y="338138"/>
                    <a:pt x="0" y="328892"/>
                    <a:pt x="0" y="317005"/>
                  </a:cubicBezTo>
                  <a:cubicBezTo>
                    <a:pt x="0" y="317005"/>
                    <a:pt x="0" y="31700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algn="ctr"/>
            </a:p>
          </p:txBody>
        </p:sp>
      </p:grpSp>
      <p:cxnSp>
        <p:nvCxnSpPr>
          <p:cNvPr id="29" name="连接符: 肘形 28"/>
          <p:cNvCxnSpPr>
            <a:stCxn id="27" idx="6"/>
            <a:endCxn id="8" idx="2"/>
          </p:cNvCxnSpPr>
          <p:nvPr/>
        </p:nvCxnSpPr>
        <p:spPr>
          <a:xfrm flipV="1">
            <a:off x="6095206" y="2208658"/>
            <a:ext cx="1324696" cy="1392660"/>
          </a:xfrm>
          <a:prstGeom prst="bentConnector3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/>
          <p:cNvCxnSpPr>
            <a:stCxn id="27" idx="6"/>
            <a:endCxn id="14" idx="2"/>
          </p:cNvCxnSpPr>
          <p:nvPr/>
        </p:nvCxnSpPr>
        <p:spPr>
          <a:xfrm>
            <a:off x="6095206" y="3601318"/>
            <a:ext cx="1324696" cy="1392660"/>
          </a:xfrm>
          <a:prstGeom prst="bentConnector3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27" idx="6"/>
            <a:endCxn id="11" idx="2"/>
          </p:cNvCxnSpPr>
          <p:nvPr/>
        </p:nvCxnSpPr>
        <p:spPr>
          <a:xfrm>
            <a:off x="6095206" y="3601318"/>
            <a:ext cx="1324696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3.5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íşľiḋé"/>
          <p:cNvGrpSpPr/>
          <p:nvPr/>
        </p:nvGrpSpPr>
        <p:grpSpPr>
          <a:xfrm>
            <a:off x="4026213" y="1536700"/>
            <a:ext cx="4139574" cy="3784600"/>
            <a:chOff x="1067142" y="1509486"/>
            <a:chExt cx="4513065" cy="4126063"/>
          </a:xfrm>
        </p:grpSpPr>
        <p:grpSp>
          <p:nvGrpSpPr>
            <p:cNvPr id="6" name="iŝ1ïdê"/>
            <p:cNvGrpSpPr/>
            <p:nvPr/>
          </p:nvGrpSpPr>
          <p:grpSpPr>
            <a:xfrm>
              <a:off x="1067142" y="1509486"/>
              <a:ext cx="4513065" cy="4126063"/>
              <a:chOff x="3302342" y="546212"/>
              <a:chExt cx="5843064" cy="5342011"/>
            </a:xfrm>
          </p:grpSpPr>
          <p:sp>
            <p:nvSpPr>
              <p:cNvPr id="12" name="íṥľîdé"/>
              <p:cNvSpPr/>
              <p:nvPr/>
            </p:nvSpPr>
            <p:spPr>
              <a:xfrm rot="18900000" flipH="1">
                <a:off x="6593271" y="1987505"/>
                <a:ext cx="2552135" cy="2552135"/>
              </a:xfrm>
              <a:prstGeom prst="teardrop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algn="ctr"/>
              </a:p>
            </p:txBody>
          </p:sp>
          <p:sp>
            <p:nvSpPr>
              <p:cNvPr id="13" name="iṣ1îḋé"/>
              <p:cNvSpPr/>
              <p:nvPr/>
            </p:nvSpPr>
            <p:spPr>
              <a:xfrm rot="18900000" flipH="1">
                <a:off x="6672493" y="827585"/>
                <a:ext cx="1705474" cy="1705474"/>
              </a:xfrm>
              <a:prstGeom prst="teardrop">
                <a:avLst/>
              </a:prstGeom>
              <a:solidFill>
                <a:schemeClr val="bg1">
                  <a:lumMod val="85000"/>
                </a:schemeClr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algn="ctr"/>
              </a:p>
            </p:txBody>
          </p:sp>
          <p:sp>
            <p:nvSpPr>
              <p:cNvPr id="14" name="ïṧlidê"/>
              <p:cNvSpPr/>
              <p:nvPr/>
            </p:nvSpPr>
            <p:spPr>
              <a:xfrm rot="2700000">
                <a:off x="4294345" y="1229609"/>
                <a:ext cx="2237783" cy="2237783"/>
              </a:xfrm>
              <a:prstGeom prst="teardrop">
                <a:avLst/>
              </a:prstGeom>
              <a:solidFill>
                <a:schemeClr val="accent1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algn="ctr"/>
              </a:p>
            </p:txBody>
          </p:sp>
          <p:sp>
            <p:nvSpPr>
              <p:cNvPr id="15" name="ïSḷïḍê"/>
              <p:cNvSpPr/>
              <p:nvPr/>
            </p:nvSpPr>
            <p:spPr>
              <a:xfrm rot="2700000">
                <a:off x="5254783" y="546212"/>
                <a:ext cx="1285875" cy="1285875"/>
              </a:xfrm>
              <a:prstGeom prst="teardrop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algn="ctr"/>
              </a:p>
            </p:txBody>
          </p:sp>
          <p:sp>
            <p:nvSpPr>
              <p:cNvPr id="16" name="işļíḑé"/>
              <p:cNvSpPr/>
              <p:nvPr/>
            </p:nvSpPr>
            <p:spPr>
              <a:xfrm rot="2700000">
                <a:off x="3302342" y="2718238"/>
                <a:ext cx="3169985" cy="3169985"/>
              </a:xfrm>
              <a:prstGeom prst="teardrop">
                <a:avLst/>
              </a:prstGeom>
              <a:solidFill>
                <a:schemeClr val="bg1">
                  <a:lumMod val="85000"/>
                </a:schemeClr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algn="ctr"/>
              </a:p>
            </p:txBody>
          </p:sp>
        </p:grpSp>
        <p:sp>
          <p:nvSpPr>
            <p:cNvPr id="7" name="íṧ1idé"/>
            <p:cNvSpPr/>
            <p:nvPr/>
          </p:nvSpPr>
          <p:spPr bwMode="auto">
            <a:xfrm>
              <a:off x="2513991" y="2621812"/>
              <a:ext cx="424066" cy="358366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algn="ctr"/>
            </a:p>
          </p:txBody>
        </p:sp>
        <p:sp>
          <p:nvSpPr>
            <p:cNvPr id="8" name="îṥļiḋê"/>
            <p:cNvSpPr/>
            <p:nvPr/>
          </p:nvSpPr>
          <p:spPr bwMode="auto">
            <a:xfrm>
              <a:off x="2816012" y="1763668"/>
              <a:ext cx="511496" cy="432251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algn="ctr"/>
            </a:p>
          </p:txBody>
        </p:sp>
        <p:sp>
          <p:nvSpPr>
            <p:cNvPr id="9" name="íŝļiḋê"/>
            <p:cNvSpPr/>
            <p:nvPr/>
          </p:nvSpPr>
          <p:spPr bwMode="auto">
            <a:xfrm>
              <a:off x="4089576" y="2192590"/>
              <a:ext cx="456434" cy="385719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algn="ctr"/>
            </a:p>
          </p:txBody>
        </p:sp>
        <p:sp>
          <p:nvSpPr>
            <p:cNvPr id="10" name="iṥlïḓê"/>
            <p:cNvSpPr/>
            <p:nvPr/>
          </p:nvSpPr>
          <p:spPr bwMode="auto">
            <a:xfrm>
              <a:off x="1796641" y="3892058"/>
              <a:ext cx="1081612" cy="914040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lIns="91440" tIns="45720" rIns="91440" bIns="45720" anchor="ctr"/>
            <a:lstStyle/>
            <a:p>
              <a:pPr algn="ctr"/>
            </a:p>
          </p:txBody>
        </p:sp>
        <p:sp>
          <p:nvSpPr>
            <p:cNvPr id="11" name="iṩ1îḑe"/>
            <p:cNvSpPr/>
            <p:nvPr/>
          </p:nvSpPr>
          <p:spPr bwMode="auto">
            <a:xfrm>
              <a:off x="4134802" y="3204305"/>
              <a:ext cx="824111" cy="696433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algn="ctr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507726" y="2427155"/>
            <a:ext cx="3011174" cy="2410090"/>
            <a:chOff x="8507726" y="1781570"/>
            <a:chExt cx="3011174" cy="2410090"/>
          </a:xfrm>
        </p:grpSpPr>
        <p:grpSp>
          <p:nvGrpSpPr>
            <p:cNvPr id="18" name="组合 17"/>
            <p:cNvGrpSpPr/>
            <p:nvPr/>
          </p:nvGrpSpPr>
          <p:grpSpPr>
            <a:xfrm>
              <a:off x="8507726" y="1781570"/>
              <a:ext cx="3011174" cy="1017430"/>
              <a:chOff x="8661000" y="1781570"/>
              <a:chExt cx="2295000" cy="1017430"/>
            </a:xfrm>
          </p:grpSpPr>
          <p:sp>
            <p:nvSpPr>
              <p:cNvPr id="22" name="Shape 1448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normAutofit lnSpcReduction="10000"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ym typeface="Calibri" panose="020F0502020204030204"/>
                  </a:rPr>
                  <a:t>Text here</a:t>
                </a:r>
                <a:endParaRPr lang="de-DE" sz="2000" b="1" dirty="0">
                  <a:sym typeface="Calibri" panose="020F0502020204030204"/>
                </a:endParaRPr>
              </a:p>
            </p:txBody>
          </p:sp>
          <p:sp>
            <p:nvSpPr>
              <p:cNvPr id="23" name="Shape 1450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8507726" y="3174230"/>
              <a:ext cx="3011174" cy="1017430"/>
              <a:chOff x="8661000" y="1781570"/>
              <a:chExt cx="2295000" cy="1017430"/>
            </a:xfrm>
          </p:grpSpPr>
          <p:sp>
            <p:nvSpPr>
              <p:cNvPr id="20" name="Shape 1448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normAutofit lnSpcReduction="10000"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ym typeface="Calibri" panose="020F0502020204030204"/>
                  </a:rPr>
                  <a:t>Text here</a:t>
                </a:r>
                <a:endParaRPr lang="de-DE" sz="2000" b="1" dirty="0">
                  <a:sym typeface="Calibri" panose="020F0502020204030204"/>
                </a:endParaRPr>
              </a:p>
            </p:txBody>
          </p:sp>
          <p:sp>
            <p:nvSpPr>
              <p:cNvPr id="21" name="Shape 1450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660400" y="1730825"/>
            <a:ext cx="3011174" cy="3802750"/>
            <a:chOff x="8507726" y="1781570"/>
            <a:chExt cx="3011174" cy="3802750"/>
          </a:xfrm>
        </p:grpSpPr>
        <p:grpSp>
          <p:nvGrpSpPr>
            <p:cNvPr id="25" name="组合 24"/>
            <p:cNvGrpSpPr/>
            <p:nvPr/>
          </p:nvGrpSpPr>
          <p:grpSpPr>
            <a:xfrm>
              <a:off x="8507726" y="1781570"/>
              <a:ext cx="3011174" cy="1017430"/>
              <a:chOff x="8661000" y="1781570"/>
              <a:chExt cx="2295000" cy="1017430"/>
            </a:xfrm>
          </p:grpSpPr>
          <p:sp>
            <p:nvSpPr>
              <p:cNvPr id="32" name="Shape 1448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normAutofit lnSpcReduction="10000"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ym typeface="Calibri" panose="020F0502020204030204"/>
                  </a:rPr>
                  <a:t>Text here</a:t>
                </a:r>
                <a:endParaRPr lang="de-DE" sz="2000" b="1" dirty="0">
                  <a:sym typeface="Calibri" panose="020F0502020204030204"/>
                </a:endParaRPr>
              </a:p>
            </p:txBody>
          </p:sp>
          <p:sp>
            <p:nvSpPr>
              <p:cNvPr id="33" name="Shape 1450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8507726" y="3174230"/>
              <a:ext cx="3011174" cy="1017430"/>
              <a:chOff x="8661000" y="1781570"/>
              <a:chExt cx="2295000" cy="1017430"/>
            </a:xfrm>
          </p:grpSpPr>
          <p:sp>
            <p:nvSpPr>
              <p:cNvPr id="30" name="Shape 1448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none" lIns="91440" tIns="45720" rIns="91440" bIns="45720" anchor="ctr" anchorCtr="0">
                <a:normAutofit lnSpcReduction="10000"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olidFill>
                      <a:schemeClr val="bg1"/>
                    </a:solidFill>
                    <a:sym typeface="Calibri" panose="020F0502020204030204"/>
                  </a:rPr>
                  <a:t>Text here</a:t>
                </a:r>
                <a:endParaRPr lang="de-DE" sz="2000" b="1" dirty="0">
                  <a:solidFill>
                    <a:schemeClr val="bg1"/>
                  </a:solidFill>
                  <a:sym typeface="Calibri" panose="020F0502020204030204"/>
                </a:endParaRPr>
              </a:p>
            </p:txBody>
          </p:sp>
          <p:sp>
            <p:nvSpPr>
              <p:cNvPr id="31" name="Shape 1450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507726" y="4566890"/>
              <a:ext cx="3011174" cy="1017430"/>
              <a:chOff x="8661000" y="1781570"/>
              <a:chExt cx="2295000" cy="1017430"/>
            </a:xfrm>
          </p:grpSpPr>
          <p:sp>
            <p:nvSpPr>
              <p:cNvPr id="28" name="Shape 1448"/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ctr" anchorCtr="0">
                <a:normAutofit lnSpcReduction="10000"/>
              </a:bodyPr>
              <a:lstStyle/>
              <a:p>
                <a:pPr>
                  <a:buSzPct val="25000"/>
                </a:pPr>
                <a:r>
                  <a:rPr lang="de-DE" sz="2000" b="1" dirty="0">
                    <a:sym typeface="Calibri" panose="020F0502020204030204"/>
                  </a:rPr>
                  <a:t>Text here</a:t>
                </a:r>
                <a:endParaRPr lang="de-DE" sz="2000" b="1" dirty="0">
                  <a:sym typeface="Calibri" panose="020F0502020204030204"/>
                </a:endParaRPr>
              </a:p>
            </p:txBody>
          </p:sp>
          <p:sp>
            <p:nvSpPr>
              <p:cNvPr id="29" name="Shape 1450"/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buSzPct val="25000"/>
                </a:pPr>
                <a:r>
                  <a:rPr lang="en-US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Copy paste fonts. Choose the only option to retain text.…</a:t>
                </a:r>
                <a:r>
                  <a:rPr lang="de-DE" sz="1200" dirty="0">
                    <a:ea typeface="Calibri" panose="020F0502020204030204"/>
                    <a:cs typeface="Calibri" panose="020F0502020204030204"/>
                    <a:sym typeface="Calibri" panose="020F0502020204030204"/>
                  </a:rPr>
                  <a:t>.</a:t>
                </a:r>
                <a:endParaRPr lang="de-DE" sz="1200" dirty="0"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3.6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4accea54-d903-4ee4-b66a-4d2407fbfcfe" descr="iAoAAB+LCAAAAAAABADdVlFv0zAQ/i8G3gJKCmWobxmoUKGxilSDCe3BS66JkWNXjju1q/rfd07jxlnStZmAB5SX5Pzd+fvus3zZkJd6vQAyIlFOlf7EaKpoPtGQE49MEjISS849cs5EwkT6WcnloiCjX5t9mrvyg+nso+RSXVG+BFNAMM0o332OWkkN7FQxZLAuY4ewCGvVupzPWQyzDHKwmBkTOhRJlNEEEf4bHwUolmZaQFFUgcvb3xBrJ200NKhlkWHNF+Pxu8HZ+zA0xcpt/O3WIxHEUiT/huRrjAy7aA4aNMcD8zRpHmq37fQFEyxf5hWs3PmCrpxQ4O+CLEk4uLCJ0KDu9oYGJla+R1rhBmOpcqpxw42/fVW34QPmGl4TkcAKsyxZ0vC/ImmOXucJMwv7A1YetzppSvHQAnLrUN3Oq9EeCUXKETw4K/XZJu4LozsL+IZoQ6mSakLkpinC8sHSIHRb3tY7yGsGK91PiclwNXQ1/0kJ5Za1gopBg/tR2lNZaCZFP+ZVkkv+CpRmMeUhZ6nIkYDJklpLcwF9kYrdS6Gby6gXdJzh+leARXWaI3aPG84pL8BzjDLCrZwyEASY9x041ezuAOTp5tVVOo9D3Zd+/bSUntXXR8luf/HmKUD/nIKKkc35uiHd3oWPMI4wcw+9tYjrE6pcd1cJnH2a+OqrZVkk1e0u+5hfaMaJjtU1a8Pajf9PjAu6TGlVGR4xzkGcaFx9xXQbV5tw/JL6O5bZEdx3erTtCWPTsmoyO81p/W7sqA36XMuWZXumHNX2p8fjKcNxgv9Gz5uNN/g8ANDkv1iICgAA"/>
          <p:cNvGrpSpPr>
            <a:grpSpLocks noChangeAspect="1"/>
          </p:cNvGrpSpPr>
          <p:nvPr/>
        </p:nvGrpSpPr>
        <p:grpSpPr>
          <a:xfrm>
            <a:off x="3141937" y="2148768"/>
            <a:ext cx="5908127" cy="2560464"/>
            <a:chOff x="3162215" y="2148769"/>
            <a:chExt cx="5908127" cy="2560464"/>
          </a:xfrm>
        </p:grpSpPr>
        <p:sp>
          <p:nvSpPr>
            <p:cNvPr id="6" name="ValueShape11"/>
            <p:cNvSpPr/>
            <p:nvPr/>
          </p:nvSpPr>
          <p:spPr bwMode="auto">
            <a:xfrm>
              <a:off x="4213529" y="2660862"/>
              <a:ext cx="1162032" cy="2048371"/>
            </a:xfrm>
            <a:prstGeom prst="rect">
              <a:avLst/>
            </a:prstGeom>
            <a:noFill/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IconShape"/>
            <p:cNvSpPr/>
            <p:nvPr/>
          </p:nvSpPr>
          <p:spPr bwMode="auto">
            <a:xfrm>
              <a:off x="5668082" y="3861871"/>
              <a:ext cx="560567" cy="303299"/>
            </a:xfrm>
            <a:custGeom>
              <a:avLst/>
              <a:gdLst>
                <a:gd name="T0" fmla="*/ 195 w 226"/>
                <a:gd name="T1" fmla="*/ 51 h 121"/>
                <a:gd name="T2" fmla="*/ 161 w 226"/>
                <a:gd name="T3" fmla="*/ 30 h 121"/>
                <a:gd name="T4" fmla="*/ 151 w 226"/>
                <a:gd name="T5" fmla="*/ 31 h 121"/>
                <a:gd name="T6" fmla="*/ 101 w 226"/>
                <a:gd name="T7" fmla="*/ 0 h 121"/>
                <a:gd name="T8" fmla="*/ 52 w 226"/>
                <a:gd name="T9" fmla="*/ 29 h 121"/>
                <a:gd name="T10" fmla="*/ 46 w 226"/>
                <a:gd name="T11" fmla="*/ 29 h 121"/>
                <a:gd name="T12" fmla="*/ 0 w 226"/>
                <a:gd name="T13" fmla="*/ 75 h 121"/>
                <a:gd name="T14" fmla="*/ 42 w 226"/>
                <a:gd name="T15" fmla="*/ 121 h 121"/>
                <a:gd name="T16" fmla="*/ 45 w 226"/>
                <a:gd name="T17" fmla="*/ 121 h 121"/>
                <a:gd name="T18" fmla="*/ 183 w 226"/>
                <a:gd name="T19" fmla="*/ 121 h 121"/>
                <a:gd name="T20" fmla="*/ 187 w 226"/>
                <a:gd name="T21" fmla="*/ 121 h 121"/>
                <a:gd name="T22" fmla="*/ 191 w 226"/>
                <a:gd name="T23" fmla="*/ 121 h 121"/>
                <a:gd name="T24" fmla="*/ 226 w 226"/>
                <a:gd name="T25" fmla="*/ 86 h 121"/>
                <a:gd name="T26" fmla="*/ 195 w 226"/>
                <a:gd name="T27" fmla="*/ 5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121">
                  <a:moveTo>
                    <a:pt x="195" y="51"/>
                  </a:moveTo>
                  <a:cubicBezTo>
                    <a:pt x="189" y="39"/>
                    <a:pt x="176" y="30"/>
                    <a:pt x="161" y="30"/>
                  </a:cubicBezTo>
                  <a:cubicBezTo>
                    <a:pt x="157" y="30"/>
                    <a:pt x="154" y="30"/>
                    <a:pt x="151" y="31"/>
                  </a:cubicBezTo>
                  <a:cubicBezTo>
                    <a:pt x="142" y="12"/>
                    <a:pt x="123" y="0"/>
                    <a:pt x="101" y="0"/>
                  </a:cubicBezTo>
                  <a:cubicBezTo>
                    <a:pt x="80" y="0"/>
                    <a:pt x="61" y="12"/>
                    <a:pt x="52" y="29"/>
                  </a:cubicBezTo>
                  <a:cubicBezTo>
                    <a:pt x="50" y="29"/>
                    <a:pt x="48" y="29"/>
                    <a:pt x="46" y="29"/>
                  </a:cubicBezTo>
                  <a:cubicBezTo>
                    <a:pt x="21" y="29"/>
                    <a:pt x="0" y="50"/>
                    <a:pt x="0" y="75"/>
                  </a:cubicBezTo>
                  <a:cubicBezTo>
                    <a:pt x="0" y="99"/>
                    <a:pt x="19" y="119"/>
                    <a:pt x="42" y="121"/>
                  </a:cubicBezTo>
                  <a:cubicBezTo>
                    <a:pt x="43" y="121"/>
                    <a:pt x="44" y="121"/>
                    <a:pt x="45" y="121"/>
                  </a:cubicBezTo>
                  <a:cubicBezTo>
                    <a:pt x="183" y="121"/>
                    <a:pt x="183" y="121"/>
                    <a:pt x="183" y="121"/>
                  </a:cubicBezTo>
                  <a:cubicBezTo>
                    <a:pt x="184" y="121"/>
                    <a:pt x="186" y="121"/>
                    <a:pt x="187" y="121"/>
                  </a:cubicBezTo>
                  <a:cubicBezTo>
                    <a:pt x="188" y="121"/>
                    <a:pt x="190" y="121"/>
                    <a:pt x="191" y="121"/>
                  </a:cubicBezTo>
                  <a:cubicBezTo>
                    <a:pt x="211" y="121"/>
                    <a:pt x="226" y="105"/>
                    <a:pt x="226" y="86"/>
                  </a:cubicBezTo>
                  <a:cubicBezTo>
                    <a:pt x="226" y="68"/>
                    <a:pt x="212" y="53"/>
                    <a:pt x="195" y="51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cxnSp>
          <p:nvCxnSpPr>
            <p:cNvPr id="8" name="ExtraShape31"/>
            <p:cNvCxnSpPr/>
            <p:nvPr/>
          </p:nvCxnSpPr>
          <p:spPr>
            <a:xfrm>
              <a:off x="6908938" y="3269289"/>
              <a:ext cx="2098560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CustomText1"/>
            <p:cNvSpPr/>
            <p:nvPr/>
          </p:nvSpPr>
          <p:spPr>
            <a:xfrm>
              <a:off x="6908938" y="3406061"/>
              <a:ext cx="2109582" cy="230181"/>
            </a:xfrm>
            <a:prstGeom prst="rect">
              <a:avLst/>
            </a:prstGeom>
            <a:noFill/>
          </p:spPr>
          <p:txBody>
            <a:bodyPr wrap="none" lIns="0" tIns="0" rIns="0" bIns="0">
              <a:normAutofit fontScale="92500" lnSpcReduction="20000"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</a:rPr>
                <a:t>Supporting text here</a:t>
              </a: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0" name="CustomText2"/>
            <p:cNvSpPr/>
            <p:nvPr/>
          </p:nvSpPr>
          <p:spPr>
            <a:xfrm>
              <a:off x="6798730" y="2781364"/>
              <a:ext cx="2271612" cy="550228"/>
            </a:xfrm>
            <a:prstGeom prst="rect">
              <a:avLst/>
            </a:prstGeom>
            <a:noFill/>
          </p:spPr>
          <p:txBody>
            <a:bodyPr wrap="none" lIns="0" rIns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endParaRPr>
            </a:p>
          </p:txBody>
        </p:sp>
        <p:sp>
          <p:nvSpPr>
            <p:cNvPr id="11" name="ValueText"/>
            <p:cNvSpPr txBox="1"/>
            <p:nvPr/>
          </p:nvSpPr>
          <p:spPr>
            <a:xfrm>
              <a:off x="3162215" y="2507575"/>
              <a:ext cx="408765" cy="306574"/>
            </a:xfrm>
            <a:prstGeom prst="rect">
              <a:avLst/>
            </a:prstGeom>
            <a:noFill/>
          </p:spPr>
          <p:txBody>
            <a:bodyPr wrap="none" anchor="ctr" anchorCtr="0">
              <a:prstTxWarp prst="textPlain">
                <a:avLst/>
              </a:prstTxWarp>
              <a:normAutofit fontScale="25000" lnSpcReduction="20000"/>
            </a:bodyPr>
            <a:lstStyle/>
            <a:p>
              <a:r>
                <a:rPr lang="en-US" sz="600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80%</a:t>
              </a:r>
              <a:endParaRPr lang="en-US" sz="600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12" name="ValueShape"/>
            <p:cNvSpPr/>
            <p:nvPr/>
          </p:nvSpPr>
          <p:spPr bwMode="auto">
            <a:xfrm>
              <a:off x="4213529" y="2148769"/>
              <a:ext cx="1162032" cy="2560463"/>
            </a:xfrm>
            <a:custGeom>
              <a:avLst/>
              <a:gdLst>
                <a:gd name="connsiteX0" fmla="*/ 113233 w 368365"/>
                <a:gd name="connsiteY0" fmla="*/ 765954 h 811669"/>
                <a:gd name="connsiteX1" fmla="*/ 113265 w 368365"/>
                <a:gd name="connsiteY1" fmla="*/ 765987 h 811669"/>
                <a:gd name="connsiteX2" fmla="*/ 111772 w 368365"/>
                <a:gd name="connsiteY2" fmla="*/ 765987 h 811669"/>
                <a:gd name="connsiteX3" fmla="*/ 241864 w 368365"/>
                <a:gd name="connsiteY3" fmla="*/ 759730 h 811669"/>
                <a:gd name="connsiteX4" fmla="*/ 237367 w 368365"/>
                <a:gd name="connsiteY4" fmla="*/ 786442 h 811669"/>
                <a:gd name="connsiteX5" fmla="*/ 226873 w 368365"/>
                <a:gd name="connsiteY5" fmla="*/ 793861 h 811669"/>
                <a:gd name="connsiteX6" fmla="*/ 196891 w 368365"/>
                <a:gd name="connsiteY6" fmla="*/ 811669 h 811669"/>
                <a:gd name="connsiteX7" fmla="*/ 154916 w 368365"/>
                <a:gd name="connsiteY7" fmla="*/ 811669 h 811669"/>
                <a:gd name="connsiteX8" fmla="*/ 126433 w 368365"/>
                <a:gd name="connsiteY8" fmla="*/ 796829 h 811669"/>
                <a:gd name="connsiteX9" fmla="*/ 123435 w 368365"/>
                <a:gd name="connsiteY9" fmla="*/ 793861 h 811669"/>
                <a:gd name="connsiteX10" fmla="*/ 108444 w 368365"/>
                <a:gd name="connsiteY10" fmla="*/ 777538 h 811669"/>
                <a:gd name="connsiteX11" fmla="*/ 241864 w 368365"/>
                <a:gd name="connsiteY11" fmla="*/ 759730 h 811669"/>
                <a:gd name="connsiteX12" fmla="*/ 247652 w 368365"/>
                <a:gd name="connsiteY12" fmla="*/ 725938 h 811669"/>
                <a:gd name="connsiteX13" fmla="*/ 243172 w 368365"/>
                <a:gd name="connsiteY13" fmla="*/ 755604 h 811669"/>
                <a:gd name="connsiteX14" fmla="*/ 137553 w 368365"/>
                <a:gd name="connsiteY14" fmla="*/ 765408 h 811669"/>
                <a:gd name="connsiteX15" fmla="*/ 113233 w 368365"/>
                <a:gd name="connsiteY15" fmla="*/ 765954 h 811669"/>
                <a:gd name="connsiteX16" fmla="*/ 105800 w 368365"/>
                <a:gd name="connsiteY16" fmla="*/ 758385 h 811669"/>
                <a:gd name="connsiteX17" fmla="*/ 102813 w 368365"/>
                <a:gd name="connsiteY17" fmla="*/ 745221 h 811669"/>
                <a:gd name="connsiteX18" fmla="*/ 247652 w 368365"/>
                <a:gd name="connsiteY18" fmla="*/ 725938 h 811669"/>
                <a:gd name="connsiteX19" fmla="*/ 251882 w 368365"/>
                <a:gd name="connsiteY19" fmla="*/ 694650 h 811669"/>
                <a:gd name="connsiteX20" fmla="*/ 247395 w 368365"/>
                <a:gd name="connsiteY20" fmla="*/ 719756 h 811669"/>
                <a:gd name="connsiteX21" fmla="*/ 106782 w 368365"/>
                <a:gd name="connsiteY21" fmla="*/ 731571 h 811669"/>
                <a:gd name="connsiteX22" fmla="*/ 108277 w 368365"/>
                <a:gd name="connsiteY22" fmla="*/ 730094 h 811669"/>
                <a:gd name="connsiteX23" fmla="*/ 97806 w 368365"/>
                <a:gd name="connsiteY23" fmla="*/ 710895 h 811669"/>
                <a:gd name="connsiteX24" fmla="*/ 251882 w 368365"/>
                <a:gd name="connsiteY24" fmla="*/ 694650 h 811669"/>
                <a:gd name="connsiteX25" fmla="*/ 256507 w 368365"/>
                <a:gd name="connsiteY25" fmla="*/ 670871 h 811669"/>
                <a:gd name="connsiteX26" fmla="*/ 244538 w 368365"/>
                <a:gd name="connsiteY26" fmla="*/ 689988 h 811669"/>
                <a:gd name="connsiteX27" fmla="*/ 106892 w 368365"/>
                <a:gd name="connsiteY27" fmla="*/ 698812 h 811669"/>
                <a:gd name="connsiteX28" fmla="*/ 93426 w 368365"/>
                <a:gd name="connsiteY28" fmla="*/ 679694 h 811669"/>
                <a:gd name="connsiteX29" fmla="*/ 256507 w 368365"/>
                <a:gd name="connsiteY29" fmla="*/ 670871 h 811669"/>
                <a:gd name="connsiteX30" fmla="*/ 322943 w 368365"/>
                <a:gd name="connsiteY30" fmla="*/ 210385 h 811669"/>
                <a:gd name="connsiteX31" fmla="*/ 352382 w 368365"/>
                <a:gd name="connsiteY31" fmla="*/ 213193 h 811669"/>
                <a:gd name="connsiteX32" fmla="*/ 367335 w 368365"/>
                <a:gd name="connsiteY32" fmla="*/ 232503 h 811669"/>
                <a:gd name="connsiteX33" fmla="*/ 341914 w 368365"/>
                <a:gd name="connsiteY33" fmla="*/ 275580 h 811669"/>
                <a:gd name="connsiteX34" fmla="*/ 153505 w 368365"/>
                <a:gd name="connsiteY34" fmla="*/ 320143 h 811669"/>
                <a:gd name="connsiteX35" fmla="*/ 155000 w 368365"/>
                <a:gd name="connsiteY35" fmla="*/ 320143 h 811669"/>
                <a:gd name="connsiteX36" fmla="*/ 199860 w 368365"/>
                <a:gd name="connsiteY36" fmla="*/ 330541 h 811669"/>
                <a:gd name="connsiteX37" fmla="*/ 271635 w 368365"/>
                <a:gd name="connsiteY37" fmla="*/ 308260 h 811669"/>
                <a:gd name="connsiteX38" fmla="*/ 228271 w 368365"/>
                <a:gd name="connsiteY38" fmla="*/ 302318 h 811669"/>
                <a:gd name="connsiteX39" fmla="*/ 341914 w 368365"/>
                <a:gd name="connsiteY39" fmla="*/ 275580 h 811669"/>
                <a:gd name="connsiteX40" fmla="*/ 358363 w 368365"/>
                <a:gd name="connsiteY40" fmla="*/ 345395 h 811669"/>
                <a:gd name="connsiteX41" fmla="*/ 237243 w 368365"/>
                <a:gd name="connsiteY41" fmla="*/ 388472 h 811669"/>
                <a:gd name="connsiteX42" fmla="*/ 214813 w 368365"/>
                <a:gd name="connsiteY42" fmla="*/ 412239 h 811669"/>
                <a:gd name="connsiteX43" fmla="*/ 214813 w 368365"/>
                <a:gd name="connsiteY43" fmla="*/ 446403 h 811669"/>
                <a:gd name="connsiteX44" fmla="*/ 314999 w 368365"/>
                <a:gd name="connsiteY44" fmla="*/ 471655 h 811669"/>
                <a:gd name="connsiteX45" fmla="*/ 314747 w 368365"/>
                <a:gd name="connsiteY45" fmla="*/ 471892 h 811669"/>
                <a:gd name="connsiteX46" fmla="*/ 331525 w 368365"/>
                <a:gd name="connsiteY46" fmla="*/ 479290 h 811669"/>
                <a:gd name="connsiteX47" fmla="*/ 337130 w 368365"/>
                <a:gd name="connsiteY47" fmla="*/ 486704 h 811669"/>
                <a:gd name="connsiteX48" fmla="*/ 337130 w 368365"/>
                <a:gd name="connsiteY48" fmla="*/ 491153 h 811669"/>
                <a:gd name="connsiteX49" fmla="*/ 299765 w 368365"/>
                <a:gd name="connsiteY49" fmla="*/ 626088 h 811669"/>
                <a:gd name="connsiteX50" fmla="*/ 254928 w 368365"/>
                <a:gd name="connsiteY50" fmla="*/ 664641 h 811669"/>
                <a:gd name="connsiteX51" fmla="*/ 96502 w 368365"/>
                <a:gd name="connsiteY51" fmla="*/ 664641 h 811669"/>
                <a:gd name="connsiteX52" fmla="*/ 51664 w 368365"/>
                <a:gd name="connsiteY52" fmla="*/ 626088 h 811669"/>
                <a:gd name="connsiteX53" fmla="*/ 14300 w 368365"/>
                <a:gd name="connsiteY53" fmla="*/ 491153 h 811669"/>
                <a:gd name="connsiteX54" fmla="*/ 14300 w 368365"/>
                <a:gd name="connsiteY54" fmla="*/ 486704 h 811669"/>
                <a:gd name="connsiteX55" fmla="*/ 36718 w 368365"/>
                <a:gd name="connsiteY55" fmla="*/ 471876 h 811669"/>
                <a:gd name="connsiteX56" fmla="*/ 36718 w 368365"/>
                <a:gd name="connsiteY56" fmla="*/ 482256 h 811669"/>
                <a:gd name="connsiteX57" fmla="*/ 175715 w 368365"/>
                <a:gd name="connsiteY57" fmla="*/ 507463 h 811669"/>
                <a:gd name="connsiteX58" fmla="*/ 314711 w 368365"/>
                <a:gd name="connsiteY58" fmla="*/ 485221 h 811669"/>
                <a:gd name="connsiteX59" fmla="*/ 314711 w 368365"/>
                <a:gd name="connsiteY59" fmla="*/ 471926 h 811669"/>
                <a:gd name="connsiteX60" fmla="*/ 304345 w 368365"/>
                <a:gd name="connsiteY60" fmla="*/ 481682 h 811669"/>
                <a:gd name="connsiteX61" fmla="*/ 274625 w 368365"/>
                <a:gd name="connsiteY61" fmla="*/ 489480 h 811669"/>
                <a:gd name="connsiteX62" fmla="*/ 273130 w 368365"/>
                <a:gd name="connsiteY62" fmla="*/ 489480 h 811669"/>
                <a:gd name="connsiteX63" fmla="*/ 253691 w 368365"/>
                <a:gd name="connsiteY63" fmla="*/ 492451 h 811669"/>
                <a:gd name="connsiteX64" fmla="*/ 246214 w 368365"/>
                <a:gd name="connsiteY64" fmla="*/ 493936 h 811669"/>
                <a:gd name="connsiteX65" fmla="*/ 229766 w 368365"/>
                <a:gd name="connsiteY65" fmla="*/ 495422 h 811669"/>
                <a:gd name="connsiteX66" fmla="*/ 214813 w 368365"/>
                <a:gd name="connsiteY66" fmla="*/ 495422 h 811669"/>
                <a:gd name="connsiteX67" fmla="*/ 204346 w 368365"/>
                <a:gd name="connsiteY67" fmla="*/ 496907 h 811669"/>
                <a:gd name="connsiteX68" fmla="*/ 175935 w 368365"/>
                <a:gd name="connsiteY68" fmla="*/ 496907 h 811669"/>
                <a:gd name="connsiteX69" fmla="*/ 147524 w 368365"/>
                <a:gd name="connsiteY69" fmla="*/ 496907 h 811669"/>
                <a:gd name="connsiteX70" fmla="*/ 138552 w 368365"/>
                <a:gd name="connsiteY70" fmla="*/ 496907 h 811669"/>
                <a:gd name="connsiteX71" fmla="*/ 122103 w 368365"/>
                <a:gd name="connsiteY71" fmla="*/ 495422 h 811669"/>
                <a:gd name="connsiteX72" fmla="*/ 104160 w 368365"/>
                <a:gd name="connsiteY72" fmla="*/ 493936 h 811669"/>
                <a:gd name="connsiteX73" fmla="*/ 98178 w 368365"/>
                <a:gd name="connsiteY73" fmla="*/ 492451 h 811669"/>
                <a:gd name="connsiteX74" fmla="*/ 78739 w 368365"/>
                <a:gd name="connsiteY74" fmla="*/ 489480 h 811669"/>
                <a:gd name="connsiteX75" fmla="*/ 77244 w 368365"/>
                <a:gd name="connsiteY75" fmla="*/ 489480 h 811669"/>
                <a:gd name="connsiteX76" fmla="*/ 36871 w 368365"/>
                <a:gd name="connsiteY76" fmla="*/ 471655 h 811669"/>
                <a:gd name="connsiteX77" fmla="*/ 156496 w 368365"/>
                <a:gd name="connsiteY77" fmla="*/ 446403 h 811669"/>
                <a:gd name="connsiteX78" fmla="*/ 157991 w 368365"/>
                <a:gd name="connsiteY78" fmla="*/ 376589 h 811669"/>
                <a:gd name="connsiteX79" fmla="*/ 111636 w 368365"/>
                <a:gd name="connsiteY79" fmla="*/ 367676 h 811669"/>
                <a:gd name="connsiteX80" fmla="*/ 50328 w 368365"/>
                <a:gd name="connsiteY80" fmla="*/ 360249 h 811669"/>
                <a:gd name="connsiteX81" fmla="*/ 18927 w 368365"/>
                <a:gd name="connsiteY81" fmla="*/ 342424 h 811669"/>
                <a:gd name="connsiteX82" fmla="*/ 24908 w 368365"/>
                <a:gd name="connsiteY82" fmla="*/ 293405 h 811669"/>
                <a:gd name="connsiteX83" fmla="*/ 190888 w 368365"/>
                <a:gd name="connsiteY83" fmla="*/ 233989 h 811669"/>
                <a:gd name="connsiteX84" fmla="*/ 322943 w 368365"/>
                <a:gd name="connsiteY84" fmla="*/ 210385 h 811669"/>
                <a:gd name="connsiteX85" fmla="*/ 160971 w 368365"/>
                <a:gd name="connsiteY85" fmla="*/ 520 h 811669"/>
                <a:gd name="connsiteX86" fmla="*/ 217787 w 368365"/>
                <a:gd name="connsiteY86" fmla="*/ 49646 h 811669"/>
                <a:gd name="connsiteX87" fmla="*/ 193864 w 368365"/>
                <a:gd name="connsiteY87" fmla="*/ 67511 h 811669"/>
                <a:gd name="connsiteX88" fmla="*/ 102660 w 368365"/>
                <a:gd name="connsiteY88" fmla="*/ 74954 h 811669"/>
                <a:gd name="connsiteX89" fmla="*/ 92194 w 368365"/>
                <a:gd name="connsiteY89" fmla="*/ 97284 h 811669"/>
                <a:gd name="connsiteX90" fmla="*/ 322448 w 368365"/>
                <a:gd name="connsiteY90" fmla="*/ 52624 h 811669"/>
                <a:gd name="connsiteX91" fmla="*/ 358331 w 368365"/>
                <a:gd name="connsiteY91" fmla="*/ 66022 h 811669"/>
                <a:gd name="connsiteX92" fmla="*/ 310486 w 368365"/>
                <a:gd name="connsiteY92" fmla="*/ 124080 h 811669"/>
                <a:gd name="connsiteX93" fmla="*/ 295535 w 368365"/>
                <a:gd name="connsiteY93" fmla="*/ 125569 h 811669"/>
                <a:gd name="connsiteX94" fmla="*/ 292544 w 368365"/>
                <a:gd name="connsiteY94" fmla="*/ 125569 h 811669"/>
                <a:gd name="connsiteX95" fmla="*/ 81727 w 368365"/>
                <a:gd name="connsiteY95" fmla="*/ 180650 h 811669"/>
                <a:gd name="connsiteX96" fmla="*/ 328428 w 368365"/>
                <a:gd name="connsiteY96" fmla="*/ 128546 h 811669"/>
                <a:gd name="connsiteX97" fmla="*/ 364312 w 368365"/>
                <a:gd name="connsiteY97" fmla="*/ 155342 h 811669"/>
                <a:gd name="connsiteX98" fmla="*/ 326933 w 368365"/>
                <a:gd name="connsiteY98" fmla="*/ 198514 h 811669"/>
                <a:gd name="connsiteX99" fmla="*/ 33882 w 368365"/>
                <a:gd name="connsiteY99" fmla="*/ 280391 h 811669"/>
                <a:gd name="connsiteX100" fmla="*/ 8464 w 368365"/>
                <a:gd name="connsiteY100" fmla="*/ 232754 h 811669"/>
                <a:gd name="connsiteX101" fmla="*/ 30892 w 368365"/>
                <a:gd name="connsiteY101" fmla="*/ 202980 h 811669"/>
                <a:gd name="connsiteX102" fmla="*/ 5474 w 368365"/>
                <a:gd name="connsiteY102" fmla="*/ 165763 h 811669"/>
                <a:gd name="connsiteX103" fmla="*/ 23416 w 368365"/>
                <a:gd name="connsiteY103" fmla="*/ 130035 h 811669"/>
                <a:gd name="connsiteX104" fmla="*/ 6969 w 368365"/>
                <a:gd name="connsiteY104" fmla="*/ 63045 h 811669"/>
                <a:gd name="connsiteX105" fmla="*/ 160971 w 368365"/>
                <a:gd name="connsiteY105" fmla="*/ 520 h 811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368365" h="811669">
                  <a:moveTo>
                    <a:pt x="113233" y="765954"/>
                  </a:moveTo>
                  <a:lnTo>
                    <a:pt x="113265" y="765987"/>
                  </a:lnTo>
                  <a:cubicBezTo>
                    <a:pt x="111772" y="765987"/>
                    <a:pt x="111772" y="765987"/>
                    <a:pt x="111772" y="765987"/>
                  </a:cubicBezTo>
                  <a:close/>
                  <a:moveTo>
                    <a:pt x="241864" y="759730"/>
                  </a:moveTo>
                  <a:cubicBezTo>
                    <a:pt x="244862" y="765666"/>
                    <a:pt x="243363" y="777538"/>
                    <a:pt x="237367" y="786442"/>
                  </a:cubicBezTo>
                  <a:cubicBezTo>
                    <a:pt x="234369" y="790894"/>
                    <a:pt x="231370" y="793861"/>
                    <a:pt x="226873" y="793861"/>
                  </a:cubicBezTo>
                  <a:cubicBezTo>
                    <a:pt x="217878" y="805733"/>
                    <a:pt x="196891" y="811669"/>
                    <a:pt x="196891" y="811669"/>
                  </a:cubicBezTo>
                  <a:cubicBezTo>
                    <a:pt x="196891" y="811669"/>
                    <a:pt x="196891" y="811669"/>
                    <a:pt x="154916" y="811669"/>
                  </a:cubicBezTo>
                  <a:cubicBezTo>
                    <a:pt x="154916" y="811669"/>
                    <a:pt x="135428" y="807217"/>
                    <a:pt x="126433" y="796829"/>
                  </a:cubicBezTo>
                  <a:cubicBezTo>
                    <a:pt x="124934" y="796829"/>
                    <a:pt x="124934" y="795345"/>
                    <a:pt x="123435" y="793861"/>
                  </a:cubicBezTo>
                  <a:cubicBezTo>
                    <a:pt x="114441" y="792377"/>
                    <a:pt x="109943" y="784958"/>
                    <a:pt x="108444" y="777538"/>
                  </a:cubicBezTo>
                  <a:cubicBezTo>
                    <a:pt x="160913" y="779022"/>
                    <a:pt x="220877" y="764182"/>
                    <a:pt x="241864" y="759730"/>
                  </a:cubicBezTo>
                  <a:close/>
                  <a:moveTo>
                    <a:pt x="247652" y="725938"/>
                  </a:moveTo>
                  <a:cubicBezTo>
                    <a:pt x="253624" y="731871"/>
                    <a:pt x="249145" y="749671"/>
                    <a:pt x="243172" y="755604"/>
                  </a:cubicBezTo>
                  <a:cubicBezTo>
                    <a:pt x="210695" y="761166"/>
                    <a:pt x="168140" y="764226"/>
                    <a:pt x="137553" y="765408"/>
                  </a:cubicBezTo>
                  <a:lnTo>
                    <a:pt x="113233" y="765954"/>
                  </a:lnTo>
                  <a:lnTo>
                    <a:pt x="105800" y="758385"/>
                  </a:lnTo>
                  <a:cubicBezTo>
                    <a:pt x="103933" y="754492"/>
                    <a:pt x="102813" y="749671"/>
                    <a:pt x="102813" y="745221"/>
                  </a:cubicBezTo>
                  <a:cubicBezTo>
                    <a:pt x="172993" y="746704"/>
                    <a:pt x="231227" y="730388"/>
                    <a:pt x="247652" y="725938"/>
                  </a:cubicBezTo>
                  <a:close/>
                  <a:moveTo>
                    <a:pt x="251882" y="694650"/>
                  </a:moveTo>
                  <a:cubicBezTo>
                    <a:pt x="254874" y="702034"/>
                    <a:pt x="254874" y="713849"/>
                    <a:pt x="247395" y="719756"/>
                  </a:cubicBezTo>
                  <a:cubicBezTo>
                    <a:pt x="207006" y="730094"/>
                    <a:pt x="138195" y="731571"/>
                    <a:pt x="106782" y="731571"/>
                  </a:cubicBezTo>
                  <a:cubicBezTo>
                    <a:pt x="106782" y="731571"/>
                    <a:pt x="106782" y="731571"/>
                    <a:pt x="108277" y="730094"/>
                  </a:cubicBezTo>
                  <a:cubicBezTo>
                    <a:pt x="99302" y="727141"/>
                    <a:pt x="97806" y="718280"/>
                    <a:pt x="97806" y="710895"/>
                  </a:cubicBezTo>
                  <a:cubicBezTo>
                    <a:pt x="172601" y="710895"/>
                    <a:pt x="232436" y="699081"/>
                    <a:pt x="251882" y="694650"/>
                  </a:cubicBezTo>
                  <a:close/>
                  <a:moveTo>
                    <a:pt x="256507" y="670871"/>
                  </a:moveTo>
                  <a:cubicBezTo>
                    <a:pt x="258003" y="676753"/>
                    <a:pt x="258003" y="684106"/>
                    <a:pt x="244538" y="689988"/>
                  </a:cubicBezTo>
                  <a:cubicBezTo>
                    <a:pt x="220599" y="694400"/>
                    <a:pt x="162249" y="700282"/>
                    <a:pt x="106892" y="698812"/>
                  </a:cubicBezTo>
                  <a:cubicBezTo>
                    <a:pt x="96419" y="694400"/>
                    <a:pt x="94922" y="685577"/>
                    <a:pt x="93426" y="679694"/>
                  </a:cubicBezTo>
                  <a:cubicBezTo>
                    <a:pt x="154769" y="688518"/>
                    <a:pt x="226584" y="678224"/>
                    <a:pt x="256507" y="670871"/>
                  </a:cubicBezTo>
                  <a:close/>
                  <a:moveTo>
                    <a:pt x="322943" y="210385"/>
                  </a:moveTo>
                  <a:cubicBezTo>
                    <a:pt x="334251" y="209851"/>
                    <a:pt x="344158" y="210594"/>
                    <a:pt x="352382" y="213193"/>
                  </a:cubicBezTo>
                  <a:cubicBezTo>
                    <a:pt x="359858" y="217649"/>
                    <a:pt x="365839" y="225076"/>
                    <a:pt x="367335" y="232503"/>
                  </a:cubicBezTo>
                  <a:cubicBezTo>
                    <a:pt x="371821" y="250328"/>
                    <a:pt x="361354" y="271124"/>
                    <a:pt x="341914" y="275580"/>
                  </a:cubicBezTo>
                  <a:cubicBezTo>
                    <a:pt x="320980" y="278551"/>
                    <a:pt x="153505" y="320143"/>
                    <a:pt x="153505" y="320143"/>
                  </a:cubicBezTo>
                  <a:cubicBezTo>
                    <a:pt x="153505" y="320143"/>
                    <a:pt x="153505" y="320143"/>
                    <a:pt x="155000" y="320143"/>
                  </a:cubicBezTo>
                  <a:cubicBezTo>
                    <a:pt x="155000" y="320143"/>
                    <a:pt x="155000" y="320143"/>
                    <a:pt x="199860" y="330541"/>
                  </a:cubicBezTo>
                  <a:cubicBezTo>
                    <a:pt x="231261" y="315687"/>
                    <a:pt x="271635" y="308260"/>
                    <a:pt x="271635" y="308260"/>
                  </a:cubicBezTo>
                  <a:cubicBezTo>
                    <a:pt x="271635" y="308260"/>
                    <a:pt x="271635" y="308260"/>
                    <a:pt x="228271" y="302318"/>
                  </a:cubicBezTo>
                  <a:cubicBezTo>
                    <a:pt x="228271" y="302318"/>
                    <a:pt x="228271" y="302318"/>
                    <a:pt x="341914" y="275580"/>
                  </a:cubicBezTo>
                  <a:cubicBezTo>
                    <a:pt x="341914" y="275580"/>
                    <a:pt x="383783" y="302318"/>
                    <a:pt x="358363" y="345395"/>
                  </a:cubicBezTo>
                  <a:cubicBezTo>
                    <a:pt x="346400" y="366191"/>
                    <a:pt x="264158" y="384016"/>
                    <a:pt x="237243" y="388472"/>
                  </a:cubicBezTo>
                  <a:cubicBezTo>
                    <a:pt x="217803" y="391443"/>
                    <a:pt x="214813" y="409268"/>
                    <a:pt x="214813" y="412239"/>
                  </a:cubicBezTo>
                  <a:cubicBezTo>
                    <a:pt x="214813" y="415209"/>
                    <a:pt x="214813" y="431549"/>
                    <a:pt x="214813" y="446403"/>
                  </a:cubicBezTo>
                  <a:cubicBezTo>
                    <a:pt x="273130" y="450859"/>
                    <a:pt x="314999" y="459772"/>
                    <a:pt x="314999" y="471655"/>
                  </a:cubicBezTo>
                  <a:lnTo>
                    <a:pt x="314747" y="471892"/>
                  </a:lnTo>
                  <a:lnTo>
                    <a:pt x="331525" y="479290"/>
                  </a:lnTo>
                  <a:cubicBezTo>
                    <a:pt x="335262" y="481885"/>
                    <a:pt x="337130" y="484480"/>
                    <a:pt x="337130" y="486704"/>
                  </a:cubicBezTo>
                  <a:cubicBezTo>
                    <a:pt x="337130" y="488187"/>
                    <a:pt x="337130" y="489670"/>
                    <a:pt x="337130" y="491153"/>
                  </a:cubicBezTo>
                  <a:cubicBezTo>
                    <a:pt x="338624" y="508946"/>
                    <a:pt x="343108" y="578638"/>
                    <a:pt x="299765" y="626088"/>
                  </a:cubicBezTo>
                  <a:cubicBezTo>
                    <a:pt x="284819" y="645364"/>
                    <a:pt x="259411" y="645364"/>
                    <a:pt x="254928" y="664641"/>
                  </a:cubicBezTo>
                  <a:cubicBezTo>
                    <a:pt x="204112" y="676503"/>
                    <a:pt x="132372" y="673538"/>
                    <a:pt x="96502" y="664641"/>
                  </a:cubicBezTo>
                  <a:cubicBezTo>
                    <a:pt x="90523" y="645364"/>
                    <a:pt x="66610" y="643881"/>
                    <a:pt x="51664" y="626088"/>
                  </a:cubicBezTo>
                  <a:cubicBezTo>
                    <a:pt x="8321" y="578638"/>
                    <a:pt x="12805" y="508946"/>
                    <a:pt x="14300" y="491153"/>
                  </a:cubicBezTo>
                  <a:cubicBezTo>
                    <a:pt x="14300" y="489670"/>
                    <a:pt x="14300" y="488187"/>
                    <a:pt x="14300" y="486704"/>
                  </a:cubicBezTo>
                  <a:cubicBezTo>
                    <a:pt x="14300" y="482256"/>
                    <a:pt x="21773" y="476325"/>
                    <a:pt x="36718" y="471876"/>
                  </a:cubicBezTo>
                  <a:cubicBezTo>
                    <a:pt x="36718" y="471876"/>
                    <a:pt x="36718" y="471876"/>
                    <a:pt x="36718" y="482256"/>
                  </a:cubicBezTo>
                  <a:cubicBezTo>
                    <a:pt x="36718" y="497084"/>
                    <a:pt x="97996" y="507463"/>
                    <a:pt x="175715" y="507463"/>
                  </a:cubicBezTo>
                  <a:cubicBezTo>
                    <a:pt x="247455" y="507463"/>
                    <a:pt x="314711" y="494118"/>
                    <a:pt x="314711" y="485221"/>
                  </a:cubicBezTo>
                  <a:lnTo>
                    <a:pt x="314711" y="471926"/>
                  </a:lnTo>
                  <a:lnTo>
                    <a:pt x="304345" y="481682"/>
                  </a:lnTo>
                  <a:cubicBezTo>
                    <a:pt x="297429" y="484653"/>
                    <a:pt x="287335" y="487252"/>
                    <a:pt x="274625" y="489480"/>
                  </a:cubicBezTo>
                  <a:cubicBezTo>
                    <a:pt x="273130" y="489480"/>
                    <a:pt x="273130" y="489480"/>
                    <a:pt x="273130" y="489480"/>
                  </a:cubicBezTo>
                  <a:cubicBezTo>
                    <a:pt x="267149" y="490965"/>
                    <a:pt x="261168" y="492451"/>
                    <a:pt x="253691" y="492451"/>
                  </a:cubicBezTo>
                  <a:cubicBezTo>
                    <a:pt x="252196" y="493936"/>
                    <a:pt x="249205" y="493936"/>
                    <a:pt x="246214" y="493936"/>
                  </a:cubicBezTo>
                  <a:cubicBezTo>
                    <a:pt x="241728" y="493936"/>
                    <a:pt x="235747" y="495422"/>
                    <a:pt x="229766" y="495422"/>
                  </a:cubicBezTo>
                  <a:cubicBezTo>
                    <a:pt x="225280" y="495422"/>
                    <a:pt x="220794" y="495422"/>
                    <a:pt x="214813" y="495422"/>
                  </a:cubicBezTo>
                  <a:cubicBezTo>
                    <a:pt x="211822" y="496907"/>
                    <a:pt x="207336" y="496907"/>
                    <a:pt x="204346" y="496907"/>
                  </a:cubicBezTo>
                  <a:cubicBezTo>
                    <a:pt x="195374" y="496907"/>
                    <a:pt x="186402" y="496907"/>
                    <a:pt x="175935" y="496907"/>
                  </a:cubicBezTo>
                  <a:cubicBezTo>
                    <a:pt x="166963" y="496907"/>
                    <a:pt x="156496" y="496907"/>
                    <a:pt x="147524" y="496907"/>
                  </a:cubicBezTo>
                  <a:cubicBezTo>
                    <a:pt x="144533" y="496907"/>
                    <a:pt x="141542" y="496907"/>
                    <a:pt x="138552" y="496907"/>
                  </a:cubicBezTo>
                  <a:cubicBezTo>
                    <a:pt x="132571" y="495422"/>
                    <a:pt x="126589" y="495422"/>
                    <a:pt x="122103" y="495422"/>
                  </a:cubicBezTo>
                  <a:cubicBezTo>
                    <a:pt x="116122" y="495422"/>
                    <a:pt x="110141" y="493936"/>
                    <a:pt x="104160" y="493936"/>
                  </a:cubicBezTo>
                  <a:cubicBezTo>
                    <a:pt x="102664" y="493936"/>
                    <a:pt x="99674" y="493936"/>
                    <a:pt x="98178" y="492451"/>
                  </a:cubicBezTo>
                  <a:cubicBezTo>
                    <a:pt x="90702" y="492451"/>
                    <a:pt x="84721" y="490965"/>
                    <a:pt x="78739" y="489480"/>
                  </a:cubicBezTo>
                  <a:cubicBezTo>
                    <a:pt x="78739" y="489480"/>
                    <a:pt x="78739" y="489480"/>
                    <a:pt x="77244" y="489480"/>
                  </a:cubicBezTo>
                  <a:cubicBezTo>
                    <a:pt x="51824" y="485024"/>
                    <a:pt x="36871" y="479082"/>
                    <a:pt x="36871" y="471655"/>
                  </a:cubicBezTo>
                  <a:cubicBezTo>
                    <a:pt x="36871" y="458286"/>
                    <a:pt x="89207" y="447888"/>
                    <a:pt x="156496" y="446403"/>
                  </a:cubicBezTo>
                  <a:cubicBezTo>
                    <a:pt x="156496" y="425607"/>
                    <a:pt x="156496" y="398870"/>
                    <a:pt x="157991" y="376589"/>
                  </a:cubicBezTo>
                  <a:cubicBezTo>
                    <a:pt x="150514" y="375103"/>
                    <a:pt x="132571" y="372132"/>
                    <a:pt x="111636" y="367676"/>
                  </a:cubicBezTo>
                  <a:cubicBezTo>
                    <a:pt x="95188" y="364705"/>
                    <a:pt x="69767" y="364705"/>
                    <a:pt x="50328" y="360249"/>
                  </a:cubicBezTo>
                  <a:cubicBezTo>
                    <a:pt x="35375" y="357278"/>
                    <a:pt x="23413" y="351337"/>
                    <a:pt x="18927" y="342424"/>
                  </a:cubicBezTo>
                  <a:cubicBezTo>
                    <a:pt x="11450" y="317172"/>
                    <a:pt x="17432" y="302318"/>
                    <a:pt x="24908" y="293405"/>
                  </a:cubicBezTo>
                  <a:cubicBezTo>
                    <a:pt x="48833" y="271124"/>
                    <a:pt x="129580" y="244387"/>
                    <a:pt x="190888" y="233989"/>
                  </a:cubicBezTo>
                  <a:cubicBezTo>
                    <a:pt x="242476" y="225076"/>
                    <a:pt x="289018" y="211986"/>
                    <a:pt x="322943" y="210385"/>
                  </a:cubicBezTo>
                  <a:close/>
                  <a:moveTo>
                    <a:pt x="160971" y="520"/>
                  </a:moveTo>
                  <a:cubicBezTo>
                    <a:pt x="187884" y="-2457"/>
                    <a:pt x="250680" y="6475"/>
                    <a:pt x="217787" y="49646"/>
                  </a:cubicBezTo>
                  <a:cubicBezTo>
                    <a:pt x="207321" y="63045"/>
                    <a:pt x="193864" y="67511"/>
                    <a:pt x="193864" y="67511"/>
                  </a:cubicBezTo>
                  <a:cubicBezTo>
                    <a:pt x="193864" y="67511"/>
                    <a:pt x="162466" y="57090"/>
                    <a:pt x="102660" y="74954"/>
                  </a:cubicBezTo>
                  <a:cubicBezTo>
                    <a:pt x="42853" y="92818"/>
                    <a:pt x="92194" y="97284"/>
                    <a:pt x="92194" y="97284"/>
                  </a:cubicBezTo>
                  <a:cubicBezTo>
                    <a:pt x="125087" y="83886"/>
                    <a:pt x="264136" y="61556"/>
                    <a:pt x="322448" y="52624"/>
                  </a:cubicBezTo>
                  <a:cubicBezTo>
                    <a:pt x="340389" y="55601"/>
                    <a:pt x="355341" y="60067"/>
                    <a:pt x="358331" y="66022"/>
                  </a:cubicBezTo>
                  <a:cubicBezTo>
                    <a:pt x="376273" y="106216"/>
                    <a:pt x="338894" y="119614"/>
                    <a:pt x="310486" y="124080"/>
                  </a:cubicBezTo>
                  <a:cubicBezTo>
                    <a:pt x="306001" y="124080"/>
                    <a:pt x="301515" y="124080"/>
                    <a:pt x="295535" y="125569"/>
                  </a:cubicBezTo>
                  <a:lnTo>
                    <a:pt x="292544" y="125569"/>
                  </a:lnTo>
                  <a:cubicBezTo>
                    <a:pt x="216291" y="134501"/>
                    <a:pt x="51824" y="156831"/>
                    <a:pt x="81727" y="180650"/>
                  </a:cubicBezTo>
                  <a:cubicBezTo>
                    <a:pt x="122097" y="171718"/>
                    <a:pt x="255166" y="134501"/>
                    <a:pt x="328428" y="128546"/>
                  </a:cubicBezTo>
                  <a:cubicBezTo>
                    <a:pt x="347865" y="133012"/>
                    <a:pt x="364312" y="140456"/>
                    <a:pt x="364312" y="155342"/>
                  </a:cubicBezTo>
                  <a:cubicBezTo>
                    <a:pt x="364312" y="185116"/>
                    <a:pt x="341885" y="195536"/>
                    <a:pt x="326933" y="198514"/>
                  </a:cubicBezTo>
                  <a:cubicBezTo>
                    <a:pt x="253670" y="204469"/>
                    <a:pt x="101164" y="222333"/>
                    <a:pt x="33882" y="280391"/>
                  </a:cubicBezTo>
                  <a:cubicBezTo>
                    <a:pt x="24911" y="274436"/>
                    <a:pt x="5474" y="255084"/>
                    <a:pt x="8464" y="232754"/>
                  </a:cubicBezTo>
                  <a:cubicBezTo>
                    <a:pt x="11455" y="204469"/>
                    <a:pt x="30892" y="202980"/>
                    <a:pt x="30892" y="202980"/>
                  </a:cubicBezTo>
                  <a:cubicBezTo>
                    <a:pt x="30892" y="202980"/>
                    <a:pt x="5474" y="186604"/>
                    <a:pt x="5474" y="165763"/>
                  </a:cubicBezTo>
                  <a:cubicBezTo>
                    <a:pt x="5474" y="143433"/>
                    <a:pt x="23416" y="130035"/>
                    <a:pt x="23416" y="130035"/>
                  </a:cubicBezTo>
                  <a:cubicBezTo>
                    <a:pt x="23416" y="130035"/>
                    <a:pt x="-15458" y="100261"/>
                    <a:pt x="6969" y="63045"/>
                  </a:cubicBezTo>
                  <a:cubicBezTo>
                    <a:pt x="29397" y="27316"/>
                    <a:pt x="134058" y="2009"/>
                    <a:pt x="160971" y="52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100000"/>
                  </a:schemeClr>
                </a:gs>
                <a:gs pos="100000">
                  <a:schemeClr val="lt1">
                    <a:lumMod val="95000"/>
                  </a:schemeClr>
                </a:gs>
                <a:gs pos="80000">
                  <a:schemeClr val="accent1">
                    <a:lumMod val="100000"/>
                  </a:schemeClr>
                </a:gs>
                <a:gs pos="80100">
                  <a:schemeClr val="lt1">
                    <a:lumMod val="95000"/>
                  </a:schemeClr>
                </a:gs>
              </a:gsLst>
              <a:lin ang="162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cxnSp>
          <p:nvCxnSpPr>
            <p:cNvPr id="13" name="SorbShape"/>
            <p:cNvCxnSpPr/>
            <p:nvPr/>
          </p:nvCxnSpPr>
          <p:spPr>
            <a:xfrm>
              <a:off x="3652171" y="2660862"/>
              <a:ext cx="187119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IconShape"/>
            <p:cNvSpPr/>
            <p:nvPr/>
          </p:nvSpPr>
          <p:spPr bwMode="auto">
            <a:xfrm>
              <a:off x="6356738" y="3861871"/>
              <a:ext cx="560567" cy="303299"/>
            </a:xfrm>
            <a:custGeom>
              <a:avLst/>
              <a:gdLst>
                <a:gd name="T0" fmla="*/ 195 w 226"/>
                <a:gd name="T1" fmla="*/ 51 h 121"/>
                <a:gd name="T2" fmla="*/ 161 w 226"/>
                <a:gd name="T3" fmla="*/ 30 h 121"/>
                <a:gd name="T4" fmla="*/ 151 w 226"/>
                <a:gd name="T5" fmla="*/ 31 h 121"/>
                <a:gd name="T6" fmla="*/ 101 w 226"/>
                <a:gd name="T7" fmla="*/ 0 h 121"/>
                <a:gd name="T8" fmla="*/ 52 w 226"/>
                <a:gd name="T9" fmla="*/ 29 h 121"/>
                <a:gd name="T10" fmla="*/ 46 w 226"/>
                <a:gd name="T11" fmla="*/ 29 h 121"/>
                <a:gd name="T12" fmla="*/ 0 w 226"/>
                <a:gd name="T13" fmla="*/ 75 h 121"/>
                <a:gd name="T14" fmla="*/ 42 w 226"/>
                <a:gd name="T15" fmla="*/ 121 h 121"/>
                <a:gd name="T16" fmla="*/ 45 w 226"/>
                <a:gd name="T17" fmla="*/ 121 h 121"/>
                <a:gd name="T18" fmla="*/ 183 w 226"/>
                <a:gd name="T19" fmla="*/ 121 h 121"/>
                <a:gd name="T20" fmla="*/ 187 w 226"/>
                <a:gd name="T21" fmla="*/ 121 h 121"/>
                <a:gd name="T22" fmla="*/ 191 w 226"/>
                <a:gd name="T23" fmla="*/ 121 h 121"/>
                <a:gd name="T24" fmla="*/ 226 w 226"/>
                <a:gd name="T25" fmla="*/ 86 h 121"/>
                <a:gd name="T26" fmla="*/ 195 w 226"/>
                <a:gd name="T27" fmla="*/ 5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121">
                  <a:moveTo>
                    <a:pt x="195" y="51"/>
                  </a:moveTo>
                  <a:cubicBezTo>
                    <a:pt x="189" y="39"/>
                    <a:pt x="176" y="30"/>
                    <a:pt x="161" y="30"/>
                  </a:cubicBezTo>
                  <a:cubicBezTo>
                    <a:pt x="157" y="30"/>
                    <a:pt x="154" y="30"/>
                    <a:pt x="151" y="31"/>
                  </a:cubicBezTo>
                  <a:cubicBezTo>
                    <a:pt x="142" y="12"/>
                    <a:pt x="123" y="0"/>
                    <a:pt x="101" y="0"/>
                  </a:cubicBezTo>
                  <a:cubicBezTo>
                    <a:pt x="80" y="0"/>
                    <a:pt x="61" y="12"/>
                    <a:pt x="52" y="29"/>
                  </a:cubicBezTo>
                  <a:cubicBezTo>
                    <a:pt x="50" y="29"/>
                    <a:pt x="48" y="29"/>
                    <a:pt x="46" y="29"/>
                  </a:cubicBezTo>
                  <a:cubicBezTo>
                    <a:pt x="21" y="29"/>
                    <a:pt x="0" y="50"/>
                    <a:pt x="0" y="75"/>
                  </a:cubicBezTo>
                  <a:cubicBezTo>
                    <a:pt x="0" y="99"/>
                    <a:pt x="19" y="119"/>
                    <a:pt x="42" y="121"/>
                  </a:cubicBezTo>
                  <a:cubicBezTo>
                    <a:pt x="43" y="121"/>
                    <a:pt x="44" y="121"/>
                    <a:pt x="45" y="121"/>
                  </a:cubicBezTo>
                  <a:cubicBezTo>
                    <a:pt x="183" y="121"/>
                    <a:pt x="183" y="121"/>
                    <a:pt x="183" y="121"/>
                  </a:cubicBezTo>
                  <a:cubicBezTo>
                    <a:pt x="184" y="121"/>
                    <a:pt x="186" y="121"/>
                    <a:pt x="187" y="121"/>
                  </a:cubicBezTo>
                  <a:cubicBezTo>
                    <a:pt x="188" y="121"/>
                    <a:pt x="190" y="121"/>
                    <a:pt x="191" y="121"/>
                  </a:cubicBezTo>
                  <a:cubicBezTo>
                    <a:pt x="211" y="121"/>
                    <a:pt x="226" y="105"/>
                    <a:pt x="226" y="86"/>
                  </a:cubicBezTo>
                  <a:cubicBezTo>
                    <a:pt x="226" y="68"/>
                    <a:pt x="212" y="53"/>
                    <a:pt x="195" y="51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IconShape"/>
            <p:cNvSpPr/>
            <p:nvPr/>
          </p:nvSpPr>
          <p:spPr bwMode="auto">
            <a:xfrm>
              <a:off x="7045395" y="3861871"/>
              <a:ext cx="560567" cy="303299"/>
            </a:xfrm>
            <a:custGeom>
              <a:avLst/>
              <a:gdLst>
                <a:gd name="T0" fmla="*/ 195 w 226"/>
                <a:gd name="T1" fmla="*/ 51 h 121"/>
                <a:gd name="T2" fmla="*/ 161 w 226"/>
                <a:gd name="T3" fmla="*/ 30 h 121"/>
                <a:gd name="T4" fmla="*/ 151 w 226"/>
                <a:gd name="T5" fmla="*/ 31 h 121"/>
                <a:gd name="T6" fmla="*/ 101 w 226"/>
                <a:gd name="T7" fmla="*/ 0 h 121"/>
                <a:gd name="T8" fmla="*/ 52 w 226"/>
                <a:gd name="T9" fmla="*/ 29 h 121"/>
                <a:gd name="T10" fmla="*/ 46 w 226"/>
                <a:gd name="T11" fmla="*/ 29 h 121"/>
                <a:gd name="T12" fmla="*/ 0 w 226"/>
                <a:gd name="T13" fmla="*/ 75 h 121"/>
                <a:gd name="T14" fmla="*/ 42 w 226"/>
                <a:gd name="T15" fmla="*/ 121 h 121"/>
                <a:gd name="T16" fmla="*/ 45 w 226"/>
                <a:gd name="T17" fmla="*/ 121 h 121"/>
                <a:gd name="T18" fmla="*/ 183 w 226"/>
                <a:gd name="T19" fmla="*/ 121 h 121"/>
                <a:gd name="T20" fmla="*/ 187 w 226"/>
                <a:gd name="T21" fmla="*/ 121 h 121"/>
                <a:gd name="T22" fmla="*/ 191 w 226"/>
                <a:gd name="T23" fmla="*/ 121 h 121"/>
                <a:gd name="T24" fmla="*/ 226 w 226"/>
                <a:gd name="T25" fmla="*/ 86 h 121"/>
                <a:gd name="T26" fmla="*/ 195 w 226"/>
                <a:gd name="T27" fmla="*/ 5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121">
                  <a:moveTo>
                    <a:pt x="195" y="51"/>
                  </a:moveTo>
                  <a:cubicBezTo>
                    <a:pt x="189" y="39"/>
                    <a:pt x="176" y="30"/>
                    <a:pt x="161" y="30"/>
                  </a:cubicBezTo>
                  <a:cubicBezTo>
                    <a:pt x="157" y="30"/>
                    <a:pt x="154" y="30"/>
                    <a:pt x="151" y="31"/>
                  </a:cubicBezTo>
                  <a:cubicBezTo>
                    <a:pt x="142" y="12"/>
                    <a:pt x="123" y="0"/>
                    <a:pt x="101" y="0"/>
                  </a:cubicBezTo>
                  <a:cubicBezTo>
                    <a:pt x="80" y="0"/>
                    <a:pt x="61" y="12"/>
                    <a:pt x="52" y="29"/>
                  </a:cubicBezTo>
                  <a:cubicBezTo>
                    <a:pt x="50" y="29"/>
                    <a:pt x="48" y="29"/>
                    <a:pt x="46" y="29"/>
                  </a:cubicBezTo>
                  <a:cubicBezTo>
                    <a:pt x="21" y="29"/>
                    <a:pt x="0" y="50"/>
                    <a:pt x="0" y="75"/>
                  </a:cubicBezTo>
                  <a:cubicBezTo>
                    <a:pt x="0" y="99"/>
                    <a:pt x="19" y="119"/>
                    <a:pt x="42" y="121"/>
                  </a:cubicBezTo>
                  <a:cubicBezTo>
                    <a:pt x="43" y="121"/>
                    <a:pt x="44" y="121"/>
                    <a:pt x="45" y="121"/>
                  </a:cubicBezTo>
                  <a:cubicBezTo>
                    <a:pt x="183" y="121"/>
                    <a:pt x="183" y="121"/>
                    <a:pt x="183" y="121"/>
                  </a:cubicBezTo>
                  <a:cubicBezTo>
                    <a:pt x="184" y="121"/>
                    <a:pt x="186" y="121"/>
                    <a:pt x="187" y="121"/>
                  </a:cubicBezTo>
                  <a:cubicBezTo>
                    <a:pt x="188" y="121"/>
                    <a:pt x="190" y="121"/>
                    <a:pt x="191" y="121"/>
                  </a:cubicBezTo>
                  <a:cubicBezTo>
                    <a:pt x="211" y="121"/>
                    <a:pt x="226" y="105"/>
                    <a:pt x="226" y="86"/>
                  </a:cubicBezTo>
                  <a:cubicBezTo>
                    <a:pt x="226" y="68"/>
                    <a:pt x="212" y="53"/>
                    <a:pt x="195" y="51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6" name="IconShape"/>
            <p:cNvSpPr/>
            <p:nvPr/>
          </p:nvSpPr>
          <p:spPr bwMode="auto">
            <a:xfrm>
              <a:off x="7734052" y="3861871"/>
              <a:ext cx="560567" cy="303299"/>
            </a:xfrm>
            <a:custGeom>
              <a:avLst/>
              <a:gdLst>
                <a:gd name="T0" fmla="*/ 195 w 226"/>
                <a:gd name="T1" fmla="*/ 51 h 121"/>
                <a:gd name="T2" fmla="*/ 161 w 226"/>
                <a:gd name="T3" fmla="*/ 30 h 121"/>
                <a:gd name="T4" fmla="*/ 151 w 226"/>
                <a:gd name="T5" fmla="*/ 31 h 121"/>
                <a:gd name="T6" fmla="*/ 101 w 226"/>
                <a:gd name="T7" fmla="*/ 0 h 121"/>
                <a:gd name="T8" fmla="*/ 52 w 226"/>
                <a:gd name="T9" fmla="*/ 29 h 121"/>
                <a:gd name="T10" fmla="*/ 46 w 226"/>
                <a:gd name="T11" fmla="*/ 29 h 121"/>
                <a:gd name="T12" fmla="*/ 0 w 226"/>
                <a:gd name="T13" fmla="*/ 75 h 121"/>
                <a:gd name="T14" fmla="*/ 42 w 226"/>
                <a:gd name="T15" fmla="*/ 121 h 121"/>
                <a:gd name="T16" fmla="*/ 45 w 226"/>
                <a:gd name="T17" fmla="*/ 121 h 121"/>
                <a:gd name="T18" fmla="*/ 183 w 226"/>
                <a:gd name="T19" fmla="*/ 121 h 121"/>
                <a:gd name="T20" fmla="*/ 187 w 226"/>
                <a:gd name="T21" fmla="*/ 121 h 121"/>
                <a:gd name="T22" fmla="*/ 191 w 226"/>
                <a:gd name="T23" fmla="*/ 121 h 121"/>
                <a:gd name="T24" fmla="*/ 226 w 226"/>
                <a:gd name="T25" fmla="*/ 86 h 121"/>
                <a:gd name="T26" fmla="*/ 195 w 226"/>
                <a:gd name="T27" fmla="*/ 5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121">
                  <a:moveTo>
                    <a:pt x="195" y="51"/>
                  </a:moveTo>
                  <a:cubicBezTo>
                    <a:pt x="189" y="39"/>
                    <a:pt x="176" y="30"/>
                    <a:pt x="161" y="30"/>
                  </a:cubicBezTo>
                  <a:cubicBezTo>
                    <a:pt x="157" y="30"/>
                    <a:pt x="154" y="30"/>
                    <a:pt x="151" y="31"/>
                  </a:cubicBezTo>
                  <a:cubicBezTo>
                    <a:pt x="142" y="12"/>
                    <a:pt x="123" y="0"/>
                    <a:pt x="101" y="0"/>
                  </a:cubicBezTo>
                  <a:cubicBezTo>
                    <a:pt x="80" y="0"/>
                    <a:pt x="61" y="12"/>
                    <a:pt x="52" y="29"/>
                  </a:cubicBezTo>
                  <a:cubicBezTo>
                    <a:pt x="50" y="29"/>
                    <a:pt x="48" y="29"/>
                    <a:pt x="46" y="29"/>
                  </a:cubicBezTo>
                  <a:cubicBezTo>
                    <a:pt x="21" y="29"/>
                    <a:pt x="0" y="50"/>
                    <a:pt x="0" y="75"/>
                  </a:cubicBezTo>
                  <a:cubicBezTo>
                    <a:pt x="0" y="99"/>
                    <a:pt x="19" y="119"/>
                    <a:pt x="42" y="121"/>
                  </a:cubicBezTo>
                  <a:cubicBezTo>
                    <a:pt x="43" y="121"/>
                    <a:pt x="44" y="121"/>
                    <a:pt x="45" y="121"/>
                  </a:cubicBezTo>
                  <a:cubicBezTo>
                    <a:pt x="183" y="121"/>
                    <a:pt x="183" y="121"/>
                    <a:pt x="183" y="121"/>
                  </a:cubicBezTo>
                  <a:cubicBezTo>
                    <a:pt x="184" y="121"/>
                    <a:pt x="186" y="121"/>
                    <a:pt x="187" y="121"/>
                  </a:cubicBezTo>
                  <a:cubicBezTo>
                    <a:pt x="188" y="121"/>
                    <a:pt x="190" y="121"/>
                    <a:pt x="191" y="121"/>
                  </a:cubicBezTo>
                  <a:cubicBezTo>
                    <a:pt x="211" y="121"/>
                    <a:pt x="226" y="105"/>
                    <a:pt x="226" y="86"/>
                  </a:cubicBezTo>
                  <a:cubicBezTo>
                    <a:pt x="226" y="68"/>
                    <a:pt x="212" y="53"/>
                    <a:pt x="195" y="51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IconShape"/>
            <p:cNvSpPr/>
            <p:nvPr/>
          </p:nvSpPr>
          <p:spPr bwMode="auto">
            <a:xfrm>
              <a:off x="8422709" y="3861871"/>
              <a:ext cx="560567" cy="303299"/>
            </a:xfrm>
            <a:custGeom>
              <a:avLst/>
              <a:gdLst>
                <a:gd name="T0" fmla="*/ 195 w 226"/>
                <a:gd name="T1" fmla="*/ 51 h 121"/>
                <a:gd name="T2" fmla="*/ 161 w 226"/>
                <a:gd name="T3" fmla="*/ 30 h 121"/>
                <a:gd name="T4" fmla="*/ 151 w 226"/>
                <a:gd name="T5" fmla="*/ 31 h 121"/>
                <a:gd name="T6" fmla="*/ 101 w 226"/>
                <a:gd name="T7" fmla="*/ 0 h 121"/>
                <a:gd name="T8" fmla="*/ 52 w 226"/>
                <a:gd name="T9" fmla="*/ 29 h 121"/>
                <a:gd name="T10" fmla="*/ 46 w 226"/>
                <a:gd name="T11" fmla="*/ 29 h 121"/>
                <a:gd name="T12" fmla="*/ 0 w 226"/>
                <a:gd name="T13" fmla="*/ 75 h 121"/>
                <a:gd name="T14" fmla="*/ 42 w 226"/>
                <a:gd name="T15" fmla="*/ 121 h 121"/>
                <a:gd name="T16" fmla="*/ 45 w 226"/>
                <a:gd name="T17" fmla="*/ 121 h 121"/>
                <a:gd name="T18" fmla="*/ 183 w 226"/>
                <a:gd name="T19" fmla="*/ 121 h 121"/>
                <a:gd name="T20" fmla="*/ 187 w 226"/>
                <a:gd name="T21" fmla="*/ 121 h 121"/>
                <a:gd name="T22" fmla="*/ 191 w 226"/>
                <a:gd name="T23" fmla="*/ 121 h 121"/>
                <a:gd name="T24" fmla="*/ 226 w 226"/>
                <a:gd name="T25" fmla="*/ 86 h 121"/>
                <a:gd name="T26" fmla="*/ 195 w 226"/>
                <a:gd name="T27" fmla="*/ 5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121">
                  <a:moveTo>
                    <a:pt x="195" y="51"/>
                  </a:moveTo>
                  <a:cubicBezTo>
                    <a:pt x="189" y="39"/>
                    <a:pt x="176" y="30"/>
                    <a:pt x="161" y="30"/>
                  </a:cubicBezTo>
                  <a:cubicBezTo>
                    <a:pt x="157" y="30"/>
                    <a:pt x="154" y="30"/>
                    <a:pt x="151" y="31"/>
                  </a:cubicBezTo>
                  <a:cubicBezTo>
                    <a:pt x="142" y="12"/>
                    <a:pt x="123" y="0"/>
                    <a:pt x="101" y="0"/>
                  </a:cubicBezTo>
                  <a:cubicBezTo>
                    <a:pt x="80" y="0"/>
                    <a:pt x="61" y="12"/>
                    <a:pt x="52" y="29"/>
                  </a:cubicBezTo>
                  <a:cubicBezTo>
                    <a:pt x="50" y="29"/>
                    <a:pt x="48" y="29"/>
                    <a:pt x="46" y="29"/>
                  </a:cubicBezTo>
                  <a:cubicBezTo>
                    <a:pt x="21" y="29"/>
                    <a:pt x="0" y="50"/>
                    <a:pt x="0" y="75"/>
                  </a:cubicBezTo>
                  <a:cubicBezTo>
                    <a:pt x="0" y="99"/>
                    <a:pt x="19" y="119"/>
                    <a:pt x="42" y="121"/>
                  </a:cubicBezTo>
                  <a:cubicBezTo>
                    <a:pt x="43" y="121"/>
                    <a:pt x="44" y="121"/>
                    <a:pt x="45" y="121"/>
                  </a:cubicBezTo>
                  <a:cubicBezTo>
                    <a:pt x="183" y="121"/>
                    <a:pt x="183" y="121"/>
                    <a:pt x="183" y="121"/>
                  </a:cubicBezTo>
                  <a:cubicBezTo>
                    <a:pt x="184" y="121"/>
                    <a:pt x="186" y="121"/>
                    <a:pt x="187" y="121"/>
                  </a:cubicBezTo>
                  <a:cubicBezTo>
                    <a:pt x="188" y="121"/>
                    <a:pt x="190" y="121"/>
                    <a:pt x="191" y="121"/>
                  </a:cubicBezTo>
                  <a:cubicBezTo>
                    <a:pt x="211" y="121"/>
                    <a:pt x="226" y="105"/>
                    <a:pt x="226" y="86"/>
                  </a:cubicBezTo>
                  <a:cubicBezTo>
                    <a:pt x="226" y="68"/>
                    <a:pt x="212" y="53"/>
                    <a:pt x="195" y="51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8" name="IconShape"/>
            <p:cNvSpPr/>
            <p:nvPr/>
          </p:nvSpPr>
          <p:spPr bwMode="auto">
            <a:xfrm>
              <a:off x="5668082" y="4405933"/>
              <a:ext cx="560567" cy="303299"/>
            </a:xfrm>
            <a:custGeom>
              <a:avLst/>
              <a:gdLst>
                <a:gd name="T0" fmla="*/ 195 w 226"/>
                <a:gd name="T1" fmla="*/ 51 h 121"/>
                <a:gd name="T2" fmla="*/ 161 w 226"/>
                <a:gd name="T3" fmla="*/ 30 h 121"/>
                <a:gd name="T4" fmla="*/ 151 w 226"/>
                <a:gd name="T5" fmla="*/ 31 h 121"/>
                <a:gd name="T6" fmla="*/ 101 w 226"/>
                <a:gd name="T7" fmla="*/ 0 h 121"/>
                <a:gd name="T8" fmla="*/ 52 w 226"/>
                <a:gd name="T9" fmla="*/ 29 h 121"/>
                <a:gd name="T10" fmla="*/ 46 w 226"/>
                <a:gd name="T11" fmla="*/ 29 h 121"/>
                <a:gd name="T12" fmla="*/ 0 w 226"/>
                <a:gd name="T13" fmla="*/ 75 h 121"/>
                <a:gd name="T14" fmla="*/ 42 w 226"/>
                <a:gd name="T15" fmla="*/ 121 h 121"/>
                <a:gd name="T16" fmla="*/ 45 w 226"/>
                <a:gd name="T17" fmla="*/ 121 h 121"/>
                <a:gd name="T18" fmla="*/ 183 w 226"/>
                <a:gd name="T19" fmla="*/ 121 h 121"/>
                <a:gd name="T20" fmla="*/ 187 w 226"/>
                <a:gd name="T21" fmla="*/ 121 h 121"/>
                <a:gd name="T22" fmla="*/ 191 w 226"/>
                <a:gd name="T23" fmla="*/ 121 h 121"/>
                <a:gd name="T24" fmla="*/ 226 w 226"/>
                <a:gd name="T25" fmla="*/ 86 h 121"/>
                <a:gd name="T26" fmla="*/ 195 w 226"/>
                <a:gd name="T27" fmla="*/ 5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121">
                  <a:moveTo>
                    <a:pt x="195" y="51"/>
                  </a:moveTo>
                  <a:cubicBezTo>
                    <a:pt x="189" y="39"/>
                    <a:pt x="176" y="30"/>
                    <a:pt x="161" y="30"/>
                  </a:cubicBezTo>
                  <a:cubicBezTo>
                    <a:pt x="157" y="30"/>
                    <a:pt x="154" y="30"/>
                    <a:pt x="151" y="31"/>
                  </a:cubicBezTo>
                  <a:cubicBezTo>
                    <a:pt x="142" y="12"/>
                    <a:pt x="123" y="0"/>
                    <a:pt x="101" y="0"/>
                  </a:cubicBezTo>
                  <a:cubicBezTo>
                    <a:pt x="80" y="0"/>
                    <a:pt x="61" y="12"/>
                    <a:pt x="52" y="29"/>
                  </a:cubicBezTo>
                  <a:cubicBezTo>
                    <a:pt x="50" y="29"/>
                    <a:pt x="48" y="29"/>
                    <a:pt x="46" y="29"/>
                  </a:cubicBezTo>
                  <a:cubicBezTo>
                    <a:pt x="21" y="29"/>
                    <a:pt x="0" y="50"/>
                    <a:pt x="0" y="75"/>
                  </a:cubicBezTo>
                  <a:cubicBezTo>
                    <a:pt x="0" y="99"/>
                    <a:pt x="19" y="119"/>
                    <a:pt x="42" y="121"/>
                  </a:cubicBezTo>
                  <a:cubicBezTo>
                    <a:pt x="43" y="121"/>
                    <a:pt x="44" y="121"/>
                    <a:pt x="45" y="121"/>
                  </a:cubicBezTo>
                  <a:cubicBezTo>
                    <a:pt x="183" y="121"/>
                    <a:pt x="183" y="121"/>
                    <a:pt x="183" y="121"/>
                  </a:cubicBezTo>
                  <a:cubicBezTo>
                    <a:pt x="184" y="121"/>
                    <a:pt x="186" y="121"/>
                    <a:pt x="187" y="121"/>
                  </a:cubicBezTo>
                  <a:cubicBezTo>
                    <a:pt x="188" y="121"/>
                    <a:pt x="190" y="121"/>
                    <a:pt x="191" y="121"/>
                  </a:cubicBezTo>
                  <a:cubicBezTo>
                    <a:pt x="211" y="121"/>
                    <a:pt x="226" y="105"/>
                    <a:pt x="226" y="86"/>
                  </a:cubicBezTo>
                  <a:cubicBezTo>
                    <a:pt x="226" y="68"/>
                    <a:pt x="212" y="53"/>
                    <a:pt x="195" y="51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9" name="IconShape"/>
            <p:cNvSpPr/>
            <p:nvPr/>
          </p:nvSpPr>
          <p:spPr bwMode="auto">
            <a:xfrm>
              <a:off x="6348371" y="4405933"/>
              <a:ext cx="560567" cy="303299"/>
            </a:xfrm>
            <a:custGeom>
              <a:avLst/>
              <a:gdLst>
                <a:gd name="T0" fmla="*/ 195 w 226"/>
                <a:gd name="T1" fmla="*/ 51 h 121"/>
                <a:gd name="T2" fmla="*/ 161 w 226"/>
                <a:gd name="T3" fmla="*/ 30 h 121"/>
                <a:gd name="T4" fmla="*/ 151 w 226"/>
                <a:gd name="T5" fmla="*/ 31 h 121"/>
                <a:gd name="T6" fmla="*/ 101 w 226"/>
                <a:gd name="T7" fmla="*/ 0 h 121"/>
                <a:gd name="T8" fmla="*/ 52 w 226"/>
                <a:gd name="T9" fmla="*/ 29 h 121"/>
                <a:gd name="T10" fmla="*/ 46 w 226"/>
                <a:gd name="T11" fmla="*/ 29 h 121"/>
                <a:gd name="T12" fmla="*/ 0 w 226"/>
                <a:gd name="T13" fmla="*/ 75 h 121"/>
                <a:gd name="T14" fmla="*/ 42 w 226"/>
                <a:gd name="T15" fmla="*/ 121 h 121"/>
                <a:gd name="T16" fmla="*/ 45 w 226"/>
                <a:gd name="T17" fmla="*/ 121 h 121"/>
                <a:gd name="T18" fmla="*/ 183 w 226"/>
                <a:gd name="T19" fmla="*/ 121 h 121"/>
                <a:gd name="T20" fmla="*/ 187 w 226"/>
                <a:gd name="T21" fmla="*/ 121 h 121"/>
                <a:gd name="T22" fmla="*/ 191 w 226"/>
                <a:gd name="T23" fmla="*/ 121 h 121"/>
                <a:gd name="T24" fmla="*/ 226 w 226"/>
                <a:gd name="T25" fmla="*/ 86 h 121"/>
                <a:gd name="T26" fmla="*/ 195 w 226"/>
                <a:gd name="T27" fmla="*/ 5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121">
                  <a:moveTo>
                    <a:pt x="195" y="51"/>
                  </a:moveTo>
                  <a:cubicBezTo>
                    <a:pt x="189" y="39"/>
                    <a:pt x="176" y="30"/>
                    <a:pt x="161" y="30"/>
                  </a:cubicBezTo>
                  <a:cubicBezTo>
                    <a:pt x="157" y="30"/>
                    <a:pt x="154" y="30"/>
                    <a:pt x="151" y="31"/>
                  </a:cubicBezTo>
                  <a:cubicBezTo>
                    <a:pt x="142" y="12"/>
                    <a:pt x="123" y="0"/>
                    <a:pt x="101" y="0"/>
                  </a:cubicBezTo>
                  <a:cubicBezTo>
                    <a:pt x="80" y="0"/>
                    <a:pt x="61" y="12"/>
                    <a:pt x="52" y="29"/>
                  </a:cubicBezTo>
                  <a:cubicBezTo>
                    <a:pt x="50" y="29"/>
                    <a:pt x="48" y="29"/>
                    <a:pt x="46" y="29"/>
                  </a:cubicBezTo>
                  <a:cubicBezTo>
                    <a:pt x="21" y="29"/>
                    <a:pt x="0" y="50"/>
                    <a:pt x="0" y="75"/>
                  </a:cubicBezTo>
                  <a:cubicBezTo>
                    <a:pt x="0" y="99"/>
                    <a:pt x="19" y="119"/>
                    <a:pt x="42" y="121"/>
                  </a:cubicBezTo>
                  <a:cubicBezTo>
                    <a:pt x="43" y="121"/>
                    <a:pt x="44" y="121"/>
                    <a:pt x="45" y="121"/>
                  </a:cubicBezTo>
                  <a:cubicBezTo>
                    <a:pt x="183" y="121"/>
                    <a:pt x="183" y="121"/>
                    <a:pt x="183" y="121"/>
                  </a:cubicBezTo>
                  <a:cubicBezTo>
                    <a:pt x="184" y="121"/>
                    <a:pt x="186" y="121"/>
                    <a:pt x="187" y="121"/>
                  </a:cubicBezTo>
                  <a:cubicBezTo>
                    <a:pt x="188" y="121"/>
                    <a:pt x="190" y="121"/>
                    <a:pt x="191" y="121"/>
                  </a:cubicBezTo>
                  <a:cubicBezTo>
                    <a:pt x="211" y="121"/>
                    <a:pt x="226" y="105"/>
                    <a:pt x="226" y="86"/>
                  </a:cubicBezTo>
                  <a:cubicBezTo>
                    <a:pt x="226" y="68"/>
                    <a:pt x="212" y="53"/>
                    <a:pt x="195" y="51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0" name="IconShape"/>
            <p:cNvSpPr/>
            <p:nvPr/>
          </p:nvSpPr>
          <p:spPr bwMode="auto">
            <a:xfrm>
              <a:off x="7028660" y="4405933"/>
              <a:ext cx="560567" cy="303299"/>
            </a:xfrm>
            <a:custGeom>
              <a:avLst/>
              <a:gdLst>
                <a:gd name="T0" fmla="*/ 195 w 226"/>
                <a:gd name="T1" fmla="*/ 51 h 121"/>
                <a:gd name="T2" fmla="*/ 161 w 226"/>
                <a:gd name="T3" fmla="*/ 30 h 121"/>
                <a:gd name="T4" fmla="*/ 151 w 226"/>
                <a:gd name="T5" fmla="*/ 31 h 121"/>
                <a:gd name="T6" fmla="*/ 101 w 226"/>
                <a:gd name="T7" fmla="*/ 0 h 121"/>
                <a:gd name="T8" fmla="*/ 52 w 226"/>
                <a:gd name="T9" fmla="*/ 29 h 121"/>
                <a:gd name="T10" fmla="*/ 46 w 226"/>
                <a:gd name="T11" fmla="*/ 29 h 121"/>
                <a:gd name="T12" fmla="*/ 0 w 226"/>
                <a:gd name="T13" fmla="*/ 75 h 121"/>
                <a:gd name="T14" fmla="*/ 42 w 226"/>
                <a:gd name="T15" fmla="*/ 121 h 121"/>
                <a:gd name="T16" fmla="*/ 45 w 226"/>
                <a:gd name="T17" fmla="*/ 121 h 121"/>
                <a:gd name="T18" fmla="*/ 183 w 226"/>
                <a:gd name="T19" fmla="*/ 121 h 121"/>
                <a:gd name="T20" fmla="*/ 187 w 226"/>
                <a:gd name="T21" fmla="*/ 121 h 121"/>
                <a:gd name="T22" fmla="*/ 191 w 226"/>
                <a:gd name="T23" fmla="*/ 121 h 121"/>
                <a:gd name="T24" fmla="*/ 226 w 226"/>
                <a:gd name="T25" fmla="*/ 86 h 121"/>
                <a:gd name="T26" fmla="*/ 195 w 226"/>
                <a:gd name="T27" fmla="*/ 5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121">
                  <a:moveTo>
                    <a:pt x="195" y="51"/>
                  </a:moveTo>
                  <a:cubicBezTo>
                    <a:pt x="189" y="39"/>
                    <a:pt x="176" y="30"/>
                    <a:pt x="161" y="30"/>
                  </a:cubicBezTo>
                  <a:cubicBezTo>
                    <a:pt x="157" y="30"/>
                    <a:pt x="154" y="30"/>
                    <a:pt x="151" y="31"/>
                  </a:cubicBezTo>
                  <a:cubicBezTo>
                    <a:pt x="142" y="12"/>
                    <a:pt x="123" y="0"/>
                    <a:pt x="101" y="0"/>
                  </a:cubicBezTo>
                  <a:cubicBezTo>
                    <a:pt x="80" y="0"/>
                    <a:pt x="61" y="12"/>
                    <a:pt x="52" y="29"/>
                  </a:cubicBezTo>
                  <a:cubicBezTo>
                    <a:pt x="50" y="29"/>
                    <a:pt x="48" y="29"/>
                    <a:pt x="46" y="29"/>
                  </a:cubicBezTo>
                  <a:cubicBezTo>
                    <a:pt x="21" y="29"/>
                    <a:pt x="0" y="50"/>
                    <a:pt x="0" y="75"/>
                  </a:cubicBezTo>
                  <a:cubicBezTo>
                    <a:pt x="0" y="99"/>
                    <a:pt x="19" y="119"/>
                    <a:pt x="42" y="121"/>
                  </a:cubicBezTo>
                  <a:cubicBezTo>
                    <a:pt x="43" y="121"/>
                    <a:pt x="44" y="121"/>
                    <a:pt x="45" y="121"/>
                  </a:cubicBezTo>
                  <a:cubicBezTo>
                    <a:pt x="183" y="121"/>
                    <a:pt x="183" y="121"/>
                    <a:pt x="183" y="121"/>
                  </a:cubicBezTo>
                  <a:cubicBezTo>
                    <a:pt x="184" y="121"/>
                    <a:pt x="186" y="121"/>
                    <a:pt x="187" y="121"/>
                  </a:cubicBezTo>
                  <a:cubicBezTo>
                    <a:pt x="188" y="121"/>
                    <a:pt x="190" y="121"/>
                    <a:pt x="191" y="121"/>
                  </a:cubicBezTo>
                  <a:cubicBezTo>
                    <a:pt x="211" y="121"/>
                    <a:pt x="226" y="105"/>
                    <a:pt x="226" y="86"/>
                  </a:cubicBezTo>
                  <a:cubicBezTo>
                    <a:pt x="226" y="68"/>
                    <a:pt x="212" y="53"/>
                    <a:pt x="195" y="51"/>
                  </a:cubicBezTo>
                  <a:close/>
                </a:path>
              </a:pathLst>
            </a:custGeom>
            <a:solidFill>
              <a:schemeClr val="accent1">
                <a:lumMod val="10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1" name="IconShape"/>
            <p:cNvSpPr/>
            <p:nvPr/>
          </p:nvSpPr>
          <p:spPr bwMode="auto">
            <a:xfrm>
              <a:off x="7708949" y="4405933"/>
              <a:ext cx="560567" cy="303299"/>
            </a:xfrm>
            <a:custGeom>
              <a:avLst/>
              <a:gdLst>
                <a:gd name="T0" fmla="*/ 195 w 226"/>
                <a:gd name="T1" fmla="*/ 51 h 121"/>
                <a:gd name="T2" fmla="*/ 161 w 226"/>
                <a:gd name="T3" fmla="*/ 30 h 121"/>
                <a:gd name="T4" fmla="*/ 151 w 226"/>
                <a:gd name="T5" fmla="*/ 31 h 121"/>
                <a:gd name="T6" fmla="*/ 101 w 226"/>
                <a:gd name="T7" fmla="*/ 0 h 121"/>
                <a:gd name="T8" fmla="*/ 52 w 226"/>
                <a:gd name="T9" fmla="*/ 29 h 121"/>
                <a:gd name="T10" fmla="*/ 46 w 226"/>
                <a:gd name="T11" fmla="*/ 29 h 121"/>
                <a:gd name="T12" fmla="*/ 0 w 226"/>
                <a:gd name="T13" fmla="*/ 75 h 121"/>
                <a:gd name="T14" fmla="*/ 42 w 226"/>
                <a:gd name="T15" fmla="*/ 121 h 121"/>
                <a:gd name="T16" fmla="*/ 45 w 226"/>
                <a:gd name="T17" fmla="*/ 121 h 121"/>
                <a:gd name="T18" fmla="*/ 183 w 226"/>
                <a:gd name="T19" fmla="*/ 121 h 121"/>
                <a:gd name="T20" fmla="*/ 187 w 226"/>
                <a:gd name="T21" fmla="*/ 121 h 121"/>
                <a:gd name="T22" fmla="*/ 191 w 226"/>
                <a:gd name="T23" fmla="*/ 121 h 121"/>
                <a:gd name="T24" fmla="*/ 226 w 226"/>
                <a:gd name="T25" fmla="*/ 86 h 121"/>
                <a:gd name="T26" fmla="*/ 195 w 226"/>
                <a:gd name="T27" fmla="*/ 5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121">
                  <a:moveTo>
                    <a:pt x="195" y="51"/>
                  </a:moveTo>
                  <a:cubicBezTo>
                    <a:pt x="189" y="39"/>
                    <a:pt x="176" y="30"/>
                    <a:pt x="161" y="30"/>
                  </a:cubicBezTo>
                  <a:cubicBezTo>
                    <a:pt x="157" y="30"/>
                    <a:pt x="154" y="30"/>
                    <a:pt x="151" y="31"/>
                  </a:cubicBezTo>
                  <a:cubicBezTo>
                    <a:pt x="142" y="12"/>
                    <a:pt x="123" y="0"/>
                    <a:pt x="101" y="0"/>
                  </a:cubicBezTo>
                  <a:cubicBezTo>
                    <a:pt x="80" y="0"/>
                    <a:pt x="61" y="12"/>
                    <a:pt x="52" y="29"/>
                  </a:cubicBezTo>
                  <a:cubicBezTo>
                    <a:pt x="50" y="29"/>
                    <a:pt x="48" y="29"/>
                    <a:pt x="46" y="29"/>
                  </a:cubicBezTo>
                  <a:cubicBezTo>
                    <a:pt x="21" y="29"/>
                    <a:pt x="0" y="50"/>
                    <a:pt x="0" y="75"/>
                  </a:cubicBezTo>
                  <a:cubicBezTo>
                    <a:pt x="0" y="99"/>
                    <a:pt x="19" y="119"/>
                    <a:pt x="42" y="121"/>
                  </a:cubicBezTo>
                  <a:cubicBezTo>
                    <a:pt x="43" y="121"/>
                    <a:pt x="44" y="121"/>
                    <a:pt x="45" y="121"/>
                  </a:cubicBezTo>
                  <a:cubicBezTo>
                    <a:pt x="183" y="121"/>
                    <a:pt x="183" y="121"/>
                    <a:pt x="183" y="121"/>
                  </a:cubicBezTo>
                  <a:cubicBezTo>
                    <a:pt x="184" y="121"/>
                    <a:pt x="186" y="121"/>
                    <a:pt x="187" y="121"/>
                  </a:cubicBezTo>
                  <a:cubicBezTo>
                    <a:pt x="188" y="121"/>
                    <a:pt x="190" y="121"/>
                    <a:pt x="191" y="121"/>
                  </a:cubicBezTo>
                  <a:cubicBezTo>
                    <a:pt x="211" y="121"/>
                    <a:pt x="226" y="105"/>
                    <a:pt x="226" y="86"/>
                  </a:cubicBezTo>
                  <a:cubicBezTo>
                    <a:pt x="226" y="68"/>
                    <a:pt x="212" y="53"/>
                    <a:pt x="195" y="5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22" name="IconShape"/>
            <p:cNvSpPr/>
            <p:nvPr/>
          </p:nvSpPr>
          <p:spPr bwMode="auto">
            <a:xfrm>
              <a:off x="8389238" y="4405933"/>
              <a:ext cx="560567" cy="303299"/>
            </a:xfrm>
            <a:custGeom>
              <a:avLst/>
              <a:gdLst>
                <a:gd name="T0" fmla="*/ 195 w 226"/>
                <a:gd name="T1" fmla="*/ 51 h 121"/>
                <a:gd name="T2" fmla="*/ 161 w 226"/>
                <a:gd name="T3" fmla="*/ 30 h 121"/>
                <a:gd name="T4" fmla="*/ 151 w 226"/>
                <a:gd name="T5" fmla="*/ 31 h 121"/>
                <a:gd name="T6" fmla="*/ 101 w 226"/>
                <a:gd name="T7" fmla="*/ 0 h 121"/>
                <a:gd name="T8" fmla="*/ 52 w 226"/>
                <a:gd name="T9" fmla="*/ 29 h 121"/>
                <a:gd name="T10" fmla="*/ 46 w 226"/>
                <a:gd name="T11" fmla="*/ 29 h 121"/>
                <a:gd name="T12" fmla="*/ 0 w 226"/>
                <a:gd name="T13" fmla="*/ 75 h 121"/>
                <a:gd name="T14" fmla="*/ 42 w 226"/>
                <a:gd name="T15" fmla="*/ 121 h 121"/>
                <a:gd name="T16" fmla="*/ 45 w 226"/>
                <a:gd name="T17" fmla="*/ 121 h 121"/>
                <a:gd name="T18" fmla="*/ 183 w 226"/>
                <a:gd name="T19" fmla="*/ 121 h 121"/>
                <a:gd name="T20" fmla="*/ 187 w 226"/>
                <a:gd name="T21" fmla="*/ 121 h 121"/>
                <a:gd name="T22" fmla="*/ 191 w 226"/>
                <a:gd name="T23" fmla="*/ 121 h 121"/>
                <a:gd name="T24" fmla="*/ 226 w 226"/>
                <a:gd name="T25" fmla="*/ 86 h 121"/>
                <a:gd name="T26" fmla="*/ 195 w 226"/>
                <a:gd name="T27" fmla="*/ 5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6" h="121">
                  <a:moveTo>
                    <a:pt x="195" y="51"/>
                  </a:moveTo>
                  <a:cubicBezTo>
                    <a:pt x="189" y="39"/>
                    <a:pt x="176" y="30"/>
                    <a:pt x="161" y="30"/>
                  </a:cubicBezTo>
                  <a:cubicBezTo>
                    <a:pt x="157" y="30"/>
                    <a:pt x="154" y="30"/>
                    <a:pt x="151" y="31"/>
                  </a:cubicBezTo>
                  <a:cubicBezTo>
                    <a:pt x="142" y="12"/>
                    <a:pt x="123" y="0"/>
                    <a:pt x="101" y="0"/>
                  </a:cubicBezTo>
                  <a:cubicBezTo>
                    <a:pt x="80" y="0"/>
                    <a:pt x="61" y="12"/>
                    <a:pt x="52" y="29"/>
                  </a:cubicBezTo>
                  <a:cubicBezTo>
                    <a:pt x="50" y="29"/>
                    <a:pt x="48" y="29"/>
                    <a:pt x="46" y="29"/>
                  </a:cubicBezTo>
                  <a:cubicBezTo>
                    <a:pt x="21" y="29"/>
                    <a:pt x="0" y="50"/>
                    <a:pt x="0" y="75"/>
                  </a:cubicBezTo>
                  <a:cubicBezTo>
                    <a:pt x="0" y="99"/>
                    <a:pt x="19" y="119"/>
                    <a:pt x="42" y="121"/>
                  </a:cubicBezTo>
                  <a:cubicBezTo>
                    <a:pt x="43" y="121"/>
                    <a:pt x="44" y="121"/>
                    <a:pt x="45" y="121"/>
                  </a:cubicBezTo>
                  <a:cubicBezTo>
                    <a:pt x="183" y="121"/>
                    <a:pt x="183" y="121"/>
                    <a:pt x="183" y="121"/>
                  </a:cubicBezTo>
                  <a:cubicBezTo>
                    <a:pt x="184" y="121"/>
                    <a:pt x="186" y="121"/>
                    <a:pt x="187" y="121"/>
                  </a:cubicBezTo>
                  <a:cubicBezTo>
                    <a:pt x="188" y="121"/>
                    <a:pt x="190" y="121"/>
                    <a:pt x="191" y="121"/>
                  </a:cubicBezTo>
                  <a:cubicBezTo>
                    <a:pt x="211" y="121"/>
                    <a:pt x="226" y="105"/>
                    <a:pt x="226" y="86"/>
                  </a:cubicBezTo>
                  <a:cubicBezTo>
                    <a:pt x="226" y="68"/>
                    <a:pt x="212" y="53"/>
                    <a:pt x="195" y="5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Here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 text here.</a:t>
            </a:r>
            <a:endParaRPr lang="en-US" altLang="zh-CN"/>
          </a:p>
          <a:p>
            <a:pPr lvl="0"/>
            <a:r>
              <a:rPr lang="en-US" altLang="zh-CN"/>
              <a:t>When you copy &amp; apaste, choose "keep text only" option.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473158" y="5247366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>
                    <a:lumMod val="85000"/>
                  </a:schemeClr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/04</a:t>
            </a:r>
            <a:endParaRPr lang="zh-CN" altLang="en-US" spc="100" dirty="0">
              <a:solidFill>
                <a:schemeClr val="bg1">
                  <a:lumMod val="85000"/>
                </a:schemeClr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3" name="32c57115-9959-4ddd-b9ae-9de8b69541f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1512" y="1515021"/>
            <a:ext cx="10857744" cy="3820210"/>
            <a:chOff x="671512" y="1515021"/>
            <a:chExt cx="10857744" cy="3820210"/>
          </a:xfrm>
        </p:grpSpPr>
        <p:sp>
          <p:nvSpPr>
            <p:cNvPr id="34" name="íṣ1ïdè"/>
            <p:cNvSpPr/>
            <p:nvPr/>
          </p:nvSpPr>
          <p:spPr>
            <a:xfrm>
              <a:off x="671512" y="1549968"/>
              <a:ext cx="10848976" cy="2703299"/>
            </a:xfrm>
            <a:prstGeom prst="rect">
              <a:avLst/>
            </a:prstGeom>
            <a:blipFill>
              <a:blip r:embed="rId2"/>
              <a:stretch>
                <a:fillRect t="-84168" b="-8338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altLang="zh-CN" dirty="0"/>
            </a:p>
          </p:txBody>
        </p:sp>
        <p:sp>
          <p:nvSpPr>
            <p:cNvPr id="35" name="ïsḷiḑê"/>
            <p:cNvSpPr/>
            <p:nvPr/>
          </p:nvSpPr>
          <p:spPr>
            <a:xfrm>
              <a:off x="4267577" y="1540421"/>
              <a:ext cx="3619173" cy="1872208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/>
          </p:txBody>
        </p:sp>
        <p:sp>
          <p:nvSpPr>
            <p:cNvPr id="36" name="iṩlïḍê"/>
            <p:cNvSpPr/>
            <p:nvPr/>
          </p:nvSpPr>
          <p:spPr>
            <a:xfrm>
              <a:off x="4267577" y="3412629"/>
              <a:ext cx="3619173" cy="84063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solidFill>
                    <a:schemeClr val="bg1"/>
                  </a:solidFill>
                </a:rPr>
                <a:t>Text here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ïŝļïḑé"/>
            <p:cNvSpPr/>
            <p:nvPr/>
          </p:nvSpPr>
          <p:spPr>
            <a:xfrm>
              <a:off x="4283251" y="4425810"/>
              <a:ext cx="3616509" cy="909421"/>
            </a:xfrm>
            <a:prstGeom prst="rect">
              <a:avLst/>
            </a:prstGeom>
          </p:spPr>
          <p:txBody>
            <a:bodyPr wrap="square" lIns="90000" tIns="46800" rIns="90000" bIns="46800" anchor="t" anchorCtr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100" dirty="0"/>
                <a:t>When you copy &amp; paste, choose "keep text only" option.</a:t>
              </a:r>
              <a:endParaRPr lang="en-US" altLang="zh-CN" sz="1100" dirty="0"/>
            </a:p>
          </p:txBody>
        </p:sp>
        <p:sp>
          <p:nvSpPr>
            <p:cNvPr id="38" name="îṧľiḍê"/>
            <p:cNvSpPr/>
            <p:nvPr/>
          </p:nvSpPr>
          <p:spPr>
            <a:xfrm>
              <a:off x="7888304" y="1540421"/>
              <a:ext cx="3632184" cy="1872208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/>
          </p:txBody>
        </p:sp>
        <p:sp>
          <p:nvSpPr>
            <p:cNvPr id="39" name="îṩlïḍé"/>
            <p:cNvSpPr/>
            <p:nvPr/>
          </p:nvSpPr>
          <p:spPr>
            <a:xfrm>
              <a:off x="7888304" y="3412629"/>
              <a:ext cx="3632184" cy="84063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en-US" altLang="zh-CN" b="1" dirty="0">
                  <a:solidFill>
                    <a:schemeClr val="bg1"/>
                  </a:solidFill>
                </a:rPr>
                <a:t>Text here</a:t>
              </a:r>
              <a:endParaRPr lang="en-US" altLang="zh-CN" b="1" dirty="0">
                <a:solidFill>
                  <a:schemeClr val="bg1"/>
                </a:solidFill>
              </a:endParaRPr>
            </a:p>
          </p:txBody>
        </p:sp>
        <p:sp>
          <p:nvSpPr>
            <p:cNvPr id="40" name="iSlíďé"/>
            <p:cNvSpPr/>
            <p:nvPr/>
          </p:nvSpPr>
          <p:spPr bwMode="auto">
            <a:xfrm>
              <a:off x="9047195" y="1980021"/>
              <a:ext cx="1183163" cy="1108966"/>
            </a:xfrm>
            <a:custGeom>
              <a:avLst/>
              <a:gdLst>
                <a:gd name="connsiteX0" fmla="*/ 270747 w 607639"/>
                <a:gd name="connsiteY0" fmla="*/ 364682 h 569534"/>
                <a:gd name="connsiteX1" fmla="*/ 375972 w 607639"/>
                <a:gd name="connsiteY1" fmla="*/ 399423 h 569534"/>
                <a:gd name="connsiteX2" fmla="*/ 336891 w 607639"/>
                <a:gd name="connsiteY2" fmla="*/ 415771 h 569534"/>
                <a:gd name="connsiteX3" fmla="*/ 231666 w 607639"/>
                <a:gd name="connsiteY3" fmla="*/ 381031 h 569534"/>
                <a:gd name="connsiteX4" fmla="*/ 0 w 607639"/>
                <a:gd name="connsiteY4" fmla="*/ 342454 h 569534"/>
                <a:gd name="connsiteX5" fmla="*/ 319591 w 607639"/>
                <a:gd name="connsiteY5" fmla="*/ 448040 h 569534"/>
                <a:gd name="connsiteX6" fmla="*/ 319591 w 607639"/>
                <a:gd name="connsiteY6" fmla="*/ 569534 h 569534"/>
                <a:gd name="connsiteX7" fmla="*/ 0 w 607639"/>
                <a:gd name="connsiteY7" fmla="*/ 464037 h 569534"/>
                <a:gd name="connsiteX8" fmla="*/ 607639 w 607639"/>
                <a:gd name="connsiteY8" fmla="*/ 341396 h 569534"/>
                <a:gd name="connsiteX9" fmla="*/ 607639 w 607639"/>
                <a:gd name="connsiteY9" fmla="*/ 354371 h 569534"/>
                <a:gd name="connsiteX10" fmla="*/ 607639 w 607639"/>
                <a:gd name="connsiteY10" fmla="*/ 462969 h 569534"/>
                <a:gd name="connsiteX11" fmla="*/ 355650 w 607639"/>
                <a:gd name="connsiteY11" fmla="*/ 568546 h 569534"/>
                <a:gd name="connsiteX12" fmla="*/ 355650 w 607639"/>
                <a:gd name="connsiteY12" fmla="*/ 446973 h 569534"/>
                <a:gd name="connsiteX13" fmla="*/ 250719 w 607639"/>
                <a:gd name="connsiteY13" fmla="*/ 212402 h 569534"/>
                <a:gd name="connsiteX14" fmla="*/ 250719 w 607639"/>
                <a:gd name="connsiteY14" fmla="*/ 333901 h 569534"/>
                <a:gd name="connsiteX15" fmla="*/ 179518 w 607639"/>
                <a:gd name="connsiteY15" fmla="*/ 363765 h 569534"/>
                <a:gd name="connsiteX16" fmla="*/ 17359 w 607639"/>
                <a:gd name="connsiteY16" fmla="*/ 310170 h 569534"/>
                <a:gd name="connsiteX17" fmla="*/ 286849 w 607639"/>
                <a:gd name="connsiteY17" fmla="*/ 112623 h 569534"/>
                <a:gd name="connsiteX18" fmla="*/ 499404 w 607639"/>
                <a:gd name="connsiteY18" fmla="*/ 182829 h 569534"/>
                <a:gd name="connsiteX19" fmla="*/ 607639 w 607639"/>
                <a:gd name="connsiteY19" fmla="*/ 137506 h 569534"/>
                <a:gd name="connsiteX20" fmla="*/ 607639 w 607639"/>
                <a:gd name="connsiteY20" fmla="*/ 302357 h 569534"/>
                <a:gd name="connsiteX21" fmla="*/ 426594 w 607639"/>
                <a:gd name="connsiteY21" fmla="*/ 378161 h 569534"/>
                <a:gd name="connsiteX22" fmla="*/ 286849 w 607639"/>
                <a:gd name="connsiteY22" fmla="*/ 332039 h 569534"/>
                <a:gd name="connsiteX23" fmla="*/ 269245 w 607639"/>
                <a:gd name="connsiteY23" fmla="*/ 0 h 569534"/>
                <a:gd name="connsiteX24" fmla="*/ 589716 w 607639"/>
                <a:gd name="connsiteY24" fmla="*/ 105883 h 569534"/>
                <a:gd name="connsiteX25" fmla="*/ 497873 w 607639"/>
                <a:gd name="connsiteY25" fmla="*/ 144377 h 569534"/>
                <a:gd name="connsiteX26" fmla="*/ 177402 w 607639"/>
                <a:gd name="connsiteY26" fmla="*/ 38495 h 56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7639" h="569534">
                  <a:moveTo>
                    <a:pt x="270747" y="364682"/>
                  </a:moveTo>
                  <a:lnTo>
                    <a:pt x="375972" y="399423"/>
                  </a:lnTo>
                  <a:lnTo>
                    <a:pt x="336891" y="415771"/>
                  </a:lnTo>
                  <a:lnTo>
                    <a:pt x="231666" y="381031"/>
                  </a:lnTo>
                  <a:close/>
                  <a:moveTo>
                    <a:pt x="0" y="342454"/>
                  </a:moveTo>
                  <a:lnTo>
                    <a:pt x="319591" y="448040"/>
                  </a:lnTo>
                  <a:lnTo>
                    <a:pt x="319591" y="569534"/>
                  </a:lnTo>
                  <a:lnTo>
                    <a:pt x="0" y="464037"/>
                  </a:lnTo>
                  <a:close/>
                  <a:moveTo>
                    <a:pt x="607639" y="341396"/>
                  </a:moveTo>
                  <a:lnTo>
                    <a:pt x="607639" y="354371"/>
                  </a:lnTo>
                  <a:lnTo>
                    <a:pt x="607639" y="462969"/>
                  </a:lnTo>
                  <a:lnTo>
                    <a:pt x="355650" y="568546"/>
                  </a:lnTo>
                  <a:lnTo>
                    <a:pt x="355650" y="446973"/>
                  </a:lnTo>
                  <a:close/>
                  <a:moveTo>
                    <a:pt x="250719" y="212402"/>
                  </a:moveTo>
                  <a:lnTo>
                    <a:pt x="250719" y="333901"/>
                  </a:lnTo>
                  <a:lnTo>
                    <a:pt x="179518" y="363765"/>
                  </a:lnTo>
                  <a:lnTo>
                    <a:pt x="17359" y="310170"/>
                  </a:lnTo>
                  <a:close/>
                  <a:moveTo>
                    <a:pt x="286849" y="112623"/>
                  </a:moveTo>
                  <a:lnTo>
                    <a:pt x="499404" y="182829"/>
                  </a:lnTo>
                  <a:lnTo>
                    <a:pt x="607639" y="137506"/>
                  </a:lnTo>
                  <a:lnTo>
                    <a:pt x="607639" y="302357"/>
                  </a:lnTo>
                  <a:lnTo>
                    <a:pt x="426594" y="378161"/>
                  </a:lnTo>
                  <a:lnTo>
                    <a:pt x="286849" y="332039"/>
                  </a:lnTo>
                  <a:close/>
                  <a:moveTo>
                    <a:pt x="269245" y="0"/>
                  </a:moveTo>
                  <a:lnTo>
                    <a:pt x="589716" y="105883"/>
                  </a:lnTo>
                  <a:lnTo>
                    <a:pt x="497873" y="144377"/>
                  </a:lnTo>
                  <a:lnTo>
                    <a:pt x="177402" y="384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/>
            </a:p>
          </p:txBody>
        </p:sp>
        <p:cxnSp>
          <p:nvCxnSpPr>
            <p:cNvPr id="41" name="直接连接符 40"/>
            <p:cNvCxnSpPr/>
            <p:nvPr/>
          </p:nvCxnSpPr>
          <p:spPr>
            <a:xfrm>
              <a:off x="7906253" y="4325397"/>
              <a:ext cx="0" cy="992182"/>
            </a:xfrm>
            <a:prstGeom prst="line">
              <a:avLst/>
            </a:prstGeom>
            <a:ln w="635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7894032" y="1515021"/>
              <a:ext cx="0" cy="2879179"/>
            </a:xfrm>
            <a:prstGeom prst="line">
              <a:avLst/>
            </a:prstGeom>
            <a:ln w="317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ï$1îḓè"/>
            <p:cNvGrpSpPr/>
            <p:nvPr/>
          </p:nvGrpSpPr>
          <p:grpSpPr>
            <a:xfrm>
              <a:off x="5239779" y="2037031"/>
              <a:ext cx="1674773" cy="926812"/>
              <a:chOff x="5078928" y="1967951"/>
              <a:chExt cx="1924426" cy="1064971"/>
            </a:xfrm>
          </p:grpSpPr>
          <p:sp>
            <p:nvSpPr>
              <p:cNvPr id="45" name="i$lîḑê"/>
              <p:cNvSpPr/>
              <p:nvPr/>
            </p:nvSpPr>
            <p:spPr bwMode="auto">
              <a:xfrm>
                <a:off x="5078928" y="2226375"/>
                <a:ext cx="724343" cy="723326"/>
              </a:xfrm>
              <a:custGeom>
                <a:avLst/>
                <a:gdLst>
                  <a:gd name="connsiteX0" fmla="*/ 222539 w 607614"/>
                  <a:gd name="connsiteY0" fmla="*/ 525607 h 606761"/>
                  <a:gd name="connsiteX1" fmla="*/ 212665 w 607614"/>
                  <a:gd name="connsiteY1" fmla="*/ 536225 h 606761"/>
                  <a:gd name="connsiteX2" fmla="*/ 222539 w 607614"/>
                  <a:gd name="connsiteY2" fmla="*/ 546085 h 606761"/>
                  <a:gd name="connsiteX3" fmla="*/ 385076 w 607614"/>
                  <a:gd name="connsiteY3" fmla="*/ 546085 h 606761"/>
                  <a:gd name="connsiteX4" fmla="*/ 394949 w 607614"/>
                  <a:gd name="connsiteY4" fmla="*/ 536225 h 606761"/>
                  <a:gd name="connsiteX5" fmla="*/ 385076 w 607614"/>
                  <a:gd name="connsiteY5" fmla="*/ 525607 h 606761"/>
                  <a:gd name="connsiteX6" fmla="*/ 350897 w 607614"/>
                  <a:gd name="connsiteY6" fmla="*/ 395153 h 606761"/>
                  <a:gd name="connsiteX7" fmla="*/ 347100 w 607614"/>
                  <a:gd name="connsiteY7" fmla="*/ 397428 h 606761"/>
                  <a:gd name="connsiteX8" fmla="*/ 316719 w 607614"/>
                  <a:gd name="connsiteY8" fmla="*/ 427766 h 606761"/>
                  <a:gd name="connsiteX9" fmla="*/ 316719 w 607614"/>
                  <a:gd name="connsiteY9" fmla="*/ 442177 h 606761"/>
                  <a:gd name="connsiteX10" fmla="*/ 324314 w 607614"/>
                  <a:gd name="connsiteY10" fmla="*/ 445211 h 606761"/>
                  <a:gd name="connsiteX11" fmla="*/ 331150 w 607614"/>
                  <a:gd name="connsiteY11" fmla="*/ 442177 h 606761"/>
                  <a:gd name="connsiteX12" fmla="*/ 344062 w 607614"/>
                  <a:gd name="connsiteY12" fmla="*/ 429283 h 606761"/>
                  <a:gd name="connsiteX13" fmla="*/ 344062 w 607614"/>
                  <a:gd name="connsiteY13" fmla="*/ 495269 h 606761"/>
                  <a:gd name="connsiteX14" fmla="*/ 354695 w 607614"/>
                  <a:gd name="connsiteY14" fmla="*/ 505887 h 606761"/>
                  <a:gd name="connsiteX15" fmla="*/ 364569 w 607614"/>
                  <a:gd name="connsiteY15" fmla="*/ 495269 h 606761"/>
                  <a:gd name="connsiteX16" fmla="*/ 364569 w 607614"/>
                  <a:gd name="connsiteY16" fmla="*/ 429283 h 606761"/>
                  <a:gd name="connsiteX17" fmla="*/ 377480 w 607614"/>
                  <a:gd name="connsiteY17" fmla="*/ 442177 h 606761"/>
                  <a:gd name="connsiteX18" fmla="*/ 385076 w 607614"/>
                  <a:gd name="connsiteY18" fmla="*/ 445211 h 606761"/>
                  <a:gd name="connsiteX19" fmla="*/ 391911 w 607614"/>
                  <a:gd name="connsiteY19" fmla="*/ 442177 h 606761"/>
                  <a:gd name="connsiteX20" fmla="*/ 391911 w 607614"/>
                  <a:gd name="connsiteY20" fmla="*/ 427766 h 606761"/>
                  <a:gd name="connsiteX21" fmla="*/ 361530 w 607614"/>
                  <a:gd name="connsiteY21" fmla="*/ 397428 h 606761"/>
                  <a:gd name="connsiteX22" fmla="*/ 358492 w 607614"/>
                  <a:gd name="connsiteY22" fmla="*/ 395153 h 606761"/>
                  <a:gd name="connsiteX23" fmla="*/ 350897 w 607614"/>
                  <a:gd name="connsiteY23" fmla="*/ 395153 h 606761"/>
                  <a:gd name="connsiteX24" fmla="*/ 249122 w 607614"/>
                  <a:gd name="connsiteY24" fmla="*/ 395153 h 606761"/>
                  <a:gd name="connsiteX25" fmla="*/ 246084 w 607614"/>
                  <a:gd name="connsiteY25" fmla="*/ 397428 h 606761"/>
                  <a:gd name="connsiteX26" fmla="*/ 215703 w 607614"/>
                  <a:gd name="connsiteY26" fmla="*/ 427766 h 606761"/>
                  <a:gd name="connsiteX27" fmla="*/ 215703 w 607614"/>
                  <a:gd name="connsiteY27" fmla="*/ 442177 h 606761"/>
                  <a:gd name="connsiteX28" fmla="*/ 222539 w 607614"/>
                  <a:gd name="connsiteY28" fmla="*/ 445211 h 606761"/>
                  <a:gd name="connsiteX29" fmla="*/ 230134 w 607614"/>
                  <a:gd name="connsiteY29" fmla="*/ 442177 h 606761"/>
                  <a:gd name="connsiteX30" fmla="*/ 243046 w 607614"/>
                  <a:gd name="connsiteY30" fmla="*/ 429283 h 606761"/>
                  <a:gd name="connsiteX31" fmla="*/ 243046 w 607614"/>
                  <a:gd name="connsiteY31" fmla="*/ 495269 h 606761"/>
                  <a:gd name="connsiteX32" fmla="*/ 252919 w 607614"/>
                  <a:gd name="connsiteY32" fmla="*/ 505887 h 606761"/>
                  <a:gd name="connsiteX33" fmla="*/ 263553 w 607614"/>
                  <a:gd name="connsiteY33" fmla="*/ 495269 h 606761"/>
                  <a:gd name="connsiteX34" fmla="*/ 263553 w 607614"/>
                  <a:gd name="connsiteY34" fmla="*/ 429283 h 606761"/>
                  <a:gd name="connsiteX35" fmla="*/ 276465 w 607614"/>
                  <a:gd name="connsiteY35" fmla="*/ 442177 h 606761"/>
                  <a:gd name="connsiteX36" fmla="*/ 283300 w 607614"/>
                  <a:gd name="connsiteY36" fmla="*/ 445211 h 606761"/>
                  <a:gd name="connsiteX37" fmla="*/ 290895 w 607614"/>
                  <a:gd name="connsiteY37" fmla="*/ 442177 h 606761"/>
                  <a:gd name="connsiteX38" fmla="*/ 290895 w 607614"/>
                  <a:gd name="connsiteY38" fmla="*/ 427766 h 606761"/>
                  <a:gd name="connsiteX39" fmla="*/ 260515 w 607614"/>
                  <a:gd name="connsiteY39" fmla="*/ 397428 h 606761"/>
                  <a:gd name="connsiteX40" fmla="*/ 256717 w 607614"/>
                  <a:gd name="connsiteY40" fmla="*/ 395153 h 606761"/>
                  <a:gd name="connsiteX41" fmla="*/ 249122 w 607614"/>
                  <a:gd name="connsiteY41" fmla="*/ 395153 h 606761"/>
                  <a:gd name="connsiteX42" fmla="*/ 243046 w 607614"/>
                  <a:gd name="connsiteY42" fmla="*/ 232844 h 606761"/>
                  <a:gd name="connsiteX43" fmla="*/ 212665 w 607614"/>
                  <a:gd name="connsiteY43" fmla="*/ 263182 h 606761"/>
                  <a:gd name="connsiteX44" fmla="*/ 243046 w 607614"/>
                  <a:gd name="connsiteY44" fmla="*/ 293520 h 606761"/>
                  <a:gd name="connsiteX45" fmla="*/ 364569 w 607614"/>
                  <a:gd name="connsiteY45" fmla="*/ 293520 h 606761"/>
                  <a:gd name="connsiteX46" fmla="*/ 394949 w 607614"/>
                  <a:gd name="connsiteY46" fmla="*/ 263182 h 606761"/>
                  <a:gd name="connsiteX47" fmla="*/ 364569 w 607614"/>
                  <a:gd name="connsiteY47" fmla="*/ 232844 h 606761"/>
                  <a:gd name="connsiteX48" fmla="*/ 0 w 607614"/>
                  <a:gd name="connsiteY48" fmla="*/ 182028 h 606761"/>
                  <a:gd name="connsiteX49" fmla="*/ 607614 w 607614"/>
                  <a:gd name="connsiteY49" fmla="*/ 182028 h 606761"/>
                  <a:gd name="connsiteX50" fmla="*/ 607614 w 607614"/>
                  <a:gd name="connsiteY50" fmla="*/ 606761 h 606761"/>
                  <a:gd name="connsiteX51" fmla="*/ 0 w 607614"/>
                  <a:gd name="connsiteY51" fmla="*/ 606761 h 606761"/>
                  <a:gd name="connsiteX52" fmla="*/ 313737 w 607614"/>
                  <a:gd name="connsiteY52" fmla="*/ 0 h 606761"/>
                  <a:gd name="connsiteX53" fmla="*/ 502093 w 607614"/>
                  <a:gd name="connsiteY53" fmla="*/ 0 h 606761"/>
                  <a:gd name="connsiteX54" fmla="*/ 603106 w 607614"/>
                  <a:gd name="connsiteY54" fmla="*/ 161559 h 606761"/>
                  <a:gd name="connsiteX55" fmla="*/ 313737 w 607614"/>
                  <a:gd name="connsiteY55" fmla="*/ 161559 h 606761"/>
                  <a:gd name="connsiteX56" fmla="*/ 105564 w 607614"/>
                  <a:gd name="connsiteY56" fmla="*/ 0 h 606761"/>
                  <a:gd name="connsiteX57" fmla="*/ 293999 w 607614"/>
                  <a:gd name="connsiteY57" fmla="*/ 0 h 606761"/>
                  <a:gd name="connsiteX58" fmla="*/ 293999 w 607614"/>
                  <a:gd name="connsiteY58" fmla="*/ 161559 h 606761"/>
                  <a:gd name="connsiteX59" fmla="*/ 4508 w 607614"/>
                  <a:gd name="connsiteY59" fmla="*/ 161559 h 6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07614" h="606761">
                    <a:moveTo>
                      <a:pt x="222539" y="525607"/>
                    </a:moveTo>
                    <a:cubicBezTo>
                      <a:pt x="217222" y="525607"/>
                      <a:pt x="212665" y="530157"/>
                      <a:pt x="212665" y="536225"/>
                    </a:cubicBezTo>
                    <a:cubicBezTo>
                      <a:pt x="212665" y="541534"/>
                      <a:pt x="217222" y="546085"/>
                      <a:pt x="222539" y="546085"/>
                    </a:cubicBezTo>
                    <a:lnTo>
                      <a:pt x="385076" y="546085"/>
                    </a:lnTo>
                    <a:cubicBezTo>
                      <a:pt x="390392" y="546085"/>
                      <a:pt x="394949" y="541534"/>
                      <a:pt x="394949" y="536225"/>
                    </a:cubicBezTo>
                    <a:cubicBezTo>
                      <a:pt x="394949" y="530157"/>
                      <a:pt x="390392" y="525607"/>
                      <a:pt x="385076" y="525607"/>
                    </a:cubicBezTo>
                    <a:close/>
                    <a:moveTo>
                      <a:pt x="350897" y="395153"/>
                    </a:moveTo>
                    <a:cubicBezTo>
                      <a:pt x="349378" y="395911"/>
                      <a:pt x="347859" y="396670"/>
                      <a:pt x="347100" y="397428"/>
                    </a:cubicBezTo>
                    <a:lnTo>
                      <a:pt x="316719" y="427766"/>
                    </a:lnTo>
                    <a:cubicBezTo>
                      <a:pt x="312921" y="431559"/>
                      <a:pt x="312921" y="438385"/>
                      <a:pt x="316719" y="442177"/>
                    </a:cubicBezTo>
                    <a:cubicBezTo>
                      <a:pt x="318997" y="443694"/>
                      <a:pt x="321276" y="445211"/>
                      <a:pt x="324314" y="445211"/>
                    </a:cubicBezTo>
                    <a:cubicBezTo>
                      <a:pt x="326593" y="445211"/>
                      <a:pt x="328871" y="443694"/>
                      <a:pt x="331150" y="442177"/>
                    </a:cubicBezTo>
                    <a:lnTo>
                      <a:pt x="344062" y="429283"/>
                    </a:lnTo>
                    <a:lnTo>
                      <a:pt x="344062" y="495269"/>
                    </a:lnTo>
                    <a:cubicBezTo>
                      <a:pt x="344062" y="501336"/>
                      <a:pt x="348619" y="505887"/>
                      <a:pt x="354695" y="505887"/>
                    </a:cubicBezTo>
                    <a:cubicBezTo>
                      <a:pt x="360011" y="505887"/>
                      <a:pt x="364569" y="501336"/>
                      <a:pt x="364569" y="495269"/>
                    </a:cubicBezTo>
                    <a:lnTo>
                      <a:pt x="364569" y="429283"/>
                    </a:lnTo>
                    <a:lnTo>
                      <a:pt x="377480" y="442177"/>
                    </a:lnTo>
                    <a:cubicBezTo>
                      <a:pt x="379759" y="443694"/>
                      <a:pt x="382037" y="445211"/>
                      <a:pt x="385076" y="445211"/>
                    </a:cubicBezTo>
                    <a:cubicBezTo>
                      <a:pt x="387354" y="445211"/>
                      <a:pt x="389633" y="443694"/>
                      <a:pt x="391911" y="442177"/>
                    </a:cubicBezTo>
                    <a:cubicBezTo>
                      <a:pt x="395709" y="438385"/>
                      <a:pt x="395709" y="431559"/>
                      <a:pt x="391911" y="427766"/>
                    </a:cubicBezTo>
                    <a:lnTo>
                      <a:pt x="361530" y="397428"/>
                    </a:lnTo>
                    <a:cubicBezTo>
                      <a:pt x="360771" y="396670"/>
                      <a:pt x="359252" y="395911"/>
                      <a:pt x="358492" y="395153"/>
                    </a:cubicBezTo>
                    <a:cubicBezTo>
                      <a:pt x="356214" y="394395"/>
                      <a:pt x="353176" y="394395"/>
                      <a:pt x="350897" y="395153"/>
                    </a:cubicBezTo>
                    <a:close/>
                    <a:moveTo>
                      <a:pt x="249122" y="395153"/>
                    </a:moveTo>
                    <a:cubicBezTo>
                      <a:pt x="248362" y="395911"/>
                      <a:pt x="246843" y="396670"/>
                      <a:pt x="246084" y="397428"/>
                    </a:cubicBezTo>
                    <a:lnTo>
                      <a:pt x="215703" y="427766"/>
                    </a:lnTo>
                    <a:cubicBezTo>
                      <a:pt x="211906" y="431559"/>
                      <a:pt x="211906" y="438385"/>
                      <a:pt x="215703" y="442177"/>
                    </a:cubicBezTo>
                    <a:cubicBezTo>
                      <a:pt x="217982" y="443694"/>
                      <a:pt x="220260" y="445211"/>
                      <a:pt x="222539" y="445211"/>
                    </a:cubicBezTo>
                    <a:cubicBezTo>
                      <a:pt x="225577" y="445211"/>
                      <a:pt x="227855" y="443694"/>
                      <a:pt x="230134" y="442177"/>
                    </a:cubicBezTo>
                    <a:lnTo>
                      <a:pt x="243046" y="429283"/>
                    </a:lnTo>
                    <a:lnTo>
                      <a:pt x="243046" y="495269"/>
                    </a:lnTo>
                    <a:cubicBezTo>
                      <a:pt x="243046" y="501336"/>
                      <a:pt x="247603" y="505887"/>
                      <a:pt x="252919" y="505887"/>
                    </a:cubicBezTo>
                    <a:cubicBezTo>
                      <a:pt x="258996" y="505887"/>
                      <a:pt x="263553" y="501336"/>
                      <a:pt x="263553" y="495269"/>
                    </a:cubicBezTo>
                    <a:lnTo>
                      <a:pt x="263553" y="429283"/>
                    </a:lnTo>
                    <a:lnTo>
                      <a:pt x="276465" y="442177"/>
                    </a:lnTo>
                    <a:cubicBezTo>
                      <a:pt x="278743" y="443694"/>
                      <a:pt x="281022" y="445211"/>
                      <a:pt x="283300" y="445211"/>
                    </a:cubicBezTo>
                    <a:cubicBezTo>
                      <a:pt x="286338" y="445211"/>
                      <a:pt x="288617" y="443694"/>
                      <a:pt x="290895" y="442177"/>
                    </a:cubicBezTo>
                    <a:cubicBezTo>
                      <a:pt x="294693" y="438385"/>
                      <a:pt x="294693" y="431559"/>
                      <a:pt x="290895" y="427766"/>
                    </a:cubicBezTo>
                    <a:lnTo>
                      <a:pt x="260515" y="397428"/>
                    </a:lnTo>
                    <a:cubicBezTo>
                      <a:pt x="259755" y="396670"/>
                      <a:pt x="258236" y="395911"/>
                      <a:pt x="256717" y="395153"/>
                    </a:cubicBezTo>
                    <a:cubicBezTo>
                      <a:pt x="254438" y="394395"/>
                      <a:pt x="251400" y="394395"/>
                      <a:pt x="249122" y="395153"/>
                    </a:cubicBezTo>
                    <a:close/>
                    <a:moveTo>
                      <a:pt x="243046" y="232844"/>
                    </a:moveTo>
                    <a:cubicBezTo>
                      <a:pt x="226336" y="232844"/>
                      <a:pt x="212665" y="246496"/>
                      <a:pt x="212665" y="263182"/>
                    </a:cubicBezTo>
                    <a:cubicBezTo>
                      <a:pt x="212665" y="279868"/>
                      <a:pt x="226336" y="293520"/>
                      <a:pt x="243046" y="293520"/>
                    </a:cubicBezTo>
                    <a:lnTo>
                      <a:pt x="364569" y="293520"/>
                    </a:lnTo>
                    <a:cubicBezTo>
                      <a:pt x="381278" y="293520"/>
                      <a:pt x="394949" y="279868"/>
                      <a:pt x="394949" y="263182"/>
                    </a:cubicBezTo>
                    <a:cubicBezTo>
                      <a:pt x="394949" y="246496"/>
                      <a:pt x="381278" y="232844"/>
                      <a:pt x="364569" y="232844"/>
                    </a:cubicBezTo>
                    <a:close/>
                    <a:moveTo>
                      <a:pt x="0" y="182028"/>
                    </a:moveTo>
                    <a:lnTo>
                      <a:pt x="607614" y="182028"/>
                    </a:lnTo>
                    <a:lnTo>
                      <a:pt x="607614" y="606761"/>
                    </a:lnTo>
                    <a:lnTo>
                      <a:pt x="0" y="606761"/>
                    </a:lnTo>
                    <a:close/>
                    <a:moveTo>
                      <a:pt x="313737" y="0"/>
                    </a:moveTo>
                    <a:lnTo>
                      <a:pt x="502093" y="0"/>
                    </a:lnTo>
                    <a:lnTo>
                      <a:pt x="603106" y="161559"/>
                    </a:lnTo>
                    <a:lnTo>
                      <a:pt x="313737" y="161559"/>
                    </a:lnTo>
                    <a:close/>
                    <a:moveTo>
                      <a:pt x="105564" y="0"/>
                    </a:moveTo>
                    <a:lnTo>
                      <a:pt x="293999" y="0"/>
                    </a:lnTo>
                    <a:lnTo>
                      <a:pt x="293999" y="161559"/>
                    </a:lnTo>
                    <a:lnTo>
                      <a:pt x="4508" y="161559"/>
                    </a:lnTo>
                    <a:close/>
                  </a:path>
                </a:pathLst>
              </a:cu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6" name="iṡḻïdé"/>
              <p:cNvSpPr/>
              <p:nvPr/>
            </p:nvSpPr>
            <p:spPr bwMode="auto">
              <a:xfrm>
                <a:off x="6279011" y="2226375"/>
                <a:ext cx="724343" cy="723326"/>
              </a:xfrm>
              <a:custGeom>
                <a:avLst/>
                <a:gdLst>
                  <a:gd name="connsiteX0" fmla="*/ 222539 w 607614"/>
                  <a:gd name="connsiteY0" fmla="*/ 525607 h 606761"/>
                  <a:gd name="connsiteX1" fmla="*/ 212665 w 607614"/>
                  <a:gd name="connsiteY1" fmla="*/ 536225 h 606761"/>
                  <a:gd name="connsiteX2" fmla="*/ 222539 w 607614"/>
                  <a:gd name="connsiteY2" fmla="*/ 546085 h 606761"/>
                  <a:gd name="connsiteX3" fmla="*/ 385076 w 607614"/>
                  <a:gd name="connsiteY3" fmla="*/ 546085 h 606761"/>
                  <a:gd name="connsiteX4" fmla="*/ 394949 w 607614"/>
                  <a:gd name="connsiteY4" fmla="*/ 536225 h 606761"/>
                  <a:gd name="connsiteX5" fmla="*/ 385076 w 607614"/>
                  <a:gd name="connsiteY5" fmla="*/ 525607 h 606761"/>
                  <a:gd name="connsiteX6" fmla="*/ 350897 w 607614"/>
                  <a:gd name="connsiteY6" fmla="*/ 395153 h 606761"/>
                  <a:gd name="connsiteX7" fmla="*/ 347100 w 607614"/>
                  <a:gd name="connsiteY7" fmla="*/ 397428 h 606761"/>
                  <a:gd name="connsiteX8" fmla="*/ 316719 w 607614"/>
                  <a:gd name="connsiteY8" fmla="*/ 427766 h 606761"/>
                  <a:gd name="connsiteX9" fmla="*/ 316719 w 607614"/>
                  <a:gd name="connsiteY9" fmla="*/ 442177 h 606761"/>
                  <a:gd name="connsiteX10" fmla="*/ 324314 w 607614"/>
                  <a:gd name="connsiteY10" fmla="*/ 445211 h 606761"/>
                  <a:gd name="connsiteX11" fmla="*/ 331150 w 607614"/>
                  <a:gd name="connsiteY11" fmla="*/ 442177 h 606761"/>
                  <a:gd name="connsiteX12" fmla="*/ 344062 w 607614"/>
                  <a:gd name="connsiteY12" fmla="*/ 429283 h 606761"/>
                  <a:gd name="connsiteX13" fmla="*/ 344062 w 607614"/>
                  <a:gd name="connsiteY13" fmla="*/ 495269 h 606761"/>
                  <a:gd name="connsiteX14" fmla="*/ 354695 w 607614"/>
                  <a:gd name="connsiteY14" fmla="*/ 505887 h 606761"/>
                  <a:gd name="connsiteX15" fmla="*/ 364569 w 607614"/>
                  <a:gd name="connsiteY15" fmla="*/ 495269 h 606761"/>
                  <a:gd name="connsiteX16" fmla="*/ 364569 w 607614"/>
                  <a:gd name="connsiteY16" fmla="*/ 429283 h 606761"/>
                  <a:gd name="connsiteX17" fmla="*/ 377480 w 607614"/>
                  <a:gd name="connsiteY17" fmla="*/ 442177 h 606761"/>
                  <a:gd name="connsiteX18" fmla="*/ 385076 w 607614"/>
                  <a:gd name="connsiteY18" fmla="*/ 445211 h 606761"/>
                  <a:gd name="connsiteX19" fmla="*/ 391911 w 607614"/>
                  <a:gd name="connsiteY19" fmla="*/ 442177 h 606761"/>
                  <a:gd name="connsiteX20" fmla="*/ 391911 w 607614"/>
                  <a:gd name="connsiteY20" fmla="*/ 427766 h 606761"/>
                  <a:gd name="connsiteX21" fmla="*/ 361530 w 607614"/>
                  <a:gd name="connsiteY21" fmla="*/ 397428 h 606761"/>
                  <a:gd name="connsiteX22" fmla="*/ 358492 w 607614"/>
                  <a:gd name="connsiteY22" fmla="*/ 395153 h 606761"/>
                  <a:gd name="connsiteX23" fmla="*/ 350897 w 607614"/>
                  <a:gd name="connsiteY23" fmla="*/ 395153 h 606761"/>
                  <a:gd name="connsiteX24" fmla="*/ 249122 w 607614"/>
                  <a:gd name="connsiteY24" fmla="*/ 395153 h 606761"/>
                  <a:gd name="connsiteX25" fmla="*/ 246084 w 607614"/>
                  <a:gd name="connsiteY25" fmla="*/ 397428 h 606761"/>
                  <a:gd name="connsiteX26" fmla="*/ 215703 w 607614"/>
                  <a:gd name="connsiteY26" fmla="*/ 427766 h 606761"/>
                  <a:gd name="connsiteX27" fmla="*/ 215703 w 607614"/>
                  <a:gd name="connsiteY27" fmla="*/ 442177 h 606761"/>
                  <a:gd name="connsiteX28" fmla="*/ 222539 w 607614"/>
                  <a:gd name="connsiteY28" fmla="*/ 445211 h 606761"/>
                  <a:gd name="connsiteX29" fmla="*/ 230134 w 607614"/>
                  <a:gd name="connsiteY29" fmla="*/ 442177 h 606761"/>
                  <a:gd name="connsiteX30" fmla="*/ 243046 w 607614"/>
                  <a:gd name="connsiteY30" fmla="*/ 429283 h 606761"/>
                  <a:gd name="connsiteX31" fmla="*/ 243046 w 607614"/>
                  <a:gd name="connsiteY31" fmla="*/ 495269 h 606761"/>
                  <a:gd name="connsiteX32" fmla="*/ 252919 w 607614"/>
                  <a:gd name="connsiteY32" fmla="*/ 505887 h 606761"/>
                  <a:gd name="connsiteX33" fmla="*/ 263553 w 607614"/>
                  <a:gd name="connsiteY33" fmla="*/ 495269 h 606761"/>
                  <a:gd name="connsiteX34" fmla="*/ 263553 w 607614"/>
                  <a:gd name="connsiteY34" fmla="*/ 429283 h 606761"/>
                  <a:gd name="connsiteX35" fmla="*/ 276465 w 607614"/>
                  <a:gd name="connsiteY35" fmla="*/ 442177 h 606761"/>
                  <a:gd name="connsiteX36" fmla="*/ 283300 w 607614"/>
                  <a:gd name="connsiteY36" fmla="*/ 445211 h 606761"/>
                  <a:gd name="connsiteX37" fmla="*/ 290895 w 607614"/>
                  <a:gd name="connsiteY37" fmla="*/ 442177 h 606761"/>
                  <a:gd name="connsiteX38" fmla="*/ 290895 w 607614"/>
                  <a:gd name="connsiteY38" fmla="*/ 427766 h 606761"/>
                  <a:gd name="connsiteX39" fmla="*/ 260515 w 607614"/>
                  <a:gd name="connsiteY39" fmla="*/ 397428 h 606761"/>
                  <a:gd name="connsiteX40" fmla="*/ 256717 w 607614"/>
                  <a:gd name="connsiteY40" fmla="*/ 395153 h 606761"/>
                  <a:gd name="connsiteX41" fmla="*/ 249122 w 607614"/>
                  <a:gd name="connsiteY41" fmla="*/ 395153 h 606761"/>
                  <a:gd name="connsiteX42" fmla="*/ 243046 w 607614"/>
                  <a:gd name="connsiteY42" fmla="*/ 232844 h 606761"/>
                  <a:gd name="connsiteX43" fmla="*/ 212665 w 607614"/>
                  <a:gd name="connsiteY43" fmla="*/ 263182 h 606761"/>
                  <a:gd name="connsiteX44" fmla="*/ 243046 w 607614"/>
                  <a:gd name="connsiteY44" fmla="*/ 293520 h 606761"/>
                  <a:gd name="connsiteX45" fmla="*/ 364569 w 607614"/>
                  <a:gd name="connsiteY45" fmla="*/ 293520 h 606761"/>
                  <a:gd name="connsiteX46" fmla="*/ 394949 w 607614"/>
                  <a:gd name="connsiteY46" fmla="*/ 263182 h 606761"/>
                  <a:gd name="connsiteX47" fmla="*/ 364569 w 607614"/>
                  <a:gd name="connsiteY47" fmla="*/ 232844 h 606761"/>
                  <a:gd name="connsiteX48" fmla="*/ 0 w 607614"/>
                  <a:gd name="connsiteY48" fmla="*/ 182028 h 606761"/>
                  <a:gd name="connsiteX49" fmla="*/ 607614 w 607614"/>
                  <a:gd name="connsiteY49" fmla="*/ 182028 h 606761"/>
                  <a:gd name="connsiteX50" fmla="*/ 607614 w 607614"/>
                  <a:gd name="connsiteY50" fmla="*/ 606761 h 606761"/>
                  <a:gd name="connsiteX51" fmla="*/ 0 w 607614"/>
                  <a:gd name="connsiteY51" fmla="*/ 606761 h 606761"/>
                  <a:gd name="connsiteX52" fmla="*/ 313737 w 607614"/>
                  <a:gd name="connsiteY52" fmla="*/ 0 h 606761"/>
                  <a:gd name="connsiteX53" fmla="*/ 502093 w 607614"/>
                  <a:gd name="connsiteY53" fmla="*/ 0 h 606761"/>
                  <a:gd name="connsiteX54" fmla="*/ 603106 w 607614"/>
                  <a:gd name="connsiteY54" fmla="*/ 161559 h 606761"/>
                  <a:gd name="connsiteX55" fmla="*/ 313737 w 607614"/>
                  <a:gd name="connsiteY55" fmla="*/ 161559 h 606761"/>
                  <a:gd name="connsiteX56" fmla="*/ 105564 w 607614"/>
                  <a:gd name="connsiteY56" fmla="*/ 0 h 606761"/>
                  <a:gd name="connsiteX57" fmla="*/ 293999 w 607614"/>
                  <a:gd name="connsiteY57" fmla="*/ 0 h 606761"/>
                  <a:gd name="connsiteX58" fmla="*/ 293999 w 607614"/>
                  <a:gd name="connsiteY58" fmla="*/ 161559 h 606761"/>
                  <a:gd name="connsiteX59" fmla="*/ 4508 w 607614"/>
                  <a:gd name="connsiteY59" fmla="*/ 161559 h 6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07614" h="606761">
                    <a:moveTo>
                      <a:pt x="222539" y="525607"/>
                    </a:moveTo>
                    <a:cubicBezTo>
                      <a:pt x="217222" y="525607"/>
                      <a:pt x="212665" y="530157"/>
                      <a:pt x="212665" y="536225"/>
                    </a:cubicBezTo>
                    <a:cubicBezTo>
                      <a:pt x="212665" y="541534"/>
                      <a:pt x="217222" y="546085"/>
                      <a:pt x="222539" y="546085"/>
                    </a:cubicBezTo>
                    <a:lnTo>
                      <a:pt x="385076" y="546085"/>
                    </a:lnTo>
                    <a:cubicBezTo>
                      <a:pt x="390392" y="546085"/>
                      <a:pt x="394949" y="541534"/>
                      <a:pt x="394949" y="536225"/>
                    </a:cubicBezTo>
                    <a:cubicBezTo>
                      <a:pt x="394949" y="530157"/>
                      <a:pt x="390392" y="525607"/>
                      <a:pt x="385076" y="525607"/>
                    </a:cubicBezTo>
                    <a:close/>
                    <a:moveTo>
                      <a:pt x="350897" y="395153"/>
                    </a:moveTo>
                    <a:cubicBezTo>
                      <a:pt x="349378" y="395911"/>
                      <a:pt x="347859" y="396670"/>
                      <a:pt x="347100" y="397428"/>
                    </a:cubicBezTo>
                    <a:lnTo>
                      <a:pt x="316719" y="427766"/>
                    </a:lnTo>
                    <a:cubicBezTo>
                      <a:pt x="312921" y="431559"/>
                      <a:pt x="312921" y="438385"/>
                      <a:pt x="316719" y="442177"/>
                    </a:cubicBezTo>
                    <a:cubicBezTo>
                      <a:pt x="318997" y="443694"/>
                      <a:pt x="321276" y="445211"/>
                      <a:pt x="324314" y="445211"/>
                    </a:cubicBezTo>
                    <a:cubicBezTo>
                      <a:pt x="326593" y="445211"/>
                      <a:pt x="328871" y="443694"/>
                      <a:pt x="331150" y="442177"/>
                    </a:cubicBezTo>
                    <a:lnTo>
                      <a:pt x="344062" y="429283"/>
                    </a:lnTo>
                    <a:lnTo>
                      <a:pt x="344062" y="495269"/>
                    </a:lnTo>
                    <a:cubicBezTo>
                      <a:pt x="344062" y="501336"/>
                      <a:pt x="348619" y="505887"/>
                      <a:pt x="354695" y="505887"/>
                    </a:cubicBezTo>
                    <a:cubicBezTo>
                      <a:pt x="360011" y="505887"/>
                      <a:pt x="364569" y="501336"/>
                      <a:pt x="364569" y="495269"/>
                    </a:cubicBezTo>
                    <a:lnTo>
                      <a:pt x="364569" y="429283"/>
                    </a:lnTo>
                    <a:lnTo>
                      <a:pt x="377480" y="442177"/>
                    </a:lnTo>
                    <a:cubicBezTo>
                      <a:pt x="379759" y="443694"/>
                      <a:pt x="382037" y="445211"/>
                      <a:pt x="385076" y="445211"/>
                    </a:cubicBezTo>
                    <a:cubicBezTo>
                      <a:pt x="387354" y="445211"/>
                      <a:pt x="389633" y="443694"/>
                      <a:pt x="391911" y="442177"/>
                    </a:cubicBezTo>
                    <a:cubicBezTo>
                      <a:pt x="395709" y="438385"/>
                      <a:pt x="395709" y="431559"/>
                      <a:pt x="391911" y="427766"/>
                    </a:cubicBezTo>
                    <a:lnTo>
                      <a:pt x="361530" y="397428"/>
                    </a:lnTo>
                    <a:cubicBezTo>
                      <a:pt x="360771" y="396670"/>
                      <a:pt x="359252" y="395911"/>
                      <a:pt x="358492" y="395153"/>
                    </a:cubicBezTo>
                    <a:cubicBezTo>
                      <a:pt x="356214" y="394395"/>
                      <a:pt x="353176" y="394395"/>
                      <a:pt x="350897" y="395153"/>
                    </a:cubicBezTo>
                    <a:close/>
                    <a:moveTo>
                      <a:pt x="249122" y="395153"/>
                    </a:moveTo>
                    <a:cubicBezTo>
                      <a:pt x="248362" y="395911"/>
                      <a:pt x="246843" y="396670"/>
                      <a:pt x="246084" y="397428"/>
                    </a:cubicBezTo>
                    <a:lnTo>
                      <a:pt x="215703" y="427766"/>
                    </a:lnTo>
                    <a:cubicBezTo>
                      <a:pt x="211906" y="431559"/>
                      <a:pt x="211906" y="438385"/>
                      <a:pt x="215703" y="442177"/>
                    </a:cubicBezTo>
                    <a:cubicBezTo>
                      <a:pt x="217982" y="443694"/>
                      <a:pt x="220260" y="445211"/>
                      <a:pt x="222539" y="445211"/>
                    </a:cubicBezTo>
                    <a:cubicBezTo>
                      <a:pt x="225577" y="445211"/>
                      <a:pt x="227855" y="443694"/>
                      <a:pt x="230134" y="442177"/>
                    </a:cubicBezTo>
                    <a:lnTo>
                      <a:pt x="243046" y="429283"/>
                    </a:lnTo>
                    <a:lnTo>
                      <a:pt x="243046" y="495269"/>
                    </a:lnTo>
                    <a:cubicBezTo>
                      <a:pt x="243046" y="501336"/>
                      <a:pt x="247603" y="505887"/>
                      <a:pt x="252919" y="505887"/>
                    </a:cubicBezTo>
                    <a:cubicBezTo>
                      <a:pt x="258996" y="505887"/>
                      <a:pt x="263553" y="501336"/>
                      <a:pt x="263553" y="495269"/>
                    </a:cubicBezTo>
                    <a:lnTo>
                      <a:pt x="263553" y="429283"/>
                    </a:lnTo>
                    <a:lnTo>
                      <a:pt x="276465" y="442177"/>
                    </a:lnTo>
                    <a:cubicBezTo>
                      <a:pt x="278743" y="443694"/>
                      <a:pt x="281022" y="445211"/>
                      <a:pt x="283300" y="445211"/>
                    </a:cubicBezTo>
                    <a:cubicBezTo>
                      <a:pt x="286338" y="445211"/>
                      <a:pt x="288617" y="443694"/>
                      <a:pt x="290895" y="442177"/>
                    </a:cubicBezTo>
                    <a:cubicBezTo>
                      <a:pt x="294693" y="438385"/>
                      <a:pt x="294693" y="431559"/>
                      <a:pt x="290895" y="427766"/>
                    </a:cubicBezTo>
                    <a:lnTo>
                      <a:pt x="260515" y="397428"/>
                    </a:lnTo>
                    <a:cubicBezTo>
                      <a:pt x="259755" y="396670"/>
                      <a:pt x="258236" y="395911"/>
                      <a:pt x="256717" y="395153"/>
                    </a:cubicBezTo>
                    <a:cubicBezTo>
                      <a:pt x="254438" y="394395"/>
                      <a:pt x="251400" y="394395"/>
                      <a:pt x="249122" y="395153"/>
                    </a:cubicBezTo>
                    <a:close/>
                    <a:moveTo>
                      <a:pt x="243046" y="232844"/>
                    </a:moveTo>
                    <a:cubicBezTo>
                      <a:pt x="226336" y="232844"/>
                      <a:pt x="212665" y="246496"/>
                      <a:pt x="212665" y="263182"/>
                    </a:cubicBezTo>
                    <a:cubicBezTo>
                      <a:pt x="212665" y="279868"/>
                      <a:pt x="226336" y="293520"/>
                      <a:pt x="243046" y="293520"/>
                    </a:cubicBezTo>
                    <a:lnTo>
                      <a:pt x="364569" y="293520"/>
                    </a:lnTo>
                    <a:cubicBezTo>
                      <a:pt x="381278" y="293520"/>
                      <a:pt x="394949" y="279868"/>
                      <a:pt x="394949" y="263182"/>
                    </a:cubicBezTo>
                    <a:cubicBezTo>
                      <a:pt x="394949" y="246496"/>
                      <a:pt x="381278" y="232844"/>
                      <a:pt x="364569" y="232844"/>
                    </a:cubicBezTo>
                    <a:close/>
                    <a:moveTo>
                      <a:pt x="0" y="182028"/>
                    </a:moveTo>
                    <a:lnTo>
                      <a:pt x="607614" y="182028"/>
                    </a:lnTo>
                    <a:lnTo>
                      <a:pt x="607614" y="606761"/>
                    </a:lnTo>
                    <a:lnTo>
                      <a:pt x="0" y="606761"/>
                    </a:lnTo>
                    <a:close/>
                    <a:moveTo>
                      <a:pt x="313737" y="0"/>
                    </a:moveTo>
                    <a:lnTo>
                      <a:pt x="502093" y="0"/>
                    </a:lnTo>
                    <a:lnTo>
                      <a:pt x="603106" y="161559"/>
                    </a:lnTo>
                    <a:lnTo>
                      <a:pt x="313737" y="161559"/>
                    </a:lnTo>
                    <a:close/>
                    <a:moveTo>
                      <a:pt x="105564" y="0"/>
                    </a:moveTo>
                    <a:lnTo>
                      <a:pt x="293999" y="0"/>
                    </a:lnTo>
                    <a:lnTo>
                      <a:pt x="293999" y="161559"/>
                    </a:lnTo>
                    <a:lnTo>
                      <a:pt x="4508" y="161559"/>
                    </a:lnTo>
                    <a:close/>
                  </a:path>
                </a:pathLst>
              </a:custGeom>
              <a:solidFill>
                <a:schemeClr val="bg1">
                  <a:alpha val="60000"/>
                </a:schemeClr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47" name="ïṩ1íḋè"/>
              <p:cNvSpPr/>
              <p:nvPr/>
            </p:nvSpPr>
            <p:spPr bwMode="auto">
              <a:xfrm>
                <a:off x="5507906" y="1967951"/>
                <a:ext cx="1066469" cy="1064971"/>
              </a:xfrm>
              <a:custGeom>
                <a:avLst/>
                <a:gdLst>
                  <a:gd name="connsiteX0" fmla="*/ 222539 w 607614"/>
                  <a:gd name="connsiteY0" fmla="*/ 525607 h 606761"/>
                  <a:gd name="connsiteX1" fmla="*/ 212665 w 607614"/>
                  <a:gd name="connsiteY1" fmla="*/ 536225 h 606761"/>
                  <a:gd name="connsiteX2" fmla="*/ 222539 w 607614"/>
                  <a:gd name="connsiteY2" fmla="*/ 546085 h 606761"/>
                  <a:gd name="connsiteX3" fmla="*/ 385076 w 607614"/>
                  <a:gd name="connsiteY3" fmla="*/ 546085 h 606761"/>
                  <a:gd name="connsiteX4" fmla="*/ 394949 w 607614"/>
                  <a:gd name="connsiteY4" fmla="*/ 536225 h 606761"/>
                  <a:gd name="connsiteX5" fmla="*/ 385076 w 607614"/>
                  <a:gd name="connsiteY5" fmla="*/ 525607 h 606761"/>
                  <a:gd name="connsiteX6" fmla="*/ 350897 w 607614"/>
                  <a:gd name="connsiteY6" fmla="*/ 395153 h 606761"/>
                  <a:gd name="connsiteX7" fmla="*/ 347100 w 607614"/>
                  <a:gd name="connsiteY7" fmla="*/ 397428 h 606761"/>
                  <a:gd name="connsiteX8" fmla="*/ 316719 w 607614"/>
                  <a:gd name="connsiteY8" fmla="*/ 427766 h 606761"/>
                  <a:gd name="connsiteX9" fmla="*/ 316719 w 607614"/>
                  <a:gd name="connsiteY9" fmla="*/ 442177 h 606761"/>
                  <a:gd name="connsiteX10" fmla="*/ 324314 w 607614"/>
                  <a:gd name="connsiteY10" fmla="*/ 445211 h 606761"/>
                  <a:gd name="connsiteX11" fmla="*/ 331150 w 607614"/>
                  <a:gd name="connsiteY11" fmla="*/ 442177 h 606761"/>
                  <a:gd name="connsiteX12" fmla="*/ 344062 w 607614"/>
                  <a:gd name="connsiteY12" fmla="*/ 429283 h 606761"/>
                  <a:gd name="connsiteX13" fmla="*/ 344062 w 607614"/>
                  <a:gd name="connsiteY13" fmla="*/ 495269 h 606761"/>
                  <a:gd name="connsiteX14" fmla="*/ 354695 w 607614"/>
                  <a:gd name="connsiteY14" fmla="*/ 505887 h 606761"/>
                  <a:gd name="connsiteX15" fmla="*/ 364569 w 607614"/>
                  <a:gd name="connsiteY15" fmla="*/ 495269 h 606761"/>
                  <a:gd name="connsiteX16" fmla="*/ 364569 w 607614"/>
                  <a:gd name="connsiteY16" fmla="*/ 429283 h 606761"/>
                  <a:gd name="connsiteX17" fmla="*/ 377480 w 607614"/>
                  <a:gd name="connsiteY17" fmla="*/ 442177 h 606761"/>
                  <a:gd name="connsiteX18" fmla="*/ 385076 w 607614"/>
                  <a:gd name="connsiteY18" fmla="*/ 445211 h 606761"/>
                  <a:gd name="connsiteX19" fmla="*/ 391911 w 607614"/>
                  <a:gd name="connsiteY19" fmla="*/ 442177 h 606761"/>
                  <a:gd name="connsiteX20" fmla="*/ 391911 w 607614"/>
                  <a:gd name="connsiteY20" fmla="*/ 427766 h 606761"/>
                  <a:gd name="connsiteX21" fmla="*/ 361530 w 607614"/>
                  <a:gd name="connsiteY21" fmla="*/ 397428 h 606761"/>
                  <a:gd name="connsiteX22" fmla="*/ 358492 w 607614"/>
                  <a:gd name="connsiteY22" fmla="*/ 395153 h 606761"/>
                  <a:gd name="connsiteX23" fmla="*/ 350897 w 607614"/>
                  <a:gd name="connsiteY23" fmla="*/ 395153 h 606761"/>
                  <a:gd name="connsiteX24" fmla="*/ 249122 w 607614"/>
                  <a:gd name="connsiteY24" fmla="*/ 395153 h 606761"/>
                  <a:gd name="connsiteX25" fmla="*/ 246084 w 607614"/>
                  <a:gd name="connsiteY25" fmla="*/ 397428 h 606761"/>
                  <a:gd name="connsiteX26" fmla="*/ 215703 w 607614"/>
                  <a:gd name="connsiteY26" fmla="*/ 427766 h 606761"/>
                  <a:gd name="connsiteX27" fmla="*/ 215703 w 607614"/>
                  <a:gd name="connsiteY27" fmla="*/ 442177 h 606761"/>
                  <a:gd name="connsiteX28" fmla="*/ 222539 w 607614"/>
                  <a:gd name="connsiteY28" fmla="*/ 445211 h 606761"/>
                  <a:gd name="connsiteX29" fmla="*/ 230134 w 607614"/>
                  <a:gd name="connsiteY29" fmla="*/ 442177 h 606761"/>
                  <a:gd name="connsiteX30" fmla="*/ 243046 w 607614"/>
                  <a:gd name="connsiteY30" fmla="*/ 429283 h 606761"/>
                  <a:gd name="connsiteX31" fmla="*/ 243046 w 607614"/>
                  <a:gd name="connsiteY31" fmla="*/ 495269 h 606761"/>
                  <a:gd name="connsiteX32" fmla="*/ 252919 w 607614"/>
                  <a:gd name="connsiteY32" fmla="*/ 505887 h 606761"/>
                  <a:gd name="connsiteX33" fmla="*/ 263553 w 607614"/>
                  <a:gd name="connsiteY33" fmla="*/ 495269 h 606761"/>
                  <a:gd name="connsiteX34" fmla="*/ 263553 w 607614"/>
                  <a:gd name="connsiteY34" fmla="*/ 429283 h 606761"/>
                  <a:gd name="connsiteX35" fmla="*/ 276465 w 607614"/>
                  <a:gd name="connsiteY35" fmla="*/ 442177 h 606761"/>
                  <a:gd name="connsiteX36" fmla="*/ 283300 w 607614"/>
                  <a:gd name="connsiteY36" fmla="*/ 445211 h 606761"/>
                  <a:gd name="connsiteX37" fmla="*/ 290895 w 607614"/>
                  <a:gd name="connsiteY37" fmla="*/ 442177 h 606761"/>
                  <a:gd name="connsiteX38" fmla="*/ 290895 w 607614"/>
                  <a:gd name="connsiteY38" fmla="*/ 427766 h 606761"/>
                  <a:gd name="connsiteX39" fmla="*/ 260515 w 607614"/>
                  <a:gd name="connsiteY39" fmla="*/ 397428 h 606761"/>
                  <a:gd name="connsiteX40" fmla="*/ 256717 w 607614"/>
                  <a:gd name="connsiteY40" fmla="*/ 395153 h 606761"/>
                  <a:gd name="connsiteX41" fmla="*/ 249122 w 607614"/>
                  <a:gd name="connsiteY41" fmla="*/ 395153 h 606761"/>
                  <a:gd name="connsiteX42" fmla="*/ 243046 w 607614"/>
                  <a:gd name="connsiteY42" fmla="*/ 232844 h 606761"/>
                  <a:gd name="connsiteX43" fmla="*/ 212665 w 607614"/>
                  <a:gd name="connsiteY43" fmla="*/ 263182 h 606761"/>
                  <a:gd name="connsiteX44" fmla="*/ 243046 w 607614"/>
                  <a:gd name="connsiteY44" fmla="*/ 293520 h 606761"/>
                  <a:gd name="connsiteX45" fmla="*/ 364569 w 607614"/>
                  <a:gd name="connsiteY45" fmla="*/ 293520 h 606761"/>
                  <a:gd name="connsiteX46" fmla="*/ 394949 w 607614"/>
                  <a:gd name="connsiteY46" fmla="*/ 263182 h 606761"/>
                  <a:gd name="connsiteX47" fmla="*/ 364569 w 607614"/>
                  <a:gd name="connsiteY47" fmla="*/ 232844 h 606761"/>
                  <a:gd name="connsiteX48" fmla="*/ 0 w 607614"/>
                  <a:gd name="connsiteY48" fmla="*/ 182028 h 606761"/>
                  <a:gd name="connsiteX49" fmla="*/ 607614 w 607614"/>
                  <a:gd name="connsiteY49" fmla="*/ 182028 h 606761"/>
                  <a:gd name="connsiteX50" fmla="*/ 607614 w 607614"/>
                  <a:gd name="connsiteY50" fmla="*/ 606761 h 606761"/>
                  <a:gd name="connsiteX51" fmla="*/ 0 w 607614"/>
                  <a:gd name="connsiteY51" fmla="*/ 606761 h 606761"/>
                  <a:gd name="connsiteX52" fmla="*/ 313737 w 607614"/>
                  <a:gd name="connsiteY52" fmla="*/ 0 h 606761"/>
                  <a:gd name="connsiteX53" fmla="*/ 502093 w 607614"/>
                  <a:gd name="connsiteY53" fmla="*/ 0 h 606761"/>
                  <a:gd name="connsiteX54" fmla="*/ 603106 w 607614"/>
                  <a:gd name="connsiteY54" fmla="*/ 161559 h 606761"/>
                  <a:gd name="connsiteX55" fmla="*/ 313737 w 607614"/>
                  <a:gd name="connsiteY55" fmla="*/ 161559 h 606761"/>
                  <a:gd name="connsiteX56" fmla="*/ 105564 w 607614"/>
                  <a:gd name="connsiteY56" fmla="*/ 0 h 606761"/>
                  <a:gd name="connsiteX57" fmla="*/ 293999 w 607614"/>
                  <a:gd name="connsiteY57" fmla="*/ 0 h 606761"/>
                  <a:gd name="connsiteX58" fmla="*/ 293999 w 607614"/>
                  <a:gd name="connsiteY58" fmla="*/ 161559 h 606761"/>
                  <a:gd name="connsiteX59" fmla="*/ 4508 w 607614"/>
                  <a:gd name="connsiteY59" fmla="*/ 161559 h 606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607614" h="606761">
                    <a:moveTo>
                      <a:pt x="222539" y="525607"/>
                    </a:moveTo>
                    <a:cubicBezTo>
                      <a:pt x="217222" y="525607"/>
                      <a:pt x="212665" y="530157"/>
                      <a:pt x="212665" y="536225"/>
                    </a:cubicBezTo>
                    <a:cubicBezTo>
                      <a:pt x="212665" y="541534"/>
                      <a:pt x="217222" y="546085"/>
                      <a:pt x="222539" y="546085"/>
                    </a:cubicBezTo>
                    <a:lnTo>
                      <a:pt x="385076" y="546085"/>
                    </a:lnTo>
                    <a:cubicBezTo>
                      <a:pt x="390392" y="546085"/>
                      <a:pt x="394949" y="541534"/>
                      <a:pt x="394949" y="536225"/>
                    </a:cubicBezTo>
                    <a:cubicBezTo>
                      <a:pt x="394949" y="530157"/>
                      <a:pt x="390392" y="525607"/>
                      <a:pt x="385076" y="525607"/>
                    </a:cubicBezTo>
                    <a:close/>
                    <a:moveTo>
                      <a:pt x="350897" y="395153"/>
                    </a:moveTo>
                    <a:cubicBezTo>
                      <a:pt x="349378" y="395911"/>
                      <a:pt x="347859" y="396670"/>
                      <a:pt x="347100" y="397428"/>
                    </a:cubicBezTo>
                    <a:lnTo>
                      <a:pt x="316719" y="427766"/>
                    </a:lnTo>
                    <a:cubicBezTo>
                      <a:pt x="312921" y="431559"/>
                      <a:pt x="312921" y="438385"/>
                      <a:pt x="316719" y="442177"/>
                    </a:cubicBezTo>
                    <a:cubicBezTo>
                      <a:pt x="318997" y="443694"/>
                      <a:pt x="321276" y="445211"/>
                      <a:pt x="324314" y="445211"/>
                    </a:cubicBezTo>
                    <a:cubicBezTo>
                      <a:pt x="326593" y="445211"/>
                      <a:pt x="328871" y="443694"/>
                      <a:pt x="331150" y="442177"/>
                    </a:cubicBezTo>
                    <a:lnTo>
                      <a:pt x="344062" y="429283"/>
                    </a:lnTo>
                    <a:lnTo>
                      <a:pt x="344062" y="495269"/>
                    </a:lnTo>
                    <a:cubicBezTo>
                      <a:pt x="344062" y="501336"/>
                      <a:pt x="348619" y="505887"/>
                      <a:pt x="354695" y="505887"/>
                    </a:cubicBezTo>
                    <a:cubicBezTo>
                      <a:pt x="360011" y="505887"/>
                      <a:pt x="364569" y="501336"/>
                      <a:pt x="364569" y="495269"/>
                    </a:cubicBezTo>
                    <a:lnTo>
                      <a:pt x="364569" y="429283"/>
                    </a:lnTo>
                    <a:lnTo>
                      <a:pt x="377480" y="442177"/>
                    </a:lnTo>
                    <a:cubicBezTo>
                      <a:pt x="379759" y="443694"/>
                      <a:pt x="382037" y="445211"/>
                      <a:pt x="385076" y="445211"/>
                    </a:cubicBezTo>
                    <a:cubicBezTo>
                      <a:pt x="387354" y="445211"/>
                      <a:pt x="389633" y="443694"/>
                      <a:pt x="391911" y="442177"/>
                    </a:cubicBezTo>
                    <a:cubicBezTo>
                      <a:pt x="395709" y="438385"/>
                      <a:pt x="395709" y="431559"/>
                      <a:pt x="391911" y="427766"/>
                    </a:cubicBezTo>
                    <a:lnTo>
                      <a:pt x="361530" y="397428"/>
                    </a:lnTo>
                    <a:cubicBezTo>
                      <a:pt x="360771" y="396670"/>
                      <a:pt x="359252" y="395911"/>
                      <a:pt x="358492" y="395153"/>
                    </a:cubicBezTo>
                    <a:cubicBezTo>
                      <a:pt x="356214" y="394395"/>
                      <a:pt x="353176" y="394395"/>
                      <a:pt x="350897" y="395153"/>
                    </a:cubicBezTo>
                    <a:close/>
                    <a:moveTo>
                      <a:pt x="249122" y="395153"/>
                    </a:moveTo>
                    <a:cubicBezTo>
                      <a:pt x="248362" y="395911"/>
                      <a:pt x="246843" y="396670"/>
                      <a:pt x="246084" y="397428"/>
                    </a:cubicBezTo>
                    <a:lnTo>
                      <a:pt x="215703" y="427766"/>
                    </a:lnTo>
                    <a:cubicBezTo>
                      <a:pt x="211906" y="431559"/>
                      <a:pt x="211906" y="438385"/>
                      <a:pt x="215703" y="442177"/>
                    </a:cubicBezTo>
                    <a:cubicBezTo>
                      <a:pt x="217982" y="443694"/>
                      <a:pt x="220260" y="445211"/>
                      <a:pt x="222539" y="445211"/>
                    </a:cubicBezTo>
                    <a:cubicBezTo>
                      <a:pt x="225577" y="445211"/>
                      <a:pt x="227855" y="443694"/>
                      <a:pt x="230134" y="442177"/>
                    </a:cubicBezTo>
                    <a:lnTo>
                      <a:pt x="243046" y="429283"/>
                    </a:lnTo>
                    <a:lnTo>
                      <a:pt x="243046" y="495269"/>
                    </a:lnTo>
                    <a:cubicBezTo>
                      <a:pt x="243046" y="501336"/>
                      <a:pt x="247603" y="505887"/>
                      <a:pt x="252919" y="505887"/>
                    </a:cubicBezTo>
                    <a:cubicBezTo>
                      <a:pt x="258996" y="505887"/>
                      <a:pt x="263553" y="501336"/>
                      <a:pt x="263553" y="495269"/>
                    </a:cubicBezTo>
                    <a:lnTo>
                      <a:pt x="263553" y="429283"/>
                    </a:lnTo>
                    <a:lnTo>
                      <a:pt x="276465" y="442177"/>
                    </a:lnTo>
                    <a:cubicBezTo>
                      <a:pt x="278743" y="443694"/>
                      <a:pt x="281022" y="445211"/>
                      <a:pt x="283300" y="445211"/>
                    </a:cubicBezTo>
                    <a:cubicBezTo>
                      <a:pt x="286338" y="445211"/>
                      <a:pt x="288617" y="443694"/>
                      <a:pt x="290895" y="442177"/>
                    </a:cubicBezTo>
                    <a:cubicBezTo>
                      <a:pt x="294693" y="438385"/>
                      <a:pt x="294693" y="431559"/>
                      <a:pt x="290895" y="427766"/>
                    </a:cubicBezTo>
                    <a:lnTo>
                      <a:pt x="260515" y="397428"/>
                    </a:lnTo>
                    <a:cubicBezTo>
                      <a:pt x="259755" y="396670"/>
                      <a:pt x="258236" y="395911"/>
                      <a:pt x="256717" y="395153"/>
                    </a:cubicBezTo>
                    <a:cubicBezTo>
                      <a:pt x="254438" y="394395"/>
                      <a:pt x="251400" y="394395"/>
                      <a:pt x="249122" y="395153"/>
                    </a:cubicBezTo>
                    <a:close/>
                    <a:moveTo>
                      <a:pt x="243046" y="232844"/>
                    </a:moveTo>
                    <a:cubicBezTo>
                      <a:pt x="226336" y="232844"/>
                      <a:pt x="212665" y="246496"/>
                      <a:pt x="212665" y="263182"/>
                    </a:cubicBezTo>
                    <a:cubicBezTo>
                      <a:pt x="212665" y="279868"/>
                      <a:pt x="226336" y="293520"/>
                      <a:pt x="243046" y="293520"/>
                    </a:cubicBezTo>
                    <a:lnTo>
                      <a:pt x="364569" y="293520"/>
                    </a:lnTo>
                    <a:cubicBezTo>
                      <a:pt x="381278" y="293520"/>
                      <a:pt x="394949" y="279868"/>
                      <a:pt x="394949" y="263182"/>
                    </a:cubicBezTo>
                    <a:cubicBezTo>
                      <a:pt x="394949" y="246496"/>
                      <a:pt x="381278" y="232844"/>
                      <a:pt x="364569" y="232844"/>
                    </a:cubicBezTo>
                    <a:close/>
                    <a:moveTo>
                      <a:pt x="0" y="182028"/>
                    </a:moveTo>
                    <a:lnTo>
                      <a:pt x="607614" y="182028"/>
                    </a:lnTo>
                    <a:lnTo>
                      <a:pt x="607614" y="606761"/>
                    </a:lnTo>
                    <a:lnTo>
                      <a:pt x="0" y="606761"/>
                    </a:lnTo>
                    <a:close/>
                    <a:moveTo>
                      <a:pt x="313737" y="0"/>
                    </a:moveTo>
                    <a:lnTo>
                      <a:pt x="502093" y="0"/>
                    </a:lnTo>
                    <a:lnTo>
                      <a:pt x="603106" y="161559"/>
                    </a:lnTo>
                    <a:lnTo>
                      <a:pt x="313737" y="161559"/>
                    </a:lnTo>
                    <a:close/>
                    <a:moveTo>
                      <a:pt x="105564" y="0"/>
                    </a:moveTo>
                    <a:lnTo>
                      <a:pt x="293999" y="0"/>
                    </a:lnTo>
                    <a:lnTo>
                      <a:pt x="293999" y="161559"/>
                    </a:lnTo>
                    <a:lnTo>
                      <a:pt x="4508" y="1615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ïṧḷïḑe"/>
            <p:cNvSpPr/>
            <p:nvPr/>
          </p:nvSpPr>
          <p:spPr>
            <a:xfrm>
              <a:off x="7912747" y="4425810"/>
              <a:ext cx="3616509" cy="909421"/>
            </a:xfrm>
            <a:prstGeom prst="rect">
              <a:avLst/>
            </a:prstGeom>
          </p:spPr>
          <p:txBody>
            <a:bodyPr wrap="square" lIns="90000" tIns="46800" rIns="90000" bIns="46800" anchor="t" anchorCtr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100" dirty="0"/>
                <a:t>Supporting text here. </a:t>
              </a:r>
              <a:endParaRPr lang="en-US" altLang="zh-CN" sz="1100" dirty="0"/>
            </a:p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100" dirty="0"/>
                <a:t>When you copy &amp; paste, choose "keep text only" option.</a:t>
              </a:r>
              <a:endParaRPr lang="en-US" altLang="zh-CN" sz="110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4.2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8518103" y="2141653"/>
            <a:ext cx="2445644" cy="2301346"/>
            <a:chOff x="4713288" y="2201863"/>
            <a:chExt cx="2609850" cy="2455863"/>
          </a:xfrm>
        </p:grpSpPr>
        <p:grpSp>
          <p:nvGrpSpPr>
            <p:cNvPr id="6" name="组合 5"/>
            <p:cNvGrpSpPr/>
            <p:nvPr/>
          </p:nvGrpSpPr>
          <p:grpSpPr>
            <a:xfrm>
              <a:off x="4713288" y="2201863"/>
              <a:ext cx="2609850" cy="2455863"/>
              <a:chOff x="4713288" y="2201863"/>
              <a:chExt cx="2609850" cy="245586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5145088" y="2201863"/>
                <a:ext cx="2178050" cy="2455863"/>
              </a:xfrm>
              <a:custGeom>
                <a:avLst/>
                <a:gdLst>
                  <a:gd name="T0" fmla="*/ 1533 w 3516"/>
                  <a:gd name="T1" fmla="*/ 0 h 3966"/>
                  <a:gd name="T2" fmla="*/ 3516 w 3516"/>
                  <a:gd name="T3" fmla="*/ 1983 h 3966"/>
                  <a:gd name="T4" fmla="*/ 1533 w 3516"/>
                  <a:gd name="T5" fmla="*/ 3966 h 3966"/>
                  <a:gd name="T6" fmla="*/ 0 w 3516"/>
                  <a:gd name="T7" fmla="*/ 3241 h 3966"/>
                  <a:gd name="T8" fmla="*/ 383 w 3516"/>
                  <a:gd name="T9" fmla="*/ 2927 h 3966"/>
                  <a:gd name="T10" fmla="*/ 2476 w 3516"/>
                  <a:gd name="T11" fmla="*/ 3133 h 3966"/>
                  <a:gd name="T12" fmla="*/ 2683 w 3516"/>
                  <a:gd name="T13" fmla="*/ 1040 h 3966"/>
                  <a:gd name="T14" fmla="*/ 1533 w 3516"/>
                  <a:gd name="T15" fmla="*/ 496 h 3966"/>
                  <a:gd name="T16" fmla="*/ 1533 w 3516"/>
                  <a:gd name="T17" fmla="*/ 0 h 39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16" h="3966">
                    <a:moveTo>
                      <a:pt x="1533" y="0"/>
                    </a:moveTo>
                    <a:cubicBezTo>
                      <a:pt x="2628" y="0"/>
                      <a:pt x="3516" y="888"/>
                      <a:pt x="3516" y="1983"/>
                    </a:cubicBezTo>
                    <a:cubicBezTo>
                      <a:pt x="3516" y="3079"/>
                      <a:pt x="2628" y="3966"/>
                      <a:pt x="1533" y="3966"/>
                    </a:cubicBezTo>
                    <a:cubicBezTo>
                      <a:pt x="939" y="3966"/>
                      <a:pt x="376" y="3700"/>
                      <a:pt x="0" y="3241"/>
                    </a:cubicBezTo>
                    <a:lnTo>
                      <a:pt x="383" y="2927"/>
                    </a:lnTo>
                    <a:cubicBezTo>
                      <a:pt x="904" y="3562"/>
                      <a:pt x="1841" y="3654"/>
                      <a:pt x="2476" y="3133"/>
                    </a:cubicBezTo>
                    <a:cubicBezTo>
                      <a:pt x="3111" y="2612"/>
                      <a:pt x="3204" y="1675"/>
                      <a:pt x="2683" y="1040"/>
                    </a:cubicBezTo>
                    <a:cubicBezTo>
                      <a:pt x="2400" y="695"/>
                      <a:pt x="1978" y="496"/>
                      <a:pt x="1533" y="496"/>
                    </a:cubicBezTo>
                    <a:lnTo>
                      <a:pt x="1533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38100">
                <a:solidFill>
                  <a:schemeClr val="bg1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Freeform 7"/>
              <p:cNvSpPr/>
              <p:nvPr/>
            </p:nvSpPr>
            <p:spPr bwMode="auto">
              <a:xfrm>
                <a:off x="4713288" y="2481263"/>
                <a:ext cx="796925" cy="1727200"/>
              </a:xfrm>
              <a:custGeom>
                <a:avLst/>
                <a:gdLst>
                  <a:gd name="T0" fmla="*/ 695 w 1284"/>
                  <a:gd name="T1" fmla="*/ 2791 h 2791"/>
                  <a:gd name="T2" fmla="*/ 970 w 1284"/>
                  <a:gd name="T3" fmla="*/ 0 h 2791"/>
                  <a:gd name="T4" fmla="*/ 1284 w 1284"/>
                  <a:gd name="T5" fmla="*/ 384 h 2791"/>
                  <a:gd name="T6" fmla="*/ 1078 w 1284"/>
                  <a:gd name="T7" fmla="*/ 2477 h 2791"/>
                  <a:gd name="T8" fmla="*/ 695 w 1284"/>
                  <a:gd name="T9" fmla="*/ 2791 h 2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84" h="2791">
                    <a:moveTo>
                      <a:pt x="695" y="2791"/>
                    </a:moveTo>
                    <a:cubicBezTo>
                      <a:pt x="0" y="1945"/>
                      <a:pt x="123" y="695"/>
                      <a:pt x="970" y="0"/>
                    </a:cubicBezTo>
                    <a:lnTo>
                      <a:pt x="1284" y="384"/>
                    </a:lnTo>
                    <a:cubicBezTo>
                      <a:pt x="649" y="905"/>
                      <a:pt x="557" y="1842"/>
                      <a:pt x="1078" y="2477"/>
                    </a:cubicBezTo>
                    <a:lnTo>
                      <a:pt x="695" y="2791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38100">
                <a:solidFill>
                  <a:schemeClr val="bg1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Freeform 9"/>
              <p:cNvSpPr/>
              <p:nvPr/>
            </p:nvSpPr>
            <p:spPr bwMode="auto">
              <a:xfrm>
                <a:off x="5314951" y="2201863"/>
                <a:ext cx="779463" cy="515938"/>
              </a:xfrm>
              <a:custGeom>
                <a:avLst/>
                <a:gdLst>
                  <a:gd name="T0" fmla="*/ 0 w 1258"/>
                  <a:gd name="T1" fmla="*/ 450 h 834"/>
                  <a:gd name="T2" fmla="*/ 1258 w 1258"/>
                  <a:gd name="T3" fmla="*/ 0 h 834"/>
                  <a:gd name="T4" fmla="*/ 1258 w 1258"/>
                  <a:gd name="T5" fmla="*/ 496 h 834"/>
                  <a:gd name="T6" fmla="*/ 314 w 1258"/>
                  <a:gd name="T7" fmla="*/ 834 h 834"/>
                  <a:gd name="T8" fmla="*/ 0 w 1258"/>
                  <a:gd name="T9" fmla="*/ 450 h 8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58" h="834">
                    <a:moveTo>
                      <a:pt x="0" y="450"/>
                    </a:moveTo>
                    <a:cubicBezTo>
                      <a:pt x="354" y="159"/>
                      <a:pt x="799" y="0"/>
                      <a:pt x="1258" y="0"/>
                    </a:cubicBezTo>
                    <a:lnTo>
                      <a:pt x="1258" y="496"/>
                    </a:lnTo>
                    <a:cubicBezTo>
                      <a:pt x="914" y="496"/>
                      <a:pt x="580" y="615"/>
                      <a:pt x="314" y="834"/>
                    </a:cubicBezTo>
                    <a:lnTo>
                      <a:pt x="0" y="45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38100">
                <a:solidFill>
                  <a:schemeClr val="bg1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7" name="Oval 38"/>
            <p:cNvSpPr/>
            <p:nvPr/>
          </p:nvSpPr>
          <p:spPr>
            <a:xfrm>
              <a:off x="5045681" y="2381061"/>
              <a:ext cx="2097466" cy="2097466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任意多边形: 形状 7"/>
            <p:cNvSpPr/>
            <p:nvPr/>
          </p:nvSpPr>
          <p:spPr bwMode="auto">
            <a:xfrm>
              <a:off x="5842606" y="3137045"/>
              <a:ext cx="585502" cy="585498"/>
            </a:xfrm>
            <a:custGeom>
              <a:avLst/>
              <a:gdLst>
                <a:gd name="connsiteX0" fmla="*/ 240298 w 585502"/>
                <a:gd name="connsiteY0" fmla="*/ 104089 h 585498"/>
                <a:gd name="connsiteX1" fmla="*/ 254146 w 585502"/>
                <a:gd name="connsiteY1" fmla="*/ 104902 h 585498"/>
                <a:gd name="connsiteX2" fmla="*/ 267994 w 585502"/>
                <a:gd name="connsiteY2" fmla="*/ 106529 h 585498"/>
                <a:gd name="connsiteX3" fmla="*/ 282656 w 585502"/>
                <a:gd name="connsiteY3" fmla="*/ 108155 h 585498"/>
                <a:gd name="connsiteX4" fmla="*/ 295689 w 585502"/>
                <a:gd name="connsiteY4" fmla="*/ 111408 h 585498"/>
                <a:gd name="connsiteX5" fmla="*/ 309537 w 585502"/>
                <a:gd name="connsiteY5" fmla="*/ 115474 h 585498"/>
                <a:gd name="connsiteX6" fmla="*/ 321755 w 585502"/>
                <a:gd name="connsiteY6" fmla="*/ 118727 h 585498"/>
                <a:gd name="connsiteX7" fmla="*/ 334788 w 585502"/>
                <a:gd name="connsiteY7" fmla="*/ 124419 h 585498"/>
                <a:gd name="connsiteX8" fmla="*/ 347821 w 585502"/>
                <a:gd name="connsiteY8" fmla="*/ 130111 h 585498"/>
                <a:gd name="connsiteX9" fmla="*/ 351080 w 585502"/>
                <a:gd name="connsiteY9" fmla="*/ 132551 h 585498"/>
                <a:gd name="connsiteX10" fmla="*/ 353523 w 585502"/>
                <a:gd name="connsiteY10" fmla="*/ 134990 h 585498"/>
                <a:gd name="connsiteX11" fmla="*/ 355967 w 585502"/>
                <a:gd name="connsiteY11" fmla="*/ 137430 h 585498"/>
                <a:gd name="connsiteX12" fmla="*/ 356782 w 585502"/>
                <a:gd name="connsiteY12" fmla="*/ 141496 h 585498"/>
                <a:gd name="connsiteX13" fmla="*/ 357596 w 585502"/>
                <a:gd name="connsiteY13" fmla="*/ 144749 h 585498"/>
                <a:gd name="connsiteX14" fmla="*/ 359225 w 585502"/>
                <a:gd name="connsiteY14" fmla="*/ 149628 h 585498"/>
                <a:gd name="connsiteX15" fmla="*/ 357596 w 585502"/>
                <a:gd name="connsiteY15" fmla="*/ 152881 h 585498"/>
                <a:gd name="connsiteX16" fmla="*/ 355967 w 585502"/>
                <a:gd name="connsiteY16" fmla="*/ 156133 h 585498"/>
                <a:gd name="connsiteX17" fmla="*/ 354338 w 585502"/>
                <a:gd name="connsiteY17" fmla="*/ 160199 h 585498"/>
                <a:gd name="connsiteX18" fmla="*/ 351894 w 585502"/>
                <a:gd name="connsiteY18" fmla="*/ 162639 h 585498"/>
                <a:gd name="connsiteX19" fmla="*/ 348636 w 585502"/>
                <a:gd name="connsiteY19" fmla="*/ 164265 h 585498"/>
                <a:gd name="connsiteX20" fmla="*/ 345378 w 585502"/>
                <a:gd name="connsiteY20" fmla="*/ 166705 h 585498"/>
                <a:gd name="connsiteX21" fmla="*/ 342119 w 585502"/>
                <a:gd name="connsiteY21" fmla="*/ 167518 h 585498"/>
                <a:gd name="connsiteX22" fmla="*/ 338047 w 585502"/>
                <a:gd name="connsiteY22" fmla="*/ 167518 h 585498"/>
                <a:gd name="connsiteX23" fmla="*/ 333974 w 585502"/>
                <a:gd name="connsiteY23" fmla="*/ 166705 h 585498"/>
                <a:gd name="connsiteX24" fmla="*/ 329901 w 585502"/>
                <a:gd name="connsiteY24" fmla="*/ 165078 h 585498"/>
                <a:gd name="connsiteX25" fmla="*/ 319312 w 585502"/>
                <a:gd name="connsiteY25" fmla="*/ 160199 h 585498"/>
                <a:gd name="connsiteX26" fmla="*/ 308722 w 585502"/>
                <a:gd name="connsiteY26" fmla="*/ 156133 h 585498"/>
                <a:gd name="connsiteX27" fmla="*/ 297318 w 585502"/>
                <a:gd name="connsiteY27" fmla="*/ 152067 h 585498"/>
                <a:gd name="connsiteX28" fmla="*/ 286729 w 585502"/>
                <a:gd name="connsiteY28" fmla="*/ 149628 h 585498"/>
                <a:gd name="connsiteX29" fmla="*/ 275325 w 585502"/>
                <a:gd name="connsiteY29" fmla="*/ 146375 h 585498"/>
                <a:gd name="connsiteX30" fmla="*/ 263921 w 585502"/>
                <a:gd name="connsiteY30" fmla="*/ 144749 h 585498"/>
                <a:gd name="connsiteX31" fmla="*/ 252517 w 585502"/>
                <a:gd name="connsiteY31" fmla="*/ 143935 h 585498"/>
                <a:gd name="connsiteX32" fmla="*/ 240298 w 585502"/>
                <a:gd name="connsiteY32" fmla="*/ 143935 h 585498"/>
                <a:gd name="connsiteX33" fmla="*/ 230523 w 585502"/>
                <a:gd name="connsiteY33" fmla="*/ 143935 h 585498"/>
                <a:gd name="connsiteX34" fmla="*/ 220749 w 585502"/>
                <a:gd name="connsiteY34" fmla="*/ 144749 h 585498"/>
                <a:gd name="connsiteX35" fmla="*/ 209345 w 585502"/>
                <a:gd name="connsiteY35" fmla="*/ 145562 h 585498"/>
                <a:gd name="connsiteX36" fmla="*/ 199570 w 585502"/>
                <a:gd name="connsiteY36" fmla="*/ 147188 h 585498"/>
                <a:gd name="connsiteX37" fmla="*/ 189795 w 585502"/>
                <a:gd name="connsiteY37" fmla="*/ 150441 h 585498"/>
                <a:gd name="connsiteX38" fmla="*/ 180835 w 585502"/>
                <a:gd name="connsiteY38" fmla="*/ 152881 h 585498"/>
                <a:gd name="connsiteX39" fmla="*/ 171060 w 585502"/>
                <a:gd name="connsiteY39" fmla="*/ 155320 h 585498"/>
                <a:gd name="connsiteX40" fmla="*/ 162099 w 585502"/>
                <a:gd name="connsiteY40" fmla="*/ 160199 h 585498"/>
                <a:gd name="connsiteX41" fmla="*/ 153139 w 585502"/>
                <a:gd name="connsiteY41" fmla="*/ 163452 h 585498"/>
                <a:gd name="connsiteX42" fmla="*/ 144993 w 585502"/>
                <a:gd name="connsiteY42" fmla="*/ 168331 h 585498"/>
                <a:gd name="connsiteX43" fmla="*/ 136033 w 585502"/>
                <a:gd name="connsiteY43" fmla="*/ 172397 h 585498"/>
                <a:gd name="connsiteX44" fmla="*/ 127888 w 585502"/>
                <a:gd name="connsiteY44" fmla="*/ 178089 h 585498"/>
                <a:gd name="connsiteX45" fmla="*/ 119742 w 585502"/>
                <a:gd name="connsiteY45" fmla="*/ 184595 h 585498"/>
                <a:gd name="connsiteX46" fmla="*/ 112411 w 585502"/>
                <a:gd name="connsiteY46" fmla="*/ 189474 h 585498"/>
                <a:gd name="connsiteX47" fmla="*/ 105080 w 585502"/>
                <a:gd name="connsiteY47" fmla="*/ 195980 h 585498"/>
                <a:gd name="connsiteX48" fmla="*/ 97748 w 585502"/>
                <a:gd name="connsiteY48" fmla="*/ 203298 h 585498"/>
                <a:gd name="connsiteX49" fmla="*/ 90417 w 585502"/>
                <a:gd name="connsiteY49" fmla="*/ 210617 h 585498"/>
                <a:gd name="connsiteX50" fmla="*/ 84715 w 585502"/>
                <a:gd name="connsiteY50" fmla="*/ 217936 h 585498"/>
                <a:gd name="connsiteX51" fmla="*/ 79013 w 585502"/>
                <a:gd name="connsiteY51" fmla="*/ 224441 h 585498"/>
                <a:gd name="connsiteX52" fmla="*/ 72497 w 585502"/>
                <a:gd name="connsiteY52" fmla="*/ 232573 h 585498"/>
                <a:gd name="connsiteX53" fmla="*/ 68424 w 585502"/>
                <a:gd name="connsiteY53" fmla="*/ 240705 h 585498"/>
                <a:gd name="connsiteX54" fmla="*/ 62722 w 585502"/>
                <a:gd name="connsiteY54" fmla="*/ 248837 h 585498"/>
                <a:gd name="connsiteX55" fmla="*/ 58649 w 585502"/>
                <a:gd name="connsiteY55" fmla="*/ 257782 h 585498"/>
                <a:gd name="connsiteX56" fmla="*/ 54576 w 585502"/>
                <a:gd name="connsiteY56" fmla="*/ 266727 h 585498"/>
                <a:gd name="connsiteX57" fmla="*/ 51318 w 585502"/>
                <a:gd name="connsiteY57" fmla="*/ 275672 h 585498"/>
                <a:gd name="connsiteX58" fmla="*/ 47245 w 585502"/>
                <a:gd name="connsiteY58" fmla="*/ 285431 h 585498"/>
                <a:gd name="connsiteX59" fmla="*/ 44801 w 585502"/>
                <a:gd name="connsiteY59" fmla="*/ 294376 h 585498"/>
                <a:gd name="connsiteX60" fmla="*/ 43172 w 585502"/>
                <a:gd name="connsiteY60" fmla="*/ 304947 h 585498"/>
                <a:gd name="connsiteX61" fmla="*/ 41543 w 585502"/>
                <a:gd name="connsiteY61" fmla="*/ 314706 h 585498"/>
                <a:gd name="connsiteX62" fmla="*/ 39914 w 585502"/>
                <a:gd name="connsiteY62" fmla="*/ 324464 h 585498"/>
                <a:gd name="connsiteX63" fmla="*/ 38285 w 585502"/>
                <a:gd name="connsiteY63" fmla="*/ 335035 h 585498"/>
                <a:gd name="connsiteX64" fmla="*/ 38285 w 585502"/>
                <a:gd name="connsiteY64" fmla="*/ 344794 h 585498"/>
                <a:gd name="connsiteX65" fmla="*/ 38285 w 585502"/>
                <a:gd name="connsiteY65" fmla="*/ 356178 h 585498"/>
                <a:gd name="connsiteX66" fmla="*/ 39914 w 585502"/>
                <a:gd name="connsiteY66" fmla="*/ 365937 h 585498"/>
                <a:gd name="connsiteX67" fmla="*/ 41543 w 585502"/>
                <a:gd name="connsiteY67" fmla="*/ 376508 h 585498"/>
                <a:gd name="connsiteX68" fmla="*/ 43172 w 585502"/>
                <a:gd name="connsiteY68" fmla="*/ 386266 h 585498"/>
                <a:gd name="connsiteX69" fmla="*/ 44801 w 585502"/>
                <a:gd name="connsiteY69" fmla="*/ 396025 h 585498"/>
                <a:gd name="connsiteX70" fmla="*/ 47245 w 585502"/>
                <a:gd name="connsiteY70" fmla="*/ 404970 h 585498"/>
                <a:gd name="connsiteX71" fmla="*/ 51318 w 585502"/>
                <a:gd name="connsiteY71" fmla="*/ 414728 h 585498"/>
                <a:gd name="connsiteX72" fmla="*/ 54576 w 585502"/>
                <a:gd name="connsiteY72" fmla="*/ 424486 h 585498"/>
                <a:gd name="connsiteX73" fmla="*/ 58649 w 585502"/>
                <a:gd name="connsiteY73" fmla="*/ 433431 h 585498"/>
                <a:gd name="connsiteX74" fmla="*/ 62722 w 585502"/>
                <a:gd name="connsiteY74" fmla="*/ 442377 h 585498"/>
                <a:gd name="connsiteX75" fmla="*/ 68424 w 585502"/>
                <a:gd name="connsiteY75" fmla="*/ 450508 h 585498"/>
                <a:gd name="connsiteX76" fmla="*/ 72497 w 585502"/>
                <a:gd name="connsiteY76" fmla="*/ 457827 h 585498"/>
                <a:gd name="connsiteX77" fmla="*/ 79013 w 585502"/>
                <a:gd name="connsiteY77" fmla="*/ 465959 h 585498"/>
                <a:gd name="connsiteX78" fmla="*/ 84715 w 585502"/>
                <a:gd name="connsiteY78" fmla="*/ 474091 h 585498"/>
                <a:gd name="connsiteX79" fmla="*/ 90417 w 585502"/>
                <a:gd name="connsiteY79" fmla="*/ 481410 h 585498"/>
                <a:gd name="connsiteX80" fmla="*/ 97748 w 585502"/>
                <a:gd name="connsiteY80" fmla="*/ 487915 h 585498"/>
                <a:gd name="connsiteX81" fmla="*/ 105080 w 585502"/>
                <a:gd name="connsiteY81" fmla="*/ 495234 h 585498"/>
                <a:gd name="connsiteX82" fmla="*/ 112411 w 585502"/>
                <a:gd name="connsiteY82" fmla="*/ 500926 h 585498"/>
                <a:gd name="connsiteX83" fmla="*/ 119742 w 585502"/>
                <a:gd name="connsiteY83" fmla="*/ 507432 h 585498"/>
                <a:gd name="connsiteX84" fmla="*/ 127888 w 585502"/>
                <a:gd name="connsiteY84" fmla="*/ 513124 h 585498"/>
                <a:gd name="connsiteX85" fmla="*/ 136033 w 585502"/>
                <a:gd name="connsiteY85" fmla="*/ 518003 h 585498"/>
                <a:gd name="connsiteX86" fmla="*/ 144993 w 585502"/>
                <a:gd name="connsiteY86" fmla="*/ 522882 h 585498"/>
                <a:gd name="connsiteX87" fmla="*/ 153139 w 585502"/>
                <a:gd name="connsiteY87" fmla="*/ 526948 h 585498"/>
                <a:gd name="connsiteX88" fmla="*/ 162099 w 585502"/>
                <a:gd name="connsiteY88" fmla="*/ 531014 h 585498"/>
                <a:gd name="connsiteX89" fmla="*/ 171060 w 585502"/>
                <a:gd name="connsiteY89" fmla="*/ 534267 h 585498"/>
                <a:gd name="connsiteX90" fmla="*/ 180835 w 585502"/>
                <a:gd name="connsiteY90" fmla="*/ 538333 h 585498"/>
                <a:gd name="connsiteX91" fmla="*/ 189795 w 585502"/>
                <a:gd name="connsiteY91" fmla="*/ 540773 h 585498"/>
                <a:gd name="connsiteX92" fmla="*/ 199570 w 585502"/>
                <a:gd name="connsiteY92" fmla="*/ 542399 h 585498"/>
                <a:gd name="connsiteX93" fmla="*/ 209345 w 585502"/>
                <a:gd name="connsiteY93" fmla="*/ 544025 h 585498"/>
                <a:gd name="connsiteX94" fmla="*/ 220749 w 585502"/>
                <a:gd name="connsiteY94" fmla="*/ 546465 h 585498"/>
                <a:gd name="connsiteX95" fmla="*/ 230523 w 585502"/>
                <a:gd name="connsiteY95" fmla="*/ 547278 h 585498"/>
                <a:gd name="connsiteX96" fmla="*/ 240298 w 585502"/>
                <a:gd name="connsiteY96" fmla="*/ 547278 h 585498"/>
                <a:gd name="connsiteX97" fmla="*/ 250888 w 585502"/>
                <a:gd name="connsiteY97" fmla="*/ 547278 h 585498"/>
                <a:gd name="connsiteX98" fmla="*/ 260662 w 585502"/>
                <a:gd name="connsiteY98" fmla="*/ 546465 h 585498"/>
                <a:gd name="connsiteX99" fmla="*/ 271252 w 585502"/>
                <a:gd name="connsiteY99" fmla="*/ 544025 h 585498"/>
                <a:gd name="connsiteX100" fmla="*/ 281841 w 585502"/>
                <a:gd name="connsiteY100" fmla="*/ 542399 h 585498"/>
                <a:gd name="connsiteX101" fmla="*/ 291616 w 585502"/>
                <a:gd name="connsiteY101" fmla="*/ 540773 h 585498"/>
                <a:gd name="connsiteX102" fmla="*/ 300576 w 585502"/>
                <a:gd name="connsiteY102" fmla="*/ 538333 h 585498"/>
                <a:gd name="connsiteX103" fmla="*/ 310351 w 585502"/>
                <a:gd name="connsiteY103" fmla="*/ 534267 h 585498"/>
                <a:gd name="connsiteX104" fmla="*/ 319312 w 585502"/>
                <a:gd name="connsiteY104" fmla="*/ 531014 h 585498"/>
                <a:gd name="connsiteX105" fmla="*/ 328272 w 585502"/>
                <a:gd name="connsiteY105" fmla="*/ 526948 h 585498"/>
                <a:gd name="connsiteX106" fmla="*/ 336417 w 585502"/>
                <a:gd name="connsiteY106" fmla="*/ 522882 h 585498"/>
                <a:gd name="connsiteX107" fmla="*/ 345378 w 585502"/>
                <a:gd name="connsiteY107" fmla="*/ 518003 h 585498"/>
                <a:gd name="connsiteX108" fmla="*/ 353523 w 585502"/>
                <a:gd name="connsiteY108" fmla="*/ 513124 h 585498"/>
                <a:gd name="connsiteX109" fmla="*/ 361669 w 585502"/>
                <a:gd name="connsiteY109" fmla="*/ 507432 h 585498"/>
                <a:gd name="connsiteX110" fmla="*/ 369000 w 585502"/>
                <a:gd name="connsiteY110" fmla="*/ 500926 h 585498"/>
                <a:gd name="connsiteX111" fmla="*/ 376331 w 585502"/>
                <a:gd name="connsiteY111" fmla="*/ 495234 h 585498"/>
                <a:gd name="connsiteX112" fmla="*/ 382848 w 585502"/>
                <a:gd name="connsiteY112" fmla="*/ 487915 h 585498"/>
                <a:gd name="connsiteX113" fmla="*/ 390179 w 585502"/>
                <a:gd name="connsiteY113" fmla="*/ 481410 h 585498"/>
                <a:gd name="connsiteX114" fmla="*/ 396696 w 585502"/>
                <a:gd name="connsiteY114" fmla="*/ 474091 h 585498"/>
                <a:gd name="connsiteX115" fmla="*/ 402398 w 585502"/>
                <a:gd name="connsiteY115" fmla="*/ 465959 h 585498"/>
                <a:gd name="connsiteX116" fmla="*/ 408100 w 585502"/>
                <a:gd name="connsiteY116" fmla="*/ 457827 h 585498"/>
                <a:gd name="connsiteX117" fmla="*/ 412987 w 585502"/>
                <a:gd name="connsiteY117" fmla="*/ 450508 h 585498"/>
                <a:gd name="connsiteX118" fmla="*/ 417875 w 585502"/>
                <a:gd name="connsiteY118" fmla="*/ 442377 h 585498"/>
                <a:gd name="connsiteX119" fmla="*/ 422762 w 585502"/>
                <a:gd name="connsiteY119" fmla="*/ 433431 h 585498"/>
                <a:gd name="connsiteX120" fmla="*/ 426020 w 585502"/>
                <a:gd name="connsiteY120" fmla="*/ 424486 h 585498"/>
                <a:gd name="connsiteX121" fmla="*/ 430093 w 585502"/>
                <a:gd name="connsiteY121" fmla="*/ 414728 h 585498"/>
                <a:gd name="connsiteX122" fmla="*/ 433351 w 585502"/>
                <a:gd name="connsiteY122" fmla="*/ 404970 h 585498"/>
                <a:gd name="connsiteX123" fmla="*/ 436610 w 585502"/>
                <a:gd name="connsiteY123" fmla="*/ 396025 h 585498"/>
                <a:gd name="connsiteX124" fmla="*/ 438239 w 585502"/>
                <a:gd name="connsiteY124" fmla="*/ 386266 h 585498"/>
                <a:gd name="connsiteX125" fmla="*/ 439868 w 585502"/>
                <a:gd name="connsiteY125" fmla="*/ 376508 h 585498"/>
                <a:gd name="connsiteX126" fmla="*/ 441497 w 585502"/>
                <a:gd name="connsiteY126" fmla="*/ 365937 h 585498"/>
                <a:gd name="connsiteX127" fmla="*/ 442312 w 585502"/>
                <a:gd name="connsiteY127" fmla="*/ 356178 h 585498"/>
                <a:gd name="connsiteX128" fmla="*/ 442312 w 585502"/>
                <a:gd name="connsiteY128" fmla="*/ 344794 h 585498"/>
                <a:gd name="connsiteX129" fmla="*/ 442312 w 585502"/>
                <a:gd name="connsiteY129" fmla="*/ 334222 h 585498"/>
                <a:gd name="connsiteX130" fmla="*/ 441497 w 585502"/>
                <a:gd name="connsiteY130" fmla="*/ 322837 h 585498"/>
                <a:gd name="connsiteX131" fmla="*/ 439868 w 585502"/>
                <a:gd name="connsiteY131" fmla="*/ 311453 h 585498"/>
                <a:gd name="connsiteX132" fmla="*/ 437424 w 585502"/>
                <a:gd name="connsiteY132" fmla="*/ 300068 h 585498"/>
                <a:gd name="connsiteX133" fmla="*/ 437424 w 585502"/>
                <a:gd name="connsiteY133" fmla="*/ 296815 h 585498"/>
                <a:gd name="connsiteX134" fmla="*/ 437424 w 585502"/>
                <a:gd name="connsiteY134" fmla="*/ 292749 h 585498"/>
                <a:gd name="connsiteX135" fmla="*/ 438239 w 585502"/>
                <a:gd name="connsiteY135" fmla="*/ 289497 h 585498"/>
                <a:gd name="connsiteX136" fmla="*/ 439868 w 585502"/>
                <a:gd name="connsiteY136" fmla="*/ 287057 h 585498"/>
                <a:gd name="connsiteX137" fmla="*/ 442312 w 585502"/>
                <a:gd name="connsiteY137" fmla="*/ 282991 h 585498"/>
                <a:gd name="connsiteX138" fmla="*/ 445570 w 585502"/>
                <a:gd name="connsiteY138" fmla="*/ 280552 h 585498"/>
                <a:gd name="connsiteX139" fmla="*/ 448014 w 585502"/>
                <a:gd name="connsiteY139" fmla="*/ 278925 h 585498"/>
                <a:gd name="connsiteX140" fmla="*/ 452086 w 585502"/>
                <a:gd name="connsiteY140" fmla="*/ 276486 h 585498"/>
                <a:gd name="connsiteX141" fmla="*/ 456159 w 585502"/>
                <a:gd name="connsiteY141" fmla="*/ 276486 h 585498"/>
                <a:gd name="connsiteX142" fmla="*/ 459418 w 585502"/>
                <a:gd name="connsiteY142" fmla="*/ 278112 h 585498"/>
                <a:gd name="connsiteX143" fmla="*/ 463490 w 585502"/>
                <a:gd name="connsiteY143" fmla="*/ 278925 h 585498"/>
                <a:gd name="connsiteX144" fmla="*/ 466749 w 585502"/>
                <a:gd name="connsiteY144" fmla="*/ 280552 h 585498"/>
                <a:gd name="connsiteX145" fmla="*/ 469192 w 585502"/>
                <a:gd name="connsiteY145" fmla="*/ 282178 h 585498"/>
                <a:gd name="connsiteX146" fmla="*/ 472451 w 585502"/>
                <a:gd name="connsiteY146" fmla="*/ 284618 h 585498"/>
                <a:gd name="connsiteX147" fmla="*/ 474080 w 585502"/>
                <a:gd name="connsiteY147" fmla="*/ 288683 h 585498"/>
                <a:gd name="connsiteX148" fmla="*/ 475709 w 585502"/>
                <a:gd name="connsiteY148" fmla="*/ 291936 h 585498"/>
                <a:gd name="connsiteX149" fmla="*/ 478153 w 585502"/>
                <a:gd name="connsiteY149" fmla="*/ 305760 h 585498"/>
                <a:gd name="connsiteX150" fmla="*/ 480596 w 585502"/>
                <a:gd name="connsiteY150" fmla="*/ 318772 h 585498"/>
                <a:gd name="connsiteX151" fmla="*/ 481411 w 585502"/>
                <a:gd name="connsiteY151" fmla="*/ 332596 h 585498"/>
                <a:gd name="connsiteX152" fmla="*/ 481411 w 585502"/>
                <a:gd name="connsiteY152" fmla="*/ 344794 h 585498"/>
                <a:gd name="connsiteX153" fmla="*/ 481411 w 585502"/>
                <a:gd name="connsiteY153" fmla="*/ 357805 h 585498"/>
                <a:gd name="connsiteX154" fmla="*/ 480596 w 585502"/>
                <a:gd name="connsiteY154" fmla="*/ 370003 h 585498"/>
                <a:gd name="connsiteX155" fmla="*/ 478153 w 585502"/>
                <a:gd name="connsiteY155" fmla="*/ 382200 h 585498"/>
                <a:gd name="connsiteX156" fmla="*/ 476524 w 585502"/>
                <a:gd name="connsiteY156" fmla="*/ 394398 h 585498"/>
                <a:gd name="connsiteX157" fmla="*/ 474080 w 585502"/>
                <a:gd name="connsiteY157" fmla="*/ 405783 h 585498"/>
                <a:gd name="connsiteX158" fmla="*/ 470007 w 585502"/>
                <a:gd name="connsiteY158" fmla="*/ 417168 h 585498"/>
                <a:gd name="connsiteX159" fmla="*/ 466749 w 585502"/>
                <a:gd name="connsiteY159" fmla="*/ 428552 h 585498"/>
                <a:gd name="connsiteX160" fmla="*/ 462676 w 585502"/>
                <a:gd name="connsiteY160" fmla="*/ 439124 h 585498"/>
                <a:gd name="connsiteX161" fmla="*/ 457788 w 585502"/>
                <a:gd name="connsiteY161" fmla="*/ 450508 h 585498"/>
                <a:gd name="connsiteX162" fmla="*/ 452086 w 585502"/>
                <a:gd name="connsiteY162" fmla="*/ 460267 h 585498"/>
                <a:gd name="connsiteX163" fmla="*/ 447199 w 585502"/>
                <a:gd name="connsiteY163" fmla="*/ 470838 h 585498"/>
                <a:gd name="connsiteX164" fmla="*/ 440683 w 585502"/>
                <a:gd name="connsiteY164" fmla="*/ 479783 h 585498"/>
                <a:gd name="connsiteX165" fmla="*/ 433351 w 585502"/>
                <a:gd name="connsiteY165" fmla="*/ 489542 h 585498"/>
                <a:gd name="connsiteX166" fmla="*/ 426020 w 585502"/>
                <a:gd name="connsiteY166" fmla="*/ 498487 h 585498"/>
                <a:gd name="connsiteX167" fmla="*/ 419504 w 585502"/>
                <a:gd name="connsiteY167" fmla="*/ 507432 h 585498"/>
                <a:gd name="connsiteX168" fmla="*/ 411358 w 585502"/>
                <a:gd name="connsiteY168" fmla="*/ 515564 h 585498"/>
                <a:gd name="connsiteX169" fmla="*/ 402398 w 585502"/>
                <a:gd name="connsiteY169" fmla="*/ 523696 h 585498"/>
                <a:gd name="connsiteX170" fmla="*/ 394252 w 585502"/>
                <a:gd name="connsiteY170" fmla="*/ 531014 h 585498"/>
                <a:gd name="connsiteX171" fmla="*/ 385292 w 585502"/>
                <a:gd name="connsiteY171" fmla="*/ 538333 h 585498"/>
                <a:gd name="connsiteX172" fmla="*/ 374702 w 585502"/>
                <a:gd name="connsiteY172" fmla="*/ 545652 h 585498"/>
                <a:gd name="connsiteX173" fmla="*/ 364927 w 585502"/>
                <a:gd name="connsiteY173" fmla="*/ 551344 h 585498"/>
                <a:gd name="connsiteX174" fmla="*/ 355153 w 585502"/>
                <a:gd name="connsiteY174" fmla="*/ 557036 h 585498"/>
                <a:gd name="connsiteX175" fmla="*/ 344563 w 585502"/>
                <a:gd name="connsiteY175" fmla="*/ 562729 h 585498"/>
                <a:gd name="connsiteX176" fmla="*/ 334788 w 585502"/>
                <a:gd name="connsiteY176" fmla="*/ 566795 h 585498"/>
                <a:gd name="connsiteX177" fmla="*/ 322570 w 585502"/>
                <a:gd name="connsiteY177" fmla="*/ 571674 h 585498"/>
                <a:gd name="connsiteX178" fmla="*/ 311980 w 585502"/>
                <a:gd name="connsiteY178" fmla="*/ 574927 h 585498"/>
                <a:gd name="connsiteX179" fmla="*/ 300576 w 585502"/>
                <a:gd name="connsiteY179" fmla="*/ 578179 h 585498"/>
                <a:gd name="connsiteX180" fmla="*/ 288358 w 585502"/>
                <a:gd name="connsiteY180" fmla="*/ 581432 h 585498"/>
                <a:gd name="connsiteX181" fmla="*/ 276954 w 585502"/>
                <a:gd name="connsiteY181" fmla="*/ 583059 h 585498"/>
                <a:gd name="connsiteX182" fmla="*/ 265550 w 585502"/>
                <a:gd name="connsiteY182" fmla="*/ 584685 h 585498"/>
                <a:gd name="connsiteX183" fmla="*/ 252517 w 585502"/>
                <a:gd name="connsiteY183" fmla="*/ 585498 h 585498"/>
                <a:gd name="connsiteX184" fmla="*/ 240298 w 585502"/>
                <a:gd name="connsiteY184" fmla="*/ 585498 h 585498"/>
                <a:gd name="connsiteX185" fmla="*/ 228080 w 585502"/>
                <a:gd name="connsiteY185" fmla="*/ 585498 h 585498"/>
                <a:gd name="connsiteX186" fmla="*/ 215861 w 585502"/>
                <a:gd name="connsiteY186" fmla="*/ 584685 h 585498"/>
                <a:gd name="connsiteX187" fmla="*/ 204457 w 585502"/>
                <a:gd name="connsiteY187" fmla="*/ 583059 h 585498"/>
                <a:gd name="connsiteX188" fmla="*/ 192239 w 585502"/>
                <a:gd name="connsiteY188" fmla="*/ 581432 h 585498"/>
                <a:gd name="connsiteX189" fmla="*/ 180835 w 585502"/>
                <a:gd name="connsiteY189" fmla="*/ 578179 h 585498"/>
                <a:gd name="connsiteX190" fmla="*/ 169431 w 585502"/>
                <a:gd name="connsiteY190" fmla="*/ 574927 h 585498"/>
                <a:gd name="connsiteX191" fmla="*/ 157212 w 585502"/>
                <a:gd name="connsiteY191" fmla="*/ 571674 h 585498"/>
                <a:gd name="connsiteX192" fmla="*/ 146623 w 585502"/>
                <a:gd name="connsiteY192" fmla="*/ 566795 h 585498"/>
                <a:gd name="connsiteX193" fmla="*/ 136033 w 585502"/>
                <a:gd name="connsiteY193" fmla="*/ 562729 h 585498"/>
                <a:gd name="connsiteX194" fmla="*/ 126258 w 585502"/>
                <a:gd name="connsiteY194" fmla="*/ 557036 h 585498"/>
                <a:gd name="connsiteX195" fmla="*/ 115669 w 585502"/>
                <a:gd name="connsiteY195" fmla="*/ 551344 h 585498"/>
                <a:gd name="connsiteX196" fmla="*/ 105894 w 585502"/>
                <a:gd name="connsiteY196" fmla="*/ 545652 h 585498"/>
                <a:gd name="connsiteX197" fmla="*/ 96119 w 585502"/>
                <a:gd name="connsiteY197" fmla="*/ 538333 h 585498"/>
                <a:gd name="connsiteX198" fmla="*/ 87159 w 585502"/>
                <a:gd name="connsiteY198" fmla="*/ 531014 h 585498"/>
                <a:gd name="connsiteX199" fmla="*/ 78199 w 585502"/>
                <a:gd name="connsiteY199" fmla="*/ 523696 h 585498"/>
                <a:gd name="connsiteX200" fmla="*/ 70053 w 585502"/>
                <a:gd name="connsiteY200" fmla="*/ 515564 h 585498"/>
                <a:gd name="connsiteX201" fmla="*/ 61907 w 585502"/>
                <a:gd name="connsiteY201" fmla="*/ 507432 h 585498"/>
                <a:gd name="connsiteX202" fmla="*/ 54576 w 585502"/>
                <a:gd name="connsiteY202" fmla="*/ 498487 h 585498"/>
                <a:gd name="connsiteX203" fmla="*/ 47245 w 585502"/>
                <a:gd name="connsiteY203" fmla="*/ 489542 h 585498"/>
                <a:gd name="connsiteX204" fmla="*/ 40729 w 585502"/>
                <a:gd name="connsiteY204" fmla="*/ 479783 h 585498"/>
                <a:gd name="connsiteX205" fmla="*/ 34212 w 585502"/>
                <a:gd name="connsiteY205" fmla="*/ 470838 h 585498"/>
                <a:gd name="connsiteX206" fmla="*/ 28510 w 585502"/>
                <a:gd name="connsiteY206" fmla="*/ 460267 h 585498"/>
                <a:gd name="connsiteX207" fmla="*/ 23623 w 585502"/>
                <a:gd name="connsiteY207" fmla="*/ 450508 h 585498"/>
                <a:gd name="connsiteX208" fmla="*/ 18735 w 585502"/>
                <a:gd name="connsiteY208" fmla="*/ 439124 h 585498"/>
                <a:gd name="connsiteX209" fmla="*/ 14662 w 585502"/>
                <a:gd name="connsiteY209" fmla="*/ 428552 h 585498"/>
                <a:gd name="connsiteX210" fmla="*/ 10589 w 585502"/>
                <a:gd name="connsiteY210" fmla="*/ 417168 h 585498"/>
                <a:gd name="connsiteX211" fmla="*/ 7331 w 585502"/>
                <a:gd name="connsiteY211" fmla="*/ 405783 h 585498"/>
                <a:gd name="connsiteX212" fmla="*/ 4073 w 585502"/>
                <a:gd name="connsiteY212" fmla="*/ 394398 h 585498"/>
                <a:gd name="connsiteX213" fmla="*/ 2444 w 585502"/>
                <a:gd name="connsiteY213" fmla="*/ 382200 h 585498"/>
                <a:gd name="connsiteX214" fmla="*/ 815 w 585502"/>
                <a:gd name="connsiteY214" fmla="*/ 370003 h 585498"/>
                <a:gd name="connsiteX215" fmla="*/ 0 w 585502"/>
                <a:gd name="connsiteY215" fmla="*/ 357805 h 585498"/>
                <a:gd name="connsiteX216" fmla="*/ 0 w 585502"/>
                <a:gd name="connsiteY216" fmla="*/ 344794 h 585498"/>
                <a:gd name="connsiteX217" fmla="*/ 0 w 585502"/>
                <a:gd name="connsiteY217" fmla="*/ 333409 h 585498"/>
                <a:gd name="connsiteX218" fmla="*/ 815 w 585502"/>
                <a:gd name="connsiteY218" fmla="*/ 321211 h 585498"/>
                <a:gd name="connsiteX219" fmla="*/ 2444 w 585502"/>
                <a:gd name="connsiteY219" fmla="*/ 309013 h 585498"/>
                <a:gd name="connsiteX220" fmla="*/ 4073 w 585502"/>
                <a:gd name="connsiteY220" fmla="*/ 297629 h 585498"/>
                <a:gd name="connsiteX221" fmla="*/ 7331 w 585502"/>
                <a:gd name="connsiteY221" fmla="*/ 285431 h 585498"/>
                <a:gd name="connsiteX222" fmla="*/ 10589 w 585502"/>
                <a:gd name="connsiteY222" fmla="*/ 274046 h 585498"/>
                <a:gd name="connsiteX223" fmla="*/ 14662 w 585502"/>
                <a:gd name="connsiteY223" fmla="*/ 262661 h 585498"/>
                <a:gd name="connsiteX224" fmla="*/ 18735 w 585502"/>
                <a:gd name="connsiteY224" fmla="*/ 251277 h 585498"/>
                <a:gd name="connsiteX225" fmla="*/ 23623 w 585502"/>
                <a:gd name="connsiteY225" fmla="*/ 240705 h 585498"/>
                <a:gd name="connsiteX226" fmla="*/ 28510 w 585502"/>
                <a:gd name="connsiteY226" fmla="*/ 230947 h 585498"/>
                <a:gd name="connsiteX227" fmla="*/ 34212 w 585502"/>
                <a:gd name="connsiteY227" fmla="*/ 221189 h 585498"/>
                <a:gd name="connsiteX228" fmla="*/ 40729 w 585502"/>
                <a:gd name="connsiteY228" fmla="*/ 211430 h 585498"/>
                <a:gd name="connsiteX229" fmla="*/ 47245 w 585502"/>
                <a:gd name="connsiteY229" fmla="*/ 201672 h 585498"/>
                <a:gd name="connsiteX230" fmla="*/ 54576 w 585502"/>
                <a:gd name="connsiteY230" fmla="*/ 192727 h 585498"/>
                <a:gd name="connsiteX231" fmla="*/ 61907 w 585502"/>
                <a:gd name="connsiteY231" fmla="*/ 183782 h 585498"/>
                <a:gd name="connsiteX232" fmla="*/ 70053 w 585502"/>
                <a:gd name="connsiteY232" fmla="*/ 175650 h 585498"/>
                <a:gd name="connsiteX233" fmla="*/ 78199 w 585502"/>
                <a:gd name="connsiteY233" fmla="*/ 167518 h 585498"/>
                <a:gd name="connsiteX234" fmla="*/ 87159 w 585502"/>
                <a:gd name="connsiteY234" fmla="*/ 160199 h 585498"/>
                <a:gd name="connsiteX235" fmla="*/ 96119 w 585502"/>
                <a:gd name="connsiteY235" fmla="*/ 152881 h 585498"/>
                <a:gd name="connsiteX236" fmla="*/ 105894 w 585502"/>
                <a:gd name="connsiteY236" fmla="*/ 145562 h 585498"/>
                <a:gd name="connsiteX237" fmla="*/ 115669 w 585502"/>
                <a:gd name="connsiteY237" fmla="*/ 139056 h 585498"/>
                <a:gd name="connsiteX238" fmla="*/ 126258 w 585502"/>
                <a:gd name="connsiteY238" fmla="*/ 134177 h 585498"/>
                <a:gd name="connsiteX239" fmla="*/ 136033 w 585502"/>
                <a:gd name="connsiteY239" fmla="*/ 128485 h 585498"/>
                <a:gd name="connsiteX240" fmla="*/ 146623 w 585502"/>
                <a:gd name="connsiteY240" fmla="*/ 124419 h 585498"/>
                <a:gd name="connsiteX241" fmla="*/ 157212 w 585502"/>
                <a:gd name="connsiteY241" fmla="*/ 119540 h 585498"/>
                <a:gd name="connsiteX242" fmla="*/ 169431 w 585502"/>
                <a:gd name="connsiteY242" fmla="*/ 116287 h 585498"/>
                <a:gd name="connsiteX243" fmla="*/ 180835 w 585502"/>
                <a:gd name="connsiteY243" fmla="*/ 112221 h 585498"/>
                <a:gd name="connsiteX244" fmla="*/ 192239 w 585502"/>
                <a:gd name="connsiteY244" fmla="*/ 109781 h 585498"/>
                <a:gd name="connsiteX245" fmla="*/ 204457 w 585502"/>
                <a:gd name="connsiteY245" fmla="*/ 108155 h 585498"/>
                <a:gd name="connsiteX246" fmla="*/ 215861 w 585502"/>
                <a:gd name="connsiteY246" fmla="*/ 106529 h 585498"/>
                <a:gd name="connsiteX247" fmla="*/ 228080 w 585502"/>
                <a:gd name="connsiteY247" fmla="*/ 104902 h 585498"/>
                <a:gd name="connsiteX248" fmla="*/ 564324 w 585502"/>
                <a:gd name="connsiteY248" fmla="*/ 0 h 585498"/>
                <a:gd name="connsiteX249" fmla="*/ 568397 w 585502"/>
                <a:gd name="connsiteY249" fmla="*/ 0 h 585498"/>
                <a:gd name="connsiteX250" fmla="*/ 571655 w 585502"/>
                <a:gd name="connsiteY250" fmla="*/ 816 h 585498"/>
                <a:gd name="connsiteX251" fmla="*/ 575728 w 585502"/>
                <a:gd name="connsiteY251" fmla="*/ 1632 h 585498"/>
                <a:gd name="connsiteX252" fmla="*/ 578171 w 585502"/>
                <a:gd name="connsiteY252" fmla="*/ 4081 h 585498"/>
                <a:gd name="connsiteX253" fmla="*/ 581429 w 585502"/>
                <a:gd name="connsiteY253" fmla="*/ 6529 h 585498"/>
                <a:gd name="connsiteX254" fmla="*/ 583873 w 585502"/>
                <a:gd name="connsiteY254" fmla="*/ 9793 h 585498"/>
                <a:gd name="connsiteX255" fmla="*/ 585502 w 585502"/>
                <a:gd name="connsiteY255" fmla="*/ 13058 h 585498"/>
                <a:gd name="connsiteX256" fmla="*/ 585502 w 585502"/>
                <a:gd name="connsiteY256" fmla="*/ 16322 h 585498"/>
                <a:gd name="connsiteX257" fmla="*/ 585502 w 585502"/>
                <a:gd name="connsiteY257" fmla="*/ 20402 h 585498"/>
                <a:gd name="connsiteX258" fmla="*/ 585502 w 585502"/>
                <a:gd name="connsiteY258" fmla="*/ 23667 h 585498"/>
                <a:gd name="connsiteX259" fmla="*/ 583873 w 585502"/>
                <a:gd name="connsiteY259" fmla="*/ 27747 h 585498"/>
                <a:gd name="connsiteX260" fmla="*/ 581429 w 585502"/>
                <a:gd name="connsiteY260" fmla="*/ 31011 h 585498"/>
                <a:gd name="connsiteX261" fmla="*/ 240143 w 585502"/>
                <a:gd name="connsiteY261" fmla="*/ 452112 h 585498"/>
                <a:gd name="connsiteX262" fmla="*/ 236884 w 585502"/>
                <a:gd name="connsiteY262" fmla="*/ 454561 h 585498"/>
                <a:gd name="connsiteX263" fmla="*/ 233626 w 585502"/>
                <a:gd name="connsiteY263" fmla="*/ 456193 h 585498"/>
                <a:gd name="connsiteX264" fmla="*/ 230368 w 585502"/>
                <a:gd name="connsiteY264" fmla="*/ 458641 h 585498"/>
                <a:gd name="connsiteX265" fmla="*/ 225481 w 585502"/>
                <a:gd name="connsiteY265" fmla="*/ 458641 h 585498"/>
                <a:gd name="connsiteX266" fmla="*/ 224667 w 585502"/>
                <a:gd name="connsiteY266" fmla="*/ 458641 h 585498"/>
                <a:gd name="connsiteX267" fmla="*/ 221408 w 585502"/>
                <a:gd name="connsiteY267" fmla="*/ 458641 h 585498"/>
                <a:gd name="connsiteX268" fmla="*/ 217336 w 585502"/>
                <a:gd name="connsiteY268" fmla="*/ 457009 h 585498"/>
                <a:gd name="connsiteX269" fmla="*/ 214078 w 585502"/>
                <a:gd name="connsiteY269" fmla="*/ 455377 h 585498"/>
                <a:gd name="connsiteX270" fmla="*/ 210820 w 585502"/>
                <a:gd name="connsiteY270" fmla="*/ 453745 h 585498"/>
                <a:gd name="connsiteX271" fmla="*/ 94342 w 585502"/>
                <a:gd name="connsiteY271" fmla="*/ 336228 h 585498"/>
                <a:gd name="connsiteX272" fmla="*/ 91084 w 585502"/>
                <a:gd name="connsiteY272" fmla="*/ 332964 h 585498"/>
                <a:gd name="connsiteX273" fmla="*/ 89455 w 585502"/>
                <a:gd name="connsiteY273" fmla="*/ 329699 h 585498"/>
                <a:gd name="connsiteX274" fmla="*/ 88641 w 585502"/>
                <a:gd name="connsiteY274" fmla="*/ 325619 h 585498"/>
                <a:gd name="connsiteX275" fmla="*/ 87826 w 585502"/>
                <a:gd name="connsiteY275" fmla="*/ 322355 h 585498"/>
                <a:gd name="connsiteX276" fmla="*/ 88641 w 585502"/>
                <a:gd name="connsiteY276" fmla="*/ 318274 h 585498"/>
                <a:gd name="connsiteX277" fmla="*/ 89455 w 585502"/>
                <a:gd name="connsiteY277" fmla="*/ 315010 h 585498"/>
                <a:gd name="connsiteX278" fmla="*/ 91084 w 585502"/>
                <a:gd name="connsiteY278" fmla="*/ 311745 h 585498"/>
                <a:gd name="connsiteX279" fmla="*/ 94342 w 585502"/>
                <a:gd name="connsiteY279" fmla="*/ 307665 h 585498"/>
                <a:gd name="connsiteX280" fmla="*/ 96786 w 585502"/>
                <a:gd name="connsiteY280" fmla="*/ 305217 h 585498"/>
                <a:gd name="connsiteX281" fmla="*/ 100858 w 585502"/>
                <a:gd name="connsiteY281" fmla="*/ 303585 h 585498"/>
                <a:gd name="connsiteX282" fmla="*/ 104117 w 585502"/>
                <a:gd name="connsiteY282" fmla="*/ 302768 h 585498"/>
                <a:gd name="connsiteX283" fmla="*/ 107375 w 585502"/>
                <a:gd name="connsiteY283" fmla="*/ 302768 h 585498"/>
                <a:gd name="connsiteX284" fmla="*/ 111447 w 585502"/>
                <a:gd name="connsiteY284" fmla="*/ 302768 h 585498"/>
                <a:gd name="connsiteX285" fmla="*/ 114705 w 585502"/>
                <a:gd name="connsiteY285" fmla="*/ 303585 h 585498"/>
                <a:gd name="connsiteX286" fmla="*/ 118778 w 585502"/>
                <a:gd name="connsiteY286" fmla="*/ 305217 h 585498"/>
                <a:gd name="connsiteX287" fmla="*/ 121222 w 585502"/>
                <a:gd name="connsiteY287" fmla="*/ 307665 h 585498"/>
                <a:gd name="connsiteX288" fmla="*/ 223037 w 585502"/>
                <a:gd name="connsiteY288" fmla="*/ 410492 h 585498"/>
                <a:gd name="connsiteX289" fmla="*/ 551292 w 585502"/>
                <a:gd name="connsiteY289" fmla="*/ 6529 h 585498"/>
                <a:gd name="connsiteX290" fmla="*/ 553735 w 585502"/>
                <a:gd name="connsiteY290" fmla="*/ 4081 h 585498"/>
                <a:gd name="connsiteX291" fmla="*/ 556994 w 585502"/>
                <a:gd name="connsiteY291" fmla="*/ 1632 h 585498"/>
                <a:gd name="connsiteX292" fmla="*/ 560252 w 585502"/>
                <a:gd name="connsiteY292" fmla="*/ 816 h 585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</a:cxnLst>
              <a:rect l="l" t="t" r="r" b="b"/>
              <a:pathLst>
                <a:path w="585502" h="585498">
                  <a:moveTo>
                    <a:pt x="240298" y="104089"/>
                  </a:moveTo>
                  <a:lnTo>
                    <a:pt x="254146" y="104902"/>
                  </a:lnTo>
                  <a:lnTo>
                    <a:pt x="267994" y="106529"/>
                  </a:lnTo>
                  <a:lnTo>
                    <a:pt x="282656" y="108155"/>
                  </a:lnTo>
                  <a:lnTo>
                    <a:pt x="295689" y="111408"/>
                  </a:lnTo>
                  <a:lnTo>
                    <a:pt x="309537" y="115474"/>
                  </a:lnTo>
                  <a:lnTo>
                    <a:pt x="321755" y="118727"/>
                  </a:lnTo>
                  <a:lnTo>
                    <a:pt x="334788" y="124419"/>
                  </a:lnTo>
                  <a:lnTo>
                    <a:pt x="347821" y="130111"/>
                  </a:lnTo>
                  <a:lnTo>
                    <a:pt x="351080" y="132551"/>
                  </a:lnTo>
                  <a:lnTo>
                    <a:pt x="353523" y="134990"/>
                  </a:lnTo>
                  <a:lnTo>
                    <a:pt x="355967" y="137430"/>
                  </a:lnTo>
                  <a:lnTo>
                    <a:pt x="356782" y="141496"/>
                  </a:lnTo>
                  <a:lnTo>
                    <a:pt x="357596" y="144749"/>
                  </a:lnTo>
                  <a:lnTo>
                    <a:pt x="359225" y="149628"/>
                  </a:lnTo>
                  <a:lnTo>
                    <a:pt x="357596" y="152881"/>
                  </a:lnTo>
                  <a:lnTo>
                    <a:pt x="355967" y="156133"/>
                  </a:lnTo>
                  <a:lnTo>
                    <a:pt x="354338" y="160199"/>
                  </a:lnTo>
                  <a:lnTo>
                    <a:pt x="351894" y="162639"/>
                  </a:lnTo>
                  <a:lnTo>
                    <a:pt x="348636" y="164265"/>
                  </a:lnTo>
                  <a:lnTo>
                    <a:pt x="345378" y="166705"/>
                  </a:lnTo>
                  <a:lnTo>
                    <a:pt x="342119" y="167518"/>
                  </a:lnTo>
                  <a:lnTo>
                    <a:pt x="338047" y="167518"/>
                  </a:lnTo>
                  <a:lnTo>
                    <a:pt x="333974" y="166705"/>
                  </a:lnTo>
                  <a:lnTo>
                    <a:pt x="329901" y="165078"/>
                  </a:lnTo>
                  <a:lnTo>
                    <a:pt x="319312" y="160199"/>
                  </a:lnTo>
                  <a:lnTo>
                    <a:pt x="308722" y="156133"/>
                  </a:lnTo>
                  <a:lnTo>
                    <a:pt x="297318" y="152067"/>
                  </a:lnTo>
                  <a:lnTo>
                    <a:pt x="286729" y="149628"/>
                  </a:lnTo>
                  <a:lnTo>
                    <a:pt x="275325" y="146375"/>
                  </a:lnTo>
                  <a:lnTo>
                    <a:pt x="263921" y="144749"/>
                  </a:lnTo>
                  <a:lnTo>
                    <a:pt x="252517" y="143935"/>
                  </a:lnTo>
                  <a:lnTo>
                    <a:pt x="240298" y="143935"/>
                  </a:lnTo>
                  <a:lnTo>
                    <a:pt x="230523" y="143935"/>
                  </a:lnTo>
                  <a:lnTo>
                    <a:pt x="220749" y="144749"/>
                  </a:lnTo>
                  <a:lnTo>
                    <a:pt x="209345" y="145562"/>
                  </a:lnTo>
                  <a:lnTo>
                    <a:pt x="199570" y="147188"/>
                  </a:lnTo>
                  <a:lnTo>
                    <a:pt x="189795" y="150441"/>
                  </a:lnTo>
                  <a:lnTo>
                    <a:pt x="180835" y="152881"/>
                  </a:lnTo>
                  <a:lnTo>
                    <a:pt x="171060" y="155320"/>
                  </a:lnTo>
                  <a:lnTo>
                    <a:pt x="162099" y="160199"/>
                  </a:lnTo>
                  <a:lnTo>
                    <a:pt x="153139" y="163452"/>
                  </a:lnTo>
                  <a:lnTo>
                    <a:pt x="144993" y="168331"/>
                  </a:lnTo>
                  <a:lnTo>
                    <a:pt x="136033" y="172397"/>
                  </a:lnTo>
                  <a:lnTo>
                    <a:pt x="127888" y="178089"/>
                  </a:lnTo>
                  <a:lnTo>
                    <a:pt x="119742" y="184595"/>
                  </a:lnTo>
                  <a:lnTo>
                    <a:pt x="112411" y="189474"/>
                  </a:lnTo>
                  <a:lnTo>
                    <a:pt x="105080" y="195980"/>
                  </a:lnTo>
                  <a:lnTo>
                    <a:pt x="97748" y="203298"/>
                  </a:lnTo>
                  <a:lnTo>
                    <a:pt x="90417" y="210617"/>
                  </a:lnTo>
                  <a:lnTo>
                    <a:pt x="84715" y="217936"/>
                  </a:lnTo>
                  <a:lnTo>
                    <a:pt x="79013" y="224441"/>
                  </a:lnTo>
                  <a:lnTo>
                    <a:pt x="72497" y="232573"/>
                  </a:lnTo>
                  <a:lnTo>
                    <a:pt x="68424" y="240705"/>
                  </a:lnTo>
                  <a:lnTo>
                    <a:pt x="62722" y="248837"/>
                  </a:lnTo>
                  <a:lnTo>
                    <a:pt x="58649" y="257782"/>
                  </a:lnTo>
                  <a:lnTo>
                    <a:pt x="54576" y="266727"/>
                  </a:lnTo>
                  <a:lnTo>
                    <a:pt x="51318" y="275672"/>
                  </a:lnTo>
                  <a:lnTo>
                    <a:pt x="47245" y="285431"/>
                  </a:lnTo>
                  <a:lnTo>
                    <a:pt x="44801" y="294376"/>
                  </a:lnTo>
                  <a:lnTo>
                    <a:pt x="43172" y="304947"/>
                  </a:lnTo>
                  <a:lnTo>
                    <a:pt x="41543" y="314706"/>
                  </a:lnTo>
                  <a:lnTo>
                    <a:pt x="39914" y="324464"/>
                  </a:lnTo>
                  <a:lnTo>
                    <a:pt x="38285" y="335035"/>
                  </a:lnTo>
                  <a:lnTo>
                    <a:pt x="38285" y="344794"/>
                  </a:lnTo>
                  <a:lnTo>
                    <a:pt x="38285" y="356178"/>
                  </a:lnTo>
                  <a:lnTo>
                    <a:pt x="39914" y="365937"/>
                  </a:lnTo>
                  <a:lnTo>
                    <a:pt x="41543" y="376508"/>
                  </a:lnTo>
                  <a:lnTo>
                    <a:pt x="43172" y="386266"/>
                  </a:lnTo>
                  <a:lnTo>
                    <a:pt x="44801" y="396025"/>
                  </a:lnTo>
                  <a:lnTo>
                    <a:pt x="47245" y="404970"/>
                  </a:lnTo>
                  <a:lnTo>
                    <a:pt x="51318" y="414728"/>
                  </a:lnTo>
                  <a:lnTo>
                    <a:pt x="54576" y="424486"/>
                  </a:lnTo>
                  <a:lnTo>
                    <a:pt x="58649" y="433431"/>
                  </a:lnTo>
                  <a:lnTo>
                    <a:pt x="62722" y="442377"/>
                  </a:lnTo>
                  <a:lnTo>
                    <a:pt x="68424" y="450508"/>
                  </a:lnTo>
                  <a:lnTo>
                    <a:pt x="72497" y="457827"/>
                  </a:lnTo>
                  <a:lnTo>
                    <a:pt x="79013" y="465959"/>
                  </a:lnTo>
                  <a:lnTo>
                    <a:pt x="84715" y="474091"/>
                  </a:lnTo>
                  <a:lnTo>
                    <a:pt x="90417" y="481410"/>
                  </a:lnTo>
                  <a:lnTo>
                    <a:pt x="97748" y="487915"/>
                  </a:lnTo>
                  <a:lnTo>
                    <a:pt x="105080" y="495234"/>
                  </a:lnTo>
                  <a:lnTo>
                    <a:pt x="112411" y="500926"/>
                  </a:lnTo>
                  <a:lnTo>
                    <a:pt x="119742" y="507432"/>
                  </a:lnTo>
                  <a:lnTo>
                    <a:pt x="127888" y="513124"/>
                  </a:lnTo>
                  <a:lnTo>
                    <a:pt x="136033" y="518003"/>
                  </a:lnTo>
                  <a:lnTo>
                    <a:pt x="144993" y="522882"/>
                  </a:lnTo>
                  <a:lnTo>
                    <a:pt x="153139" y="526948"/>
                  </a:lnTo>
                  <a:lnTo>
                    <a:pt x="162099" y="531014"/>
                  </a:lnTo>
                  <a:lnTo>
                    <a:pt x="171060" y="534267"/>
                  </a:lnTo>
                  <a:lnTo>
                    <a:pt x="180835" y="538333"/>
                  </a:lnTo>
                  <a:lnTo>
                    <a:pt x="189795" y="540773"/>
                  </a:lnTo>
                  <a:lnTo>
                    <a:pt x="199570" y="542399"/>
                  </a:lnTo>
                  <a:lnTo>
                    <a:pt x="209345" y="544025"/>
                  </a:lnTo>
                  <a:lnTo>
                    <a:pt x="220749" y="546465"/>
                  </a:lnTo>
                  <a:lnTo>
                    <a:pt x="230523" y="547278"/>
                  </a:lnTo>
                  <a:lnTo>
                    <a:pt x="240298" y="547278"/>
                  </a:lnTo>
                  <a:lnTo>
                    <a:pt x="250888" y="547278"/>
                  </a:lnTo>
                  <a:lnTo>
                    <a:pt x="260662" y="546465"/>
                  </a:lnTo>
                  <a:lnTo>
                    <a:pt x="271252" y="544025"/>
                  </a:lnTo>
                  <a:lnTo>
                    <a:pt x="281841" y="542399"/>
                  </a:lnTo>
                  <a:lnTo>
                    <a:pt x="291616" y="540773"/>
                  </a:lnTo>
                  <a:lnTo>
                    <a:pt x="300576" y="538333"/>
                  </a:lnTo>
                  <a:lnTo>
                    <a:pt x="310351" y="534267"/>
                  </a:lnTo>
                  <a:lnTo>
                    <a:pt x="319312" y="531014"/>
                  </a:lnTo>
                  <a:lnTo>
                    <a:pt x="328272" y="526948"/>
                  </a:lnTo>
                  <a:lnTo>
                    <a:pt x="336417" y="522882"/>
                  </a:lnTo>
                  <a:lnTo>
                    <a:pt x="345378" y="518003"/>
                  </a:lnTo>
                  <a:lnTo>
                    <a:pt x="353523" y="513124"/>
                  </a:lnTo>
                  <a:lnTo>
                    <a:pt x="361669" y="507432"/>
                  </a:lnTo>
                  <a:lnTo>
                    <a:pt x="369000" y="500926"/>
                  </a:lnTo>
                  <a:lnTo>
                    <a:pt x="376331" y="495234"/>
                  </a:lnTo>
                  <a:lnTo>
                    <a:pt x="382848" y="487915"/>
                  </a:lnTo>
                  <a:lnTo>
                    <a:pt x="390179" y="481410"/>
                  </a:lnTo>
                  <a:lnTo>
                    <a:pt x="396696" y="474091"/>
                  </a:lnTo>
                  <a:lnTo>
                    <a:pt x="402398" y="465959"/>
                  </a:lnTo>
                  <a:lnTo>
                    <a:pt x="408100" y="457827"/>
                  </a:lnTo>
                  <a:lnTo>
                    <a:pt x="412987" y="450508"/>
                  </a:lnTo>
                  <a:lnTo>
                    <a:pt x="417875" y="442377"/>
                  </a:lnTo>
                  <a:lnTo>
                    <a:pt x="422762" y="433431"/>
                  </a:lnTo>
                  <a:lnTo>
                    <a:pt x="426020" y="424486"/>
                  </a:lnTo>
                  <a:lnTo>
                    <a:pt x="430093" y="414728"/>
                  </a:lnTo>
                  <a:lnTo>
                    <a:pt x="433351" y="404970"/>
                  </a:lnTo>
                  <a:lnTo>
                    <a:pt x="436610" y="396025"/>
                  </a:lnTo>
                  <a:lnTo>
                    <a:pt x="438239" y="386266"/>
                  </a:lnTo>
                  <a:lnTo>
                    <a:pt x="439868" y="376508"/>
                  </a:lnTo>
                  <a:lnTo>
                    <a:pt x="441497" y="365937"/>
                  </a:lnTo>
                  <a:lnTo>
                    <a:pt x="442312" y="356178"/>
                  </a:lnTo>
                  <a:lnTo>
                    <a:pt x="442312" y="344794"/>
                  </a:lnTo>
                  <a:lnTo>
                    <a:pt x="442312" y="334222"/>
                  </a:lnTo>
                  <a:lnTo>
                    <a:pt x="441497" y="322837"/>
                  </a:lnTo>
                  <a:lnTo>
                    <a:pt x="439868" y="311453"/>
                  </a:lnTo>
                  <a:lnTo>
                    <a:pt x="437424" y="300068"/>
                  </a:lnTo>
                  <a:lnTo>
                    <a:pt x="437424" y="296815"/>
                  </a:lnTo>
                  <a:lnTo>
                    <a:pt x="437424" y="292749"/>
                  </a:lnTo>
                  <a:lnTo>
                    <a:pt x="438239" y="289497"/>
                  </a:lnTo>
                  <a:lnTo>
                    <a:pt x="439868" y="287057"/>
                  </a:lnTo>
                  <a:lnTo>
                    <a:pt x="442312" y="282991"/>
                  </a:lnTo>
                  <a:lnTo>
                    <a:pt x="445570" y="280552"/>
                  </a:lnTo>
                  <a:lnTo>
                    <a:pt x="448014" y="278925"/>
                  </a:lnTo>
                  <a:lnTo>
                    <a:pt x="452086" y="276486"/>
                  </a:lnTo>
                  <a:lnTo>
                    <a:pt x="456159" y="276486"/>
                  </a:lnTo>
                  <a:lnTo>
                    <a:pt x="459418" y="278112"/>
                  </a:lnTo>
                  <a:lnTo>
                    <a:pt x="463490" y="278925"/>
                  </a:lnTo>
                  <a:lnTo>
                    <a:pt x="466749" y="280552"/>
                  </a:lnTo>
                  <a:lnTo>
                    <a:pt x="469192" y="282178"/>
                  </a:lnTo>
                  <a:lnTo>
                    <a:pt x="472451" y="284618"/>
                  </a:lnTo>
                  <a:lnTo>
                    <a:pt x="474080" y="288683"/>
                  </a:lnTo>
                  <a:lnTo>
                    <a:pt x="475709" y="291936"/>
                  </a:lnTo>
                  <a:lnTo>
                    <a:pt x="478153" y="305760"/>
                  </a:lnTo>
                  <a:lnTo>
                    <a:pt x="480596" y="318772"/>
                  </a:lnTo>
                  <a:lnTo>
                    <a:pt x="481411" y="332596"/>
                  </a:lnTo>
                  <a:lnTo>
                    <a:pt x="481411" y="344794"/>
                  </a:lnTo>
                  <a:lnTo>
                    <a:pt x="481411" y="357805"/>
                  </a:lnTo>
                  <a:lnTo>
                    <a:pt x="480596" y="370003"/>
                  </a:lnTo>
                  <a:lnTo>
                    <a:pt x="478153" y="382200"/>
                  </a:lnTo>
                  <a:lnTo>
                    <a:pt x="476524" y="394398"/>
                  </a:lnTo>
                  <a:lnTo>
                    <a:pt x="474080" y="405783"/>
                  </a:lnTo>
                  <a:lnTo>
                    <a:pt x="470007" y="417168"/>
                  </a:lnTo>
                  <a:lnTo>
                    <a:pt x="466749" y="428552"/>
                  </a:lnTo>
                  <a:lnTo>
                    <a:pt x="462676" y="439124"/>
                  </a:lnTo>
                  <a:lnTo>
                    <a:pt x="457788" y="450508"/>
                  </a:lnTo>
                  <a:lnTo>
                    <a:pt x="452086" y="460267"/>
                  </a:lnTo>
                  <a:lnTo>
                    <a:pt x="447199" y="470838"/>
                  </a:lnTo>
                  <a:lnTo>
                    <a:pt x="440683" y="479783"/>
                  </a:lnTo>
                  <a:lnTo>
                    <a:pt x="433351" y="489542"/>
                  </a:lnTo>
                  <a:lnTo>
                    <a:pt x="426020" y="498487"/>
                  </a:lnTo>
                  <a:lnTo>
                    <a:pt x="419504" y="507432"/>
                  </a:lnTo>
                  <a:lnTo>
                    <a:pt x="411358" y="515564"/>
                  </a:lnTo>
                  <a:lnTo>
                    <a:pt x="402398" y="523696"/>
                  </a:lnTo>
                  <a:lnTo>
                    <a:pt x="394252" y="531014"/>
                  </a:lnTo>
                  <a:lnTo>
                    <a:pt x="385292" y="538333"/>
                  </a:lnTo>
                  <a:lnTo>
                    <a:pt x="374702" y="545652"/>
                  </a:lnTo>
                  <a:lnTo>
                    <a:pt x="364927" y="551344"/>
                  </a:lnTo>
                  <a:lnTo>
                    <a:pt x="355153" y="557036"/>
                  </a:lnTo>
                  <a:lnTo>
                    <a:pt x="344563" y="562729"/>
                  </a:lnTo>
                  <a:lnTo>
                    <a:pt x="334788" y="566795"/>
                  </a:lnTo>
                  <a:lnTo>
                    <a:pt x="322570" y="571674"/>
                  </a:lnTo>
                  <a:lnTo>
                    <a:pt x="311980" y="574927"/>
                  </a:lnTo>
                  <a:lnTo>
                    <a:pt x="300576" y="578179"/>
                  </a:lnTo>
                  <a:lnTo>
                    <a:pt x="288358" y="581432"/>
                  </a:lnTo>
                  <a:lnTo>
                    <a:pt x="276954" y="583059"/>
                  </a:lnTo>
                  <a:lnTo>
                    <a:pt x="265550" y="584685"/>
                  </a:lnTo>
                  <a:lnTo>
                    <a:pt x="252517" y="585498"/>
                  </a:lnTo>
                  <a:lnTo>
                    <a:pt x="240298" y="585498"/>
                  </a:lnTo>
                  <a:lnTo>
                    <a:pt x="228080" y="585498"/>
                  </a:lnTo>
                  <a:lnTo>
                    <a:pt x="215861" y="584685"/>
                  </a:lnTo>
                  <a:lnTo>
                    <a:pt x="204457" y="583059"/>
                  </a:lnTo>
                  <a:lnTo>
                    <a:pt x="192239" y="581432"/>
                  </a:lnTo>
                  <a:lnTo>
                    <a:pt x="180835" y="578179"/>
                  </a:lnTo>
                  <a:lnTo>
                    <a:pt x="169431" y="574927"/>
                  </a:lnTo>
                  <a:lnTo>
                    <a:pt x="157212" y="571674"/>
                  </a:lnTo>
                  <a:lnTo>
                    <a:pt x="146623" y="566795"/>
                  </a:lnTo>
                  <a:lnTo>
                    <a:pt x="136033" y="562729"/>
                  </a:lnTo>
                  <a:lnTo>
                    <a:pt x="126258" y="557036"/>
                  </a:lnTo>
                  <a:lnTo>
                    <a:pt x="115669" y="551344"/>
                  </a:lnTo>
                  <a:lnTo>
                    <a:pt x="105894" y="545652"/>
                  </a:lnTo>
                  <a:lnTo>
                    <a:pt x="96119" y="538333"/>
                  </a:lnTo>
                  <a:lnTo>
                    <a:pt x="87159" y="531014"/>
                  </a:lnTo>
                  <a:lnTo>
                    <a:pt x="78199" y="523696"/>
                  </a:lnTo>
                  <a:lnTo>
                    <a:pt x="70053" y="515564"/>
                  </a:lnTo>
                  <a:lnTo>
                    <a:pt x="61907" y="507432"/>
                  </a:lnTo>
                  <a:lnTo>
                    <a:pt x="54576" y="498487"/>
                  </a:lnTo>
                  <a:lnTo>
                    <a:pt x="47245" y="489542"/>
                  </a:lnTo>
                  <a:lnTo>
                    <a:pt x="40729" y="479783"/>
                  </a:lnTo>
                  <a:lnTo>
                    <a:pt x="34212" y="470838"/>
                  </a:lnTo>
                  <a:lnTo>
                    <a:pt x="28510" y="460267"/>
                  </a:lnTo>
                  <a:lnTo>
                    <a:pt x="23623" y="450508"/>
                  </a:lnTo>
                  <a:lnTo>
                    <a:pt x="18735" y="439124"/>
                  </a:lnTo>
                  <a:lnTo>
                    <a:pt x="14662" y="428552"/>
                  </a:lnTo>
                  <a:lnTo>
                    <a:pt x="10589" y="417168"/>
                  </a:lnTo>
                  <a:lnTo>
                    <a:pt x="7331" y="405783"/>
                  </a:lnTo>
                  <a:lnTo>
                    <a:pt x="4073" y="394398"/>
                  </a:lnTo>
                  <a:lnTo>
                    <a:pt x="2444" y="382200"/>
                  </a:lnTo>
                  <a:lnTo>
                    <a:pt x="815" y="370003"/>
                  </a:lnTo>
                  <a:lnTo>
                    <a:pt x="0" y="357805"/>
                  </a:lnTo>
                  <a:lnTo>
                    <a:pt x="0" y="344794"/>
                  </a:lnTo>
                  <a:lnTo>
                    <a:pt x="0" y="333409"/>
                  </a:lnTo>
                  <a:lnTo>
                    <a:pt x="815" y="321211"/>
                  </a:lnTo>
                  <a:lnTo>
                    <a:pt x="2444" y="309013"/>
                  </a:lnTo>
                  <a:lnTo>
                    <a:pt x="4073" y="297629"/>
                  </a:lnTo>
                  <a:lnTo>
                    <a:pt x="7331" y="285431"/>
                  </a:lnTo>
                  <a:lnTo>
                    <a:pt x="10589" y="274046"/>
                  </a:lnTo>
                  <a:lnTo>
                    <a:pt x="14662" y="262661"/>
                  </a:lnTo>
                  <a:lnTo>
                    <a:pt x="18735" y="251277"/>
                  </a:lnTo>
                  <a:lnTo>
                    <a:pt x="23623" y="240705"/>
                  </a:lnTo>
                  <a:lnTo>
                    <a:pt x="28510" y="230947"/>
                  </a:lnTo>
                  <a:lnTo>
                    <a:pt x="34212" y="221189"/>
                  </a:lnTo>
                  <a:lnTo>
                    <a:pt x="40729" y="211430"/>
                  </a:lnTo>
                  <a:lnTo>
                    <a:pt x="47245" y="201672"/>
                  </a:lnTo>
                  <a:lnTo>
                    <a:pt x="54576" y="192727"/>
                  </a:lnTo>
                  <a:lnTo>
                    <a:pt x="61907" y="183782"/>
                  </a:lnTo>
                  <a:lnTo>
                    <a:pt x="70053" y="175650"/>
                  </a:lnTo>
                  <a:lnTo>
                    <a:pt x="78199" y="167518"/>
                  </a:lnTo>
                  <a:lnTo>
                    <a:pt x="87159" y="160199"/>
                  </a:lnTo>
                  <a:lnTo>
                    <a:pt x="96119" y="152881"/>
                  </a:lnTo>
                  <a:lnTo>
                    <a:pt x="105894" y="145562"/>
                  </a:lnTo>
                  <a:lnTo>
                    <a:pt x="115669" y="139056"/>
                  </a:lnTo>
                  <a:lnTo>
                    <a:pt x="126258" y="134177"/>
                  </a:lnTo>
                  <a:lnTo>
                    <a:pt x="136033" y="128485"/>
                  </a:lnTo>
                  <a:lnTo>
                    <a:pt x="146623" y="124419"/>
                  </a:lnTo>
                  <a:lnTo>
                    <a:pt x="157212" y="119540"/>
                  </a:lnTo>
                  <a:lnTo>
                    <a:pt x="169431" y="116287"/>
                  </a:lnTo>
                  <a:lnTo>
                    <a:pt x="180835" y="112221"/>
                  </a:lnTo>
                  <a:lnTo>
                    <a:pt x="192239" y="109781"/>
                  </a:lnTo>
                  <a:lnTo>
                    <a:pt x="204457" y="108155"/>
                  </a:lnTo>
                  <a:lnTo>
                    <a:pt x="215861" y="106529"/>
                  </a:lnTo>
                  <a:lnTo>
                    <a:pt x="228080" y="104902"/>
                  </a:lnTo>
                  <a:close/>
                  <a:moveTo>
                    <a:pt x="564324" y="0"/>
                  </a:moveTo>
                  <a:lnTo>
                    <a:pt x="568397" y="0"/>
                  </a:lnTo>
                  <a:lnTo>
                    <a:pt x="571655" y="816"/>
                  </a:lnTo>
                  <a:lnTo>
                    <a:pt x="575728" y="1632"/>
                  </a:lnTo>
                  <a:lnTo>
                    <a:pt x="578171" y="4081"/>
                  </a:lnTo>
                  <a:lnTo>
                    <a:pt x="581429" y="6529"/>
                  </a:lnTo>
                  <a:lnTo>
                    <a:pt x="583873" y="9793"/>
                  </a:lnTo>
                  <a:lnTo>
                    <a:pt x="585502" y="13058"/>
                  </a:lnTo>
                  <a:lnTo>
                    <a:pt x="585502" y="16322"/>
                  </a:lnTo>
                  <a:lnTo>
                    <a:pt x="585502" y="20402"/>
                  </a:lnTo>
                  <a:lnTo>
                    <a:pt x="585502" y="23667"/>
                  </a:lnTo>
                  <a:lnTo>
                    <a:pt x="583873" y="27747"/>
                  </a:lnTo>
                  <a:lnTo>
                    <a:pt x="581429" y="31011"/>
                  </a:lnTo>
                  <a:lnTo>
                    <a:pt x="240143" y="452112"/>
                  </a:lnTo>
                  <a:lnTo>
                    <a:pt x="236884" y="454561"/>
                  </a:lnTo>
                  <a:lnTo>
                    <a:pt x="233626" y="456193"/>
                  </a:lnTo>
                  <a:lnTo>
                    <a:pt x="230368" y="458641"/>
                  </a:lnTo>
                  <a:lnTo>
                    <a:pt x="225481" y="458641"/>
                  </a:lnTo>
                  <a:lnTo>
                    <a:pt x="224667" y="458641"/>
                  </a:lnTo>
                  <a:lnTo>
                    <a:pt x="221408" y="458641"/>
                  </a:lnTo>
                  <a:lnTo>
                    <a:pt x="217336" y="457009"/>
                  </a:lnTo>
                  <a:lnTo>
                    <a:pt x="214078" y="455377"/>
                  </a:lnTo>
                  <a:lnTo>
                    <a:pt x="210820" y="453745"/>
                  </a:lnTo>
                  <a:lnTo>
                    <a:pt x="94342" y="336228"/>
                  </a:lnTo>
                  <a:lnTo>
                    <a:pt x="91084" y="332964"/>
                  </a:lnTo>
                  <a:lnTo>
                    <a:pt x="89455" y="329699"/>
                  </a:lnTo>
                  <a:lnTo>
                    <a:pt x="88641" y="325619"/>
                  </a:lnTo>
                  <a:lnTo>
                    <a:pt x="87826" y="322355"/>
                  </a:lnTo>
                  <a:lnTo>
                    <a:pt x="88641" y="318274"/>
                  </a:lnTo>
                  <a:lnTo>
                    <a:pt x="89455" y="315010"/>
                  </a:lnTo>
                  <a:lnTo>
                    <a:pt x="91084" y="311745"/>
                  </a:lnTo>
                  <a:lnTo>
                    <a:pt x="94342" y="307665"/>
                  </a:lnTo>
                  <a:lnTo>
                    <a:pt x="96786" y="305217"/>
                  </a:lnTo>
                  <a:lnTo>
                    <a:pt x="100858" y="303585"/>
                  </a:lnTo>
                  <a:lnTo>
                    <a:pt x="104117" y="302768"/>
                  </a:lnTo>
                  <a:lnTo>
                    <a:pt x="107375" y="302768"/>
                  </a:lnTo>
                  <a:lnTo>
                    <a:pt x="111447" y="302768"/>
                  </a:lnTo>
                  <a:lnTo>
                    <a:pt x="114705" y="303585"/>
                  </a:lnTo>
                  <a:lnTo>
                    <a:pt x="118778" y="305217"/>
                  </a:lnTo>
                  <a:lnTo>
                    <a:pt x="121222" y="307665"/>
                  </a:lnTo>
                  <a:lnTo>
                    <a:pt x="223037" y="410492"/>
                  </a:lnTo>
                  <a:lnTo>
                    <a:pt x="551292" y="6529"/>
                  </a:lnTo>
                  <a:lnTo>
                    <a:pt x="553735" y="4081"/>
                  </a:lnTo>
                  <a:lnTo>
                    <a:pt x="556994" y="1632"/>
                  </a:lnTo>
                  <a:lnTo>
                    <a:pt x="560252" y="8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en-US"/>
            </a:p>
          </p:txBody>
        </p:sp>
      </p:grpSp>
      <p:sp>
        <p:nvSpPr>
          <p:cNvPr id="12" name="Rectangle: Rounded Corners 1"/>
          <p:cNvSpPr/>
          <p:nvPr/>
        </p:nvSpPr>
        <p:spPr>
          <a:xfrm>
            <a:off x="660400" y="1130300"/>
            <a:ext cx="10871200" cy="49295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 lnSpcReduction="10000"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Text here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7851000" y="1809000"/>
            <a:ext cx="0" cy="4230000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/>
        </p:nvGrpSpPr>
        <p:grpSpPr>
          <a:xfrm>
            <a:off x="8143482" y="4495070"/>
            <a:ext cx="3347288" cy="1173518"/>
            <a:chOff x="7856066" y="1130300"/>
            <a:chExt cx="2337736" cy="1173518"/>
          </a:xfrm>
        </p:grpSpPr>
        <p:sp>
          <p:nvSpPr>
            <p:cNvPr id="15" name="íṩḻídè"/>
            <p:cNvSpPr txBox="1"/>
            <p:nvPr/>
          </p:nvSpPr>
          <p:spPr bwMode="auto">
            <a:xfrm>
              <a:off x="7856066" y="1130300"/>
              <a:ext cx="2337736" cy="46963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16" name="i$ľîḓê"/>
            <p:cNvSpPr/>
            <p:nvPr/>
          </p:nvSpPr>
          <p:spPr bwMode="auto">
            <a:xfrm>
              <a:off x="7856066" y="1599932"/>
              <a:ext cx="2337736" cy="703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Supporting text here.</a:t>
              </a:r>
              <a:endParaRPr lang="en-US" altLang="zh-CN" sz="11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1100" dirty="0"/>
                <a:t>.……</a:t>
              </a:r>
              <a:endParaRPr lang="en-US" altLang="zh-CN" sz="1100" dirty="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60400" y="1880543"/>
            <a:ext cx="6858207" cy="965753"/>
            <a:chOff x="660400" y="1841317"/>
            <a:chExt cx="6858207" cy="965753"/>
          </a:xfrm>
        </p:grpSpPr>
        <p:sp>
          <p:nvSpPr>
            <p:cNvPr id="18" name="矩形 17"/>
            <p:cNvSpPr/>
            <p:nvPr/>
          </p:nvSpPr>
          <p:spPr>
            <a:xfrm>
              <a:off x="660400" y="2173444"/>
              <a:ext cx="281160" cy="280953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i$ľîḓê"/>
            <p:cNvSpPr/>
            <p:nvPr/>
          </p:nvSpPr>
          <p:spPr bwMode="auto">
            <a:xfrm>
              <a:off x="1083328" y="1841317"/>
              <a:ext cx="6435279" cy="96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4400">
                <a:lnSpc>
                  <a:spcPct val="150000"/>
                </a:lnSpc>
                <a:buClr>
                  <a:schemeClr val="accent1"/>
                </a:buClr>
                <a:buSzPct val="150000"/>
              </a:pPr>
              <a:r>
                <a:rPr lang="en-US" altLang="zh-CN" sz="1200" dirty="0"/>
                <a:t>Unified fonts make reading more fluent. Theme color makes PPT more convenient to change. Adjust the spacing to adapt to Chinese typesetting, use the reference line in PPT……</a:t>
              </a:r>
              <a:endParaRPr lang="en-US" altLang="zh-CN" sz="1200" dirty="0"/>
            </a:p>
          </p:txBody>
        </p:sp>
        <p:sp>
          <p:nvSpPr>
            <p:cNvPr id="20" name="Freeform 1666"/>
            <p:cNvSpPr/>
            <p:nvPr/>
          </p:nvSpPr>
          <p:spPr bwMode="auto">
            <a:xfrm>
              <a:off x="692721" y="2100789"/>
              <a:ext cx="339373" cy="312754"/>
            </a:xfrm>
            <a:custGeom>
              <a:avLst/>
              <a:gdLst>
                <a:gd name="T0" fmla="*/ 602 w 611"/>
                <a:gd name="T1" fmla="*/ 5 h 562"/>
                <a:gd name="T2" fmla="*/ 599 w 611"/>
                <a:gd name="T3" fmla="*/ 2 h 562"/>
                <a:gd name="T4" fmla="*/ 594 w 611"/>
                <a:gd name="T5" fmla="*/ 1 h 562"/>
                <a:gd name="T6" fmla="*/ 590 w 611"/>
                <a:gd name="T7" fmla="*/ 0 h 562"/>
                <a:gd name="T8" fmla="*/ 585 w 611"/>
                <a:gd name="T9" fmla="*/ 0 h 562"/>
                <a:gd name="T10" fmla="*/ 580 w 611"/>
                <a:gd name="T11" fmla="*/ 1 h 562"/>
                <a:gd name="T12" fmla="*/ 576 w 611"/>
                <a:gd name="T13" fmla="*/ 2 h 562"/>
                <a:gd name="T14" fmla="*/ 572 w 611"/>
                <a:gd name="T15" fmla="*/ 5 h 562"/>
                <a:gd name="T16" fmla="*/ 569 w 611"/>
                <a:gd name="T17" fmla="*/ 8 h 562"/>
                <a:gd name="T18" fmla="*/ 166 w 611"/>
                <a:gd name="T19" fmla="*/ 503 h 562"/>
                <a:gd name="T20" fmla="*/ 41 w 611"/>
                <a:gd name="T21" fmla="*/ 377 h 562"/>
                <a:gd name="T22" fmla="*/ 38 w 611"/>
                <a:gd name="T23" fmla="*/ 374 h 562"/>
                <a:gd name="T24" fmla="*/ 33 w 611"/>
                <a:gd name="T25" fmla="*/ 372 h 562"/>
                <a:gd name="T26" fmla="*/ 29 w 611"/>
                <a:gd name="T27" fmla="*/ 371 h 562"/>
                <a:gd name="T28" fmla="*/ 24 w 611"/>
                <a:gd name="T29" fmla="*/ 371 h 562"/>
                <a:gd name="T30" fmla="*/ 20 w 611"/>
                <a:gd name="T31" fmla="*/ 371 h 562"/>
                <a:gd name="T32" fmla="*/ 16 w 611"/>
                <a:gd name="T33" fmla="*/ 372 h 562"/>
                <a:gd name="T34" fmla="*/ 11 w 611"/>
                <a:gd name="T35" fmla="*/ 374 h 562"/>
                <a:gd name="T36" fmla="*/ 8 w 611"/>
                <a:gd name="T37" fmla="*/ 377 h 562"/>
                <a:gd name="T38" fmla="*/ 4 w 611"/>
                <a:gd name="T39" fmla="*/ 382 h 562"/>
                <a:gd name="T40" fmla="*/ 2 w 611"/>
                <a:gd name="T41" fmla="*/ 386 h 562"/>
                <a:gd name="T42" fmla="*/ 1 w 611"/>
                <a:gd name="T43" fmla="*/ 390 h 562"/>
                <a:gd name="T44" fmla="*/ 0 w 611"/>
                <a:gd name="T45" fmla="*/ 395 h 562"/>
                <a:gd name="T46" fmla="*/ 1 w 611"/>
                <a:gd name="T47" fmla="*/ 399 h 562"/>
                <a:gd name="T48" fmla="*/ 2 w 611"/>
                <a:gd name="T49" fmla="*/ 404 h 562"/>
                <a:gd name="T50" fmla="*/ 4 w 611"/>
                <a:gd name="T51" fmla="*/ 408 h 562"/>
                <a:gd name="T52" fmla="*/ 8 w 611"/>
                <a:gd name="T53" fmla="*/ 412 h 562"/>
                <a:gd name="T54" fmla="*/ 151 w 611"/>
                <a:gd name="T55" fmla="*/ 556 h 562"/>
                <a:gd name="T56" fmla="*/ 155 w 611"/>
                <a:gd name="T57" fmla="*/ 558 h 562"/>
                <a:gd name="T58" fmla="*/ 159 w 611"/>
                <a:gd name="T59" fmla="*/ 560 h 562"/>
                <a:gd name="T60" fmla="*/ 164 w 611"/>
                <a:gd name="T61" fmla="*/ 562 h 562"/>
                <a:gd name="T62" fmla="*/ 168 w 611"/>
                <a:gd name="T63" fmla="*/ 562 h 562"/>
                <a:gd name="T64" fmla="*/ 169 w 611"/>
                <a:gd name="T65" fmla="*/ 562 h 562"/>
                <a:gd name="T66" fmla="*/ 169 w 611"/>
                <a:gd name="T67" fmla="*/ 562 h 562"/>
                <a:gd name="T68" fmla="*/ 175 w 611"/>
                <a:gd name="T69" fmla="*/ 562 h 562"/>
                <a:gd name="T70" fmla="*/ 179 w 611"/>
                <a:gd name="T71" fmla="*/ 559 h 562"/>
                <a:gd name="T72" fmla="*/ 183 w 611"/>
                <a:gd name="T73" fmla="*/ 557 h 562"/>
                <a:gd name="T74" fmla="*/ 187 w 611"/>
                <a:gd name="T75" fmla="*/ 554 h 562"/>
                <a:gd name="T76" fmla="*/ 606 w 611"/>
                <a:gd name="T77" fmla="*/ 38 h 562"/>
                <a:gd name="T78" fmla="*/ 609 w 611"/>
                <a:gd name="T79" fmla="*/ 34 h 562"/>
                <a:gd name="T80" fmla="*/ 611 w 611"/>
                <a:gd name="T81" fmla="*/ 29 h 562"/>
                <a:gd name="T82" fmla="*/ 611 w 611"/>
                <a:gd name="T83" fmla="*/ 25 h 562"/>
                <a:gd name="T84" fmla="*/ 611 w 611"/>
                <a:gd name="T85" fmla="*/ 20 h 562"/>
                <a:gd name="T86" fmla="*/ 611 w 611"/>
                <a:gd name="T87" fmla="*/ 16 h 562"/>
                <a:gd name="T88" fmla="*/ 609 w 611"/>
                <a:gd name="T89" fmla="*/ 12 h 562"/>
                <a:gd name="T90" fmla="*/ 606 w 611"/>
                <a:gd name="T91" fmla="*/ 8 h 562"/>
                <a:gd name="T92" fmla="*/ 602 w 611"/>
                <a:gd name="T93" fmla="*/ 5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11" h="562">
                  <a:moveTo>
                    <a:pt x="602" y="5"/>
                  </a:moveTo>
                  <a:lnTo>
                    <a:pt x="599" y="2"/>
                  </a:lnTo>
                  <a:lnTo>
                    <a:pt x="594" y="1"/>
                  </a:lnTo>
                  <a:lnTo>
                    <a:pt x="590" y="0"/>
                  </a:lnTo>
                  <a:lnTo>
                    <a:pt x="585" y="0"/>
                  </a:lnTo>
                  <a:lnTo>
                    <a:pt x="580" y="1"/>
                  </a:lnTo>
                  <a:lnTo>
                    <a:pt x="576" y="2"/>
                  </a:lnTo>
                  <a:lnTo>
                    <a:pt x="572" y="5"/>
                  </a:lnTo>
                  <a:lnTo>
                    <a:pt x="569" y="8"/>
                  </a:lnTo>
                  <a:lnTo>
                    <a:pt x="166" y="503"/>
                  </a:lnTo>
                  <a:lnTo>
                    <a:pt x="41" y="377"/>
                  </a:lnTo>
                  <a:lnTo>
                    <a:pt x="38" y="374"/>
                  </a:lnTo>
                  <a:lnTo>
                    <a:pt x="33" y="372"/>
                  </a:lnTo>
                  <a:lnTo>
                    <a:pt x="29" y="371"/>
                  </a:lnTo>
                  <a:lnTo>
                    <a:pt x="24" y="371"/>
                  </a:lnTo>
                  <a:lnTo>
                    <a:pt x="20" y="371"/>
                  </a:lnTo>
                  <a:lnTo>
                    <a:pt x="16" y="372"/>
                  </a:lnTo>
                  <a:lnTo>
                    <a:pt x="11" y="374"/>
                  </a:lnTo>
                  <a:lnTo>
                    <a:pt x="8" y="377"/>
                  </a:lnTo>
                  <a:lnTo>
                    <a:pt x="4" y="382"/>
                  </a:lnTo>
                  <a:lnTo>
                    <a:pt x="2" y="386"/>
                  </a:lnTo>
                  <a:lnTo>
                    <a:pt x="1" y="390"/>
                  </a:lnTo>
                  <a:lnTo>
                    <a:pt x="0" y="395"/>
                  </a:lnTo>
                  <a:lnTo>
                    <a:pt x="1" y="399"/>
                  </a:lnTo>
                  <a:lnTo>
                    <a:pt x="2" y="404"/>
                  </a:lnTo>
                  <a:lnTo>
                    <a:pt x="4" y="408"/>
                  </a:lnTo>
                  <a:lnTo>
                    <a:pt x="8" y="412"/>
                  </a:lnTo>
                  <a:lnTo>
                    <a:pt x="151" y="556"/>
                  </a:lnTo>
                  <a:lnTo>
                    <a:pt x="155" y="558"/>
                  </a:lnTo>
                  <a:lnTo>
                    <a:pt x="159" y="560"/>
                  </a:lnTo>
                  <a:lnTo>
                    <a:pt x="164" y="562"/>
                  </a:lnTo>
                  <a:lnTo>
                    <a:pt x="168" y="562"/>
                  </a:lnTo>
                  <a:lnTo>
                    <a:pt x="169" y="562"/>
                  </a:lnTo>
                  <a:lnTo>
                    <a:pt x="169" y="562"/>
                  </a:lnTo>
                  <a:lnTo>
                    <a:pt x="175" y="562"/>
                  </a:lnTo>
                  <a:lnTo>
                    <a:pt x="179" y="559"/>
                  </a:lnTo>
                  <a:lnTo>
                    <a:pt x="183" y="557"/>
                  </a:lnTo>
                  <a:lnTo>
                    <a:pt x="187" y="554"/>
                  </a:lnTo>
                  <a:lnTo>
                    <a:pt x="606" y="38"/>
                  </a:lnTo>
                  <a:lnTo>
                    <a:pt x="609" y="34"/>
                  </a:lnTo>
                  <a:lnTo>
                    <a:pt x="611" y="29"/>
                  </a:lnTo>
                  <a:lnTo>
                    <a:pt x="611" y="25"/>
                  </a:lnTo>
                  <a:lnTo>
                    <a:pt x="611" y="20"/>
                  </a:lnTo>
                  <a:lnTo>
                    <a:pt x="611" y="16"/>
                  </a:lnTo>
                  <a:lnTo>
                    <a:pt x="609" y="12"/>
                  </a:lnTo>
                  <a:lnTo>
                    <a:pt x="606" y="8"/>
                  </a:lnTo>
                  <a:lnTo>
                    <a:pt x="602" y="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60400" y="3289088"/>
            <a:ext cx="6858207" cy="965753"/>
            <a:chOff x="660400" y="1841317"/>
            <a:chExt cx="6858207" cy="965753"/>
          </a:xfrm>
        </p:grpSpPr>
        <p:sp>
          <p:nvSpPr>
            <p:cNvPr id="22" name="矩形 21"/>
            <p:cNvSpPr/>
            <p:nvPr/>
          </p:nvSpPr>
          <p:spPr>
            <a:xfrm>
              <a:off x="660400" y="2173444"/>
              <a:ext cx="281160" cy="280953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$ľîḓê"/>
            <p:cNvSpPr/>
            <p:nvPr/>
          </p:nvSpPr>
          <p:spPr bwMode="auto">
            <a:xfrm>
              <a:off x="1083328" y="1841317"/>
              <a:ext cx="6435279" cy="96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4400">
                <a:lnSpc>
                  <a:spcPct val="150000"/>
                </a:lnSpc>
                <a:buClr>
                  <a:schemeClr val="accent1"/>
                </a:buClr>
                <a:buSzPct val="150000"/>
              </a:pPr>
              <a:r>
                <a:rPr lang="en-US" altLang="zh-CN" sz="1200" dirty="0"/>
                <a:t>Unified fonts make reading </a:t>
              </a:r>
              <a:r>
                <a:rPr lang="en-US" altLang="zh-CN" sz="1200"/>
                <a:t>more </a:t>
              </a:r>
              <a:r>
                <a:rPr lang="en-US" altLang="zh-CN" sz="1200" dirty="0"/>
                <a:t>fluent. </a:t>
              </a:r>
              <a:r>
                <a:rPr lang="en-US" altLang="zh-CN" sz="1200"/>
                <a:t>Theme </a:t>
              </a:r>
              <a:r>
                <a:rPr lang="en-US" altLang="zh-CN" sz="1200" dirty="0"/>
                <a:t>color makes PPT more convenient </a:t>
              </a:r>
              <a:r>
                <a:rPr lang="en-US" altLang="zh-CN" sz="1200"/>
                <a:t>to </a:t>
              </a:r>
              <a:r>
                <a:rPr lang="en-US" altLang="zh-CN" sz="1200" dirty="0"/>
                <a:t>change. </a:t>
              </a:r>
              <a:r>
                <a:rPr lang="en-US" altLang="zh-CN" sz="1200"/>
                <a:t>Adjust </a:t>
              </a:r>
              <a:r>
                <a:rPr lang="en-US" altLang="zh-CN" sz="1200" dirty="0"/>
                <a:t>the spacing to adapt to Chinese typesetting, use the reference line </a:t>
              </a:r>
              <a:r>
                <a:rPr lang="en-US" altLang="zh-CN" sz="1200"/>
                <a:t>in PPT……</a:t>
              </a:r>
              <a:endParaRPr lang="en-US" altLang="zh-CN" sz="1200" dirty="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60400" y="4697633"/>
            <a:ext cx="6858207" cy="965753"/>
            <a:chOff x="660400" y="1841317"/>
            <a:chExt cx="6858207" cy="965753"/>
          </a:xfrm>
        </p:grpSpPr>
        <p:sp>
          <p:nvSpPr>
            <p:cNvPr id="25" name="矩形 24"/>
            <p:cNvSpPr/>
            <p:nvPr/>
          </p:nvSpPr>
          <p:spPr>
            <a:xfrm>
              <a:off x="660400" y="2173444"/>
              <a:ext cx="281160" cy="280953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i$ľîḓê"/>
            <p:cNvSpPr/>
            <p:nvPr/>
          </p:nvSpPr>
          <p:spPr bwMode="auto">
            <a:xfrm>
              <a:off x="1083328" y="1841317"/>
              <a:ext cx="6435279" cy="9657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4400">
                <a:lnSpc>
                  <a:spcPct val="150000"/>
                </a:lnSpc>
                <a:buClr>
                  <a:schemeClr val="accent1"/>
                </a:buClr>
                <a:buSzPct val="150000"/>
              </a:pPr>
              <a:r>
                <a:rPr lang="en-US" altLang="zh-CN" sz="1200" dirty="0"/>
                <a:t>Unified fonts make reading </a:t>
              </a:r>
              <a:r>
                <a:rPr lang="en-US" altLang="zh-CN" sz="1200"/>
                <a:t>more </a:t>
              </a:r>
              <a:r>
                <a:rPr lang="en-US" altLang="zh-CN" sz="1200" dirty="0"/>
                <a:t>fluent. </a:t>
              </a:r>
              <a:r>
                <a:rPr lang="en-US" altLang="zh-CN" sz="1200"/>
                <a:t>Theme </a:t>
              </a:r>
              <a:r>
                <a:rPr lang="en-US" altLang="zh-CN" sz="1200" dirty="0"/>
                <a:t>color makes PPT more convenient </a:t>
              </a:r>
              <a:r>
                <a:rPr lang="en-US" altLang="zh-CN" sz="1200"/>
                <a:t>to </a:t>
              </a:r>
              <a:r>
                <a:rPr lang="en-US" altLang="zh-CN" sz="1200" dirty="0"/>
                <a:t>change. </a:t>
              </a:r>
              <a:r>
                <a:rPr lang="en-US" altLang="zh-CN" sz="1200"/>
                <a:t>Adjust </a:t>
              </a:r>
              <a:r>
                <a:rPr lang="en-US" altLang="zh-CN" sz="1200" dirty="0"/>
                <a:t>the spacing to adapt to Chinese typesetting, use the reference line </a:t>
              </a:r>
              <a:r>
                <a:rPr lang="en-US" altLang="zh-CN" sz="1200"/>
                <a:t>in PPT……</a:t>
              </a:r>
              <a:endParaRPr lang="en-US" altLang="zh-CN" sz="1200" dirty="0"/>
            </a:p>
          </p:txBody>
        </p:sp>
        <p:sp>
          <p:nvSpPr>
            <p:cNvPr id="27" name="Freeform 1666"/>
            <p:cNvSpPr/>
            <p:nvPr/>
          </p:nvSpPr>
          <p:spPr bwMode="auto">
            <a:xfrm>
              <a:off x="692721" y="2100789"/>
              <a:ext cx="339373" cy="312754"/>
            </a:xfrm>
            <a:custGeom>
              <a:avLst/>
              <a:gdLst>
                <a:gd name="T0" fmla="*/ 602 w 611"/>
                <a:gd name="T1" fmla="*/ 5 h 562"/>
                <a:gd name="T2" fmla="*/ 599 w 611"/>
                <a:gd name="T3" fmla="*/ 2 h 562"/>
                <a:gd name="T4" fmla="*/ 594 w 611"/>
                <a:gd name="T5" fmla="*/ 1 h 562"/>
                <a:gd name="T6" fmla="*/ 590 w 611"/>
                <a:gd name="T7" fmla="*/ 0 h 562"/>
                <a:gd name="T8" fmla="*/ 585 w 611"/>
                <a:gd name="T9" fmla="*/ 0 h 562"/>
                <a:gd name="T10" fmla="*/ 580 w 611"/>
                <a:gd name="T11" fmla="*/ 1 h 562"/>
                <a:gd name="T12" fmla="*/ 576 w 611"/>
                <a:gd name="T13" fmla="*/ 2 h 562"/>
                <a:gd name="T14" fmla="*/ 572 w 611"/>
                <a:gd name="T15" fmla="*/ 5 h 562"/>
                <a:gd name="T16" fmla="*/ 569 w 611"/>
                <a:gd name="T17" fmla="*/ 8 h 562"/>
                <a:gd name="T18" fmla="*/ 166 w 611"/>
                <a:gd name="T19" fmla="*/ 503 h 562"/>
                <a:gd name="T20" fmla="*/ 41 w 611"/>
                <a:gd name="T21" fmla="*/ 377 h 562"/>
                <a:gd name="T22" fmla="*/ 38 w 611"/>
                <a:gd name="T23" fmla="*/ 374 h 562"/>
                <a:gd name="T24" fmla="*/ 33 w 611"/>
                <a:gd name="T25" fmla="*/ 372 h 562"/>
                <a:gd name="T26" fmla="*/ 29 w 611"/>
                <a:gd name="T27" fmla="*/ 371 h 562"/>
                <a:gd name="T28" fmla="*/ 24 w 611"/>
                <a:gd name="T29" fmla="*/ 371 h 562"/>
                <a:gd name="T30" fmla="*/ 20 w 611"/>
                <a:gd name="T31" fmla="*/ 371 h 562"/>
                <a:gd name="T32" fmla="*/ 16 w 611"/>
                <a:gd name="T33" fmla="*/ 372 h 562"/>
                <a:gd name="T34" fmla="*/ 11 w 611"/>
                <a:gd name="T35" fmla="*/ 374 h 562"/>
                <a:gd name="T36" fmla="*/ 8 w 611"/>
                <a:gd name="T37" fmla="*/ 377 h 562"/>
                <a:gd name="T38" fmla="*/ 4 w 611"/>
                <a:gd name="T39" fmla="*/ 382 h 562"/>
                <a:gd name="T40" fmla="*/ 2 w 611"/>
                <a:gd name="T41" fmla="*/ 386 h 562"/>
                <a:gd name="T42" fmla="*/ 1 w 611"/>
                <a:gd name="T43" fmla="*/ 390 h 562"/>
                <a:gd name="T44" fmla="*/ 0 w 611"/>
                <a:gd name="T45" fmla="*/ 395 h 562"/>
                <a:gd name="T46" fmla="*/ 1 w 611"/>
                <a:gd name="T47" fmla="*/ 399 h 562"/>
                <a:gd name="T48" fmla="*/ 2 w 611"/>
                <a:gd name="T49" fmla="*/ 404 h 562"/>
                <a:gd name="T50" fmla="*/ 4 w 611"/>
                <a:gd name="T51" fmla="*/ 408 h 562"/>
                <a:gd name="T52" fmla="*/ 8 w 611"/>
                <a:gd name="T53" fmla="*/ 412 h 562"/>
                <a:gd name="T54" fmla="*/ 151 w 611"/>
                <a:gd name="T55" fmla="*/ 556 h 562"/>
                <a:gd name="T56" fmla="*/ 155 w 611"/>
                <a:gd name="T57" fmla="*/ 558 h 562"/>
                <a:gd name="T58" fmla="*/ 159 w 611"/>
                <a:gd name="T59" fmla="*/ 560 h 562"/>
                <a:gd name="T60" fmla="*/ 164 w 611"/>
                <a:gd name="T61" fmla="*/ 562 h 562"/>
                <a:gd name="T62" fmla="*/ 168 w 611"/>
                <a:gd name="T63" fmla="*/ 562 h 562"/>
                <a:gd name="T64" fmla="*/ 169 w 611"/>
                <a:gd name="T65" fmla="*/ 562 h 562"/>
                <a:gd name="T66" fmla="*/ 169 w 611"/>
                <a:gd name="T67" fmla="*/ 562 h 562"/>
                <a:gd name="T68" fmla="*/ 175 w 611"/>
                <a:gd name="T69" fmla="*/ 562 h 562"/>
                <a:gd name="T70" fmla="*/ 179 w 611"/>
                <a:gd name="T71" fmla="*/ 559 h 562"/>
                <a:gd name="T72" fmla="*/ 183 w 611"/>
                <a:gd name="T73" fmla="*/ 557 h 562"/>
                <a:gd name="T74" fmla="*/ 187 w 611"/>
                <a:gd name="T75" fmla="*/ 554 h 562"/>
                <a:gd name="T76" fmla="*/ 606 w 611"/>
                <a:gd name="T77" fmla="*/ 38 h 562"/>
                <a:gd name="T78" fmla="*/ 609 w 611"/>
                <a:gd name="T79" fmla="*/ 34 h 562"/>
                <a:gd name="T80" fmla="*/ 611 w 611"/>
                <a:gd name="T81" fmla="*/ 29 h 562"/>
                <a:gd name="T82" fmla="*/ 611 w 611"/>
                <a:gd name="T83" fmla="*/ 25 h 562"/>
                <a:gd name="T84" fmla="*/ 611 w 611"/>
                <a:gd name="T85" fmla="*/ 20 h 562"/>
                <a:gd name="T86" fmla="*/ 611 w 611"/>
                <a:gd name="T87" fmla="*/ 16 h 562"/>
                <a:gd name="T88" fmla="*/ 609 w 611"/>
                <a:gd name="T89" fmla="*/ 12 h 562"/>
                <a:gd name="T90" fmla="*/ 606 w 611"/>
                <a:gd name="T91" fmla="*/ 8 h 562"/>
                <a:gd name="T92" fmla="*/ 602 w 611"/>
                <a:gd name="T93" fmla="*/ 5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11" h="562">
                  <a:moveTo>
                    <a:pt x="602" y="5"/>
                  </a:moveTo>
                  <a:lnTo>
                    <a:pt x="599" y="2"/>
                  </a:lnTo>
                  <a:lnTo>
                    <a:pt x="594" y="1"/>
                  </a:lnTo>
                  <a:lnTo>
                    <a:pt x="590" y="0"/>
                  </a:lnTo>
                  <a:lnTo>
                    <a:pt x="585" y="0"/>
                  </a:lnTo>
                  <a:lnTo>
                    <a:pt x="580" y="1"/>
                  </a:lnTo>
                  <a:lnTo>
                    <a:pt x="576" y="2"/>
                  </a:lnTo>
                  <a:lnTo>
                    <a:pt x="572" y="5"/>
                  </a:lnTo>
                  <a:lnTo>
                    <a:pt x="569" y="8"/>
                  </a:lnTo>
                  <a:lnTo>
                    <a:pt x="166" y="503"/>
                  </a:lnTo>
                  <a:lnTo>
                    <a:pt x="41" y="377"/>
                  </a:lnTo>
                  <a:lnTo>
                    <a:pt x="38" y="374"/>
                  </a:lnTo>
                  <a:lnTo>
                    <a:pt x="33" y="372"/>
                  </a:lnTo>
                  <a:lnTo>
                    <a:pt x="29" y="371"/>
                  </a:lnTo>
                  <a:lnTo>
                    <a:pt x="24" y="371"/>
                  </a:lnTo>
                  <a:lnTo>
                    <a:pt x="20" y="371"/>
                  </a:lnTo>
                  <a:lnTo>
                    <a:pt x="16" y="372"/>
                  </a:lnTo>
                  <a:lnTo>
                    <a:pt x="11" y="374"/>
                  </a:lnTo>
                  <a:lnTo>
                    <a:pt x="8" y="377"/>
                  </a:lnTo>
                  <a:lnTo>
                    <a:pt x="4" y="382"/>
                  </a:lnTo>
                  <a:lnTo>
                    <a:pt x="2" y="386"/>
                  </a:lnTo>
                  <a:lnTo>
                    <a:pt x="1" y="390"/>
                  </a:lnTo>
                  <a:lnTo>
                    <a:pt x="0" y="395"/>
                  </a:lnTo>
                  <a:lnTo>
                    <a:pt x="1" y="399"/>
                  </a:lnTo>
                  <a:lnTo>
                    <a:pt x="2" y="404"/>
                  </a:lnTo>
                  <a:lnTo>
                    <a:pt x="4" y="408"/>
                  </a:lnTo>
                  <a:lnTo>
                    <a:pt x="8" y="412"/>
                  </a:lnTo>
                  <a:lnTo>
                    <a:pt x="151" y="556"/>
                  </a:lnTo>
                  <a:lnTo>
                    <a:pt x="155" y="558"/>
                  </a:lnTo>
                  <a:lnTo>
                    <a:pt x="159" y="560"/>
                  </a:lnTo>
                  <a:lnTo>
                    <a:pt x="164" y="562"/>
                  </a:lnTo>
                  <a:lnTo>
                    <a:pt x="168" y="562"/>
                  </a:lnTo>
                  <a:lnTo>
                    <a:pt x="169" y="562"/>
                  </a:lnTo>
                  <a:lnTo>
                    <a:pt x="169" y="562"/>
                  </a:lnTo>
                  <a:lnTo>
                    <a:pt x="175" y="562"/>
                  </a:lnTo>
                  <a:lnTo>
                    <a:pt x="179" y="559"/>
                  </a:lnTo>
                  <a:lnTo>
                    <a:pt x="183" y="557"/>
                  </a:lnTo>
                  <a:lnTo>
                    <a:pt x="187" y="554"/>
                  </a:lnTo>
                  <a:lnTo>
                    <a:pt x="606" y="38"/>
                  </a:lnTo>
                  <a:lnTo>
                    <a:pt x="609" y="34"/>
                  </a:lnTo>
                  <a:lnTo>
                    <a:pt x="611" y="29"/>
                  </a:lnTo>
                  <a:lnTo>
                    <a:pt x="611" y="25"/>
                  </a:lnTo>
                  <a:lnTo>
                    <a:pt x="611" y="20"/>
                  </a:lnTo>
                  <a:lnTo>
                    <a:pt x="611" y="16"/>
                  </a:lnTo>
                  <a:lnTo>
                    <a:pt x="609" y="12"/>
                  </a:lnTo>
                  <a:lnTo>
                    <a:pt x="606" y="8"/>
                  </a:lnTo>
                  <a:lnTo>
                    <a:pt x="602" y="5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4.3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5" name="圆: 空心 4"/>
          <p:cNvSpPr/>
          <p:nvPr/>
        </p:nvSpPr>
        <p:spPr>
          <a:xfrm>
            <a:off x="4438650" y="1985901"/>
            <a:ext cx="3314700" cy="3314700"/>
          </a:xfrm>
          <a:prstGeom prst="donut">
            <a:avLst>
              <a:gd name="adj" fmla="val 29643"/>
            </a:avLst>
          </a:prstGeom>
          <a:blipFill>
            <a:blip r:embed="rId1"/>
            <a:stretch>
              <a:fillRect l="-39038" r="-38740"/>
            </a:stretch>
          </a:blipFill>
          <a:ln w="5715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</a:p>
        </p:txBody>
      </p:sp>
      <p:sp>
        <p:nvSpPr>
          <p:cNvPr id="6" name="椭圆 5"/>
          <p:cNvSpPr/>
          <p:nvPr/>
        </p:nvSpPr>
        <p:spPr>
          <a:xfrm flipH="1">
            <a:off x="4795319" y="2342570"/>
            <a:ext cx="2601362" cy="2601362"/>
          </a:xfrm>
          <a:prstGeom prst="ellipse">
            <a:avLst/>
          </a:prstGeom>
          <a:solidFill>
            <a:schemeClr val="bg2">
              <a:alpha val="70000"/>
            </a:schemeClr>
          </a:solidFill>
          <a:ln w="381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 b="1" dirty="0"/>
          </a:p>
        </p:txBody>
      </p:sp>
      <p:grpSp>
        <p:nvGrpSpPr>
          <p:cNvPr id="7" name="组合 6"/>
          <p:cNvGrpSpPr/>
          <p:nvPr/>
        </p:nvGrpSpPr>
        <p:grpSpPr>
          <a:xfrm>
            <a:off x="5510731" y="4566169"/>
            <a:ext cx="1170538" cy="1170538"/>
            <a:chOff x="5410200" y="1427163"/>
            <a:chExt cx="1371600" cy="1371600"/>
          </a:xfrm>
        </p:grpSpPr>
        <p:sp>
          <p:nvSpPr>
            <p:cNvPr id="8" name="Oval 18"/>
            <p:cNvSpPr/>
            <p:nvPr/>
          </p:nvSpPr>
          <p:spPr>
            <a:xfrm>
              <a:off x="5410200" y="1427163"/>
              <a:ext cx="1371600" cy="1371600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+mj-lt"/>
                </a:rPr>
                <a:t>50%</a:t>
              </a:r>
              <a:endParaRPr lang="en-US" sz="24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9" name="Arc 19"/>
            <p:cNvSpPr/>
            <p:nvPr/>
          </p:nvSpPr>
          <p:spPr>
            <a:xfrm>
              <a:off x="5410200" y="1427163"/>
              <a:ext cx="1371600" cy="1371600"/>
            </a:xfrm>
            <a:prstGeom prst="arc">
              <a:avLst>
                <a:gd name="adj1" fmla="val 10883891"/>
                <a:gd name="adj2" fmla="val 21528887"/>
              </a:avLst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977581" y="3057982"/>
            <a:ext cx="1170538" cy="1170538"/>
            <a:chOff x="6877050" y="2957451"/>
            <a:chExt cx="1371600" cy="1371600"/>
          </a:xfrm>
        </p:grpSpPr>
        <p:sp>
          <p:nvSpPr>
            <p:cNvPr id="11" name="Oval 20"/>
            <p:cNvSpPr/>
            <p:nvPr/>
          </p:nvSpPr>
          <p:spPr>
            <a:xfrm>
              <a:off x="6877050" y="2957451"/>
              <a:ext cx="1371600" cy="1371600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+mj-lt"/>
                </a:rPr>
                <a:t>36%</a:t>
              </a:r>
              <a:endParaRPr lang="en-US" sz="24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2" name="Arc 21"/>
            <p:cNvSpPr/>
            <p:nvPr/>
          </p:nvSpPr>
          <p:spPr>
            <a:xfrm>
              <a:off x="6877050" y="2957451"/>
              <a:ext cx="1371600" cy="1371600"/>
            </a:xfrm>
            <a:prstGeom prst="arc">
              <a:avLst>
                <a:gd name="adj1" fmla="val 10883891"/>
                <a:gd name="adj2" fmla="val 18538034"/>
              </a:avLst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015306" y="3057982"/>
            <a:ext cx="1170538" cy="1170538"/>
            <a:chOff x="3914775" y="2957451"/>
            <a:chExt cx="1371600" cy="1371600"/>
          </a:xfrm>
        </p:grpSpPr>
        <p:sp>
          <p:nvSpPr>
            <p:cNvPr id="14" name="Oval 22"/>
            <p:cNvSpPr/>
            <p:nvPr/>
          </p:nvSpPr>
          <p:spPr>
            <a:xfrm>
              <a:off x="3914775" y="2957451"/>
              <a:ext cx="1371600" cy="1371600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2400" b="1" dirty="0">
                  <a:solidFill>
                    <a:schemeClr val="tx1"/>
                  </a:solidFill>
                  <a:latin typeface="+mj-lt"/>
                </a:rPr>
                <a:t>67%</a:t>
              </a:r>
              <a:endParaRPr lang="en-US" sz="2400" b="1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5" name="Arc 23"/>
            <p:cNvSpPr/>
            <p:nvPr/>
          </p:nvSpPr>
          <p:spPr>
            <a:xfrm>
              <a:off x="3914775" y="2957451"/>
              <a:ext cx="1371600" cy="1371600"/>
            </a:xfrm>
            <a:prstGeom prst="arc">
              <a:avLst>
                <a:gd name="adj1" fmla="val 10883891"/>
                <a:gd name="adj2" fmla="val 2615863"/>
              </a:avLst>
            </a:pr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lang="en-US" sz="1600">
                <a:solidFill>
                  <a:prstClr val="white"/>
                </a:solidFill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410200" y="1427163"/>
            <a:ext cx="1371600" cy="1371600"/>
            <a:chOff x="5410200" y="4465638"/>
            <a:chExt cx="1371600" cy="1371600"/>
          </a:xfrm>
        </p:grpSpPr>
        <p:sp>
          <p:nvSpPr>
            <p:cNvPr id="17" name="Oval 24"/>
            <p:cNvSpPr/>
            <p:nvPr/>
          </p:nvSpPr>
          <p:spPr>
            <a:xfrm>
              <a:off x="5410200" y="4465638"/>
              <a:ext cx="1371600" cy="1371600"/>
            </a:xfrm>
            <a:prstGeom prst="ellipse">
              <a:avLst/>
            </a:prstGeom>
            <a:solidFill>
              <a:schemeClr val="bg1">
                <a:alpha val="90000"/>
              </a:schemeClr>
            </a:solidFill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3200" b="1" dirty="0">
                  <a:solidFill>
                    <a:schemeClr val="accent1"/>
                  </a:solidFill>
                  <a:latin typeface="+mj-lt"/>
                </a:rPr>
                <a:t>74%</a:t>
              </a:r>
              <a:endParaRPr lang="en-US" sz="3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8" name="Arc 25"/>
            <p:cNvSpPr/>
            <p:nvPr/>
          </p:nvSpPr>
          <p:spPr>
            <a:xfrm>
              <a:off x="5410200" y="4465638"/>
              <a:ext cx="1371600" cy="1371600"/>
            </a:xfrm>
            <a:prstGeom prst="arc">
              <a:avLst>
                <a:gd name="adj1" fmla="val 10883891"/>
                <a:gd name="adj2" fmla="val 5971623"/>
              </a:avLst>
            </a:prstGeom>
            <a:noFill/>
            <a:ln w="38100">
              <a:solidFill>
                <a:schemeClr val="accent1"/>
              </a:solidFill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endParaRPr lang="en-US" sz="2000">
                <a:solidFill>
                  <a:prstClr val="white"/>
                </a:solidFill>
              </a:endParaRPr>
            </a:p>
          </p:txBody>
        </p:sp>
      </p:grpSp>
      <p:sp>
        <p:nvSpPr>
          <p:cNvPr id="19" name="任意多边形: 形状 18"/>
          <p:cNvSpPr/>
          <p:nvPr/>
        </p:nvSpPr>
        <p:spPr bwMode="auto">
          <a:xfrm>
            <a:off x="7857583" y="1638677"/>
            <a:ext cx="354658" cy="312462"/>
          </a:xfrm>
          <a:custGeom>
            <a:avLst/>
            <a:gdLst>
              <a:gd name="T0" fmla="*/ 0 w 6165"/>
              <a:gd name="T1" fmla="*/ 90 h 5440"/>
              <a:gd name="T2" fmla="*/ 363 w 6165"/>
              <a:gd name="T3" fmla="*/ 4624 h 5440"/>
              <a:gd name="T4" fmla="*/ 907 w 6165"/>
              <a:gd name="T5" fmla="*/ 4624 h 5440"/>
              <a:gd name="T6" fmla="*/ 2901 w 6165"/>
              <a:gd name="T7" fmla="*/ 90 h 5440"/>
              <a:gd name="T8" fmla="*/ 861 w 6165"/>
              <a:gd name="T9" fmla="*/ 4080 h 5440"/>
              <a:gd name="T10" fmla="*/ 363 w 6165"/>
              <a:gd name="T11" fmla="*/ 3581 h 5440"/>
              <a:gd name="T12" fmla="*/ 907 w 6165"/>
              <a:gd name="T13" fmla="*/ 3581 h 5440"/>
              <a:gd name="T14" fmla="*/ 861 w 6165"/>
              <a:gd name="T15" fmla="*/ 3082 h 5440"/>
              <a:gd name="T16" fmla="*/ 363 w 6165"/>
              <a:gd name="T17" fmla="*/ 2584 h 5440"/>
              <a:gd name="T18" fmla="*/ 907 w 6165"/>
              <a:gd name="T19" fmla="*/ 2584 h 5440"/>
              <a:gd name="T20" fmla="*/ 861 w 6165"/>
              <a:gd name="T21" fmla="*/ 2085 h 5440"/>
              <a:gd name="T22" fmla="*/ 363 w 6165"/>
              <a:gd name="T23" fmla="*/ 1586 h 5440"/>
              <a:gd name="T24" fmla="*/ 907 w 6165"/>
              <a:gd name="T25" fmla="*/ 1586 h 5440"/>
              <a:gd name="T26" fmla="*/ 861 w 6165"/>
              <a:gd name="T27" fmla="*/ 1088 h 5440"/>
              <a:gd name="T28" fmla="*/ 363 w 6165"/>
              <a:gd name="T29" fmla="*/ 589 h 5440"/>
              <a:gd name="T30" fmla="*/ 907 w 6165"/>
              <a:gd name="T31" fmla="*/ 589 h 5440"/>
              <a:gd name="T32" fmla="*/ 1677 w 6165"/>
              <a:gd name="T33" fmla="*/ 4080 h 5440"/>
              <a:gd name="T34" fmla="*/ 1179 w 6165"/>
              <a:gd name="T35" fmla="*/ 3581 h 5440"/>
              <a:gd name="T36" fmla="*/ 1723 w 6165"/>
              <a:gd name="T37" fmla="*/ 3581 h 5440"/>
              <a:gd name="T38" fmla="*/ 1677 w 6165"/>
              <a:gd name="T39" fmla="*/ 3082 h 5440"/>
              <a:gd name="T40" fmla="*/ 1179 w 6165"/>
              <a:gd name="T41" fmla="*/ 2584 h 5440"/>
              <a:gd name="T42" fmla="*/ 1723 w 6165"/>
              <a:gd name="T43" fmla="*/ 2584 h 5440"/>
              <a:gd name="T44" fmla="*/ 1677 w 6165"/>
              <a:gd name="T45" fmla="*/ 2085 h 5440"/>
              <a:gd name="T46" fmla="*/ 1179 w 6165"/>
              <a:gd name="T47" fmla="*/ 1586 h 5440"/>
              <a:gd name="T48" fmla="*/ 1723 w 6165"/>
              <a:gd name="T49" fmla="*/ 1586 h 5440"/>
              <a:gd name="T50" fmla="*/ 1677 w 6165"/>
              <a:gd name="T51" fmla="*/ 1088 h 5440"/>
              <a:gd name="T52" fmla="*/ 1179 w 6165"/>
              <a:gd name="T53" fmla="*/ 589 h 5440"/>
              <a:gd name="T54" fmla="*/ 1723 w 6165"/>
              <a:gd name="T55" fmla="*/ 589 h 5440"/>
              <a:gd name="T56" fmla="*/ 2493 w 6165"/>
              <a:gd name="T57" fmla="*/ 4080 h 5440"/>
              <a:gd name="T58" fmla="*/ 1995 w 6165"/>
              <a:gd name="T59" fmla="*/ 3581 h 5440"/>
              <a:gd name="T60" fmla="*/ 2539 w 6165"/>
              <a:gd name="T61" fmla="*/ 3581 h 5440"/>
              <a:gd name="T62" fmla="*/ 2493 w 6165"/>
              <a:gd name="T63" fmla="*/ 3082 h 5440"/>
              <a:gd name="T64" fmla="*/ 1995 w 6165"/>
              <a:gd name="T65" fmla="*/ 2584 h 5440"/>
              <a:gd name="T66" fmla="*/ 2539 w 6165"/>
              <a:gd name="T67" fmla="*/ 2584 h 5440"/>
              <a:gd name="T68" fmla="*/ 2493 w 6165"/>
              <a:gd name="T69" fmla="*/ 2085 h 5440"/>
              <a:gd name="T70" fmla="*/ 1995 w 6165"/>
              <a:gd name="T71" fmla="*/ 1586 h 5440"/>
              <a:gd name="T72" fmla="*/ 2539 w 6165"/>
              <a:gd name="T73" fmla="*/ 1586 h 5440"/>
              <a:gd name="T74" fmla="*/ 2493 w 6165"/>
              <a:gd name="T75" fmla="*/ 1088 h 5440"/>
              <a:gd name="T76" fmla="*/ 1995 w 6165"/>
              <a:gd name="T77" fmla="*/ 589 h 5440"/>
              <a:gd name="T78" fmla="*/ 2539 w 6165"/>
              <a:gd name="T79" fmla="*/ 589 h 5440"/>
              <a:gd name="T80" fmla="*/ 3379 w 6165"/>
              <a:gd name="T81" fmla="*/ 1845 h 5440"/>
              <a:gd name="T82" fmla="*/ 3627 w 6165"/>
              <a:gd name="T83" fmla="*/ 5440 h 5440"/>
              <a:gd name="T84" fmla="*/ 4080 w 6165"/>
              <a:gd name="T85" fmla="*/ 4624 h 5440"/>
              <a:gd name="T86" fmla="*/ 6165 w 6165"/>
              <a:gd name="T87" fmla="*/ 5440 h 5440"/>
              <a:gd name="T88" fmla="*/ 4171 w 6165"/>
              <a:gd name="T89" fmla="*/ 4216 h 5440"/>
              <a:gd name="T90" fmla="*/ 3627 w 6165"/>
              <a:gd name="T91" fmla="*/ 4216 h 5440"/>
              <a:gd name="T92" fmla="*/ 4125 w 6165"/>
              <a:gd name="T93" fmla="*/ 3717 h 5440"/>
              <a:gd name="T94" fmla="*/ 4171 w 6165"/>
              <a:gd name="T95" fmla="*/ 3218 h 5440"/>
              <a:gd name="T96" fmla="*/ 3627 w 6165"/>
              <a:gd name="T97" fmla="*/ 3218 h 5440"/>
              <a:gd name="T98" fmla="*/ 4125 w 6165"/>
              <a:gd name="T99" fmla="*/ 2720 h 5440"/>
              <a:gd name="T100" fmla="*/ 4987 w 6165"/>
              <a:gd name="T101" fmla="*/ 4216 h 5440"/>
              <a:gd name="T102" fmla="*/ 4443 w 6165"/>
              <a:gd name="T103" fmla="*/ 4216 h 5440"/>
              <a:gd name="T104" fmla="*/ 4941 w 6165"/>
              <a:gd name="T105" fmla="*/ 3717 h 5440"/>
              <a:gd name="T106" fmla="*/ 4987 w 6165"/>
              <a:gd name="T107" fmla="*/ 3218 h 5440"/>
              <a:gd name="T108" fmla="*/ 4443 w 6165"/>
              <a:gd name="T109" fmla="*/ 3218 h 5440"/>
              <a:gd name="T110" fmla="*/ 4941 w 6165"/>
              <a:gd name="T111" fmla="*/ 2720 h 5440"/>
              <a:gd name="T112" fmla="*/ 5803 w 6165"/>
              <a:gd name="T113" fmla="*/ 4216 h 5440"/>
              <a:gd name="T114" fmla="*/ 5259 w 6165"/>
              <a:gd name="T115" fmla="*/ 4216 h 5440"/>
              <a:gd name="T116" fmla="*/ 5757 w 6165"/>
              <a:gd name="T117" fmla="*/ 3717 h 5440"/>
              <a:gd name="T118" fmla="*/ 5803 w 6165"/>
              <a:gd name="T119" fmla="*/ 3218 h 5440"/>
              <a:gd name="T120" fmla="*/ 5259 w 6165"/>
              <a:gd name="T121" fmla="*/ 3218 h 5440"/>
              <a:gd name="T122" fmla="*/ 5757 w 6165"/>
              <a:gd name="T123" fmla="*/ 2720 h 5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165" h="5440">
                <a:moveTo>
                  <a:pt x="2811" y="0"/>
                </a:moveTo>
                <a:lnTo>
                  <a:pt x="91" y="0"/>
                </a:lnTo>
                <a:cubicBezTo>
                  <a:pt x="41" y="0"/>
                  <a:pt x="0" y="40"/>
                  <a:pt x="0" y="90"/>
                </a:cubicBezTo>
                <a:lnTo>
                  <a:pt x="0" y="5440"/>
                </a:lnTo>
                <a:lnTo>
                  <a:pt x="363" y="5440"/>
                </a:lnTo>
                <a:lnTo>
                  <a:pt x="363" y="4624"/>
                </a:lnTo>
                <a:cubicBezTo>
                  <a:pt x="363" y="4574"/>
                  <a:pt x="403" y="4533"/>
                  <a:pt x="453" y="4533"/>
                </a:cubicBezTo>
                <a:lnTo>
                  <a:pt x="816" y="4533"/>
                </a:lnTo>
                <a:cubicBezTo>
                  <a:pt x="866" y="4533"/>
                  <a:pt x="907" y="4574"/>
                  <a:pt x="907" y="4624"/>
                </a:cubicBezTo>
                <a:lnTo>
                  <a:pt x="907" y="5440"/>
                </a:lnTo>
                <a:lnTo>
                  <a:pt x="2901" y="5440"/>
                </a:lnTo>
                <a:lnTo>
                  <a:pt x="2901" y="90"/>
                </a:lnTo>
                <a:cubicBezTo>
                  <a:pt x="2901" y="40"/>
                  <a:pt x="2861" y="0"/>
                  <a:pt x="2811" y="0"/>
                </a:cubicBezTo>
                <a:close/>
                <a:moveTo>
                  <a:pt x="907" y="4034"/>
                </a:moveTo>
                <a:cubicBezTo>
                  <a:pt x="907" y="4059"/>
                  <a:pt x="886" y="4080"/>
                  <a:pt x="861" y="4080"/>
                </a:cubicBezTo>
                <a:lnTo>
                  <a:pt x="408" y="4080"/>
                </a:lnTo>
                <a:cubicBezTo>
                  <a:pt x="383" y="4080"/>
                  <a:pt x="363" y="4059"/>
                  <a:pt x="363" y="4034"/>
                </a:cubicBezTo>
                <a:lnTo>
                  <a:pt x="363" y="3581"/>
                </a:lnTo>
                <a:cubicBezTo>
                  <a:pt x="363" y="3556"/>
                  <a:pt x="383" y="3536"/>
                  <a:pt x="408" y="3536"/>
                </a:cubicBezTo>
                <a:lnTo>
                  <a:pt x="861" y="3536"/>
                </a:lnTo>
                <a:cubicBezTo>
                  <a:pt x="886" y="3536"/>
                  <a:pt x="907" y="3556"/>
                  <a:pt x="907" y="3581"/>
                </a:cubicBezTo>
                <a:lnTo>
                  <a:pt x="907" y="4034"/>
                </a:lnTo>
                <a:close/>
                <a:moveTo>
                  <a:pt x="907" y="3037"/>
                </a:moveTo>
                <a:cubicBezTo>
                  <a:pt x="907" y="3062"/>
                  <a:pt x="886" y="3082"/>
                  <a:pt x="861" y="3082"/>
                </a:cubicBezTo>
                <a:lnTo>
                  <a:pt x="408" y="3082"/>
                </a:lnTo>
                <a:cubicBezTo>
                  <a:pt x="383" y="3082"/>
                  <a:pt x="363" y="3062"/>
                  <a:pt x="363" y="3037"/>
                </a:cubicBezTo>
                <a:lnTo>
                  <a:pt x="363" y="2584"/>
                </a:lnTo>
                <a:cubicBezTo>
                  <a:pt x="363" y="2559"/>
                  <a:pt x="383" y="2538"/>
                  <a:pt x="408" y="2538"/>
                </a:cubicBezTo>
                <a:lnTo>
                  <a:pt x="861" y="2538"/>
                </a:lnTo>
                <a:cubicBezTo>
                  <a:pt x="886" y="2538"/>
                  <a:pt x="907" y="2559"/>
                  <a:pt x="907" y="2584"/>
                </a:cubicBezTo>
                <a:lnTo>
                  <a:pt x="907" y="3037"/>
                </a:lnTo>
                <a:close/>
                <a:moveTo>
                  <a:pt x="907" y="2040"/>
                </a:moveTo>
                <a:cubicBezTo>
                  <a:pt x="907" y="2065"/>
                  <a:pt x="886" y="2085"/>
                  <a:pt x="861" y="2085"/>
                </a:cubicBezTo>
                <a:lnTo>
                  <a:pt x="408" y="2085"/>
                </a:lnTo>
                <a:cubicBezTo>
                  <a:pt x="383" y="2085"/>
                  <a:pt x="363" y="2065"/>
                  <a:pt x="363" y="2040"/>
                </a:cubicBezTo>
                <a:lnTo>
                  <a:pt x="363" y="1586"/>
                </a:lnTo>
                <a:cubicBezTo>
                  <a:pt x="363" y="1561"/>
                  <a:pt x="383" y="1541"/>
                  <a:pt x="408" y="1541"/>
                </a:cubicBezTo>
                <a:lnTo>
                  <a:pt x="861" y="1541"/>
                </a:lnTo>
                <a:cubicBezTo>
                  <a:pt x="886" y="1541"/>
                  <a:pt x="907" y="1561"/>
                  <a:pt x="907" y="1586"/>
                </a:cubicBezTo>
                <a:lnTo>
                  <a:pt x="907" y="2040"/>
                </a:lnTo>
                <a:close/>
                <a:moveTo>
                  <a:pt x="907" y="1042"/>
                </a:moveTo>
                <a:cubicBezTo>
                  <a:pt x="907" y="1067"/>
                  <a:pt x="886" y="1088"/>
                  <a:pt x="861" y="1088"/>
                </a:cubicBezTo>
                <a:lnTo>
                  <a:pt x="408" y="1088"/>
                </a:lnTo>
                <a:cubicBezTo>
                  <a:pt x="383" y="1088"/>
                  <a:pt x="363" y="1067"/>
                  <a:pt x="363" y="1042"/>
                </a:cubicBezTo>
                <a:lnTo>
                  <a:pt x="363" y="589"/>
                </a:lnTo>
                <a:cubicBezTo>
                  <a:pt x="363" y="564"/>
                  <a:pt x="383" y="544"/>
                  <a:pt x="408" y="544"/>
                </a:cubicBezTo>
                <a:lnTo>
                  <a:pt x="861" y="544"/>
                </a:lnTo>
                <a:cubicBezTo>
                  <a:pt x="886" y="544"/>
                  <a:pt x="907" y="564"/>
                  <a:pt x="907" y="589"/>
                </a:cubicBezTo>
                <a:lnTo>
                  <a:pt x="907" y="1042"/>
                </a:lnTo>
                <a:close/>
                <a:moveTo>
                  <a:pt x="1723" y="4034"/>
                </a:moveTo>
                <a:cubicBezTo>
                  <a:pt x="1723" y="4059"/>
                  <a:pt x="1702" y="4080"/>
                  <a:pt x="1677" y="4080"/>
                </a:cubicBezTo>
                <a:lnTo>
                  <a:pt x="1224" y="4080"/>
                </a:lnTo>
                <a:cubicBezTo>
                  <a:pt x="1199" y="4080"/>
                  <a:pt x="1179" y="4059"/>
                  <a:pt x="1179" y="4034"/>
                </a:cubicBezTo>
                <a:lnTo>
                  <a:pt x="1179" y="3581"/>
                </a:lnTo>
                <a:cubicBezTo>
                  <a:pt x="1179" y="3556"/>
                  <a:pt x="1199" y="3536"/>
                  <a:pt x="1224" y="3536"/>
                </a:cubicBezTo>
                <a:lnTo>
                  <a:pt x="1677" y="3536"/>
                </a:lnTo>
                <a:cubicBezTo>
                  <a:pt x="1702" y="3536"/>
                  <a:pt x="1723" y="3556"/>
                  <a:pt x="1723" y="3581"/>
                </a:cubicBezTo>
                <a:lnTo>
                  <a:pt x="1723" y="4034"/>
                </a:lnTo>
                <a:close/>
                <a:moveTo>
                  <a:pt x="1723" y="3037"/>
                </a:moveTo>
                <a:cubicBezTo>
                  <a:pt x="1723" y="3062"/>
                  <a:pt x="1702" y="3082"/>
                  <a:pt x="1677" y="3082"/>
                </a:cubicBezTo>
                <a:lnTo>
                  <a:pt x="1224" y="3082"/>
                </a:lnTo>
                <a:cubicBezTo>
                  <a:pt x="1199" y="3082"/>
                  <a:pt x="1179" y="3062"/>
                  <a:pt x="1179" y="3037"/>
                </a:cubicBezTo>
                <a:lnTo>
                  <a:pt x="1179" y="2584"/>
                </a:lnTo>
                <a:cubicBezTo>
                  <a:pt x="1179" y="2559"/>
                  <a:pt x="1199" y="2538"/>
                  <a:pt x="1224" y="2538"/>
                </a:cubicBezTo>
                <a:lnTo>
                  <a:pt x="1677" y="2538"/>
                </a:lnTo>
                <a:cubicBezTo>
                  <a:pt x="1702" y="2538"/>
                  <a:pt x="1723" y="2559"/>
                  <a:pt x="1723" y="2584"/>
                </a:cubicBezTo>
                <a:lnTo>
                  <a:pt x="1723" y="3037"/>
                </a:lnTo>
                <a:close/>
                <a:moveTo>
                  <a:pt x="1723" y="2040"/>
                </a:moveTo>
                <a:cubicBezTo>
                  <a:pt x="1723" y="2065"/>
                  <a:pt x="1702" y="2085"/>
                  <a:pt x="1677" y="2085"/>
                </a:cubicBezTo>
                <a:lnTo>
                  <a:pt x="1224" y="2085"/>
                </a:lnTo>
                <a:cubicBezTo>
                  <a:pt x="1199" y="2085"/>
                  <a:pt x="1179" y="2065"/>
                  <a:pt x="1179" y="2040"/>
                </a:cubicBezTo>
                <a:lnTo>
                  <a:pt x="1179" y="1586"/>
                </a:lnTo>
                <a:cubicBezTo>
                  <a:pt x="1179" y="1561"/>
                  <a:pt x="1199" y="1541"/>
                  <a:pt x="1224" y="1541"/>
                </a:cubicBezTo>
                <a:lnTo>
                  <a:pt x="1677" y="1541"/>
                </a:lnTo>
                <a:cubicBezTo>
                  <a:pt x="1702" y="1541"/>
                  <a:pt x="1723" y="1561"/>
                  <a:pt x="1723" y="1586"/>
                </a:cubicBezTo>
                <a:lnTo>
                  <a:pt x="1723" y="2040"/>
                </a:lnTo>
                <a:close/>
                <a:moveTo>
                  <a:pt x="1723" y="1042"/>
                </a:moveTo>
                <a:cubicBezTo>
                  <a:pt x="1723" y="1067"/>
                  <a:pt x="1702" y="1088"/>
                  <a:pt x="1677" y="1088"/>
                </a:cubicBezTo>
                <a:lnTo>
                  <a:pt x="1224" y="1088"/>
                </a:lnTo>
                <a:cubicBezTo>
                  <a:pt x="1199" y="1088"/>
                  <a:pt x="1179" y="1067"/>
                  <a:pt x="1179" y="1042"/>
                </a:cubicBezTo>
                <a:lnTo>
                  <a:pt x="1179" y="589"/>
                </a:lnTo>
                <a:cubicBezTo>
                  <a:pt x="1179" y="564"/>
                  <a:pt x="1199" y="544"/>
                  <a:pt x="1224" y="544"/>
                </a:cubicBezTo>
                <a:lnTo>
                  <a:pt x="1677" y="544"/>
                </a:lnTo>
                <a:cubicBezTo>
                  <a:pt x="1702" y="544"/>
                  <a:pt x="1723" y="564"/>
                  <a:pt x="1723" y="589"/>
                </a:cubicBezTo>
                <a:lnTo>
                  <a:pt x="1723" y="1042"/>
                </a:lnTo>
                <a:close/>
                <a:moveTo>
                  <a:pt x="2539" y="4034"/>
                </a:moveTo>
                <a:cubicBezTo>
                  <a:pt x="2539" y="4059"/>
                  <a:pt x="2518" y="4080"/>
                  <a:pt x="2493" y="4080"/>
                </a:cubicBezTo>
                <a:lnTo>
                  <a:pt x="2040" y="4080"/>
                </a:lnTo>
                <a:cubicBezTo>
                  <a:pt x="2015" y="4080"/>
                  <a:pt x="1995" y="4059"/>
                  <a:pt x="1995" y="4034"/>
                </a:cubicBezTo>
                <a:lnTo>
                  <a:pt x="1995" y="3581"/>
                </a:lnTo>
                <a:cubicBezTo>
                  <a:pt x="1995" y="3556"/>
                  <a:pt x="2015" y="3536"/>
                  <a:pt x="2040" y="3536"/>
                </a:cubicBezTo>
                <a:lnTo>
                  <a:pt x="2493" y="3536"/>
                </a:lnTo>
                <a:cubicBezTo>
                  <a:pt x="2518" y="3536"/>
                  <a:pt x="2539" y="3556"/>
                  <a:pt x="2539" y="3581"/>
                </a:cubicBezTo>
                <a:lnTo>
                  <a:pt x="2539" y="4034"/>
                </a:lnTo>
                <a:close/>
                <a:moveTo>
                  <a:pt x="2539" y="3037"/>
                </a:moveTo>
                <a:cubicBezTo>
                  <a:pt x="2539" y="3062"/>
                  <a:pt x="2518" y="3082"/>
                  <a:pt x="2493" y="3082"/>
                </a:cubicBezTo>
                <a:lnTo>
                  <a:pt x="2040" y="3082"/>
                </a:lnTo>
                <a:cubicBezTo>
                  <a:pt x="2015" y="3082"/>
                  <a:pt x="1995" y="3062"/>
                  <a:pt x="1995" y="3037"/>
                </a:cubicBezTo>
                <a:lnTo>
                  <a:pt x="1995" y="2584"/>
                </a:lnTo>
                <a:cubicBezTo>
                  <a:pt x="1995" y="2559"/>
                  <a:pt x="2015" y="2538"/>
                  <a:pt x="2040" y="2538"/>
                </a:cubicBezTo>
                <a:lnTo>
                  <a:pt x="2493" y="2538"/>
                </a:lnTo>
                <a:cubicBezTo>
                  <a:pt x="2518" y="2538"/>
                  <a:pt x="2539" y="2559"/>
                  <a:pt x="2539" y="2584"/>
                </a:cubicBezTo>
                <a:lnTo>
                  <a:pt x="2539" y="3037"/>
                </a:lnTo>
                <a:close/>
                <a:moveTo>
                  <a:pt x="2539" y="2040"/>
                </a:moveTo>
                <a:cubicBezTo>
                  <a:pt x="2539" y="2065"/>
                  <a:pt x="2518" y="2085"/>
                  <a:pt x="2493" y="2085"/>
                </a:cubicBezTo>
                <a:lnTo>
                  <a:pt x="2040" y="2085"/>
                </a:lnTo>
                <a:cubicBezTo>
                  <a:pt x="2015" y="2085"/>
                  <a:pt x="1995" y="2065"/>
                  <a:pt x="1995" y="2040"/>
                </a:cubicBezTo>
                <a:lnTo>
                  <a:pt x="1995" y="1586"/>
                </a:lnTo>
                <a:cubicBezTo>
                  <a:pt x="1995" y="1561"/>
                  <a:pt x="2015" y="1541"/>
                  <a:pt x="2040" y="1541"/>
                </a:cubicBezTo>
                <a:lnTo>
                  <a:pt x="2493" y="1541"/>
                </a:lnTo>
                <a:cubicBezTo>
                  <a:pt x="2518" y="1541"/>
                  <a:pt x="2539" y="1561"/>
                  <a:pt x="2539" y="1586"/>
                </a:cubicBezTo>
                <a:lnTo>
                  <a:pt x="2539" y="2040"/>
                </a:lnTo>
                <a:close/>
                <a:moveTo>
                  <a:pt x="2539" y="1042"/>
                </a:moveTo>
                <a:cubicBezTo>
                  <a:pt x="2539" y="1067"/>
                  <a:pt x="2518" y="1088"/>
                  <a:pt x="2493" y="1088"/>
                </a:cubicBezTo>
                <a:lnTo>
                  <a:pt x="2040" y="1088"/>
                </a:lnTo>
                <a:cubicBezTo>
                  <a:pt x="2015" y="1088"/>
                  <a:pt x="1995" y="1067"/>
                  <a:pt x="1995" y="1042"/>
                </a:cubicBezTo>
                <a:lnTo>
                  <a:pt x="1995" y="589"/>
                </a:lnTo>
                <a:cubicBezTo>
                  <a:pt x="1995" y="564"/>
                  <a:pt x="2015" y="544"/>
                  <a:pt x="2040" y="544"/>
                </a:cubicBezTo>
                <a:lnTo>
                  <a:pt x="2493" y="544"/>
                </a:lnTo>
                <a:cubicBezTo>
                  <a:pt x="2518" y="544"/>
                  <a:pt x="2539" y="564"/>
                  <a:pt x="2539" y="589"/>
                </a:cubicBezTo>
                <a:lnTo>
                  <a:pt x="2539" y="1042"/>
                </a:lnTo>
                <a:close/>
                <a:moveTo>
                  <a:pt x="6099" y="2610"/>
                </a:moveTo>
                <a:lnTo>
                  <a:pt x="3379" y="1845"/>
                </a:lnTo>
                <a:cubicBezTo>
                  <a:pt x="3321" y="1829"/>
                  <a:pt x="3264" y="1873"/>
                  <a:pt x="3264" y="1933"/>
                </a:cubicBezTo>
                <a:lnTo>
                  <a:pt x="3264" y="5440"/>
                </a:lnTo>
                <a:lnTo>
                  <a:pt x="3627" y="5440"/>
                </a:lnTo>
                <a:lnTo>
                  <a:pt x="3627" y="4714"/>
                </a:lnTo>
                <a:cubicBezTo>
                  <a:pt x="3627" y="4664"/>
                  <a:pt x="3667" y="4624"/>
                  <a:pt x="3717" y="4624"/>
                </a:cubicBezTo>
                <a:lnTo>
                  <a:pt x="4080" y="4624"/>
                </a:lnTo>
                <a:cubicBezTo>
                  <a:pt x="4130" y="4624"/>
                  <a:pt x="4171" y="4664"/>
                  <a:pt x="4171" y="4714"/>
                </a:cubicBezTo>
                <a:lnTo>
                  <a:pt x="4171" y="5440"/>
                </a:lnTo>
                <a:lnTo>
                  <a:pt x="6165" y="5440"/>
                </a:lnTo>
                <a:lnTo>
                  <a:pt x="6165" y="2698"/>
                </a:lnTo>
                <a:cubicBezTo>
                  <a:pt x="6165" y="2657"/>
                  <a:pt x="6138" y="2621"/>
                  <a:pt x="6099" y="2610"/>
                </a:cubicBezTo>
                <a:close/>
                <a:moveTo>
                  <a:pt x="4171" y="4216"/>
                </a:moveTo>
                <a:cubicBezTo>
                  <a:pt x="4171" y="4241"/>
                  <a:pt x="4150" y="4261"/>
                  <a:pt x="4125" y="4261"/>
                </a:cubicBezTo>
                <a:lnTo>
                  <a:pt x="3672" y="4261"/>
                </a:lnTo>
                <a:cubicBezTo>
                  <a:pt x="3647" y="4261"/>
                  <a:pt x="3627" y="4241"/>
                  <a:pt x="3627" y="4216"/>
                </a:cubicBezTo>
                <a:lnTo>
                  <a:pt x="3627" y="3762"/>
                </a:lnTo>
                <a:cubicBezTo>
                  <a:pt x="3627" y="3737"/>
                  <a:pt x="3647" y="3717"/>
                  <a:pt x="3672" y="3717"/>
                </a:cubicBezTo>
                <a:lnTo>
                  <a:pt x="4125" y="3717"/>
                </a:lnTo>
                <a:cubicBezTo>
                  <a:pt x="4150" y="3717"/>
                  <a:pt x="4171" y="3737"/>
                  <a:pt x="4171" y="3762"/>
                </a:cubicBezTo>
                <a:lnTo>
                  <a:pt x="4171" y="4216"/>
                </a:lnTo>
                <a:close/>
                <a:moveTo>
                  <a:pt x="4171" y="3218"/>
                </a:moveTo>
                <a:cubicBezTo>
                  <a:pt x="4171" y="3243"/>
                  <a:pt x="4150" y="3264"/>
                  <a:pt x="4125" y="3264"/>
                </a:cubicBezTo>
                <a:lnTo>
                  <a:pt x="3672" y="3264"/>
                </a:lnTo>
                <a:cubicBezTo>
                  <a:pt x="3647" y="3264"/>
                  <a:pt x="3627" y="3243"/>
                  <a:pt x="3627" y="3218"/>
                </a:cubicBezTo>
                <a:lnTo>
                  <a:pt x="3627" y="2765"/>
                </a:lnTo>
                <a:cubicBezTo>
                  <a:pt x="3627" y="2740"/>
                  <a:pt x="3647" y="2720"/>
                  <a:pt x="3672" y="2720"/>
                </a:cubicBezTo>
                <a:lnTo>
                  <a:pt x="4125" y="2720"/>
                </a:lnTo>
                <a:cubicBezTo>
                  <a:pt x="4150" y="2720"/>
                  <a:pt x="4171" y="2740"/>
                  <a:pt x="4171" y="2765"/>
                </a:cubicBezTo>
                <a:lnTo>
                  <a:pt x="4171" y="3218"/>
                </a:lnTo>
                <a:close/>
                <a:moveTo>
                  <a:pt x="4987" y="4216"/>
                </a:moveTo>
                <a:cubicBezTo>
                  <a:pt x="4987" y="4241"/>
                  <a:pt x="4966" y="4261"/>
                  <a:pt x="4941" y="4261"/>
                </a:cubicBezTo>
                <a:lnTo>
                  <a:pt x="4488" y="4261"/>
                </a:lnTo>
                <a:cubicBezTo>
                  <a:pt x="4463" y="4261"/>
                  <a:pt x="4443" y="4241"/>
                  <a:pt x="4443" y="4216"/>
                </a:cubicBezTo>
                <a:lnTo>
                  <a:pt x="4443" y="3762"/>
                </a:lnTo>
                <a:cubicBezTo>
                  <a:pt x="4443" y="3737"/>
                  <a:pt x="4463" y="3717"/>
                  <a:pt x="4488" y="3717"/>
                </a:cubicBezTo>
                <a:lnTo>
                  <a:pt x="4941" y="3717"/>
                </a:lnTo>
                <a:cubicBezTo>
                  <a:pt x="4966" y="3717"/>
                  <a:pt x="4987" y="3737"/>
                  <a:pt x="4987" y="3762"/>
                </a:cubicBezTo>
                <a:lnTo>
                  <a:pt x="4987" y="4216"/>
                </a:lnTo>
                <a:close/>
                <a:moveTo>
                  <a:pt x="4987" y="3218"/>
                </a:moveTo>
                <a:cubicBezTo>
                  <a:pt x="4987" y="3243"/>
                  <a:pt x="4966" y="3264"/>
                  <a:pt x="4941" y="3264"/>
                </a:cubicBezTo>
                <a:lnTo>
                  <a:pt x="4488" y="3264"/>
                </a:lnTo>
                <a:cubicBezTo>
                  <a:pt x="4463" y="3264"/>
                  <a:pt x="4443" y="3243"/>
                  <a:pt x="4443" y="3218"/>
                </a:cubicBezTo>
                <a:lnTo>
                  <a:pt x="4443" y="2765"/>
                </a:lnTo>
                <a:cubicBezTo>
                  <a:pt x="4443" y="2740"/>
                  <a:pt x="4463" y="2720"/>
                  <a:pt x="4488" y="2720"/>
                </a:cubicBezTo>
                <a:lnTo>
                  <a:pt x="4941" y="2720"/>
                </a:lnTo>
                <a:cubicBezTo>
                  <a:pt x="4966" y="2720"/>
                  <a:pt x="4987" y="2740"/>
                  <a:pt x="4987" y="2765"/>
                </a:cubicBezTo>
                <a:lnTo>
                  <a:pt x="4987" y="3218"/>
                </a:lnTo>
                <a:close/>
                <a:moveTo>
                  <a:pt x="5803" y="4216"/>
                </a:moveTo>
                <a:cubicBezTo>
                  <a:pt x="5803" y="4241"/>
                  <a:pt x="5782" y="4261"/>
                  <a:pt x="5757" y="4261"/>
                </a:cubicBezTo>
                <a:lnTo>
                  <a:pt x="5304" y="4261"/>
                </a:lnTo>
                <a:cubicBezTo>
                  <a:pt x="5279" y="4261"/>
                  <a:pt x="5259" y="4241"/>
                  <a:pt x="5259" y="4216"/>
                </a:cubicBezTo>
                <a:lnTo>
                  <a:pt x="5259" y="3762"/>
                </a:lnTo>
                <a:cubicBezTo>
                  <a:pt x="5259" y="3737"/>
                  <a:pt x="5279" y="3717"/>
                  <a:pt x="5304" y="3717"/>
                </a:cubicBezTo>
                <a:lnTo>
                  <a:pt x="5757" y="3717"/>
                </a:lnTo>
                <a:cubicBezTo>
                  <a:pt x="5782" y="3717"/>
                  <a:pt x="5803" y="3737"/>
                  <a:pt x="5803" y="3762"/>
                </a:cubicBezTo>
                <a:lnTo>
                  <a:pt x="5803" y="4216"/>
                </a:lnTo>
                <a:close/>
                <a:moveTo>
                  <a:pt x="5803" y="3218"/>
                </a:moveTo>
                <a:cubicBezTo>
                  <a:pt x="5803" y="3243"/>
                  <a:pt x="5782" y="3264"/>
                  <a:pt x="5757" y="3264"/>
                </a:cubicBezTo>
                <a:lnTo>
                  <a:pt x="5304" y="3264"/>
                </a:lnTo>
                <a:cubicBezTo>
                  <a:pt x="5279" y="3264"/>
                  <a:pt x="5259" y="3243"/>
                  <a:pt x="5259" y="3218"/>
                </a:cubicBezTo>
                <a:lnTo>
                  <a:pt x="5259" y="2765"/>
                </a:lnTo>
                <a:cubicBezTo>
                  <a:pt x="5259" y="2740"/>
                  <a:pt x="5279" y="2720"/>
                  <a:pt x="5304" y="2720"/>
                </a:cubicBezTo>
                <a:lnTo>
                  <a:pt x="5757" y="2720"/>
                </a:lnTo>
                <a:cubicBezTo>
                  <a:pt x="5782" y="2720"/>
                  <a:pt x="5803" y="2740"/>
                  <a:pt x="5803" y="2765"/>
                </a:cubicBezTo>
                <a:lnTo>
                  <a:pt x="5803" y="321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Freeform 4197"/>
          <p:cNvSpPr/>
          <p:nvPr/>
        </p:nvSpPr>
        <p:spPr bwMode="auto">
          <a:xfrm>
            <a:off x="7857386" y="4482873"/>
            <a:ext cx="356638" cy="314206"/>
          </a:xfrm>
          <a:custGeom>
            <a:avLst/>
            <a:gdLst>
              <a:gd name="T0" fmla="*/ 0 w 6165"/>
              <a:gd name="T1" fmla="*/ 90 h 5440"/>
              <a:gd name="T2" fmla="*/ 363 w 6165"/>
              <a:gd name="T3" fmla="*/ 4624 h 5440"/>
              <a:gd name="T4" fmla="*/ 907 w 6165"/>
              <a:gd name="T5" fmla="*/ 4624 h 5440"/>
              <a:gd name="T6" fmla="*/ 2901 w 6165"/>
              <a:gd name="T7" fmla="*/ 90 h 5440"/>
              <a:gd name="T8" fmla="*/ 861 w 6165"/>
              <a:gd name="T9" fmla="*/ 4080 h 5440"/>
              <a:gd name="T10" fmla="*/ 363 w 6165"/>
              <a:gd name="T11" fmla="*/ 3581 h 5440"/>
              <a:gd name="T12" fmla="*/ 907 w 6165"/>
              <a:gd name="T13" fmla="*/ 3581 h 5440"/>
              <a:gd name="T14" fmla="*/ 861 w 6165"/>
              <a:gd name="T15" fmla="*/ 3082 h 5440"/>
              <a:gd name="T16" fmla="*/ 363 w 6165"/>
              <a:gd name="T17" fmla="*/ 2584 h 5440"/>
              <a:gd name="T18" fmla="*/ 907 w 6165"/>
              <a:gd name="T19" fmla="*/ 2584 h 5440"/>
              <a:gd name="T20" fmla="*/ 861 w 6165"/>
              <a:gd name="T21" fmla="*/ 2085 h 5440"/>
              <a:gd name="T22" fmla="*/ 363 w 6165"/>
              <a:gd name="T23" fmla="*/ 1586 h 5440"/>
              <a:gd name="T24" fmla="*/ 907 w 6165"/>
              <a:gd name="T25" fmla="*/ 1586 h 5440"/>
              <a:gd name="T26" fmla="*/ 861 w 6165"/>
              <a:gd name="T27" fmla="*/ 1088 h 5440"/>
              <a:gd name="T28" fmla="*/ 363 w 6165"/>
              <a:gd name="T29" fmla="*/ 589 h 5440"/>
              <a:gd name="T30" fmla="*/ 907 w 6165"/>
              <a:gd name="T31" fmla="*/ 589 h 5440"/>
              <a:gd name="T32" fmla="*/ 1677 w 6165"/>
              <a:gd name="T33" fmla="*/ 4080 h 5440"/>
              <a:gd name="T34" fmla="*/ 1179 w 6165"/>
              <a:gd name="T35" fmla="*/ 3581 h 5440"/>
              <a:gd name="T36" fmla="*/ 1723 w 6165"/>
              <a:gd name="T37" fmla="*/ 3581 h 5440"/>
              <a:gd name="T38" fmla="*/ 1677 w 6165"/>
              <a:gd name="T39" fmla="*/ 3082 h 5440"/>
              <a:gd name="T40" fmla="*/ 1179 w 6165"/>
              <a:gd name="T41" fmla="*/ 2584 h 5440"/>
              <a:gd name="T42" fmla="*/ 1723 w 6165"/>
              <a:gd name="T43" fmla="*/ 2584 h 5440"/>
              <a:gd name="T44" fmla="*/ 1677 w 6165"/>
              <a:gd name="T45" fmla="*/ 2085 h 5440"/>
              <a:gd name="T46" fmla="*/ 1179 w 6165"/>
              <a:gd name="T47" fmla="*/ 1586 h 5440"/>
              <a:gd name="T48" fmla="*/ 1723 w 6165"/>
              <a:gd name="T49" fmla="*/ 1586 h 5440"/>
              <a:gd name="T50" fmla="*/ 1677 w 6165"/>
              <a:gd name="T51" fmla="*/ 1088 h 5440"/>
              <a:gd name="T52" fmla="*/ 1179 w 6165"/>
              <a:gd name="T53" fmla="*/ 589 h 5440"/>
              <a:gd name="T54" fmla="*/ 1723 w 6165"/>
              <a:gd name="T55" fmla="*/ 589 h 5440"/>
              <a:gd name="T56" fmla="*/ 2493 w 6165"/>
              <a:gd name="T57" fmla="*/ 4080 h 5440"/>
              <a:gd name="T58" fmla="*/ 1995 w 6165"/>
              <a:gd name="T59" fmla="*/ 3581 h 5440"/>
              <a:gd name="T60" fmla="*/ 2539 w 6165"/>
              <a:gd name="T61" fmla="*/ 3581 h 5440"/>
              <a:gd name="T62" fmla="*/ 2493 w 6165"/>
              <a:gd name="T63" fmla="*/ 3082 h 5440"/>
              <a:gd name="T64" fmla="*/ 1995 w 6165"/>
              <a:gd name="T65" fmla="*/ 2584 h 5440"/>
              <a:gd name="T66" fmla="*/ 2539 w 6165"/>
              <a:gd name="T67" fmla="*/ 2584 h 5440"/>
              <a:gd name="T68" fmla="*/ 2493 w 6165"/>
              <a:gd name="T69" fmla="*/ 2085 h 5440"/>
              <a:gd name="T70" fmla="*/ 1995 w 6165"/>
              <a:gd name="T71" fmla="*/ 1586 h 5440"/>
              <a:gd name="T72" fmla="*/ 2539 w 6165"/>
              <a:gd name="T73" fmla="*/ 1586 h 5440"/>
              <a:gd name="T74" fmla="*/ 2493 w 6165"/>
              <a:gd name="T75" fmla="*/ 1088 h 5440"/>
              <a:gd name="T76" fmla="*/ 1995 w 6165"/>
              <a:gd name="T77" fmla="*/ 589 h 5440"/>
              <a:gd name="T78" fmla="*/ 2539 w 6165"/>
              <a:gd name="T79" fmla="*/ 589 h 5440"/>
              <a:gd name="T80" fmla="*/ 3379 w 6165"/>
              <a:gd name="T81" fmla="*/ 1845 h 5440"/>
              <a:gd name="T82" fmla="*/ 3627 w 6165"/>
              <a:gd name="T83" fmla="*/ 5440 h 5440"/>
              <a:gd name="T84" fmla="*/ 4080 w 6165"/>
              <a:gd name="T85" fmla="*/ 4624 h 5440"/>
              <a:gd name="T86" fmla="*/ 6165 w 6165"/>
              <a:gd name="T87" fmla="*/ 5440 h 5440"/>
              <a:gd name="T88" fmla="*/ 4171 w 6165"/>
              <a:gd name="T89" fmla="*/ 4216 h 5440"/>
              <a:gd name="T90" fmla="*/ 3627 w 6165"/>
              <a:gd name="T91" fmla="*/ 4216 h 5440"/>
              <a:gd name="T92" fmla="*/ 4125 w 6165"/>
              <a:gd name="T93" fmla="*/ 3717 h 5440"/>
              <a:gd name="T94" fmla="*/ 4171 w 6165"/>
              <a:gd name="T95" fmla="*/ 3218 h 5440"/>
              <a:gd name="T96" fmla="*/ 3627 w 6165"/>
              <a:gd name="T97" fmla="*/ 3218 h 5440"/>
              <a:gd name="T98" fmla="*/ 4125 w 6165"/>
              <a:gd name="T99" fmla="*/ 2720 h 5440"/>
              <a:gd name="T100" fmla="*/ 4987 w 6165"/>
              <a:gd name="T101" fmla="*/ 4216 h 5440"/>
              <a:gd name="T102" fmla="*/ 4443 w 6165"/>
              <a:gd name="T103" fmla="*/ 4216 h 5440"/>
              <a:gd name="T104" fmla="*/ 4941 w 6165"/>
              <a:gd name="T105" fmla="*/ 3717 h 5440"/>
              <a:gd name="T106" fmla="*/ 4987 w 6165"/>
              <a:gd name="T107" fmla="*/ 3218 h 5440"/>
              <a:gd name="T108" fmla="*/ 4443 w 6165"/>
              <a:gd name="T109" fmla="*/ 3218 h 5440"/>
              <a:gd name="T110" fmla="*/ 4941 w 6165"/>
              <a:gd name="T111" fmla="*/ 2720 h 5440"/>
              <a:gd name="T112" fmla="*/ 5803 w 6165"/>
              <a:gd name="T113" fmla="*/ 4216 h 5440"/>
              <a:gd name="T114" fmla="*/ 5259 w 6165"/>
              <a:gd name="T115" fmla="*/ 4216 h 5440"/>
              <a:gd name="T116" fmla="*/ 5757 w 6165"/>
              <a:gd name="T117" fmla="*/ 3717 h 5440"/>
              <a:gd name="T118" fmla="*/ 5803 w 6165"/>
              <a:gd name="T119" fmla="*/ 3218 h 5440"/>
              <a:gd name="T120" fmla="*/ 5259 w 6165"/>
              <a:gd name="T121" fmla="*/ 3218 h 5440"/>
              <a:gd name="T122" fmla="*/ 5757 w 6165"/>
              <a:gd name="T123" fmla="*/ 2720 h 5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6165" h="5440">
                <a:moveTo>
                  <a:pt x="2811" y="0"/>
                </a:moveTo>
                <a:lnTo>
                  <a:pt x="91" y="0"/>
                </a:lnTo>
                <a:cubicBezTo>
                  <a:pt x="41" y="0"/>
                  <a:pt x="0" y="40"/>
                  <a:pt x="0" y="90"/>
                </a:cubicBezTo>
                <a:lnTo>
                  <a:pt x="0" y="5440"/>
                </a:lnTo>
                <a:lnTo>
                  <a:pt x="363" y="5440"/>
                </a:lnTo>
                <a:lnTo>
                  <a:pt x="363" y="4624"/>
                </a:lnTo>
                <a:cubicBezTo>
                  <a:pt x="363" y="4574"/>
                  <a:pt x="403" y="4533"/>
                  <a:pt x="453" y="4533"/>
                </a:cubicBezTo>
                <a:lnTo>
                  <a:pt x="816" y="4533"/>
                </a:lnTo>
                <a:cubicBezTo>
                  <a:pt x="866" y="4533"/>
                  <a:pt x="907" y="4574"/>
                  <a:pt x="907" y="4624"/>
                </a:cubicBezTo>
                <a:lnTo>
                  <a:pt x="907" y="5440"/>
                </a:lnTo>
                <a:lnTo>
                  <a:pt x="2901" y="5440"/>
                </a:lnTo>
                <a:lnTo>
                  <a:pt x="2901" y="90"/>
                </a:lnTo>
                <a:cubicBezTo>
                  <a:pt x="2901" y="40"/>
                  <a:pt x="2861" y="0"/>
                  <a:pt x="2811" y="0"/>
                </a:cubicBezTo>
                <a:close/>
                <a:moveTo>
                  <a:pt x="907" y="4034"/>
                </a:moveTo>
                <a:cubicBezTo>
                  <a:pt x="907" y="4059"/>
                  <a:pt x="886" y="4080"/>
                  <a:pt x="861" y="4080"/>
                </a:cubicBezTo>
                <a:lnTo>
                  <a:pt x="408" y="4080"/>
                </a:lnTo>
                <a:cubicBezTo>
                  <a:pt x="383" y="4080"/>
                  <a:pt x="363" y="4059"/>
                  <a:pt x="363" y="4034"/>
                </a:cubicBezTo>
                <a:lnTo>
                  <a:pt x="363" y="3581"/>
                </a:lnTo>
                <a:cubicBezTo>
                  <a:pt x="363" y="3556"/>
                  <a:pt x="383" y="3536"/>
                  <a:pt x="408" y="3536"/>
                </a:cubicBezTo>
                <a:lnTo>
                  <a:pt x="861" y="3536"/>
                </a:lnTo>
                <a:cubicBezTo>
                  <a:pt x="886" y="3536"/>
                  <a:pt x="907" y="3556"/>
                  <a:pt x="907" y="3581"/>
                </a:cubicBezTo>
                <a:lnTo>
                  <a:pt x="907" y="4034"/>
                </a:lnTo>
                <a:close/>
                <a:moveTo>
                  <a:pt x="907" y="3037"/>
                </a:moveTo>
                <a:cubicBezTo>
                  <a:pt x="907" y="3062"/>
                  <a:pt x="886" y="3082"/>
                  <a:pt x="861" y="3082"/>
                </a:cubicBezTo>
                <a:lnTo>
                  <a:pt x="408" y="3082"/>
                </a:lnTo>
                <a:cubicBezTo>
                  <a:pt x="383" y="3082"/>
                  <a:pt x="363" y="3062"/>
                  <a:pt x="363" y="3037"/>
                </a:cubicBezTo>
                <a:lnTo>
                  <a:pt x="363" y="2584"/>
                </a:lnTo>
                <a:cubicBezTo>
                  <a:pt x="363" y="2559"/>
                  <a:pt x="383" y="2538"/>
                  <a:pt x="408" y="2538"/>
                </a:cubicBezTo>
                <a:lnTo>
                  <a:pt x="861" y="2538"/>
                </a:lnTo>
                <a:cubicBezTo>
                  <a:pt x="886" y="2538"/>
                  <a:pt x="907" y="2559"/>
                  <a:pt x="907" y="2584"/>
                </a:cubicBezTo>
                <a:lnTo>
                  <a:pt x="907" y="3037"/>
                </a:lnTo>
                <a:close/>
                <a:moveTo>
                  <a:pt x="907" y="2040"/>
                </a:moveTo>
                <a:cubicBezTo>
                  <a:pt x="907" y="2065"/>
                  <a:pt x="886" y="2085"/>
                  <a:pt x="861" y="2085"/>
                </a:cubicBezTo>
                <a:lnTo>
                  <a:pt x="408" y="2085"/>
                </a:lnTo>
                <a:cubicBezTo>
                  <a:pt x="383" y="2085"/>
                  <a:pt x="363" y="2065"/>
                  <a:pt x="363" y="2040"/>
                </a:cubicBezTo>
                <a:lnTo>
                  <a:pt x="363" y="1586"/>
                </a:lnTo>
                <a:cubicBezTo>
                  <a:pt x="363" y="1561"/>
                  <a:pt x="383" y="1541"/>
                  <a:pt x="408" y="1541"/>
                </a:cubicBezTo>
                <a:lnTo>
                  <a:pt x="861" y="1541"/>
                </a:lnTo>
                <a:cubicBezTo>
                  <a:pt x="886" y="1541"/>
                  <a:pt x="907" y="1561"/>
                  <a:pt x="907" y="1586"/>
                </a:cubicBezTo>
                <a:lnTo>
                  <a:pt x="907" y="2040"/>
                </a:lnTo>
                <a:close/>
                <a:moveTo>
                  <a:pt x="907" y="1042"/>
                </a:moveTo>
                <a:cubicBezTo>
                  <a:pt x="907" y="1067"/>
                  <a:pt x="886" y="1088"/>
                  <a:pt x="861" y="1088"/>
                </a:cubicBezTo>
                <a:lnTo>
                  <a:pt x="408" y="1088"/>
                </a:lnTo>
                <a:cubicBezTo>
                  <a:pt x="383" y="1088"/>
                  <a:pt x="363" y="1067"/>
                  <a:pt x="363" y="1042"/>
                </a:cubicBezTo>
                <a:lnTo>
                  <a:pt x="363" y="589"/>
                </a:lnTo>
                <a:cubicBezTo>
                  <a:pt x="363" y="564"/>
                  <a:pt x="383" y="544"/>
                  <a:pt x="408" y="544"/>
                </a:cubicBezTo>
                <a:lnTo>
                  <a:pt x="861" y="544"/>
                </a:lnTo>
                <a:cubicBezTo>
                  <a:pt x="886" y="544"/>
                  <a:pt x="907" y="564"/>
                  <a:pt x="907" y="589"/>
                </a:cubicBezTo>
                <a:lnTo>
                  <a:pt x="907" y="1042"/>
                </a:lnTo>
                <a:close/>
                <a:moveTo>
                  <a:pt x="1723" y="4034"/>
                </a:moveTo>
                <a:cubicBezTo>
                  <a:pt x="1723" y="4059"/>
                  <a:pt x="1702" y="4080"/>
                  <a:pt x="1677" y="4080"/>
                </a:cubicBezTo>
                <a:lnTo>
                  <a:pt x="1224" y="4080"/>
                </a:lnTo>
                <a:cubicBezTo>
                  <a:pt x="1199" y="4080"/>
                  <a:pt x="1179" y="4059"/>
                  <a:pt x="1179" y="4034"/>
                </a:cubicBezTo>
                <a:lnTo>
                  <a:pt x="1179" y="3581"/>
                </a:lnTo>
                <a:cubicBezTo>
                  <a:pt x="1179" y="3556"/>
                  <a:pt x="1199" y="3536"/>
                  <a:pt x="1224" y="3536"/>
                </a:cubicBezTo>
                <a:lnTo>
                  <a:pt x="1677" y="3536"/>
                </a:lnTo>
                <a:cubicBezTo>
                  <a:pt x="1702" y="3536"/>
                  <a:pt x="1723" y="3556"/>
                  <a:pt x="1723" y="3581"/>
                </a:cubicBezTo>
                <a:lnTo>
                  <a:pt x="1723" y="4034"/>
                </a:lnTo>
                <a:close/>
                <a:moveTo>
                  <a:pt x="1723" y="3037"/>
                </a:moveTo>
                <a:cubicBezTo>
                  <a:pt x="1723" y="3062"/>
                  <a:pt x="1702" y="3082"/>
                  <a:pt x="1677" y="3082"/>
                </a:cubicBezTo>
                <a:lnTo>
                  <a:pt x="1224" y="3082"/>
                </a:lnTo>
                <a:cubicBezTo>
                  <a:pt x="1199" y="3082"/>
                  <a:pt x="1179" y="3062"/>
                  <a:pt x="1179" y="3037"/>
                </a:cubicBezTo>
                <a:lnTo>
                  <a:pt x="1179" y="2584"/>
                </a:lnTo>
                <a:cubicBezTo>
                  <a:pt x="1179" y="2559"/>
                  <a:pt x="1199" y="2538"/>
                  <a:pt x="1224" y="2538"/>
                </a:cubicBezTo>
                <a:lnTo>
                  <a:pt x="1677" y="2538"/>
                </a:lnTo>
                <a:cubicBezTo>
                  <a:pt x="1702" y="2538"/>
                  <a:pt x="1723" y="2559"/>
                  <a:pt x="1723" y="2584"/>
                </a:cubicBezTo>
                <a:lnTo>
                  <a:pt x="1723" y="3037"/>
                </a:lnTo>
                <a:close/>
                <a:moveTo>
                  <a:pt x="1723" y="2040"/>
                </a:moveTo>
                <a:cubicBezTo>
                  <a:pt x="1723" y="2065"/>
                  <a:pt x="1702" y="2085"/>
                  <a:pt x="1677" y="2085"/>
                </a:cubicBezTo>
                <a:lnTo>
                  <a:pt x="1224" y="2085"/>
                </a:lnTo>
                <a:cubicBezTo>
                  <a:pt x="1199" y="2085"/>
                  <a:pt x="1179" y="2065"/>
                  <a:pt x="1179" y="2040"/>
                </a:cubicBezTo>
                <a:lnTo>
                  <a:pt x="1179" y="1586"/>
                </a:lnTo>
                <a:cubicBezTo>
                  <a:pt x="1179" y="1561"/>
                  <a:pt x="1199" y="1541"/>
                  <a:pt x="1224" y="1541"/>
                </a:cubicBezTo>
                <a:lnTo>
                  <a:pt x="1677" y="1541"/>
                </a:lnTo>
                <a:cubicBezTo>
                  <a:pt x="1702" y="1541"/>
                  <a:pt x="1723" y="1561"/>
                  <a:pt x="1723" y="1586"/>
                </a:cubicBezTo>
                <a:lnTo>
                  <a:pt x="1723" y="2040"/>
                </a:lnTo>
                <a:close/>
                <a:moveTo>
                  <a:pt x="1723" y="1042"/>
                </a:moveTo>
                <a:cubicBezTo>
                  <a:pt x="1723" y="1067"/>
                  <a:pt x="1702" y="1088"/>
                  <a:pt x="1677" y="1088"/>
                </a:cubicBezTo>
                <a:lnTo>
                  <a:pt x="1224" y="1088"/>
                </a:lnTo>
                <a:cubicBezTo>
                  <a:pt x="1199" y="1088"/>
                  <a:pt x="1179" y="1067"/>
                  <a:pt x="1179" y="1042"/>
                </a:cubicBezTo>
                <a:lnTo>
                  <a:pt x="1179" y="589"/>
                </a:lnTo>
                <a:cubicBezTo>
                  <a:pt x="1179" y="564"/>
                  <a:pt x="1199" y="544"/>
                  <a:pt x="1224" y="544"/>
                </a:cubicBezTo>
                <a:lnTo>
                  <a:pt x="1677" y="544"/>
                </a:lnTo>
                <a:cubicBezTo>
                  <a:pt x="1702" y="544"/>
                  <a:pt x="1723" y="564"/>
                  <a:pt x="1723" y="589"/>
                </a:cubicBezTo>
                <a:lnTo>
                  <a:pt x="1723" y="1042"/>
                </a:lnTo>
                <a:close/>
                <a:moveTo>
                  <a:pt x="2539" y="4034"/>
                </a:moveTo>
                <a:cubicBezTo>
                  <a:pt x="2539" y="4059"/>
                  <a:pt x="2518" y="4080"/>
                  <a:pt x="2493" y="4080"/>
                </a:cubicBezTo>
                <a:lnTo>
                  <a:pt x="2040" y="4080"/>
                </a:lnTo>
                <a:cubicBezTo>
                  <a:pt x="2015" y="4080"/>
                  <a:pt x="1995" y="4059"/>
                  <a:pt x="1995" y="4034"/>
                </a:cubicBezTo>
                <a:lnTo>
                  <a:pt x="1995" y="3581"/>
                </a:lnTo>
                <a:cubicBezTo>
                  <a:pt x="1995" y="3556"/>
                  <a:pt x="2015" y="3536"/>
                  <a:pt x="2040" y="3536"/>
                </a:cubicBezTo>
                <a:lnTo>
                  <a:pt x="2493" y="3536"/>
                </a:lnTo>
                <a:cubicBezTo>
                  <a:pt x="2518" y="3536"/>
                  <a:pt x="2539" y="3556"/>
                  <a:pt x="2539" y="3581"/>
                </a:cubicBezTo>
                <a:lnTo>
                  <a:pt x="2539" y="4034"/>
                </a:lnTo>
                <a:close/>
                <a:moveTo>
                  <a:pt x="2539" y="3037"/>
                </a:moveTo>
                <a:cubicBezTo>
                  <a:pt x="2539" y="3062"/>
                  <a:pt x="2518" y="3082"/>
                  <a:pt x="2493" y="3082"/>
                </a:cubicBezTo>
                <a:lnTo>
                  <a:pt x="2040" y="3082"/>
                </a:lnTo>
                <a:cubicBezTo>
                  <a:pt x="2015" y="3082"/>
                  <a:pt x="1995" y="3062"/>
                  <a:pt x="1995" y="3037"/>
                </a:cubicBezTo>
                <a:lnTo>
                  <a:pt x="1995" y="2584"/>
                </a:lnTo>
                <a:cubicBezTo>
                  <a:pt x="1995" y="2559"/>
                  <a:pt x="2015" y="2538"/>
                  <a:pt x="2040" y="2538"/>
                </a:cubicBezTo>
                <a:lnTo>
                  <a:pt x="2493" y="2538"/>
                </a:lnTo>
                <a:cubicBezTo>
                  <a:pt x="2518" y="2538"/>
                  <a:pt x="2539" y="2559"/>
                  <a:pt x="2539" y="2584"/>
                </a:cubicBezTo>
                <a:lnTo>
                  <a:pt x="2539" y="3037"/>
                </a:lnTo>
                <a:close/>
                <a:moveTo>
                  <a:pt x="2539" y="2040"/>
                </a:moveTo>
                <a:cubicBezTo>
                  <a:pt x="2539" y="2065"/>
                  <a:pt x="2518" y="2085"/>
                  <a:pt x="2493" y="2085"/>
                </a:cubicBezTo>
                <a:lnTo>
                  <a:pt x="2040" y="2085"/>
                </a:lnTo>
                <a:cubicBezTo>
                  <a:pt x="2015" y="2085"/>
                  <a:pt x="1995" y="2065"/>
                  <a:pt x="1995" y="2040"/>
                </a:cubicBezTo>
                <a:lnTo>
                  <a:pt x="1995" y="1586"/>
                </a:lnTo>
                <a:cubicBezTo>
                  <a:pt x="1995" y="1561"/>
                  <a:pt x="2015" y="1541"/>
                  <a:pt x="2040" y="1541"/>
                </a:cubicBezTo>
                <a:lnTo>
                  <a:pt x="2493" y="1541"/>
                </a:lnTo>
                <a:cubicBezTo>
                  <a:pt x="2518" y="1541"/>
                  <a:pt x="2539" y="1561"/>
                  <a:pt x="2539" y="1586"/>
                </a:cubicBezTo>
                <a:lnTo>
                  <a:pt x="2539" y="2040"/>
                </a:lnTo>
                <a:close/>
                <a:moveTo>
                  <a:pt x="2539" y="1042"/>
                </a:moveTo>
                <a:cubicBezTo>
                  <a:pt x="2539" y="1067"/>
                  <a:pt x="2518" y="1088"/>
                  <a:pt x="2493" y="1088"/>
                </a:cubicBezTo>
                <a:lnTo>
                  <a:pt x="2040" y="1088"/>
                </a:lnTo>
                <a:cubicBezTo>
                  <a:pt x="2015" y="1088"/>
                  <a:pt x="1995" y="1067"/>
                  <a:pt x="1995" y="1042"/>
                </a:cubicBezTo>
                <a:lnTo>
                  <a:pt x="1995" y="589"/>
                </a:lnTo>
                <a:cubicBezTo>
                  <a:pt x="1995" y="564"/>
                  <a:pt x="2015" y="544"/>
                  <a:pt x="2040" y="544"/>
                </a:cubicBezTo>
                <a:lnTo>
                  <a:pt x="2493" y="544"/>
                </a:lnTo>
                <a:cubicBezTo>
                  <a:pt x="2518" y="544"/>
                  <a:pt x="2539" y="564"/>
                  <a:pt x="2539" y="589"/>
                </a:cubicBezTo>
                <a:lnTo>
                  <a:pt x="2539" y="1042"/>
                </a:lnTo>
                <a:close/>
                <a:moveTo>
                  <a:pt x="6099" y="2610"/>
                </a:moveTo>
                <a:lnTo>
                  <a:pt x="3379" y="1845"/>
                </a:lnTo>
                <a:cubicBezTo>
                  <a:pt x="3321" y="1829"/>
                  <a:pt x="3264" y="1873"/>
                  <a:pt x="3264" y="1933"/>
                </a:cubicBezTo>
                <a:lnTo>
                  <a:pt x="3264" y="5440"/>
                </a:lnTo>
                <a:lnTo>
                  <a:pt x="3627" y="5440"/>
                </a:lnTo>
                <a:lnTo>
                  <a:pt x="3627" y="4714"/>
                </a:lnTo>
                <a:cubicBezTo>
                  <a:pt x="3627" y="4664"/>
                  <a:pt x="3667" y="4624"/>
                  <a:pt x="3717" y="4624"/>
                </a:cubicBezTo>
                <a:lnTo>
                  <a:pt x="4080" y="4624"/>
                </a:lnTo>
                <a:cubicBezTo>
                  <a:pt x="4130" y="4624"/>
                  <a:pt x="4171" y="4664"/>
                  <a:pt x="4171" y="4714"/>
                </a:cubicBezTo>
                <a:lnTo>
                  <a:pt x="4171" y="5440"/>
                </a:lnTo>
                <a:lnTo>
                  <a:pt x="6165" y="5440"/>
                </a:lnTo>
                <a:lnTo>
                  <a:pt x="6165" y="2698"/>
                </a:lnTo>
                <a:cubicBezTo>
                  <a:pt x="6165" y="2657"/>
                  <a:pt x="6138" y="2621"/>
                  <a:pt x="6099" y="2610"/>
                </a:cubicBezTo>
                <a:close/>
                <a:moveTo>
                  <a:pt x="4171" y="4216"/>
                </a:moveTo>
                <a:cubicBezTo>
                  <a:pt x="4171" y="4241"/>
                  <a:pt x="4150" y="4261"/>
                  <a:pt x="4125" y="4261"/>
                </a:cubicBezTo>
                <a:lnTo>
                  <a:pt x="3672" y="4261"/>
                </a:lnTo>
                <a:cubicBezTo>
                  <a:pt x="3647" y="4261"/>
                  <a:pt x="3627" y="4241"/>
                  <a:pt x="3627" y="4216"/>
                </a:cubicBezTo>
                <a:lnTo>
                  <a:pt x="3627" y="3762"/>
                </a:lnTo>
                <a:cubicBezTo>
                  <a:pt x="3627" y="3737"/>
                  <a:pt x="3647" y="3717"/>
                  <a:pt x="3672" y="3717"/>
                </a:cubicBezTo>
                <a:lnTo>
                  <a:pt x="4125" y="3717"/>
                </a:lnTo>
                <a:cubicBezTo>
                  <a:pt x="4150" y="3717"/>
                  <a:pt x="4171" y="3737"/>
                  <a:pt x="4171" y="3762"/>
                </a:cubicBezTo>
                <a:lnTo>
                  <a:pt x="4171" y="4216"/>
                </a:lnTo>
                <a:close/>
                <a:moveTo>
                  <a:pt x="4171" y="3218"/>
                </a:moveTo>
                <a:cubicBezTo>
                  <a:pt x="4171" y="3243"/>
                  <a:pt x="4150" y="3264"/>
                  <a:pt x="4125" y="3264"/>
                </a:cubicBezTo>
                <a:lnTo>
                  <a:pt x="3672" y="3264"/>
                </a:lnTo>
                <a:cubicBezTo>
                  <a:pt x="3647" y="3264"/>
                  <a:pt x="3627" y="3243"/>
                  <a:pt x="3627" y="3218"/>
                </a:cubicBezTo>
                <a:lnTo>
                  <a:pt x="3627" y="2765"/>
                </a:lnTo>
                <a:cubicBezTo>
                  <a:pt x="3627" y="2740"/>
                  <a:pt x="3647" y="2720"/>
                  <a:pt x="3672" y="2720"/>
                </a:cubicBezTo>
                <a:lnTo>
                  <a:pt x="4125" y="2720"/>
                </a:lnTo>
                <a:cubicBezTo>
                  <a:pt x="4150" y="2720"/>
                  <a:pt x="4171" y="2740"/>
                  <a:pt x="4171" y="2765"/>
                </a:cubicBezTo>
                <a:lnTo>
                  <a:pt x="4171" y="3218"/>
                </a:lnTo>
                <a:close/>
                <a:moveTo>
                  <a:pt x="4987" y="4216"/>
                </a:moveTo>
                <a:cubicBezTo>
                  <a:pt x="4987" y="4241"/>
                  <a:pt x="4966" y="4261"/>
                  <a:pt x="4941" y="4261"/>
                </a:cubicBezTo>
                <a:lnTo>
                  <a:pt x="4488" y="4261"/>
                </a:lnTo>
                <a:cubicBezTo>
                  <a:pt x="4463" y="4261"/>
                  <a:pt x="4443" y="4241"/>
                  <a:pt x="4443" y="4216"/>
                </a:cubicBezTo>
                <a:lnTo>
                  <a:pt x="4443" y="3762"/>
                </a:lnTo>
                <a:cubicBezTo>
                  <a:pt x="4443" y="3737"/>
                  <a:pt x="4463" y="3717"/>
                  <a:pt x="4488" y="3717"/>
                </a:cubicBezTo>
                <a:lnTo>
                  <a:pt x="4941" y="3717"/>
                </a:lnTo>
                <a:cubicBezTo>
                  <a:pt x="4966" y="3717"/>
                  <a:pt x="4987" y="3737"/>
                  <a:pt x="4987" y="3762"/>
                </a:cubicBezTo>
                <a:lnTo>
                  <a:pt x="4987" y="4216"/>
                </a:lnTo>
                <a:close/>
                <a:moveTo>
                  <a:pt x="4987" y="3218"/>
                </a:moveTo>
                <a:cubicBezTo>
                  <a:pt x="4987" y="3243"/>
                  <a:pt x="4966" y="3264"/>
                  <a:pt x="4941" y="3264"/>
                </a:cubicBezTo>
                <a:lnTo>
                  <a:pt x="4488" y="3264"/>
                </a:lnTo>
                <a:cubicBezTo>
                  <a:pt x="4463" y="3264"/>
                  <a:pt x="4443" y="3243"/>
                  <a:pt x="4443" y="3218"/>
                </a:cubicBezTo>
                <a:lnTo>
                  <a:pt x="4443" y="2765"/>
                </a:lnTo>
                <a:cubicBezTo>
                  <a:pt x="4443" y="2740"/>
                  <a:pt x="4463" y="2720"/>
                  <a:pt x="4488" y="2720"/>
                </a:cubicBezTo>
                <a:lnTo>
                  <a:pt x="4941" y="2720"/>
                </a:lnTo>
                <a:cubicBezTo>
                  <a:pt x="4966" y="2720"/>
                  <a:pt x="4987" y="2740"/>
                  <a:pt x="4987" y="2765"/>
                </a:cubicBezTo>
                <a:lnTo>
                  <a:pt x="4987" y="3218"/>
                </a:lnTo>
                <a:close/>
                <a:moveTo>
                  <a:pt x="5803" y="4216"/>
                </a:moveTo>
                <a:cubicBezTo>
                  <a:pt x="5803" y="4241"/>
                  <a:pt x="5782" y="4261"/>
                  <a:pt x="5757" y="4261"/>
                </a:cubicBezTo>
                <a:lnTo>
                  <a:pt x="5304" y="4261"/>
                </a:lnTo>
                <a:cubicBezTo>
                  <a:pt x="5279" y="4261"/>
                  <a:pt x="5259" y="4241"/>
                  <a:pt x="5259" y="4216"/>
                </a:cubicBezTo>
                <a:lnTo>
                  <a:pt x="5259" y="3762"/>
                </a:lnTo>
                <a:cubicBezTo>
                  <a:pt x="5259" y="3737"/>
                  <a:pt x="5279" y="3717"/>
                  <a:pt x="5304" y="3717"/>
                </a:cubicBezTo>
                <a:lnTo>
                  <a:pt x="5757" y="3717"/>
                </a:lnTo>
                <a:cubicBezTo>
                  <a:pt x="5782" y="3717"/>
                  <a:pt x="5803" y="3737"/>
                  <a:pt x="5803" y="3762"/>
                </a:cubicBezTo>
                <a:lnTo>
                  <a:pt x="5803" y="4216"/>
                </a:lnTo>
                <a:close/>
                <a:moveTo>
                  <a:pt x="5803" y="3218"/>
                </a:moveTo>
                <a:cubicBezTo>
                  <a:pt x="5803" y="3243"/>
                  <a:pt x="5782" y="3264"/>
                  <a:pt x="5757" y="3264"/>
                </a:cubicBezTo>
                <a:lnTo>
                  <a:pt x="5304" y="3264"/>
                </a:lnTo>
                <a:cubicBezTo>
                  <a:pt x="5279" y="3264"/>
                  <a:pt x="5259" y="3243"/>
                  <a:pt x="5259" y="3218"/>
                </a:cubicBezTo>
                <a:lnTo>
                  <a:pt x="5259" y="2765"/>
                </a:lnTo>
                <a:cubicBezTo>
                  <a:pt x="5259" y="2740"/>
                  <a:pt x="5279" y="2720"/>
                  <a:pt x="5304" y="2720"/>
                </a:cubicBezTo>
                <a:lnTo>
                  <a:pt x="5757" y="2720"/>
                </a:lnTo>
                <a:cubicBezTo>
                  <a:pt x="5782" y="2720"/>
                  <a:pt x="5803" y="2740"/>
                  <a:pt x="5803" y="2765"/>
                </a:cubicBezTo>
                <a:lnTo>
                  <a:pt x="5803" y="3218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660400" y="1560626"/>
            <a:ext cx="3680600" cy="1308761"/>
            <a:chOff x="660400" y="1560626"/>
            <a:chExt cx="3680600" cy="1308761"/>
          </a:xfrm>
        </p:grpSpPr>
        <p:sp>
          <p:nvSpPr>
            <p:cNvPr id="22" name="任意多边形: 形状 21"/>
            <p:cNvSpPr/>
            <p:nvPr/>
          </p:nvSpPr>
          <p:spPr bwMode="auto">
            <a:xfrm>
              <a:off x="3982380" y="1620637"/>
              <a:ext cx="358620" cy="345366"/>
            </a:xfrm>
            <a:custGeom>
              <a:avLst/>
              <a:gdLst>
                <a:gd name="connsiteX0" fmla="*/ 216243 w 609050"/>
                <a:gd name="connsiteY0" fmla="*/ 412730 h 586540"/>
                <a:gd name="connsiteX1" fmla="*/ 216243 w 609050"/>
                <a:gd name="connsiteY1" fmla="*/ 456594 h 586540"/>
                <a:gd name="connsiteX2" fmla="*/ 293953 w 609050"/>
                <a:gd name="connsiteY2" fmla="*/ 456594 h 586540"/>
                <a:gd name="connsiteX3" fmla="*/ 293953 w 609050"/>
                <a:gd name="connsiteY3" fmla="*/ 412730 h 586540"/>
                <a:gd name="connsiteX4" fmla="*/ 69884 w 609050"/>
                <a:gd name="connsiteY4" fmla="*/ 412730 h 586540"/>
                <a:gd name="connsiteX5" fmla="*/ 69884 w 609050"/>
                <a:gd name="connsiteY5" fmla="*/ 456594 h 586540"/>
                <a:gd name="connsiteX6" fmla="*/ 147595 w 609050"/>
                <a:gd name="connsiteY6" fmla="*/ 456594 h 586540"/>
                <a:gd name="connsiteX7" fmla="*/ 147595 w 609050"/>
                <a:gd name="connsiteY7" fmla="*/ 412730 h 586540"/>
                <a:gd name="connsiteX8" fmla="*/ 460769 w 609050"/>
                <a:gd name="connsiteY8" fmla="*/ 376268 h 586540"/>
                <a:gd name="connsiteX9" fmla="*/ 460769 w 609050"/>
                <a:gd name="connsiteY9" fmla="*/ 414786 h 586540"/>
                <a:gd name="connsiteX10" fmla="*/ 555916 w 609050"/>
                <a:gd name="connsiteY10" fmla="*/ 414786 h 586540"/>
                <a:gd name="connsiteX11" fmla="*/ 555916 w 609050"/>
                <a:gd name="connsiteY11" fmla="*/ 376268 h 586540"/>
                <a:gd name="connsiteX12" fmla="*/ 216243 w 609050"/>
                <a:gd name="connsiteY12" fmla="*/ 339670 h 586540"/>
                <a:gd name="connsiteX13" fmla="*/ 216243 w 609050"/>
                <a:gd name="connsiteY13" fmla="*/ 383533 h 586540"/>
                <a:gd name="connsiteX14" fmla="*/ 293953 w 609050"/>
                <a:gd name="connsiteY14" fmla="*/ 383533 h 586540"/>
                <a:gd name="connsiteX15" fmla="*/ 293953 w 609050"/>
                <a:gd name="connsiteY15" fmla="*/ 339670 h 586540"/>
                <a:gd name="connsiteX16" fmla="*/ 69884 w 609050"/>
                <a:gd name="connsiteY16" fmla="*/ 339670 h 586540"/>
                <a:gd name="connsiteX17" fmla="*/ 69884 w 609050"/>
                <a:gd name="connsiteY17" fmla="*/ 383533 h 586540"/>
                <a:gd name="connsiteX18" fmla="*/ 147595 w 609050"/>
                <a:gd name="connsiteY18" fmla="*/ 383533 h 586540"/>
                <a:gd name="connsiteX19" fmla="*/ 147595 w 609050"/>
                <a:gd name="connsiteY19" fmla="*/ 339670 h 586540"/>
                <a:gd name="connsiteX20" fmla="*/ 460769 w 609050"/>
                <a:gd name="connsiteY20" fmla="*/ 303071 h 586540"/>
                <a:gd name="connsiteX21" fmla="*/ 460769 w 609050"/>
                <a:gd name="connsiteY21" fmla="*/ 341726 h 586540"/>
                <a:gd name="connsiteX22" fmla="*/ 555916 w 609050"/>
                <a:gd name="connsiteY22" fmla="*/ 341726 h 586540"/>
                <a:gd name="connsiteX23" fmla="*/ 555916 w 609050"/>
                <a:gd name="connsiteY23" fmla="*/ 303071 h 586540"/>
                <a:gd name="connsiteX24" fmla="*/ 216243 w 609050"/>
                <a:gd name="connsiteY24" fmla="*/ 266609 h 586540"/>
                <a:gd name="connsiteX25" fmla="*/ 216243 w 609050"/>
                <a:gd name="connsiteY25" fmla="*/ 310473 h 586540"/>
                <a:gd name="connsiteX26" fmla="*/ 293953 w 609050"/>
                <a:gd name="connsiteY26" fmla="*/ 310473 h 586540"/>
                <a:gd name="connsiteX27" fmla="*/ 293953 w 609050"/>
                <a:gd name="connsiteY27" fmla="*/ 266609 h 586540"/>
                <a:gd name="connsiteX28" fmla="*/ 69884 w 609050"/>
                <a:gd name="connsiteY28" fmla="*/ 266609 h 586540"/>
                <a:gd name="connsiteX29" fmla="*/ 69884 w 609050"/>
                <a:gd name="connsiteY29" fmla="*/ 310473 h 586540"/>
                <a:gd name="connsiteX30" fmla="*/ 147595 w 609050"/>
                <a:gd name="connsiteY30" fmla="*/ 310473 h 586540"/>
                <a:gd name="connsiteX31" fmla="*/ 147595 w 609050"/>
                <a:gd name="connsiteY31" fmla="*/ 266609 h 586540"/>
                <a:gd name="connsiteX32" fmla="*/ 460769 w 609050"/>
                <a:gd name="connsiteY32" fmla="*/ 230010 h 586540"/>
                <a:gd name="connsiteX33" fmla="*/ 460769 w 609050"/>
                <a:gd name="connsiteY33" fmla="*/ 268528 h 586540"/>
                <a:gd name="connsiteX34" fmla="*/ 555916 w 609050"/>
                <a:gd name="connsiteY34" fmla="*/ 268528 h 586540"/>
                <a:gd name="connsiteX35" fmla="*/ 555916 w 609050"/>
                <a:gd name="connsiteY35" fmla="*/ 230010 h 586540"/>
                <a:gd name="connsiteX36" fmla="*/ 216243 w 609050"/>
                <a:gd name="connsiteY36" fmla="*/ 193549 h 586540"/>
                <a:gd name="connsiteX37" fmla="*/ 216243 w 609050"/>
                <a:gd name="connsiteY37" fmla="*/ 237412 h 586540"/>
                <a:gd name="connsiteX38" fmla="*/ 293953 w 609050"/>
                <a:gd name="connsiteY38" fmla="*/ 237412 h 586540"/>
                <a:gd name="connsiteX39" fmla="*/ 293953 w 609050"/>
                <a:gd name="connsiteY39" fmla="*/ 193549 h 586540"/>
                <a:gd name="connsiteX40" fmla="*/ 69884 w 609050"/>
                <a:gd name="connsiteY40" fmla="*/ 193549 h 586540"/>
                <a:gd name="connsiteX41" fmla="*/ 69884 w 609050"/>
                <a:gd name="connsiteY41" fmla="*/ 237412 h 586540"/>
                <a:gd name="connsiteX42" fmla="*/ 147595 w 609050"/>
                <a:gd name="connsiteY42" fmla="*/ 237412 h 586540"/>
                <a:gd name="connsiteX43" fmla="*/ 147595 w 609050"/>
                <a:gd name="connsiteY43" fmla="*/ 193549 h 586540"/>
                <a:gd name="connsiteX44" fmla="*/ 460769 w 609050"/>
                <a:gd name="connsiteY44" fmla="*/ 156950 h 586540"/>
                <a:gd name="connsiteX45" fmla="*/ 460769 w 609050"/>
                <a:gd name="connsiteY45" fmla="*/ 195468 h 586540"/>
                <a:gd name="connsiteX46" fmla="*/ 555916 w 609050"/>
                <a:gd name="connsiteY46" fmla="*/ 195468 h 586540"/>
                <a:gd name="connsiteX47" fmla="*/ 555916 w 609050"/>
                <a:gd name="connsiteY47" fmla="*/ 156950 h 586540"/>
                <a:gd name="connsiteX48" fmla="*/ 192926 w 609050"/>
                <a:gd name="connsiteY48" fmla="*/ 96251 h 586540"/>
                <a:gd name="connsiteX49" fmla="*/ 361366 w 609050"/>
                <a:gd name="connsiteY49" fmla="*/ 96251 h 586540"/>
                <a:gd name="connsiteX50" fmla="*/ 361366 w 609050"/>
                <a:gd name="connsiteY50" fmla="*/ 114880 h 586540"/>
                <a:gd name="connsiteX51" fmla="*/ 192926 w 609050"/>
                <a:gd name="connsiteY51" fmla="*/ 114880 h 586540"/>
                <a:gd name="connsiteX52" fmla="*/ 192926 w 609050"/>
                <a:gd name="connsiteY52" fmla="*/ 49819 h 586540"/>
                <a:gd name="connsiteX53" fmla="*/ 361366 w 609050"/>
                <a:gd name="connsiteY53" fmla="*/ 49819 h 586540"/>
                <a:gd name="connsiteX54" fmla="*/ 361366 w 609050"/>
                <a:gd name="connsiteY54" fmla="*/ 68307 h 586540"/>
                <a:gd name="connsiteX55" fmla="*/ 192926 w 609050"/>
                <a:gd name="connsiteY55" fmla="*/ 68307 h 586540"/>
                <a:gd name="connsiteX56" fmla="*/ 166130 w 609050"/>
                <a:gd name="connsiteY56" fmla="*/ 25222 h 586540"/>
                <a:gd name="connsiteX57" fmla="*/ 166130 w 609050"/>
                <a:gd name="connsiteY57" fmla="*/ 155716 h 586540"/>
                <a:gd name="connsiteX58" fmla="*/ 338987 w 609050"/>
                <a:gd name="connsiteY58" fmla="*/ 155716 h 586540"/>
                <a:gd name="connsiteX59" fmla="*/ 338987 w 609050"/>
                <a:gd name="connsiteY59" fmla="*/ 341040 h 586540"/>
                <a:gd name="connsiteX60" fmla="*/ 338987 w 609050"/>
                <a:gd name="connsiteY60" fmla="*/ 531710 h 586540"/>
                <a:gd name="connsiteX61" fmla="*/ 366721 w 609050"/>
                <a:gd name="connsiteY61" fmla="*/ 531710 h 586540"/>
                <a:gd name="connsiteX62" fmla="*/ 366721 w 609050"/>
                <a:gd name="connsiteY62" fmla="*/ 341040 h 586540"/>
                <a:gd name="connsiteX63" fmla="*/ 366721 w 609050"/>
                <a:gd name="connsiteY63" fmla="*/ 155305 h 586540"/>
                <a:gd name="connsiteX64" fmla="*/ 388002 w 609050"/>
                <a:gd name="connsiteY64" fmla="*/ 143517 h 586540"/>
                <a:gd name="connsiteX65" fmla="*/ 388002 w 609050"/>
                <a:gd name="connsiteY65" fmla="*/ 25222 h 586540"/>
                <a:gd name="connsiteX66" fmla="*/ 140867 w 609050"/>
                <a:gd name="connsiteY66" fmla="*/ 0 h 586540"/>
                <a:gd name="connsiteX67" fmla="*/ 413402 w 609050"/>
                <a:gd name="connsiteY67" fmla="*/ 0 h 586540"/>
                <a:gd name="connsiteX68" fmla="*/ 413402 w 609050"/>
                <a:gd name="connsiteY68" fmla="*/ 129398 h 586540"/>
                <a:gd name="connsiteX69" fmla="*/ 432486 w 609050"/>
                <a:gd name="connsiteY69" fmla="*/ 118843 h 586540"/>
                <a:gd name="connsiteX70" fmla="*/ 584199 w 609050"/>
                <a:gd name="connsiteY70" fmla="*/ 118843 h 586540"/>
                <a:gd name="connsiteX71" fmla="*/ 584199 w 609050"/>
                <a:gd name="connsiteY71" fmla="*/ 531710 h 586540"/>
                <a:gd name="connsiteX72" fmla="*/ 609050 w 609050"/>
                <a:gd name="connsiteY72" fmla="*/ 531710 h 586540"/>
                <a:gd name="connsiteX73" fmla="*/ 609050 w 609050"/>
                <a:gd name="connsiteY73" fmla="*/ 586540 h 586540"/>
                <a:gd name="connsiteX74" fmla="*/ 0 w 609050"/>
                <a:gd name="connsiteY74" fmla="*/ 586540 h 586540"/>
                <a:gd name="connsiteX75" fmla="*/ 0 w 609050"/>
                <a:gd name="connsiteY75" fmla="*/ 531710 h 586540"/>
                <a:gd name="connsiteX76" fmla="*/ 24851 w 609050"/>
                <a:gd name="connsiteY76" fmla="*/ 531710 h 586540"/>
                <a:gd name="connsiteX77" fmla="*/ 24851 w 609050"/>
                <a:gd name="connsiteY77" fmla="*/ 155716 h 586540"/>
                <a:gd name="connsiteX78" fmla="*/ 140867 w 609050"/>
                <a:gd name="connsiteY78" fmla="*/ 155716 h 58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609050" h="586540">
                  <a:moveTo>
                    <a:pt x="216243" y="412730"/>
                  </a:moveTo>
                  <a:lnTo>
                    <a:pt x="216243" y="456594"/>
                  </a:lnTo>
                  <a:lnTo>
                    <a:pt x="293953" y="456594"/>
                  </a:lnTo>
                  <a:lnTo>
                    <a:pt x="293953" y="412730"/>
                  </a:lnTo>
                  <a:close/>
                  <a:moveTo>
                    <a:pt x="69884" y="412730"/>
                  </a:moveTo>
                  <a:lnTo>
                    <a:pt x="69884" y="456594"/>
                  </a:lnTo>
                  <a:lnTo>
                    <a:pt x="147595" y="456594"/>
                  </a:lnTo>
                  <a:lnTo>
                    <a:pt x="147595" y="412730"/>
                  </a:lnTo>
                  <a:close/>
                  <a:moveTo>
                    <a:pt x="460769" y="376268"/>
                  </a:moveTo>
                  <a:lnTo>
                    <a:pt x="460769" y="414786"/>
                  </a:lnTo>
                  <a:lnTo>
                    <a:pt x="555916" y="414786"/>
                  </a:lnTo>
                  <a:lnTo>
                    <a:pt x="555916" y="376268"/>
                  </a:lnTo>
                  <a:close/>
                  <a:moveTo>
                    <a:pt x="216243" y="339670"/>
                  </a:moveTo>
                  <a:lnTo>
                    <a:pt x="216243" y="383533"/>
                  </a:lnTo>
                  <a:lnTo>
                    <a:pt x="293953" y="383533"/>
                  </a:lnTo>
                  <a:lnTo>
                    <a:pt x="293953" y="339670"/>
                  </a:lnTo>
                  <a:close/>
                  <a:moveTo>
                    <a:pt x="69884" y="339670"/>
                  </a:moveTo>
                  <a:lnTo>
                    <a:pt x="69884" y="383533"/>
                  </a:lnTo>
                  <a:lnTo>
                    <a:pt x="147595" y="383533"/>
                  </a:lnTo>
                  <a:lnTo>
                    <a:pt x="147595" y="339670"/>
                  </a:lnTo>
                  <a:close/>
                  <a:moveTo>
                    <a:pt x="460769" y="303071"/>
                  </a:moveTo>
                  <a:lnTo>
                    <a:pt x="460769" y="341726"/>
                  </a:lnTo>
                  <a:lnTo>
                    <a:pt x="555916" y="341726"/>
                  </a:lnTo>
                  <a:lnTo>
                    <a:pt x="555916" y="303071"/>
                  </a:lnTo>
                  <a:close/>
                  <a:moveTo>
                    <a:pt x="216243" y="266609"/>
                  </a:moveTo>
                  <a:lnTo>
                    <a:pt x="216243" y="310473"/>
                  </a:lnTo>
                  <a:lnTo>
                    <a:pt x="293953" y="310473"/>
                  </a:lnTo>
                  <a:lnTo>
                    <a:pt x="293953" y="266609"/>
                  </a:lnTo>
                  <a:close/>
                  <a:moveTo>
                    <a:pt x="69884" y="266609"/>
                  </a:moveTo>
                  <a:lnTo>
                    <a:pt x="69884" y="310473"/>
                  </a:lnTo>
                  <a:lnTo>
                    <a:pt x="147595" y="310473"/>
                  </a:lnTo>
                  <a:lnTo>
                    <a:pt x="147595" y="266609"/>
                  </a:lnTo>
                  <a:close/>
                  <a:moveTo>
                    <a:pt x="460769" y="230010"/>
                  </a:moveTo>
                  <a:lnTo>
                    <a:pt x="460769" y="268528"/>
                  </a:lnTo>
                  <a:lnTo>
                    <a:pt x="555916" y="268528"/>
                  </a:lnTo>
                  <a:lnTo>
                    <a:pt x="555916" y="230010"/>
                  </a:lnTo>
                  <a:close/>
                  <a:moveTo>
                    <a:pt x="216243" y="193549"/>
                  </a:moveTo>
                  <a:lnTo>
                    <a:pt x="216243" y="237412"/>
                  </a:lnTo>
                  <a:lnTo>
                    <a:pt x="293953" y="237412"/>
                  </a:lnTo>
                  <a:lnTo>
                    <a:pt x="293953" y="193549"/>
                  </a:lnTo>
                  <a:close/>
                  <a:moveTo>
                    <a:pt x="69884" y="193549"/>
                  </a:moveTo>
                  <a:lnTo>
                    <a:pt x="69884" y="237412"/>
                  </a:lnTo>
                  <a:lnTo>
                    <a:pt x="147595" y="237412"/>
                  </a:lnTo>
                  <a:lnTo>
                    <a:pt x="147595" y="193549"/>
                  </a:lnTo>
                  <a:close/>
                  <a:moveTo>
                    <a:pt x="460769" y="156950"/>
                  </a:moveTo>
                  <a:lnTo>
                    <a:pt x="460769" y="195468"/>
                  </a:lnTo>
                  <a:lnTo>
                    <a:pt x="555916" y="195468"/>
                  </a:lnTo>
                  <a:lnTo>
                    <a:pt x="555916" y="156950"/>
                  </a:lnTo>
                  <a:close/>
                  <a:moveTo>
                    <a:pt x="192926" y="96251"/>
                  </a:moveTo>
                  <a:lnTo>
                    <a:pt x="361366" y="96251"/>
                  </a:lnTo>
                  <a:lnTo>
                    <a:pt x="361366" y="114880"/>
                  </a:lnTo>
                  <a:lnTo>
                    <a:pt x="192926" y="114880"/>
                  </a:lnTo>
                  <a:close/>
                  <a:moveTo>
                    <a:pt x="192926" y="49819"/>
                  </a:moveTo>
                  <a:lnTo>
                    <a:pt x="361366" y="49819"/>
                  </a:lnTo>
                  <a:lnTo>
                    <a:pt x="361366" y="68307"/>
                  </a:lnTo>
                  <a:lnTo>
                    <a:pt x="192926" y="68307"/>
                  </a:lnTo>
                  <a:close/>
                  <a:moveTo>
                    <a:pt x="166130" y="25222"/>
                  </a:moveTo>
                  <a:lnTo>
                    <a:pt x="166130" y="155716"/>
                  </a:lnTo>
                  <a:lnTo>
                    <a:pt x="338987" y="155716"/>
                  </a:lnTo>
                  <a:lnTo>
                    <a:pt x="338987" y="341040"/>
                  </a:lnTo>
                  <a:lnTo>
                    <a:pt x="338987" y="531710"/>
                  </a:lnTo>
                  <a:lnTo>
                    <a:pt x="366721" y="531710"/>
                  </a:lnTo>
                  <a:lnTo>
                    <a:pt x="366721" y="341040"/>
                  </a:lnTo>
                  <a:lnTo>
                    <a:pt x="366721" y="155305"/>
                  </a:lnTo>
                  <a:lnTo>
                    <a:pt x="388002" y="143517"/>
                  </a:lnTo>
                  <a:lnTo>
                    <a:pt x="388002" y="25222"/>
                  </a:lnTo>
                  <a:close/>
                  <a:moveTo>
                    <a:pt x="140867" y="0"/>
                  </a:moveTo>
                  <a:lnTo>
                    <a:pt x="413402" y="0"/>
                  </a:lnTo>
                  <a:lnTo>
                    <a:pt x="413402" y="129398"/>
                  </a:lnTo>
                  <a:lnTo>
                    <a:pt x="432486" y="118843"/>
                  </a:lnTo>
                  <a:lnTo>
                    <a:pt x="584199" y="118843"/>
                  </a:lnTo>
                  <a:lnTo>
                    <a:pt x="584199" y="531710"/>
                  </a:lnTo>
                  <a:lnTo>
                    <a:pt x="609050" y="531710"/>
                  </a:lnTo>
                  <a:lnTo>
                    <a:pt x="609050" y="586540"/>
                  </a:lnTo>
                  <a:lnTo>
                    <a:pt x="0" y="586540"/>
                  </a:lnTo>
                  <a:lnTo>
                    <a:pt x="0" y="531710"/>
                  </a:lnTo>
                  <a:lnTo>
                    <a:pt x="24851" y="531710"/>
                  </a:lnTo>
                  <a:lnTo>
                    <a:pt x="24851" y="155716"/>
                  </a:lnTo>
                  <a:lnTo>
                    <a:pt x="140867" y="1557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660400" y="1560626"/>
              <a:ext cx="3421582" cy="1308761"/>
              <a:chOff x="8211000" y="1130300"/>
              <a:chExt cx="3307900" cy="1308761"/>
            </a:xfrm>
          </p:grpSpPr>
          <p:sp>
            <p:nvSpPr>
              <p:cNvPr id="25" name="íṩḻídè"/>
              <p:cNvSpPr txBox="1"/>
              <p:nvPr/>
            </p:nvSpPr>
            <p:spPr bwMode="auto">
              <a:xfrm>
                <a:off x="8211000" y="1130300"/>
                <a:ext cx="3307900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26" name="i$ľîḓê"/>
              <p:cNvSpPr/>
              <p:nvPr/>
            </p:nvSpPr>
            <p:spPr bwMode="auto">
              <a:xfrm>
                <a:off x="8211000" y="1572106"/>
                <a:ext cx="3307900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cxnSp>
          <p:nvCxnSpPr>
            <p:cNvPr id="24" name="直接连接符 23"/>
            <p:cNvCxnSpPr/>
            <p:nvPr/>
          </p:nvCxnSpPr>
          <p:spPr>
            <a:xfrm>
              <a:off x="660400" y="2002431"/>
              <a:ext cx="3680600" cy="0"/>
            </a:xfrm>
            <a:prstGeom prst="line">
              <a:avLst/>
            </a:prstGeom>
            <a:ln w="3175" cap="rnd">
              <a:solidFill>
                <a:schemeClr val="tx2">
                  <a:lumMod val="9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/>
          <p:cNvGrpSpPr/>
          <p:nvPr/>
        </p:nvGrpSpPr>
        <p:grpSpPr>
          <a:xfrm>
            <a:off x="660400" y="4465638"/>
            <a:ext cx="3680600" cy="1308761"/>
            <a:chOff x="660400" y="1560626"/>
            <a:chExt cx="3680600" cy="1308761"/>
          </a:xfrm>
        </p:grpSpPr>
        <p:sp>
          <p:nvSpPr>
            <p:cNvPr id="28" name="任意多边形: 形状 27"/>
            <p:cNvSpPr/>
            <p:nvPr/>
          </p:nvSpPr>
          <p:spPr bwMode="auto">
            <a:xfrm>
              <a:off x="3982380" y="1635343"/>
              <a:ext cx="358620" cy="315953"/>
            </a:xfrm>
            <a:custGeom>
              <a:avLst/>
              <a:gdLst>
                <a:gd name="T0" fmla="*/ 0 w 6165"/>
                <a:gd name="T1" fmla="*/ 90 h 5440"/>
                <a:gd name="T2" fmla="*/ 363 w 6165"/>
                <a:gd name="T3" fmla="*/ 4624 h 5440"/>
                <a:gd name="T4" fmla="*/ 907 w 6165"/>
                <a:gd name="T5" fmla="*/ 4624 h 5440"/>
                <a:gd name="T6" fmla="*/ 2901 w 6165"/>
                <a:gd name="T7" fmla="*/ 90 h 5440"/>
                <a:gd name="T8" fmla="*/ 861 w 6165"/>
                <a:gd name="T9" fmla="*/ 4080 h 5440"/>
                <a:gd name="T10" fmla="*/ 363 w 6165"/>
                <a:gd name="T11" fmla="*/ 3581 h 5440"/>
                <a:gd name="T12" fmla="*/ 907 w 6165"/>
                <a:gd name="T13" fmla="*/ 3581 h 5440"/>
                <a:gd name="T14" fmla="*/ 861 w 6165"/>
                <a:gd name="T15" fmla="*/ 3082 h 5440"/>
                <a:gd name="T16" fmla="*/ 363 w 6165"/>
                <a:gd name="T17" fmla="*/ 2584 h 5440"/>
                <a:gd name="T18" fmla="*/ 907 w 6165"/>
                <a:gd name="T19" fmla="*/ 2584 h 5440"/>
                <a:gd name="T20" fmla="*/ 861 w 6165"/>
                <a:gd name="T21" fmla="*/ 2085 h 5440"/>
                <a:gd name="T22" fmla="*/ 363 w 6165"/>
                <a:gd name="T23" fmla="*/ 1586 h 5440"/>
                <a:gd name="T24" fmla="*/ 907 w 6165"/>
                <a:gd name="T25" fmla="*/ 1586 h 5440"/>
                <a:gd name="T26" fmla="*/ 861 w 6165"/>
                <a:gd name="T27" fmla="*/ 1088 h 5440"/>
                <a:gd name="T28" fmla="*/ 363 w 6165"/>
                <a:gd name="T29" fmla="*/ 589 h 5440"/>
                <a:gd name="T30" fmla="*/ 907 w 6165"/>
                <a:gd name="T31" fmla="*/ 589 h 5440"/>
                <a:gd name="T32" fmla="*/ 1677 w 6165"/>
                <a:gd name="T33" fmla="*/ 4080 h 5440"/>
                <a:gd name="T34" fmla="*/ 1179 w 6165"/>
                <a:gd name="T35" fmla="*/ 3581 h 5440"/>
                <a:gd name="T36" fmla="*/ 1723 w 6165"/>
                <a:gd name="T37" fmla="*/ 3581 h 5440"/>
                <a:gd name="T38" fmla="*/ 1677 w 6165"/>
                <a:gd name="T39" fmla="*/ 3082 h 5440"/>
                <a:gd name="T40" fmla="*/ 1179 w 6165"/>
                <a:gd name="T41" fmla="*/ 2584 h 5440"/>
                <a:gd name="T42" fmla="*/ 1723 w 6165"/>
                <a:gd name="T43" fmla="*/ 2584 h 5440"/>
                <a:gd name="T44" fmla="*/ 1677 w 6165"/>
                <a:gd name="T45" fmla="*/ 2085 h 5440"/>
                <a:gd name="T46" fmla="*/ 1179 w 6165"/>
                <a:gd name="T47" fmla="*/ 1586 h 5440"/>
                <a:gd name="T48" fmla="*/ 1723 w 6165"/>
                <a:gd name="T49" fmla="*/ 1586 h 5440"/>
                <a:gd name="T50" fmla="*/ 1677 w 6165"/>
                <a:gd name="T51" fmla="*/ 1088 h 5440"/>
                <a:gd name="T52" fmla="*/ 1179 w 6165"/>
                <a:gd name="T53" fmla="*/ 589 h 5440"/>
                <a:gd name="T54" fmla="*/ 1723 w 6165"/>
                <a:gd name="T55" fmla="*/ 589 h 5440"/>
                <a:gd name="T56" fmla="*/ 2493 w 6165"/>
                <a:gd name="T57" fmla="*/ 4080 h 5440"/>
                <a:gd name="T58" fmla="*/ 1995 w 6165"/>
                <a:gd name="T59" fmla="*/ 3581 h 5440"/>
                <a:gd name="T60" fmla="*/ 2539 w 6165"/>
                <a:gd name="T61" fmla="*/ 3581 h 5440"/>
                <a:gd name="T62" fmla="*/ 2493 w 6165"/>
                <a:gd name="T63" fmla="*/ 3082 h 5440"/>
                <a:gd name="T64" fmla="*/ 1995 w 6165"/>
                <a:gd name="T65" fmla="*/ 2584 h 5440"/>
                <a:gd name="T66" fmla="*/ 2539 w 6165"/>
                <a:gd name="T67" fmla="*/ 2584 h 5440"/>
                <a:gd name="T68" fmla="*/ 2493 w 6165"/>
                <a:gd name="T69" fmla="*/ 2085 h 5440"/>
                <a:gd name="T70" fmla="*/ 1995 w 6165"/>
                <a:gd name="T71" fmla="*/ 1586 h 5440"/>
                <a:gd name="T72" fmla="*/ 2539 w 6165"/>
                <a:gd name="T73" fmla="*/ 1586 h 5440"/>
                <a:gd name="T74" fmla="*/ 2493 w 6165"/>
                <a:gd name="T75" fmla="*/ 1088 h 5440"/>
                <a:gd name="T76" fmla="*/ 1995 w 6165"/>
                <a:gd name="T77" fmla="*/ 589 h 5440"/>
                <a:gd name="T78" fmla="*/ 2539 w 6165"/>
                <a:gd name="T79" fmla="*/ 589 h 5440"/>
                <a:gd name="T80" fmla="*/ 3379 w 6165"/>
                <a:gd name="T81" fmla="*/ 1845 h 5440"/>
                <a:gd name="T82" fmla="*/ 3627 w 6165"/>
                <a:gd name="T83" fmla="*/ 5440 h 5440"/>
                <a:gd name="T84" fmla="*/ 4080 w 6165"/>
                <a:gd name="T85" fmla="*/ 4624 h 5440"/>
                <a:gd name="T86" fmla="*/ 6165 w 6165"/>
                <a:gd name="T87" fmla="*/ 5440 h 5440"/>
                <a:gd name="T88" fmla="*/ 4171 w 6165"/>
                <a:gd name="T89" fmla="*/ 4216 h 5440"/>
                <a:gd name="T90" fmla="*/ 3627 w 6165"/>
                <a:gd name="T91" fmla="*/ 4216 h 5440"/>
                <a:gd name="T92" fmla="*/ 4125 w 6165"/>
                <a:gd name="T93" fmla="*/ 3717 h 5440"/>
                <a:gd name="T94" fmla="*/ 4171 w 6165"/>
                <a:gd name="T95" fmla="*/ 3218 h 5440"/>
                <a:gd name="T96" fmla="*/ 3627 w 6165"/>
                <a:gd name="T97" fmla="*/ 3218 h 5440"/>
                <a:gd name="T98" fmla="*/ 4125 w 6165"/>
                <a:gd name="T99" fmla="*/ 2720 h 5440"/>
                <a:gd name="T100" fmla="*/ 4987 w 6165"/>
                <a:gd name="T101" fmla="*/ 4216 h 5440"/>
                <a:gd name="T102" fmla="*/ 4443 w 6165"/>
                <a:gd name="T103" fmla="*/ 4216 h 5440"/>
                <a:gd name="T104" fmla="*/ 4941 w 6165"/>
                <a:gd name="T105" fmla="*/ 3717 h 5440"/>
                <a:gd name="T106" fmla="*/ 4987 w 6165"/>
                <a:gd name="T107" fmla="*/ 3218 h 5440"/>
                <a:gd name="T108" fmla="*/ 4443 w 6165"/>
                <a:gd name="T109" fmla="*/ 3218 h 5440"/>
                <a:gd name="T110" fmla="*/ 4941 w 6165"/>
                <a:gd name="T111" fmla="*/ 2720 h 5440"/>
                <a:gd name="T112" fmla="*/ 5803 w 6165"/>
                <a:gd name="T113" fmla="*/ 4216 h 5440"/>
                <a:gd name="T114" fmla="*/ 5259 w 6165"/>
                <a:gd name="T115" fmla="*/ 4216 h 5440"/>
                <a:gd name="T116" fmla="*/ 5757 w 6165"/>
                <a:gd name="T117" fmla="*/ 3717 h 5440"/>
                <a:gd name="T118" fmla="*/ 5803 w 6165"/>
                <a:gd name="T119" fmla="*/ 3218 h 5440"/>
                <a:gd name="T120" fmla="*/ 5259 w 6165"/>
                <a:gd name="T121" fmla="*/ 3218 h 5440"/>
                <a:gd name="T122" fmla="*/ 5757 w 6165"/>
                <a:gd name="T123" fmla="*/ 2720 h 5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165" h="5440">
                  <a:moveTo>
                    <a:pt x="2811" y="0"/>
                  </a:moveTo>
                  <a:lnTo>
                    <a:pt x="91" y="0"/>
                  </a:lnTo>
                  <a:cubicBezTo>
                    <a:pt x="41" y="0"/>
                    <a:pt x="0" y="40"/>
                    <a:pt x="0" y="90"/>
                  </a:cubicBezTo>
                  <a:lnTo>
                    <a:pt x="0" y="5440"/>
                  </a:lnTo>
                  <a:lnTo>
                    <a:pt x="363" y="5440"/>
                  </a:lnTo>
                  <a:lnTo>
                    <a:pt x="363" y="4624"/>
                  </a:lnTo>
                  <a:cubicBezTo>
                    <a:pt x="363" y="4574"/>
                    <a:pt x="403" y="4533"/>
                    <a:pt x="453" y="4533"/>
                  </a:cubicBezTo>
                  <a:lnTo>
                    <a:pt x="816" y="4533"/>
                  </a:lnTo>
                  <a:cubicBezTo>
                    <a:pt x="866" y="4533"/>
                    <a:pt x="907" y="4574"/>
                    <a:pt x="907" y="4624"/>
                  </a:cubicBezTo>
                  <a:lnTo>
                    <a:pt x="907" y="5440"/>
                  </a:lnTo>
                  <a:lnTo>
                    <a:pt x="2901" y="5440"/>
                  </a:lnTo>
                  <a:lnTo>
                    <a:pt x="2901" y="90"/>
                  </a:lnTo>
                  <a:cubicBezTo>
                    <a:pt x="2901" y="40"/>
                    <a:pt x="2861" y="0"/>
                    <a:pt x="2811" y="0"/>
                  </a:cubicBezTo>
                  <a:close/>
                  <a:moveTo>
                    <a:pt x="907" y="4034"/>
                  </a:moveTo>
                  <a:cubicBezTo>
                    <a:pt x="907" y="4059"/>
                    <a:pt x="886" y="4080"/>
                    <a:pt x="861" y="4080"/>
                  </a:cubicBezTo>
                  <a:lnTo>
                    <a:pt x="408" y="4080"/>
                  </a:lnTo>
                  <a:cubicBezTo>
                    <a:pt x="383" y="4080"/>
                    <a:pt x="363" y="4059"/>
                    <a:pt x="363" y="4034"/>
                  </a:cubicBezTo>
                  <a:lnTo>
                    <a:pt x="363" y="3581"/>
                  </a:lnTo>
                  <a:cubicBezTo>
                    <a:pt x="363" y="3556"/>
                    <a:pt x="383" y="3536"/>
                    <a:pt x="408" y="3536"/>
                  </a:cubicBezTo>
                  <a:lnTo>
                    <a:pt x="861" y="3536"/>
                  </a:lnTo>
                  <a:cubicBezTo>
                    <a:pt x="886" y="3536"/>
                    <a:pt x="907" y="3556"/>
                    <a:pt x="907" y="3581"/>
                  </a:cubicBezTo>
                  <a:lnTo>
                    <a:pt x="907" y="4034"/>
                  </a:lnTo>
                  <a:close/>
                  <a:moveTo>
                    <a:pt x="907" y="3037"/>
                  </a:moveTo>
                  <a:cubicBezTo>
                    <a:pt x="907" y="3062"/>
                    <a:pt x="886" y="3082"/>
                    <a:pt x="861" y="3082"/>
                  </a:cubicBezTo>
                  <a:lnTo>
                    <a:pt x="408" y="3082"/>
                  </a:lnTo>
                  <a:cubicBezTo>
                    <a:pt x="383" y="3082"/>
                    <a:pt x="363" y="3062"/>
                    <a:pt x="363" y="3037"/>
                  </a:cubicBezTo>
                  <a:lnTo>
                    <a:pt x="363" y="2584"/>
                  </a:lnTo>
                  <a:cubicBezTo>
                    <a:pt x="363" y="2559"/>
                    <a:pt x="383" y="2538"/>
                    <a:pt x="408" y="2538"/>
                  </a:cubicBezTo>
                  <a:lnTo>
                    <a:pt x="861" y="2538"/>
                  </a:lnTo>
                  <a:cubicBezTo>
                    <a:pt x="886" y="2538"/>
                    <a:pt x="907" y="2559"/>
                    <a:pt x="907" y="2584"/>
                  </a:cubicBezTo>
                  <a:lnTo>
                    <a:pt x="907" y="3037"/>
                  </a:lnTo>
                  <a:close/>
                  <a:moveTo>
                    <a:pt x="907" y="2040"/>
                  </a:moveTo>
                  <a:cubicBezTo>
                    <a:pt x="907" y="2065"/>
                    <a:pt x="886" y="2085"/>
                    <a:pt x="861" y="2085"/>
                  </a:cubicBezTo>
                  <a:lnTo>
                    <a:pt x="408" y="2085"/>
                  </a:lnTo>
                  <a:cubicBezTo>
                    <a:pt x="383" y="2085"/>
                    <a:pt x="363" y="2065"/>
                    <a:pt x="363" y="2040"/>
                  </a:cubicBezTo>
                  <a:lnTo>
                    <a:pt x="363" y="1586"/>
                  </a:lnTo>
                  <a:cubicBezTo>
                    <a:pt x="363" y="1561"/>
                    <a:pt x="383" y="1541"/>
                    <a:pt x="408" y="1541"/>
                  </a:cubicBezTo>
                  <a:lnTo>
                    <a:pt x="861" y="1541"/>
                  </a:lnTo>
                  <a:cubicBezTo>
                    <a:pt x="886" y="1541"/>
                    <a:pt x="907" y="1561"/>
                    <a:pt x="907" y="1586"/>
                  </a:cubicBezTo>
                  <a:lnTo>
                    <a:pt x="907" y="2040"/>
                  </a:lnTo>
                  <a:close/>
                  <a:moveTo>
                    <a:pt x="907" y="1042"/>
                  </a:moveTo>
                  <a:cubicBezTo>
                    <a:pt x="907" y="1067"/>
                    <a:pt x="886" y="1088"/>
                    <a:pt x="861" y="1088"/>
                  </a:cubicBezTo>
                  <a:lnTo>
                    <a:pt x="408" y="1088"/>
                  </a:lnTo>
                  <a:cubicBezTo>
                    <a:pt x="383" y="1088"/>
                    <a:pt x="363" y="1067"/>
                    <a:pt x="363" y="1042"/>
                  </a:cubicBezTo>
                  <a:lnTo>
                    <a:pt x="363" y="589"/>
                  </a:lnTo>
                  <a:cubicBezTo>
                    <a:pt x="363" y="564"/>
                    <a:pt x="383" y="544"/>
                    <a:pt x="408" y="544"/>
                  </a:cubicBezTo>
                  <a:lnTo>
                    <a:pt x="861" y="544"/>
                  </a:lnTo>
                  <a:cubicBezTo>
                    <a:pt x="886" y="544"/>
                    <a:pt x="907" y="564"/>
                    <a:pt x="907" y="589"/>
                  </a:cubicBezTo>
                  <a:lnTo>
                    <a:pt x="907" y="1042"/>
                  </a:lnTo>
                  <a:close/>
                  <a:moveTo>
                    <a:pt x="1723" y="4034"/>
                  </a:moveTo>
                  <a:cubicBezTo>
                    <a:pt x="1723" y="4059"/>
                    <a:pt x="1702" y="4080"/>
                    <a:pt x="1677" y="4080"/>
                  </a:cubicBezTo>
                  <a:lnTo>
                    <a:pt x="1224" y="4080"/>
                  </a:lnTo>
                  <a:cubicBezTo>
                    <a:pt x="1199" y="4080"/>
                    <a:pt x="1179" y="4059"/>
                    <a:pt x="1179" y="4034"/>
                  </a:cubicBezTo>
                  <a:lnTo>
                    <a:pt x="1179" y="3581"/>
                  </a:lnTo>
                  <a:cubicBezTo>
                    <a:pt x="1179" y="3556"/>
                    <a:pt x="1199" y="3536"/>
                    <a:pt x="1224" y="3536"/>
                  </a:cubicBezTo>
                  <a:lnTo>
                    <a:pt x="1677" y="3536"/>
                  </a:lnTo>
                  <a:cubicBezTo>
                    <a:pt x="1702" y="3536"/>
                    <a:pt x="1723" y="3556"/>
                    <a:pt x="1723" y="3581"/>
                  </a:cubicBezTo>
                  <a:lnTo>
                    <a:pt x="1723" y="4034"/>
                  </a:lnTo>
                  <a:close/>
                  <a:moveTo>
                    <a:pt x="1723" y="3037"/>
                  </a:moveTo>
                  <a:cubicBezTo>
                    <a:pt x="1723" y="3062"/>
                    <a:pt x="1702" y="3082"/>
                    <a:pt x="1677" y="3082"/>
                  </a:cubicBezTo>
                  <a:lnTo>
                    <a:pt x="1224" y="3082"/>
                  </a:lnTo>
                  <a:cubicBezTo>
                    <a:pt x="1199" y="3082"/>
                    <a:pt x="1179" y="3062"/>
                    <a:pt x="1179" y="3037"/>
                  </a:cubicBezTo>
                  <a:lnTo>
                    <a:pt x="1179" y="2584"/>
                  </a:lnTo>
                  <a:cubicBezTo>
                    <a:pt x="1179" y="2559"/>
                    <a:pt x="1199" y="2538"/>
                    <a:pt x="1224" y="2538"/>
                  </a:cubicBezTo>
                  <a:lnTo>
                    <a:pt x="1677" y="2538"/>
                  </a:lnTo>
                  <a:cubicBezTo>
                    <a:pt x="1702" y="2538"/>
                    <a:pt x="1723" y="2559"/>
                    <a:pt x="1723" y="2584"/>
                  </a:cubicBezTo>
                  <a:lnTo>
                    <a:pt x="1723" y="3037"/>
                  </a:lnTo>
                  <a:close/>
                  <a:moveTo>
                    <a:pt x="1723" y="2040"/>
                  </a:moveTo>
                  <a:cubicBezTo>
                    <a:pt x="1723" y="2065"/>
                    <a:pt x="1702" y="2085"/>
                    <a:pt x="1677" y="2085"/>
                  </a:cubicBezTo>
                  <a:lnTo>
                    <a:pt x="1224" y="2085"/>
                  </a:lnTo>
                  <a:cubicBezTo>
                    <a:pt x="1199" y="2085"/>
                    <a:pt x="1179" y="2065"/>
                    <a:pt x="1179" y="2040"/>
                  </a:cubicBezTo>
                  <a:lnTo>
                    <a:pt x="1179" y="1586"/>
                  </a:lnTo>
                  <a:cubicBezTo>
                    <a:pt x="1179" y="1561"/>
                    <a:pt x="1199" y="1541"/>
                    <a:pt x="1224" y="1541"/>
                  </a:cubicBezTo>
                  <a:lnTo>
                    <a:pt x="1677" y="1541"/>
                  </a:lnTo>
                  <a:cubicBezTo>
                    <a:pt x="1702" y="1541"/>
                    <a:pt x="1723" y="1561"/>
                    <a:pt x="1723" y="1586"/>
                  </a:cubicBezTo>
                  <a:lnTo>
                    <a:pt x="1723" y="2040"/>
                  </a:lnTo>
                  <a:close/>
                  <a:moveTo>
                    <a:pt x="1723" y="1042"/>
                  </a:moveTo>
                  <a:cubicBezTo>
                    <a:pt x="1723" y="1067"/>
                    <a:pt x="1702" y="1088"/>
                    <a:pt x="1677" y="1088"/>
                  </a:cubicBezTo>
                  <a:lnTo>
                    <a:pt x="1224" y="1088"/>
                  </a:lnTo>
                  <a:cubicBezTo>
                    <a:pt x="1199" y="1088"/>
                    <a:pt x="1179" y="1067"/>
                    <a:pt x="1179" y="1042"/>
                  </a:cubicBezTo>
                  <a:lnTo>
                    <a:pt x="1179" y="589"/>
                  </a:lnTo>
                  <a:cubicBezTo>
                    <a:pt x="1179" y="564"/>
                    <a:pt x="1199" y="544"/>
                    <a:pt x="1224" y="544"/>
                  </a:cubicBezTo>
                  <a:lnTo>
                    <a:pt x="1677" y="544"/>
                  </a:lnTo>
                  <a:cubicBezTo>
                    <a:pt x="1702" y="544"/>
                    <a:pt x="1723" y="564"/>
                    <a:pt x="1723" y="589"/>
                  </a:cubicBezTo>
                  <a:lnTo>
                    <a:pt x="1723" y="1042"/>
                  </a:lnTo>
                  <a:close/>
                  <a:moveTo>
                    <a:pt x="2539" y="4034"/>
                  </a:moveTo>
                  <a:cubicBezTo>
                    <a:pt x="2539" y="4059"/>
                    <a:pt x="2518" y="4080"/>
                    <a:pt x="2493" y="4080"/>
                  </a:cubicBezTo>
                  <a:lnTo>
                    <a:pt x="2040" y="4080"/>
                  </a:lnTo>
                  <a:cubicBezTo>
                    <a:pt x="2015" y="4080"/>
                    <a:pt x="1995" y="4059"/>
                    <a:pt x="1995" y="4034"/>
                  </a:cubicBezTo>
                  <a:lnTo>
                    <a:pt x="1995" y="3581"/>
                  </a:lnTo>
                  <a:cubicBezTo>
                    <a:pt x="1995" y="3556"/>
                    <a:pt x="2015" y="3536"/>
                    <a:pt x="2040" y="3536"/>
                  </a:cubicBezTo>
                  <a:lnTo>
                    <a:pt x="2493" y="3536"/>
                  </a:lnTo>
                  <a:cubicBezTo>
                    <a:pt x="2518" y="3536"/>
                    <a:pt x="2539" y="3556"/>
                    <a:pt x="2539" y="3581"/>
                  </a:cubicBezTo>
                  <a:lnTo>
                    <a:pt x="2539" y="4034"/>
                  </a:lnTo>
                  <a:close/>
                  <a:moveTo>
                    <a:pt x="2539" y="3037"/>
                  </a:moveTo>
                  <a:cubicBezTo>
                    <a:pt x="2539" y="3062"/>
                    <a:pt x="2518" y="3082"/>
                    <a:pt x="2493" y="3082"/>
                  </a:cubicBezTo>
                  <a:lnTo>
                    <a:pt x="2040" y="3082"/>
                  </a:lnTo>
                  <a:cubicBezTo>
                    <a:pt x="2015" y="3082"/>
                    <a:pt x="1995" y="3062"/>
                    <a:pt x="1995" y="3037"/>
                  </a:cubicBezTo>
                  <a:lnTo>
                    <a:pt x="1995" y="2584"/>
                  </a:lnTo>
                  <a:cubicBezTo>
                    <a:pt x="1995" y="2559"/>
                    <a:pt x="2015" y="2538"/>
                    <a:pt x="2040" y="2538"/>
                  </a:cubicBezTo>
                  <a:lnTo>
                    <a:pt x="2493" y="2538"/>
                  </a:lnTo>
                  <a:cubicBezTo>
                    <a:pt x="2518" y="2538"/>
                    <a:pt x="2539" y="2559"/>
                    <a:pt x="2539" y="2584"/>
                  </a:cubicBezTo>
                  <a:lnTo>
                    <a:pt x="2539" y="3037"/>
                  </a:lnTo>
                  <a:close/>
                  <a:moveTo>
                    <a:pt x="2539" y="2040"/>
                  </a:moveTo>
                  <a:cubicBezTo>
                    <a:pt x="2539" y="2065"/>
                    <a:pt x="2518" y="2085"/>
                    <a:pt x="2493" y="2085"/>
                  </a:cubicBezTo>
                  <a:lnTo>
                    <a:pt x="2040" y="2085"/>
                  </a:lnTo>
                  <a:cubicBezTo>
                    <a:pt x="2015" y="2085"/>
                    <a:pt x="1995" y="2065"/>
                    <a:pt x="1995" y="2040"/>
                  </a:cubicBezTo>
                  <a:lnTo>
                    <a:pt x="1995" y="1586"/>
                  </a:lnTo>
                  <a:cubicBezTo>
                    <a:pt x="1995" y="1561"/>
                    <a:pt x="2015" y="1541"/>
                    <a:pt x="2040" y="1541"/>
                  </a:cubicBezTo>
                  <a:lnTo>
                    <a:pt x="2493" y="1541"/>
                  </a:lnTo>
                  <a:cubicBezTo>
                    <a:pt x="2518" y="1541"/>
                    <a:pt x="2539" y="1561"/>
                    <a:pt x="2539" y="1586"/>
                  </a:cubicBezTo>
                  <a:lnTo>
                    <a:pt x="2539" y="2040"/>
                  </a:lnTo>
                  <a:close/>
                  <a:moveTo>
                    <a:pt x="2539" y="1042"/>
                  </a:moveTo>
                  <a:cubicBezTo>
                    <a:pt x="2539" y="1067"/>
                    <a:pt x="2518" y="1088"/>
                    <a:pt x="2493" y="1088"/>
                  </a:cubicBezTo>
                  <a:lnTo>
                    <a:pt x="2040" y="1088"/>
                  </a:lnTo>
                  <a:cubicBezTo>
                    <a:pt x="2015" y="1088"/>
                    <a:pt x="1995" y="1067"/>
                    <a:pt x="1995" y="1042"/>
                  </a:cubicBezTo>
                  <a:lnTo>
                    <a:pt x="1995" y="589"/>
                  </a:lnTo>
                  <a:cubicBezTo>
                    <a:pt x="1995" y="564"/>
                    <a:pt x="2015" y="544"/>
                    <a:pt x="2040" y="544"/>
                  </a:cubicBezTo>
                  <a:lnTo>
                    <a:pt x="2493" y="544"/>
                  </a:lnTo>
                  <a:cubicBezTo>
                    <a:pt x="2518" y="544"/>
                    <a:pt x="2539" y="564"/>
                    <a:pt x="2539" y="589"/>
                  </a:cubicBezTo>
                  <a:lnTo>
                    <a:pt x="2539" y="1042"/>
                  </a:lnTo>
                  <a:close/>
                  <a:moveTo>
                    <a:pt x="6099" y="2610"/>
                  </a:moveTo>
                  <a:lnTo>
                    <a:pt x="3379" y="1845"/>
                  </a:lnTo>
                  <a:cubicBezTo>
                    <a:pt x="3321" y="1829"/>
                    <a:pt x="3264" y="1873"/>
                    <a:pt x="3264" y="1933"/>
                  </a:cubicBezTo>
                  <a:lnTo>
                    <a:pt x="3264" y="5440"/>
                  </a:lnTo>
                  <a:lnTo>
                    <a:pt x="3627" y="5440"/>
                  </a:lnTo>
                  <a:lnTo>
                    <a:pt x="3627" y="4714"/>
                  </a:lnTo>
                  <a:cubicBezTo>
                    <a:pt x="3627" y="4664"/>
                    <a:pt x="3667" y="4624"/>
                    <a:pt x="3717" y="4624"/>
                  </a:cubicBezTo>
                  <a:lnTo>
                    <a:pt x="4080" y="4624"/>
                  </a:lnTo>
                  <a:cubicBezTo>
                    <a:pt x="4130" y="4624"/>
                    <a:pt x="4171" y="4664"/>
                    <a:pt x="4171" y="4714"/>
                  </a:cubicBezTo>
                  <a:lnTo>
                    <a:pt x="4171" y="5440"/>
                  </a:lnTo>
                  <a:lnTo>
                    <a:pt x="6165" y="5440"/>
                  </a:lnTo>
                  <a:lnTo>
                    <a:pt x="6165" y="2698"/>
                  </a:lnTo>
                  <a:cubicBezTo>
                    <a:pt x="6165" y="2657"/>
                    <a:pt x="6138" y="2621"/>
                    <a:pt x="6099" y="2610"/>
                  </a:cubicBezTo>
                  <a:close/>
                  <a:moveTo>
                    <a:pt x="4171" y="4216"/>
                  </a:moveTo>
                  <a:cubicBezTo>
                    <a:pt x="4171" y="4241"/>
                    <a:pt x="4150" y="4261"/>
                    <a:pt x="4125" y="4261"/>
                  </a:cubicBezTo>
                  <a:lnTo>
                    <a:pt x="3672" y="4261"/>
                  </a:lnTo>
                  <a:cubicBezTo>
                    <a:pt x="3647" y="4261"/>
                    <a:pt x="3627" y="4241"/>
                    <a:pt x="3627" y="4216"/>
                  </a:cubicBezTo>
                  <a:lnTo>
                    <a:pt x="3627" y="3762"/>
                  </a:lnTo>
                  <a:cubicBezTo>
                    <a:pt x="3627" y="3737"/>
                    <a:pt x="3647" y="3717"/>
                    <a:pt x="3672" y="3717"/>
                  </a:cubicBezTo>
                  <a:lnTo>
                    <a:pt x="4125" y="3717"/>
                  </a:lnTo>
                  <a:cubicBezTo>
                    <a:pt x="4150" y="3717"/>
                    <a:pt x="4171" y="3737"/>
                    <a:pt x="4171" y="3762"/>
                  </a:cubicBezTo>
                  <a:lnTo>
                    <a:pt x="4171" y="4216"/>
                  </a:lnTo>
                  <a:close/>
                  <a:moveTo>
                    <a:pt x="4171" y="3218"/>
                  </a:moveTo>
                  <a:cubicBezTo>
                    <a:pt x="4171" y="3243"/>
                    <a:pt x="4150" y="3264"/>
                    <a:pt x="4125" y="3264"/>
                  </a:cubicBezTo>
                  <a:lnTo>
                    <a:pt x="3672" y="3264"/>
                  </a:lnTo>
                  <a:cubicBezTo>
                    <a:pt x="3647" y="3264"/>
                    <a:pt x="3627" y="3243"/>
                    <a:pt x="3627" y="3218"/>
                  </a:cubicBezTo>
                  <a:lnTo>
                    <a:pt x="3627" y="2765"/>
                  </a:lnTo>
                  <a:cubicBezTo>
                    <a:pt x="3627" y="2740"/>
                    <a:pt x="3647" y="2720"/>
                    <a:pt x="3672" y="2720"/>
                  </a:cubicBezTo>
                  <a:lnTo>
                    <a:pt x="4125" y="2720"/>
                  </a:lnTo>
                  <a:cubicBezTo>
                    <a:pt x="4150" y="2720"/>
                    <a:pt x="4171" y="2740"/>
                    <a:pt x="4171" y="2765"/>
                  </a:cubicBezTo>
                  <a:lnTo>
                    <a:pt x="4171" y="3218"/>
                  </a:lnTo>
                  <a:close/>
                  <a:moveTo>
                    <a:pt x="4987" y="4216"/>
                  </a:moveTo>
                  <a:cubicBezTo>
                    <a:pt x="4987" y="4241"/>
                    <a:pt x="4966" y="4261"/>
                    <a:pt x="4941" y="4261"/>
                  </a:cubicBezTo>
                  <a:lnTo>
                    <a:pt x="4488" y="4261"/>
                  </a:lnTo>
                  <a:cubicBezTo>
                    <a:pt x="4463" y="4261"/>
                    <a:pt x="4443" y="4241"/>
                    <a:pt x="4443" y="4216"/>
                  </a:cubicBezTo>
                  <a:lnTo>
                    <a:pt x="4443" y="3762"/>
                  </a:lnTo>
                  <a:cubicBezTo>
                    <a:pt x="4443" y="3737"/>
                    <a:pt x="4463" y="3717"/>
                    <a:pt x="4488" y="3717"/>
                  </a:cubicBezTo>
                  <a:lnTo>
                    <a:pt x="4941" y="3717"/>
                  </a:lnTo>
                  <a:cubicBezTo>
                    <a:pt x="4966" y="3717"/>
                    <a:pt x="4987" y="3737"/>
                    <a:pt x="4987" y="3762"/>
                  </a:cubicBezTo>
                  <a:lnTo>
                    <a:pt x="4987" y="4216"/>
                  </a:lnTo>
                  <a:close/>
                  <a:moveTo>
                    <a:pt x="4987" y="3218"/>
                  </a:moveTo>
                  <a:cubicBezTo>
                    <a:pt x="4987" y="3243"/>
                    <a:pt x="4966" y="3264"/>
                    <a:pt x="4941" y="3264"/>
                  </a:cubicBezTo>
                  <a:lnTo>
                    <a:pt x="4488" y="3264"/>
                  </a:lnTo>
                  <a:cubicBezTo>
                    <a:pt x="4463" y="3264"/>
                    <a:pt x="4443" y="3243"/>
                    <a:pt x="4443" y="3218"/>
                  </a:cubicBezTo>
                  <a:lnTo>
                    <a:pt x="4443" y="2765"/>
                  </a:lnTo>
                  <a:cubicBezTo>
                    <a:pt x="4443" y="2740"/>
                    <a:pt x="4463" y="2720"/>
                    <a:pt x="4488" y="2720"/>
                  </a:cubicBezTo>
                  <a:lnTo>
                    <a:pt x="4941" y="2720"/>
                  </a:lnTo>
                  <a:cubicBezTo>
                    <a:pt x="4966" y="2720"/>
                    <a:pt x="4987" y="2740"/>
                    <a:pt x="4987" y="2765"/>
                  </a:cubicBezTo>
                  <a:lnTo>
                    <a:pt x="4987" y="3218"/>
                  </a:lnTo>
                  <a:close/>
                  <a:moveTo>
                    <a:pt x="5803" y="4216"/>
                  </a:moveTo>
                  <a:cubicBezTo>
                    <a:pt x="5803" y="4241"/>
                    <a:pt x="5782" y="4261"/>
                    <a:pt x="5757" y="4261"/>
                  </a:cubicBezTo>
                  <a:lnTo>
                    <a:pt x="5304" y="4261"/>
                  </a:lnTo>
                  <a:cubicBezTo>
                    <a:pt x="5279" y="4261"/>
                    <a:pt x="5259" y="4241"/>
                    <a:pt x="5259" y="4216"/>
                  </a:cubicBezTo>
                  <a:lnTo>
                    <a:pt x="5259" y="3762"/>
                  </a:lnTo>
                  <a:cubicBezTo>
                    <a:pt x="5259" y="3737"/>
                    <a:pt x="5279" y="3717"/>
                    <a:pt x="5304" y="3717"/>
                  </a:cubicBezTo>
                  <a:lnTo>
                    <a:pt x="5757" y="3717"/>
                  </a:lnTo>
                  <a:cubicBezTo>
                    <a:pt x="5782" y="3717"/>
                    <a:pt x="5803" y="3737"/>
                    <a:pt x="5803" y="3762"/>
                  </a:cubicBezTo>
                  <a:lnTo>
                    <a:pt x="5803" y="4216"/>
                  </a:lnTo>
                  <a:close/>
                  <a:moveTo>
                    <a:pt x="5803" y="3218"/>
                  </a:moveTo>
                  <a:cubicBezTo>
                    <a:pt x="5803" y="3243"/>
                    <a:pt x="5782" y="3264"/>
                    <a:pt x="5757" y="3264"/>
                  </a:cubicBezTo>
                  <a:lnTo>
                    <a:pt x="5304" y="3264"/>
                  </a:lnTo>
                  <a:cubicBezTo>
                    <a:pt x="5279" y="3264"/>
                    <a:pt x="5259" y="3243"/>
                    <a:pt x="5259" y="3218"/>
                  </a:cubicBezTo>
                  <a:lnTo>
                    <a:pt x="5259" y="2765"/>
                  </a:lnTo>
                  <a:cubicBezTo>
                    <a:pt x="5259" y="2740"/>
                    <a:pt x="5279" y="2720"/>
                    <a:pt x="5304" y="2720"/>
                  </a:cubicBezTo>
                  <a:lnTo>
                    <a:pt x="5757" y="2720"/>
                  </a:lnTo>
                  <a:cubicBezTo>
                    <a:pt x="5782" y="2720"/>
                    <a:pt x="5803" y="2740"/>
                    <a:pt x="5803" y="2765"/>
                  </a:cubicBezTo>
                  <a:lnTo>
                    <a:pt x="5803" y="321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660400" y="1560626"/>
              <a:ext cx="3421582" cy="1308761"/>
              <a:chOff x="8211000" y="1130300"/>
              <a:chExt cx="3307900" cy="1308761"/>
            </a:xfrm>
          </p:grpSpPr>
          <p:sp>
            <p:nvSpPr>
              <p:cNvPr id="31" name="íṩḻídè"/>
              <p:cNvSpPr txBox="1"/>
              <p:nvPr/>
            </p:nvSpPr>
            <p:spPr bwMode="auto">
              <a:xfrm>
                <a:off x="8211000" y="1130300"/>
                <a:ext cx="3307900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32" name="i$ľîḓê"/>
              <p:cNvSpPr/>
              <p:nvPr/>
            </p:nvSpPr>
            <p:spPr bwMode="auto">
              <a:xfrm>
                <a:off x="8211000" y="1572106"/>
                <a:ext cx="3307900" cy="866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cxnSp>
          <p:nvCxnSpPr>
            <p:cNvPr id="30" name="直接连接符 29"/>
            <p:cNvCxnSpPr/>
            <p:nvPr/>
          </p:nvCxnSpPr>
          <p:spPr>
            <a:xfrm>
              <a:off x="660400" y="2002431"/>
              <a:ext cx="3680600" cy="0"/>
            </a:xfrm>
            <a:prstGeom prst="line">
              <a:avLst/>
            </a:prstGeom>
            <a:ln w="3175" cap="rnd">
              <a:solidFill>
                <a:schemeClr val="tx2">
                  <a:lumMod val="9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>
            <a:off x="8084242" y="1560626"/>
            <a:ext cx="3421582" cy="1308761"/>
            <a:chOff x="8211000" y="1130300"/>
            <a:chExt cx="3307900" cy="1308761"/>
          </a:xfrm>
        </p:grpSpPr>
        <p:sp>
          <p:nvSpPr>
            <p:cNvPr id="34" name="íṩḻídè"/>
            <p:cNvSpPr txBox="1"/>
            <p:nvPr/>
          </p:nvSpPr>
          <p:spPr bwMode="auto">
            <a:xfrm>
              <a:off x="8211000" y="1130300"/>
              <a:ext cx="33079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5" name="i$ľîḓê"/>
            <p:cNvSpPr/>
            <p:nvPr/>
          </p:nvSpPr>
          <p:spPr bwMode="auto">
            <a:xfrm>
              <a:off x="8211000" y="1572106"/>
              <a:ext cx="3307900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  <p:cxnSp>
        <p:nvCxnSpPr>
          <p:cNvPr id="36" name="直接连接符 35"/>
          <p:cNvCxnSpPr/>
          <p:nvPr/>
        </p:nvCxnSpPr>
        <p:spPr>
          <a:xfrm>
            <a:off x="7838300" y="2002431"/>
            <a:ext cx="3680600" cy="0"/>
          </a:xfrm>
          <a:prstGeom prst="line">
            <a:avLst/>
          </a:prstGeom>
          <a:ln w="3175" cap="rnd">
            <a:solidFill>
              <a:schemeClr val="tx2">
                <a:lumMod val="9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组合 36"/>
          <p:cNvGrpSpPr/>
          <p:nvPr/>
        </p:nvGrpSpPr>
        <p:grpSpPr>
          <a:xfrm>
            <a:off x="8084242" y="4465638"/>
            <a:ext cx="3421582" cy="1308761"/>
            <a:chOff x="8211000" y="1130300"/>
            <a:chExt cx="3307900" cy="1308761"/>
          </a:xfrm>
        </p:grpSpPr>
        <p:sp>
          <p:nvSpPr>
            <p:cNvPr id="38" name="íṩḻídè"/>
            <p:cNvSpPr txBox="1"/>
            <p:nvPr/>
          </p:nvSpPr>
          <p:spPr bwMode="auto">
            <a:xfrm>
              <a:off x="8211000" y="1130300"/>
              <a:ext cx="330790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9" name="i$ľîḓê"/>
            <p:cNvSpPr/>
            <p:nvPr/>
          </p:nvSpPr>
          <p:spPr bwMode="auto">
            <a:xfrm>
              <a:off x="8211000" y="1572106"/>
              <a:ext cx="3307900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  <p:cxnSp>
        <p:nvCxnSpPr>
          <p:cNvPr id="40" name="直接连接符 39"/>
          <p:cNvCxnSpPr/>
          <p:nvPr/>
        </p:nvCxnSpPr>
        <p:spPr>
          <a:xfrm>
            <a:off x="7838300" y="4907443"/>
            <a:ext cx="3680600" cy="0"/>
          </a:xfrm>
          <a:prstGeom prst="line">
            <a:avLst/>
          </a:prstGeom>
          <a:ln w="3175" cap="rnd">
            <a:solidFill>
              <a:schemeClr val="tx2">
                <a:lumMod val="9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4.4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b0990ecb-a7e5-4e17-9ede-b31e3e10f730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7277" y="1119348"/>
            <a:ext cx="10833214" cy="5738652"/>
            <a:chOff x="687280" y="1119348"/>
            <a:chExt cx="10833208" cy="5738649"/>
          </a:xfrm>
        </p:grpSpPr>
        <p:grpSp>
          <p:nvGrpSpPr>
            <p:cNvPr id="6" name="ïšlidé"/>
            <p:cNvGrpSpPr/>
            <p:nvPr/>
          </p:nvGrpSpPr>
          <p:grpSpPr>
            <a:xfrm>
              <a:off x="4576593" y="1208016"/>
              <a:ext cx="3038719" cy="5649981"/>
              <a:chOff x="4632257" y="1414876"/>
              <a:chExt cx="2927487" cy="5443124"/>
            </a:xfrm>
          </p:grpSpPr>
          <p:sp>
            <p:nvSpPr>
              <p:cNvPr id="26" name="iśḷíḋè"/>
              <p:cNvSpPr/>
              <p:nvPr/>
            </p:nvSpPr>
            <p:spPr>
              <a:xfrm>
                <a:off x="5053455" y="1886780"/>
                <a:ext cx="39136" cy="160646"/>
              </a:xfrm>
              <a:prstGeom prst="roundRect">
                <a:avLst>
                  <a:gd name="adj" fmla="val 36338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27" name="îš1íďé"/>
              <p:cNvSpPr/>
              <p:nvPr/>
            </p:nvSpPr>
            <p:spPr>
              <a:xfrm>
                <a:off x="5053455" y="2218610"/>
                <a:ext cx="39136" cy="279512"/>
              </a:xfrm>
              <a:prstGeom prst="roundRect">
                <a:avLst>
                  <a:gd name="adj" fmla="val 36338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28" name="ïṣľïḑè"/>
              <p:cNvSpPr/>
              <p:nvPr/>
            </p:nvSpPr>
            <p:spPr>
              <a:xfrm>
                <a:off x="5053455" y="2559270"/>
                <a:ext cx="39136" cy="279512"/>
              </a:xfrm>
              <a:prstGeom prst="roundRect">
                <a:avLst>
                  <a:gd name="adj" fmla="val 36338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29" name="ïṧľïḑè"/>
              <p:cNvSpPr/>
              <p:nvPr/>
            </p:nvSpPr>
            <p:spPr>
              <a:xfrm>
                <a:off x="6840351" y="2085762"/>
                <a:ext cx="587561" cy="10014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82" h="21123" extrusionOk="0">
                    <a:moveTo>
                      <a:pt x="0" y="7164"/>
                    </a:moveTo>
                    <a:lnTo>
                      <a:pt x="8138" y="1455"/>
                    </a:lnTo>
                    <a:cubicBezTo>
                      <a:pt x="10737" y="-190"/>
                      <a:pt x="15025" y="-477"/>
                      <a:pt x="18203" y="781"/>
                    </a:cubicBezTo>
                    <a:cubicBezTo>
                      <a:pt x="19812" y="1418"/>
                      <a:pt x="20889" y="2356"/>
                      <a:pt x="21249" y="3393"/>
                    </a:cubicBezTo>
                    <a:cubicBezTo>
                      <a:pt x="21600" y="4402"/>
                      <a:pt x="21262" y="5484"/>
                      <a:pt x="20187" y="6386"/>
                    </a:cubicBezTo>
                    <a:lnTo>
                      <a:pt x="277" y="21123"/>
                    </a:lnTo>
                    <a:lnTo>
                      <a:pt x="0" y="7164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0" name="íṡliḍè"/>
              <p:cNvSpPr/>
              <p:nvPr/>
            </p:nvSpPr>
            <p:spPr>
              <a:xfrm>
                <a:off x="6869327" y="2218610"/>
                <a:ext cx="39136" cy="279512"/>
              </a:xfrm>
              <a:prstGeom prst="roundRect">
                <a:avLst>
                  <a:gd name="adj" fmla="val 36338"/>
                </a:avLst>
              </a:prstGeom>
              <a:solidFill>
                <a:schemeClr val="bg1"/>
              </a:solidFill>
              <a:ln w="3175">
                <a:solidFill>
                  <a:schemeClr val="tx2"/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31" name="iṩliḍe"/>
              <p:cNvSpPr/>
              <p:nvPr/>
            </p:nvSpPr>
            <p:spPr>
              <a:xfrm>
                <a:off x="4632257" y="2762290"/>
                <a:ext cx="2839479" cy="40948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31" h="21509" extrusionOk="0">
                    <a:moveTo>
                      <a:pt x="3706" y="1892"/>
                    </a:moveTo>
                    <a:lnTo>
                      <a:pt x="3628" y="1068"/>
                    </a:lnTo>
                    <a:cubicBezTo>
                      <a:pt x="3666" y="419"/>
                      <a:pt x="2834" y="-91"/>
                      <a:pt x="1908" y="14"/>
                    </a:cubicBezTo>
                    <a:cubicBezTo>
                      <a:pt x="1354" y="77"/>
                      <a:pt x="912" y="367"/>
                      <a:pt x="789" y="746"/>
                    </a:cubicBezTo>
                    <a:cubicBezTo>
                      <a:pt x="732" y="1367"/>
                      <a:pt x="602" y="1981"/>
                      <a:pt x="401" y="2583"/>
                    </a:cubicBezTo>
                    <a:cubicBezTo>
                      <a:pt x="202" y="3176"/>
                      <a:pt x="-69" y="3773"/>
                      <a:pt x="16" y="4387"/>
                    </a:cubicBezTo>
                    <a:cubicBezTo>
                      <a:pt x="43" y="4588"/>
                      <a:pt x="109" y="4784"/>
                      <a:pt x="168" y="4982"/>
                    </a:cubicBezTo>
                    <a:cubicBezTo>
                      <a:pt x="337" y="5543"/>
                      <a:pt x="451" y="6114"/>
                      <a:pt x="436" y="6687"/>
                    </a:cubicBezTo>
                    <a:cubicBezTo>
                      <a:pt x="419" y="7366"/>
                      <a:pt x="224" y="8052"/>
                      <a:pt x="449" y="8715"/>
                    </a:cubicBezTo>
                    <a:cubicBezTo>
                      <a:pt x="524" y="8934"/>
                      <a:pt x="643" y="9144"/>
                      <a:pt x="754" y="9355"/>
                    </a:cubicBezTo>
                    <a:cubicBezTo>
                      <a:pt x="1239" y="10281"/>
                      <a:pt x="1566" y="11241"/>
                      <a:pt x="1981" y="12182"/>
                    </a:cubicBezTo>
                    <a:cubicBezTo>
                      <a:pt x="2310" y="12929"/>
                      <a:pt x="2695" y="13663"/>
                      <a:pt x="3133" y="14383"/>
                    </a:cubicBezTo>
                    <a:cubicBezTo>
                      <a:pt x="3220" y="15580"/>
                      <a:pt x="3256" y="16778"/>
                      <a:pt x="3241" y="17976"/>
                    </a:cubicBezTo>
                    <a:cubicBezTo>
                      <a:pt x="3227" y="19155"/>
                      <a:pt x="3164" y="20333"/>
                      <a:pt x="3051" y="21509"/>
                    </a:cubicBezTo>
                    <a:lnTo>
                      <a:pt x="14715" y="21497"/>
                    </a:lnTo>
                    <a:cubicBezTo>
                      <a:pt x="14648" y="20806"/>
                      <a:pt x="14589" y="20115"/>
                      <a:pt x="14539" y="19424"/>
                    </a:cubicBezTo>
                    <a:cubicBezTo>
                      <a:pt x="14503" y="18920"/>
                      <a:pt x="14473" y="18408"/>
                      <a:pt x="14509" y="17906"/>
                    </a:cubicBezTo>
                    <a:cubicBezTo>
                      <a:pt x="14543" y="17424"/>
                      <a:pt x="14640" y="16942"/>
                      <a:pt x="14885" y="16490"/>
                    </a:cubicBezTo>
                    <a:cubicBezTo>
                      <a:pt x="15282" y="15756"/>
                      <a:pt x="16016" y="15170"/>
                      <a:pt x="16721" y="14564"/>
                    </a:cubicBezTo>
                    <a:cubicBezTo>
                      <a:pt x="17441" y="13945"/>
                      <a:pt x="18136" y="13297"/>
                      <a:pt x="18788" y="12642"/>
                    </a:cubicBezTo>
                    <a:cubicBezTo>
                      <a:pt x="19791" y="11633"/>
                      <a:pt x="20707" y="10584"/>
                      <a:pt x="21531" y="9500"/>
                    </a:cubicBezTo>
                    <a:lnTo>
                      <a:pt x="4043" y="9500"/>
                    </a:lnTo>
                    <a:lnTo>
                      <a:pt x="3706" y="1892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2" name="îśļïḑe"/>
              <p:cNvSpPr/>
              <p:nvPr/>
            </p:nvSpPr>
            <p:spPr>
              <a:xfrm>
                <a:off x="4929992" y="4564021"/>
                <a:ext cx="2549549" cy="22939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4850"/>
                    </a:moveTo>
                    <a:cubicBezTo>
                      <a:pt x="221" y="5682"/>
                      <a:pt x="503" y="6492"/>
                      <a:pt x="843" y="7273"/>
                    </a:cubicBezTo>
                    <a:cubicBezTo>
                      <a:pt x="1392" y="8532"/>
                      <a:pt x="2121" y="9735"/>
                      <a:pt x="3256" y="10337"/>
                    </a:cubicBezTo>
                    <a:cubicBezTo>
                      <a:pt x="4378" y="10931"/>
                      <a:pt x="5703" y="10802"/>
                      <a:pt x="6835" y="11372"/>
                    </a:cubicBezTo>
                    <a:cubicBezTo>
                      <a:pt x="8056" y="11987"/>
                      <a:pt x="8844" y="13299"/>
                      <a:pt x="9968" y="14102"/>
                    </a:cubicBezTo>
                    <a:cubicBezTo>
                      <a:pt x="10561" y="14525"/>
                      <a:pt x="11231" y="14795"/>
                      <a:pt x="11930" y="14891"/>
                    </a:cubicBezTo>
                    <a:cubicBezTo>
                      <a:pt x="12426" y="15933"/>
                      <a:pt x="12715" y="17082"/>
                      <a:pt x="12777" y="18259"/>
                    </a:cubicBezTo>
                    <a:cubicBezTo>
                      <a:pt x="12836" y="19385"/>
                      <a:pt x="12687" y="20513"/>
                      <a:pt x="12338" y="21572"/>
                    </a:cubicBezTo>
                    <a:lnTo>
                      <a:pt x="13932" y="21600"/>
                    </a:lnTo>
                    <a:cubicBezTo>
                      <a:pt x="13853" y="20509"/>
                      <a:pt x="13793" y="19417"/>
                      <a:pt x="13751" y="18324"/>
                    </a:cubicBezTo>
                    <a:cubicBezTo>
                      <a:pt x="13709" y="17233"/>
                      <a:pt x="13684" y="16141"/>
                      <a:pt x="13678" y="15048"/>
                    </a:cubicBezTo>
                    <a:cubicBezTo>
                      <a:pt x="13712" y="14590"/>
                      <a:pt x="13767" y="14135"/>
                      <a:pt x="13844" y="13685"/>
                    </a:cubicBezTo>
                    <a:cubicBezTo>
                      <a:pt x="13919" y="13242"/>
                      <a:pt x="14016" y="12801"/>
                      <a:pt x="14167" y="12379"/>
                    </a:cubicBezTo>
                    <a:cubicBezTo>
                      <a:pt x="14362" y="11838"/>
                      <a:pt x="14642" y="11344"/>
                      <a:pt x="14939" y="10867"/>
                    </a:cubicBezTo>
                    <a:cubicBezTo>
                      <a:pt x="15221" y="10416"/>
                      <a:pt x="15522" y="9977"/>
                      <a:pt x="15839" y="9552"/>
                    </a:cubicBezTo>
                    <a:cubicBezTo>
                      <a:pt x="16972" y="8031"/>
                      <a:pt x="18034" y="6445"/>
                      <a:pt x="19019" y="4802"/>
                    </a:cubicBezTo>
                    <a:cubicBezTo>
                      <a:pt x="19949" y="3249"/>
                      <a:pt x="20811" y="1647"/>
                      <a:pt x="21600" y="0"/>
                    </a:cubicBezTo>
                    <a:lnTo>
                      <a:pt x="14268" y="3871"/>
                    </a:lnTo>
                    <a:cubicBezTo>
                      <a:pt x="14498" y="4038"/>
                      <a:pt x="14753" y="4159"/>
                      <a:pt x="15020" y="4229"/>
                    </a:cubicBezTo>
                    <a:cubicBezTo>
                      <a:pt x="16038" y="4496"/>
                      <a:pt x="17037" y="4038"/>
                      <a:pt x="17957" y="3561"/>
                    </a:cubicBezTo>
                    <a:cubicBezTo>
                      <a:pt x="18371" y="3346"/>
                      <a:pt x="18785" y="3122"/>
                      <a:pt x="19200" y="2887"/>
                    </a:cubicBezTo>
                    <a:cubicBezTo>
                      <a:pt x="18360" y="4459"/>
                      <a:pt x="17456" y="5983"/>
                      <a:pt x="16487" y="7460"/>
                    </a:cubicBezTo>
                    <a:cubicBezTo>
                      <a:pt x="15825" y="8469"/>
                      <a:pt x="15064" y="9468"/>
                      <a:pt x="14376" y="10385"/>
                    </a:cubicBezTo>
                    <a:cubicBezTo>
                      <a:pt x="13604" y="11415"/>
                      <a:pt x="12806" y="12376"/>
                      <a:pt x="11579" y="12497"/>
                    </a:cubicBezTo>
                    <a:cubicBezTo>
                      <a:pt x="10451" y="12608"/>
                      <a:pt x="9433" y="11861"/>
                      <a:pt x="8773" y="10821"/>
                    </a:cubicBezTo>
                    <a:cubicBezTo>
                      <a:pt x="8336" y="10133"/>
                      <a:pt x="7990" y="9286"/>
                      <a:pt x="7253" y="9058"/>
                    </a:cubicBezTo>
                    <a:cubicBezTo>
                      <a:pt x="6939" y="8960"/>
                      <a:pt x="6608" y="9009"/>
                      <a:pt x="6282" y="9022"/>
                    </a:cubicBezTo>
                    <a:cubicBezTo>
                      <a:pt x="4947" y="9077"/>
                      <a:pt x="3696" y="8547"/>
                      <a:pt x="2620" y="7773"/>
                    </a:cubicBezTo>
                    <a:cubicBezTo>
                      <a:pt x="1588" y="7031"/>
                      <a:pt x="689" y="6044"/>
                      <a:pt x="0" y="485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3" name="íṥ1îḋè"/>
              <p:cNvSpPr/>
              <p:nvPr/>
            </p:nvSpPr>
            <p:spPr>
              <a:xfrm>
                <a:off x="4902074" y="2770067"/>
                <a:ext cx="256042" cy="200105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388" y="2772"/>
                    </a:moveTo>
                    <a:cubicBezTo>
                      <a:pt x="19289" y="2319"/>
                      <a:pt x="18567" y="1871"/>
                      <a:pt x="17252" y="1450"/>
                    </a:cubicBezTo>
                    <a:cubicBezTo>
                      <a:pt x="16188" y="1109"/>
                      <a:pt x="14744" y="790"/>
                      <a:pt x="12751" y="534"/>
                    </a:cubicBezTo>
                    <a:cubicBezTo>
                      <a:pt x="10819" y="285"/>
                      <a:pt x="8415" y="100"/>
                      <a:pt x="5746" y="0"/>
                    </a:cubicBezTo>
                    <a:cubicBezTo>
                      <a:pt x="9591" y="420"/>
                      <a:pt x="12350" y="977"/>
                      <a:pt x="13687" y="1598"/>
                    </a:cubicBezTo>
                    <a:cubicBezTo>
                      <a:pt x="15271" y="2332"/>
                      <a:pt x="14766" y="3105"/>
                      <a:pt x="14418" y="3869"/>
                    </a:cubicBezTo>
                    <a:cubicBezTo>
                      <a:pt x="14043" y="4690"/>
                      <a:pt x="13762" y="5533"/>
                      <a:pt x="12994" y="6328"/>
                    </a:cubicBezTo>
                    <a:cubicBezTo>
                      <a:pt x="12254" y="7095"/>
                      <a:pt x="10931" y="7843"/>
                      <a:pt x="6584" y="8400"/>
                    </a:cubicBezTo>
                    <a:cubicBezTo>
                      <a:pt x="4752" y="8635"/>
                      <a:pt x="2488" y="8808"/>
                      <a:pt x="0" y="8902"/>
                    </a:cubicBezTo>
                    <a:cubicBezTo>
                      <a:pt x="2493" y="9073"/>
                      <a:pt x="4610" y="9321"/>
                      <a:pt x="6156" y="9624"/>
                    </a:cubicBezTo>
                    <a:cubicBezTo>
                      <a:pt x="8579" y="10099"/>
                      <a:pt x="9430" y="10666"/>
                      <a:pt x="10079" y="11225"/>
                    </a:cubicBezTo>
                    <a:cubicBezTo>
                      <a:pt x="12048" y="12922"/>
                      <a:pt x="12469" y="14639"/>
                      <a:pt x="13381" y="16350"/>
                    </a:cubicBezTo>
                    <a:cubicBezTo>
                      <a:pt x="14311" y="18096"/>
                      <a:pt x="15755" y="19837"/>
                      <a:pt x="17708" y="21569"/>
                    </a:cubicBezTo>
                    <a:lnTo>
                      <a:pt x="21600" y="21600"/>
                    </a:lnTo>
                    <a:lnTo>
                      <a:pt x="19388" y="2772"/>
                    </a:lnTo>
                    <a:close/>
                  </a:path>
                </a:pathLst>
              </a:custGeom>
              <a:solidFill>
                <a:schemeClr val="tx2"/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4" name="iSlîḑé"/>
              <p:cNvSpPr/>
              <p:nvPr/>
            </p:nvSpPr>
            <p:spPr>
              <a:xfrm>
                <a:off x="6853222" y="4769294"/>
                <a:ext cx="32499" cy="944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35" name="íśḷídê"/>
              <p:cNvSpPr/>
              <p:nvPr/>
            </p:nvSpPr>
            <p:spPr>
              <a:xfrm>
                <a:off x="5068364" y="4917449"/>
                <a:ext cx="1819638" cy="3275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453" extrusionOk="0">
                    <a:moveTo>
                      <a:pt x="0" y="388"/>
                    </a:moveTo>
                    <a:cubicBezTo>
                      <a:pt x="15" y="3544"/>
                      <a:pt x="266" y="6600"/>
                      <a:pt x="718" y="9112"/>
                    </a:cubicBezTo>
                    <a:cubicBezTo>
                      <a:pt x="2965" y="21600"/>
                      <a:pt x="7177" y="14387"/>
                      <a:pt x="10834" y="14327"/>
                    </a:cubicBezTo>
                    <a:cubicBezTo>
                      <a:pt x="14265" y="14271"/>
                      <a:pt x="18114" y="21048"/>
                      <a:pt x="20544" y="10414"/>
                    </a:cubicBezTo>
                    <a:cubicBezTo>
                      <a:pt x="21186" y="7607"/>
                      <a:pt x="21561" y="3901"/>
                      <a:pt x="21600" y="0"/>
                    </a:cubicBezTo>
                    <a:lnTo>
                      <a:pt x="0" y="388"/>
                    </a:lnTo>
                    <a:close/>
                  </a:path>
                </a:pathLst>
              </a:custGeom>
              <a:solidFill>
                <a:schemeClr val="tx2"/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6" name="iśļîdè"/>
              <p:cNvSpPr/>
              <p:nvPr/>
            </p:nvSpPr>
            <p:spPr>
              <a:xfrm>
                <a:off x="5069335" y="1414876"/>
                <a:ext cx="1816924" cy="3755764"/>
              </a:xfrm>
              <a:prstGeom prst="roundRect">
                <a:avLst>
                  <a:gd name="adj" fmla="val 15048"/>
                </a:avLst>
              </a:prstGeom>
              <a:solidFill>
                <a:schemeClr val="bg1"/>
              </a:solidFill>
              <a:ln w="3175">
                <a:solidFill>
                  <a:schemeClr val="tx2"/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/>
                <a:endParaRPr sz="3200"/>
              </a:p>
            </p:txBody>
          </p:sp>
          <p:sp>
            <p:nvSpPr>
              <p:cNvPr id="37" name="íṣliḋè"/>
              <p:cNvSpPr/>
              <p:nvPr/>
            </p:nvSpPr>
            <p:spPr>
              <a:xfrm>
                <a:off x="5101308" y="1444850"/>
                <a:ext cx="1752977" cy="3694531"/>
              </a:xfrm>
              <a:prstGeom prst="roundRect">
                <a:avLst>
                  <a:gd name="adj" fmla="val 13638"/>
                </a:avLst>
              </a:prstGeom>
              <a:solidFill>
                <a:schemeClr val="bg1"/>
              </a:solidFill>
              <a:ln w="3175">
                <a:solidFill>
                  <a:schemeClr val="tx2"/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 defTabSz="825500">
                  <a:defRPr sz="3200"/>
                </a:pPr>
              </a:p>
            </p:txBody>
          </p:sp>
          <p:sp>
            <p:nvSpPr>
              <p:cNvPr id="38" name="îṧlíḑe"/>
              <p:cNvSpPr/>
              <p:nvPr/>
            </p:nvSpPr>
            <p:spPr>
              <a:xfrm>
                <a:off x="5180689" y="1871638"/>
                <a:ext cx="1594215" cy="2842240"/>
              </a:xfrm>
              <a:prstGeom prst="roundRect">
                <a:avLst>
                  <a:gd name="adj" fmla="val 1750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39" name="iṧ1ïďè"/>
              <p:cNvSpPr/>
              <p:nvPr/>
            </p:nvSpPr>
            <p:spPr>
              <a:xfrm>
                <a:off x="5835872" y="4775126"/>
                <a:ext cx="283849" cy="2838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tx2"/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40" name="iṩḷîḓe"/>
              <p:cNvSpPr/>
              <p:nvPr/>
            </p:nvSpPr>
            <p:spPr>
              <a:xfrm>
                <a:off x="5660703" y="1628088"/>
                <a:ext cx="56996" cy="569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41" name="íS1ïďe"/>
              <p:cNvSpPr/>
              <p:nvPr/>
            </p:nvSpPr>
            <p:spPr>
              <a:xfrm rot="5400000">
                <a:off x="5958228" y="1512876"/>
                <a:ext cx="39136" cy="287418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12700">
                <a:solidFill>
                  <a:schemeClr val="tx2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/>
                </a:pPr>
              </a:p>
            </p:txBody>
          </p:sp>
          <p:sp>
            <p:nvSpPr>
              <p:cNvPr id="42" name="îṧľîdé"/>
              <p:cNvSpPr/>
              <p:nvPr/>
            </p:nvSpPr>
            <p:spPr>
              <a:xfrm>
                <a:off x="6518256" y="4152859"/>
                <a:ext cx="1010294" cy="8601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14" h="21417" extrusionOk="0">
                    <a:moveTo>
                      <a:pt x="13723" y="701"/>
                    </a:moveTo>
                    <a:cubicBezTo>
                      <a:pt x="14666" y="193"/>
                      <a:pt x="15664" y="-30"/>
                      <a:pt x="16643" y="3"/>
                    </a:cubicBezTo>
                    <a:cubicBezTo>
                      <a:pt x="17735" y="40"/>
                      <a:pt x="18858" y="399"/>
                      <a:pt x="19702" y="1351"/>
                    </a:cubicBezTo>
                    <a:cubicBezTo>
                      <a:pt x="20874" y="2672"/>
                      <a:pt x="21133" y="4608"/>
                      <a:pt x="20969" y="6392"/>
                    </a:cubicBezTo>
                    <a:cubicBezTo>
                      <a:pt x="20845" y="7739"/>
                      <a:pt x="20488" y="9043"/>
                      <a:pt x="19903" y="10204"/>
                    </a:cubicBezTo>
                    <a:cubicBezTo>
                      <a:pt x="19369" y="11266"/>
                      <a:pt x="18647" y="12208"/>
                      <a:pt x="17755" y="12956"/>
                    </a:cubicBezTo>
                    <a:cubicBezTo>
                      <a:pt x="16177" y="14482"/>
                      <a:pt x="14522" y="15893"/>
                      <a:pt x="12802" y="17182"/>
                    </a:cubicBezTo>
                    <a:cubicBezTo>
                      <a:pt x="11014" y="18520"/>
                      <a:pt x="9158" y="19724"/>
                      <a:pt x="7244" y="20785"/>
                    </a:cubicBezTo>
                    <a:cubicBezTo>
                      <a:pt x="5997" y="21459"/>
                      <a:pt x="4679" y="21570"/>
                      <a:pt x="3461" y="21233"/>
                    </a:cubicBezTo>
                    <a:cubicBezTo>
                      <a:pt x="2199" y="20884"/>
                      <a:pt x="976" y="20030"/>
                      <a:pt x="351" y="18494"/>
                    </a:cubicBezTo>
                    <a:cubicBezTo>
                      <a:pt x="-467" y="16483"/>
                      <a:pt x="192" y="14049"/>
                      <a:pt x="1838" y="12992"/>
                    </a:cubicBezTo>
                    <a:lnTo>
                      <a:pt x="13723" y="70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3" name="işḷidê"/>
              <p:cNvSpPr/>
              <p:nvPr/>
            </p:nvSpPr>
            <p:spPr>
              <a:xfrm>
                <a:off x="6370452" y="3491622"/>
                <a:ext cx="1189292" cy="11437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79" h="21247" extrusionOk="0">
                    <a:moveTo>
                      <a:pt x="13178" y="875"/>
                    </a:moveTo>
                    <a:cubicBezTo>
                      <a:pt x="13623" y="687"/>
                      <a:pt x="14078" y="527"/>
                      <a:pt x="14541" y="394"/>
                    </a:cubicBezTo>
                    <a:cubicBezTo>
                      <a:pt x="15086" y="238"/>
                      <a:pt x="15640" y="121"/>
                      <a:pt x="16200" y="43"/>
                    </a:cubicBezTo>
                    <a:cubicBezTo>
                      <a:pt x="18239" y="-250"/>
                      <a:pt x="20199" y="975"/>
                      <a:pt x="20913" y="2989"/>
                    </a:cubicBezTo>
                    <a:cubicBezTo>
                      <a:pt x="21508" y="4668"/>
                      <a:pt x="21088" y="6556"/>
                      <a:pt x="19845" y="7790"/>
                    </a:cubicBezTo>
                    <a:lnTo>
                      <a:pt x="6683" y="20161"/>
                    </a:lnTo>
                    <a:cubicBezTo>
                      <a:pt x="5736" y="21016"/>
                      <a:pt x="4551" y="21350"/>
                      <a:pt x="3421" y="21220"/>
                    </a:cubicBezTo>
                    <a:cubicBezTo>
                      <a:pt x="2307" y="21092"/>
                      <a:pt x="1221" y="20509"/>
                      <a:pt x="560" y="19419"/>
                    </a:cubicBezTo>
                    <a:cubicBezTo>
                      <a:pt x="19" y="18527"/>
                      <a:pt x="-92" y="17480"/>
                      <a:pt x="67" y="16504"/>
                    </a:cubicBezTo>
                    <a:cubicBezTo>
                      <a:pt x="226" y="15530"/>
                      <a:pt x="658" y="14598"/>
                      <a:pt x="1357" y="13840"/>
                    </a:cubicBezTo>
                    <a:lnTo>
                      <a:pt x="13178" y="875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4" name="íSḷïḋè"/>
              <p:cNvSpPr/>
              <p:nvPr/>
            </p:nvSpPr>
            <p:spPr>
              <a:xfrm>
                <a:off x="6420615" y="2941312"/>
                <a:ext cx="933638" cy="10024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99" h="20775" extrusionOk="0">
                    <a:moveTo>
                      <a:pt x="11979" y="321"/>
                    </a:moveTo>
                    <a:lnTo>
                      <a:pt x="14198" y="25"/>
                    </a:lnTo>
                    <a:cubicBezTo>
                      <a:pt x="16316" y="-152"/>
                      <a:pt x="18392" y="635"/>
                      <a:pt x="19756" y="2130"/>
                    </a:cubicBezTo>
                    <a:cubicBezTo>
                      <a:pt x="20533" y="2983"/>
                      <a:pt x="21024" y="4006"/>
                      <a:pt x="21091" y="5079"/>
                    </a:cubicBezTo>
                    <a:cubicBezTo>
                      <a:pt x="21161" y="6223"/>
                      <a:pt x="20745" y="7365"/>
                      <a:pt x="19897" y="8250"/>
                    </a:cubicBezTo>
                    <a:lnTo>
                      <a:pt x="9194" y="19301"/>
                    </a:lnTo>
                    <a:cubicBezTo>
                      <a:pt x="6885" y="21448"/>
                      <a:pt x="3037" y="21219"/>
                      <a:pt x="1049" y="18817"/>
                    </a:cubicBezTo>
                    <a:cubicBezTo>
                      <a:pt x="-439" y="17019"/>
                      <a:pt x="-334" y="14507"/>
                      <a:pt x="1299" y="12818"/>
                    </a:cubicBezTo>
                    <a:lnTo>
                      <a:pt x="10612" y="3166"/>
                    </a:lnTo>
                    <a:lnTo>
                      <a:pt x="10653" y="1586"/>
                    </a:lnTo>
                    <a:lnTo>
                      <a:pt x="11979" y="321"/>
                    </a:ln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12700">
                <a:noFill/>
                <a:miter lim="400000"/>
              </a:ln>
            </p:spPr>
            <p:txBody>
              <a:bodyPr lIns="50800" tIns="50800" rIns="50800" bIns="50800" anchor="ctr"/>
              <a:lstStyle/>
              <a:p>
                <a:pPr lvl="0">
                  <a:defRPr sz="24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5" name="ïsľíḍé"/>
              <p:cNvSpPr/>
              <p:nvPr/>
            </p:nvSpPr>
            <p:spPr>
              <a:xfrm>
                <a:off x="5179974" y="1872182"/>
                <a:ext cx="1593278" cy="28424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65" h="21595" extrusionOk="0">
                    <a:moveTo>
                      <a:pt x="1" y="7233"/>
                    </a:moveTo>
                    <a:lnTo>
                      <a:pt x="8566" y="8349"/>
                    </a:lnTo>
                    <a:lnTo>
                      <a:pt x="16" y="20084"/>
                    </a:lnTo>
                    <a:lnTo>
                      <a:pt x="29" y="21245"/>
                    </a:lnTo>
                    <a:cubicBezTo>
                      <a:pt x="-35" y="21339"/>
                      <a:pt x="8" y="21444"/>
                      <a:pt x="137" y="21513"/>
                    </a:cubicBezTo>
                    <a:cubicBezTo>
                      <a:pt x="198" y="21546"/>
                      <a:pt x="272" y="21567"/>
                      <a:pt x="349" y="21580"/>
                    </a:cubicBezTo>
                    <a:cubicBezTo>
                      <a:pt x="458" y="21598"/>
                      <a:pt x="575" y="21600"/>
                      <a:pt x="689" y="21584"/>
                    </a:cubicBezTo>
                    <a:lnTo>
                      <a:pt x="2978" y="21593"/>
                    </a:lnTo>
                    <a:lnTo>
                      <a:pt x="12224" y="8813"/>
                    </a:lnTo>
                    <a:lnTo>
                      <a:pt x="21565" y="9949"/>
                    </a:lnTo>
                    <a:lnTo>
                      <a:pt x="21561" y="8875"/>
                    </a:lnTo>
                    <a:lnTo>
                      <a:pt x="12929" y="7848"/>
                    </a:lnTo>
                    <a:lnTo>
                      <a:pt x="18733" y="7"/>
                    </a:lnTo>
                    <a:lnTo>
                      <a:pt x="14647" y="0"/>
                    </a:lnTo>
                    <a:lnTo>
                      <a:pt x="9381" y="7316"/>
                    </a:lnTo>
                    <a:lnTo>
                      <a:pt x="6" y="6115"/>
                    </a:lnTo>
                    <a:lnTo>
                      <a:pt x="1" y="7233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lvl="0"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46" name="îṧḻiḓe"/>
              <p:cNvSpPr/>
              <p:nvPr/>
            </p:nvSpPr>
            <p:spPr>
              <a:xfrm flipV="1">
                <a:off x="5521230" y="3877233"/>
                <a:ext cx="960328" cy="836771"/>
              </a:xfrm>
              <a:prstGeom prst="lin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/>
                <a:endParaRPr sz="3200">
                  <a:solidFill>
                    <a:srgbClr val="000000"/>
                  </a:solidFill>
                </a:endParaRPr>
              </a:p>
            </p:txBody>
          </p:sp>
          <p:sp>
            <p:nvSpPr>
              <p:cNvPr id="47" name="iṧḻiḓê"/>
              <p:cNvSpPr/>
              <p:nvPr/>
            </p:nvSpPr>
            <p:spPr>
              <a:xfrm flipV="1">
                <a:off x="5786901" y="3944985"/>
                <a:ext cx="866458" cy="769019"/>
              </a:xfrm>
              <a:prstGeom prst="line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75000"/>
                  </a:schemeClr>
                </a:solidFill>
                <a:miter lim="400000"/>
              </a:ln>
            </p:spPr>
            <p:txBody>
              <a:bodyPr lIns="50800" tIns="50800" rIns="50800" bIns="50800" anchor="ctr"/>
              <a:lstStyle/>
              <a:p>
                <a:pPr defTabSz="825500"/>
                <a:endParaRPr sz="32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" name="íṩľiḋé"/>
            <p:cNvGrpSpPr/>
            <p:nvPr/>
          </p:nvGrpSpPr>
          <p:grpSpPr>
            <a:xfrm>
              <a:off x="6610729" y="2915740"/>
              <a:ext cx="1024443" cy="1026520"/>
              <a:chOff x="668200" y="3366077"/>
              <a:chExt cx="1024443" cy="1026520"/>
            </a:xfrm>
          </p:grpSpPr>
          <p:sp>
            <p:nvSpPr>
              <p:cNvPr id="24" name="îṥḷíḓê"/>
              <p:cNvSpPr/>
              <p:nvPr/>
            </p:nvSpPr>
            <p:spPr bwMode="auto">
              <a:xfrm>
                <a:off x="668200" y="3366077"/>
                <a:ext cx="1024443" cy="1026520"/>
              </a:xfrm>
              <a:prstGeom prst="ellipse">
                <a:avLst/>
              </a:prstGeom>
              <a:solidFill>
                <a:schemeClr val="accent1"/>
              </a:solidFill>
              <a:ln w="57150">
                <a:solidFill>
                  <a:schemeClr val="bg1"/>
                </a:solidFill>
                <a:rou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accent1"/>
                    </a:solidFill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accent1"/>
                    </a:solidFill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70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ísľïdé"/>
              <p:cNvSpPr/>
              <p:nvPr/>
            </p:nvSpPr>
            <p:spPr bwMode="auto">
              <a:xfrm>
                <a:off x="875579" y="3580099"/>
                <a:ext cx="609685" cy="598476"/>
              </a:xfrm>
              <a:custGeom>
                <a:avLst/>
                <a:gdLst>
                  <a:gd name="connsiteX0" fmla="*/ 170608 w 607804"/>
                  <a:gd name="connsiteY0" fmla="*/ 262009 h 596630"/>
                  <a:gd name="connsiteX1" fmla="*/ 260792 w 607804"/>
                  <a:gd name="connsiteY1" fmla="*/ 427304 h 596630"/>
                  <a:gd name="connsiteX2" fmla="*/ 303865 w 607804"/>
                  <a:gd name="connsiteY2" fmla="*/ 451493 h 596630"/>
                  <a:gd name="connsiteX3" fmla="*/ 346938 w 607804"/>
                  <a:gd name="connsiteY3" fmla="*/ 427304 h 596630"/>
                  <a:gd name="connsiteX4" fmla="*/ 408855 w 607804"/>
                  <a:gd name="connsiteY4" fmla="*/ 319795 h 596630"/>
                  <a:gd name="connsiteX5" fmla="*/ 519229 w 607804"/>
                  <a:gd name="connsiteY5" fmla="*/ 298293 h 596630"/>
                  <a:gd name="connsiteX6" fmla="*/ 552880 w 607804"/>
                  <a:gd name="connsiteY6" fmla="*/ 319795 h 596630"/>
                  <a:gd name="connsiteX7" fmla="*/ 606721 w 607804"/>
                  <a:gd name="connsiteY7" fmla="*/ 538844 h 596630"/>
                  <a:gd name="connsiteX8" fmla="*/ 602683 w 607804"/>
                  <a:gd name="connsiteY8" fmla="*/ 563034 h 596630"/>
                  <a:gd name="connsiteX9" fmla="*/ 582493 w 607804"/>
                  <a:gd name="connsiteY9" fmla="*/ 575128 h 596630"/>
                  <a:gd name="connsiteX10" fmla="*/ 414239 w 607804"/>
                  <a:gd name="connsiteY10" fmla="*/ 596630 h 596630"/>
                  <a:gd name="connsiteX11" fmla="*/ 400779 w 607804"/>
                  <a:gd name="connsiteY11" fmla="*/ 595286 h 596630"/>
                  <a:gd name="connsiteX12" fmla="*/ 205605 w 607804"/>
                  <a:gd name="connsiteY12" fmla="*/ 532125 h 596630"/>
                  <a:gd name="connsiteX13" fmla="*/ 189453 w 607804"/>
                  <a:gd name="connsiteY13" fmla="*/ 532125 h 596630"/>
                  <a:gd name="connsiteX14" fmla="*/ 37352 w 607804"/>
                  <a:gd name="connsiteY14" fmla="*/ 572441 h 596630"/>
                  <a:gd name="connsiteX15" fmla="*/ 9085 w 607804"/>
                  <a:gd name="connsiteY15" fmla="*/ 565721 h 596630"/>
                  <a:gd name="connsiteX16" fmla="*/ 1009 w 607804"/>
                  <a:gd name="connsiteY16" fmla="*/ 537500 h 596630"/>
                  <a:gd name="connsiteX17" fmla="*/ 54850 w 607804"/>
                  <a:gd name="connsiteY17" fmla="*/ 321139 h 596630"/>
                  <a:gd name="connsiteX18" fmla="*/ 72348 w 607804"/>
                  <a:gd name="connsiteY18" fmla="*/ 300981 h 596630"/>
                  <a:gd name="connsiteX19" fmla="*/ 302554 w 607804"/>
                  <a:gd name="connsiteY19" fmla="*/ 68530 h 596630"/>
                  <a:gd name="connsiteX20" fmla="*/ 237945 w 607804"/>
                  <a:gd name="connsiteY20" fmla="*/ 133029 h 596630"/>
                  <a:gd name="connsiteX21" fmla="*/ 302554 w 607804"/>
                  <a:gd name="connsiteY21" fmla="*/ 197528 h 596630"/>
                  <a:gd name="connsiteX22" fmla="*/ 367164 w 607804"/>
                  <a:gd name="connsiteY22" fmla="*/ 133029 h 596630"/>
                  <a:gd name="connsiteX23" fmla="*/ 302554 w 607804"/>
                  <a:gd name="connsiteY23" fmla="*/ 68530 h 596630"/>
                  <a:gd name="connsiteX24" fmla="*/ 303901 w 607804"/>
                  <a:gd name="connsiteY24" fmla="*/ 0 h 596630"/>
                  <a:gd name="connsiteX25" fmla="*/ 438504 w 607804"/>
                  <a:gd name="connsiteY25" fmla="*/ 134373 h 596630"/>
                  <a:gd name="connsiteX26" fmla="*/ 313323 w 607804"/>
                  <a:gd name="connsiteY26" fmla="*/ 407150 h 596630"/>
                  <a:gd name="connsiteX27" fmla="*/ 303901 w 607804"/>
                  <a:gd name="connsiteY27" fmla="*/ 412525 h 596630"/>
                  <a:gd name="connsiteX28" fmla="*/ 294478 w 607804"/>
                  <a:gd name="connsiteY28" fmla="*/ 407150 h 596630"/>
                  <a:gd name="connsiteX29" fmla="*/ 169297 w 607804"/>
                  <a:gd name="connsiteY29" fmla="*/ 134373 h 596630"/>
                  <a:gd name="connsiteX30" fmla="*/ 303901 w 607804"/>
                  <a:gd name="connsiteY30" fmla="*/ 0 h 5966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607804" h="596630">
                    <a:moveTo>
                      <a:pt x="170608" y="262009"/>
                    </a:moveTo>
                    <a:cubicBezTo>
                      <a:pt x="196183" y="317107"/>
                      <a:pt x="229834" y="376237"/>
                      <a:pt x="260792" y="427304"/>
                    </a:cubicBezTo>
                    <a:cubicBezTo>
                      <a:pt x="270214" y="442086"/>
                      <a:pt x="286367" y="451493"/>
                      <a:pt x="303865" y="451493"/>
                    </a:cubicBezTo>
                    <a:cubicBezTo>
                      <a:pt x="321363" y="451493"/>
                      <a:pt x="337516" y="442086"/>
                      <a:pt x="346938" y="427304"/>
                    </a:cubicBezTo>
                    <a:cubicBezTo>
                      <a:pt x="367128" y="393707"/>
                      <a:pt x="388665" y="357423"/>
                      <a:pt x="408855" y="319795"/>
                    </a:cubicBezTo>
                    <a:cubicBezTo>
                      <a:pt x="411547" y="319795"/>
                      <a:pt x="519229" y="298293"/>
                      <a:pt x="519229" y="298293"/>
                    </a:cubicBezTo>
                    <a:cubicBezTo>
                      <a:pt x="534036" y="295605"/>
                      <a:pt x="548842" y="305013"/>
                      <a:pt x="552880" y="319795"/>
                    </a:cubicBezTo>
                    <a:lnTo>
                      <a:pt x="606721" y="538844"/>
                    </a:lnTo>
                    <a:cubicBezTo>
                      <a:pt x="609413" y="546907"/>
                      <a:pt x="606721" y="556314"/>
                      <a:pt x="602683" y="563034"/>
                    </a:cubicBezTo>
                    <a:cubicBezTo>
                      <a:pt x="598645" y="569753"/>
                      <a:pt x="590569" y="573784"/>
                      <a:pt x="582493" y="575128"/>
                    </a:cubicBezTo>
                    <a:lnTo>
                      <a:pt x="414239" y="596630"/>
                    </a:lnTo>
                    <a:cubicBezTo>
                      <a:pt x="408855" y="596630"/>
                      <a:pt x="404817" y="596630"/>
                      <a:pt x="400779" y="595286"/>
                    </a:cubicBezTo>
                    <a:lnTo>
                      <a:pt x="205605" y="532125"/>
                    </a:lnTo>
                    <a:cubicBezTo>
                      <a:pt x="200221" y="530781"/>
                      <a:pt x="194837" y="530781"/>
                      <a:pt x="189453" y="532125"/>
                    </a:cubicBezTo>
                    <a:lnTo>
                      <a:pt x="37352" y="572441"/>
                    </a:lnTo>
                    <a:cubicBezTo>
                      <a:pt x="26584" y="575128"/>
                      <a:pt x="15815" y="572441"/>
                      <a:pt x="9085" y="565721"/>
                    </a:cubicBezTo>
                    <a:cubicBezTo>
                      <a:pt x="1009" y="557658"/>
                      <a:pt x="-1683" y="546907"/>
                      <a:pt x="1009" y="537500"/>
                    </a:cubicBezTo>
                    <a:lnTo>
                      <a:pt x="54850" y="321139"/>
                    </a:lnTo>
                    <a:cubicBezTo>
                      <a:pt x="57542" y="311732"/>
                      <a:pt x="64272" y="305013"/>
                      <a:pt x="72348" y="300981"/>
                    </a:cubicBezTo>
                    <a:close/>
                    <a:moveTo>
                      <a:pt x="302554" y="68530"/>
                    </a:moveTo>
                    <a:cubicBezTo>
                      <a:pt x="266212" y="68530"/>
                      <a:pt x="237945" y="98092"/>
                      <a:pt x="237945" y="133029"/>
                    </a:cubicBezTo>
                    <a:cubicBezTo>
                      <a:pt x="237945" y="169310"/>
                      <a:pt x="266212" y="197528"/>
                      <a:pt x="302554" y="197528"/>
                    </a:cubicBezTo>
                    <a:cubicBezTo>
                      <a:pt x="338897" y="197528"/>
                      <a:pt x="367164" y="167966"/>
                      <a:pt x="367164" y="133029"/>
                    </a:cubicBezTo>
                    <a:cubicBezTo>
                      <a:pt x="367164" y="96749"/>
                      <a:pt x="337551" y="68530"/>
                      <a:pt x="302554" y="68530"/>
                    </a:cubicBezTo>
                    <a:close/>
                    <a:moveTo>
                      <a:pt x="303901" y="0"/>
                    </a:moveTo>
                    <a:cubicBezTo>
                      <a:pt x="377932" y="0"/>
                      <a:pt x="438504" y="60468"/>
                      <a:pt x="438504" y="134373"/>
                    </a:cubicBezTo>
                    <a:cubicBezTo>
                      <a:pt x="438504" y="196185"/>
                      <a:pt x="344282" y="357432"/>
                      <a:pt x="313323" y="407150"/>
                    </a:cubicBezTo>
                    <a:cubicBezTo>
                      <a:pt x="310631" y="409838"/>
                      <a:pt x="307939" y="412525"/>
                      <a:pt x="303901" y="412525"/>
                    </a:cubicBezTo>
                    <a:cubicBezTo>
                      <a:pt x="301208" y="412525"/>
                      <a:pt x="297170" y="409838"/>
                      <a:pt x="294478" y="407150"/>
                    </a:cubicBezTo>
                    <a:cubicBezTo>
                      <a:pt x="263519" y="357432"/>
                      <a:pt x="169297" y="196185"/>
                      <a:pt x="169297" y="134373"/>
                    </a:cubicBezTo>
                    <a:cubicBezTo>
                      <a:pt x="169297" y="60468"/>
                      <a:pt x="229869" y="0"/>
                      <a:pt x="30390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" name="íṩļiḍè"/>
            <p:cNvGrpSpPr/>
            <p:nvPr/>
          </p:nvGrpSpPr>
          <p:grpSpPr>
            <a:xfrm>
              <a:off x="8436000" y="1119348"/>
              <a:ext cx="3082900" cy="1305953"/>
              <a:chOff x="8436000" y="1123950"/>
              <a:chExt cx="3082900" cy="1305953"/>
            </a:xfrm>
          </p:grpSpPr>
          <p:sp>
            <p:nvSpPr>
              <p:cNvPr id="22" name="íṣḷïdê"/>
              <p:cNvSpPr/>
              <p:nvPr/>
            </p:nvSpPr>
            <p:spPr bwMode="auto">
              <a:xfrm>
                <a:off x="8436000" y="1589309"/>
                <a:ext cx="3082900" cy="8405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3" name="ïṡľïďè"/>
              <p:cNvSpPr txBox="1"/>
              <p:nvPr/>
            </p:nvSpPr>
            <p:spPr bwMode="auto">
              <a:xfrm>
                <a:off x="8436000" y="1123950"/>
                <a:ext cx="3082900" cy="465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01.Text here</a:t>
                </a:r>
                <a:endParaRPr lang="en-US" altLang="zh-CN" sz="2000" b="1" dirty="0"/>
              </a:p>
            </p:txBody>
          </p:sp>
        </p:grpSp>
        <p:grpSp>
          <p:nvGrpSpPr>
            <p:cNvPr id="9" name="îŝ1iḋé"/>
            <p:cNvGrpSpPr/>
            <p:nvPr/>
          </p:nvGrpSpPr>
          <p:grpSpPr>
            <a:xfrm>
              <a:off x="8436000" y="2776024"/>
              <a:ext cx="3082900" cy="1305953"/>
              <a:chOff x="8436000" y="1123950"/>
              <a:chExt cx="3082900" cy="1305953"/>
            </a:xfrm>
          </p:grpSpPr>
          <p:sp>
            <p:nvSpPr>
              <p:cNvPr id="20" name="ïşlîďe"/>
              <p:cNvSpPr/>
              <p:nvPr/>
            </p:nvSpPr>
            <p:spPr bwMode="auto">
              <a:xfrm>
                <a:off x="8436000" y="1589309"/>
                <a:ext cx="3082900" cy="8405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21" name="ïṩľïdé"/>
              <p:cNvSpPr txBox="1"/>
              <p:nvPr/>
            </p:nvSpPr>
            <p:spPr bwMode="auto">
              <a:xfrm>
                <a:off x="8436000" y="1123950"/>
                <a:ext cx="3082900" cy="465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02.Text here</a:t>
                </a:r>
                <a:endParaRPr lang="en-US" altLang="zh-CN" sz="2000" b="1" dirty="0"/>
              </a:p>
            </p:txBody>
          </p:sp>
        </p:grpSp>
        <p:grpSp>
          <p:nvGrpSpPr>
            <p:cNvPr id="10" name="íṧlïḍè"/>
            <p:cNvGrpSpPr/>
            <p:nvPr/>
          </p:nvGrpSpPr>
          <p:grpSpPr>
            <a:xfrm>
              <a:off x="8436000" y="4432700"/>
              <a:ext cx="3082900" cy="1305953"/>
              <a:chOff x="8436000" y="1123950"/>
              <a:chExt cx="3082900" cy="1305953"/>
            </a:xfrm>
          </p:grpSpPr>
          <p:sp>
            <p:nvSpPr>
              <p:cNvPr id="18" name="îṡlíḓe"/>
              <p:cNvSpPr/>
              <p:nvPr/>
            </p:nvSpPr>
            <p:spPr bwMode="auto">
              <a:xfrm>
                <a:off x="8436000" y="1589309"/>
                <a:ext cx="3082900" cy="8405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  <a:p>
                <a:pPr marL="171450" indent="-1714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  <p:sp>
            <p:nvSpPr>
              <p:cNvPr id="19" name="íṣḷiḓe"/>
              <p:cNvSpPr txBox="1"/>
              <p:nvPr/>
            </p:nvSpPr>
            <p:spPr bwMode="auto">
              <a:xfrm>
                <a:off x="8436000" y="1123950"/>
                <a:ext cx="3082900" cy="465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03.Text here</a:t>
                </a:r>
                <a:endParaRPr lang="en-US" altLang="zh-CN" sz="2000" b="1" dirty="0"/>
              </a:p>
            </p:txBody>
          </p:sp>
        </p:grpSp>
        <p:cxnSp>
          <p:nvCxnSpPr>
            <p:cNvPr id="11" name="肘形连接符 41"/>
            <p:cNvCxnSpPr>
              <a:stCxn id="24" idx="6"/>
              <a:endCxn id="22" idx="1"/>
            </p:cNvCxnSpPr>
            <p:nvPr/>
          </p:nvCxnSpPr>
          <p:spPr>
            <a:xfrm flipV="1">
              <a:off x="7635172" y="2005004"/>
              <a:ext cx="800828" cy="1423996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肘形连接符 42"/>
            <p:cNvCxnSpPr>
              <a:stCxn id="24" idx="6"/>
              <a:endCxn id="18" idx="1"/>
            </p:cNvCxnSpPr>
            <p:nvPr/>
          </p:nvCxnSpPr>
          <p:spPr>
            <a:xfrm>
              <a:off x="7635172" y="3429000"/>
              <a:ext cx="800828" cy="1889356"/>
            </a:xfrm>
            <a:prstGeom prst="bentConnector3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8571000" y="2606637"/>
              <a:ext cx="294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8571000" y="4322840"/>
              <a:ext cx="294948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iśḷíḑê"/>
            <p:cNvGrpSpPr/>
            <p:nvPr/>
          </p:nvGrpSpPr>
          <p:grpSpPr>
            <a:xfrm>
              <a:off x="687280" y="2444325"/>
              <a:ext cx="3805235" cy="1998194"/>
              <a:chOff x="687278" y="2398652"/>
              <a:chExt cx="3524773" cy="1998194"/>
            </a:xfrm>
          </p:grpSpPr>
          <p:sp>
            <p:nvSpPr>
              <p:cNvPr id="16" name="í$ḷidè"/>
              <p:cNvSpPr/>
              <p:nvPr/>
            </p:nvSpPr>
            <p:spPr>
              <a:xfrm>
                <a:off x="687278" y="2840457"/>
                <a:ext cx="3524773" cy="15563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Unified fonts make reading more fluent.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Theme color makes PPT more convenient to change.</a:t>
                </a:r>
                <a:endParaRPr lang="en-US" altLang="zh-CN" sz="1100" dirty="0"/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Adjust the spacing to adapt to Chinese typesetting, use the reference line in PPT.</a:t>
                </a:r>
                <a:endParaRPr lang="en-US" altLang="zh-CN" sz="1100" dirty="0"/>
              </a:p>
            </p:txBody>
          </p:sp>
          <p:sp>
            <p:nvSpPr>
              <p:cNvPr id="17" name="íšļíḑê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400" b="1" dirty="0"/>
                  <a:t>Text here</a:t>
                </a:r>
                <a:endParaRPr lang="en-US" altLang="zh-CN" sz="2400" b="1" dirty="0"/>
              </a:p>
            </p:txBody>
          </p:sp>
        </p:grp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4.5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44ed5567-af30-4640-90b3-39865954905f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30553" y="1450271"/>
            <a:ext cx="9930895" cy="4693354"/>
            <a:chOff x="699005" y="1030990"/>
            <a:chExt cx="10818072" cy="5112635"/>
          </a:xfrm>
        </p:grpSpPr>
        <p:grpSp>
          <p:nvGrpSpPr>
            <p:cNvPr id="6" name="iśļîḍe"/>
            <p:cNvGrpSpPr/>
            <p:nvPr/>
          </p:nvGrpSpPr>
          <p:grpSpPr>
            <a:xfrm>
              <a:off x="1914416" y="1030990"/>
              <a:ext cx="8363151" cy="4161561"/>
              <a:chOff x="2046000" y="1183105"/>
              <a:chExt cx="7470000" cy="3717118"/>
            </a:xfrm>
          </p:grpSpPr>
          <p:sp>
            <p:nvSpPr>
              <p:cNvPr id="24" name="ïṩļiḓê"/>
              <p:cNvSpPr/>
              <p:nvPr/>
            </p:nvSpPr>
            <p:spPr bwMode="auto">
              <a:xfrm>
                <a:off x="6441871" y="3840506"/>
                <a:ext cx="150830" cy="291738"/>
              </a:xfrm>
              <a:custGeom>
                <a:avLst/>
                <a:gdLst/>
                <a:ahLst/>
                <a:cxnLst>
                  <a:cxn ang="0">
                    <a:pos x="9" y="114"/>
                  </a:cxn>
                  <a:cxn ang="0">
                    <a:pos x="18" y="94"/>
                  </a:cxn>
                  <a:cxn ang="0">
                    <a:pos x="11" y="71"/>
                  </a:cxn>
                  <a:cxn ang="0">
                    <a:pos x="40" y="43"/>
                  </a:cxn>
                  <a:cxn ang="0">
                    <a:pos x="71" y="13"/>
                  </a:cxn>
                  <a:cxn ang="0">
                    <a:pos x="73" y="0"/>
                  </a:cxn>
                  <a:cxn ang="0">
                    <a:pos x="91" y="42"/>
                  </a:cxn>
                  <a:cxn ang="0">
                    <a:pos x="91" y="49"/>
                  </a:cxn>
                  <a:cxn ang="0">
                    <a:pos x="84" y="47"/>
                  </a:cxn>
                  <a:cxn ang="0">
                    <a:pos x="64" y="126"/>
                  </a:cxn>
                  <a:cxn ang="0">
                    <a:pos x="25" y="175"/>
                  </a:cxn>
                  <a:cxn ang="0">
                    <a:pos x="5" y="151"/>
                  </a:cxn>
                  <a:cxn ang="0">
                    <a:pos x="5" y="140"/>
                  </a:cxn>
                  <a:cxn ang="0">
                    <a:pos x="0" y="122"/>
                  </a:cxn>
                  <a:cxn ang="0">
                    <a:pos x="9" y="114"/>
                  </a:cxn>
                </a:cxnLst>
                <a:rect l="0" t="0" r="r" b="b"/>
                <a:pathLst>
                  <a:path w="91" h="175">
                    <a:moveTo>
                      <a:pt x="9" y="114"/>
                    </a:moveTo>
                    <a:cubicBezTo>
                      <a:pt x="9" y="114"/>
                      <a:pt x="18" y="95"/>
                      <a:pt x="18" y="94"/>
                    </a:cubicBezTo>
                    <a:cubicBezTo>
                      <a:pt x="18" y="89"/>
                      <a:pt x="11" y="78"/>
                      <a:pt x="11" y="71"/>
                    </a:cubicBezTo>
                    <a:cubicBezTo>
                      <a:pt x="11" y="49"/>
                      <a:pt x="27" y="50"/>
                      <a:pt x="40" y="43"/>
                    </a:cubicBezTo>
                    <a:cubicBezTo>
                      <a:pt x="50" y="37"/>
                      <a:pt x="64" y="20"/>
                      <a:pt x="71" y="13"/>
                    </a:cubicBezTo>
                    <a:cubicBezTo>
                      <a:pt x="73" y="11"/>
                      <a:pt x="72" y="4"/>
                      <a:pt x="73" y="0"/>
                    </a:cubicBezTo>
                    <a:cubicBezTo>
                      <a:pt x="88" y="2"/>
                      <a:pt x="87" y="31"/>
                      <a:pt x="91" y="42"/>
                    </a:cubicBezTo>
                    <a:cubicBezTo>
                      <a:pt x="91" y="49"/>
                      <a:pt x="91" y="49"/>
                      <a:pt x="91" y="49"/>
                    </a:cubicBezTo>
                    <a:cubicBezTo>
                      <a:pt x="89" y="48"/>
                      <a:pt x="85" y="47"/>
                      <a:pt x="84" y="47"/>
                    </a:cubicBezTo>
                    <a:cubicBezTo>
                      <a:pt x="84" y="79"/>
                      <a:pt x="74" y="101"/>
                      <a:pt x="64" y="126"/>
                    </a:cubicBezTo>
                    <a:cubicBezTo>
                      <a:pt x="56" y="146"/>
                      <a:pt x="52" y="175"/>
                      <a:pt x="25" y="175"/>
                    </a:cubicBezTo>
                    <a:cubicBezTo>
                      <a:pt x="14" y="175"/>
                      <a:pt x="5" y="163"/>
                      <a:pt x="5" y="151"/>
                    </a:cubicBezTo>
                    <a:cubicBezTo>
                      <a:pt x="5" y="145"/>
                      <a:pt x="6" y="143"/>
                      <a:pt x="5" y="140"/>
                    </a:cubicBezTo>
                    <a:cubicBezTo>
                      <a:pt x="0" y="136"/>
                      <a:pt x="0" y="129"/>
                      <a:pt x="0" y="122"/>
                    </a:cubicBezTo>
                    <a:cubicBezTo>
                      <a:pt x="0" y="121"/>
                      <a:pt x="8" y="114"/>
                      <a:pt x="9" y="11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25" name="îṥḻïḓe"/>
              <p:cNvSpPr/>
              <p:nvPr/>
            </p:nvSpPr>
            <p:spPr bwMode="auto">
              <a:xfrm>
                <a:off x="5185615" y="2754928"/>
                <a:ext cx="1424949" cy="1593638"/>
              </a:xfrm>
              <a:custGeom>
                <a:avLst/>
                <a:gdLst/>
                <a:ahLst/>
                <a:cxnLst>
                  <a:cxn ang="0">
                    <a:pos x="499" y="66"/>
                  </a:cxn>
                  <a:cxn ang="0">
                    <a:pos x="527" y="81"/>
                  </a:cxn>
                  <a:cxn ang="0">
                    <a:pos x="609" y="86"/>
                  </a:cxn>
                  <a:cxn ang="0">
                    <a:pos x="644" y="89"/>
                  </a:cxn>
                  <a:cxn ang="0">
                    <a:pos x="644" y="136"/>
                  </a:cxn>
                  <a:cxn ang="0">
                    <a:pos x="620" y="115"/>
                  </a:cxn>
                  <a:cxn ang="0">
                    <a:pos x="679" y="223"/>
                  </a:cxn>
                  <a:cxn ang="0">
                    <a:pos x="699" y="267"/>
                  </a:cxn>
                  <a:cxn ang="0">
                    <a:pos x="730" y="310"/>
                  </a:cxn>
                  <a:cxn ang="0">
                    <a:pos x="755" y="348"/>
                  </a:cxn>
                  <a:cxn ang="0">
                    <a:pos x="787" y="359"/>
                  </a:cxn>
                  <a:cxn ang="0">
                    <a:pos x="853" y="346"/>
                  </a:cxn>
                  <a:cxn ang="0">
                    <a:pos x="826" y="425"/>
                  </a:cxn>
                  <a:cxn ang="0">
                    <a:pos x="719" y="541"/>
                  </a:cxn>
                  <a:cxn ang="0">
                    <a:pos x="708" y="600"/>
                  </a:cxn>
                  <a:cxn ang="0">
                    <a:pos x="721" y="638"/>
                  </a:cxn>
                  <a:cxn ang="0">
                    <a:pos x="720" y="676"/>
                  </a:cxn>
                  <a:cxn ang="0">
                    <a:pos x="660" y="745"/>
                  </a:cxn>
                  <a:cxn ang="0">
                    <a:pos x="659" y="788"/>
                  </a:cxn>
                  <a:cxn ang="0">
                    <a:pos x="643" y="816"/>
                  </a:cxn>
                  <a:cxn ang="0">
                    <a:pos x="627" y="846"/>
                  </a:cxn>
                  <a:cxn ang="0">
                    <a:pos x="592" y="902"/>
                  </a:cxn>
                  <a:cxn ang="0">
                    <a:pos x="538" y="946"/>
                  </a:cxn>
                  <a:cxn ang="0">
                    <a:pos x="512" y="944"/>
                  </a:cxn>
                  <a:cxn ang="0">
                    <a:pos x="452" y="949"/>
                  </a:cxn>
                  <a:cxn ang="0">
                    <a:pos x="440" y="929"/>
                  </a:cxn>
                  <a:cxn ang="0">
                    <a:pos x="431" y="893"/>
                  </a:cxn>
                  <a:cxn ang="0">
                    <a:pos x="395" y="789"/>
                  </a:cxn>
                  <a:cxn ang="0">
                    <a:pos x="360" y="708"/>
                  </a:cxn>
                  <a:cxn ang="0">
                    <a:pos x="382" y="621"/>
                  </a:cxn>
                  <a:cxn ang="0">
                    <a:pos x="364" y="558"/>
                  </a:cxn>
                  <a:cxn ang="0">
                    <a:pos x="337" y="490"/>
                  </a:cxn>
                  <a:cxn ang="0">
                    <a:pos x="342" y="461"/>
                  </a:cxn>
                  <a:cxn ang="0">
                    <a:pos x="295" y="443"/>
                  </a:cxn>
                  <a:cxn ang="0">
                    <a:pos x="206" y="433"/>
                  </a:cxn>
                  <a:cxn ang="0">
                    <a:pos x="164" y="434"/>
                  </a:cxn>
                  <a:cxn ang="0">
                    <a:pos x="109" y="439"/>
                  </a:cxn>
                  <a:cxn ang="0">
                    <a:pos x="40" y="369"/>
                  </a:cxn>
                  <a:cxn ang="0">
                    <a:pos x="7" y="338"/>
                  </a:cxn>
                  <a:cxn ang="0">
                    <a:pos x="7" y="324"/>
                  </a:cxn>
                  <a:cxn ang="0">
                    <a:pos x="18" y="269"/>
                  </a:cxn>
                  <a:cxn ang="0">
                    <a:pos x="22" y="199"/>
                  </a:cxn>
                  <a:cxn ang="0">
                    <a:pos x="77" y="132"/>
                  </a:cxn>
                  <a:cxn ang="0">
                    <a:pos x="104" y="77"/>
                  </a:cxn>
                  <a:cxn ang="0">
                    <a:pos x="141" y="36"/>
                  </a:cxn>
                  <a:cxn ang="0">
                    <a:pos x="187" y="35"/>
                  </a:cxn>
                  <a:cxn ang="0">
                    <a:pos x="273" y="6"/>
                  </a:cxn>
                  <a:cxn ang="0">
                    <a:pos x="307" y="4"/>
                  </a:cxn>
                  <a:cxn ang="0">
                    <a:pos x="338" y="0"/>
                  </a:cxn>
                  <a:cxn ang="0">
                    <a:pos x="358" y="6"/>
                  </a:cxn>
                  <a:cxn ang="0">
                    <a:pos x="357" y="27"/>
                  </a:cxn>
                  <a:cxn ang="0">
                    <a:pos x="371" y="64"/>
                  </a:cxn>
                  <a:cxn ang="0">
                    <a:pos x="455" y="100"/>
                  </a:cxn>
                  <a:cxn ang="0">
                    <a:pos x="464" y="84"/>
                  </a:cxn>
                  <a:cxn ang="0">
                    <a:pos x="490" y="66"/>
                  </a:cxn>
                </a:cxnLst>
                <a:rect l="0" t="0" r="r" b="b"/>
                <a:pathLst>
                  <a:path w="856" h="957">
                    <a:moveTo>
                      <a:pt x="490" y="66"/>
                    </a:moveTo>
                    <a:cubicBezTo>
                      <a:pt x="499" y="66"/>
                      <a:pt x="499" y="66"/>
                      <a:pt x="499" y="66"/>
                    </a:cubicBezTo>
                    <a:cubicBezTo>
                      <a:pt x="499" y="73"/>
                      <a:pt x="504" y="74"/>
                      <a:pt x="506" y="77"/>
                    </a:cubicBezTo>
                    <a:cubicBezTo>
                      <a:pt x="510" y="82"/>
                      <a:pt x="520" y="78"/>
                      <a:pt x="527" y="81"/>
                    </a:cubicBezTo>
                    <a:cubicBezTo>
                      <a:pt x="541" y="86"/>
                      <a:pt x="561" y="93"/>
                      <a:pt x="576" y="93"/>
                    </a:cubicBezTo>
                    <a:cubicBezTo>
                      <a:pt x="591" y="93"/>
                      <a:pt x="595" y="86"/>
                      <a:pt x="609" y="86"/>
                    </a:cubicBezTo>
                    <a:cubicBezTo>
                      <a:pt x="617" y="86"/>
                      <a:pt x="622" y="92"/>
                      <a:pt x="632" y="92"/>
                    </a:cubicBezTo>
                    <a:cubicBezTo>
                      <a:pt x="638" y="92"/>
                      <a:pt x="638" y="90"/>
                      <a:pt x="644" y="89"/>
                    </a:cubicBezTo>
                    <a:cubicBezTo>
                      <a:pt x="647" y="96"/>
                      <a:pt x="653" y="102"/>
                      <a:pt x="653" y="111"/>
                    </a:cubicBezTo>
                    <a:cubicBezTo>
                      <a:pt x="653" y="115"/>
                      <a:pt x="646" y="131"/>
                      <a:pt x="644" y="136"/>
                    </a:cubicBezTo>
                    <a:cubicBezTo>
                      <a:pt x="635" y="135"/>
                      <a:pt x="627" y="115"/>
                      <a:pt x="620" y="107"/>
                    </a:cubicBezTo>
                    <a:cubicBezTo>
                      <a:pt x="620" y="115"/>
                      <a:pt x="620" y="115"/>
                      <a:pt x="620" y="115"/>
                    </a:cubicBezTo>
                    <a:cubicBezTo>
                      <a:pt x="662" y="189"/>
                      <a:pt x="662" y="189"/>
                      <a:pt x="662" y="189"/>
                    </a:cubicBezTo>
                    <a:cubicBezTo>
                      <a:pt x="659" y="198"/>
                      <a:pt x="673" y="218"/>
                      <a:pt x="679" y="223"/>
                    </a:cubicBezTo>
                    <a:cubicBezTo>
                      <a:pt x="679" y="246"/>
                      <a:pt x="679" y="246"/>
                      <a:pt x="679" y="246"/>
                    </a:cubicBezTo>
                    <a:cubicBezTo>
                      <a:pt x="684" y="258"/>
                      <a:pt x="692" y="258"/>
                      <a:pt x="699" y="267"/>
                    </a:cubicBezTo>
                    <a:cubicBezTo>
                      <a:pt x="707" y="278"/>
                      <a:pt x="702" y="289"/>
                      <a:pt x="710" y="297"/>
                    </a:cubicBezTo>
                    <a:cubicBezTo>
                      <a:pt x="717" y="304"/>
                      <a:pt x="722" y="305"/>
                      <a:pt x="730" y="310"/>
                    </a:cubicBezTo>
                    <a:cubicBezTo>
                      <a:pt x="737" y="316"/>
                      <a:pt x="741" y="334"/>
                      <a:pt x="755" y="334"/>
                    </a:cubicBezTo>
                    <a:cubicBezTo>
                      <a:pt x="755" y="341"/>
                      <a:pt x="759" y="343"/>
                      <a:pt x="755" y="348"/>
                    </a:cubicBezTo>
                    <a:cubicBezTo>
                      <a:pt x="761" y="352"/>
                      <a:pt x="767" y="366"/>
                      <a:pt x="774" y="366"/>
                    </a:cubicBezTo>
                    <a:cubicBezTo>
                      <a:pt x="781" y="366"/>
                      <a:pt x="782" y="361"/>
                      <a:pt x="787" y="359"/>
                    </a:cubicBezTo>
                    <a:cubicBezTo>
                      <a:pt x="794" y="357"/>
                      <a:pt x="798" y="360"/>
                      <a:pt x="805" y="359"/>
                    </a:cubicBezTo>
                    <a:cubicBezTo>
                      <a:pt x="822" y="356"/>
                      <a:pt x="838" y="350"/>
                      <a:pt x="853" y="346"/>
                    </a:cubicBezTo>
                    <a:cubicBezTo>
                      <a:pt x="855" y="348"/>
                      <a:pt x="856" y="350"/>
                      <a:pt x="856" y="352"/>
                    </a:cubicBezTo>
                    <a:cubicBezTo>
                      <a:pt x="856" y="377"/>
                      <a:pt x="837" y="410"/>
                      <a:pt x="826" y="425"/>
                    </a:cubicBezTo>
                    <a:cubicBezTo>
                      <a:pt x="812" y="443"/>
                      <a:pt x="807" y="459"/>
                      <a:pt x="790" y="471"/>
                    </a:cubicBezTo>
                    <a:cubicBezTo>
                      <a:pt x="761" y="494"/>
                      <a:pt x="730" y="501"/>
                      <a:pt x="719" y="541"/>
                    </a:cubicBezTo>
                    <a:cubicBezTo>
                      <a:pt x="716" y="552"/>
                      <a:pt x="704" y="555"/>
                      <a:pt x="704" y="567"/>
                    </a:cubicBezTo>
                    <a:cubicBezTo>
                      <a:pt x="704" y="581"/>
                      <a:pt x="708" y="587"/>
                      <a:pt x="708" y="600"/>
                    </a:cubicBezTo>
                    <a:cubicBezTo>
                      <a:pt x="708" y="615"/>
                      <a:pt x="724" y="623"/>
                      <a:pt x="724" y="631"/>
                    </a:cubicBezTo>
                    <a:cubicBezTo>
                      <a:pt x="724" y="634"/>
                      <a:pt x="722" y="637"/>
                      <a:pt x="721" y="638"/>
                    </a:cubicBezTo>
                    <a:cubicBezTo>
                      <a:pt x="721" y="649"/>
                      <a:pt x="721" y="649"/>
                      <a:pt x="721" y="649"/>
                    </a:cubicBezTo>
                    <a:cubicBezTo>
                      <a:pt x="721" y="656"/>
                      <a:pt x="720" y="664"/>
                      <a:pt x="720" y="676"/>
                    </a:cubicBezTo>
                    <a:cubicBezTo>
                      <a:pt x="722" y="679"/>
                      <a:pt x="723" y="682"/>
                      <a:pt x="723" y="685"/>
                    </a:cubicBezTo>
                    <a:cubicBezTo>
                      <a:pt x="723" y="720"/>
                      <a:pt x="665" y="716"/>
                      <a:pt x="660" y="745"/>
                    </a:cubicBezTo>
                    <a:cubicBezTo>
                      <a:pt x="654" y="746"/>
                      <a:pt x="647" y="753"/>
                      <a:pt x="647" y="758"/>
                    </a:cubicBezTo>
                    <a:cubicBezTo>
                      <a:pt x="647" y="768"/>
                      <a:pt x="659" y="774"/>
                      <a:pt x="659" y="788"/>
                    </a:cubicBezTo>
                    <a:cubicBezTo>
                      <a:pt x="659" y="795"/>
                      <a:pt x="658" y="809"/>
                      <a:pt x="656" y="813"/>
                    </a:cubicBezTo>
                    <a:cubicBezTo>
                      <a:pt x="653" y="817"/>
                      <a:pt x="646" y="815"/>
                      <a:pt x="643" y="816"/>
                    </a:cubicBezTo>
                    <a:cubicBezTo>
                      <a:pt x="632" y="822"/>
                      <a:pt x="626" y="826"/>
                      <a:pt x="621" y="837"/>
                    </a:cubicBezTo>
                    <a:cubicBezTo>
                      <a:pt x="624" y="839"/>
                      <a:pt x="627" y="842"/>
                      <a:pt x="627" y="846"/>
                    </a:cubicBezTo>
                    <a:cubicBezTo>
                      <a:pt x="627" y="859"/>
                      <a:pt x="615" y="868"/>
                      <a:pt x="610" y="874"/>
                    </a:cubicBezTo>
                    <a:cubicBezTo>
                      <a:pt x="600" y="883"/>
                      <a:pt x="599" y="893"/>
                      <a:pt x="592" y="902"/>
                    </a:cubicBezTo>
                    <a:cubicBezTo>
                      <a:pt x="581" y="916"/>
                      <a:pt x="576" y="929"/>
                      <a:pt x="558" y="938"/>
                    </a:cubicBezTo>
                    <a:cubicBezTo>
                      <a:pt x="550" y="941"/>
                      <a:pt x="539" y="938"/>
                      <a:pt x="538" y="946"/>
                    </a:cubicBezTo>
                    <a:cubicBezTo>
                      <a:pt x="532" y="946"/>
                      <a:pt x="529" y="949"/>
                      <a:pt x="525" y="949"/>
                    </a:cubicBezTo>
                    <a:cubicBezTo>
                      <a:pt x="520" y="949"/>
                      <a:pt x="517" y="944"/>
                      <a:pt x="512" y="944"/>
                    </a:cubicBezTo>
                    <a:cubicBezTo>
                      <a:pt x="494" y="944"/>
                      <a:pt x="483" y="957"/>
                      <a:pt x="466" y="957"/>
                    </a:cubicBezTo>
                    <a:cubicBezTo>
                      <a:pt x="459" y="957"/>
                      <a:pt x="455" y="953"/>
                      <a:pt x="452" y="949"/>
                    </a:cubicBezTo>
                    <a:cubicBezTo>
                      <a:pt x="449" y="949"/>
                      <a:pt x="449" y="950"/>
                      <a:pt x="448" y="951"/>
                    </a:cubicBezTo>
                    <a:cubicBezTo>
                      <a:pt x="448" y="942"/>
                      <a:pt x="443" y="932"/>
                      <a:pt x="440" y="929"/>
                    </a:cubicBezTo>
                    <a:cubicBezTo>
                      <a:pt x="443" y="925"/>
                      <a:pt x="445" y="922"/>
                      <a:pt x="445" y="917"/>
                    </a:cubicBezTo>
                    <a:cubicBezTo>
                      <a:pt x="445" y="910"/>
                      <a:pt x="433" y="897"/>
                      <a:pt x="431" y="893"/>
                    </a:cubicBezTo>
                    <a:cubicBezTo>
                      <a:pt x="415" y="866"/>
                      <a:pt x="395" y="840"/>
                      <a:pt x="395" y="801"/>
                    </a:cubicBezTo>
                    <a:cubicBezTo>
                      <a:pt x="395" y="794"/>
                      <a:pt x="395" y="792"/>
                      <a:pt x="395" y="789"/>
                    </a:cubicBezTo>
                    <a:cubicBezTo>
                      <a:pt x="395" y="783"/>
                      <a:pt x="389" y="781"/>
                      <a:pt x="386" y="774"/>
                    </a:cubicBezTo>
                    <a:cubicBezTo>
                      <a:pt x="374" y="754"/>
                      <a:pt x="360" y="737"/>
                      <a:pt x="360" y="708"/>
                    </a:cubicBezTo>
                    <a:cubicBezTo>
                      <a:pt x="360" y="677"/>
                      <a:pt x="388" y="670"/>
                      <a:pt x="388" y="646"/>
                    </a:cubicBezTo>
                    <a:cubicBezTo>
                      <a:pt x="388" y="635"/>
                      <a:pt x="384" y="631"/>
                      <a:pt x="382" y="621"/>
                    </a:cubicBezTo>
                    <a:cubicBezTo>
                      <a:pt x="379" y="602"/>
                      <a:pt x="376" y="596"/>
                      <a:pt x="371" y="585"/>
                    </a:cubicBezTo>
                    <a:cubicBezTo>
                      <a:pt x="368" y="576"/>
                      <a:pt x="370" y="566"/>
                      <a:pt x="364" y="558"/>
                    </a:cubicBezTo>
                    <a:cubicBezTo>
                      <a:pt x="352" y="544"/>
                      <a:pt x="327" y="528"/>
                      <a:pt x="327" y="508"/>
                    </a:cubicBezTo>
                    <a:cubicBezTo>
                      <a:pt x="327" y="503"/>
                      <a:pt x="334" y="492"/>
                      <a:pt x="337" y="490"/>
                    </a:cubicBezTo>
                    <a:cubicBezTo>
                      <a:pt x="336" y="486"/>
                      <a:pt x="337" y="485"/>
                      <a:pt x="337" y="483"/>
                    </a:cubicBezTo>
                    <a:cubicBezTo>
                      <a:pt x="337" y="478"/>
                      <a:pt x="337" y="465"/>
                      <a:pt x="342" y="461"/>
                    </a:cubicBezTo>
                    <a:cubicBezTo>
                      <a:pt x="337" y="451"/>
                      <a:pt x="329" y="443"/>
                      <a:pt x="314" y="443"/>
                    </a:cubicBezTo>
                    <a:cubicBezTo>
                      <a:pt x="306" y="443"/>
                      <a:pt x="299" y="443"/>
                      <a:pt x="295" y="443"/>
                    </a:cubicBezTo>
                    <a:cubicBezTo>
                      <a:pt x="282" y="443"/>
                      <a:pt x="279" y="417"/>
                      <a:pt x="261" y="417"/>
                    </a:cubicBezTo>
                    <a:cubicBezTo>
                      <a:pt x="239" y="417"/>
                      <a:pt x="223" y="427"/>
                      <a:pt x="206" y="433"/>
                    </a:cubicBezTo>
                    <a:cubicBezTo>
                      <a:pt x="199" y="435"/>
                      <a:pt x="197" y="440"/>
                      <a:pt x="191" y="440"/>
                    </a:cubicBezTo>
                    <a:cubicBezTo>
                      <a:pt x="184" y="440"/>
                      <a:pt x="173" y="434"/>
                      <a:pt x="164" y="434"/>
                    </a:cubicBezTo>
                    <a:cubicBezTo>
                      <a:pt x="147" y="434"/>
                      <a:pt x="139" y="443"/>
                      <a:pt x="122" y="443"/>
                    </a:cubicBezTo>
                    <a:cubicBezTo>
                      <a:pt x="117" y="443"/>
                      <a:pt x="111" y="440"/>
                      <a:pt x="109" y="439"/>
                    </a:cubicBezTo>
                    <a:cubicBezTo>
                      <a:pt x="97" y="430"/>
                      <a:pt x="71" y="415"/>
                      <a:pt x="62" y="401"/>
                    </a:cubicBezTo>
                    <a:cubicBezTo>
                      <a:pt x="53" y="388"/>
                      <a:pt x="51" y="377"/>
                      <a:pt x="40" y="369"/>
                    </a:cubicBezTo>
                    <a:cubicBezTo>
                      <a:pt x="37" y="366"/>
                      <a:pt x="13" y="346"/>
                      <a:pt x="13" y="344"/>
                    </a:cubicBezTo>
                    <a:cubicBezTo>
                      <a:pt x="11" y="341"/>
                      <a:pt x="10" y="340"/>
                      <a:pt x="7" y="338"/>
                    </a:cubicBezTo>
                    <a:cubicBezTo>
                      <a:pt x="9" y="338"/>
                      <a:pt x="9" y="338"/>
                      <a:pt x="9" y="338"/>
                    </a:cubicBezTo>
                    <a:cubicBezTo>
                      <a:pt x="9" y="331"/>
                      <a:pt x="7" y="328"/>
                      <a:pt x="7" y="324"/>
                    </a:cubicBezTo>
                    <a:cubicBezTo>
                      <a:pt x="7" y="317"/>
                      <a:pt x="3" y="315"/>
                      <a:pt x="0" y="309"/>
                    </a:cubicBezTo>
                    <a:cubicBezTo>
                      <a:pt x="10" y="304"/>
                      <a:pt x="18" y="280"/>
                      <a:pt x="18" y="269"/>
                    </a:cubicBezTo>
                    <a:cubicBezTo>
                      <a:pt x="18" y="250"/>
                      <a:pt x="10" y="238"/>
                      <a:pt x="10" y="220"/>
                    </a:cubicBezTo>
                    <a:cubicBezTo>
                      <a:pt x="10" y="211"/>
                      <a:pt x="20" y="206"/>
                      <a:pt x="22" y="199"/>
                    </a:cubicBezTo>
                    <a:cubicBezTo>
                      <a:pt x="28" y="182"/>
                      <a:pt x="41" y="158"/>
                      <a:pt x="52" y="144"/>
                    </a:cubicBezTo>
                    <a:cubicBezTo>
                      <a:pt x="58" y="135"/>
                      <a:pt x="69" y="136"/>
                      <a:pt x="77" y="132"/>
                    </a:cubicBezTo>
                    <a:cubicBezTo>
                      <a:pt x="84" y="128"/>
                      <a:pt x="95" y="119"/>
                      <a:pt x="97" y="112"/>
                    </a:cubicBezTo>
                    <a:cubicBezTo>
                      <a:pt x="102" y="96"/>
                      <a:pt x="96" y="89"/>
                      <a:pt x="104" y="77"/>
                    </a:cubicBezTo>
                    <a:cubicBezTo>
                      <a:pt x="116" y="63"/>
                      <a:pt x="131" y="49"/>
                      <a:pt x="142" y="36"/>
                    </a:cubicBezTo>
                    <a:cubicBezTo>
                      <a:pt x="141" y="36"/>
                      <a:pt x="141" y="36"/>
                      <a:pt x="141" y="36"/>
                    </a:cubicBezTo>
                    <a:cubicBezTo>
                      <a:pt x="145" y="31"/>
                      <a:pt x="146" y="27"/>
                      <a:pt x="150" y="24"/>
                    </a:cubicBezTo>
                    <a:cubicBezTo>
                      <a:pt x="161" y="32"/>
                      <a:pt x="172" y="35"/>
                      <a:pt x="187" y="35"/>
                    </a:cubicBezTo>
                    <a:cubicBezTo>
                      <a:pt x="197" y="35"/>
                      <a:pt x="198" y="29"/>
                      <a:pt x="204" y="27"/>
                    </a:cubicBezTo>
                    <a:cubicBezTo>
                      <a:pt x="221" y="18"/>
                      <a:pt x="254" y="6"/>
                      <a:pt x="273" y="6"/>
                    </a:cubicBezTo>
                    <a:cubicBezTo>
                      <a:pt x="280" y="6"/>
                      <a:pt x="285" y="10"/>
                      <a:pt x="289" y="10"/>
                    </a:cubicBezTo>
                    <a:cubicBezTo>
                      <a:pt x="294" y="10"/>
                      <a:pt x="301" y="4"/>
                      <a:pt x="307" y="4"/>
                    </a:cubicBezTo>
                    <a:cubicBezTo>
                      <a:pt x="313" y="4"/>
                      <a:pt x="316" y="7"/>
                      <a:pt x="321" y="7"/>
                    </a:cubicBezTo>
                    <a:cubicBezTo>
                      <a:pt x="329" y="7"/>
                      <a:pt x="330" y="0"/>
                      <a:pt x="338" y="0"/>
                    </a:cubicBezTo>
                    <a:cubicBezTo>
                      <a:pt x="347" y="0"/>
                      <a:pt x="344" y="8"/>
                      <a:pt x="351" y="8"/>
                    </a:cubicBezTo>
                    <a:cubicBezTo>
                      <a:pt x="354" y="8"/>
                      <a:pt x="355" y="6"/>
                      <a:pt x="358" y="6"/>
                    </a:cubicBezTo>
                    <a:cubicBezTo>
                      <a:pt x="358" y="12"/>
                      <a:pt x="351" y="11"/>
                      <a:pt x="351" y="17"/>
                    </a:cubicBezTo>
                    <a:cubicBezTo>
                      <a:pt x="351" y="21"/>
                      <a:pt x="357" y="23"/>
                      <a:pt x="357" y="27"/>
                    </a:cubicBezTo>
                    <a:cubicBezTo>
                      <a:pt x="357" y="33"/>
                      <a:pt x="351" y="37"/>
                      <a:pt x="351" y="44"/>
                    </a:cubicBezTo>
                    <a:cubicBezTo>
                      <a:pt x="351" y="55"/>
                      <a:pt x="363" y="64"/>
                      <a:pt x="371" y="64"/>
                    </a:cubicBezTo>
                    <a:cubicBezTo>
                      <a:pt x="377" y="64"/>
                      <a:pt x="380" y="64"/>
                      <a:pt x="384" y="64"/>
                    </a:cubicBezTo>
                    <a:cubicBezTo>
                      <a:pt x="412" y="64"/>
                      <a:pt x="423" y="100"/>
                      <a:pt x="455" y="100"/>
                    </a:cubicBezTo>
                    <a:cubicBezTo>
                      <a:pt x="459" y="100"/>
                      <a:pt x="464" y="95"/>
                      <a:pt x="464" y="93"/>
                    </a:cubicBezTo>
                    <a:cubicBezTo>
                      <a:pt x="464" y="90"/>
                      <a:pt x="464" y="87"/>
                      <a:pt x="464" y="84"/>
                    </a:cubicBezTo>
                    <a:cubicBezTo>
                      <a:pt x="464" y="70"/>
                      <a:pt x="475" y="70"/>
                      <a:pt x="488" y="66"/>
                    </a:cubicBezTo>
                    <a:lnTo>
                      <a:pt x="490" y="66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26" name="íŝḷíďé"/>
              <p:cNvSpPr/>
              <p:nvPr/>
            </p:nvSpPr>
            <p:spPr bwMode="auto">
              <a:xfrm>
                <a:off x="4491032" y="3584447"/>
                <a:ext cx="49616" cy="39691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20" y="4"/>
                  </a:cxn>
                  <a:cxn ang="0">
                    <a:pos x="27" y="5"/>
                  </a:cxn>
                  <a:cxn ang="0">
                    <a:pos x="30" y="9"/>
                  </a:cxn>
                  <a:cxn ang="0">
                    <a:pos x="18" y="23"/>
                  </a:cxn>
                  <a:cxn ang="0">
                    <a:pos x="0" y="11"/>
                  </a:cxn>
                  <a:cxn ang="0">
                    <a:pos x="9" y="0"/>
                  </a:cxn>
                  <a:cxn ang="0">
                    <a:pos x="10" y="0"/>
                  </a:cxn>
                </a:cxnLst>
                <a:rect l="0" t="0" r="r" b="b"/>
                <a:pathLst>
                  <a:path w="30" h="23">
                    <a:moveTo>
                      <a:pt x="10" y="0"/>
                    </a:moveTo>
                    <a:cubicBezTo>
                      <a:pt x="13" y="1"/>
                      <a:pt x="16" y="4"/>
                      <a:pt x="20" y="4"/>
                    </a:cubicBezTo>
                    <a:cubicBezTo>
                      <a:pt x="21" y="9"/>
                      <a:pt x="25" y="5"/>
                      <a:pt x="27" y="5"/>
                    </a:cubicBezTo>
                    <a:cubicBezTo>
                      <a:pt x="29" y="5"/>
                      <a:pt x="30" y="8"/>
                      <a:pt x="30" y="9"/>
                    </a:cubicBezTo>
                    <a:cubicBezTo>
                      <a:pt x="30" y="12"/>
                      <a:pt x="23" y="23"/>
                      <a:pt x="18" y="23"/>
                    </a:cubicBezTo>
                    <a:cubicBezTo>
                      <a:pt x="11" y="23"/>
                      <a:pt x="0" y="15"/>
                      <a:pt x="0" y="11"/>
                    </a:cubicBezTo>
                    <a:cubicBezTo>
                      <a:pt x="0" y="4"/>
                      <a:pt x="3" y="0"/>
                      <a:pt x="9" y="0"/>
                    </a:cubicBezTo>
                    <a:cubicBezTo>
                      <a:pt x="9" y="0"/>
                      <a:pt x="10" y="0"/>
                      <a:pt x="1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27" name="îŝ1ïḑê"/>
              <p:cNvSpPr/>
              <p:nvPr/>
            </p:nvSpPr>
            <p:spPr bwMode="auto">
              <a:xfrm>
                <a:off x="3851985" y="3326451"/>
                <a:ext cx="974448" cy="1573772"/>
              </a:xfrm>
              <a:custGeom>
                <a:avLst/>
                <a:gdLst/>
                <a:ahLst/>
                <a:cxnLst>
                  <a:cxn ang="0">
                    <a:pos x="46" y="91"/>
                  </a:cxn>
                  <a:cxn ang="0">
                    <a:pos x="51" y="51"/>
                  </a:cxn>
                  <a:cxn ang="0">
                    <a:pos x="59" y="46"/>
                  </a:cxn>
                  <a:cxn ang="0">
                    <a:pos x="82" y="18"/>
                  </a:cxn>
                  <a:cxn ang="0">
                    <a:pos x="128" y="6"/>
                  </a:cxn>
                  <a:cxn ang="0">
                    <a:pos x="126" y="42"/>
                  </a:cxn>
                  <a:cxn ang="0">
                    <a:pos x="136" y="13"/>
                  </a:cxn>
                  <a:cxn ang="0">
                    <a:pos x="146" y="5"/>
                  </a:cxn>
                  <a:cxn ang="0">
                    <a:pos x="194" y="24"/>
                  </a:cxn>
                  <a:cxn ang="0">
                    <a:pos x="227" y="20"/>
                  </a:cxn>
                  <a:cxn ang="0">
                    <a:pos x="233" y="26"/>
                  </a:cxn>
                  <a:cxn ang="0">
                    <a:pos x="270" y="50"/>
                  </a:cxn>
                  <a:cxn ang="0">
                    <a:pos x="328" y="84"/>
                  </a:cxn>
                  <a:cxn ang="0">
                    <a:pos x="354" y="89"/>
                  </a:cxn>
                  <a:cxn ang="0">
                    <a:pos x="389" y="130"/>
                  </a:cxn>
                  <a:cxn ang="0">
                    <a:pos x="383" y="170"/>
                  </a:cxn>
                  <a:cxn ang="0">
                    <a:pos x="403" y="185"/>
                  </a:cxn>
                  <a:cxn ang="0">
                    <a:pos x="454" y="175"/>
                  </a:cxn>
                  <a:cxn ang="0">
                    <a:pos x="467" y="191"/>
                  </a:cxn>
                  <a:cxn ang="0">
                    <a:pos x="513" y="191"/>
                  </a:cxn>
                  <a:cxn ang="0">
                    <a:pos x="575" y="220"/>
                  </a:cxn>
                  <a:cxn ang="0">
                    <a:pos x="549" y="310"/>
                  </a:cxn>
                  <a:cxn ang="0">
                    <a:pos x="532" y="374"/>
                  </a:cxn>
                  <a:cxn ang="0">
                    <a:pos x="522" y="405"/>
                  </a:cxn>
                  <a:cxn ang="0">
                    <a:pos x="485" y="449"/>
                  </a:cxn>
                  <a:cxn ang="0">
                    <a:pos x="429" y="474"/>
                  </a:cxn>
                  <a:cxn ang="0">
                    <a:pos x="412" y="524"/>
                  </a:cxn>
                  <a:cxn ang="0">
                    <a:pos x="388" y="559"/>
                  </a:cxn>
                  <a:cxn ang="0">
                    <a:pos x="311" y="614"/>
                  </a:cxn>
                  <a:cxn ang="0">
                    <a:pos x="297" y="619"/>
                  </a:cxn>
                  <a:cxn ang="0">
                    <a:pos x="308" y="654"/>
                  </a:cxn>
                  <a:cxn ang="0">
                    <a:pos x="244" y="677"/>
                  </a:cxn>
                  <a:cxn ang="0">
                    <a:pos x="240" y="707"/>
                  </a:cxn>
                  <a:cxn ang="0">
                    <a:pos x="205" y="711"/>
                  </a:cxn>
                  <a:cxn ang="0">
                    <a:pos x="225" y="730"/>
                  </a:cxn>
                  <a:cxn ang="0">
                    <a:pos x="214" y="739"/>
                  </a:cxn>
                  <a:cxn ang="0">
                    <a:pos x="178" y="787"/>
                  </a:cxn>
                  <a:cxn ang="0">
                    <a:pos x="176" y="846"/>
                  </a:cxn>
                  <a:cxn ang="0">
                    <a:pos x="161" y="884"/>
                  </a:cxn>
                  <a:cxn ang="0">
                    <a:pos x="200" y="935"/>
                  </a:cxn>
                  <a:cxn ang="0">
                    <a:pos x="169" y="945"/>
                  </a:cxn>
                  <a:cxn ang="0">
                    <a:pos x="127" y="921"/>
                  </a:cxn>
                  <a:cxn ang="0">
                    <a:pos x="92" y="903"/>
                  </a:cxn>
                  <a:cxn ang="0">
                    <a:pos x="93" y="889"/>
                  </a:cxn>
                  <a:cxn ang="0">
                    <a:pos x="84" y="857"/>
                  </a:cxn>
                  <a:cxn ang="0">
                    <a:pos x="82" y="791"/>
                  </a:cxn>
                  <a:cxn ang="0">
                    <a:pos x="86" y="782"/>
                  </a:cxn>
                  <a:cxn ang="0">
                    <a:pos x="112" y="718"/>
                  </a:cxn>
                  <a:cxn ang="0">
                    <a:pos x="95" y="708"/>
                  </a:cxn>
                  <a:cxn ang="0">
                    <a:pos x="102" y="680"/>
                  </a:cxn>
                  <a:cxn ang="0">
                    <a:pos x="114" y="626"/>
                  </a:cxn>
                  <a:cxn ang="0">
                    <a:pos x="124" y="562"/>
                  </a:cxn>
                  <a:cxn ang="0">
                    <a:pos x="136" y="494"/>
                  </a:cxn>
                  <a:cxn ang="0">
                    <a:pos x="143" y="434"/>
                  </a:cxn>
                  <a:cxn ang="0">
                    <a:pos x="104" y="370"/>
                  </a:cxn>
                  <a:cxn ang="0">
                    <a:pos x="62" y="330"/>
                  </a:cxn>
                  <a:cxn ang="0">
                    <a:pos x="28" y="261"/>
                  </a:cxn>
                  <a:cxn ang="0">
                    <a:pos x="11" y="242"/>
                  </a:cxn>
                  <a:cxn ang="0">
                    <a:pos x="18" y="191"/>
                  </a:cxn>
                  <a:cxn ang="0">
                    <a:pos x="14" y="148"/>
                  </a:cxn>
                  <a:cxn ang="0">
                    <a:pos x="47" y="106"/>
                  </a:cxn>
                </a:cxnLst>
                <a:rect l="0" t="0" r="r" b="b"/>
                <a:pathLst>
                  <a:path w="586" h="945">
                    <a:moveTo>
                      <a:pt x="49" y="103"/>
                    </a:moveTo>
                    <a:cubicBezTo>
                      <a:pt x="49" y="102"/>
                      <a:pt x="49" y="101"/>
                      <a:pt x="49" y="100"/>
                    </a:cubicBezTo>
                    <a:cubicBezTo>
                      <a:pt x="49" y="97"/>
                      <a:pt x="46" y="94"/>
                      <a:pt x="46" y="91"/>
                    </a:cubicBezTo>
                    <a:cubicBezTo>
                      <a:pt x="46" y="85"/>
                      <a:pt x="48" y="84"/>
                      <a:pt x="48" y="79"/>
                    </a:cubicBezTo>
                    <a:cubicBezTo>
                      <a:pt x="48" y="70"/>
                      <a:pt x="40" y="71"/>
                      <a:pt x="40" y="63"/>
                    </a:cubicBezTo>
                    <a:cubicBezTo>
                      <a:pt x="40" y="57"/>
                      <a:pt x="49" y="55"/>
                      <a:pt x="51" y="51"/>
                    </a:cubicBezTo>
                    <a:cubicBezTo>
                      <a:pt x="55" y="52"/>
                      <a:pt x="53" y="52"/>
                      <a:pt x="57" y="51"/>
                    </a:cubicBezTo>
                    <a:cubicBezTo>
                      <a:pt x="57" y="50"/>
                      <a:pt x="57" y="49"/>
                      <a:pt x="57" y="48"/>
                    </a:cubicBezTo>
                    <a:cubicBezTo>
                      <a:pt x="57" y="48"/>
                      <a:pt x="58" y="46"/>
                      <a:pt x="59" y="46"/>
                    </a:cubicBezTo>
                    <a:cubicBezTo>
                      <a:pt x="59" y="42"/>
                      <a:pt x="64" y="40"/>
                      <a:pt x="66" y="39"/>
                    </a:cubicBezTo>
                    <a:cubicBezTo>
                      <a:pt x="69" y="37"/>
                      <a:pt x="69" y="31"/>
                      <a:pt x="70" y="28"/>
                    </a:cubicBezTo>
                    <a:cubicBezTo>
                      <a:pt x="72" y="21"/>
                      <a:pt x="76" y="19"/>
                      <a:pt x="82" y="18"/>
                    </a:cubicBezTo>
                    <a:cubicBezTo>
                      <a:pt x="93" y="14"/>
                      <a:pt x="100" y="12"/>
                      <a:pt x="111" y="9"/>
                    </a:cubicBezTo>
                    <a:cubicBezTo>
                      <a:pt x="117" y="7"/>
                      <a:pt x="118" y="0"/>
                      <a:pt x="124" y="0"/>
                    </a:cubicBezTo>
                    <a:cubicBezTo>
                      <a:pt x="126" y="0"/>
                      <a:pt x="128" y="5"/>
                      <a:pt x="128" y="6"/>
                    </a:cubicBezTo>
                    <a:cubicBezTo>
                      <a:pt x="128" y="9"/>
                      <a:pt x="125" y="11"/>
                      <a:pt x="123" y="11"/>
                    </a:cubicBezTo>
                    <a:cubicBezTo>
                      <a:pt x="122" y="18"/>
                      <a:pt x="119" y="25"/>
                      <a:pt x="119" y="29"/>
                    </a:cubicBezTo>
                    <a:cubicBezTo>
                      <a:pt x="119" y="34"/>
                      <a:pt x="122" y="42"/>
                      <a:pt x="126" y="42"/>
                    </a:cubicBezTo>
                    <a:cubicBezTo>
                      <a:pt x="128" y="42"/>
                      <a:pt x="131" y="37"/>
                      <a:pt x="131" y="35"/>
                    </a:cubicBezTo>
                    <a:cubicBezTo>
                      <a:pt x="131" y="30"/>
                      <a:pt x="125" y="27"/>
                      <a:pt x="125" y="21"/>
                    </a:cubicBezTo>
                    <a:cubicBezTo>
                      <a:pt x="125" y="15"/>
                      <a:pt x="132" y="16"/>
                      <a:pt x="136" y="13"/>
                    </a:cubicBezTo>
                    <a:cubicBezTo>
                      <a:pt x="147" y="13"/>
                      <a:pt x="147" y="13"/>
                      <a:pt x="147" y="13"/>
                    </a:cubicBezTo>
                    <a:cubicBezTo>
                      <a:pt x="145" y="8"/>
                      <a:pt x="139" y="10"/>
                      <a:pt x="139" y="5"/>
                    </a:cubicBezTo>
                    <a:cubicBezTo>
                      <a:pt x="146" y="5"/>
                      <a:pt x="146" y="5"/>
                      <a:pt x="146" y="5"/>
                    </a:cubicBezTo>
                    <a:cubicBezTo>
                      <a:pt x="148" y="12"/>
                      <a:pt x="158" y="14"/>
                      <a:pt x="165" y="16"/>
                    </a:cubicBezTo>
                    <a:cubicBezTo>
                      <a:pt x="165" y="20"/>
                      <a:pt x="167" y="23"/>
                      <a:pt x="170" y="24"/>
                    </a:cubicBezTo>
                    <a:cubicBezTo>
                      <a:pt x="177" y="24"/>
                      <a:pt x="190" y="24"/>
                      <a:pt x="194" y="24"/>
                    </a:cubicBezTo>
                    <a:cubicBezTo>
                      <a:pt x="194" y="28"/>
                      <a:pt x="199" y="29"/>
                      <a:pt x="203" y="29"/>
                    </a:cubicBezTo>
                    <a:cubicBezTo>
                      <a:pt x="209" y="28"/>
                      <a:pt x="214" y="28"/>
                      <a:pt x="216" y="22"/>
                    </a:cubicBezTo>
                    <a:cubicBezTo>
                      <a:pt x="217" y="21"/>
                      <a:pt x="226" y="21"/>
                      <a:pt x="227" y="20"/>
                    </a:cubicBezTo>
                    <a:cubicBezTo>
                      <a:pt x="232" y="20"/>
                      <a:pt x="240" y="21"/>
                      <a:pt x="240" y="21"/>
                    </a:cubicBezTo>
                    <a:cubicBezTo>
                      <a:pt x="238" y="23"/>
                      <a:pt x="234" y="23"/>
                      <a:pt x="233" y="22"/>
                    </a:cubicBezTo>
                    <a:cubicBezTo>
                      <a:pt x="233" y="26"/>
                      <a:pt x="233" y="26"/>
                      <a:pt x="233" y="26"/>
                    </a:cubicBezTo>
                    <a:cubicBezTo>
                      <a:pt x="236" y="32"/>
                      <a:pt x="245" y="33"/>
                      <a:pt x="252" y="36"/>
                    </a:cubicBezTo>
                    <a:cubicBezTo>
                      <a:pt x="258" y="37"/>
                      <a:pt x="256" y="44"/>
                      <a:pt x="258" y="50"/>
                    </a:cubicBezTo>
                    <a:cubicBezTo>
                      <a:pt x="270" y="50"/>
                      <a:pt x="270" y="50"/>
                      <a:pt x="270" y="50"/>
                    </a:cubicBezTo>
                    <a:cubicBezTo>
                      <a:pt x="279" y="58"/>
                      <a:pt x="283" y="57"/>
                      <a:pt x="288" y="68"/>
                    </a:cubicBezTo>
                    <a:cubicBezTo>
                      <a:pt x="289" y="70"/>
                      <a:pt x="293" y="70"/>
                      <a:pt x="295" y="70"/>
                    </a:cubicBezTo>
                    <a:cubicBezTo>
                      <a:pt x="298" y="83"/>
                      <a:pt x="316" y="81"/>
                      <a:pt x="328" y="84"/>
                    </a:cubicBezTo>
                    <a:cubicBezTo>
                      <a:pt x="340" y="84"/>
                      <a:pt x="340" y="84"/>
                      <a:pt x="340" y="84"/>
                    </a:cubicBezTo>
                    <a:cubicBezTo>
                      <a:pt x="343" y="85"/>
                      <a:pt x="350" y="89"/>
                      <a:pt x="354" y="89"/>
                    </a:cubicBezTo>
                    <a:cubicBezTo>
                      <a:pt x="354" y="89"/>
                      <a:pt x="354" y="89"/>
                      <a:pt x="354" y="89"/>
                    </a:cubicBezTo>
                    <a:cubicBezTo>
                      <a:pt x="355" y="89"/>
                      <a:pt x="356" y="89"/>
                      <a:pt x="357" y="89"/>
                    </a:cubicBezTo>
                    <a:cubicBezTo>
                      <a:pt x="364" y="89"/>
                      <a:pt x="373" y="104"/>
                      <a:pt x="381" y="106"/>
                    </a:cubicBezTo>
                    <a:cubicBezTo>
                      <a:pt x="381" y="111"/>
                      <a:pt x="386" y="125"/>
                      <a:pt x="389" y="130"/>
                    </a:cubicBezTo>
                    <a:cubicBezTo>
                      <a:pt x="391" y="134"/>
                      <a:pt x="397" y="134"/>
                      <a:pt x="397" y="139"/>
                    </a:cubicBezTo>
                    <a:cubicBezTo>
                      <a:pt x="390" y="148"/>
                      <a:pt x="377" y="152"/>
                      <a:pt x="377" y="165"/>
                    </a:cubicBezTo>
                    <a:cubicBezTo>
                      <a:pt x="377" y="170"/>
                      <a:pt x="381" y="169"/>
                      <a:pt x="383" y="170"/>
                    </a:cubicBezTo>
                    <a:cubicBezTo>
                      <a:pt x="387" y="172"/>
                      <a:pt x="390" y="176"/>
                      <a:pt x="390" y="180"/>
                    </a:cubicBezTo>
                    <a:cubicBezTo>
                      <a:pt x="401" y="180"/>
                      <a:pt x="401" y="180"/>
                      <a:pt x="401" y="180"/>
                    </a:cubicBezTo>
                    <a:cubicBezTo>
                      <a:pt x="401" y="182"/>
                      <a:pt x="402" y="185"/>
                      <a:pt x="403" y="185"/>
                    </a:cubicBezTo>
                    <a:cubicBezTo>
                      <a:pt x="405" y="185"/>
                      <a:pt x="407" y="182"/>
                      <a:pt x="408" y="180"/>
                    </a:cubicBezTo>
                    <a:cubicBezTo>
                      <a:pt x="413" y="173"/>
                      <a:pt x="418" y="164"/>
                      <a:pt x="425" y="164"/>
                    </a:cubicBezTo>
                    <a:cubicBezTo>
                      <a:pt x="433" y="164"/>
                      <a:pt x="449" y="172"/>
                      <a:pt x="454" y="175"/>
                    </a:cubicBezTo>
                    <a:cubicBezTo>
                      <a:pt x="458" y="178"/>
                      <a:pt x="462" y="177"/>
                      <a:pt x="463" y="180"/>
                    </a:cubicBezTo>
                    <a:cubicBezTo>
                      <a:pt x="464" y="184"/>
                      <a:pt x="464" y="187"/>
                      <a:pt x="464" y="191"/>
                    </a:cubicBezTo>
                    <a:cubicBezTo>
                      <a:pt x="467" y="191"/>
                      <a:pt x="467" y="191"/>
                      <a:pt x="467" y="191"/>
                    </a:cubicBezTo>
                    <a:cubicBezTo>
                      <a:pt x="471" y="190"/>
                      <a:pt x="472" y="186"/>
                      <a:pt x="476" y="186"/>
                    </a:cubicBezTo>
                    <a:cubicBezTo>
                      <a:pt x="486" y="186"/>
                      <a:pt x="487" y="194"/>
                      <a:pt x="496" y="194"/>
                    </a:cubicBezTo>
                    <a:cubicBezTo>
                      <a:pt x="513" y="191"/>
                      <a:pt x="513" y="191"/>
                      <a:pt x="513" y="191"/>
                    </a:cubicBezTo>
                    <a:cubicBezTo>
                      <a:pt x="521" y="193"/>
                      <a:pt x="529" y="196"/>
                      <a:pt x="534" y="198"/>
                    </a:cubicBezTo>
                    <a:cubicBezTo>
                      <a:pt x="538" y="205"/>
                      <a:pt x="551" y="217"/>
                      <a:pt x="558" y="220"/>
                    </a:cubicBezTo>
                    <a:cubicBezTo>
                      <a:pt x="565" y="221"/>
                      <a:pt x="569" y="219"/>
                      <a:pt x="575" y="220"/>
                    </a:cubicBezTo>
                    <a:cubicBezTo>
                      <a:pt x="584" y="223"/>
                      <a:pt x="586" y="232"/>
                      <a:pt x="586" y="242"/>
                    </a:cubicBezTo>
                    <a:cubicBezTo>
                      <a:pt x="586" y="274"/>
                      <a:pt x="568" y="283"/>
                      <a:pt x="556" y="301"/>
                    </a:cubicBezTo>
                    <a:cubicBezTo>
                      <a:pt x="553" y="305"/>
                      <a:pt x="551" y="306"/>
                      <a:pt x="549" y="310"/>
                    </a:cubicBezTo>
                    <a:cubicBezTo>
                      <a:pt x="544" y="317"/>
                      <a:pt x="540" y="317"/>
                      <a:pt x="535" y="322"/>
                    </a:cubicBezTo>
                    <a:cubicBezTo>
                      <a:pt x="529" y="328"/>
                      <a:pt x="535" y="343"/>
                      <a:pt x="535" y="353"/>
                    </a:cubicBezTo>
                    <a:cubicBezTo>
                      <a:pt x="535" y="361"/>
                      <a:pt x="532" y="369"/>
                      <a:pt x="532" y="374"/>
                    </a:cubicBezTo>
                    <a:cubicBezTo>
                      <a:pt x="532" y="377"/>
                      <a:pt x="530" y="378"/>
                      <a:pt x="530" y="380"/>
                    </a:cubicBezTo>
                    <a:cubicBezTo>
                      <a:pt x="528" y="382"/>
                      <a:pt x="524" y="386"/>
                      <a:pt x="524" y="390"/>
                    </a:cubicBezTo>
                    <a:cubicBezTo>
                      <a:pt x="524" y="394"/>
                      <a:pt x="523" y="403"/>
                      <a:pt x="522" y="405"/>
                    </a:cubicBezTo>
                    <a:cubicBezTo>
                      <a:pt x="515" y="415"/>
                      <a:pt x="513" y="419"/>
                      <a:pt x="506" y="428"/>
                    </a:cubicBezTo>
                    <a:cubicBezTo>
                      <a:pt x="505" y="431"/>
                      <a:pt x="505" y="436"/>
                      <a:pt x="504" y="438"/>
                    </a:cubicBezTo>
                    <a:cubicBezTo>
                      <a:pt x="502" y="443"/>
                      <a:pt x="492" y="449"/>
                      <a:pt x="485" y="449"/>
                    </a:cubicBezTo>
                    <a:cubicBezTo>
                      <a:pt x="476" y="449"/>
                      <a:pt x="470" y="449"/>
                      <a:pt x="463" y="452"/>
                    </a:cubicBezTo>
                    <a:cubicBezTo>
                      <a:pt x="461" y="453"/>
                      <a:pt x="460" y="455"/>
                      <a:pt x="459" y="457"/>
                    </a:cubicBezTo>
                    <a:cubicBezTo>
                      <a:pt x="448" y="467"/>
                      <a:pt x="437" y="461"/>
                      <a:pt x="429" y="474"/>
                    </a:cubicBezTo>
                    <a:cubicBezTo>
                      <a:pt x="426" y="479"/>
                      <a:pt x="420" y="479"/>
                      <a:pt x="416" y="483"/>
                    </a:cubicBezTo>
                    <a:cubicBezTo>
                      <a:pt x="411" y="489"/>
                      <a:pt x="412" y="495"/>
                      <a:pt x="412" y="503"/>
                    </a:cubicBezTo>
                    <a:cubicBezTo>
                      <a:pt x="412" y="524"/>
                      <a:pt x="412" y="524"/>
                      <a:pt x="412" y="524"/>
                    </a:cubicBezTo>
                    <a:cubicBezTo>
                      <a:pt x="403" y="528"/>
                      <a:pt x="398" y="536"/>
                      <a:pt x="394" y="545"/>
                    </a:cubicBezTo>
                    <a:cubicBezTo>
                      <a:pt x="394" y="545"/>
                      <a:pt x="394" y="545"/>
                      <a:pt x="394" y="545"/>
                    </a:cubicBezTo>
                    <a:cubicBezTo>
                      <a:pt x="391" y="550"/>
                      <a:pt x="391" y="553"/>
                      <a:pt x="388" y="559"/>
                    </a:cubicBezTo>
                    <a:cubicBezTo>
                      <a:pt x="380" y="571"/>
                      <a:pt x="371" y="572"/>
                      <a:pt x="364" y="584"/>
                    </a:cubicBezTo>
                    <a:cubicBezTo>
                      <a:pt x="355" y="597"/>
                      <a:pt x="351" y="619"/>
                      <a:pt x="331" y="619"/>
                    </a:cubicBezTo>
                    <a:cubicBezTo>
                      <a:pt x="324" y="619"/>
                      <a:pt x="314" y="614"/>
                      <a:pt x="311" y="614"/>
                    </a:cubicBezTo>
                    <a:cubicBezTo>
                      <a:pt x="305" y="614"/>
                      <a:pt x="299" y="609"/>
                      <a:pt x="293" y="609"/>
                    </a:cubicBezTo>
                    <a:cubicBezTo>
                      <a:pt x="291" y="609"/>
                      <a:pt x="289" y="610"/>
                      <a:pt x="289" y="611"/>
                    </a:cubicBezTo>
                    <a:cubicBezTo>
                      <a:pt x="289" y="615"/>
                      <a:pt x="296" y="617"/>
                      <a:pt x="297" y="619"/>
                    </a:cubicBezTo>
                    <a:cubicBezTo>
                      <a:pt x="300" y="622"/>
                      <a:pt x="300" y="627"/>
                      <a:pt x="302" y="632"/>
                    </a:cubicBezTo>
                    <a:cubicBezTo>
                      <a:pt x="304" y="637"/>
                      <a:pt x="311" y="637"/>
                      <a:pt x="311" y="642"/>
                    </a:cubicBezTo>
                    <a:cubicBezTo>
                      <a:pt x="311" y="647"/>
                      <a:pt x="311" y="650"/>
                      <a:pt x="308" y="654"/>
                    </a:cubicBezTo>
                    <a:cubicBezTo>
                      <a:pt x="304" y="660"/>
                      <a:pt x="301" y="663"/>
                      <a:pt x="297" y="667"/>
                    </a:cubicBezTo>
                    <a:cubicBezTo>
                      <a:pt x="289" y="675"/>
                      <a:pt x="280" y="673"/>
                      <a:pt x="270" y="676"/>
                    </a:cubicBezTo>
                    <a:cubicBezTo>
                      <a:pt x="263" y="678"/>
                      <a:pt x="248" y="673"/>
                      <a:pt x="244" y="677"/>
                    </a:cubicBezTo>
                    <a:cubicBezTo>
                      <a:pt x="238" y="683"/>
                      <a:pt x="243" y="696"/>
                      <a:pt x="240" y="703"/>
                    </a:cubicBezTo>
                    <a:cubicBezTo>
                      <a:pt x="240" y="702"/>
                      <a:pt x="240" y="702"/>
                      <a:pt x="240" y="702"/>
                    </a:cubicBezTo>
                    <a:cubicBezTo>
                      <a:pt x="240" y="703"/>
                      <a:pt x="240" y="706"/>
                      <a:pt x="240" y="707"/>
                    </a:cubicBezTo>
                    <a:cubicBezTo>
                      <a:pt x="240" y="709"/>
                      <a:pt x="233" y="712"/>
                      <a:pt x="229" y="712"/>
                    </a:cubicBezTo>
                    <a:cubicBezTo>
                      <a:pt x="220" y="712"/>
                      <a:pt x="218" y="706"/>
                      <a:pt x="210" y="706"/>
                    </a:cubicBezTo>
                    <a:cubicBezTo>
                      <a:pt x="207" y="706"/>
                      <a:pt x="205" y="709"/>
                      <a:pt x="205" y="711"/>
                    </a:cubicBezTo>
                    <a:cubicBezTo>
                      <a:pt x="205" y="717"/>
                      <a:pt x="211" y="729"/>
                      <a:pt x="214" y="729"/>
                    </a:cubicBezTo>
                    <a:cubicBezTo>
                      <a:pt x="217" y="729"/>
                      <a:pt x="219" y="726"/>
                      <a:pt x="221" y="726"/>
                    </a:cubicBezTo>
                    <a:cubicBezTo>
                      <a:pt x="222" y="728"/>
                      <a:pt x="225" y="728"/>
                      <a:pt x="225" y="730"/>
                    </a:cubicBezTo>
                    <a:cubicBezTo>
                      <a:pt x="225" y="733"/>
                      <a:pt x="221" y="736"/>
                      <a:pt x="220" y="736"/>
                    </a:cubicBezTo>
                    <a:cubicBezTo>
                      <a:pt x="215" y="736"/>
                      <a:pt x="213" y="732"/>
                      <a:pt x="209" y="732"/>
                    </a:cubicBezTo>
                    <a:cubicBezTo>
                      <a:pt x="209" y="737"/>
                      <a:pt x="211" y="738"/>
                      <a:pt x="214" y="739"/>
                    </a:cubicBezTo>
                    <a:cubicBezTo>
                      <a:pt x="206" y="747"/>
                      <a:pt x="206" y="755"/>
                      <a:pt x="203" y="766"/>
                    </a:cubicBezTo>
                    <a:cubicBezTo>
                      <a:pt x="202" y="770"/>
                      <a:pt x="194" y="771"/>
                      <a:pt x="191" y="771"/>
                    </a:cubicBezTo>
                    <a:cubicBezTo>
                      <a:pt x="184" y="773"/>
                      <a:pt x="178" y="779"/>
                      <a:pt x="178" y="787"/>
                    </a:cubicBezTo>
                    <a:cubicBezTo>
                      <a:pt x="178" y="804"/>
                      <a:pt x="198" y="798"/>
                      <a:pt x="198" y="811"/>
                    </a:cubicBezTo>
                    <a:cubicBezTo>
                      <a:pt x="198" y="824"/>
                      <a:pt x="187" y="825"/>
                      <a:pt x="181" y="831"/>
                    </a:cubicBezTo>
                    <a:cubicBezTo>
                      <a:pt x="177" y="835"/>
                      <a:pt x="178" y="841"/>
                      <a:pt x="176" y="846"/>
                    </a:cubicBezTo>
                    <a:cubicBezTo>
                      <a:pt x="173" y="852"/>
                      <a:pt x="166" y="850"/>
                      <a:pt x="162" y="854"/>
                    </a:cubicBezTo>
                    <a:cubicBezTo>
                      <a:pt x="156" y="859"/>
                      <a:pt x="154" y="865"/>
                      <a:pt x="154" y="874"/>
                    </a:cubicBezTo>
                    <a:cubicBezTo>
                      <a:pt x="154" y="878"/>
                      <a:pt x="158" y="883"/>
                      <a:pt x="161" y="884"/>
                    </a:cubicBezTo>
                    <a:cubicBezTo>
                      <a:pt x="169" y="888"/>
                      <a:pt x="168" y="908"/>
                      <a:pt x="174" y="914"/>
                    </a:cubicBezTo>
                    <a:cubicBezTo>
                      <a:pt x="184" y="924"/>
                      <a:pt x="196" y="928"/>
                      <a:pt x="207" y="934"/>
                    </a:cubicBezTo>
                    <a:cubicBezTo>
                      <a:pt x="206" y="936"/>
                      <a:pt x="203" y="935"/>
                      <a:pt x="200" y="935"/>
                    </a:cubicBezTo>
                    <a:cubicBezTo>
                      <a:pt x="194" y="935"/>
                      <a:pt x="183" y="943"/>
                      <a:pt x="179" y="943"/>
                    </a:cubicBezTo>
                    <a:cubicBezTo>
                      <a:pt x="176" y="943"/>
                      <a:pt x="176" y="943"/>
                      <a:pt x="174" y="943"/>
                    </a:cubicBezTo>
                    <a:cubicBezTo>
                      <a:pt x="173" y="943"/>
                      <a:pt x="171" y="945"/>
                      <a:pt x="169" y="945"/>
                    </a:cubicBezTo>
                    <a:cubicBezTo>
                      <a:pt x="165" y="945"/>
                      <a:pt x="162" y="945"/>
                      <a:pt x="157" y="945"/>
                    </a:cubicBezTo>
                    <a:cubicBezTo>
                      <a:pt x="147" y="945"/>
                      <a:pt x="151" y="933"/>
                      <a:pt x="143" y="931"/>
                    </a:cubicBezTo>
                    <a:cubicBezTo>
                      <a:pt x="137" y="929"/>
                      <a:pt x="127" y="929"/>
                      <a:pt x="127" y="921"/>
                    </a:cubicBezTo>
                    <a:cubicBezTo>
                      <a:pt x="124" y="921"/>
                      <a:pt x="122" y="921"/>
                      <a:pt x="119" y="921"/>
                    </a:cubicBezTo>
                    <a:cubicBezTo>
                      <a:pt x="115" y="921"/>
                      <a:pt x="114" y="917"/>
                      <a:pt x="114" y="915"/>
                    </a:cubicBezTo>
                    <a:cubicBezTo>
                      <a:pt x="102" y="915"/>
                      <a:pt x="98" y="909"/>
                      <a:pt x="92" y="903"/>
                    </a:cubicBezTo>
                    <a:cubicBezTo>
                      <a:pt x="91" y="902"/>
                      <a:pt x="88" y="900"/>
                      <a:pt x="88" y="899"/>
                    </a:cubicBezTo>
                    <a:cubicBezTo>
                      <a:pt x="88" y="895"/>
                      <a:pt x="96" y="895"/>
                      <a:pt x="97" y="891"/>
                    </a:cubicBezTo>
                    <a:cubicBezTo>
                      <a:pt x="95" y="891"/>
                      <a:pt x="94" y="890"/>
                      <a:pt x="93" y="889"/>
                    </a:cubicBezTo>
                    <a:cubicBezTo>
                      <a:pt x="94" y="887"/>
                      <a:pt x="96" y="884"/>
                      <a:pt x="96" y="882"/>
                    </a:cubicBezTo>
                    <a:cubicBezTo>
                      <a:pt x="96" y="871"/>
                      <a:pt x="84" y="873"/>
                      <a:pt x="84" y="863"/>
                    </a:cubicBezTo>
                    <a:cubicBezTo>
                      <a:pt x="84" y="860"/>
                      <a:pt x="84" y="859"/>
                      <a:pt x="84" y="857"/>
                    </a:cubicBezTo>
                    <a:cubicBezTo>
                      <a:pt x="84" y="848"/>
                      <a:pt x="78" y="832"/>
                      <a:pt x="78" y="825"/>
                    </a:cubicBezTo>
                    <a:cubicBezTo>
                      <a:pt x="78" y="817"/>
                      <a:pt x="88" y="814"/>
                      <a:pt x="88" y="807"/>
                    </a:cubicBezTo>
                    <a:cubicBezTo>
                      <a:pt x="88" y="803"/>
                      <a:pt x="83" y="796"/>
                      <a:pt x="82" y="791"/>
                    </a:cubicBezTo>
                    <a:cubicBezTo>
                      <a:pt x="82" y="787"/>
                      <a:pt x="82" y="787"/>
                      <a:pt x="82" y="787"/>
                    </a:cubicBezTo>
                    <a:cubicBezTo>
                      <a:pt x="82" y="787"/>
                      <a:pt x="82" y="787"/>
                      <a:pt x="82" y="787"/>
                    </a:cubicBezTo>
                    <a:cubicBezTo>
                      <a:pt x="82" y="784"/>
                      <a:pt x="84" y="782"/>
                      <a:pt x="86" y="782"/>
                    </a:cubicBezTo>
                    <a:cubicBezTo>
                      <a:pt x="94" y="782"/>
                      <a:pt x="91" y="790"/>
                      <a:pt x="98" y="790"/>
                    </a:cubicBezTo>
                    <a:cubicBezTo>
                      <a:pt x="112" y="725"/>
                      <a:pt x="112" y="725"/>
                      <a:pt x="112" y="725"/>
                    </a:cubicBezTo>
                    <a:cubicBezTo>
                      <a:pt x="112" y="718"/>
                      <a:pt x="112" y="718"/>
                      <a:pt x="112" y="718"/>
                    </a:cubicBezTo>
                    <a:cubicBezTo>
                      <a:pt x="111" y="718"/>
                      <a:pt x="109" y="717"/>
                      <a:pt x="108" y="718"/>
                    </a:cubicBezTo>
                    <a:cubicBezTo>
                      <a:pt x="105" y="719"/>
                      <a:pt x="105" y="723"/>
                      <a:pt x="102" y="723"/>
                    </a:cubicBezTo>
                    <a:cubicBezTo>
                      <a:pt x="98" y="723"/>
                      <a:pt x="95" y="713"/>
                      <a:pt x="95" y="708"/>
                    </a:cubicBezTo>
                    <a:cubicBezTo>
                      <a:pt x="95" y="699"/>
                      <a:pt x="98" y="696"/>
                      <a:pt x="100" y="688"/>
                    </a:cubicBezTo>
                    <a:cubicBezTo>
                      <a:pt x="103" y="688"/>
                      <a:pt x="104" y="687"/>
                      <a:pt x="104" y="685"/>
                    </a:cubicBezTo>
                    <a:cubicBezTo>
                      <a:pt x="104" y="683"/>
                      <a:pt x="102" y="680"/>
                      <a:pt x="102" y="680"/>
                    </a:cubicBezTo>
                    <a:cubicBezTo>
                      <a:pt x="100" y="680"/>
                      <a:pt x="99" y="668"/>
                      <a:pt x="99" y="665"/>
                    </a:cubicBezTo>
                    <a:cubicBezTo>
                      <a:pt x="99" y="655"/>
                      <a:pt x="106" y="645"/>
                      <a:pt x="109" y="639"/>
                    </a:cubicBezTo>
                    <a:cubicBezTo>
                      <a:pt x="111" y="635"/>
                      <a:pt x="112" y="629"/>
                      <a:pt x="114" y="626"/>
                    </a:cubicBezTo>
                    <a:cubicBezTo>
                      <a:pt x="116" y="624"/>
                      <a:pt x="118" y="625"/>
                      <a:pt x="118" y="623"/>
                    </a:cubicBezTo>
                    <a:cubicBezTo>
                      <a:pt x="121" y="613"/>
                      <a:pt x="121" y="605"/>
                      <a:pt x="124" y="595"/>
                    </a:cubicBezTo>
                    <a:cubicBezTo>
                      <a:pt x="124" y="562"/>
                      <a:pt x="124" y="562"/>
                      <a:pt x="124" y="562"/>
                    </a:cubicBezTo>
                    <a:cubicBezTo>
                      <a:pt x="121" y="554"/>
                      <a:pt x="126" y="548"/>
                      <a:pt x="126" y="541"/>
                    </a:cubicBezTo>
                    <a:cubicBezTo>
                      <a:pt x="126" y="524"/>
                      <a:pt x="136" y="513"/>
                      <a:pt x="136" y="498"/>
                    </a:cubicBezTo>
                    <a:cubicBezTo>
                      <a:pt x="136" y="497"/>
                      <a:pt x="136" y="495"/>
                      <a:pt x="136" y="494"/>
                    </a:cubicBezTo>
                    <a:cubicBezTo>
                      <a:pt x="136" y="491"/>
                      <a:pt x="138" y="483"/>
                      <a:pt x="139" y="478"/>
                    </a:cubicBezTo>
                    <a:cubicBezTo>
                      <a:pt x="139" y="465"/>
                      <a:pt x="139" y="465"/>
                      <a:pt x="139" y="459"/>
                    </a:cubicBezTo>
                    <a:cubicBezTo>
                      <a:pt x="139" y="453"/>
                      <a:pt x="143" y="441"/>
                      <a:pt x="143" y="434"/>
                    </a:cubicBezTo>
                    <a:cubicBezTo>
                      <a:pt x="143" y="429"/>
                      <a:pt x="141" y="403"/>
                      <a:pt x="140" y="399"/>
                    </a:cubicBezTo>
                    <a:cubicBezTo>
                      <a:pt x="136" y="388"/>
                      <a:pt x="128" y="381"/>
                      <a:pt x="121" y="377"/>
                    </a:cubicBezTo>
                    <a:cubicBezTo>
                      <a:pt x="114" y="374"/>
                      <a:pt x="109" y="375"/>
                      <a:pt x="104" y="370"/>
                    </a:cubicBezTo>
                    <a:cubicBezTo>
                      <a:pt x="99" y="365"/>
                      <a:pt x="96" y="363"/>
                      <a:pt x="90" y="362"/>
                    </a:cubicBezTo>
                    <a:cubicBezTo>
                      <a:pt x="78" y="358"/>
                      <a:pt x="72" y="351"/>
                      <a:pt x="64" y="343"/>
                    </a:cubicBezTo>
                    <a:cubicBezTo>
                      <a:pt x="60" y="340"/>
                      <a:pt x="62" y="335"/>
                      <a:pt x="62" y="330"/>
                    </a:cubicBezTo>
                    <a:cubicBezTo>
                      <a:pt x="62" y="323"/>
                      <a:pt x="55" y="319"/>
                      <a:pt x="53" y="313"/>
                    </a:cubicBezTo>
                    <a:cubicBezTo>
                      <a:pt x="50" y="302"/>
                      <a:pt x="41" y="294"/>
                      <a:pt x="38" y="285"/>
                    </a:cubicBezTo>
                    <a:cubicBezTo>
                      <a:pt x="35" y="275"/>
                      <a:pt x="32" y="269"/>
                      <a:pt x="28" y="261"/>
                    </a:cubicBezTo>
                    <a:cubicBezTo>
                      <a:pt x="27" y="258"/>
                      <a:pt x="24" y="259"/>
                      <a:pt x="23" y="257"/>
                    </a:cubicBezTo>
                    <a:cubicBezTo>
                      <a:pt x="20" y="254"/>
                      <a:pt x="19" y="248"/>
                      <a:pt x="17" y="245"/>
                    </a:cubicBezTo>
                    <a:cubicBezTo>
                      <a:pt x="16" y="242"/>
                      <a:pt x="12" y="243"/>
                      <a:pt x="11" y="242"/>
                    </a:cubicBezTo>
                    <a:cubicBezTo>
                      <a:pt x="6" y="237"/>
                      <a:pt x="0" y="228"/>
                      <a:pt x="0" y="220"/>
                    </a:cubicBezTo>
                    <a:cubicBezTo>
                      <a:pt x="0" y="215"/>
                      <a:pt x="3" y="209"/>
                      <a:pt x="5" y="207"/>
                    </a:cubicBezTo>
                    <a:cubicBezTo>
                      <a:pt x="8" y="200"/>
                      <a:pt x="16" y="198"/>
                      <a:pt x="18" y="191"/>
                    </a:cubicBezTo>
                    <a:cubicBezTo>
                      <a:pt x="14" y="189"/>
                      <a:pt x="15" y="191"/>
                      <a:pt x="12" y="191"/>
                    </a:cubicBezTo>
                    <a:cubicBezTo>
                      <a:pt x="5" y="191"/>
                      <a:pt x="5" y="182"/>
                      <a:pt x="5" y="176"/>
                    </a:cubicBezTo>
                    <a:cubicBezTo>
                      <a:pt x="5" y="166"/>
                      <a:pt x="16" y="168"/>
                      <a:pt x="14" y="148"/>
                    </a:cubicBezTo>
                    <a:cubicBezTo>
                      <a:pt x="26" y="148"/>
                      <a:pt x="29" y="136"/>
                      <a:pt x="32" y="129"/>
                    </a:cubicBezTo>
                    <a:cubicBezTo>
                      <a:pt x="37" y="119"/>
                      <a:pt x="49" y="123"/>
                      <a:pt x="51" y="111"/>
                    </a:cubicBezTo>
                    <a:cubicBezTo>
                      <a:pt x="49" y="110"/>
                      <a:pt x="47" y="107"/>
                      <a:pt x="47" y="106"/>
                    </a:cubicBezTo>
                    <a:cubicBezTo>
                      <a:pt x="49" y="103"/>
                      <a:pt x="49" y="103"/>
                      <a:pt x="49" y="10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28" name="íṧlïďè"/>
              <p:cNvSpPr/>
              <p:nvPr/>
            </p:nvSpPr>
            <p:spPr bwMode="auto">
              <a:xfrm>
                <a:off x="4262845" y="3362165"/>
                <a:ext cx="15877" cy="17862"/>
              </a:xfrm>
              <a:custGeom>
                <a:avLst/>
                <a:gdLst/>
                <a:ahLst/>
                <a:cxnLst>
                  <a:cxn ang="0">
                    <a:pos x="9" y="4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9" y="4"/>
                  </a:cxn>
                </a:cxnLst>
                <a:rect l="0" t="0" r="r" b="b"/>
                <a:pathLst>
                  <a:path w="9" h="11">
                    <a:moveTo>
                      <a:pt x="9" y="4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2" y="0"/>
                      <a:pt x="0" y="5"/>
                      <a:pt x="0" y="9"/>
                    </a:cubicBezTo>
                    <a:cubicBezTo>
                      <a:pt x="0" y="11"/>
                      <a:pt x="2" y="9"/>
                      <a:pt x="4" y="9"/>
                    </a:cubicBezTo>
                    <a:cubicBezTo>
                      <a:pt x="6" y="9"/>
                      <a:pt x="8" y="5"/>
                      <a:pt x="9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29" name="ïṥľïḋè"/>
              <p:cNvSpPr/>
              <p:nvPr/>
            </p:nvSpPr>
            <p:spPr bwMode="auto">
              <a:xfrm>
                <a:off x="5050749" y="1923350"/>
                <a:ext cx="212357" cy="97245"/>
              </a:xfrm>
              <a:custGeom>
                <a:avLst/>
                <a:gdLst/>
                <a:ahLst/>
                <a:cxnLst>
                  <a:cxn ang="0">
                    <a:pos x="127" y="31"/>
                  </a:cxn>
                  <a:cxn ang="0">
                    <a:pos x="108" y="47"/>
                  </a:cxn>
                  <a:cxn ang="0">
                    <a:pos x="74" y="58"/>
                  </a:cxn>
                  <a:cxn ang="0">
                    <a:pos x="34" y="50"/>
                  </a:cxn>
                  <a:cxn ang="0">
                    <a:pos x="14" y="42"/>
                  </a:cxn>
                  <a:cxn ang="0">
                    <a:pos x="18" y="40"/>
                  </a:cxn>
                  <a:cxn ang="0">
                    <a:pos x="21" y="27"/>
                  </a:cxn>
                  <a:cxn ang="0">
                    <a:pos x="2" y="25"/>
                  </a:cxn>
                  <a:cxn ang="0">
                    <a:pos x="25" y="21"/>
                  </a:cxn>
                  <a:cxn ang="0">
                    <a:pos x="23" y="18"/>
                  </a:cxn>
                  <a:cxn ang="0">
                    <a:pos x="0" y="8"/>
                  </a:cxn>
                  <a:cxn ang="0">
                    <a:pos x="9" y="9"/>
                  </a:cxn>
                  <a:cxn ang="0">
                    <a:pos x="9" y="5"/>
                  </a:cxn>
                  <a:cxn ang="0">
                    <a:pos x="17" y="0"/>
                  </a:cxn>
                  <a:cxn ang="0">
                    <a:pos x="21" y="0"/>
                  </a:cxn>
                  <a:cxn ang="0">
                    <a:pos x="23" y="7"/>
                  </a:cxn>
                  <a:cxn ang="0">
                    <a:pos x="30" y="16"/>
                  </a:cxn>
                  <a:cxn ang="0">
                    <a:pos x="38" y="13"/>
                  </a:cxn>
                  <a:cxn ang="0">
                    <a:pos x="38" y="8"/>
                  </a:cxn>
                  <a:cxn ang="0">
                    <a:pos x="44" y="12"/>
                  </a:cxn>
                  <a:cxn ang="0">
                    <a:pos x="54" y="9"/>
                  </a:cxn>
                  <a:cxn ang="0">
                    <a:pos x="60" y="12"/>
                  </a:cxn>
                  <a:cxn ang="0">
                    <a:pos x="60" y="8"/>
                  </a:cxn>
                  <a:cxn ang="0">
                    <a:pos x="74" y="9"/>
                  </a:cxn>
                  <a:cxn ang="0">
                    <a:pos x="89" y="8"/>
                  </a:cxn>
                  <a:cxn ang="0">
                    <a:pos x="91" y="1"/>
                  </a:cxn>
                  <a:cxn ang="0">
                    <a:pos x="96" y="1"/>
                  </a:cxn>
                  <a:cxn ang="0">
                    <a:pos x="104" y="7"/>
                  </a:cxn>
                  <a:cxn ang="0">
                    <a:pos x="115" y="4"/>
                  </a:cxn>
                  <a:cxn ang="0">
                    <a:pos x="112" y="8"/>
                  </a:cxn>
                  <a:cxn ang="0">
                    <a:pos x="128" y="30"/>
                  </a:cxn>
                  <a:cxn ang="0">
                    <a:pos x="127" y="31"/>
                  </a:cxn>
                </a:cxnLst>
                <a:rect l="0" t="0" r="r" b="b"/>
                <a:pathLst>
                  <a:path w="128" h="58">
                    <a:moveTo>
                      <a:pt x="127" y="31"/>
                    </a:moveTo>
                    <a:cubicBezTo>
                      <a:pt x="124" y="38"/>
                      <a:pt x="113" y="45"/>
                      <a:pt x="108" y="47"/>
                    </a:cubicBezTo>
                    <a:cubicBezTo>
                      <a:pt x="97" y="51"/>
                      <a:pt x="89" y="58"/>
                      <a:pt x="74" y="58"/>
                    </a:cubicBezTo>
                    <a:cubicBezTo>
                      <a:pt x="57" y="58"/>
                      <a:pt x="46" y="54"/>
                      <a:pt x="34" y="50"/>
                    </a:cubicBezTo>
                    <a:cubicBezTo>
                      <a:pt x="28" y="49"/>
                      <a:pt x="24" y="42"/>
                      <a:pt x="14" y="42"/>
                    </a:cubicBezTo>
                    <a:cubicBezTo>
                      <a:pt x="16" y="41"/>
                      <a:pt x="17" y="40"/>
                      <a:pt x="18" y="40"/>
                    </a:cubicBezTo>
                    <a:cubicBezTo>
                      <a:pt x="18" y="34"/>
                      <a:pt x="20" y="32"/>
                      <a:pt x="21" y="27"/>
                    </a:cubicBezTo>
                    <a:cubicBezTo>
                      <a:pt x="14" y="25"/>
                      <a:pt x="6" y="30"/>
                      <a:pt x="2" y="25"/>
                    </a:cubicBezTo>
                    <a:cubicBezTo>
                      <a:pt x="8" y="25"/>
                      <a:pt x="20" y="23"/>
                      <a:pt x="25" y="21"/>
                    </a:cubicBezTo>
                    <a:cubicBezTo>
                      <a:pt x="23" y="20"/>
                      <a:pt x="23" y="19"/>
                      <a:pt x="23" y="18"/>
                    </a:cubicBezTo>
                    <a:cubicBezTo>
                      <a:pt x="18" y="18"/>
                      <a:pt x="1" y="13"/>
                      <a:pt x="0" y="8"/>
                    </a:cubicBezTo>
                    <a:cubicBezTo>
                      <a:pt x="4" y="7"/>
                      <a:pt x="7" y="8"/>
                      <a:pt x="9" y="9"/>
                    </a:cubicBezTo>
                    <a:cubicBezTo>
                      <a:pt x="9" y="8"/>
                      <a:pt x="9" y="7"/>
                      <a:pt x="9" y="5"/>
                    </a:cubicBezTo>
                    <a:cubicBezTo>
                      <a:pt x="13" y="5"/>
                      <a:pt x="14" y="0"/>
                      <a:pt x="17" y="0"/>
                    </a:cubicBezTo>
                    <a:cubicBezTo>
                      <a:pt x="18" y="0"/>
                      <a:pt x="19" y="0"/>
                      <a:pt x="21" y="0"/>
                    </a:cubicBezTo>
                    <a:cubicBezTo>
                      <a:pt x="21" y="3"/>
                      <a:pt x="23" y="4"/>
                      <a:pt x="23" y="7"/>
                    </a:cubicBezTo>
                    <a:cubicBezTo>
                      <a:pt x="23" y="10"/>
                      <a:pt x="27" y="16"/>
                      <a:pt x="30" y="16"/>
                    </a:cubicBezTo>
                    <a:cubicBezTo>
                      <a:pt x="33" y="16"/>
                      <a:pt x="36" y="14"/>
                      <a:pt x="38" y="13"/>
                    </a:cubicBezTo>
                    <a:cubicBezTo>
                      <a:pt x="37" y="10"/>
                      <a:pt x="37" y="9"/>
                      <a:pt x="38" y="8"/>
                    </a:cubicBezTo>
                    <a:cubicBezTo>
                      <a:pt x="40" y="9"/>
                      <a:pt x="41" y="12"/>
                      <a:pt x="44" y="12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8" y="10"/>
                      <a:pt x="59" y="11"/>
                      <a:pt x="60" y="12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7" y="8"/>
                      <a:pt x="70" y="9"/>
                      <a:pt x="74" y="9"/>
                    </a:cubicBezTo>
                    <a:cubicBezTo>
                      <a:pt x="80" y="9"/>
                      <a:pt x="85" y="4"/>
                      <a:pt x="89" y="8"/>
                    </a:cubicBezTo>
                    <a:cubicBezTo>
                      <a:pt x="89" y="4"/>
                      <a:pt x="90" y="3"/>
                      <a:pt x="91" y="1"/>
                    </a:cubicBezTo>
                    <a:cubicBezTo>
                      <a:pt x="94" y="2"/>
                      <a:pt x="94" y="2"/>
                      <a:pt x="96" y="1"/>
                    </a:cubicBezTo>
                    <a:cubicBezTo>
                      <a:pt x="96" y="6"/>
                      <a:pt x="100" y="7"/>
                      <a:pt x="104" y="7"/>
                    </a:cubicBezTo>
                    <a:cubicBezTo>
                      <a:pt x="108" y="7"/>
                      <a:pt x="111" y="4"/>
                      <a:pt x="115" y="4"/>
                    </a:cubicBezTo>
                    <a:cubicBezTo>
                      <a:pt x="113" y="5"/>
                      <a:pt x="112" y="7"/>
                      <a:pt x="112" y="8"/>
                    </a:cubicBezTo>
                    <a:cubicBezTo>
                      <a:pt x="112" y="21"/>
                      <a:pt x="128" y="18"/>
                      <a:pt x="128" y="30"/>
                    </a:cubicBezTo>
                    <a:lnTo>
                      <a:pt x="127" y="3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0" name="išḻîḍê"/>
              <p:cNvSpPr/>
              <p:nvPr/>
            </p:nvSpPr>
            <p:spPr bwMode="auto">
              <a:xfrm>
                <a:off x="3778592" y="3092263"/>
                <a:ext cx="218311" cy="75413"/>
              </a:xfrm>
              <a:custGeom>
                <a:avLst/>
                <a:gdLst/>
                <a:ahLst/>
                <a:cxnLst>
                  <a:cxn ang="0">
                    <a:pos x="131" y="40"/>
                  </a:cxn>
                  <a:cxn ang="0">
                    <a:pos x="114" y="45"/>
                  </a:cxn>
                  <a:cxn ang="0">
                    <a:pos x="88" y="42"/>
                  </a:cxn>
                  <a:cxn ang="0">
                    <a:pos x="88" y="39"/>
                  </a:cxn>
                  <a:cxn ang="0">
                    <a:pos x="93" y="35"/>
                  </a:cxn>
                  <a:cxn ang="0">
                    <a:pos x="78" y="26"/>
                  </a:cxn>
                  <a:cxn ang="0">
                    <a:pos x="73" y="22"/>
                  </a:cxn>
                  <a:cxn ang="0">
                    <a:pos x="64" y="22"/>
                  </a:cxn>
                  <a:cxn ang="0">
                    <a:pos x="48" y="15"/>
                  </a:cxn>
                  <a:cxn ang="0">
                    <a:pos x="35" y="15"/>
                  </a:cxn>
                  <a:cxn ang="0">
                    <a:pos x="34" y="10"/>
                  </a:cxn>
                  <a:cxn ang="0">
                    <a:pos x="28" y="9"/>
                  </a:cxn>
                  <a:cxn ang="0">
                    <a:pos x="4" y="20"/>
                  </a:cxn>
                  <a:cxn ang="0">
                    <a:pos x="0" y="20"/>
                  </a:cxn>
                  <a:cxn ang="0">
                    <a:pos x="36" y="0"/>
                  </a:cxn>
                  <a:cxn ang="0">
                    <a:pos x="79" y="11"/>
                  </a:cxn>
                  <a:cxn ang="0">
                    <a:pos x="86" y="17"/>
                  </a:cxn>
                  <a:cxn ang="0">
                    <a:pos x="114" y="28"/>
                  </a:cxn>
                  <a:cxn ang="0">
                    <a:pos x="114" y="31"/>
                  </a:cxn>
                  <a:cxn ang="0">
                    <a:pos x="120" y="31"/>
                  </a:cxn>
                  <a:cxn ang="0">
                    <a:pos x="131" y="40"/>
                  </a:cxn>
                </a:cxnLst>
                <a:rect l="0" t="0" r="r" b="b"/>
                <a:pathLst>
                  <a:path w="131" h="45">
                    <a:moveTo>
                      <a:pt x="131" y="40"/>
                    </a:moveTo>
                    <a:cubicBezTo>
                      <a:pt x="127" y="45"/>
                      <a:pt x="119" y="45"/>
                      <a:pt x="114" y="45"/>
                    </a:cubicBezTo>
                    <a:cubicBezTo>
                      <a:pt x="104" y="45"/>
                      <a:pt x="97" y="42"/>
                      <a:pt x="88" y="42"/>
                    </a:cubicBezTo>
                    <a:cubicBezTo>
                      <a:pt x="88" y="41"/>
                      <a:pt x="88" y="40"/>
                      <a:pt x="88" y="39"/>
                    </a:cubicBezTo>
                    <a:cubicBezTo>
                      <a:pt x="90" y="39"/>
                      <a:pt x="92" y="38"/>
                      <a:pt x="93" y="35"/>
                    </a:cubicBezTo>
                    <a:cubicBezTo>
                      <a:pt x="86" y="32"/>
                      <a:pt x="79" y="33"/>
                      <a:pt x="78" y="26"/>
                    </a:cubicBezTo>
                    <a:cubicBezTo>
                      <a:pt x="74" y="26"/>
                      <a:pt x="75" y="23"/>
                      <a:pt x="73" y="22"/>
                    </a:cubicBezTo>
                    <a:cubicBezTo>
                      <a:pt x="69" y="20"/>
                      <a:pt x="67" y="22"/>
                      <a:pt x="64" y="22"/>
                    </a:cubicBezTo>
                    <a:cubicBezTo>
                      <a:pt x="57" y="22"/>
                      <a:pt x="54" y="15"/>
                      <a:pt x="48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3" y="13"/>
                      <a:pt x="33" y="12"/>
                      <a:pt x="34" y="10"/>
                    </a:cubicBezTo>
                    <a:cubicBezTo>
                      <a:pt x="33" y="9"/>
                      <a:pt x="30" y="9"/>
                      <a:pt x="28" y="9"/>
                    </a:cubicBezTo>
                    <a:cubicBezTo>
                      <a:pt x="20" y="9"/>
                      <a:pt x="8" y="15"/>
                      <a:pt x="4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7" y="8"/>
                      <a:pt x="16" y="0"/>
                      <a:pt x="36" y="0"/>
                    </a:cubicBezTo>
                    <a:cubicBezTo>
                      <a:pt x="55" y="0"/>
                      <a:pt x="64" y="11"/>
                      <a:pt x="79" y="11"/>
                    </a:cubicBezTo>
                    <a:cubicBezTo>
                      <a:pt x="82" y="11"/>
                      <a:pt x="86" y="16"/>
                      <a:pt x="86" y="17"/>
                    </a:cubicBezTo>
                    <a:cubicBezTo>
                      <a:pt x="93" y="23"/>
                      <a:pt x="104" y="28"/>
                      <a:pt x="114" y="28"/>
                    </a:cubicBezTo>
                    <a:cubicBezTo>
                      <a:pt x="114" y="28"/>
                      <a:pt x="113" y="30"/>
                      <a:pt x="114" y="31"/>
                    </a:cubicBezTo>
                    <a:cubicBezTo>
                      <a:pt x="120" y="31"/>
                      <a:pt x="120" y="31"/>
                      <a:pt x="120" y="31"/>
                    </a:cubicBezTo>
                    <a:cubicBezTo>
                      <a:pt x="125" y="32"/>
                      <a:pt x="127" y="39"/>
                      <a:pt x="131" y="4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1" name="íṣľïḑê"/>
              <p:cNvSpPr/>
              <p:nvPr/>
            </p:nvSpPr>
            <p:spPr bwMode="auto">
              <a:xfrm>
                <a:off x="3808362" y="3120047"/>
                <a:ext cx="11908" cy="13892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7"/>
                  </a:cxn>
                  <a:cxn ang="0">
                    <a:pos x="0" y="7"/>
                  </a:cxn>
                  <a:cxn ang="0">
                    <a:pos x="4" y="3"/>
                  </a:cxn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</a:cxnLst>
                <a:rect l="0" t="0" r="r" b="b"/>
                <a:pathLst>
                  <a:path w="7" h="8">
                    <a:moveTo>
                      <a:pt x="6" y="0"/>
                    </a:moveTo>
                    <a:cubicBezTo>
                      <a:pt x="6" y="3"/>
                      <a:pt x="7" y="5"/>
                      <a:pt x="6" y="7"/>
                    </a:cubicBezTo>
                    <a:cubicBezTo>
                      <a:pt x="5" y="7"/>
                      <a:pt x="0" y="8"/>
                      <a:pt x="0" y="7"/>
                    </a:cubicBezTo>
                    <a:cubicBezTo>
                      <a:pt x="0" y="4"/>
                      <a:pt x="2" y="3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2" name="ïSḷíḑê"/>
              <p:cNvSpPr/>
              <p:nvPr/>
            </p:nvSpPr>
            <p:spPr bwMode="auto">
              <a:xfrm>
                <a:off x="3917517" y="3193476"/>
                <a:ext cx="35724" cy="17862"/>
              </a:xfrm>
              <a:custGeom>
                <a:avLst/>
                <a:gdLst/>
                <a:ahLst/>
                <a:cxnLst>
                  <a:cxn ang="0">
                    <a:pos x="18" y="3"/>
                  </a:cxn>
                  <a:cxn ang="0">
                    <a:pos x="22" y="7"/>
                  </a:cxn>
                  <a:cxn ang="0">
                    <a:pos x="7" y="10"/>
                  </a:cxn>
                  <a:cxn ang="0">
                    <a:pos x="0" y="3"/>
                  </a:cxn>
                  <a:cxn ang="0">
                    <a:pos x="5" y="0"/>
                  </a:cxn>
                  <a:cxn ang="0">
                    <a:pos x="19" y="4"/>
                  </a:cxn>
                  <a:cxn ang="0">
                    <a:pos x="18" y="3"/>
                  </a:cxn>
                </a:cxnLst>
                <a:rect l="0" t="0" r="r" b="b"/>
                <a:pathLst>
                  <a:path w="22" h="10">
                    <a:moveTo>
                      <a:pt x="18" y="3"/>
                    </a:moveTo>
                    <a:cubicBezTo>
                      <a:pt x="21" y="4"/>
                      <a:pt x="22" y="5"/>
                      <a:pt x="22" y="7"/>
                    </a:cubicBezTo>
                    <a:cubicBezTo>
                      <a:pt x="17" y="8"/>
                      <a:pt x="13" y="10"/>
                      <a:pt x="7" y="10"/>
                    </a:cubicBezTo>
                    <a:cubicBezTo>
                      <a:pt x="4" y="10"/>
                      <a:pt x="0" y="7"/>
                      <a:pt x="0" y="3"/>
                    </a:cubicBezTo>
                    <a:cubicBezTo>
                      <a:pt x="0" y="1"/>
                      <a:pt x="3" y="0"/>
                      <a:pt x="5" y="0"/>
                    </a:cubicBezTo>
                    <a:cubicBezTo>
                      <a:pt x="10" y="0"/>
                      <a:pt x="16" y="3"/>
                      <a:pt x="19" y="4"/>
                    </a:cubicBezTo>
                    <a:lnTo>
                      <a:pt x="18" y="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3" name="iSḷîďê"/>
              <p:cNvSpPr/>
              <p:nvPr/>
            </p:nvSpPr>
            <p:spPr bwMode="auto">
              <a:xfrm>
                <a:off x="4147736" y="3193476"/>
                <a:ext cx="29770" cy="11907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11" y="7"/>
                  </a:cxn>
                  <a:cxn ang="0">
                    <a:pos x="0" y="2"/>
                  </a:cxn>
                  <a:cxn ang="0">
                    <a:pos x="5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7">
                    <a:moveTo>
                      <a:pt x="18" y="4"/>
                    </a:moveTo>
                    <a:cubicBezTo>
                      <a:pt x="17" y="7"/>
                      <a:pt x="14" y="7"/>
                      <a:pt x="11" y="7"/>
                    </a:cubicBezTo>
                    <a:cubicBezTo>
                      <a:pt x="6" y="7"/>
                      <a:pt x="0" y="7"/>
                      <a:pt x="0" y="2"/>
                    </a:cubicBezTo>
                    <a:cubicBezTo>
                      <a:pt x="0" y="0"/>
                      <a:pt x="4" y="0"/>
                      <a:pt x="5" y="0"/>
                    </a:cubicBezTo>
                    <a:cubicBezTo>
                      <a:pt x="6" y="0"/>
                      <a:pt x="17" y="2"/>
                      <a:pt x="18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4" name="îŝḷîdè"/>
              <p:cNvSpPr/>
              <p:nvPr/>
            </p:nvSpPr>
            <p:spPr bwMode="auto">
              <a:xfrm>
                <a:off x="3996903" y="3161723"/>
                <a:ext cx="125033" cy="49615"/>
              </a:xfrm>
              <a:custGeom>
                <a:avLst/>
                <a:gdLst/>
                <a:ahLst/>
                <a:cxnLst>
                  <a:cxn ang="0">
                    <a:pos x="64" y="11"/>
                  </a:cxn>
                  <a:cxn ang="0">
                    <a:pos x="75" y="21"/>
                  </a:cxn>
                  <a:cxn ang="0">
                    <a:pos x="59" y="21"/>
                  </a:cxn>
                  <a:cxn ang="0">
                    <a:pos x="51" y="24"/>
                  </a:cxn>
                  <a:cxn ang="0">
                    <a:pos x="47" y="22"/>
                  </a:cxn>
                  <a:cxn ang="0">
                    <a:pos x="37" y="30"/>
                  </a:cxn>
                  <a:cxn ang="0">
                    <a:pos x="31" y="24"/>
                  </a:cxn>
                  <a:cxn ang="0">
                    <a:pos x="11" y="23"/>
                  </a:cxn>
                  <a:cxn ang="0">
                    <a:pos x="6" y="23"/>
                  </a:cxn>
                  <a:cxn ang="0">
                    <a:pos x="6" y="27"/>
                  </a:cxn>
                  <a:cxn ang="0">
                    <a:pos x="0" y="19"/>
                  </a:cxn>
                  <a:cxn ang="0">
                    <a:pos x="3" y="18"/>
                  </a:cxn>
                  <a:cxn ang="0">
                    <a:pos x="22" y="17"/>
                  </a:cxn>
                  <a:cxn ang="0">
                    <a:pos x="19" y="8"/>
                  </a:cxn>
                  <a:cxn ang="0">
                    <a:pos x="14" y="3"/>
                  </a:cxn>
                  <a:cxn ang="0">
                    <a:pos x="17" y="0"/>
                  </a:cxn>
                  <a:cxn ang="0">
                    <a:pos x="28" y="3"/>
                  </a:cxn>
                  <a:cxn ang="0">
                    <a:pos x="41" y="1"/>
                  </a:cxn>
                  <a:cxn ang="0">
                    <a:pos x="66" y="13"/>
                  </a:cxn>
                  <a:cxn ang="0">
                    <a:pos x="64" y="11"/>
                  </a:cxn>
                </a:cxnLst>
                <a:rect l="0" t="0" r="r" b="b"/>
                <a:pathLst>
                  <a:path w="75" h="30">
                    <a:moveTo>
                      <a:pt x="64" y="11"/>
                    </a:moveTo>
                    <a:cubicBezTo>
                      <a:pt x="68" y="15"/>
                      <a:pt x="72" y="16"/>
                      <a:pt x="75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6" y="23"/>
                      <a:pt x="54" y="24"/>
                      <a:pt x="51" y="24"/>
                    </a:cubicBezTo>
                    <a:cubicBezTo>
                      <a:pt x="49" y="24"/>
                      <a:pt x="49" y="22"/>
                      <a:pt x="47" y="22"/>
                    </a:cubicBezTo>
                    <a:cubicBezTo>
                      <a:pt x="41" y="22"/>
                      <a:pt x="41" y="30"/>
                      <a:pt x="37" y="30"/>
                    </a:cubicBezTo>
                    <a:cubicBezTo>
                      <a:pt x="33" y="30"/>
                      <a:pt x="34" y="26"/>
                      <a:pt x="31" y="24"/>
                    </a:cubicBezTo>
                    <a:cubicBezTo>
                      <a:pt x="27" y="22"/>
                      <a:pt x="17" y="23"/>
                      <a:pt x="11" y="23"/>
                    </a:cubicBezTo>
                    <a:cubicBezTo>
                      <a:pt x="8" y="23"/>
                      <a:pt x="8" y="24"/>
                      <a:pt x="6" y="23"/>
                    </a:cubicBezTo>
                    <a:cubicBezTo>
                      <a:pt x="6" y="24"/>
                      <a:pt x="6" y="25"/>
                      <a:pt x="6" y="27"/>
                    </a:cubicBezTo>
                    <a:cubicBezTo>
                      <a:pt x="3" y="26"/>
                      <a:pt x="0" y="22"/>
                      <a:pt x="0" y="19"/>
                    </a:cubicBezTo>
                    <a:cubicBezTo>
                      <a:pt x="1" y="19"/>
                      <a:pt x="2" y="18"/>
                      <a:pt x="3" y="18"/>
                    </a:cubicBezTo>
                    <a:cubicBezTo>
                      <a:pt x="13" y="18"/>
                      <a:pt x="17" y="20"/>
                      <a:pt x="22" y="17"/>
                    </a:cubicBezTo>
                    <a:cubicBezTo>
                      <a:pt x="20" y="15"/>
                      <a:pt x="19" y="12"/>
                      <a:pt x="19" y="8"/>
                    </a:cubicBezTo>
                    <a:cubicBezTo>
                      <a:pt x="17" y="8"/>
                      <a:pt x="14" y="6"/>
                      <a:pt x="14" y="3"/>
                    </a:cubicBezTo>
                    <a:cubicBezTo>
                      <a:pt x="14" y="2"/>
                      <a:pt x="16" y="0"/>
                      <a:pt x="17" y="0"/>
                    </a:cubicBezTo>
                    <a:cubicBezTo>
                      <a:pt x="21" y="0"/>
                      <a:pt x="24" y="3"/>
                      <a:pt x="28" y="3"/>
                    </a:cubicBezTo>
                    <a:cubicBezTo>
                      <a:pt x="34" y="3"/>
                      <a:pt x="36" y="1"/>
                      <a:pt x="41" y="1"/>
                    </a:cubicBezTo>
                    <a:cubicBezTo>
                      <a:pt x="55" y="1"/>
                      <a:pt x="58" y="9"/>
                      <a:pt x="66" y="13"/>
                    </a:cubicBezTo>
                    <a:lnTo>
                      <a:pt x="64" y="1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5" name="îṣľídê"/>
              <p:cNvSpPr/>
              <p:nvPr/>
            </p:nvSpPr>
            <p:spPr bwMode="auto">
              <a:xfrm>
                <a:off x="3909579" y="3052572"/>
                <a:ext cx="11908" cy="13892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7" y="6"/>
                  </a:cxn>
                  <a:cxn ang="0">
                    <a:pos x="5" y="8"/>
                  </a:cxn>
                  <a:cxn ang="0">
                    <a:pos x="0" y="0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cubicBezTo>
                      <a:pt x="6" y="0"/>
                      <a:pt x="7" y="3"/>
                      <a:pt x="7" y="6"/>
                    </a:cubicBezTo>
                    <a:cubicBezTo>
                      <a:pt x="7" y="7"/>
                      <a:pt x="6" y="8"/>
                      <a:pt x="5" y="8"/>
                    </a:cubicBezTo>
                    <a:cubicBezTo>
                      <a:pt x="0" y="8"/>
                      <a:pt x="0" y="3"/>
                      <a:pt x="0" y="0"/>
                    </a:cubicBezTo>
                    <a:cubicBezTo>
                      <a:pt x="0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6" name="îšľíḍê"/>
              <p:cNvSpPr/>
              <p:nvPr/>
            </p:nvSpPr>
            <p:spPr bwMode="auto">
              <a:xfrm>
                <a:off x="3899656" y="3010895"/>
                <a:ext cx="17863" cy="5954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6" y="0"/>
                  </a:cxn>
                  <a:cxn ang="0">
                    <a:pos x="11" y="3"/>
                  </a:cxn>
                  <a:cxn ang="0">
                    <a:pos x="0" y="3"/>
                  </a:cxn>
                </a:cxnLst>
                <a:rect l="0" t="0" r="r" b="b"/>
                <a:pathLst>
                  <a:path w="11" h="4">
                    <a:moveTo>
                      <a:pt x="0" y="3"/>
                    </a:moveTo>
                    <a:cubicBezTo>
                      <a:pt x="1" y="2"/>
                      <a:pt x="4" y="0"/>
                      <a:pt x="6" y="0"/>
                    </a:cubicBezTo>
                    <a:cubicBezTo>
                      <a:pt x="9" y="0"/>
                      <a:pt x="10" y="2"/>
                      <a:pt x="11" y="3"/>
                    </a:cubicBezTo>
                    <a:cubicBezTo>
                      <a:pt x="7" y="4"/>
                      <a:pt x="2" y="3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7" name="íṡlídê"/>
              <p:cNvSpPr/>
              <p:nvPr/>
            </p:nvSpPr>
            <p:spPr bwMode="auto">
              <a:xfrm>
                <a:off x="3931410" y="3018833"/>
                <a:ext cx="5954" cy="7938"/>
              </a:xfrm>
              <a:custGeom>
                <a:avLst/>
                <a:gdLst/>
                <a:ahLst/>
                <a:cxnLst>
                  <a:cxn ang="0">
                    <a:pos x="3" y="4"/>
                  </a:cxn>
                  <a:cxn ang="0">
                    <a:pos x="1" y="0"/>
                  </a:cxn>
                  <a:cxn ang="0">
                    <a:pos x="3" y="4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2" y="4"/>
                      <a:pt x="0" y="1"/>
                      <a:pt x="1" y="0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8" name="îṣḻîḑè"/>
              <p:cNvSpPr/>
              <p:nvPr/>
            </p:nvSpPr>
            <p:spPr bwMode="auto">
              <a:xfrm>
                <a:off x="4006827" y="3129970"/>
                <a:ext cx="13893" cy="9924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0" y="7"/>
                  </a:cxn>
                  <a:cxn ang="0">
                    <a:pos x="2" y="7"/>
                  </a:cxn>
                  <a:cxn ang="0">
                    <a:pos x="9" y="4"/>
                  </a:cxn>
                  <a:cxn ang="0">
                    <a:pos x="9" y="0"/>
                  </a:cxn>
                  <a:cxn ang="0">
                    <a:pos x="0" y="4"/>
                  </a:cxn>
                </a:cxnLst>
                <a:rect l="0" t="0" r="r" b="b"/>
                <a:pathLst>
                  <a:path w="9" h="7">
                    <a:moveTo>
                      <a:pt x="0" y="4"/>
                    </a:moveTo>
                    <a:cubicBezTo>
                      <a:pt x="0" y="5"/>
                      <a:pt x="0" y="6"/>
                      <a:pt x="0" y="7"/>
                    </a:cubicBezTo>
                    <a:cubicBezTo>
                      <a:pt x="0" y="7"/>
                      <a:pt x="1" y="7"/>
                      <a:pt x="2" y="7"/>
                    </a:cubicBezTo>
                    <a:cubicBezTo>
                      <a:pt x="4" y="7"/>
                      <a:pt x="7" y="6"/>
                      <a:pt x="9" y="4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7" y="3"/>
                      <a:pt x="4" y="5"/>
                      <a:pt x="0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39" name="îṣḻïďé"/>
              <p:cNvSpPr/>
              <p:nvPr/>
            </p:nvSpPr>
            <p:spPr bwMode="auto">
              <a:xfrm>
                <a:off x="2941074" y="2457200"/>
                <a:ext cx="1208648" cy="591403"/>
              </a:xfrm>
              <a:custGeom>
                <a:avLst/>
                <a:gdLst/>
                <a:ahLst/>
                <a:cxnLst>
                  <a:cxn ang="0">
                    <a:pos x="543" y="285"/>
                  </a:cxn>
                  <a:cxn ang="0">
                    <a:pos x="555" y="317"/>
                  </a:cxn>
                  <a:cxn ang="0">
                    <a:pos x="560" y="338"/>
                  </a:cxn>
                  <a:cxn ang="0">
                    <a:pos x="542" y="345"/>
                  </a:cxn>
                  <a:cxn ang="0">
                    <a:pos x="507" y="287"/>
                  </a:cxn>
                  <a:cxn ang="0">
                    <a:pos x="474" y="283"/>
                  </a:cxn>
                  <a:cxn ang="0">
                    <a:pos x="460" y="283"/>
                  </a:cxn>
                  <a:cxn ang="0">
                    <a:pos x="443" y="286"/>
                  </a:cxn>
                  <a:cxn ang="0">
                    <a:pos x="412" y="292"/>
                  </a:cxn>
                  <a:cxn ang="0">
                    <a:pos x="393" y="291"/>
                  </a:cxn>
                  <a:cxn ang="0">
                    <a:pos x="357" y="309"/>
                  </a:cxn>
                  <a:cxn ang="0">
                    <a:pos x="343" y="342"/>
                  </a:cxn>
                  <a:cxn ang="0">
                    <a:pos x="282" y="290"/>
                  </a:cxn>
                  <a:cxn ang="0">
                    <a:pos x="246" y="281"/>
                  </a:cxn>
                  <a:cxn ang="0">
                    <a:pos x="207" y="262"/>
                  </a:cxn>
                  <a:cxn ang="0">
                    <a:pos x="170" y="268"/>
                  </a:cxn>
                  <a:cxn ang="0">
                    <a:pos x="95" y="252"/>
                  </a:cxn>
                  <a:cxn ang="0">
                    <a:pos x="47" y="214"/>
                  </a:cxn>
                  <a:cxn ang="0">
                    <a:pos x="4" y="141"/>
                  </a:cxn>
                  <a:cxn ang="0">
                    <a:pos x="4" y="95"/>
                  </a:cxn>
                  <a:cxn ang="0">
                    <a:pos x="0" y="23"/>
                  </a:cxn>
                  <a:cxn ang="0">
                    <a:pos x="20" y="27"/>
                  </a:cxn>
                  <a:cxn ang="0">
                    <a:pos x="20" y="5"/>
                  </a:cxn>
                  <a:cxn ang="0">
                    <a:pos x="373" y="0"/>
                  </a:cxn>
                  <a:cxn ang="0">
                    <a:pos x="406" y="11"/>
                  </a:cxn>
                  <a:cxn ang="0">
                    <a:pos x="408" y="45"/>
                  </a:cxn>
                  <a:cxn ang="0">
                    <a:pos x="423" y="42"/>
                  </a:cxn>
                  <a:cxn ang="0">
                    <a:pos x="441" y="40"/>
                  </a:cxn>
                  <a:cxn ang="0">
                    <a:pos x="456" y="42"/>
                  </a:cxn>
                  <a:cxn ang="0">
                    <a:pos x="472" y="47"/>
                  </a:cxn>
                  <a:cxn ang="0">
                    <a:pos x="510" y="48"/>
                  </a:cxn>
                  <a:cxn ang="0">
                    <a:pos x="490" y="54"/>
                  </a:cxn>
                  <a:cxn ang="0">
                    <a:pos x="472" y="69"/>
                  </a:cxn>
                  <a:cxn ang="0">
                    <a:pos x="471" y="121"/>
                  </a:cxn>
                  <a:cxn ang="0">
                    <a:pos x="480" y="88"/>
                  </a:cxn>
                  <a:cxn ang="0">
                    <a:pos x="501" y="57"/>
                  </a:cxn>
                  <a:cxn ang="0">
                    <a:pos x="516" y="87"/>
                  </a:cxn>
                  <a:cxn ang="0">
                    <a:pos x="531" y="97"/>
                  </a:cxn>
                  <a:cxn ang="0">
                    <a:pos x="527" y="123"/>
                  </a:cxn>
                  <a:cxn ang="0">
                    <a:pos x="564" y="97"/>
                  </a:cxn>
                  <a:cxn ang="0">
                    <a:pos x="610" y="84"/>
                  </a:cxn>
                  <a:cxn ang="0">
                    <a:pos x="653" y="65"/>
                  </a:cxn>
                  <a:cxn ang="0">
                    <a:pos x="675" y="63"/>
                  </a:cxn>
                  <a:cxn ang="0">
                    <a:pos x="699" y="28"/>
                  </a:cxn>
                  <a:cxn ang="0">
                    <a:pos x="726" y="73"/>
                  </a:cxn>
                  <a:cxn ang="0">
                    <a:pos x="701" y="80"/>
                  </a:cxn>
                  <a:cxn ang="0">
                    <a:pos x="681" y="113"/>
                  </a:cxn>
                  <a:cxn ang="0">
                    <a:pos x="690" y="118"/>
                  </a:cxn>
                  <a:cxn ang="0">
                    <a:pos x="676" y="122"/>
                  </a:cxn>
                  <a:cxn ang="0">
                    <a:pos x="648" y="132"/>
                  </a:cxn>
                  <a:cxn ang="0">
                    <a:pos x="642" y="134"/>
                  </a:cxn>
                  <a:cxn ang="0">
                    <a:pos x="635" y="137"/>
                  </a:cxn>
                  <a:cxn ang="0">
                    <a:pos x="627" y="161"/>
                  </a:cxn>
                  <a:cxn ang="0">
                    <a:pos x="622" y="159"/>
                  </a:cxn>
                  <a:cxn ang="0">
                    <a:pos x="615" y="186"/>
                  </a:cxn>
                  <a:cxn ang="0">
                    <a:pos x="614" y="178"/>
                  </a:cxn>
                  <a:cxn ang="0">
                    <a:pos x="608" y="170"/>
                  </a:cxn>
                  <a:cxn ang="0">
                    <a:pos x="611" y="192"/>
                  </a:cxn>
                  <a:cxn ang="0">
                    <a:pos x="614" y="196"/>
                  </a:cxn>
                  <a:cxn ang="0">
                    <a:pos x="614" y="205"/>
                  </a:cxn>
                  <a:cxn ang="0">
                    <a:pos x="607" y="213"/>
                  </a:cxn>
                  <a:cxn ang="0">
                    <a:pos x="607" y="221"/>
                  </a:cxn>
                  <a:cxn ang="0">
                    <a:pos x="589" y="232"/>
                  </a:cxn>
                </a:cxnLst>
                <a:rect l="0" t="0" r="r" b="b"/>
                <a:pathLst>
                  <a:path w="726" h="356">
                    <a:moveTo>
                      <a:pt x="590" y="233"/>
                    </a:moveTo>
                    <a:cubicBezTo>
                      <a:pt x="569" y="245"/>
                      <a:pt x="543" y="253"/>
                      <a:pt x="543" y="285"/>
                    </a:cubicBezTo>
                    <a:cubicBezTo>
                      <a:pt x="543" y="300"/>
                      <a:pt x="555" y="304"/>
                      <a:pt x="555" y="318"/>
                    </a:cubicBezTo>
                    <a:cubicBezTo>
                      <a:pt x="555" y="317"/>
                      <a:pt x="555" y="317"/>
                      <a:pt x="555" y="317"/>
                    </a:cubicBezTo>
                    <a:cubicBezTo>
                      <a:pt x="555" y="320"/>
                      <a:pt x="555" y="320"/>
                      <a:pt x="555" y="320"/>
                    </a:cubicBezTo>
                    <a:cubicBezTo>
                      <a:pt x="556" y="326"/>
                      <a:pt x="560" y="330"/>
                      <a:pt x="560" y="338"/>
                    </a:cubicBezTo>
                    <a:cubicBezTo>
                      <a:pt x="560" y="347"/>
                      <a:pt x="558" y="356"/>
                      <a:pt x="551" y="356"/>
                    </a:cubicBezTo>
                    <a:cubicBezTo>
                      <a:pt x="544" y="356"/>
                      <a:pt x="544" y="349"/>
                      <a:pt x="542" y="345"/>
                    </a:cubicBezTo>
                    <a:cubicBezTo>
                      <a:pt x="537" y="338"/>
                      <a:pt x="532" y="335"/>
                      <a:pt x="529" y="328"/>
                    </a:cubicBezTo>
                    <a:cubicBezTo>
                      <a:pt x="522" y="314"/>
                      <a:pt x="527" y="287"/>
                      <a:pt x="507" y="287"/>
                    </a:cubicBezTo>
                    <a:cubicBezTo>
                      <a:pt x="503" y="287"/>
                      <a:pt x="502" y="293"/>
                      <a:pt x="498" y="293"/>
                    </a:cubicBezTo>
                    <a:cubicBezTo>
                      <a:pt x="490" y="293"/>
                      <a:pt x="485" y="283"/>
                      <a:pt x="474" y="283"/>
                    </a:cubicBezTo>
                    <a:cubicBezTo>
                      <a:pt x="468" y="283"/>
                      <a:pt x="467" y="286"/>
                      <a:pt x="463" y="286"/>
                    </a:cubicBezTo>
                    <a:cubicBezTo>
                      <a:pt x="462" y="286"/>
                      <a:pt x="460" y="284"/>
                      <a:pt x="460" y="283"/>
                    </a:cubicBezTo>
                    <a:cubicBezTo>
                      <a:pt x="453" y="285"/>
                      <a:pt x="444" y="284"/>
                      <a:pt x="436" y="286"/>
                    </a:cubicBezTo>
                    <a:cubicBezTo>
                      <a:pt x="441" y="288"/>
                      <a:pt x="440" y="288"/>
                      <a:pt x="443" y="286"/>
                    </a:cubicBezTo>
                    <a:cubicBezTo>
                      <a:pt x="442" y="293"/>
                      <a:pt x="438" y="297"/>
                      <a:pt x="443" y="301"/>
                    </a:cubicBezTo>
                    <a:cubicBezTo>
                      <a:pt x="431" y="307"/>
                      <a:pt x="421" y="292"/>
                      <a:pt x="412" y="292"/>
                    </a:cubicBezTo>
                    <a:cubicBezTo>
                      <a:pt x="409" y="292"/>
                      <a:pt x="408" y="295"/>
                      <a:pt x="405" y="295"/>
                    </a:cubicBezTo>
                    <a:cubicBezTo>
                      <a:pt x="400" y="295"/>
                      <a:pt x="398" y="291"/>
                      <a:pt x="393" y="291"/>
                    </a:cubicBezTo>
                    <a:cubicBezTo>
                      <a:pt x="380" y="291"/>
                      <a:pt x="374" y="302"/>
                      <a:pt x="368" y="307"/>
                    </a:cubicBezTo>
                    <a:cubicBezTo>
                      <a:pt x="365" y="311"/>
                      <a:pt x="361" y="308"/>
                      <a:pt x="357" y="309"/>
                    </a:cubicBezTo>
                    <a:cubicBezTo>
                      <a:pt x="347" y="313"/>
                      <a:pt x="341" y="325"/>
                      <a:pt x="341" y="338"/>
                    </a:cubicBezTo>
                    <a:cubicBezTo>
                      <a:pt x="341" y="339"/>
                      <a:pt x="343" y="341"/>
                      <a:pt x="343" y="342"/>
                    </a:cubicBezTo>
                    <a:cubicBezTo>
                      <a:pt x="336" y="342"/>
                      <a:pt x="325" y="339"/>
                      <a:pt x="321" y="336"/>
                    </a:cubicBezTo>
                    <a:cubicBezTo>
                      <a:pt x="307" y="322"/>
                      <a:pt x="308" y="290"/>
                      <a:pt x="282" y="290"/>
                    </a:cubicBezTo>
                    <a:cubicBezTo>
                      <a:pt x="272" y="290"/>
                      <a:pt x="275" y="302"/>
                      <a:pt x="266" y="302"/>
                    </a:cubicBezTo>
                    <a:cubicBezTo>
                      <a:pt x="257" y="302"/>
                      <a:pt x="250" y="287"/>
                      <a:pt x="246" y="281"/>
                    </a:cubicBezTo>
                    <a:cubicBezTo>
                      <a:pt x="239" y="268"/>
                      <a:pt x="230" y="266"/>
                      <a:pt x="215" y="262"/>
                    </a:cubicBezTo>
                    <a:cubicBezTo>
                      <a:pt x="207" y="262"/>
                      <a:pt x="207" y="262"/>
                      <a:pt x="207" y="262"/>
                    </a:cubicBezTo>
                    <a:cubicBezTo>
                      <a:pt x="207" y="268"/>
                      <a:pt x="207" y="268"/>
                      <a:pt x="207" y="268"/>
                    </a:cubicBezTo>
                    <a:cubicBezTo>
                      <a:pt x="170" y="268"/>
                      <a:pt x="170" y="268"/>
                      <a:pt x="170" y="268"/>
                    </a:cubicBezTo>
                    <a:cubicBezTo>
                      <a:pt x="123" y="252"/>
                      <a:pt x="123" y="252"/>
                      <a:pt x="123" y="252"/>
                    </a:cubicBezTo>
                    <a:cubicBezTo>
                      <a:pt x="95" y="252"/>
                      <a:pt x="95" y="252"/>
                      <a:pt x="95" y="252"/>
                    </a:cubicBezTo>
                    <a:cubicBezTo>
                      <a:pt x="88" y="239"/>
                      <a:pt x="66" y="230"/>
                      <a:pt x="50" y="223"/>
                    </a:cubicBezTo>
                    <a:cubicBezTo>
                      <a:pt x="47" y="222"/>
                      <a:pt x="48" y="217"/>
                      <a:pt x="47" y="214"/>
                    </a:cubicBezTo>
                    <a:cubicBezTo>
                      <a:pt x="40" y="198"/>
                      <a:pt x="28" y="193"/>
                      <a:pt x="30" y="175"/>
                    </a:cubicBezTo>
                    <a:cubicBezTo>
                      <a:pt x="21" y="174"/>
                      <a:pt x="11" y="154"/>
                      <a:pt x="4" y="141"/>
                    </a:cubicBezTo>
                    <a:cubicBezTo>
                      <a:pt x="2" y="137"/>
                      <a:pt x="6" y="134"/>
                      <a:pt x="8" y="133"/>
                    </a:cubicBezTo>
                    <a:cubicBezTo>
                      <a:pt x="3" y="123"/>
                      <a:pt x="8" y="107"/>
                      <a:pt x="4" y="95"/>
                    </a:cubicBezTo>
                    <a:cubicBezTo>
                      <a:pt x="0" y="85"/>
                      <a:pt x="11" y="60"/>
                      <a:pt x="11" y="46"/>
                    </a:cubicBezTo>
                    <a:cubicBezTo>
                      <a:pt x="11" y="36"/>
                      <a:pt x="0" y="32"/>
                      <a:pt x="0" y="23"/>
                    </a:cubicBezTo>
                    <a:cubicBezTo>
                      <a:pt x="0" y="20"/>
                      <a:pt x="5" y="20"/>
                      <a:pt x="7" y="20"/>
                    </a:cubicBezTo>
                    <a:cubicBezTo>
                      <a:pt x="13" y="20"/>
                      <a:pt x="17" y="23"/>
                      <a:pt x="20" y="27"/>
                    </a:cubicBezTo>
                    <a:cubicBezTo>
                      <a:pt x="22" y="24"/>
                      <a:pt x="26" y="19"/>
                      <a:pt x="26" y="15"/>
                    </a:cubicBezTo>
                    <a:cubicBezTo>
                      <a:pt x="26" y="11"/>
                      <a:pt x="22" y="10"/>
                      <a:pt x="20" y="5"/>
                    </a:cubicBezTo>
                    <a:cubicBezTo>
                      <a:pt x="373" y="5"/>
                      <a:pt x="373" y="5"/>
                      <a:pt x="373" y="5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9" y="4"/>
                      <a:pt x="378" y="8"/>
                      <a:pt x="384" y="11"/>
                    </a:cubicBezTo>
                    <a:cubicBezTo>
                      <a:pt x="406" y="11"/>
                      <a:pt x="406" y="11"/>
                      <a:pt x="406" y="11"/>
                    </a:cubicBezTo>
                    <a:cubicBezTo>
                      <a:pt x="415" y="20"/>
                      <a:pt x="426" y="20"/>
                      <a:pt x="443" y="20"/>
                    </a:cubicBezTo>
                    <a:cubicBezTo>
                      <a:pt x="431" y="28"/>
                      <a:pt x="418" y="32"/>
                      <a:pt x="408" y="45"/>
                    </a:cubicBezTo>
                    <a:cubicBezTo>
                      <a:pt x="415" y="45"/>
                      <a:pt x="415" y="45"/>
                      <a:pt x="415" y="45"/>
                    </a:cubicBezTo>
                    <a:cubicBezTo>
                      <a:pt x="418" y="43"/>
                      <a:pt x="420" y="42"/>
                      <a:pt x="423" y="42"/>
                    </a:cubicBezTo>
                    <a:cubicBezTo>
                      <a:pt x="425" y="46"/>
                      <a:pt x="426" y="46"/>
                      <a:pt x="429" y="46"/>
                    </a:cubicBezTo>
                    <a:cubicBezTo>
                      <a:pt x="437" y="46"/>
                      <a:pt x="437" y="40"/>
                      <a:pt x="441" y="40"/>
                    </a:cubicBezTo>
                    <a:cubicBezTo>
                      <a:pt x="446" y="40"/>
                      <a:pt x="454" y="32"/>
                      <a:pt x="461" y="31"/>
                    </a:cubicBezTo>
                    <a:cubicBezTo>
                      <a:pt x="461" y="37"/>
                      <a:pt x="458" y="38"/>
                      <a:pt x="456" y="42"/>
                    </a:cubicBezTo>
                    <a:cubicBezTo>
                      <a:pt x="465" y="42"/>
                      <a:pt x="465" y="42"/>
                      <a:pt x="465" y="42"/>
                    </a:cubicBezTo>
                    <a:cubicBezTo>
                      <a:pt x="465" y="45"/>
                      <a:pt x="469" y="47"/>
                      <a:pt x="472" y="47"/>
                    </a:cubicBezTo>
                    <a:cubicBezTo>
                      <a:pt x="478" y="47"/>
                      <a:pt x="480" y="43"/>
                      <a:pt x="484" y="43"/>
                    </a:cubicBezTo>
                    <a:cubicBezTo>
                      <a:pt x="495" y="43"/>
                      <a:pt x="500" y="48"/>
                      <a:pt x="510" y="48"/>
                    </a:cubicBezTo>
                    <a:cubicBezTo>
                      <a:pt x="510" y="54"/>
                      <a:pt x="510" y="54"/>
                      <a:pt x="510" y="54"/>
                    </a:cubicBezTo>
                    <a:cubicBezTo>
                      <a:pt x="503" y="56"/>
                      <a:pt x="493" y="54"/>
                      <a:pt x="490" y="54"/>
                    </a:cubicBezTo>
                    <a:cubicBezTo>
                      <a:pt x="480" y="54"/>
                      <a:pt x="462" y="66"/>
                      <a:pt x="462" y="75"/>
                    </a:cubicBezTo>
                    <a:cubicBezTo>
                      <a:pt x="466" y="72"/>
                      <a:pt x="468" y="69"/>
                      <a:pt x="472" y="69"/>
                    </a:cubicBezTo>
                    <a:cubicBezTo>
                      <a:pt x="465" y="78"/>
                      <a:pt x="461" y="101"/>
                      <a:pt x="461" y="112"/>
                    </a:cubicBezTo>
                    <a:cubicBezTo>
                      <a:pt x="461" y="117"/>
                      <a:pt x="466" y="121"/>
                      <a:pt x="471" y="121"/>
                    </a:cubicBezTo>
                    <a:cubicBezTo>
                      <a:pt x="478" y="121"/>
                      <a:pt x="480" y="108"/>
                      <a:pt x="480" y="102"/>
                    </a:cubicBezTo>
                    <a:cubicBezTo>
                      <a:pt x="480" y="97"/>
                      <a:pt x="480" y="88"/>
                      <a:pt x="480" y="88"/>
                    </a:cubicBezTo>
                    <a:cubicBezTo>
                      <a:pt x="480" y="82"/>
                      <a:pt x="480" y="69"/>
                      <a:pt x="485" y="69"/>
                    </a:cubicBezTo>
                    <a:cubicBezTo>
                      <a:pt x="501" y="68"/>
                      <a:pt x="494" y="57"/>
                      <a:pt x="501" y="57"/>
                    </a:cubicBezTo>
                    <a:cubicBezTo>
                      <a:pt x="504" y="57"/>
                      <a:pt x="521" y="65"/>
                      <a:pt x="521" y="70"/>
                    </a:cubicBezTo>
                    <a:cubicBezTo>
                      <a:pt x="521" y="77"/>
                      <a:pt x="517" y="81"/>
                      <a:pt x="516" y="87"/>
                    </a:cubicBezTo>
                    <a:cubicBezTo>
                      <a:pt x="521" y="87"/>
                      <a:pt x="520" y="85"/>
                      <a:pt x="525" y="84"/>
                    </a:cubicBezTo>
                    <a:cubicBezTo>
                      <a:pt x="526" y="91"/>
                      <a:pt x="526" y="94"/>
                      <a:pt x="531" y="97"/>
                    </a:cubicBezTo>
                    <a:cubicBezTo>
                      <a:pt x="526" y="103"/>
                      <a:pt x="521" y="106"/>
                      <a:pt x="521" y="112"/>
                    </a:cubicBezTo>
                    <a:cubicBezTo>
                      <a:pt x="521" y="117"/>
                      <a:pt x="523" y="123"/>
                      <a:pt x="527" y="123"/>
                    </a:cubicBezTo>
                    <a:cubicBezTo>
                      <a:pt x="539" y="123"/>
                      <a:pt x="559" y="112"/>
                      <a:pt x="568" y="108"/>
                    </a:cubicBezTo>
                    <a:cubicBezTo>
                      <a:pt x="567" y="103"/>
                      <a:pt x="565" y="99"/>
                      <a:pt x="564" y="97"/>
                    </a:cubicBezTo>
                    <a:cubicBezTo>
                      <a:pt x="567" y="97"/>
                      <a:pt x="567" y="97"/>
                      <a:pt x="569" y="97"/>
                    </a:cubicBezTo>
                    <a:cubicBezTo>
                      <a:pt x="582" y="97"/>
                      <a:pt x="610" y="101"/>
                      <a:pt x="610" y="84"/>
                    </a:cubicBezTo>
                    <a:cubicBezTo>
                      <a:pt x="611" y="84"/>
                      <a:pt x="627" y="68"/>
                      <a:pt x="630" y="66"/>
                    </a:cubicBezTo>
                    <a:cubicBezTo>
                      <a:pt x="632" y="64"/>
                      <a:pt x="643" y="65"/>
                      <a:pt x="653" y="65"/>
                    </a:cubicBezTo>
                    <a:cubicBezTo>
                      <a:pt x="657" y="65"/>
                      <a:pt x="660" y="65"/>
                      <a:pt x="664" y="65"/>
                    </a:cubicBezTo>
                    <a:cubicBezTo>
                      <a:pt x="668" y="65"/>
                      <a:pt x="672" y="63"/>
                      <a:pt x="675" y="63"/>
                    </a:cubicBezTo>
                    <a:cubicBezTo>
                      <a:pt x="680" y="62"/>
                      <a:pt x="678" y="61"/>
                      <a:pt x="680" y="59"/>
                    </a:cubicBezTo>
                    <a:cubicBezTo>
                      <a:pt x="688" y="51"/>
                      <a:pt x="688" y="36"/>
                      <a:pt x="699" y="28"/>
                    </a:cubicBezTo>
                    <a:cubicBezTo>
                      <a:pt x="704" y="35"/>
                      <a:pt x="712" y="25"/>
                      <a:pt x="716" y="32"/>
                    </a:cubicBezTo>
                    <a:cubicBezTo>
                      <a:pt x="723" y="44"/>
                      <a:pt x="717" y="62"/>
                      <a:pt x="726" y="73"/>
                    </a:cubicBezTo>
                    <a:cubicBezTo>
                      <a:pt x="723" y="77"/>
                      <a:pt x="718" y="80"/>
                      <a:pt x="712" y="80"/>
                    </a:cubicBezTo>
                    <a:cubicBezTo>
                      <a:pt x="706" y="80"/>
                      <a:pt x="706" y="78"/>
                      <a:pt x="701" y="80"/>
                    </a:cubicBezTo>
                    <a:cubicBezTo>
                      <a:pt x="694" y="87"/>
                      <a:pt x="679" y="92"/>
                      <a:pt x="679" y="109"/>
                    </a:cubicBezTo>
                    <a:cubicBezTo>
                      <a:pt x="679" y="110"/>
                      <a:pt x="680" y="112"/>
                      <a:pt x="681" y="113"/>
                    </a:cubicBezTo>
                    <a:cubicBezTo>
                      <a:pt x="681" y="115"/>
                      <a:pt x="683" y="121"/>
                      <a:pt x="686" y="121"/>
                    </a:cubicBezTo>
                    <a:cubicBezTo>
                      <a:pt x="687" y="121"/>
                      <a:pt x="690" y="118"/>
                      <a:pt x="690" y="118"/>
                    </a:cubicBezTo>
                    <a:cubicBezTo>
                      <a:pt x="690" y="121"/>
                      <a:pt x="690" y="121"/>
                      <a:pt x="690" y="121"/>
                    </a:cubicBezTo>
                    <a:cubicBezTo>
                      <a:pt x="685" y="122"/>
                      <a:pt x="678" y="124"/>
                      <a:pt x="676" y="122"/>
                    </a:cubicBezTo>
                    <a:cubicBezTo>
                      <a:pt x="667" y="129"/>
                      <a:pt x="652" y="126"/>
                      <a:pt x="643" y="132"/>
                    </a:cubicBezTo>
                    <a:cubicBezTo>
                      <a:pt x="648" y="132"/>
                      <a:pt x="648" y="132"/>
                      <a:pt x="648" y="132"/>
                    </a:cubicBezTo>
                    <a:cubicBezTo>
                      <a:pt x="652" y="132"/>
                      <a:pt x="656" y="129"/>
                      <a:pt x="659" y="132"/>
                    </a:cubicBezTo>
                    <a:cubicBezTo>
                      <a:pt x="653" y="134"/>
                      <a:pt x="648" y="134"/>
                      <a:pt x="642" y="134"/>
                    </a:cubicBezTo>
                    <a:cubicBezTo>
                      <a:pt x="641" y="134"/>
                      <a:pt x="639" y="133"/>
                      <a:pt x="638" y="133"/>
                    </a:cubicBezTo>
                    <a:cubicBezTo>
                      <a:pt x="637" y="134"/>
                      <a:pt x="635" y="135"/>
                      <a:pt x="635" y="137"/>
                    </a:cubicBezTo>
                    <a:cubicBezTo>
                      <a:pt x="635" y="139"/>
                      <a:pt x="639" y="142"/>
                      <a:pt x="639" y="142"/>
                    </a:cubicBezTo>
                    <a:cubicBezTo>
                      <a:pt x="638" y="145"/>
                      <a:pt x="630" y="161"/>
                      <a:pt x="627" y="161"/>
                    </a:cubicBezTo>
                    <a:cubicBezTo>
                      <a:pt x="626" y="161"/>
                      <a:pt x="625" y="158"/>
                      <a:pt x="624" y="157"/>
                    </a:cubicBezTo>
                    <a:cubicBezTo>
                      <a:pt x="622" y="159"/>
                      <a:pt x="622" y="159"/>
                      <a:pt x="622" y="159"/>
                    </a:cubicBezTo>
                    <a:cubicBezTo>
                      <a:pt x="623" y="163"/>
                      <a:pt x="626" y="164"/>
                      <a:pt x="626" y="168"/>
                    </a:cubicBezTo>
                    <a:cubicBezTo>
                      <a:pt x="626" y="170"/>
                      <a:pt x="617" y="186"/>
                      <a:pt x="615" y="186"/>
                    </a:cubicBezTo>
                    <a:cubicBezTo>
                      <a:pt x="615" y="186"/>
                      <a:pt x="614" y="184"/>
                      <a:pt x="614" y="183"/>
                    </a:cubicBezTo>
                    <a:cubicBezTo>
                      <a:pt x="614" y="181"/>
                      <a:pt x="614" y="180"/>
                      <a:pt x="614" y="178"/>
                    </a:cubicBezTo>
                    <a:cubicBezTo>
                      <a:pt x="614" y="175"/>
                      <a:pt x="610" y="168"/>
                      <a:pt x="609" y="164"/>
                    </a:cubicBezTo>
                    <a:cubicBezTo>
                      <a:pt x="608" y="166"/>
                      <a:pt x="608" y="170"/>
                      <a:pt x="608" y="170"/>
                    </a:cubicBezTo>
                    <a:cubicBezTo>
                      <a:pt x="608" y="173"/>
                      <a:pt x="611" y="181"/>
                      <a:pt x="611" y="185"/>
                    </a:cubicBezTo>
                    <a:cubicBezTo>
                      <a:pt x="611" y="189"/>
                      <a:pt x="608" y="189"/>
                      <a:pt x="611" y="192"/>
                    </a:cubicBezTo>
                    <a:cubicBezTo>
                      <a:pt x="612" y="192"/>
                      <a:pt x="613" y="192"/>
                      <a:pt x="614" y="192"/>
                    </a:cubicBezTo>
                    <a:cubicBezTo>
                      <a:pt x="614" y="193"/>
                      <a:pt x="614" y="195"/>
                      <a:pt x="614" y="196"/>
                    </a:cubicBezTo>
                    <a:cubicBezTo>
                      <a:pt x="614" y="200"/>
                      <a:pt x="610" y="201"/>
                      <a:pt x="608" y="201"/>
                    </a:cubicBezTo>
                    <a:cubicBezTo>
                      <a:pt x="610" y="205"/>
                      <a:pt x="612" y="205"/>
                      <a:pt x="614" y="205"/>
                    </a:cubicBezTo>
                    <a:cubicBezTo>
                      <a:pt x="613" y="210"/>
                      <a:pt x="611" y="210"/>
                      <a:pt x="607" y="210"/>
                    </a:cubicBezTo>
                    <a:cubicBezTo>
                      <a:pt x="607" y="213"/>
                      <a:pt x="607" y="213"/>
                      <a:pt x="607" y="213"/>
                    </a:cubicBezTo>
                    <a:cubicBezTo>
                      <a:pt x="612" y="216"/>
                      <a:pt x="612" y="216"/>
                      <a:pt x="612" y="216"/>
                    </a:cubicBezTo>
                    <a:cubicBezTo>
                      <a:pt x="611" y="218"/>
                      <a:pt x="610" y="221"/>
                      <a:pt x="607" y="221"/>
                    </a:cubicBezTo>
                    <a:cubicBezTo>
                      <a:pt x="602" y="222"/>
                      <a:pt x="600" y="226"/>
                      <a:pt x="596" y="226"/>
                    </a:cubicBezTo>
                    <a:cubicBezTo>
                      <a:pt x="591" y="228"/>
                      <a:pt x="591" y="230"/>
                      <a:pt x="589" y="232"/>
                    </a:cubicBezTo>
                    <a:lnTo>
                      <a:pt x="590" y="23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0" name="išļidê"/>
              <p:cNvSpPr/>
              <p:nvPr/>
            </p:nvSpPr>
            <p:spPr bwMode="auto">
              <a:xfrm>
                <a:off x="2601700" y="1732831"/>
                <a:ext cx="1782209" cy="920842"/>
              </a:xfrm>
              <a:custGeom>
                <a:avLst/>
                <a:gdLst/>
                <a:ahLst/>
                <a:cxnLst>
                  <a:cxn ang="0">
                    <a:pos x="950" y="501"/>
                  </a:cxn>
                  <a:cxn ang="0">
                    <a:pos x="950" y="527"/>
                  </a:cxn>
                  <a:cxn ang="0">
                    <a:pos x="955" y="469"/>
                  </a:cxn>
                  <a:cxn ang="0">
                    <a:pos x="944" y="436"/>
                  </a:cxn>
                  <a:cxn ang="0">
                    <a:pos x="982" y="418"/>
                  </a:cxn>
                  <a:cxn ang="0">
                    <a:pos x="1060" y="356"/>
                  </a:cxn>
                  <a:cxn ang="0">
                    <a:pos x="1050" y="346"/>
                  </a:cxn>
                  <a:cxn ang="0">
                    <a:pos x="991" y="310"/>
                  </a:cxn>
                  <a:cxn ang="0">
                    <a:pos x="965" y="247"/>
                  </a:cxn>
                  <a:cxn ang="0">
                    <a:pos x="908" y="267"/>
                  </a:cxn>
                  <a:cxn ang="0">
                    <a:pos x="831" y="204"/>
                  </a:cxn>
                  <a:cxn ang="0">
                    <a:pos x="794" y="247"/>
                  </a:cxn>
                  <a:cxn ang="0">
                    <a:pos x="783" y="387"/>
                  </a:cxn>
                  <a:cxn ang="0">
                    <a:pos x="726" y="334"/>
                  </a:cxn>
                  <a:cxn ang="0">
                    <a:pos x="607" y="306"/>
                  </a:cxn>
                  <a:cxn ang="0">
                    <a:pos x="595" y="216"/>
                  </a:cxn>
                  <a:cxn ang="0">
                    <a:pos x="633" y="178"/>
                  </a:cxn>
                  <a:cxn ang="0">
                    <a:pos x="675" y="146"/>
                  </a:cxn>
                  <a:cxn ang="0">
                    <a:pos x="686" y="127"/>
                  </a:cxn>
                  <a:cxn ang="0">
                    <a:pos x="722" y="120"/>
                  </a:cxn>
                  <a:cxn ang="0">
                    <a:pos x="746" y="61"/>
                  </a:cxn>
                  <a:cxn ang="0">
                    <a:pos x="702" y="67"/>
                  </a:cxn>
                  <a:cxn ang="0">
                    <a:pos x="665" y="74"/>
                  </a:cxn>
                  <a:cxn ang="0">
                    <a:pos x="625" y="55"/>
                  </a:cxn>
                  <a:cxn ang="0">
                    <a:pos x="574" y="0"/>
                  </a:cxn>
                  <a:cxn ang="0">
                    <a:pos x="555" y="38"/>
                  </a:cxn>
                  <a:cxn ang="0">
                    <a:pos x="567" y="98"/>
                  </a:cxn>
                  <a:cxn ang="0">
                    <a:pos x="492" y="92"/>
                  </a:cxn>
                  <a:cxn ang="0">
                    <a:pos x="430" y="75"/>
                  </a:cxn>
                  <a:cxn ang="0">
                    <a:pos x="387" y="89"/>
                  </a:cxn>
                  <a:cxn ang="0">
                    <a:pos x="333" y="81"/>
                  </a:cxn>
                  <a:cxn ang="0">
                    <a:pos x="202" y="42"/>
                  </a:cxn>
                  <a:cxn ang="0">
                    <a:pos x="138" y="40"/>
                  </a:cxn>
                  <a:cxn ang="0">
                    <a:pos x="61" y="70"/>
                  </a:cxn>
                  <a:cxn ang="0">
                    <a:pos x="0" y="242"/>
                  </a:cxn>
                  <a:cxn ang="0">
                    <a:pos x="67" y="253"/>
                  </a:cxn>
                  <a:cxn ang="0">
                    <a:pos x="124" y="316"/>
                  </a:cxn>
                  <a:cxn ang="0">
                    <a:pos x="136" y="366"/>
                  </a:cxn>
                  <a:cxn ang="0">
                    <a:pos x="181" y="413"/>
                  </a:cxn>
                  <a:cxn ang="0">
                    <a:pos x="224" y="440"/>
                  </a:cxn>
                  <a:cxn ang="0">
                    <a:pos x="610" y="446"/>
                  </a:cxn>
                  <a:cxn ang="0">
                    <a:pos x="676" y="453"/>
                  </a:cxn>
                  <a:cxn ang="0">
                    <a:pos x="705" y="477"/>
                  </a:cxn>
                  <a:cxn ang="0">
                    <a:pos x="759" y="512"/>
                  </a:cxn>
                  <a:cxn ang="0">
                    <a:pos x="732" y="553"/>
                  </a:cxn>
                  <a:cxn ang="0">
                    <a:pos x="772" y="543"/>
                  </a:cxn>
                  <a:cxn ang="0">
                    <a:pos x="814" y="519"/>
                  </a:cxn>
                  <a:cxn ang="0">
                    <a:pos x="879" y="498"/>
                  </a:cxn>
                  <a:cxn ang="0">
                    <a:pos x="928" y="505"/>
                  </a:cxn>
                </a:cxnLst>
                <a:rect l="0" t="0" r="r" b="b"/>
                <a:pathLst>
                  <a:path w="1071" h="553">
                    <a:moveTo>
                      <a:pt x="928" y="503"/>
                    </a:moveTo>
                    <a:cubicBezTo>
                      <a:pt x="928" y="502"/>
                      <a:pt x="928" y="502"/>
                      <a:pt x="928" y="502"/>
                    </a:cubicBezTo>
                    <a:cubicBezTo>
                      <a:pt x="928" y="502"/>
                      <a:pt x="931" y="502"/>
                      <a:pt x="932" y="502"/>
                    </a:cubicBezTo>
                    <a:cubicBezTo>
                      <a:pt x="935" y="502"/>
                      <a:pt x="946" y="504"/>
                      <a:pt x="950" y="501"/>
                    </a:cubicBezTo>
                    <a:cubicBezTo>
                      <a:pt x="954" y="498"/>
                      <a:pt x="954" y="493"/>
                      <a:pt x="960" y="492"/>
                    </a:cubicBezTo>
                    <a:cubicBezTo>
                      <a:pt x="960" y="498"/>
                      <a:pt x="960" y="499"/>
                      <a:pt x="967" y="499"/>
                    </a:cubicBezTo>
                    <a:cubicBezTo>
                      <a:pt x="957" y="500"/>
                      <a:pt x="941" y="507"/>
                      <a:pt x="941" y="516"/>
                    </a:cubicBezTo>
                    <a:cubicBezTo>
                      <a:pt x="941" y="520"/>
                      <a:pt x="947" y="527"/>
                      <a:pt x="950" y="527"/>
                    </a:cubicBezTo>
                    <a:cubicBezTo>
                      <a:pt x="953" y="527"/>
                      <a:pt x="961" y="516"/>
                      <a:pt x="970" y="513"/>
                    </a:cubicBezTo>
                    <a:cubicBezTo>
                      <a:pt x="972" y="513"/>
                      <a:pt x="1003" y="501"/>
                      <a:pt x="1003" y="497"/>
                    </a:cubicBezTo>
                    <a:cubicBezTo>
                      <a:pt x="1003" y="493"/>
                      <a:pt x="991" y="492"/>
                      <a:pt x="988" y="492"/>
                    </a:cubicBezTo>
                    <a:cubicBezTo>
                      <a:pt x="976" y="492"/>
                      <a:pt x="955" y="480"/>
                      <a:pt x="955" y="469"/>
                    </a:cubicBezTo>
                    <a:cubicBezTo>
                      <a:pt x="955" y="466"/>
                      <a:pt x="959" y="463"/>
                      <a:pt x="960" y="458"/>
                    </a:cubicBezTo>
                    <a:cubicBezTo>
                      <a:pt x="958" y="458"/>
                      <a:pt x="953" y="457"/>
                      <a:pt x="949" y="457"/>
                    </a:cubicBezTo>
                    <a:cubicBezTo>
                      <a:pt x="951" y="453"/>
                      <a:pt x="967" y="451"/>
                      <a:pt x="967" y="442"/>
                    </a:cubicBezTo>
                    <a:cubicBezTo>
                      <a:pt x="967" y="434"/>
                      <a:pt x="954" y="436"/>
                      <a:pt x="944" y="436"/>
                    </a:cubicBezTo>
                    <a:cubicBezTo>
                      <a:pt x="925" y="436"/>
                      <a:pt x="916" y="449"/>
                      <a:pt x="903" y="451"/>
                    </a:cubicBezTo>
                    <a:cubicBezTo>
                      <a:pt x="909" y="439"/>
                      <a:pt x="918" y="443"/>
                      <a:pt x="928" y="433"/>
                    </a:cubicBezTo>
                    <a:cubicBezTo>
                      <a:pt x="934" y="427"/>
                      <a:pt x="929" y="423"/>
                      <a:pt x="939" y="420"/>
                    </a:cubicBezTo>
                    <a:cubicBezTo>
                      <a:pt x="955" y="415"/>
                      <a:pt x="965" y="418"/>
                      <a:pt x="982" y="418"/>
                    </a:cubicBezTo>
                    <a:cubicBezTo>
                      <a:pt x="1004" y="418"/>
                      <a:pt x="1016" y="425"/>
                      <a:pt x="1029" y="408"/>
                    </a:cubicBezTo>
                    <a:cubicBezTo>
                      <a:pt x="1035" y="400"/>
                      <a:pt x="1071" y="398"/>
                      <a:pt x="1071" y="384"/>
                    </a:cubicBezTo>
                    <a:cubicBezTo>
                      <a:pt x="1071" y="374"/>
                      <a:pt x="1067" y="370"/>
                      <a:pt x="1063" y="363"/>
                    </a:cubicBezTo>
                    <a:cubicBezTo>
                      <a:pt x="1060" y="363"/>
                      <a:pt x="1065" y="359"/>
                      <a:pt x="1060" y="356"/>
                    </a:cubicBezTo>
                    <a:cubicBezTo>
                      <a:pt x="1060" y="351"/>
                      <a:pt x="1060" y="351"/>
                      <a:pt x="1060" y="351"/>
                    </a:cubicBezTo>
                    <a:cubicBezTo>
                      <a:pt x="1050" y="357"/>
                      <a:pt x="1029" y="364"/>
                      <a:pt x="1018" y="364"/>
                    </a:cubicBezTo>
                    <a:cubicBezTo>
                      <a:pt x="1017" y="364"/>
                      <a:pt x="1014" y="363"/>
                      <a:pt x="1014" y="362"/>
                    </a:cubicBezTo>
                    <a:cubicBezTo>
                      <a:pt x="1022" y="358"/>
                      <a:pt x="1047" y="354"/>
                      <a:pt x="1050" y="346"/>
                    </a:cubicBezTo>
                    <a:cubicBezTo>
                      <a:pt x="1050" y="344"/>
                      <a:pt x="1046" y="343"/>
                      <a:pt x="1046" y="341"/>
                    </a:cubicBezTo>
                    <a:cubicBezTo>
                      <a:pt x="1035" y="342"/>
                      <a:pt x="1013" y="337"/>
                      <a:pt x="1013" y="322"/>
                    </a:cubicBezTo>
                    <a:cubicBezTo>
                      <a:pt x="1013" y="321"/>
                      <a:pt x="1013" y="321"/>
                      <a:pt x="1013" y="321"/>
                    </a:cubicBezTo>
                    <a:cubicBezTo>
                      <a:pt x="1003" y="321"/>
                      <a:pt x="997" y="315"/>
                      <a:pt x="991" y="310"/>
                    </a:cubicBezTo>
                    <a:cubicBezTo>
                      <a:pt x="994" y="309"/>
                      <a:pt x="998" y="308"/>
                      <a:pt x="998" y="302"/>
                    </a:cubicBezTo>
                    <a:cubicBezTo>
                      <a:pt x="998" y="298"/>
                      <a:pt x="994" y="295"/>
                      <a:pt x="995" y="290"/>
                    </a:cubicBezTo>
                    <a:cubicBezTo>
                      <a:pt x="991" y="289"/>
                      <a:pt x="977" y="280"/>
                      <a:pt x="980" y="272"/>
                    </a:cubicBezTo>
                    <a:cubicBezTo>
                      <a:pt x="985" y="262"/>
                      <a:pt x="966" y="259"/>
                      <a:pt x="965" y="247"/>
                    </a:cubicBezTo>
                    <a:cubicBezTo>
                      <a:pt x="964" y="247"/>
                      <a:pt x="959" y="243"/>
                      <a:pt x="958" y="242"/>
                    </a:cubicBezTo>
                    <a:cubicBezTo>
                      <a:pt x="954" y="244"/>
                      <a:pt x="947" y="248"/>
                      <a:pt x="947" y="254"/>
                    </a:cubicBezTo>
                    <a:cubicBezTo>
                      <a:pt x="947" y="261"/>
                      <a:pt x="933" y="277"/>
                      <a:pt x="922" y="277"/>
                    </a:cubicBezTo>
                    <a:cubicBezTo>
                      <a:pt x="914" y="277"/>
                      <a:pt x="913" y="267"/>
                      <a:pt x="908" y="267"/>
                    </a:cubicBezTo>
                    <a:cubicBezTo>
                      <a:pt x="900" y="267"/>
                      <a:pt x="897" y="246"/>
                      <a:pt x="896" y="236"/>
                    </a:cubicBezTo>
                    <a:cubicBezTo>
                      <a:pt x="894" y="224"/>
                      <a:pt x="870" y="233"/>
                      <a:pt x="870" y="216"/>
                    </a:cubicBezTo>
                    <a:cubicBezTo>
                      <a:pt x="858" y="215"/>
                      <a:pt x="855" y="200"/>
                      <a:pt x="843" y="200"/>
                    </a:cubicBezTo>
                    <a:cubicBezTo>
                      <a:pt x="837" y="200"/>
                      <a:pt x="837" y="204"/>
                      <a:pt x="831" y="204"/>
                    </a:cubicBezTo>
                    <a:cubicBezTo>
                      <a:pt x="818" y="204"/>
                      <a:pt x="810" y="197"/>
                      <a:pt x="797" y="197"/>
                    </a:cubicBezTo>
                    <a:cubicBezTo>
                      <a:pt x="791" y="197"/>
                      <a:pt x="784" y="200"/>
                      <a:pt x="784" y="208"/>
                    </a:cubicBezTo>
                    <a:cubicBezTo>
                      <a:pt x="784" y="212"/>
                      <a:pt x="800" y="218"/>
                      <a:pt x="786" y="227"/>
                    </a:cubicBezTo>
                    <a:cubicBezTo>
                      <a:pt x="780" y="231"/>
                      <a:pt x="794" y="241"/>
                      <a:pt x="794" y="247"/>
                    </a:cubicBezTo>
                    <a:cubicBezTo>
                      <a:pt x="796" y="260"/>
                      <a:pt x="783" y="264"/>
                      <a:pt x="778" y="266"/>
                    </a:cubicBezTo>
                    <a:cubicBezTo>
                      <a:pt x="788" y="283"/>
                      <a:pt x="803" y="289"/>
                      <a:pt x="803" y="318"/>
                    </a:cubicBezTo>
                    <a:cubicBezTo>
                      <a:pt x="803" y="326"/>
                      <a:pt x="777" y="346"/>
                      <a:pt x="768" y="347"/>
                    </a:cubicBezTo>
                    <a:cubicBezTo>
                      <a:pt x="783" y="355"/>
                      <a:pt x="777" y="379"/>
                      <a:pt x="783" y="387"/>
                    </a:cubicBezTo>
                    <a:cubicBezTo>
                      <a:pt x="782" y="389"/>
                      <a:pt x="776" y="392"/>
                      <a:pt x="775" y="397"/>
                    </a:cubicBezTo>
                    <a:cubicBezTo>
                      <a:pt x="770" y="397"/>
                      <a:pt x="766" y="406"/>
                      <a:pt x="762" y="403"/>
                    </a:cubicBezTo>
                    <a:cubicBezTo>
                      <a:pt x="751" y="394"/>
                      <a:pt x="736" y="380"/>
                      <a:pt x="736" y="367"/>
                    </a:cubicBezTo>
                    <a:cubicBezTo>
                      <a:pt x="736" y="353"/>
                      <a:pt x="738" y="342"/>
                      <a:pt x="726" y="334"/>
                    </a:cubicBezTo>
                    <a:cubicBezTo>
                      <a:pt x="697" y="334"/>
                      <a:pt x="697" y="334"/>
                      <a:pt x="697" y="334"/>
                    </a:cubicBezTo>
                    <a:cubicBezTo>
                      <a:pt x="681" y="322"/>
                      <a:pt x="662" y="315"/>
                      <a:pt x="643" y="308"/>
                    </a:cubicBezTo>
                    <a:cubicBezTo>
                      <a:pt x="640" y="306"/>
                      <a:pt x="629" y="299"/>
                      <a:pt x="623" y="299"/>
                    </a:cubicBezTo>
                    <a:cubicBezTo>
                      <a:pt x="617" y="299"/>
                      <a:pt x="614" y="306"/>
                      <a:pt x="607" y="306"/>
                    </a:cubicBezTo>
                    <a:cubicBezTo>
                      <a:pt x="607" y="295"/>
                      <a:pt x="600" y="270"/>
                      <a:pt x="590" y="270"/>
                    </a:cubicBezTo>
                    <a:cubicBezTo>
                      <a:pt x="586" y="270"/>
                      <a:pt x="584" y="274"/>
                      <a:pt x="579" y="275"/>
                    </a:cubicBezTo>
                    <a:cubicBezTo>
                      <a:pt x="581" y="269"/>
                      <a:pt x="579" y="268"/>
                      <a:pt x="579" y="255"/>
                    </a:cubicBezTo>
                    <a:cubicBezTo>
                      <a:pt x="579" y="237"/>
                      <a:pt x="584" y="227"/>
                      <a:pt x="595" y="216"/>
                    </a:cubicBezTo>
                    <a:cubicBezTo>
                      <a:pt x="598" y="213"/>
                      <a:pt x="606" y="196"/>
                      <a:pt x="609" y="194"/>
                    </a:cubicBezTo>
                    <a:cubicBezTo>
                      <a:pt x="617" y="192"/>
                      <a:pt x="630" y="196"/>
                      <a:pt x="630" y="186"/>
                    </a:cubicBezTo>
                    <a:cubicBezTo>
                      <a:pt x="630" y="179"/>
                      <a:pt x="613" y="178"/>
                      <a:pt x="607" y="175"/>
                    </a:cubicBezTo>
                    <a:cubicBezTo>
                      <a:pt x="611" y="176"/>
                      <a:pt x="597" y="167"/>
                      <a:pt x="633" y="178"/>
                    </a:cubicBezTo>
                    <a:cubicBezTo>
                      <a:pt x="643" y="181"/>
                      <a:pt x="637" y="169"/>
                      <a:pt x="642" y="169"/>
                    </a:cubicBezTo>
                    <a:cubicBezTo>
                      <a:pt x="643" y="169"/>
                      <a:pt x="647" y="169"/>
                      <a:pt x="652" y="169"/>
                    </a:cubicBezTo>
                    <a:cubicBezTo>
                      <a:pt x="662" y="169"/>
                      <a:pt x="668" y="158"/>
                      <a:pt x="675" y="153"/>
                    </a:cubicBezTo>
                    <a:cubicBezTo>
                      <a:pt x="675" y="146"/>
                      <a:pt x="675" y="146"/>
                      <a:pt x="675" y="146"/>
                    </a:cubicBezTo>
                    <a:cubicBezTo>
                      <a:pt x="660" y="142"/>
                      <a:pt x="645" y="145"/>
                      <a:pt x="639" y="131"/>
                    </a:cubicBezTo>
                    <a:cubicBezTo>
                      <a:pt x="639" y="131"/>
                      <a:pt x="643" y="131"/>
                      <a:pt x="647" y="131"/>
                    </a:cubicBezTo>
                    <a:cubicBezTo>
                      <a:pt x="652" y="135"/>
                      <a:pt x="658" y="141"/>
                      <a:pt x="666" y="141"/>
                    </a:cubicBezTo>
                    <a:cubicBezTo>
                      <a:pt x="673" y="141"/>
                      <a:pt x="686" y="132"/>
                      <a:pt x="686" y="127"/>
                    </a:cubicBezTo>
                    <a:cubicBezTo>
                      <a:pt x="686" y="125"/>
                      <a:pt x="680" y="117"/>
                      <a:pt x="683" y="117"/>
                    </a:cubicBezTo>
                    <a:cubicBezTo>
                      <a:pt x="693" y="117"/>
                      <a:pt x="696" y="126"/>
                      <a:pt x="703" y="126"/>
                    </a:cubicBezTo>
                    <a:cubicBezTo>
                      <a:pt x="707" y="126"/>
                      <a:pt x="709" y="123"/>
                      <a:pt x="717" y="123"/>
                    </a:cubicBezTo>
                    <a:cubicBezTo>
                      <a:pt x="715" y="120"/>
                      <a:pt x="717" y="112"/>
                      <a:pt x="722" y="120"/>
                    </a:cubicBezTo>
                    <a:cubicBezTo>
                      <a:pt x="725" y="125"/>
                      <a:pt x="748" y="105"/>
                      <a:pt x="748" y="100"/>
                    </a:cubicBezTo>
                    <a:cubicBezTo>
                      <a:pt x="748" y="96"/>
                      <a:pt x="738" y="91"/>
                      <a:pt x="738" y="89"/>
                    </a:cubicBezTo>
                    <a:cubicBezTo>
                      <a:pt x="738" y="85"/>
                      <a:pt x="732" y="78"/>
                      <a:pt x="746" y="72"/>
                    </a:cubicBezTo>
                    <a:cubicBezTo>
                      <a:pt x="748" y="68"/>
                      <a:pt x="746" y="68"/>
                      <a:pt x="746" y="61"/>
                    </a:cubicBezTo>
                    <a:cubicBezTo>
                      <a:pt x="732" y="61"/>
                      <a:pt x="735" y="50"/>
                      <a:pt x="717" y="50"/>
                    </a:cubicBezTo>
                    <a:cubicBezTo>
                      <a:pt x="713" y="49"/>
                      <a:pt x="710" y="47"/>
                      <a:pt x="706" y="47"/>
                    </a:cubicBezTo>
                    <a:cubicBezTo>
                      <a:pt x="701" y="47"/>
                      <a:pt x="695" y="50"/>
                      <a:pt x="695" y="55"/>
                    </a:cubicBezTo>
                    <a:cubicBezTo>
                      <a:pt x="695" y="61"/>
                      <a:pt x="702" y="63"/>
                      <a:pt x="702" y="67"/>
                    </a:cubicBezTo>
                    <a:cubicBezTo>
                      <a:pt x="702" y="72"/>
                      <a:pt x="692" y="72"/>
                      <a:pt x="689" y="76"/>
                    </a:cubicBezTo>
                    <a:cubicBezTo>
                      <a:pt x="686" y="84"/>
                      <a:pt x="687" y="90"/>
                      <a:pt x="681" y="98"/>
                    </a:cubicBezTo>
                    <a:cubicBezTo>
                      <a:pt x="671" y="110"/>
                      <a:pt x="658" y="90"/>
                      <a:pt x="658" y="85"/>
                    </a:cubicBezTo>
                    <a:cubicBezTo>
                      <a:pt x="658" y="79"/>
                      <a:pt x="665" y="81"/>
                      <a:pt x="665" y="74"/>
                    </a:cubicBezTo>
                    <a:cubicBezTo>
                      <a:pt x="665" y="71"/>
                      <a:pt x="652" y="59"/>
                      <a:pt x="649" y="59"/>
                    </a:cubicBezTo>
                    <a:cubicBezTo>
                      <a:pt x="636" y="59"/>
                      <a:pt x="645" y="78"/>
                      <a:pt x="631" y="78"/>
                    </a:cubicBezTo>
                    <a:cubicBezTo>
                      <a:pt x="631" y="70"/>
                      <a:pt x="630" y="65"/>
                      <a:pt x="621" y="60"/>
                    </a:cubicBezTo>
                    <a:cubicBezTo>
                      <a:pt x="622" y="58"/>
                      <a:pt x="623" y="57"/>
                      <a:pt x="625" y="55"/>
                    </a:cubicBezTo>
                    <a:cubicBezTo>
                      <a:pt x="618" y="51"/>
                      <a:pt x="609" y="55"/>
                      <a:pt x="603" y="48"/>
                    </a:cubicBezTo>
                    <a:cubicBezTo>
                      <a:pt x="606" y="47"/>
                      <a:pt x="614" y="44"/>
                      <a:pt x="614" y="38"/>
                    </a:cubicBezTo>
                    <a:cubicBezTo>
                      <a:pt x="614" y="29"/>
                      <a:pt x="601" y="30"/>
                      <a:pt x="601" y="23"/>
                    </a:cubicBezTo>
                    <a:cubicBezTo>
                      <a:pt x="601" y="10"/>
                      <a:pt x="591" y="1"/>
                      <a:pt x="574" y="0"/>
                    </a:cubicBezTo>
                    <a:cubicBezTo>
                      <a:pt x="565" y="0"/>
                      <a:pt x="569" y="6"/>
                      <a:pt x="569" y="10"/>
                    </a:cubicBezTo>
                    <a:cubicBezTo>
                      <a:pt x="564" y="11"/>
                      <a:pt x="557" y="10"/>
                      <a:pt x="557" y="17"/>
                    </a:cubicBezTo>
                    <a:cubicBezTo>
                      <a:pt x="557" y="21"/>
                      <a:pt x="561" y="23"/>
                      <a:pt x="561" y="28"/>
                    </a:cubicBezTo>
                    <a:cubicBezTo>
                      <a:pt x="561" y="32"/>
                      <a:pt x="555" y="32"/>
                      <a:pt x="555" y="38"/>
                    </a:cubicBezTo>
                    <a:cubicBezTo>
                      <a:pt x="555" y="52"/>
                      <a:pt x="585" y="44"/>
                      <a:pt x="585" y="59"/>
                    </a:cubicBezTo>
                    <a:cubicBezTo>
                      <a:pt x="585" y="61"/>
                      <a:pt x="581" y="72"/>
                      <a:pt x="581" y="72"/>
                    </a:cubicBezTo>
                    <a:cubicBezTo>
                      <a:pt x="584" y="70"/>
                      <a:pt x="587" y="69"/>
                      <a:pt x="591" y="67"/>
                    </a:cubicBezTo>
                    <a:cubicBezTo>
                      <a:pt x="596" y="85"/>
                      <a:pt x="567" y="77"/>
                      <a:pt x="567" y="98"/>
                    </a:cubicBezTo>
                    <a:cubicBezTo>
                      <a:pt x="553" y="102"/>
                      <a:pt x="564" y="88"/>
                      <a:pt x="561" y="83"/>
                    </a:cubicBezTo>
                    <a:cubicBezTo>
                      <a:pt x="559" y="81"/>
                      <a:pt x="547" y="78"/>
                      <a:pt x="541" y="78"/>
                    </a:cubicBezTo>
                    <a:cubicBezTo>
                      <a:pt x="533" y="78"/>
                      <a:pt x="530" y="82"/>
                      <a:pt x="530" y="92"/>
                    </a:cubicBezTo>
                    <a:cubicBezTo>
                      <a:pt x="522" y="91"/>
                      <a:pt x="517" y="92"/>
                      <a:pt x="492" y="92"/>
                    </a:cubicBezTo>
                    <a:cubicBezTo>
                      <a:pt x="468" y="92"/>
                      <a:pt x="441" y="83"/>
                      <a:pt x="435" y="65"/>
                    </a:cubicBezTo>
                    <a:cubicBezTo>
                      <a:pt x="427" y="67"/>
                      <a:pt x="400" y="68"/>
                      <a:pt x="400" y="78"/>
                    </a:cubicBezTo>
                    <a:cubicBezTo>
                      <a:pt x="400" y="81"/>
                      <a:pt x="403" y="82"/>
                      <a:pt x="406" y="82"/>
                    </a:cubicBezTo>
                    <a:cubicBezTo>
                      <a:pt x="413" y="82"/>
                      <a:pt x="425" y="79"/>
                      <a:pt x="430" y="75"/>
                    </a:cubicBezTo>
                    <a:cubicBezTo>
                      <a:pt x="432" y="90"/>
                      <a:pt x="409" y="78"/>
                      <a:pt x="409" y="93"/>
                    </a:cubicBezTo>
                    <a:cubicBezTo>
                      <a:pt x="409" y="96"/>
                      <a:pt x="414" y="106"/>
                      <a:pt x="412" y="106"/>
                    </a:cubicBezTo>
                    <a:cubicBezTo>
                      <a:pt x="403" y="106"/>
                      <a:pt x="401" y="95"/>
                      <a:pt x="394" y="92"/>
                    </a:cubicBezTo>
                    <a:cubicBezTo>
                      <a:pt x="387" y="89"/>
                      <a:pt x="387" y="89"/>
                      <a:pt x="387" y="89"/>
                    </a:cubicBezTo>
                    <a:cubicBezTo>
                      <a:pt x="377" y="89"/>
                      <a:pt x="370" y="89"/>
                      <a:pt x="359" y="89"/>
                    </a:cubicBezTo>
                    <a:cubicBezTo>
                      <a:pt x="350" y="89"/>
                      <a:pt x="344" y="92"/>
                      <a:pt x="335" y="93"/>
                    </a:cubicBezTo>
                    <a:cubicBezTo>
                      <a:pt x="317" y="93"/>
                      <a:pt x="317" y="87"/>
                      <a:pt x="317" y="86"/>
                    </a:cubicBezTo>
                    <a:cubicBezTo>
                      <a:pt x="317" y="82"/>
                      <a:pt x="331" y="83"/>
                      <a:pt x="333" y="81"/>
                    </a:cubicBezTo>
                    <a:cubicBezTo>
                      <a:pt x="321" y="64"/>
                      <a:pt x="323" y="66"/>
                      <a:pt x="298" y="68"/>
                    </a:cubicBezTo>
                    <a:cubicBezTo>
                      <a:pt x="271" y="70"/>
                      <a:pt x="258" y="48"/>
                      <a:pt x="231" y="48"/>
                    </a:cubicBezTo>
                    <a:cubicBezTo>
                      <a:pt x="223" y="48"/>
                      <a:pt x="219" y="54"/>
                      <a:pt x="212" y="54"/>
                    </a:cubicBezTo>
                    <a:cubicBezTo>
                      <a:pt x="207" y="54"/>
                      <a:pt x="202" y="46"/>
                      <a:pt x="202" y="42"/>
                    </a:cubicBezTo>
                    <a:cubicBezTo>
                      <a:pt x="193" y="44"/>
                      <a:pt x="193" y="54"/>
                      <a:pt x="184" y="54"/>
                    </a:cubicBezTo>
                    <a:cubicBezTo>
                      <a:pt x="176" y="54"/>
                      <a:pt x="164" y="34"/>
                      <a:pt x="161" y="34"/>
                    </a:cubicBezTo>
                    <a:cubicBezTo>
                      <a:pt x="153" y="34"/>
                      <a:pt x="156" y="47"/>
                      <a:pt x="146" y="47"/>
                    </a:cubicBezTo>
                    <a:cubicBezTo>
                      <a:pt x="143" y="47"/>
                      <a:pt x="140" y="44"/>
                      <a:pt x="138" y="40"/>
                    </a:cubicBezTo>
                    <a:cubicBezTo>
                      <a:pt x="125" y="44"/>
                      <a:pt x="120" y="44"/>
                      <a:pt x="108" y="49"/>
                    </a:cubicBezTo>
                    <a:cubicBezTo>
                      <a:pt x="103" y="50"/>
                      <a:pt x="91" y="59"/>
                      <a:pt x="87" y="55"/>
                    </a:cubicBezTo>
                    <a:cubicBezTo>
                      <a:pt x="76" y="44"/>
                      <a:pt x="78" y="58"/>
                      <a:pt x="74" y="58"/>
                    </a:cubicBezTo>
                    <a:cubicBezTo>
                      <a:pt x="45" y="59"/>
                      <a:pt x="65" y="70"/>
                      <a:pt x="61" y="70"/>
                    </a:cubicBezTo>
                    <a:cubicBezTo>
                      <a:pt x="50" y="70"/>
                      <a:pt x="30" y="67"/>
                      <a:pt x="12" y="56"/>
                    </a:cubicBezTo>
                    <a:cubicBezTo>
                      <a:pt x="11" y="56"/>
                      <a:pt x="6" y="52"/>
                      <a:pt x="6" y="51"/>
                    </a:cubicBezTo>
                    <a:cubicBezTo>
                      <a:pt x="3" y="52"/>
                      <a:pt x="5" y="52"/>
                      <a:pt x="0" y="51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6" y="247"/>
                      <a:pt x="19" y="240"/>
                      <a:pt x="25" y="248"/>
                    </a:cubicBezTo>
                    <a:cubicBezTo>
                      <a:pt x="29" y="254"/>
                      <a:pt x="38" y="266"/>
                      <a:pt x="47" y="266"/>
                    </a:cubicBezTo>
                    <a:cubicBezTo>
                      <a:pt x="53" y="266"/>
                      <a:pt x="53" y="257"/>
                      <a:pt x="59" y="255"/>
                    </a:cubicBezTo>
                    <a:cubicBezTo>
                      <a:pt x="62" y="254"/>
                      <a:pt x="64" y="255"/>
                      <a:pt x="67" y="253"/>
                    </a:cubicBezTo>
                    <a:cubicBezTo>
                      <a:pt x="81" y="266"/>
                      <a:pt x="87" y="271"/>
                      <a:pt x="99" y="288"/>
                    </a:cubicBezTo>
                    <a:cubicBezTo>
                      <a:pt x="100" y="290"/>
                      <a:pt x="103" y="291"/>
                      <a:pt x="105" y="295"/>
                    </a:cubicBezTo>
                    <a:cubicBezTo>
                      <a:pt x="106" y="300"/>
                      <a:pt x="108" y="306"/>
                      <a:pt x="113" y="311"/>
                    </a:cubicBezTo>
                    <a:cubicBezTo>
                      <a:pt x="116" y="314"/>
                      <a:pt x="121" y="313"/>
                      <a:pt x="124" y="316"/>
                    </a:cubicBezTo>
                    <a:cubicBezTo>
                      <a:pt x="128" y="320"/>
                      <a:pt x="135" y="322"/>
                      <a:pt x="135" y="332"/>
                    </a:cubicBezTo>
                    <a:cubicBezTo>
                      <a:pt x="135" y="336"/>
                      <a:pt x="129" y="337"/>
                      <a:pt x="129" y="340"/>
                    </a:cubicBezTo>
                    <a:cubicBezTo>
                      <a:pt x="129" y="343"/>
                      <a:pt x="132" y="344"/>
                      <a:pt x="132" y="347"/>
                    </a:cubicBezTo>
                    <a:cubicBezTo>
                      <a:pt x="132" y="352"/>
                      <a:pt x="130" y="364"/>
                      <a:pt x="136" y="366"/>
                    </a:cubicBezTo>
                    <a:cubicBezTo>
                      <a:pt x="140" y="367"/>
                      <a:pt x="143" y="367"/>
                      <a:pt x="146" y="370"/>
                    </a:cubicBezTo>
                    <a:cubicBezTo>
                      <a:pt x="150" y="373"/>
                      <a:pt x="145" y="379"/>
                      <a:pt x="150" y="383"/>
                    </a:cubicBezTo>
                    <a:cubicBezTo>
                      <a:pt x="150" y="383"/>
                      <a:pt x="162" y="390"/>
                      <a:pt x="162" y="391"/>
                    </a:cubicBezTo>
                    <a:cubicBezTo>
                      <a:pt x="165" y="401"/>
                      <a:pt x="166" y="413"/>
                      <a:pt x="181" y="413"/>
                    </a:cubicBezTo>
                    <a:cubicBezTo>
                      <a:pt x="183" y="422"/>
                      <a:pt x="199" y="416"/>
                      <a:pt x="202" y="428"/>
                    </a:cubicBezTo>
                    <a:cubicBezTo>
                      <a:pt x="204" y="432"/>
                      <a:pt x="215" y="433"/>
                      <a:pt x="219" y="437"/>
                    </a:cubicBezTo>
                    <a:cubicBezTo>
                      <a:pt x="220" y="438"/>
                      <a:pt x="222" y="439"/>
                      <a:pt x="224" y="440"/>
                    </a:cubicBezTo>
                    <a:cubicBezTo>
                      <a:pt x="224" y="440"/>
                      <a:pt x="224" y="440"/>
                      <a:pt x="224" y="440"/>
                    </a:cubicBezTo>
                    <a:cubicBezTo>
                      <a:pt x="577" y="440"/>
                      <a:pt x="577" y="440"/>
                      <a:pt x="577" y="440"/>
                    </a:cubicBezTo>
                    <a:cubicBezTo>
                      <a:pt x="577" y="435"/>
                      <a:pt x="577" y="435"/>
                      <a:pt x="577" y="435"/>
                    </a:cubicBezTo>
                    <a:cubicBezTo>
                      <a:pt x="583" y="439"/>
                      <a:pt x="582" y="443"/>
                      <a:pt x="588" y="446"/>
                    </a:cubicBezTo>
                    <a:cubicBezTo>
                      <a:pt x="610" y="446"/>
                      <a:pt x="610" y="446"/>
                      <a:pt x="610" y="446"/>
                    </a:cubicBezTo>
                    <a:cubicBezTo>
                      <a:pt x="619" y="455"/>
                      <a:pt x="630" y="455"/>
                      <a:pt x="647" y="455"/>
                    </a:cubicBezTo>
                    <a:cubicBezTo>
                      <a:pt x="652" y="453"/>
                      <a:pt x="653" y="455"/>
                      <a:pt x="658" y="452"/>
                    </a:cubicBezTo>
                    <a:cubicBezTo>
                      <a:pt x="662" y="450"/>
                      <a:pt x="661" y="443"/>
                      <a:pt x="665" y="443"/>
                    </a:cubicBezTo>
                    <a:cubicBezTo>
                      <a:pt x="670" y="443"/>
                      <a:pt x="674" y="451"/>
                      <a:pt x="676" y="453"/>
                    </a:cubicBezTo>
                    <a:cubicBezTo>
                      <a:pt x="677" y="451"/>
                      <a:pt x="676" y="448"/>
                      <a:pt x="676" y="447"/>
                    </a:cubicBezTo>
                    <a:cubicBezTo>
                      <a:pt x="677" y="447"/>
                      <a:pt x="678" y="447"/>
                      <a:pt x="680" y="447"/>
                    </a:cubicBezTo>
                    <a:cubicBezTo>
                      <a:pt x="682" y="447"/>
                      <a:pt x="701" y="462"/>
                      <a:pt x="702" y="463"/>
                    </a:cubicBezTo>
                    <a:cubicBezTo>
                      <a:pt x="704" y="469"/>
                      <a:pt x="702" y="473"/>
                      <a:pt x="705" y="477"/>
                    </a:cubicBezTo>
                    <a:cubicBezTo>
                      <a:pt x="715" y="487"/>
                      <a:pt x="729" y="485"/>
                      <a:pt x="740" y="492"/>
                    </a:cubicBezTo>
                    <a:cubicBezTo>
                      <a:pt x="752" y="492"/>
                      <a:pt x="752" y="492"/>
                      <a:pt x="752" y="492"/>
                    </a:cubicBezTo>
                    <a:cubicBezTo>
                      <a:pt x="757" y="495"/>
                      <a:pt x="763" y="500"/>
                      <a:pt x="763" y="506"/>
                    </a:cubicBezTo>
                    <a:cubicBezTo>
                      <a:pt x="763" y="509"/>
                      <a:pt x="762" y="512"/>
                      <a:pt x="759" y="512"/>
                    </a:cubicBezTo>
                    <a:cubicBezTo>
                      <a:pt x="754" y="512"/>
                      <a:pt x="748" y="506"/>
                      <a:pt x="747" y="504"/>
                    </a:cubicBezTo>
                    <a:cubicBezTo>
                      <a:pt x="745" y="511"/>
                      <a:pt x="741" y="532"/>
                      <a:pt x="735" y="532"/>
                    </a:cubicBezTo>
                    <a:cubicBezTo>
                      <a:pt x="730" y="538"/>
                      <a:pt x="725" y="541"/>
                      <a:pt x="725" y="547"/>
                    </a:cubicBezTo>
                    <a:cubicBezTo>
                      <a:pt x="726" y="549"/>
                      <a:pt x="729" y="553"/>
                      <a:pt x="732" y="553"/>
                    </a:cubicBezTo>
                    <a:cubicBezTo>
                      <a:pt x="736" y="553"/>
                      <a:pt x="736" y="550"/>
                      <a:pt x="738" y="548"/>
                    </a:cubicBezTo>
                    <a:cubicBezTo>
                      <a:pt x="742" y="544"/>
                      <a:pt x="748" y="545"/>
                      <a:pt x="755" y="545"/>
                    </a:cubicBezTo>
                    <a:cubicBezTo>
                      <a:pt x="760" y="545"/>
                      <a:pt x="763" y="548"/>
                      <a:pt x="765" y="546"/>
                    </a:cubicBezTo>
                    <a:cubicBezTo>
                      <a:pt x="768" y="545"/>
                      <a:pt x="770" y="544"/>
                      <a:pt x="772" y="543"/>
                    </a:cubicBezTo>
                    <a:cubicBezTo>
                      <a:pt x="772" y="540"/>
                      <a:pt x="771" y="538"/>
                      <a:pt x="770" y="536"/>
                    </a:cubicBezTo>
                    <a:cubicBezTo>
                      <a:pt x="769" y="534"/>
                      <a:pt x="767" y="533"/>
                      <a:pt x="767" y="531"/>
                    </a:cubicBezTo>
                    <a:cubicBezTo>
                      <a:pt x="767" y="529"/>
                      <a:pt x="771" y="528"/>
                      <a:pt x="773" y="528"/>
                    </a:cubicBezTo>
                    <a:cubicBezTo>
                      <a:pt x="782" y="525"/>
                      <a:pt x="803" y="519"/>
                      <a:pt x="814" y="519"/>
                    </a:cubicBezTo>
                    <a:cubicBezTo>
                      <a:pt x="815" y="519"/>
                      <a:pt x="831" y="503"/>
                      <a:pt x="834" y="501"/>
                    </a:cubicBezTo>
                    <a:cubicBezTo>
                      <a:pt x="836" y="499"/>
                      <a:pt x="847" y="500"/>
                      <a:pt x="857" y="500"/>
                    </a:cubicBezTo>
                    <a:cubicBezTo>
                      <a:pt x="861" y="500"/>
                      <a:pt x="864" y="500"/>
                      <a:pt x="868" y="500"/>
                    </a:cubicBezTo>
                    <a:cubicBezTo>
                      <a:pt x="872" y="500"/>
                      <a:pt x="876" y="498"/>
                      <a:pt x="879" y="498"/>
                    </a:cubicBezTo>
                    <a:cubicBezTo>
                      <a:pt x="884" y="497"/>
                      <a:pt x="882" y="496"/>
                      <a:pt x="884" y="494"/>
                    </a:cubicBezTo>
                    <a:cubicBezTo>
                      <a:pt x="892" y="486"/>
                      <a:pt x="892" y="471"/>
                      <a:pt x="903" y="463"/>
                    </a:cubicBezTo>
                    <a:cubicBezTo>
                      <a:pt x="908" y="470"/>
                      <a:pt x="916" y="460"/>
                      <a:pt x="920" y="467"/>
                    </a:cubicBezTo>
                    <a:cubicBezTo>
                      <a:pt x="926" y="478"/>
                      <a:pt x="922" y="494"/>
                      <a:pt x="928" y="505"/>
                    </a:cubicBezTo>
                    <a:lnTo>
                      <a:pt x="928" y="50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1" name="îṩḻîḑê"/>
              <p:cNvSpPr/>
              <p:nvPr/>
            </p:nvSpPr>
            <p:spPr bwMode="auto">
              <a:xfrm>
                <a:off x="2046000" y="1754662"/>
                <a:ext cx="779965" cy="571557"/>
              </a:xfrm>
              <a:custGeom>
                <a:avLst/>
                <a:gdLst/>
                <a:ahLst/>
                <a:cxnLst>
                  <a:cxn ang="0">
                    <a:pos x="334" y="228"/>
                  </a:cxn>
                  <a:cxn ang="0">
                    <a:pos x="381" y="252"/>
                  </a:cxn>
                  <a:cxn ang="0">
                    <a:pos x="401" y="239"/>
                  </a:cxn>
                  <a:cxn ang="0">
                    <a:pos x="439" y="281"/>
                  </a:cxn>
                  <a:cxn ang="0">
                    <a:pos x="458" y="302"/>
                  </a:cxn>
                  <a:cxn ang="0">
                    <a:pos x="463" y="326"/>
                  </a:cxn>
                  <a:cxn ang="0">
                    <a:pos x="440" y="314"/>
                  </a:cxn>
                  <a:cxn ang="0">
                    <a:pos x="427" y="300"/>
                  </a:cxn>
                  <a:cxn ang="0">
                    <a:pos x="426" y="286"/>
                  </a:cxn>
                  <a:cxn ang="0">
                    <a:pos x="414" y="286"/>
                  </a:cxn>
                  <a:cxn ang="0">
                    <a:pos x="412" y="270"/>
                  </a:cxn>
                  <a:cxn ang="0">
                    <a:pos x="390" y="261"/>
                  </a:cxn>
                  <a:cxn ang="0">
                    <a:pos x="363" y="252"/>
                  </a:cxn>
                  <a:cxn ang="0">
                    <a:pos x="299" y="236"/>
                  </a:cxn>
                  <a:cxn ang="0">
                    <a:pos x="240" y="221"/>
                  </a:cxn>
                  <a:cxn ang="0">
                    <a:pos x="200" y="252"/>
                  </a:cxn>
                  <a:cxn ang="0">
                    <a:pos x="199" y="245"/>
                  </a:cxn>
                  <a:cxn ang="0">
                    <a:pos x="218" y="219"/>
                  </a:cxn>
                  <a:cxn ang="0">
                    <a:pos x="213" y="214"/>
                  </a:cxn>
                  <a:cxn ang="0">
                    <a:pos x="173" y="260"/>
                  </a:cxn>
                  <a:cxn ang="0">
                    <a:pos x="143" y="288"/>
                  </a:cxn>
                  <a:cxn ang="0">
                    <a:pos x="79" y="322"/>
                  </a:cxn>
                  <a:cxn ang="0">
                    <a:pos x="57" y="328"/>
                  </a:cxn>
                  <a:cxn ang="0">
                    <a:pos x="92" y="307"/>
                  </a:cxn>
                  <a:cxn ang="0">
                    <a:pos x="148" y="256"/>
                  </a:cxn>
                  <a:cxn ang="0">
                    <a:pos x="125" y="262"/>
                  </a:cxn>
                  <a:cxn ang="0">
                    <a:pos x="110" y="266"/>
                  </a:cxn>
                  <a:cxn ang="0">
                    <a:pos x="88" y="261"/>
                  </a:cxn>
                  <a:cxn ang="0">
                    <a:pos x="76" y="264"/>
                  </a:cxn>
                  <a:cxn ang="0">
                    <a:pos x="72" y="244"/>
                  </a:cxn>
                  <a:cxn ang="0">
                    <a:pos x="60" y="245"/>
                  </a:cxn>
                  <a:cxn ang="0">
                    <a:pos x="37" y="224"/>
                  </a:cxn>
                  <a:cxn ang="0">
                    <a:pos x="52" y="180"/>
                  </a:cxn>
                  <a:cxn ang="0">
                    <a:pos x="79" y="152"/>
                  </a:cxn>
                  <a:cxn ang="0">
                    <a:pos x="85" y="145"/>
                  </a:cxn>
                  <a:cxn ang="0">
                    <a:pos x="60" y="153"/>
                  </a:cxn>
                  <a:cxn ang="0">
                    <a:pos x="18" y="150"/>
                  </a:cxn>
                  <a:cxn ang="0">
                    <a:pos x="13" y="133"/>
                  </a:cxn>
                  <a:cxn ang="0">
                    <a:pos x="40" y="106"/>
                  </a:cxn>
                  <a:cxn ang="0">
                    <a:pos x="64" y="116"/>
                  </a:cxn>
                  <a:cxn ang="0">
                    <a:pos x="50" y="95"/>
                  </a:cxn>
                  <a:cxn ang="0">
                    <a:pos x="13" y="68"/>
                  </a:cxn>
                  <a:cxn ang="0">
                    <a:pos x="44" y="56"/>
                  </a:cxn>
                  <a:cxn ang="0">
                    <a:pos x="117" y="13"/>
                  </a:cxn>
                  <a:cxn ang="0">
                    <a:pos x="150" y="7"/>
                  </a:cxn>
                  <a:cxn ang="0">
                    <a:pos x="157" y="7"/>
                  </a:cxn>
                  <a:cxn ang="0">
                    <a:pos x="189" y="11"/>
                  </a:cxn>
                  <a:cxn ang="0">
                    <a:pos x="236" y="20"/>
                  </a:cxn>
                  <a:cxn ang="0">
                    <a:pos x="307" y="28"/>
                  </a:cxn>
                  <a:cxn ang="0">
                    <a:pos x="334" y="36"/>
                  </a:cxn>
                </a:cxnLst>
                <a:rect l="0" t="0" r="r" b="b"/>
                <a:pathLst>
                  <a:path w="469" h="343">
                    <a:moveTo>
                      <a:pt x="334" y="37"/>
                    </a:moveTo>
                    <a:cubicBezTo>
                      <a:pt x="334" y="228"/>
                      <a:pt x="334" y="228"/>
                      <a:pt x="334" y="228"/>
                    </a:cubicBezTo>
                    <a:cubicBezTo>
                      <a:pt x="340" y="233"/>
                      <a:pt x="353" y="226"/>
                      <a:pt x="359" y="234"/>
                    </a:cubicBezTo>
                    <a:cubicBezTo>
                      <a:pt x="363" y="240"/>
                      <a:pt x="372" y="252"/>
                      <a:pt x="381" y="252"/>
                    </a:cubicBezTo>
                    <a:cubicBezTo>
                      <a:pt x="387" y="252"/>
                      <a:pt x="387" y="243"/>
                      <a:pt x="393" y="241"/>
                    </a:cubicBezTo>
                    <a:cubicBezTo>
                      <a:pt x="396" y="240"/>
                      <a:pt x="398" y="241"/>
                      <a:pt x="401" y="239"/>
                    </a:cubicBezTo>
                    <a:cubicBezTo>
                      <a:pt x="415" y="252"/>
                      <a:pt x="421" y="257"/>
                      <a:pt x="433" y="274"/>
                    </a:cubicBezTo>
                    <a:cubicBezTo>
                      <a:pt x="434" y="276"/>
                      <a:pt x="437" y="277"/>
                      <a:pt x="439" y="281"/>
                    </a:cubicBezTo>
                    <a:cubicBezTo>
                      <a:pt x="440" y="286"/>
                      <a:pt x="442" y="292"/>
                      <a:pt x="447" y="297"/>
                    </a:cubicBezTo>
                    <a:cubicBezTo>
                      <a:pt x="450" y="300"/>
                      <a:pt x="455" y="299"/>
                      <a:pt x="458" y="302"/>
                    </a:cubicBezTo>
                    <a:cubicBezTo>
                      <a:pt x="462" y="306"/>
                      <a:pt x="469" y="308"/>
                      <a:pt x="469" y="318"/>
                    </a:cubicBezTo>
                    <a:cubicBezTo>
                      <a:pt x="469" y="322"/>
                      <a:pt x="463" y="323"/>
                      <a:pt x="463" y="326"/>
                    </a:cubicBezTo>
                    <a:cubicBezTo>
                      <a:pt x="461" y="326"/>
                      <a:pt x="461" y="327"/>
                      <a:pt x="459" y="327"/>
                    </a:cubicBezTo>
                    <a:cubicBezTo>
                      <a:pt x="451" y="327"/>
                      <a:pt x="440" y="318"/>
                      <a:pt x="440" y="314"/>
                    </a:cubicBezTo>
                    <a:cubicBezTo>
                      <a:pt x="440" y="310"/>
                      <a:pt x="440" y="311"/>
                      <a:pt x="440" y="307"/>
                    </a:cubicBezTo>
                    <a:cubicBezTo>
                      <a:pt x="440" y="300"/>
                      <a:pt x="435" y="300"/>
                      <a:pt x="427" y="300"/>
                    </a:cubicBezTo>
                    <a:cubicBezTo>
                      <a:pt x="421" y="300"/>
                      <a:pt x="419" y="296"/>
                      <a:pt x="419" y="294"/>
                    </a:cubicBezTo>
                    <a:cubicBezTo>
                      <a:pt x="419" y="290"/>
                      <a:pt x="426" y="290"/>
                      <a:pt x="426" y="286"/>
                    </a:cubicBezTo>
                    <a:cubicBezTo>
                      <a:pt x="426" y="283"/>
                      <a:pt x="426" y="281"/>
                      <a:pt x="426" y="281"/>
                    </a:cubicBezTo>
                    <a:cubicBezTo>
                      <a:pt x="417" y="281"/>
                      <a:pt x="420" y="286"/>
                      <a:pt x="414" y="286"/>
                    </a:cubicBezTo>
                    <a:cubicBezTo>
                      <a:pt x="412" y="286"/>
                      <a:pt x="407" y="282"/>
                      <a:pt x="407" y="280"/>
                    </a:cubicBezTo>
                    <a:cubicBezTo>
                      <a:pt x="407" y="274"/>
                      <a:pt x="410" y="273"/>
                      <a:pt x="412" y="270"/>
                    </a:cubicBezTo>
                    <a:cubicBezTo>
                      <a:pt x="409" y="268"/>
                      <a:pt x="405" y="264"/>
                      <a:pt x="404" y="267"/>
                    </a:cubicBezTo>
                    <a:cubicBezTo>
                      <a:pt x="397" y="267"/>
                      <a:pt x="394" y="264"/>
                      <a:pt x="390" y="261"/>
                    </a:cubicBezTo>
                    <a:cubicBezTo>
                      <a:pt x="389" y="264"/>
                      <a:pt x="387" y="269"/>
                      <a:pt x="384" y="269"/>
                    </a:cubicBezTo>
                    <a:cubicBezTo>
                      <a:pt x="375" y="269"/>
                      <a:pt x="368" y="256"/>
                      <a:pt x="363" y="252"/>
                    </a:cubicBezTo>
                    <a:cubicBezTo>
                      <a:pt x="352" y="243"/>
                      <a:pt x="337" y="244"/>
                      <a:pt x="323" y="236"/>
                    </a:cubicBezTo>
                    <a:cubicBezTo>
                      <a:pt x="299" y="236"/>
                      <a:pt x="299" y="236"/>
                      <a:pt x="299" y="236"/>
                    </a:cubicBezTo>
                    <a:cubicBezTo>
                      <a:pt x="285" y="232"/>
                      <a:pt x="265" y="230"/>
                      <a:pt x="258" y="214"/>
                    </a:cubicBezTo>
                    <a:cubicBezTo>
                      <a:pt x="252" y="217"/>
                      <a:pt x="244" y="219"/>
                      <a:pt x="240" y="221"/>
                    </a:cubicBezTo>
                    <a:cubicBezTo>
                      <a:pt x="241" y="224"/>
                      <a:pt x="242" y="225"/>
                      <a:pt x="244" y="227"/>
                    </a:cubicBezTo>
                    <a:cubicBezTo>
                      <a:pt x="238" y="236"/>
                      <a:pt x="210" y="252"/>
                      <a:pt x="200" y="252"/>
                    </a:cubicBezTo>
                    <a:cubicBezTo>
                      <a:pt x="198" y="252"/>
                      <a:pt x="195" y="251"/>
                      <a:pt x="195" y="249"/>
                    </a:cubicBezTo>
                    <a:cubicBezTo>
                      <a:pt x="195" y="246"/>
                      <a:pt x="198" y="246"/>
                      <a:pt x="199" y="245"/>
                    </a:cubicBezTo>
                    <a:cubicBezTo>
                      <a:pt x="197" y="242"/>
                      <a:pt x="199" y="242"/>
                      <a:pt x="199" y="240"/>
                    </a:cubicBezTo>
                    <a:cubicBezTo>
                      <a:pt x="199" y="230"/>
                      <a:pt x="205" y="223"/>
                      <a:pt x="218" y="219"/>
                    </a:cubicBezTo>
                    <a:cubicBezTo>
                      <a:pt x="218" y="217"/>
                      <a:pt x="218" y="216"/>
                      <a:pt x="218" y="214"/>
                    </a:cubicBezTo>
                    <a:cubicBezTo>
                      <a:pt x="214" y="214"/>
                      <a:pt x="215" y="214"/>
                      <a:pt x="213" y="214"/>
                    </a:cubicBezTo>
                    <a:cubicBezTo>
                      <a:pt x="203" y="214"/>
                      <a:pt x="173" y="239"/>
                      <a:pt x="173" y="253"/>
                    </a:cubicBezTo>
                    <a:cubicBezTo>
                      <a:pt x="173" y="255"/>
                      <a:pt x="173" y="258"/>
                      <a:pt x="173" y="260"/>
                    </a:cubicBezTo>
                    <a:cubicBezTo>
                      <a:pt x="173" y="270"/>
                      <a:pt x="164" y="273"/>
                      <a:pt x="154" y="277"/>
                    </a:cubicBezTo>
                    <a:cubicBezTo>
                      <a:pt x="148" y="280"/>
                      <a:pt x="146" y="284"/>
                      <a:pt x="143" y="288"/>
                    </a:cubicBezTo>
                    <a:cubicBezTo>
                      <a:pt x="136" y="297"/>
                      <a:pt x="121" y="301"/>
                      <a:pt x="114" y="308"/>
                    </a:cubicBezTo>
                    <a:cubicBezTo>
                      <a:pt x="107" y="315"/>
                      <a:pt x="91" y="320"/>
                      <a:pt x="79" y="322"/>
                    </a:cubicBezTo>
                    <a:cubicBezTo>
                      <a:pt x="63" y="324"/>
                      <a:pt x="54" y="343"/>
                      <a:pt x="35" y="337"/>
                    </a:cubicBezTo>
                    <a:cubicBezTo>
                      <a:pt x="41" y="329"/>
                      <a:pt x="49" y="333"/>
                      <a:pt x="57" y="328"/>
                    </a:cubicBezTo>
                    <a:cubicBezTo>
                      <a:pt x="62" y="325"/>
                      <a:pt x="66" y="316"/>
                      <a:pt x="71" y="314"/>
                    </a:cubicBezTo>
                    <a:cubicBezTo>
                      <a:pt x="78" y="309"/>
                      <a:pt x="87" y="314"/>
                      <a:pt x="92" y="307"/>
                    </a:cubicBezTo>
                    <a:cubicBezTo>
                      <a:pt x="99" y="297"/>
                      <a:pt x="117" y="290"/>
                      <a:pt x="127" y="283"/>
                    </a:cubicBezTo>
                    <a:cubicBezTo>
                      <a:pt x="137" y="276"/>
                      <a:pt x="137" y="263"/>
                      <a:pt x="148" y="256"/>
                    </a:cubicBezTo>
                    <a:cubicBezTo>
                      <a:pt x="141" y="256"/>
                      <a:pt x="141" y="256"/>
                      <a:pt x="141" y="256"/>
                    </a:cubicBezTo>
                    <a:cubicBezTo>
                      <a:pt x="135" y="259"/>
                      <a:pt x="132" y="262"/>
                      <a:pt x="125" y="262"/>
                    </a:cubicBezTo>
                    <a:cubicBezTo>
                      <a:pt x="120" y="262"/>
                      <a:pt x="117" y="260"/>
                      <a:pt x="113" y="258"/>
                    </a:cubicBezTo>
                    <a:cubicBezTo>
                      <a:pt x="112" y="262"/>
                      <a:pt x="110" y="263"/>
                      <a:pt x="110" y="266"/>
                    </a:cubicBezTo>
                    <a:cubicBezTo>
                      <a:pt x="99" y="262"/>
                      <a:pt x="96" y="260"/>
                      <a:pt x="89" y="254"/>
                    </a:cubicBezTo>
                    <a:cubicBezTo>
                      <a:pt x="88" y="257"/>
                      <a:pt x="88" y="259"/>
                      <a:pt x="88" y="261"/>
                    </a:cubicBezTo>
                    <a:cubicBezTo>
                      <a:pt x="84" y="261"/>
                      <a:pt x="85" y="261"/>
                      <a:pt x="83" y="261"/>
                    </a:cubicBezTo>
                    <a:cubicBezTo>
                      <a:pt x="80" y="261"/>
                      <a:pt x="78" y="264"/>
                      <a:pt x="76" y="264"/>
                    </a:cubicBezTo>
                    <a:cubicBezTo>
                      <a:pt x="74" y="264"/>
                      <a:pt x="72" y="257"/>
                      <a:pt x="72" y="253"/>
                    </a:cubicBezTo>
                    <a:cubicBezTo>
                      <a:pt x="72" y="248"/>
                      <a:pt x="72" y="248"/>
                      <a:pt x="72" y="244"/>
                    </a:cubicBezTo>
                    <a:cubicBezTo>
                      <a:pt x="72" y="243"/>
                      <a:pt x="72" y="238"/>
                      <a:pt x="68" y="238"/>
                    </a:cubicBezTo>
                    <a:cubicBezTo>
                      <a:pt x="65" y="238"/>
                      <a:pt x="61" y="245"/>
                      <a:pt x="60" y="245"/>
                    </a:cubicBezTo>
                    <a:cubicBezTo>
                      <a:pt x="54" y="245"/>
                      <a:pt x="33" y="229"/>
                      <a:pt x="30" y="225"/>
                    </a:cubicBezTo>
                    <a:cubicBezTo>
                      <a:pt x="32" y="225"/>
                      <a:pt x="35" y="224"/>
                      <a:pt x="37" y="224"/>
                    </a:cubicBezTo>
                    <a:cubicBezTo>
                      <a:pt x="33" y="214"/>
                      <a:pt x="19" y="212"/>
                      <a:pt x="19" y="205"/>
                    </a:cubicBezTo>
                    <a:cubicBezTo>
                      <a:pt x="19" y="191"/>
                      <a:pt x="43" y="180"/>
                      <a:pt x="52" y="180"/>
                    </a:cubicBezTo>
                    <a:cubicBezTo>
                      <a:pt x="56" y="180"/>
                      <a:pt x="86" y="169"/>
                      <a:pt x="86" y="163"/>
                    </a:cubicBezTo>
                    <a:cubicBezTo>
                      <a:pt x="86" y="160"/>
                      <a:pt x="79" y="153"/>
                      <a:pt x="79" y="152"/>
                    </a:cubicBezTo>
                    <a:cubicBezTo>
                      <a:pt x="83" y="150"/>
                      <a:pt x="82" y="150"/>
                      <a:pt x="85" y="152"/>
                    </a:cubicBezTo>
                    <a:cubicBezTo>
                      <a:pt x="85" y="145"/>
                      <a:pt x="85" y="145"/>
                      <a:pt x="85" y="145"/>
                    </a:cubicBezTo>
                    <a:cubicBezTo>
                      <a:pt x="81" y="145"/>
                      <a:pt x="81" y="145"/>
                      <a:pt x="79" y="145"/>
                    </a:cubicBezTo>
                    <a:cubicBezTo>
                      <a:pt x="72" y="145"/>
                      <a:pt x="69" y="153"/>
                      <a:pt x="60" y="153"/>
                    </a:cubicBezTo>
                    <a:cubicBezTo>
                      <a:pt x="51" y="153"/>
                      <a:pt x="48" y="148"/>
                      <a:pt x="41" y="150"/>
                    </a:cubicBezTo>
                    <a:cubicBezTo>
                      <a:pt x="32" y="150"/>
                      <a:pt x="21" y="150"/>
                      <a:pt x="18" y="150"/>
                    </a:cubicBezTo>
                    <a:cubicBezTo>
                      <a:pt x="17" y="143"/>
                      <a:pt x="12" y="141"/>
                      <a:pt x="12" y="137"/>
                    </a:cubicBezTo>
                    <a:cubicBezTo>
                      <a:pt x="12" y="136"/>
                      <a:pt x="13" y="134"/>
                      <a:pt x="13" y="133"/>
                    </a:cubicBezTo>
                    <a:cubicBezTo>
                      <a:pt x="6" y="133"/>
                      <a:pt x="2" y="130"/>
                      <a:pt x="0" y="126"/>
                    </a:cubicBezTo>
                    <a:cubicBezTo>
                      <a:pt x="11" y="119"/>
                      <a:pt x="29" y="113"/>
                      <a:pt x="40" y="106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20"/>
                      <a:pt x="55" y="116"/>
                      <a:pt x="64" y="116"/>
                    </a:cubicBezTo>
                    <a:cubicBezTo>
                      <a:pt x="70" y="116"/>
                      <a:pt x="71" y="118"/>
                      <a:pt x="76" y="116"/>
                    </a:cubicBezTo>
                    <a:cubicBezTo>
                      <a:pt x="72" y="102"/>
                      <a:pt x="63" y="101"/>
                      <a:pt x="50" y="95"/>
                    </a:cubicBezTo>
                    <a:cubicBezTo>
                      <a:pt x="46" y="94"/>
                      <a:pt x="41" y="80"/>
                      <a:pt x="37" y="78"/>
                    </a:cubicBezTo>
                    <a:cubicBezTo>
                      <a:pt x="31" y="75"/>
                      <a:pt x="13" y="71"/>
                      <a:pt x="13" y="68"/>
                    </a:cubicBezTo>
                    <a:cubicBezTo>
                      <a:pt x="13" y="68"/>
                      <a:pt x="20" y="57"/>
                      <a:pt x="20" y="56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57" y="38"/>
                      <a:pt x="77" y="21"/>
                      <a:pt x="101" y="14"/>
                    </a:cubicBezTo>
                    <a:cubicBezTo>
                      <a:pt x="107" y="12"/>
                      <a:pt x="111" y="15"/>
                      <a:pt x="117" y="13"/>
                    </a:cubicBezTo>
                    <a:cubicBezTo>
                      <a:pt x="124" y="10"/>
                      <a:pt x="128" y="0"/>
                      <a:pt x="136" y="0"/>
                    </a:cubicBezTo>
                    <a:cubicBezTo>
                      <a:pt x="142" y="0"/>
                      <a:pt x="144" y="5"/>
                      <a:pt x="150" y="7"/>
                    </a:cubicBezTo>
                    <a:cubicBezTo>
                      <a:pt x="147" y="10"/>
                      <a:pt x="147" y="11"/>
                      <a:pt x="146" y="13"/>
                    </a:cubicBezTo>
                    <a:cubicBezTo>
                      <a:pt x="150" y="14"/>
                      <a:pt x="154" y="11"/>
                      <a:pt x="157" y="7"/>
                    </a:cubicBezTo>
                    <a:cubicBezTo>
                      <a:pt x="162" y="9"/>
                      <a:pt x="163" y="10"/>
                      <a:pt x="167" y="11"/>
                    </a:cubicBezTo>
                    <a:cubicBezTo>
                      <a:pt x="189" y="11"/>
                      <a:pt x="189" y="11"/>
                      <a:pt x="189" y="11"/>
                    </a:cubicBezTo>
                    <a:cubicBezTo>
                      <a:pt x="194" y="15"/>
                      <a:pt x="196" y="17"/>
                      <a:pt x="202" y="20"/>
                    </a:cubicBezTo>
                    <a:cubicBezTo>
                      <a:pt x="236" y="20"/>
                      <a:pt x="236" y="20"/>
                      <a:pt x="236" y="20"/>
                    </a:cubicBezTo>
                    <a:cubicBezTo>
                      <a:pt x="245" y="29"/>
                      <a:pt x="272" y="31"/>
                      <a:pt x="286" y="31"/>
                    </a:cubicBezTo>
                    <a:cubicBezTo>
                      <a:pt x="294" y="31"/>
                      <a:pt x="299" y="28"/>
                      <a:pt x="307" y="28"/>
                    </a:cubicBezTo>
                    <a:cubicBezTo>
                      <a:pt x="319" y="28"/>
                      <a:pt x="323" y="34"/>
                      <a:pt x="334" y="37"/>
                    </a:cubicBezTo>
                    <a:cubicBezTo>
                      <a:pt x="334" y="36"/>
                      <a:pt x="334" y="36"/>
                      <a:pt x="334" y="36"/>
                    </a:cubicBezTo>
                    <a:lnTo>
                      <a:pt x="334" y="37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2" name="îšļïdé"/>
              <p:cNvSpPr/>
              <p:nvPr/>
            </p:nvSpPr>
            <p:spPr bwMode="auto">
              <a:xfrm>
                <a:off x="2750548" y="2258743"/>
                <a:ext cx="35724" cy="47629"/>
              </a:xfrm>
              <a:custGeom>
                <a:avLst/>
                <a:gdLst/>
                <a:ahLst/>
                <a:cxnLst>
                  <a:cxn ang="0">
                    <a:pos x="9" y="11"/>
                  </a:cxn>
                  <a:cxn ang="0">
                    <a:pos x="0" y="11"/>
                  </a:cxn>
                  <a:cxn ang="0">
                    <a:pos x="11" y="2"/>
                  </a:cxn>
                  <a:cxn ang="0">
                    <a:pos x="22" y="25"/>
                  </a:cxn>
                  <a:cxn ang="0">
                    <a:pos x="18" y="29"/>
                  </a:cxn>
                  <a:cxn ang="0">
                    <a:pos x="9" y="20"/>
                  </a:cxn>
                  <a:cxn ang="0">
                    <a:pos x="9" y="11"/>
                  </a:cxn>
                </a:cxnLst>
                <a:rect l="0" t="0" r="r" b="b"/>
                <a:pathLst>
                  <a:path w="22" h="29">
                    <a:moveTo>
                      <a:pt x="9" y="11"/>
                    </a:moveTo>
                    <a:cubicBezTo>
                      <a:pt x="2" y="9"/>
                      <a:pt x="5" y="7"/>
                      <a:pt x="0" y="11"/>
                    </a:cubicBezTo>
                    <a:cubicBezTo>
                      <a:pt x="0" y="0"/>
                      <a:pt x="2" y="0"/>
                      <a:pt x="11" y="2"/>
                    </a:cubicBezTo>
                    <a:cubicBezTo>
                      <a:pt x="10" y="14"/>
                      <a:pt x="22" y="15"/>
                      <a:pt x="22" y="25"/>
                    </a:cubicBezTo>
                    <a:cubicBezTo>
                      <a:pt x="22" y="28"/>
                      <a:pt x="20" y="29"/>
                      <a:pt x="18" y="29"/>
                    </a:cubicBezTo>
                    <a:cubicBezTo>
                      <a:pt x="14" y="29"/>
                      <a:pt x="9" y="20"/>
                      <a:pt x="9" y="20"/>
                    </a:cubicBezTo>
                    <a:cubicBezTo>
                      <a:pt x="9" y="16"/>
                      <a:pt x="8" y="13"/>
                      <a:pt x="9" y="1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3" name="ïṩļïďè"/>
              <p:cNvSpPr/>
              <p:nvPr/>
            </p:nvSpPr>
            <p:spPr bwMode="auto">
              <a:xfrm>
                <a:off x="2694977" y="2203175"/>
                <a:ext cx="37709" cy="57553"/>
              </a:xfrm>
              <a:custGeom>
                <a:avLst/>
                <a:gdLst/>
                <a:ahLst/>
                <a:cxnLst>
                  <a:cxn ang="0">
                    <a:pos x="15" y="18"/>
                  </a:cxn>
                  <a:cxn ang="0">
                    <a:pos x="19" y="18"/>
                  </a:cxn>
                  <a:cxn ang="0">
                    <a:pos x="19" y="35"/>
                  </a:cxn>
                  <a:cxn ang="0">
                    <a:pos x="11" y="17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5" y="0"/>
                  </a:cxn>
                  <a:cxn ang="0">
                    <a:pos x="15" y="18"/>
                  </a:cxn>
                </a:cxnLst>
                <a:rect l="0" t="0" r="r" b="b"/>
                <a:pathLst>
                  <a:path w="23" h="35">
                    <a:moveTo>
                      <a:pt x="15" y="18"/>
                    </a:moveTo>
                    <a:cubicBezTo>
                      <a:pt x="15" y="19"/>
                      <a:pt x="19" y="19"/>
                      <a:pt x="19" y="18"/>
                    </a:cubicBezTo>
                    <a:cubicBezTo>
                      <a:pt x="19" y="24"/>
                      <a:pt x="23" y="30"/>
                      <a:pt x="19" y="35"/>
                    </a:cubicBezTo>
                    <a:cubicBezTo>
                      <a:pt x="13" y="30"/>
                      <a:pt x="11" y="24"/>
                      <a:pt x="11" y="17"/>
                    </a:cubicBezTo>
                    <a:cubicBezTo>
                      <a:pt x="5" y="16"/>
                      <a:pt x="0" y="11"/>
                      <a:pt x="0" y="4"/>
                    </a:cubicBezTo>
                    <a:cubicBezTo>
                      <a:pt x="0" y="1"/>
                      <a:pt x="3" y="0"/>
                      <a:pt x="5" y="0"/>
                    </a:cubicBezTo>
                    <a:cubicBezTo>
                      <a:pt x="13" y="0"/>
                      <a:pt x="9" y="3"/>
                      <a:pt x="15" y="0"/>
                    </a:cubicBezTo>
                    <a:cubicBezTo>
                      <a:pt x="15" y="11"/>
                      <a:pt x="13" y="11"/>
                      <a:pt x="15" y="1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4" name="í$1iďé"/>
              <p:cNvSpPr/>
              <p:nvPr/>
            </p:nvSpPr>
            <p:spPr bwMode="auto">
              <a:xfrm>
                <a:off x="3050229" y="1651464"/>
                <a:ext cx="385021" cy="202426"/>
              </a:xfrm>
              <a:custGeom>
                <a:avLst/>
                <a:gdLst/>
                <a:ahLst/>
                <a:cxnLst>
                  <a:cxn ang="0">
                    <a:pos x="214" y="96"/>
                  </a:cxn>
                  <a:cxn ang="0">
                    <a:pos x="209" y="100"/>
                  </a:cxn>
                  <a:cxn ang="0">
                    <a:pos x="215" y="103"/>
                  </a:cxn>
                  <a:cxn ang="0">
                    <a:pos x="220" y="110"/>
                  </a:cxn>
                  <a:cxn ang="0">
                    <a:pos x="195" y="118"/>
                  </a:cxn>
                  <a:cxn ang="0">
                    <a:pos x="158" y="104"/>
                  </a:cxn>
                  <a:cxn ang="0">
                    <a:pos x="147" y="112"/>
                  </a:cxn>
                  <a:cxn ang="0">
                    <a:pos x="115" y="121"/>
                  </a:cxn>
                  <a:cxn ang="0">
                    <a:pos x="75" y="121"/>
                  </a:cxn>
                  <a:cxn ang="0">
                    <a:pos x="68" y="110"/>
                  </a:cxn>
                  <a:cxn ang="0">
                    <a:pos x="43" y="108"/>
                  </a:cxn>
                  <a:cxn ang="0">
                    <a:pos x="23" y="92"/>
                  </a:cxn>
                  <a:cxn ang="0">
                    <a:pos x="65" y="82"/>
                  </a:cxn>
                  <a:cxn ang="0">
                    <a:pos x="80" y="81"/>
                  </a:cxn>
                  <a:cxn ang="0">
                    <a:pos x="69" y="77"/>
                  </a:cxn>
                  <a:cxn ang="0">
                    <a:pos x="45" y="77"/>
                  </a:cxn>
                  <a:cxn ang="0">
                    <a:pos x="12" y="69"/>
                  </a:cxn>
                  <a:cxn ang="0">
                    <a:pos x="29" y="60"/>
                  </a:cxn>
                  <a:cxn ang="0">
                    <a:pos x="14" y="59"/>
                  </a:cxn>
                  <a:cxn ang="0">
                    <a:pos x="0" y="51"/>
                  </a:cxn>
                  <a:cxn ang="0">
                    <a:pos x="56" y="13"/>
                  </a:cxn>
                  <a:cxn ang="0">
                    <a:pos x="64" y="29"/>
                  </a:cxn>
                  <a:cxn ang="0">
                    <a:pos x="78" y="21"/>
                  </a:cxn>
                  <a:cxn ang="0">
                    <a:pos x="98" y="34"/>
                  </a:cxn>
                  <a:cxn ang="0">
                    <a:pos x="111" y="31"/>
                  </a:cxn>
                  <a:cxn ang="0">
                    <a:pos x="109" y="23"/>
                  </a:cxn>
                  <a:cxn ang="0">
                    <a:pos x="118" y="23"/>
                  </a:cxn>
                  <a:cxn ang="0">
                    <a:pos x="133" y="35"/>
                  </a:cxn>
                  <a:cxn ang="0">
                    <a:pos x="140" y="51"/>
                  </a:cxn>
                  <a:cxn ang="0">
                    <a:pos x="146" y="48"/>
                  </a:cxn>
                  <a:cxn ang="0">
                    <a:pos x="136" y="17"/>
                  </a:cxn>
                  <a:cxn ang="0">
                    <a:pos x="144" y="12"/>
                  </a:cxn>
                  <a:cxn ang="0">
                    <a:pos x="156" y="12"/>
                  </a:cxn>
                  <a:cxn ang="0">
                    <a:pos x="156" y="7"/>
                  </a:cxn>
                  <a:cxn ang="0">
                    <a:pos x="169" y="0"/>
                  </a:cxn>
                  <a:cxn ang="0">
                    <a:pos x="184" y="10"/>
                  </a:cxn>
                  <a:cxn ang="0">
                    <a:pos x="175" y="24"/>
                  </a:cxn>
                  <a:cxn ang="0">
                    <a:pos x="187" y="62"/>
                  </a:cxn>
                  <a:cxn ang="0">
                    <a:pos x="232" y="92"/>
                  </a:cxn>
                  <a:cxn ang="0">
                    <a:pos x="214" y="96"/>
                  </a:cxn>
                </a:cxnLst>
                <a:rect l="0" t="0" r="r" b="b"/>
                <a:pathLst>
                  <a:path w="232" h="121">
                    <a:moveTo>
                      <a:pt x="214" y="96"/>
                    </a:moveTo>
                    <a:cubicBezTo>
                      <a:pt x="211" y="96"/>
                      <a:pt x="209" y="97"/>
                      <a:pt x="209" y="100"/>
                    </a:cubicBezTo>
                    <a:cubicBezTo>
                      <a:pt x="209" y="103"/>
                      <a:pt x="214" y="103"/>
                      <a:pt x="215" y="103"/>
                    </a:cubicBezTo>
                    <a:cubicBezTo>
                      <a:pt x="216" y="107"/>
                      <a:pt x="218" y="108"/>
                      <a:pt x="220" y="110"/>
                    </a:cubicBezTo>
                    <a:cubicBezTo>
                      <a:pt x="216" y="118"/>
                      <a:pt x="206" y="118"/>
                      <a:pt x="195" y="118"/>
                    </a:cubicBezTo>
                    <a:cubicBezTo>
                      <a:pt x="177" y="118"/>
                      <a:pt x="171" y="104"/>
                      <a:pt x="158" y="104"/>
                    </a:cubicBezTo>
                    <a:cubicBezTo>
                      <a:pt x="150" y="104"/>
                      <a:pt x="154" y="109"/>
                      <a:pt x="147" y="112"/>
                    </a:cubicBezTo>
                    <a:cubicBezTo>
                      <a:pt x="135" y="118"/>
                      <a:pt x="124" y="115"/>
                      <a:pt x="115" y="121"/>
                    </a:cubicBezTo>
                    <a:cubicBezTo>
                      <a:pt x="95" y="121"/>
                      <a:pt x="87" y="121"/>
                      <a:pt x="75" y="121"/>
                    </a:cubicBezTo>
                    <a:cubicBezTo>
                      <a:pt x="68" y="121"/>
                      <a:pt x="73" y="114"/>
                      <a:pt x="68" y="110"/>
                    </a:cubicBezTo>
                    <a:cubicBezTo>
                      <a:pt x="63" y="107"/>
                      <a:pt x="49" y="108"/>
                      <a:pt x="43" y="108"/>
                    </a:cubicBezTo>
                    <a:cubicBezTo>
                      <a:pt x="34" y="108"/>
                      <a:pt x="26" y="98"/>
                      <a:pt x="23" y="92"/>
                    </a:cubicBezTo>
                    <a:cubicBezTo>
                      <a:pt x="33" y="85"/>
                      <a:pt x="47" y="82"/>
                      <a:pt x="65" y="82"/>
                    </a:cubicBezTo>
                    <a:cubicBezTo>
                      <a:pt x="72" y="82"/>
                      <a:pt x="75" y="82"/>
                      <a:pt x="80" y="81"/>
                    </a:cubicBezTo>
                    <a:cubicBezTo>
                      <a:pt x="77" y="80"/>
                      <a:pt x="73" y="77"/>
                      <a:pt x="69" y="77"/>
                    </a:cubicBezTo>
                    <a:cubicBezTo>
                      <a:pt x="60" y="77"/>
                      <a:pt x="50" y="77"/>
                      <a:pt x="45" y="77"/>
                    </a:cubicBezTo>
                    <a:cubicBezTo>
                      <a:pt x="36" y="77"/>
                      <a:pt x="12" y="81"/>
                      <a:pt x="12" y="69"/>
                    </a:cubicBezTo>
                    <a:cubicBezTo>
                      <a:pt x="12" y="59"/>
                      <a:pt x="24" y="63"/>
                      <a:pt x="29" y="60"/>
                    </a:cubicBezTo>
                    <a:cubicBezTo>
                      <a:pt x="22" y="58"/>
                      <a:pt x="19" y="59"/>
                      <a:pt x="14" y="59"/>
                    </a:cubicBezTo>
                    <a:cubicBezTo>
                      <a:pt x="9" y="59"/>
                      <a:pt x="0" y="53"/>
                      <a:pt x="0" y="51"/>
                    </a:cubicBezTo>
                    <a:cubicBezTo>
                      <a:pt x="0" y="29"/>
                      <a:pt x="41" y="13"/>
                      <a:pt x="56" y="13"/>
                    </a:cubicBezTo>
                    <a:cubicBezTo>
                      <a:pt x="63" y="13"/>
                      <a:pt x="62" y="26"/>
                      <a:pt x="64" y="29"/>
                    </a:cubicBezTo>
                    <a:cubicBezTo>
                      <a:pt x="68" y="26"/>
                      <a:pt x="71" y="21"/>
                      <a:pt x="78" y="21"/>
                    </a:cubicBezTo>
                    <a:cubicBezTo>
                      <a:pt x="90" y="21"/>
                      <a:pt x="94" y="26"/>
                      <a:pt x="98" y="34"/>
                    </a:cubicBezTo>
                    <a:cubicBezTo>
                      <a:pt x="102" y="33"/>
                      <a:pt x="106" y="32"/>
                      <a:pt x="111" y="31"/>
                    </a:cubicBezTo>
                    <a:cubicBezTo>
                      <a:pt x="110" y="27"/>
                      <a:pt x="109" y="25"/>
                      <a:pt x="109" y="23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4" y="25"/>
                      <a:pt x="131" y="30"/>
                      <a:pt x="133" y="35"/>
                    </a:cubicBezTo>
                    <a:cubicBezTo>
                      <a:pt x="135" y="40"/>
                      <a:pt x="132" y="51"/>
                      <a:pt x="140" y="51"/>
                    </a:cubicBezTo>
                    <a:cubicBezTo>
                      <a:pt x="144" y="51"/>
                      <a:pt x="144" y="50"/>
                      <a:pt x="146" y="48"/>
                    </a:cubicBezTo>
                    <a:cubicBezTo>
                      <a:pt x="142" y="42"/>
                      <a:pt x="136" y="21"/>
                      <a:pt x="136" y="17"/>
                    </a:cubicBezTo>
                    <a:cubicBezTo>
                      <a:pt x="136" y="14"/>
                      <a:pt x="140" y="12"/>
                      <a:pt x="144" y="12"/>
                    </a:cubicBezTo>
                    <a:cubicBezTo>
                      <a:pt x="152" y="12"/>
                      <a:pt x="149" y="15"/>
                      <a:pt x="156" y="12"/>
                    </a:cubicBezTo>
                    <a:cubicBezTo>
                      <a:pt x="156" y="10"/>
                      <a:pt x="156" y="9"/>
                      <a:pt x="156" y="7"/>
                    </a:cubicBezTo>
                    <a:cubicBezTo>
                      <a:pt x="156" y="3"/>
                      <a:pt x="162" y="0"/>
                      <a:pt x="169" y="0"/>
                    </a:cubicBezTo>
                    <a:cubicBezTo>
                      <a:pt x="177" y="0"/>
                      <a:pt x="184" y="3"/>
                      <a:pt x="184" y="10"/>
                    </a:cubicBezTo>
                    <a:cubicBezTo>
                      <a:pt x="184" y="16"/>
                      <a:pt x="175" y="20"/>
                      <a:pt x="175" y="24"/>
                    </a:cubicBezTo>
                    <a:cubicBezTo>
                      <a:pt x="175" y="40"/>
                      <a:pt x="187" y="50"/>
                      <a:pt x="187" y="62"/>
                    </a:cubicBezTo>
                    <a:cubicBezTo>
                      <a:pt x="187" y="76"/>
                      <a:pt x="224" y="85"/>
                      <a:pt x="232" y="92"/>
                    </a:cubicBezTo>
                    <a:cubicBezTo>
                      <a:pt x="224" y="97"/>
                      <a:pt x="222" y="96"/>
                      <a:pt x="214" y="9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5" name="iṧḻïdé"/>
              <p:cNvSpPr/>
              <p:nvPr/>
            </p:nvSpPr>
            <p:spPr bwMode="auto">
              <a:xfrm>
                <a:off x="2907335" y="1619711"/>
                <a:ext cx="216326" cy="142889"/>
              </a:xfrm>
              <a:custGeom>
                <a:avLst/>
                <a:gdLst/>
                <a:ahLst/>
                <a:cxnLst>
                  <a:cxn ang="0">
                    <a:pos x="28" y="82"/>
                  </a:cxn>
                  <a:cxn ang="0">
                    <a:pos x="22" y="73"/>
                  </a:cxn>
                  <a:cxn ang="0">
                    <a:pos x="0" y="64"/>
                  </a:cxn>
                  <a:cxn ang="0">
                    <a:pos x="22" y="21"/>
                  </a:cxn>
                  <a:cxn ang="0">
                    <a:pos x="16" y="5"/>
                  </a:cxn>
                  <a:cxn ang="0">
                    <a:pos x="42" y="5"/>
                  </a:cxn>
                  <a:cxn ang="0">
                    <a:pos x="60" y="2"/>
                  </a:cxn>
                  <a:cxn ang="0">
                    <a:pos x="84" y="11"/>
                  </a:cxn>
                  <a:cxn ang="0">
                    <a:pos x="99" y="10"/>
                  </a:cxn>
                  <a:cxn ang="0">
                    <a:pos x="130" y="29"/>
                  </a:cxn>
                  <a:cxn ang="0">
                    <a:pos x="102" y="38"/>
                  </a:cxn>
                  <a:cxn ang="0">
                    <a:pos x="69" y="71"/>
                  </a:cxn>
                  <a:cxn ang="0">
                    <a:pos x="35" y="86"/>
                  </a:cxn>
                  <a:cxn ang="0">
                    <a:pos x="28" y="82"/>
                  </a:cxn>
                </a:cxnLst>
                <a:rect l="0" t="0" r="r" b="b"/>
                <a:pathLst>
                  <a:path w="130" h="86">
                    <a:moveTo>
                      <a:pt x="28" y="82"/>
                    </a:moveTo>
                    <a:cubicBezTo>
                      <a:pt x="26" y="82"/>
                      <a:pt x="23" y="75"/>
                      <a:pt x="22" y="73"/>
                    </a:cubicBezTo>
                    <a:cubicBezTo>
                      <a:pt x="18" y="68"/>
                      <a:pt x="0" y="69"/>
                      <a:pt x="0" y="64"/>
                    </a:cubicBezTo>
                    <a:cubicBezTo>
                      <a:pt x="0" y="49"/>
                      <a:pt x="22" y="37"/>
                      <a:pt x="22" y="21"/>
                    </a:cubicBezTo>
                    <a:cubicBezTo>
                      <a:pt x="22" y="17"/>
                      <a:pt x="16" y="10"/>
                      <a:pt x="16" y="5"/>
                    </a:cubicBezTo>
                    <a:cubicBezTo>
                      <a:pt x="27" y="1"/>
                      <a:pt x="32" y="5"/>
                      <a:pt x="42" y="5"/>
                    </a:cubicBezTo>
                    <a:cubicBezTo>
                      <a:pt x="48" y="5"/>
                      <a:pt x="52" y="0"/>
                      <a:pt x="60" y="2"/>
                    </a:cubicBezTo>
                    <a:cubicBezTo>
                      <a:pt x="70" y="5"/>
                      <a:pt x="74" y="10"/>
                      <a:pt x="84" y="11"/>
                    </a:cubicBezTo>
                    <a:cubicBezTo>
                      <a:pt x="88" y="15"/>
                      <a:pt x="93" y="10"/>
                      <a:pt x="99" y="10"/>
                    </a:cubicBezTo>
                    <a:cubicBezTo>
                      <a:pt x="108" y="10"/>
                      <a:pt x="130" y="19"/>
                      <a:pt x="130" y="29"/>
                    </a:cubicBezTo>
                    <a:cubicBezTo>
                      <a:pt x="130" y="34"/>
                      <a:pt x="106" y="37"/>
                      <a:pt x="102" y="38"/>
                    </a:cubicBezTo>
                    <a:cubicBezTo>
                      <a:pt x="88" y="43"/>
                      <a:pt x="69" y="61"/>
                      <a:pt x="69" y="71"/>
                    </a:cubicBezTo>
                    <a:cubicBezTo>
                      <a:pt x="69" y="75"/>
                      <a:pt x="38" y="86"/>
                      <a:pt x="35" y="86"/>
                    </a:cubicBezTo>
                    <a:cubicBezTo>
                      <a:pt x="32" y="86"/>
                      <a:pt x="30" y="82"/>
                      <a:pt x="28" y="8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6" name="íślíḑé"/>
              <p:cNvSpPr/>
              <p:nvPr/>
            </p:nvSpPr>
            <p:spPr bwMode="auto">
              <a:xfrm>
                <a:off x="3079998" y="1518497"/>
                <a:ext cx="256019" cy="109152"/>
              </a:xfrm>
              <a:custGeom>
                <a:avLst/>
                <a:gdLst/>
                <a:ahLst/>
                <a:cxnLst>
                  <a:cxn ang="0">
                    <a:pos x="53" y="65"/>
                  </a:cxn>
                  <a:cxn ang="0">
                    <a:pos x="41" y="59"/>
                  </a:cxn>
                  <a:cxn ang="0">
                    <a:pos x="53" y="53"/>
                  </a:cxn>
                  <a:cxn ang="0">
                    <a:pos x="46" y="43"/>
                  </a:cxn>
                  <a:cxn ang="0">
                    <a:pos x="41" y="49"/>
                  </a:cxn>
                  <a:cxn ang="0">
                    <a:pos x="22" y="52"/>
                  </a:cxn>
                  <a:cxn ang="0">
                    <a:pos x="7" y="49"/>
                  </a:cxn>
                  <a:cxn ang="0">
                    <a:pos x="0" y="42"/>
                  </a:cxn>
                  <a:cxn ang="0">
                    <a:pos x="0" y="36"/>
                  </a:cxn>
                  <a:cxn ang="0">
                    <a:pos x="11" y="31"/>
                  </a:cxn>
                  <a:cxn ang="0">
                    <a:pos x="31" y="36"/>
                  </a:cxn>
                  <a:cxn ang="0">
                    <a:pos x="11" y="30"/>
                  </a:cxn>
                  <a:cxn ang="0">
                    <a:pos x="11" y="23"/>
                  </a:cxn>
                  <a:cxn ang="0">
                    <a:pos x="19" y="23"/>
                  </a:cxn>
                  <a:cxn ang="0">
                    <a:pos x="38" y="26"/>
                  </a:cxn>
                  <a:cxn ang="0">
                    <a:pos x="16" y="22"/>
                  </a:cxn>
                  <a:cxn ang="0">
                    <a:pos x="25" y="17"/>
                  </a:cxn>
                  <a:cxn ang="0">
                    <a:pos x="36" y="18"/>
                  </a:cxn>
                  <a:cxn ang="0">
                    <a:pos x="23" y="12"/>
                  </a:cxn>
                  <a:cxn ang="0">
                    <a:pos x="38" y="12"/>
                  </a:cxn>
                  <a:cxn ang="0">
                    <a:pos x="45" y="19"/>
                  </a:cxn>
                  <a:cxn ang="0">
                    <a:pos x="55" y="19"/>
                  </a:cxn>
                  <a:cxn ang="0">
                    <a:pos x="97" y="36"/>
                  </a:cxn>
                  <a:cxn ang="0">
                    <a:pos x="107" y="30"/>
                  </a:cxn>
                  <a:cxn ang="0">
                    <a:pos x="98" y="29"/>
                  </a:cxn>
                  <a:cxn ang="0">
                    <a:pos x="102" y="27"/>
                  </a:cxn>
                  <a:cxn ang="0">
                    <a:pos x="102" y="21"/>
                  </a:cxn>
                  <a:cxn ang="0">
                    <a:pos x="91" y="15"/>
                  </a:cxn>
                  <a:cxn ang="0">
                    <a:pos x="107" y="0"/>
                  </a:cxn>
                  <a:cxn ang="0">
                    <a:pos x="116" y="4"/>
                  </a:cxn>
                  <a:cxn ang="0">
                    <a:pos x="116" y="9"/>
                  </a:cxn>
                  <a:cxn ang="0">
                    <a:pos x="132" y="26"/>
                  </a:cxn>
                  <a:cxn ang="0">
                    <a:pos x="144" y="20"/>
                  </a:cxn>
                  <a:cxn ang="0">
                    <a:pos x="154" y="31"/>
                  </a:cxn>
                  <a:cxn ang="0">
                    <a:pos x="140" y="52"/>
                  </a:cxn>
                  <a:cxn ang="0">
                    <a:pos x="111" y="51"/>
                  </a:cxn>
                  <a:cxn ang="0">
                    <a:pos x="82" y="59"/>
                  </a:cxn>
                  <a:cxn ang="0">
                    <a:pos x="53" y="65"/>
                  </a:cxn>
                </a:cxnLst>
                <a:rect l="0" t="0" r="r" b="b"/>
                <a:pathLst>
                  <a:path w="154" h="65">
                    <a:moveTo>
                      <a:pt x="53" y="65"/>
                    </a:moveTo>
                    <a:cubicBezTo>
                      <a:pt x="48" y="65"/>
                      <a:pt x="41" y="61"/>
                      <a:pt x="41" y="59"/>
                    </a:cubicBezTo>
                    <a:cubicBezTo>
                      <a:pt x="41" y="52"/>
                      <a:pt x="47" y="53"/>
                      <a:pt x="53" y="53"/>
                    </a:cubicBezTo>
                    <a:cubicBezTo>
                      <a:pt x="50" y="50"/>
                      <a:pt x="46" y="48"/>
                      <a:pt x="46" y="43"/>
                    </a:cubicBezTo>
                    <a:cubicBezTo>
                      <a:pt x="43" y="44"/>
                      <a:pt x="41" y="46"/>
                      <a:pt x="41" y="49"/>
                    </a:cubicBezTo>
                    <a:cubicBezTo>
                      <a:pt x="33" y="50"/>
                      <a:pt x="27" y="52"/>
                      <a:pt x="22" y="52"/>
                    </a:cubicBezTo>
                    <a:cubicBezTo>
                      <a:pt x="16" y="52"/>
                      <a:pt x="10" y="49"/>
                      <a:pt x="7" y="49"/>
                    </a:cubicBezTo>
                    <a:cubicBezTo>
                      <a:pt x="3" y="49"/>
                      <a:pt x="0" y="46"/>
                      <a:pt x="0" y="42"/>
                    </a:cubicBezTo>
                    <a:cubicBezTo>
                      <a:pt x="0" y="38"/>
                      <a:pt x="2" y="39"/>
                      <a:pt x="0" y="36"/>
                    </a:cubicBezTo>
                    <a:cubicBezTo>
                      <a:pt x="5" y="35"/>
                      <a:pt x="7" y="31"/>
                      <a:pt x="11" y="31"/>
                    </a:cubicBezTo>
                    <a:cubicBezTo>
                      <a:pt x="20" y="31"/>
                      <a:pt x="24" y="35"/>
                      <a:pt x="31" y="36"/>
                    </a:cubicBezTo>
                    <a:cubicBezTo>
                      <a:pt x="24" y="35"/>
                      <a:pt x="17" y="32"/>
                      <a:pt x="11" y="3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5" y="23"/>
                      <a:pt x="19" y="23"/>
                      <a:pt x="19" y="23"/>
                    </a:cubicBezTo>
                    <a:cubicBezTo>
                      <a:pt x="20" y="23"/>
                      <a:pt x="34" y="26"/>
                      <a:pt x="38" y="26"/>
                    </a:cubicBezTo>
                    <a:cubicBezTo>
                      <a:pt x="30" y="25"/>
                      <a:pt x="23" y="26"/>
                      <a:pt x="16" y="22"/>
                    </a:cubicBezTo>
                    <a:cubicBezTo>
                      <a:pt x="18" y="19"/>
                      <a:pt x="22" y="17"/>
                      <a:pt x="25" y="17"/>
                    </a:cubicBezTo>
                    <a:cubicBezTo>
                      <a:pt x="31" y="17"/>
                      <a:pt x="32" y="19"/>
                      <a:pt x="36" y="18"/>
                    </a:cubicBezTo>
                    <a:cubicBezTo>
                      <a:pt x="31" y="19"/>
                      <a:pt x="23" y="18"/>
                      <a:pt x="23" y="12"/>
                    </a:cubicBezTo>
                    <a:cubicBezTo>
                      <a:pt x="31" y="11"/>
                      <a:pt x="34" y="12"/>
                      <a:pt x="38" y="12"/>
                    </a:cubicBezTo>
                    <a:cubicBezTo>
                      <a:pt x="39" y="12"/>
                      <a:pt x="45" y="14"/>
                      <a:pt x="45" y="19"/>
                    </a:cubicBezTo>
                    <a:cubicBezTo>
                      <a:pt x="50" y="19"/>
                      <a:pt x="54" y="19"/>
                      <a:pt x="55" y="19"/>
                    </a:cubicBezTo>
                    <a:cubicBezTo>
                      <a:pt x="68" y="19"/>
                      <a:pt x="78" y="36"/>
                      <a:pt x="97" y="36"/>
                    </a:cubicBezTo>
                    <a:cubicBezTo>
                      <a:pt x="103" y="36"/>
                      <a:pt x="105" y="34"/>
                      <a:pt x="107" y="30"/>
                    </a:cubicBezTo>
                    <a:cubicBezTo>
                      <a:pt x="102" y="30"/>
                      <a:pt x="100" y="30"/>
                      <a:pt x="98" y="29"/>
                    </a:cubicBezTo>
                    <a:cubicBezTo>
                      <a:pt x="98" y="28"/>
                      <a:pt x="101" y="27"/>
                      <a:pt x="102" y="27"/>
                    </a:cubicBezTo>
                    <a:cubicBezTo>
                      <a:pt x="102" y="21"/>
                      <a:pt x="102" y="21"/>
                      <a:pt x="102" y="21"/>
                    </a:cubicBezTo>
                    <a:cubicBezTo>
                      <a:pt x="99" y="21"/>
                      <a:pt x="91" y="19"/>
                      <a:pt x="91" y="15"/>
                    </a:cubicBezTo>
                    <a:cubicBezTo>
                      <a:pt x="91" y="7"/>
                      <a:pt x="103" y="4"/>
                      <a:pt x="107" y="0"/>
                    </a:cubicBezTo>
                    <a:cubicBezTo>
                      <a:pt x="110" y="2"/>
                      <a:pt x="113" y="4"/>
                      <a:pt x="116" y="4"/>
                    </a:cubicBezTo>
                    <a:cubicBezTo>
                      <a:pt x="115" y="7"/>
                      <a:pt x="116" y="8"/>
                      <a:pt x="116" y="9"/>
                    </a:cubicBezTo>
                    <a:cubicBezTo>
                      <a:pt x="116" y="16"/>
                      <a:pt x="124" y="26"/>
                      <a:pt x="132" y="26"/>
                    </a:cubicBezTo>
                    <a:cubicBezTo>
                      <a:pt x="136" y="26"/>
                      <a:pt x="139" y="20"/>
                      <a:pt x="144" y="20"/>
                    </a:cubicBezTo>
                    <a:cubicBezTo>
                      <a:pt x="150" y="20"/>
                      <a:pt x="154" y="26"/>
                      <a:pt x="154" y="31"/>
                    </a:cubicBezTo>
                    <a:cubicBezTo>
                      <a:pt x="154" y="37"/>
                      <a:pt x="144" y="51"/>
                      <a:pt x="140" y="52"/>
                    </a:cubicBezTo>
                    <a:cubicBezTo>
                      <a:pt x="137" y="53"/>
                      <a:pt x="111" y="50"/>
                      <a:pt x="111" y="51"/>
                    </a:cubicBezTo>
                    <a:cubicBezTo>
                      <a:pt x="111" y="52"/>
                      <a:pt x="83" y="58"/>
                      <a:pt x="82" y="59"/>
                    </a:cubicBezTo>
                    <a:cubicBezTo>
                      <a:pt x="73" y="62"/>
                      <a:pt x="64" y="65"/>
                      <a:pt x="53" y="6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7" name="ïš1iďé"/>
              <p:cNvSpPr/>
              <p:nvPr/>
            </p:nvSpPr>
            <p:spPr bwMode="auto">
              <a:xfrm>
                <a:off x="3042291" y="1558188"/>
                <a:ext cx="35724" cy="25800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11"/>
                  </a:cxn>
                  <a:cxn ang="0">
                    <a:pos x="21" y="0"/>
                  </a:cxn>
                  <a:cxn ang="0">
                    <a:pos x="8" y="16"/>
                  </a:cxn>
                </a:cxnLst>
                <a:rect l="0" t="0" r="r" b="b"/>
                <a:pathLst>
                  <a:path w="21" h="16">
                    <a:moveTo>
                      <a:pt x="8" y="16"/>
                    </a:moveTo>
                    <a:cubicBezTo>
                      <a:pt x="4" y="16"/>
                      <a:pt x="0" y="14"/>
                      <a:pt x="0" y="11"/>
                    </a:cubicBezTo>
                    <a:cubicBezTo>
                      <a:pt x="0" y="3"/>
                      <a:pt x="16" y="0"/>
                      <a:pt x="21" y="0"/>
                    </a:cubicBezTo>
                    <a:cubicBezTo>
                      <a:pt x="20" y="7"/>
                      <a:pt x="13" y="16"/>
                      <a:pt x="8" y="1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8" name="îṧľíḋé"/>
              <p:cNvSpPr/>
              <p:nvPr/>
            </p:nvSpPr>
            <p:spPr bwMode="auto">
              <a:xfrm>
                <a:off x="3135568" y="1520482"/>
                <a:ext cx="27785" cy="9924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6" y="6"/>
                  </a:cxn>
                </a:cxnLst>
                <a:rect l="0" t="0" r="r" b="b"/>
                <a:pathLst>
                  <a:path w="16" h="6">
                    <a:moveTo>
                      <a:pt x="6" y="6"/>
                    </a:moveTo>
                    <a:cubicBezTo>
                      <a:pt x="4" y="6"/>
                      <a:pt x="0" y="4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4" y="6"/>
                      <a:pt x="6" y="6"/>
                      <a:pt x="6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49" name="ïśḻiďê"/>
              <p:cNvSpPr/>
              <p:nvPr/>
            </p:nvSpPr>
            <p:spPr bwMode="auto">
              <a:xfrm>
                <a:off x="2968858" y="1486744"/>
                <a:ext cx="146864" cy="81368"/>
              </a:xfrm>
              <a:custGeom>
                <a:avLst/>
                <a:gdLst/>
                <a:ahLst/>
                <a:cxnLst>
                  <a:cxn ang="0">
                    <a:pos x="88" y="8"/>
                  </a:cxn>
                  <a:cxn ang="0">
                    <a:pos x="82" y="15"/>
                  </a:cxn>
                  <a:cxn ang="0">
                    <a:pos x="86" y="24"/>
                  </a:cxn>
                  <a:cxn ang="0">
                    <a:pos x="67" y="38"/>
                  </a:cxn>
                  <a:cxn ang="0">
                    <a:pos x="56" y="26"/>
                  </a:cxn>
                  <a:cxn ang="0">
                    <a:pos x="41" y="39"/>
                  </a:cxn>
                  <a:cxn ang="0">
                    <a:pos x="32" y="49"/>
                  </a:cxn>
                  <a:cxn ang="0">
                    <a:pos x="24" y="42"/>
                  </a:cxn>
                  <a:cxn ang="0">
                    <a:pos x="12" y="42"/>
                  </a:cxn>
                  <a:cxn ang="0">
                    <a:pos x="4" y="46"/>
                  </a:cxn>
                  <a:cxn ang="0">
                    <a:pos x="0" y="39"/>
                  </a:cxn>
                  <a:cxn ang="0">
                    <a:pos x="10" y="31"/>
                  </a:cxn>
                  <a:cxn ang="0">
                    <a:pos x="31" y="23"/>
                  </a:cxn>
                  <a:cxn ang="0">
                    <a:pos x="54" y="6"/>
                  </a:cxn>
                  <a:cxn ang="0">
                    <a:pos x="62" y="7"/>
                  </a:cxn>
                  <a:cxn ang="0">
                    <a:pos x="88" y="8"/>
                  </a:cxn>
                </a:cxnLst>
                <a:rect l="0" t="0" r="r" b="b"/>
                <a:pathLst>
                  <a:path w="88" h="49">
                    <a:moveTo>
                      <a:pt x="88" y="8"/>
                    </a:moveTo>
                    <a:cubicBezTo>
                      <a:pt x="88" y="11"/>
                      <a:pt x="86" y="14"/>
                      <a:pt x="82" y="15"/>
                    </a:cubicBezTo>
                    <a:cubicBezTo>
                      <a:pt x="83" y="19"/>
                      <a:pt x="86" y="20"/>
                      <a:pt x="86" y="24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60" y="38"/>
                      <a:pt x="60" y="28"/>
                      <a:pt x="56" y="26"/>
                    </a:cubicBezTo>
                    <a:cubicBezTo>
                      <a:pt x="55" y="33"/>
                      <a:pt x="48" y="40"/>
                      <a:pt x="41" y="39"/>
                    </a:cubicBezTo>
                    <a:cubicBezTo>
                      <a:pt x="40" y="44"/>
                      <a:pt x="37" y="49"/>
                      <a:pt x="32" y="49"/>
                    </a:cubicBezTo>
                    <a:cubicBezTo>
                      <a:pt x="28" y="49"/>
                      <a:pt x="25" y="44"/>
                      <a:pt x="24" y="42"/>
                    </a:cubicBezTo>
                    <a:cubicBezTo>
                      <a:pt x="19" y="45"/>
                      <a:pt x="16" y="42"/>
                      <a:pt x="12" y="42"/>
                    </a:cubicBezTo>
                    <a:cubicBezTo>
                      <a:pt x="9" y="42"/>
                      <a:pt x="8" y="45"/>
                      <a:pt x="4" y="46"/>
                    </a:cubicBezTo>
                    <a:cubicBezTo>
                      <a:pt x="4" y="43"/>
                      <a:pt x="0" y="41"/>
                      <a:pt x="0" y="39"/>
                    </a:cubicBezTo>
                    <a:cubicBezTo>
                      <a:pt x="0" y="38"/>
                      <a:pt x="8" y="32"/>
                      <a:pt x="10" y="31"/>
                    </a:cubicBezTo>
                    <a:cubicBezTo>
                      <a:pt x="17" y="28"/>
                      <a:pt x="23" y="27"/>
                      <a:pt x="31" y="23"/>
                    </a:cubicBezTo>
                    <a:cubicBezTo>
                      <a:pt x="39" y="18"/>
                      <a:pt x="41" y="6"/>
                      <a:pt x="54" y="6"/>
                    </a:cubicBezTo>
                    <a:cubicBezTo>
                      <a:pt x="57" y="6"/>
                      <a:pt x="58" y="7"/>
                      <a:pt x="62" y="7"/>
                    </a:cubicBezTo>
                    <a:cubicBezTo>
                      <a:pt x="62" y="7"/>
                      <a:pt x="88" y="0"/>
                      <a:pt x="88" y="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50" name="ïṥļíḑê"/>
              <p:cNvSpPr/>
              <p:nvPr/>
            </p:nvSpPr>
            <p:spPr bwMode="auto">
              <a:xfrm>
                <a:off x="3165339" y="1435145"/>
                <a:ext cx="83355" cy="25800"/>
              </a:xfrm>
              <a:custGeom>
                <a:avLst/>
                <a:gdLst/>
                <a:ahLst/>
                <a:cxnLst>
                  <a:cxn ang="0">
                    <a:pos x="20" y="15"/>
                  </a:cxn>
                  <a:cxn ang="0">
                    <a:pos x="9" y="12"/>
                  </a:cxn>
                  <a:cxn ang="0">
                    <a:pos x="0" y="15"/>
                  </a:cxn>
                  <a:cxn ang="0">
                    <a:pos x="32" y="0"/>
                  </a:cxn>
                  <a:cxn ang="0">
                    <a:pos x="50" y="11"/>
                  </a:cxn>
                  <a:cxn ang="0">
                    <a:pos x="39" y="15"/>
                  </a:cxn>
                  <a:cxn ang="0">
                    <a:pos x="20" y="15"/>
                  </a:cxn>
                </a:cxnLst>
                <a:rect l="0" t="0" r="r" b="b"/>
                <a:pathLst>
                  <a:path w="50" h="15">
                    <a:moveTo>
                      <a:pt x="20" y="15"/>
                    </a:moveTo>
                    <a:cubicBezTo>
                      <a:pt x="14" y="15"/>
                      <a:pt x="13" y="12"/>
                      <a:pt x="9" y="12"/>
                    </a:cubicBezTo>
                    <a:cubicBezTo>
                      <a:pt x="5" y="12"/>
                      <a:pt x="3" y="15"/>
                      <a:pt x="0" y="15"/>
                    </a:cubicBezTo>
                    <a:cubicBezTo>
                      <a:pt x="0" y="9"/>
                      <a:pt x="26" y="0"/>
                      <a:pt x="32" y="0"/>
                    </a:cubicBezTo>
                    <a:cubicBezTo>
                      <a:pt x="41" y="0"/>
                      <a:pt x="49" y="5"/>
                      <a:pt x="50" y="11"/>
                    </a:cubicBezTo>
                    <a:cubicBezTo>
                      <a:pt x="47" y="12"/>
                      <a:pt x="44" y="15"/>
                      <a:pt x="39" y="15"/>
                    </a:cubicBezTo>
                    <a:cubicBezTo>
                      <a:pt x="27" y="15"/>
                      <a:pt x="29" y="15"/>
                      <a:pt x="20" y="1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51" name="ïŝḷïḍê"/>
              <p:cNvSpPr/>
              <p:nvPr/>
            </p:nvSpPr>
            <p:spPr bwMode="auto">
              <a:xfrm>
                <a:off x="3167322" y="1464914"/>
                <a:ext cx="73432" cy="37708"/>
              </a:xfrm>
              <a:custGeom>
                <a:avLst/>
                <a:gdLst/>
                <a:ahLst/>
                <a:cxnLst>
                  <a:cxn ang="0">
                    <a:pos x="38" y="10"/>
                  </a:cxn>
                  <a:cxn ang="0">
                    <a:pos x="14" y="23"/>
                  </a:cxn>
                  <a:cxn ang="0">
                    <a:pos x="0" y="11"/>
                  </a:cxn>
                  <a:cxn ang="0">
                    <a:pos x="36" y="0"/>
                  </a:cxn>
                  <a:cxn ang="0">
                    <a:pos x="44" y="5"/>
                  </a:cxn>
                  <a:cxn ang="0">
                    <a:pos x="25" y="10"/>
                  </a:cxn>
                  <a:cxn ang="0">
                    <a:pos x="38" y="10"/>
                  </a:cxn>
                </a:cxnLst>
                <a:rect l="0" t="0" r="r" b="b"/>
                <a:pathLst>
                  <a:path w="44" h="23">
                    <a:moveTo>
                      <a:pt x="38" y="10"/>
                    </a:moveTo>
                    <a:cubicBezTo>
                      <a:pt x="38" y="19"/>
                      <a:pt x="24" y="23"/>
                      <a:pt x="14" y="23"/>
                    </a:cubicBezTo>
                    <a:cubicBezTo>
                      <a:pt x="8" y="23"/>
                      <a:pt x="0" y="15"/>
                      <a:pt x="0" y="11"/>
                    </a:cubicBezTo>
                    <a:cubicBezTo>
                      <a:pt x="0" y="1"/>
                      <a:pt x="27" y="0"/>
                      <a:pt x="36" y="0"/>
                    </a:cubicBezTo>
                    <a:cubicBezTo>
                      <a:pt x="41" y="0"/>
                      <a:pt x="43" y="3"/>
                      <a:pt x="44" y="5"/>
                    </a:cubicBezTo>
                    <a:cubicBezTo>
                      <a:pt x="39" y="9"/>
                      <a:pt x="32" y="10"/>
                      <a:pt x="25" y="10"/>
                    </a:cubicBezTo>
                    <a:lnTo>
                      <a:pt x="38" y="1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52" name="íṩḷïďe"/>
              <p:cNvSpPr/>
              <p:nvPr/>
            </p:nvSpPr>
            <p:spPr bwMode="auto">
              <a:xfrm>
                <a:off x="3131599" y="1458960"/>
                <a:ext cx="25801" cy="27784"/>
              </a:xfrm>
              <a:custGeom>
                <a:avLst/>
                <a:gdLst/>
                <a:ahLst/>
                <a:cxnLst>
                  <a:cxn ang="0">
                    <a:pos x="15" y="12"/>
                  </a:cxn>
                  <a:cxn ang="0">
                    <a:pos x="9" y="17"/>
                  </a:cxn>
                  <a:cxn ang="0">
                    <a:pos x="0" y="11"/>
                  </a:cxn>
                  <a:cxn ang="0">
                    <a:pos x="15" y="12"/>
                  </a:cxn>
                </a:cxnLst>
                <a:rect l="0" t="0" r="r" b="b"/>
                <a:pathLst>
                  <a:path w="15" h="17">
                    <a:moveTo>
                      <a:pt x="15" y="12"/>
                    </a:moveTo>
                    <a:cubicBezTo>
                      <a:pt x="13" y="15"/>
                      <a:pt x="12" y="17"/>
                      <a:pt x="9" y="17"/>
                    </a:cubicBezTo>
                    <a:cubicBezTo>
                      <a:pt x="5" y="17"/>
                      <a:pt x="0" y="13"/>
                      <a:pt x="0" y="11"/>
                    </a:cubicBezTo>
                    <a:cubicBezTo>
                      <a:pt x="0" y="0"/>
                      <a:pt x="12" y="11"/>
                      <a:pt x="15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53" name="íslíḋe"/>
              <p:cNvSpPr/>
              <p:nvPr/>
            </p:nvSpPr>
            <p:spPr bwMode="auto">
              <a:xfrm>
                <a:off x="3403496" y="1651464"/>
                <a:ext cx="125033" cy="101214"/>
              </a:xfrm>
              <a:custGeom>
                <a:avLst/>
                <a:gdLst/>
                <a:ahLst/>
                <a:cxnLst>
                  <a:cxn ang="0">
                    <a:pos x="66" y="23"/>
                  </a:cxn>
                  <a:cxn ang="0">
                    <a:pos x="65" y="30"/>
                  </a:cxn>
                  <a:cxn ang="0">
                    <a:pos x="75" y="32"/>
                  </a:cxn>
                  <a:cxn ang="0">
                    <a:pos x="57" y="55"/>
                  </a:cxn>
                  <a:cxn ang="0">
                    <a:pos x="49" y="61"/>
                  </a:cxn>
                  <a:cxn ang="0">
                    <a:pos x="39" y="54"/>
                  </a:cxn>
                  <a:cxn ang="0">
                    <a:pos x="0" y="30"/>
                  </a:cxn>
                  <a:cxn ang="0">
                    <a:pos x="0" y="23"/>
                  </a:cxn>
                  <a:cxn ang="0">
                    <a:pos x="20" y="28"/>
                  </a:cxn>
                  <a:cxn ang="0">
                    <a:pos x="27" y="28"/>
                  </a:cxn>
                  <a:cxn ang="0">
                    <a:pos x="27" y="16"/>
                  </a:cxn>
                  <a:cxn ang="0">
                    <a:pos x="12" y="11"/>
                  </a:cxn>
                  <a:cxn ang="0">
                    <a:pos x="16" y="7"/>
                  </a:cxn>
                  <a:cxn ang="0">
                    <a:pos x="42" y="2"/>
                  </a:cxn>
                  <a:cxn ang="0">
                    <a:pos x="60" y="2"/>
                  </a:cxn>
                  <a:cxn ang="0">
                    <a:pos x="64" y="6"/>
                  </a:cxn>
                  <a:cxn ang="0">
                    <a:pos x="50" y="22"/>
                  </a:cxn>
                  <a:cxn ang="0">
                    <a:pos x="66" y="23"/>
                  </a:cxn>
                </a:cxnLst>
                <a:rect l="0" t="0" r="r" b="b"/>
                <a:pathLst>
                  <a:path w="75" h="61">
                    <a:moveTo>
                      <a:pt x="66" y="23"/>
                    </a:moveTo>
                    <a:cubicBezTo>
                      <a:pt x="66" y="29"/>
                      <a:pt x="65" y="25"/>
                      <a:pt x="65" y="30"/>
                    </a:cubicBezTo>
                    <a:cubicBezTo>
                      <a:pt x="67" y="30"/>
                      <a:pt x="72" y="31"/>
                      <a:pt x="75" y="32"/>
                    </a:cubicBezTo>
                    <a:cubicBezTo>
                      <a:pt x="73" y="56"/>
                      <a:pt x="72" y="49"/>
                      <a:pt x="57" y="55"/>
                    </a:cubicBezTo>
                    <a:cubicBezTo>
                      <a:pt x="53" y="56"/>
                      <a:pt x="53" y="61"/>
                      <a:pt x="49" y="61"/>
                    </a:cubicBezTo>
                    <a:cubicBezTo>
                      <a:pt x="42" y="61"/>
                      <a:pt x="42" y="56"/>
                      <a:pt x="39" y="54"/>
                    </a:cubicBezTo>
                    <a:cubicBezTo>
                      <a:pt x="27" y="41"/>
                      <a:pt x="13" y="43"/>
                      <a:pt x="0" y="3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6" y="23"/>
                      <a:pt x="12" y="28"/>
                      <a:pt x="20" y="28"/>
                    </a:cubicBezTo>
                    <a:cubicBezTo>
                      <a:pt x="24" y="28"/>
                      <a:pt x="23" y="28"/>
                      <a:pt x="27" y="28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21" y="15"/>
                      <a:pt x="12" y="16"/>
                      <a:pt x="12" y="11"/>
                    </a:cubicBezTo>
                    <a:cubicBezTo>
                      <a:pt x="12" y="9"/>
                      <a:pt x="15" y="8"/>
                      <a:pt x="16" y="7"/>
                    </a:cubicBezTo>
                    <a:cubicBezTo>
                      <a:pt x="23" y="0"/>
                      <a:pt x="32" y="2"/>
                      <a:pt x="42" y="2"/>
                    </a:cubicBezTo>
                    <a:cubicBezTo>
                      <a:pt x="50" y="2"/>
                      <a:pt x="60" y="2"/>
                      <a:pt x="60" y="2"/>
                    </a:cubicBezTo>
                    <a:cubicBezTo>
                      <a:pt x="61" y="2"/>
                      <a:pt x="64" y="4"/>
                      <a:pt x="64" y="6"/>
                    </a:cubicBezTo>
                    <a:cubicBezTo>
                      <a:pt x="64" y="15"/>
                      <a:pt x="53" y="18"/>
                      <a:pt x="50" y="22"/>
                    </a:cubicBezTo>
                    <a:cubicBezTo>
                      <a:pt x="53" y="22"/>
                      <a:pt x="66" y="18"/>
                      <a:pt x="66" y="2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54" name="iṧļíḓê"/>
              <p:cNvSpPr/>
              <p:nvPr/>
            </p:nvSpPr>
            <p:spPr bwMode="auto">
              <a:xfrm>
                <a:off x="3359833" y="1528420"/>
                <a:ext cx="138925" cy="75413"/>
              </a:xfrm>
              <a:custGeom>
                <a:avLst/>
                <a:gdLst/>
                <a:ahLst/>
                <a:cxnLst>
                  <a:cxn ang="0">
                    <a:pos x="4" y="11"/>
                  </a:cxn>
                  <a:cxn ang="0">
                    <a:pos x="0" y="2"/>
                  </a:cxn>
                  <a:cxn ang="0">
                    <a:pos x="5" y="2"/>
                  </a:cxn>
                  <a:cxn ang="0">
                    <a:pos x="38" y="20"/>
                  </a:cxn>
                  <a:cxn ang="0">
                    <a:pos x="29" y="13"/>
                  </a:cxn>
                  <a:cxn ang="0">
                    <a:pos x="29" y="8"/>
                  </a:cxn>
                  <a:cxn ang="0">
                    <a:pos x="54" y="17"/>
                  </a:cxn>
                  <a:cxn ang="0">
                    <a:pos x="54" y="8"/>
                  </a:cxn>
                  <a:cxn ang="0">
                    <a:pos x="38" y="1"/>
                  </a:cxn>
                  <a:cxn ang="0">
                    <a:pos x="46" y="1"/>
                  </a:cxn>
                  <a:cxn ang="0">
                    <a:pos x="66" y="5"/>
                  </a:cxn>
                  <a:cxn ang="0">
                    <a:pos x="75" y="2"/>
                  </a:cxn>
                  <a:cxn ang="0">
                    <a:pos x="84" y="13"/>
                  </a:cxn>
                  <a:cxn ang="0">
                    <a:pos x="80" y="41"/>
                  </a:cxn>
                  <a:cxn ang="0">
                    <a:pos x="62" y="43"/>
                  </a:cxn>
                  <a:cxn ang="0">
                    <a:pos x="48" y="41"/>
                  </a:cxn>
                  <a:cxn ang="0">
                    <a:pos x="51" y="36"/>
                  </a:cxn>
                  <a:cxn ang="0">
                    <a:pos x="51" y="32"/>
                  </a:cxn>
                  <a:cxn ang="0">
                    <a:pos x="62" y="25"/>
                  </a:cxn>
                  <a:cxn ang="0">
                    <a:pos x="57" y="24"/>
                  </a:cxn>
                  <a:cxn ang="0">
                    <a:pos x="25" y="28"/>
                  </a:cxn>
                  <a:cxn ang="0">
                    <a:pos x="20" y="23"/>
                  </a:cxn>
                  <a:cxn ang="0">
                    <a:pos x="13" y="23"/>
                  </a:cxn>
                  <a:cxn ang="0">
                    <a:pos x="12" y="19"/>
                  </a:cxn>
                  <a:cxn ang="0">
                    <a:pos x="1" y="14"/>
                  </a:cxn>
                  <a:cxn ang="0">
                    <a:pos x="1" y="6"/>
                  </a:cxn>
                  <a:cxn ang="0">
                    <a:pos x="4" y="11"/>
                  </a:cxn>
                </a:cxnLst>
                <a:rect l="0" t="0" r="r" b="b"/>
                <a:pathLst>
                  <a:path w="84" h="45">
                    <a:moveTo>
                      <a:pt x="4" y="11"/>
                    </a:moveTo>
                    <a:cubicBezTo>
                      <a:pt x="2" y="9"/>
                      <a:pt x="0" y="6"/>
                      <a:pt x="0" y="2"/>
                    </a:cubicBezTo>
                    <a:cubicBezTo>
                      <a:pt x="1" y="2"/>
                      <a:pt x="3" y="2"/>
                      <a:pt x="5" y="2"/>
                    </a:cubicBezTo>
                    <a:cubicBezTo>
                      <a:pt x="18" y="2"/>
                      <a:pt x="24" y="24"/>
                      <a:pt x="38" y="20"/>
                    </a:cubicBezTo>
                    <a:cubicBezTo>
                      <a:pt x="35" y="18"/>
                      <a:pt x="31" y="15"/>
                      <a:pt x="29" y="13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39" y="8"/>
                      <a:pt x="43" y="17"/>
                      <a:pt x="54" y="17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46" y="8"/>
                      <a:pt x="40" y="8"/>
                      <a:pt x="38" y="1"/>
                    </a:cubicBezTo>
                    <a:cubicBezTo>
                      <a:pt x="41" y="0"/>
                      <a:pt x="43" y="1"/>
                      <a:pt x="46" y="1"/>
                    </a:cubicBezTo>
                    <a:cubicBezTo>
                      <a:pt x="53" y="1"/>
                      <a:pt x="58" y="5"/>
                      <a:pt x="66" y="5"/>
                    </a:cubicBezTo>
                    <a:cubicBezTo>
                      <a:pt x="69" y="5"/>
                      <a:pt x="71" y="2"/>
                      <a:pt x="75" y="2"/>
                    </a:cubicBezTo>
                    <a:cubicBezTo>
                      <a:pt x="83" y="2"/>
                      <a:pt x="84" y="6"/>
                      <a:pt x="84" y="13"/>
                    </a:cubicBezTo>
                    <a:cubicBezTo>
                      <a:pt x="84" y="23"/>
                      <a:pt x="78" y="28"/>
                      <a:pt x="80" y="41"/>
                    </a:cubicBezTo>
                    <a:cubicBezTo>
                      <a:pt x="73" y="43"/>
                      <a:pt x="64" y="43"/>
                      <a:pt x="62" y="43"/>
                    </a:cubicBezTo>
                    <a:cubicBezTo>
                      <a:pt x="60" y="43"/>
                      <a:pt x="48" y="45"/>
                      <a:pt x="48" y="41"/>
                    </a:cubicBezTo>
                    <a:cubicBezTo>
                      <a:pt x="48" y="39"/>
                      <a:pt x="50" y="37"/>
                      <a:pt x="51" y="36"/>
                    </a:cubicBezTo>
                    <a:cubicBezTo>
                      <a:pt x="51" y="35"/>
                      <a:pt x="51" y="33"/>
                      <a:pt x="51" y="32"/>
                    </a:cubicBezTo>
                    <a:cubicBezTo>
                      <a:pt x="51" y="28"/>
                      <a:pt x="60" y="28"/>
                      <a:pt x="62" y="25"/>
                    </a:cubicBezTo>
                    <a:cubicBezTo>
                      <a:pt x="61" y="24"/>
                      <a:pt x="59" y="24"/>
                      <a:pt x="57" y="24"/>
                    </a:cubicBezTo>
                    <a:cubicBezTo>
                      <a:pt x="49" y="24"/>
                      <a:pt x="34" y="28"/>
                      <a:pt x="25" y="28"/>
                    </a:cubicBezTo>
                    <a:cubicBezTo>
                      <a:pt x="22" y="28"/>
                      <a:pt x="20" y="26"/>
                      <a:pt x="20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7" y="20"/>
                      <a:pt x="4" y="17"/>
                      <a:pt x="1" y="14"/>
                    </a:cubicBezTo>
                    <a:cubicBezTo>
                      <a:pt x="1" y="6"/>
                      <a:pt x="1" y="6"/>
                      <a:pt x="1" y="6"/>
                    </a:cubicBezTo>
                    <a:lnTo>
                      <a:pt x="4" y="1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55" name="îśľíḑe"/>
              <p:cNvSpPr/>
              <p:nvPr/>
            </p:nvSpPr>
            <p:spPr bwMode="auto">
              <a:xfrm>
                <a:off x="3465019" y="1810229"/>
                <a:ext cx="81371" cy="47629"/>
              </a:xfrm>
              <a:custGeom>
                <a:avLst/>
                <a:gdLst/>
                <a:ahLst/>
                <a:cxnLst>
                  <a:cxn ang="0">
                    <a:pos x="38" y="29"/>
                  </a:cxn>
                  <a:cxn ang="0">
                    <a:pos x="0" y="16"/>
                  </a:cxn>
                  <a:cxn ang="0">
                    <a:pos x="9" y="14"/>
                  </a:cxn>
                  <a:cxn ang="0">
                    <a:pos x="22" y="0"/>
                  </a:cxn>
                  <a:cxn ang="0">
                    <a:pos x="49" y="22"/>
                  </a:cxn>
                  <a:cxn ang="0">
                    <a:pos x="38" y="29"/>
                  </a:cxn>
                </a:cxnLst>
                <a:rect l="0" t="0" r="r" b="b"/>
                <a:pathLst>
                  <a:path w="49" h="29">
                    <a:moveTo>
                      <a:pt x="38" y="29"/>
                    </a:moveTo>
                    <a:cubicBezTo>
                      <a:pt x="32" y="29"/>
                      <a:pt x="0" y="17"/>
                      <a:pt x="0" y="16"/>
                    </a:cubicBezTo>
                    <a:cubicBezTo>
                      <a:pt x="0" y="12"/>
                      <a:pt x="8" y="14"/>
                      <a:pt x="9" y="14"/>
                    </a:cubicBezTo>
                    <a:cubicBezTo>
                      <a:pt x="15" y="12"/>
                      <a:pt x="13" y="0"/>
                      <a:pt x="22" y="0"/>
                    </a:cubicBezTo>
                    <a:cubicBezTo>
                      <a:pt x="28" y="0"/>
                      <a:pt x="46" y="16"/>
                      <a:pt x="49" y="22"/>
                    </a:cubicBezTo>
                    <a:cubicBezTo>
                      <a:pt x="45" y="25"/>
                      <a:pt x="43" y="29"/>
                      <a:pt x="38" y="2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56" name="iṥlíḋè"/>
              <p:cNvSpPr/>
              <p:nvPr/>
            </p:nvSpPr>
            <p:spPr bwMode="auto">
              <a:xfrm>
                <a:off x="3544405" y="1637571"/>
                <a:ext cx="107171" cy="87322"/>
              </a:xfrm>
              <a:custGeom>
                <a:avLst/>
                <a:gdLst/>
                <a:ahLst/>
                <a:cxnLst>
                  <a:cxn ang="0">
                    <a:pos x="65" y="11"/>
                  </a:cxn>
                  <a:cxn ang="0">
                    <a:pos x="57" y="18"/>
                  </a:cxn>
                  <a:cxn ang="0">
                    <a:pos x="32" y="35"/>
                  </a:cxn>
                  <a:cxn ang="0">
                    <a:pos x="20" y="38"/>
                  </a:cxn>
                  <a:cxn ang="0">
                    <a:pos x="25" y="38"/>
                  </a:cxn>
                  <a:cxn ang="0">
                    <a:pos x="15" y="53"/>
                  </a:cxn>
                  <a:cxn ang="0">
                    <a:pos x="6" y="53"/>
                  </a:cxn>
                  <a:cxn ang="0">
                    <a:pos x="7" y="40"/>
                  </a:cxn>
                  <a:cxn ang="0">
                    <a:pos x="0" y="19"/>
                  </a:cxn>
                  <a:cxn ang="0">
                    <a:pos x="0" y="11"/>
                  </a:cxn>
                  <a:cxn ang="0">
                    <a:pos x="10" y="11"/>
                  </a:cxn>
                  <a:cxn ang="0">
                    <a:pos x="10" y="7"/>
                  </a:cxn>
                  <a:cxn ang="0">
                    <a:pos x="22" y="0"/>
                  </a:cxn>
                  <a:cxn ang="0">
                    <a:pos x="65" y="5"/>
                  </a:cxn>
                  <a:cxn ang="0">
                    <a:pos x="65" y="11"/>
                  </a:cxn>
                </a:cxnLst>
                <a:rect l="0" t="0" r="r" b="b"/>
                <a:pathLst>
                  <a:path w="65" h="53">
                    <a:moveTo>
                      <a:pt x="65" y="11"/>
                    </a:moveTo>
                    <a:cubicBezTo>
                      <a:pt x="65" y="12"/>
                      <a:pt x="57" y="18"/>
                      <a:pt x="57" y="18"/>
                    </a:cubicBezTo>
                    <a:cubicBezTo>
                      <a:pt x="51" y="26"/>
                      <a:pt x="45" y="35"/>
                      <a:pt x="32" y="35"/>
                    </a:cubicBezTo>
                    <a:cubicBezTo>
                      <a:pt x="22" y="35"/>
                      <a:pt x="22" y="30"/>
                      <a:pt x="20" y="38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4" y="46"/>
                      <a:pt x="21" y="48"/>
                      <a:pt x="15" y="53"/>
                    </a:cubicBezTo>
                    <a:cubicBezTo>
                      <a:pt x="6" y="53"/>
                      <a:pt x="6" y="53"/>
                      <a:pt x="6" y="53"/>
                    </a:cubicBezTo>
                    <a:cubicBezTo>
                      <a:pt x="6" y="47"/>
                      <a:pt x="6" y="42"/>
                      <a:pt x="7" y="40"/>
                    </a:cubicBezTo>
                    <a:cubicBezTo>
                      <a:pt x="0" y="33"/>
                      <a:pt x="3" y="27"/>
                      <a:pt x="0" y="1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11"/>
                      <a:pt x="8" y="11"/>
                      <a:pt x="10" y="11"/>
                    </a:cubicBezTo>
                    <a:cubicBezTo>
                      <a:pt x="9" y="11"/>
                      <a:pt x="10" y="8"/>
                      <a:pt x="10" y="7"/>
                    </a:cubicBezTo>
                    <a:cubicBezTo>
                      <a:pt x="10" y="6"/>
                      <a:pt x="13" y="0"/>
                      <a:pt x="22" y="0"/>
                    </a:cubicBezTo>
                    <a:cubicBezTo>
                      <a:pt x="37" y="0"/>
                      <a:pt x="49" y="5"/>
                      <a:pt x="65" y="5"/>
                    </a:cubicBezTo>
                    <a:cubicBezTo>
                      <a:pt x="65" y="8"/>
                      <a:pt x="65" y="9"/>
                      <a:pt x="65" y="1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57" name="ïṧľîdê"/>
              <p:cNvSpPr/>
              <p:nvPr/>
            </p:nvSpPr>
            <p:spPr bwMode="auto">
              <a:xfrm>
                <a:off x="3324110" y="1480791"/>
                <a:ext cx="35724" cy="29769"/>
              </a:xfrm>
              <a:custGeom>
                <a:avLst/>
                <a:gdLst/>
                <a:ahLst/>
                <a:cxnLst>
                  <a:cxn ang="0">
                    <a:pos x="21" y="12"/>
                  </a:cxn>
                  <a:cxn ang="0">
                    <a:pos x="15" y="18"/>
                  </a:cxn>
                  <a:cxn ang="0">
                    <a:pos x="0" y="0"/>
                  </a:cxn>
                  <a:cxn ang="0">
                    <a:pos x="21" y="12"/>
                  </a:cxn>
                </a:cxnLst>
                <a:rect l="0" t="0" r="r" b="b"/>
                <a:pathLst>
                  <a:path w="21" h="18">
                    <a:moveTo>
                      <a:pt x="21" y="12"/>
                    </a:moveTo>
                    <a:cubicBezTo>
                      <a:pt x="21" y="16"/>
                      <a:pt x="18" y="18"/>
                      <a:pt x="15" y="18"/>
                    </a:cubicBezTo>
                    <a:cubicBezTo>
                      <a:pt x="10" y="18"/>
                      <a:pt x="0" y="6"/>
                      <a:pt x="0" y="0"/>
                    </a:cubicBezTo>
                    <a:cubicBezTo>
                      <a:pt x="11" y="0"/>
                      <a:pt x="12" y="9"/>
                      <a:pt x="21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58" name="îslïḓé"/>
              <p:cNvSpPr/>
              <p:nvPr/>
            </p:nvSpPr>
            <p:spPr bwMode="auto">
              <a:xfrm>
                <a:off x="3345940" y="1580020"/>
                <a:ext cx="23815" cy="19846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5" y="6"/>
                  </a:cxn>
                  <a:cxn ang="0">
                    <a:pos x="9" y="12"/>
                  </a:cxn>
                  <a:cxn ang="0">
                    <a:pos x="0" y="12"/>
                  </a:cxn>
                  <a:cxn ang="0">
                    <a:pos x="12" y="0"/>
                  </a:cxn>
                </a:cxnLst>
                <a:rect l="0" t="0" r="r" b="b"/>
                <a:pathLst>
                  <a:path w="15" h="12">
                    <a:moveTo>
                      <a:pt x="12" y="0"/>
                    </a:moveTo>
                    <a:cubicBezTo>
                      <a:pt x="13" y="2"/>
                      <a:pt x="15" y="3"/>
                      <a:pt x="15" y="6"/>
                    </a:cubicBezTo>
                    <a:cubicBezTo>
                      <a:pt x="15" y="12"/>
                      <a:pt x="11" y="12"/>
                      <a:pt x="9" y="12"/>
                    </a:cubicBezTo>
                    <a:cubicBezTo>
                      <a:pt x="4" y="12"/>
                      <a:pt x="3" y="11"/>
                      <a:pt x="0" y="12"/>
                    </a:cubicBezTo>
                    <a:cubicBezTo>
                      <a:pt x="2" y="4"/>
                      <a:pt x="6" y="2"/>
                      <a:pt x="12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59" name="îślíḋê"/>
              <p:cNvSpPr/>
              <p:nvPr/>
            </p:nvSpPr>
            <p:spPr bwMode="auto">
              <a:xfrm>
                <a:off x="3332049" y="1407361"/>
                <a:ext cx="136941" cy="71445"/>
              </a:xfrm>
              <a:custGeom>
                <a:avLst/>
                <a:gdLst/>
                <a:ahLst/>
                <a:cxnLst>
                  <a:cxn ang="0">
                    <a:pos x="54" y="32"/>
                  </a:cxn>
                  <a:cxn ang="0">
                    <a:pos x="33" y="30"/>
                  </a:cxn>
                  <a:cxn ang="0">
                    <a:pos x="19" y="29"/>
                  </a:cxn>
                  <a:cxn ang="0">
                    <a:pos x="7" y="25"/>
                  </a:cxn>
                  <a:cxn ang="0">
                    <a:pos x="20" y="20"/>
                  </a:cxn>
                  <a:cxn ang="0">
                    <a:pos x="20" y="15"/>
                  </a:cxn>
                  <a:cxn ang="0">
                    <a:pos x="5" y="15"/>
                  </a:cxn>
                  <a:cxn ang="0">
                    <a:pos x="8" y="10"/>
                  </a:cxn>
                  <a:cxn ang="0">
                    <a:pos x="0" y="3"/>
                  </a:cxn>
                  <a:cxn ang="0">
                    <a:pos x="14" y="0"/>
                  </a:cxn>
                  <a:cxn ang="0">
                    <a:pos x="31" y="8"/>
                  </a:cxn>
                  <a:cxn ang="0">
                    <a:pos x="40" y="4"/>
                  </a:cxn>
                  <a:cxn ang="0">
                    <a:pos x="53" y="15"/>
                  </a:cxn>
                  <a:cxn ang="0">
                    <a:pos x="60" y="11"/>
                  </a:cxn>
                  <a:cxn ang="0">
                    <a:pos x="73" y="21"/>
                  </a:cxn>
                  <a:cxn ang="0">
                    <a:pos x="70" y="26"/>
                  </a:cxn>
                  <a:cxn ang="0">
                    <a:pos x="82" y="37"/>
                  </a:cxn>
                  <a:cxn ang="0">
                    <a:pos x="74" y="43"/>
                  </a:cxn>
                  <a:cxn ang="0">
                    <a:pos x="54" y="32"/>
                  </a:cxn>
                </a:cxnLst>
                <a:rect l="0" t="0" r="r" b="b"/>
                <a:pathLst>
                  <a:path w="82" h="43">
                    <a:moveTo>
                      <a:pt x="54" y="32"/>
                    </a:moveTo>
                    <a:cubicBezTo>
                      <a:pt x="46" y="32"/>
                      <a:pt x="41" y="29"/>
                      <a:pt x="33" y="30"/>
                    </a:cubicBezTo>
                    <a:cubicBezTo>
                      <a:pt x="31" y="26"/>
                      <a:pt x="25" y="29"/>
                      <a:pt x="19" y="29"/>
                    </a:cubicBezTo>
                    <a:cubicBezTo>
                      <a:pt x="13" y="29"/>
                      <a:pt x="11" y="29"/>
                      <a:pt x="7" y="25"/>
                    </a:cubicBezTo>
                    <a:cubicBezTo>
                      <a:pt x="11" y="21"/>
                      <a:pt x="15" y="22"/>
                      <a:pt x="20" y="20"/>
                    </a:cubicBezTo>
                    <a:cubicBezTo>
                      <a:pt x="19" y="18"/>
                      <a:pt x="19" y="16"/>
                      <a:pt x="20" y="15"/>
                    </a:cubicBezTo>
                    <a:cubicBezTo>
                      <a:pt x="10" y="15"/>
                      <a:pt x="8" y="17"/>
                      <a:pt x="5" y="15"/>
                    </a:cubicBezTo>
                    <a:cubicBezTo>
                      <a:pt x="6" y="14"/>
                      <a:pt x="7" y="12"/>
                      <a:pt x="8" y="10"/>
                    </a:cubicBezTo>
                    <a:cubicBezTo>
                      <a:pt x="2" y="10"/>
                      <a:pt x="0" y="9"/>
                      <a:pt x="0" y="3"/>
                    </a:cubicBezTo>
                    <a:cubicBezTo>
                      <a:pt x="6" y="3"/>
                      <a:pt x="9" y="0"/>
                      <a:pt x="14" y="0"/>
                    </a:cubicBezTo>
                    <a:cubicBezTo>
                      <a:pt x="24" y="0"/>
                      <a:pt x="26" y="8"/>
                      <a:pt x="31" y="8"/>
                    </a:cubicBezTo>
                    <a:cubicBezTo>
                      <a:pt x="35" y="8"/>
                      <a:pt x="36" y="4"/>
                      <a:pt x="40" y="4"/>
                    </a:cubicBezTo>
                    <a:cubicBezTo>
                      <a:pt x="49" y="4"/>
                      <a:pt x="48" y="15"/>
                      <a:pt x="53" y="15"/>
                    </a:cubicBezTo>
                    <a:cubicBezTo>
                      <a:pt x="56" y="15"/>
                      <a:pt x="57" y="11"/>
                      <a:pt x="60" y="11"/>
                    </a:cubicBezTo>
                    <a:cubicBezTo>
                      <a:pt x="66" y="11"/>
                      <a:pt x="71" y="19"/>
                      <a:pt x="73" y="21"/>
                    </a:cubicBezTo>
                    <a:cubicBezTo>
                      <a:pt x="72" y="22"/>
                      <a:pt x="70" y="24"/>
                      <a:pt x="70" y="26"/>
                    </a:cubicBezTo>
                    <a:cubicBezTo>
                      <a:pt x="73" y="29"/>
                      <a:pt x="82" y="33"/>
                      <a:pt x="82" y="37"/>
                    </a:cubicBezTo>
                    <a:cubicBezTo>
                      <a:pt x="82" y="42"/>
                      <a:pt x="77" y="43"/>
                      <a:pt x="74" y="43"/>
                    </a:cubicBezTo>
                    <a:cubicBezTo>
                      <a:pt x="63" y="43"/>
                      <a:pt x="64" y="32"/>
                      <a:pt x="54" y="3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60" name="iṥḻïḋe"/>
              <p:cNvSpPr/>
              <p:nvPr/>
            </p:nvSpPr>
            <p:spPr bwMode="auto">
              <a:xfrm>
                <a:off x="3385633" y="1468883"/>
                <a:ext cx="37709" cy="11907"/>
              </a:xfrm>
              <a:custGeom>
                <a:avLst/>
                <a:gdLst/>
                <a:ahLst/>
                <a:cxnLst>
                  <a:cxn ang="0">
                    <a:pos x="8" y="7"/>
                  </a:cxn>
                  <a:cxn ang="0">
                    <a:pos x="12" y="0"/>
                  </a:cxn>
                  <a:cxn ang="0">
                    <a:pos x="23" y="4"/>
                  </a:cxn>
                  <a:cxn ang="0">
                    <a:pos x="8" y="7"/>
                  </a:cxn>
                </a:cxnLst>
                <a:rect l="0" t="0" r="r" b="b"/>
                <a:pathLst>
                  <a:path w="23" h="7">
                    <a:moveTo>
                      <a:pt x="8" y="7"/>
                    </a:moveTo>
                    <a:cubicBezTo>
                      <a:pt x="0" y="7"/>
                      <a:pt x="11" y="0"/>
                      <a:pt x="12" y="0"/>
                    </a:cubicBezTo>
                    <a:cubicBezTo>
                      <a:pt x="17" y="0"/>
                      <a:pt x="19" y="3"/>
                      <a:pt x="23" y="4"/>
                    </a:cubicBezTo>
                    <a:cubicBezTo>
                      <a:pt x="20" y="7"/>
                      <a:pt x="15" y="7"/>
                      <a:pt x="8" y="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61" name="íşḻîḓè"/>
              <p:cNvSpPr/>
              <p:nvPr/>
            </p:nvSpPr>
            <p:spPr bwMode="auto">
              <a:xfrm>
                <a:off x="3520589" y="1512544"/>
                <a:ext cx="359221" cy="113121"/>
              </a:xfrm>
              <a:custGeom>
                <a:avLst/>
                <a:gdLst/>
                <a:ahLst/>
                <a:cxnLst>
                  <a:cxn ang="0">
                    <a:pos x="215" y="45"/>
                  </a:cxn>
                  <a:cxn ang="0">
                    <a:pos x="210" y="51"/>
                  </a:cxn>
                  <a:cxn ang="0">
                    <a:pos x="216" y="52"/>
                  </a:cxn>
                  <a:cxn ang="0">
                    <a:pos x="179" y="67"/>
                  </a:cxn>
                  <a:cxn ang="0">
                    <a:pos x="170" y="60"/>
                  </a:cxn>
                  <a:cxn ang="0">
                    <a:pos x="159" y="66"/>
                  </a:cxn>
                  <a:cxn ang="0">
                    <a:pos x="124" y="66"/>
                  </a:cxn>
                  <a:cxn ang="0">
                    <a:pos x="102" y="60"/>
                  </a:cxn>
                  <a:cxn ang="0">
                    <a:pos x="97" y="60"/>
                  </a:cxn>
                  <a:cxn ang="0">
                    <a:pos x="84" y="67"/>
                  </a:cxn>
                  <a:cxn ang="0">
                    <a:pos x="53" y="47"/>
                  </a:cxn>
                  <a:cxn ang="0">
                    <a:pos x="58" y="40"/>
                  </a:cxn>
                  <a:cxn ang="0">
                    <a:pos x="40" y="18"/>
                  </a:cxn>
                  <a:cxn ang="0">
                    <a:pos x="32" y="22"/>
                  </a:cxn>
                  <a:cxn ang="0">
                    <a:pos x="0" y="7"/>
                  </a:cxn>
                  <a:cxn ang="0">
                    <a:pos x="13" y="0"/>
                  </a:cxn>
                  <a:cxn ang="0">
                    <a:pos x="51" y="15"/>
                  </a:cxn>
                  <a:cxn ang="0">
                    <a:pos x="60" y="12"/>
                  </a:cxn>
                  <a:cxn ang="0">
                    <a:pos x="68" y="12"/>
                  </a:cxn>
                  <a:cxn ang="0">
                    <a:pos x="89" y="25"/>
                  </a:cxn>
                  <a:cxn ang="0">
                    <a:pos x="71" y="25"/>
                  </a:cxn>
                  <a:cxn ang="0">
                    <a:pos x="91" y="35"/>
                  </a:cxn>
                  <a:cxn ang="0">
                    <a:pos x="88" y="38"/>
                  </a:cxn>
                  <a:cxn ang="0">
                    <a:pos x="95" y="40"/>
                  </a:cxn>
                  <a:cxn ang="0">
                    <a:pos x="125" y="45"/>
                  </a:cxn>
                  <a:cxn ang="0">
                    <a:pos x="181" y="34"/>
                  </a:cxn>
                  <a:cxn ang="0">
                    <a:pos x="216" y="46"/>
                  </a:cxn>
                  <a:cxn ang="0">
                    <a:pos x="211" y="47"/>
                  </a:cxn>
                  <a:cxn ang="0">
                    <a:pos x="215" y="45"/>
                  </a:cxn>
                </a:cxnLst>
                <a:rect l="0" t="0" r="r" b="b"/>
                <a:pathLst>
                  <a:path w="216" h="68">
                    <a:moveTo>
                      <a:pt x="215" y="45"/>
                    </a:moveTo>
                    <a:cubicBezTo>
                      <a:pt x="213" y="46"/>
                      <a:pt x="211" y="48"/>
                      <a:pt x="210" y="51"/>
                    </a:cubicBezTo>
                    <a:cubicBezTo>
                      <a:pt x="213" y="52"/>
                      <a:pt x="216" y="52"/>
                      <a:pt x="216" y="52"/>
                    </a:cubicBezTo>
                    <a:cubicBezTo>
                      <a:pt x="215" y="67"/>
                      <a:pt x="195" y="67"/>
                      <a:pt x="179" y="67"/>
                    </a:cubicBezTo>
                    <a:cubicBezTo>
                      <a:pt x="174" y="67"/>
                      <a:pt x="171" y="64"/>
                      <a:pt x="170" y="60"/>
                    </a:cubicBezTo>
                    <a:cubicBezTo>
                      <a:pt x="164" y="61"/>
                      <a:pt x="163" y="64"/>
                      <a:pt x="159" y="66"/>
                    </a:cubicBezTo>
                    <a:cubicBezTo>
                      <a:pt x="124" y="66"/>
                      <a:pt x="124" y="66"/>
                      <a:pt x="124" y="66"/>
                    </a:cubicBezTo>
                    <a:cubicBezTo>
                      <a:pt x="115" y="68"/>
                      <a:pt x="101" y="67"/>
                      <a:pt x="102" y="60"/>
                    </a:cubicBezTo>
                    <a:cubicBezTo>
                      <a:pt x="97" y="60"/>
                      <a:pt x="97" y="60"/>
                      <a:pt x="97" y="60"/>
                    </a:cubicBezTo>
                    <a:cubicBezTo>
                      <a:pt x="95" y="62"/>
                      <a:pt x="88" y="67"/>
                      <a:pt x="84" y="67"/>
                    </a:cubicBezTo>
                    <a:cubicBezTo>
                      <a:pt x="75" y="67"/>
                      <a:pt x="53" y="56"/>
                      <a:pt x="53" y="47"/>
                    </a:cubicBezTo>
                    <a:cubicBezTo>
                      <a:pt x="53" y="44"/>
                      <a:pt x="56" y="41"/>
                      <a:pt x="58" y="40"/>
                    </a:cubicBezTo>
                    <a:cubicBezTo>
                      <a:pt x="50" y="32"/>
                      <a:pt x="48" y="25"/>
                      <a:pt x="40" y="18"/>
                    </a:cubicBezTo>
                    <a:cubicBezTo>
                      <a:pt x="38" y="20"/>
                      <a:pt x="35" y="22"/>
                      <a:pt x="32" y="22"/>
                    </a:cubicBezTo>
                    <a:cubicBezTo>
                      <a:pt x="27" y="22"/>
                      <a:pt x="0" y="11"/>
                      <a:pt x="0" y="7"/>
                    </a:cubicBezTo>
                    <a:cubicBezTo>
                      <a:pt x="0" y="0"/>
                      <a:pt x="8" y="0"/>
                      <a:pt x="13" y="0"/>
                    </a:cubicBezTo>
                    <a:cubicBezTo>
                      <a:pt x="33" y="0"/>
                      <a:pt x="36" y="15"/>
                      <a:pt x="51" y="15"/>
                    </a:cubicBezTo>
                    <a:cubicBezTo>
                      <a:pt x="56" y="15"/>
                      <a:pt x="58" y="15"/>
                      <a:pt x="60" y="12"/>
                    </a:cubicBezTo>
                    <a:cubicBezTo>
                      <a:pt x="63" y="12"/>
                      <a:pt x="68" y="12"/>
                      <a:pt x="68" y="12"/>
                    </a:cubicBezTo>
                    <a:cubicBezTo>
                      <a:pt x="65" y="22"/>
                      <a:pt x="85" y="19"/>
                      <a:pt x="89" y="25"/>
                    </a:cubicBezTo>
                    <a:cubicBezTo>
                      <a:pt x="71" y="25"/>
                      <a:pt x="71" y="25"/>
                      <a:pt x="71" y="25"/>
                    </a:cubicBezTo>
                    <a:cubicBezTo>
                      <a:pt x="74" y="37"/>
                      <a:pt x="85" y="30"/>
                      <a:pt x="91" y="35"/>
                    </a:cubicBezTo>
                    <a:cubicBezTo>
                      <a:pt x="90" y="36"/>
                      <a:pt x="88" y="36"/>
                      <a:pt x="88" y="38"/>
                    </a:cubicBezTo>
                    <a:cubicBezTo>
                      <a:pt x="88" y="44"/>
                      <a:pt x="93" y="41"/>
                      <a:pt x="95" y="40"/>
                    </a:cubicBezTo>
                    <a:cubicBezTo>
                      <a:pt x="106" y="42"/>
                      <a:pt x="114" y="45"/>
                      <a:pt x="125" y="45"/>
                    </a:cubicBezTo>
                    <a:cubicBezTo>
                      <a:pt x="150" y="45"/>
                      <a:pt x="158" y="34"/>
                      <a:pt x="181" y="34"/>
                    </a:cubicBezTo>
                    <a:cubicBezTo>
                      <a:pt x="198" y="34"/>
                      <a:pt x="210" y="35"/>
                      <a:pt x="216" y="46"/>
                    </a:cubicBezTo>
                    <a:cubicBezTo>
                      <a:pt x="215" y="47"/>
                      <a:pt x="213" y="47"/>
                      <a:pt x="211" y="47"/>
                    </a:cubicBezTo>
                    <a:lnTo>
                      <a:pt x="215" y="4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62" name="ïsḻïḑé"/>
              <p:cNvSpPr/>
              <p:nvPr/>
            </p:nvSpPr>
            <p:spPr bwMode="auto">
              <a:xfrm>
                <a:off x="3524558" y="1572081"/>
                <a:ext cx="61525" cy="47629"/>
              </a:xfrm>
              <a:custGeom>
                <a:avLst/>
                <a:gdLst/>
                <a:ahLst/>
                <a:cxnLst>
                  <a:cxn ang="0">
                    <a:pos x="6" y="10"/>
                  </a:cxn>
                  <a:cxn ang="0">
                    <a:pos x="19" y="0"/>
                  </a:cxn>
                  <a:cxn ang="0">
                    <a:pos x="37" y="15"/>
                  </a:cxn>
                  <a:cxn ang="0">
                    <a:pos x="29" y="29"/>
                  </a:cxn>
                  <a:cxn ang="0">
                    <a:pos x="0" y="17"/>
                  </a:cxn>
                  <a:cxn ang="0">
                    <a:pos x="6" y="10"/>
                  </a:cxn>
                </a:cxnLst>
                <a:rect l="0" t="0" r="r" b="b"/>
                <a:pathLst>
                  <a:path w="37" h="29">
                    <a:moveTo>
                      <a:pt x="6" y="10"/>
                    </a:moveTo>
                    <a:cubicBezTo>
                      <a:pt x="10" y="10"/>
                      <a:pt x="9" y="0"/>
                      <a:pt x="19" y="0"/>
                    </a:cubicBezTo>
                    <a:cubicBezTo>
                      <a:pt x="27" y="0"/>
                      <a:pt x="37" y="9"/>
                      <a:pt x="37" y="15"/>
                    </a:cubicBezTo>
                    <a:cubicBezTo>
                      <a:pt x="37" y="22"/>
                      <a:pt x="35" y="29"/>
                      <a:pt x="29" y="29"/>
                    </a:cubicBezTo>
                    <a:cubicBezTo>
                      <a:pt x="25" y="29"/>
                      <a:pt x="0" y="17"/>
                      <a:pt x="0" y="17"/>
                    </a:cubicBezTo>
                    <a:cubicBezTo>
                      <a:pt x="0" y="13"/>
                      <a:pt x="5" y="10"/>
                      <a:pt x="6" y="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63" name="îṩḷïḑé"/>
              <p:cNvSpPr/>
              <p:nvPr/>
            </p:nvSpPr>
            <p:spPr bwMode="auto">
              <a:xfrm>
                <a:off x="3532497" y="1480791"/>
                <a:ext cx="57555" cy="15877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35" y="0"/>
                  </a:cxn>
                  <a:cxn ang="0">
                    <a:pos x="35" y="6"/>
                  </a:cxn>
                  <a:cxn ang="0">
                    <a:pos x="28" y="10"/>
                  </a:cxn>
                  <a:cxn ang="0">
                    <a:pos x="0" y="5"/>
                  </a:cxn>
                  <a:cxn ang="0">
                    <a:pos x="29" y="0"/>
                  </a:cxn>
                </a:cxnLst>
                <a:rect l="0" t="0" r="r" b="b"/>
                <a:pathLst>
                  <a:path w="35" h="10">
                    <a:moveTo>
                      <a:pt x="29" y="0"/>
                    </a:moveTo>
                    <a:cubicBezTo>
                      <a:pt x="34" y="0"/>
                      <a:pt x="30" y="1"/>
                      <a:pt x="35" y="0"/>
                    </a:cubicBezTo>
                    <a:cubicBezTo>
                      <a:pt x="35" y="3"/>
                      <a:pt x="35" y="5"/>
                      <a:pt x="35" y="6"/>
                    </a:cubicBezTo>
                    <a:cubicBezTo>
                      <a:pt x="35" y="8"/>
                      <a:pt x="32" y="10"/>
                      <a:pt x="28" y="10"/>
                    </a:cubicBezTo>
                    <a:cubicBezTo>
                      <a:pt x="26" y="10"/>
                      <a:pt x="0" y="5"/>
                      <a:pt x="0" y="5"/>
                    </a:cubicBezTo>
                    <a:cubicBezTo>
                      <a:pt x="5" y="1"/>
                      <a:pt x="21" y="0"/>
                      <a:pt x="29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64" name="îşļîḓe"/>
              <p:cNvSpPr/>
              <p:nvPr/>
            </p:nvSpPr>
            <p:spPr bwMode="auto">
              <a:xfrm>
                <a:off x="3488834" y="1425223"/>
                <a:ext cx="67478" cy="55568"/>
              </a:xfrm>
              <a:custGeom>
                <a:avLst/>
                <a:gdLst/>
                <a:ahLst/>
                <a:cxnLst>
                  <a:cxn ang="0">
                    <a:pos x="10" y="28"/>
                  </a:cxn>
                  <a:cxn ang="0">
                    <a:pos x="14" y="23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5" y="7"/>
                  </a:cxn>
                  <a:cxn ang="0">
                    <a:pos x="41" y="17"/>
                  </a:cxn>
                  <a:cxn ang="0">
                    <a:pos x="41" y="28"/>
                  </a:cxn>
                  <a:cxn ang="0">
                    <a:pos x="10" y="28"/>
                  </a:cxn>
                </a:cxnLst>
                <a:rect l="0" t="0" r="r" b="b"/>
                <a:pathLst>
                  <a:path w="41" h="33">
                    <a:moveTo>
                      <a:pt x="10" y="28"/>
                    </a:moveTo>
                    <a:cubicBezTo>
                      <a:pt x="10" y="26"/>
                      <a:pt x="13" y="24"/>
                      <a:pt x="14" y="23"/>
                    </a:cubicBezTo>
                    <a:cubicBezTo>
                      <a:pt x="9" y="18"/>
                      <a:pt x="0" y="15"/>
                      <a:pt x="0" y="7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11" y="4"/>
                      <a:pt x="21" y="7"/>
                      <a:pt x="25" y="7"/>
                    </a:cubicBezTo>
                    <a:cubicBezTo>
                      <a:pt x="25" y="17"/>
                      <a:pt x="41" y="7"/>
                      <a:pt x="41" y="17"/>
                    </a:cubicBezTo>
                    <a:cubicBezTo>
                      <a:pt x="41" y="20"/>
                      <a:pt x="39" y="23"/>
                      <a:pt x="41" y="28"/>
                    </a:cubicBezTo>
                    <a:cubicBezTo>
                      <a:pt x="25" y="31"/>
                      <a:pt x="10" y="33"/>
                      <a:pt x="10" y="2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65" name="ïṣlídé"/>
              <p:cNvSpPr/>
              <p:nvPr/>
            </p:nvSpPr>
            <p:spPr bwMode="auto">
              <a:xfrm>
                <a:off x="3463035" y="1375607"/>
                <a:ext cx="25801" cy="15877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6" y="9"/>
                  </a:cxn>
                  <a:cxn ang="0">
                    <a:pos x="8" y="9"/>
                  </a:cxn>
                  <a:cxn ang="0">
                    <a:pos x="0" y="0"/>
                  </a:cxn>
                  <a:cxn ang="0">
                    <a:pos x="16" y="0"/>
                  </a:cxn>
                </a:cxnLst>
                <a:rect l="0" t="0" r="r" b="b"/>
                <a:pathLst>
                  <a:path w="16" h="9">
                    <a:moveTo>
                      <a:pt x="16" y="0"/>
                    </a:moveTo>
                    <a:cubicBezTo>
                      <a:pt x="16" y="9"/>
                      <a:pt x="16" y="9"/>
                      <a:pt x="16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7"/>
                      <a:pt x="0" y="6"/>
                      <a:pt x="0" y="0"/>
                    </a:cubicBezTo>
                    <a:cubicBezTo>
                      <a:pt x="6" y="0"/>
                      <a:pt x="13" y="0"/>
                      <a:pt x="16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66" name="íşļíḋe"/>
              <p:cNvSpPr/>
              <p:nvPr/>
            </p:nvSpPr>
            <p:spPr bwMode="auto">
              <a:xfrm>
                <a:off x="3534482" y="1310118"/>
                <a:ext cx="230219" cy="154796"/>
              </a:xfrm>
              <a:custGeom>
                <a:avLst/>
                <a:gdLst/>
                <a:ahLst/>
                <a:cxnLst>
                  <a:cxn ang="0">
                    <a:pos x="92" y="37"/>
                  </a:cxn>
                  <a:cxn ang="0">
                    <a:pos x="97" y="37"/>
                  </a:cxn>
                  <a:cxn ang="0">
                    <a:pos x="97" y="32"/>
                  </a:cxn>
                  <a:cxn ang="0">
                    <a:pos x="95" y="28"/>
                  </a:cxn>
                  <a:cxn ang="0">
                    <a:pos x="100" y="28"/>
                  </a:cxn>
                  <a:cxn ang="0">
                    <a:pos x="105" y="36"/>
                  </a:cxn>
                  <a:cxn ang="0">
                    <a:pos x="111" y="43"/>
                  </a:cxn>
                  <a:cxn ang="0">
                    <a:pos x="108" y="49"/>
                  </a:cxn>
                  <a:cxn ang="0">
                    <a:pos x="115" y="49"/>
                  </a:cxn>
                  <a:cxn ang="0">
                    <a:pos x="137" y="55"/>
                  </a:cxn>
                  <a:cxn ang="0">
                    <a:pos x="136" y="61"/>
                  </a:cxn>
                  <a:cxn ang="0">
                    <a:pos x="126" y="64"/>
                  </a:cxn>
                  <a:cxn ang="0">
                    <a:pos x="105" y="78"/>
                  </a:cxn>
                  <a:cxn ang="0">
                    <a:pos x="98" y="69"/>
                  </a:cxn>
                  <a:cxn ang="0">
                    <a:pos x="93" y="76"/>
                  </a:cxn>
                  <a:cxn ang="0">
                    <a:pos x="99" y="84"/>
                  </a:cxn>
                  <a:cxn ang="0">
                    <a:pos x="91" y="84"/>
                  </a:cxn>
                  <a:cxn ang="0">
                    <a:pos x="91" y="90"/>
                  </a:cxn>
                  <a:cxn ang="0">
                    <a:pos x="75" y="82"/>
                  </a:cxn>
                  <a:cxn ang="0">
                    <a:pos x="64" y="92"/>
                  </a:cxn>
                  <a:cxn ang="0">
                    <a:pos x="47" y="84"/>
                  </a:cxn>
                  <a:cxn ang="0">
                    <a:pos x="53" y="81"/>
                  </a:cxn>
                  <a:cxn ang="0">
                    <a:pos x="33" y="70"/>
                  </a:cxn>
                  <a:cxn ang="0">
                    <a:pos x="66" y="61"/>
                  </a:cxn>
                  <a:cxn ang="0">
                    <a:pos x="48" y="58"/>
                  </a:cxn>
                  <a:cxn ang="0">
                    <a:pos x="35" y="61"/>
                  </a:cxn>
                  <a:cxn ang="0">
                    <a:pos x="29" y="56"/>
                  </a:cxn>
                  <a:cxn ang="0">
                    <a:pos x="19" y="59"/>
                  </a:cxn>
                  <a:cxn ang="0">
                    <a:pos x="16" y="55"/>
                  </a:cxn>
                  <a:cxn ang="0">
                    <a:pos x="26" y="49"/>
                  </a:cxn>
                  <a:cxn ang="0">
                    <a:pos x="0" y="35"/>
                  </a:cxn>
                  <a:cxn ang="0">
                    <a:pos x="7" y="35"/>
                  </a:cxn>
                  <a:cxn ang="0">
                    <a:pos x="20" y="39"/>
                  </a:cxn>
                  <a:cxn ang="0">
                    <a:pos x="24" y="36"/>
                  </a:cxn>
                  <a:cxn ang="0">
                    <a:pos x="5" y="26"/>
                  </a:cxn>
                  <a:cxn ang="0">
                    <a:pos x="15" y="22"/>
                  </a:cxn>
                  <a:cxn ang="0">
                    <a:pos x="27" y="25"/>
                  </a:cxn>
                  <a:cxn ang="0">
                    <a:pos x="32" y="20"/>
                  </a:cxn>
                  <a:cxn ang="0">
                    <a:pos x="19" y="20"/>
                  </a:cxn>
                  <a:cxn ang="0">
                    <a:pos x="14" y="13"/>
                  </a:cxn>
                  <a:cxn ang="0">
                    <a:pos x="30" y="9"/>
                  </a:cxn>
                  <a:cxn ang="0">
                    <a:pos x="38" y="9"/>
                  </a:cxn>
                  <a:cxn ang="0">
                    <a:pos x="25" y="0"/>
                  </a:cxn>
                  <a:cxn ang="0">
                    <a:pos x="53" y="5"/>
                  </a:cxn>
                  <a:cxn ang="0">
                    <a:pos x="67" y="24"/>
                  </a:cxn>
                  <a:cxn ang="0">
                    <a:pos x="84" y="25"/>
                  </a:cxn>
                  <a:cxn ang="0">
                    <a:pos x="92" y="37"/>
                  </a:cxn>
                </a:cxnLst>
                <a:rect l="0" t="0" r="r" b="b"/>
                <a:pathLst>
                  <a:path w="138" h="92">
                    <a:moveTo>
                      <a:pt x="92" y="37"/>
                    </a:moveTo>
                    <a:cubicBezTo>
                      <a:pt x="97" y="37"/>
                      <a:pt x="97" y="37"/>
                      <a:pt x="97" y="37"/>
                    </a:cubicBezTo>
                    <a:cubicBezTo>
                      <a:pt x="97" y="32"/>
                      <a:pt x="97" y="32"/>
                      <a:pt x="97" y="32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7" y="28"/>
                      <a:pt x="98" y="28"/>
                      <a:pt x="100" y="28"/>
                    </a:cubicBezTo>
                    <a:cubicBezTo>
                      <a:pt x="106" y="28"/>
                      <a:pt x="105" y="31"/>
                      <a:pt x="105" y="36"/>
                    </a:cubicBezTo>
                    <a:cubicBezTo>
                      <a:pt x="105" y="39"/>
                      <a:pt x="111" y="39"/>
                      <a:pt x="111" y="43"/>
                    </a:cubicBezTo>
                    <a:cubicBezTo>
                      <a:pt x="111" y="46"/>
                      <a:pt x="108" y="46"/>
                      <a:pt x="108" y="49"/>
                    </a:cubicBezTo>
                    <a:cubicBezTo>
                      <a:pt x="108" y="53"/>
                      <a:pt x="114" y="49"/>
                      <a:pt x="115" y="49"/>
                    </a:cubicBezTo>
                    <a:cubicBezTo>
                      <a:pt x="120" y="49"/>
                      <a:pt x="131" y="54"/>
                      <a:pt x="137" y="55"/>
                    </a:cubicBezTo>
                    <a:cubicBezTo>
                      <a:pt x="137" y="58"/>
                      <a:pt x="138" y="60"/>
                      <a:pt x="136" y="61"/>
                    </a:cubicBezTo>
                    <a:cubicBezTo>
                      <a:pt x="135" y="64"/>
                      <a:pt x="130" y="63"/>
                      <a:pt x="126" y="64"/>
                    </a:cubicBezTo>
                    <a:cubicBezTo>
                      <a:pt x="117" y="65"/>
                      <a:pt x="111" y="78"/>
                      <a:pt x="105" y="78"/>
                    </a:cubicBezTo>
                    <a:cubicBezTo>
                      <a:pt x="100" y="78"/>
                      <a:pt x="100" y="74"/>
                      <a:pt x="98" y="69"/>
                    </a:cubicBezTo>
                    <a:cubicBezTo>
                      <a:pt x="96" y="71"/>
                      <a:pt x="95" y="73"/>
                      <a:pt x="93" y="76"/>
                    </a:cubicBezTo>
                    <a:cubicBezTo>
                      <a:pt x="96" y="80"/>
                      <a:pt x="97" y="81"/>
                      <a:pt x="99" y="84"/>
                    </a:cubicBezTo>
                    <a:cubicBezTo>
                      <a:pt x="91" y="84"/>
                      <a:pt x="91" y="84"/>
                      <a:pt x="91" y="84"/>
                    </a:cubicBezTo>
                    <a:cubicBezTo>
                      <a:pt x="91" y="90"/>
                      <a:pt x="91" y="90"/>
                      <a:pt x="91" y="90"/>
                    </a:cubicBezTo>
                    <a:cubicBezTo>
                      <a:pt x="87" y="91"/>
                      <a:pt x="79" y="85"/>
                      <a:pt x="75" y="82"/>
                    </a:cubicBezTo>
                    <a:cubicBezTo>
                      <a:pt x="75" y="90"/>
                      <a:pt x="71" y="92"/>
                      <a:pt x="64" y="92"/>
                    </a:cubicBezTo>
                    <a:cubicBezTo>
                      <a:pt x="57" y="92"/>
                      <a:pt x="48" y="91"/>
                      <a:pt x="47" y="84"/>
                    </a:cubicBezTo>
                    <a:cubicBezTo>
                      <a:pt x="50" y="84"/>
                      <a:pt x="51" y="83"/>
                      <a:pt x="53" y="81"/>
                    </a:cubicBezTo>
                    <a:cubicBezTo>
                      <a:pt x="45" y="81"/>
                      <a:pt x="33" y="77"/>
                      <a:pt x="33" y="70"/>
                    </a:cubicBezTo>
                    <a:cubicBezTo>
                      <a:pt x="33" y="62"/>
                      <a:pt x="60" y="63"/>
                      <a:pt x="66" y="61"/>
                    </a:cubicBezTo>
                    <a:cubicBezTo>
                      <a:pt x="60" y="60"/>
                      <a:pt x="55" y="58"/>
                      <a:pt x="48" y="58"/>
                    </a:cubicBezTo>
                    <a:cubicBezTo>
                      <a:pt x="41" y="58"/>
                      <a:pt x="40" y="61"/>
                      <a:pt x="35" y="61"/>
                    </a:cubicBezTo>
                    <a:cubicBezTo>
                      <a:pt x="30" y="61"/>
                      <a:pt x="30" y="58"/>
                      <a:pt x="29" y="56"/>
                    </a:cubicBezTo>
                    <a:cubicBezTo>
                      <a:pt x="24" y="58"/>
                      <a:pt x="23" y="59"/>
                      <a:pt x="19" y="59"/>
                    </a:cubicBezTo>
                    <a:cubicBezTo>
                      <a:pt x="16" y="59"/>
                      <a:pt x="16" y="58"/>
                      <a:pt x="16" y="55"/>
                    </a:cubicBezTo>
                    <a:cubicBezTo>
                      <a:pt x="20" y="53"/>
                      <a:pt x="23" y="53"/>
                      <a:pt x="26" y="49"/>
                    </a:cubicBezTo>
                    <a:cubicBezTo>
                      <a:pt x="11" y="49"/>
                      <a:pt x="2" y="48"/>
                      <a:pt x="0" y="3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9" y="37"/>
                      <a:pt x="16" y="39"/>
                      <a:pt x="20" y="39"/>
                    </a:cubicBezTo>
                    <a:cubicBezTo>
                      <a:pt x="22" y="39"/>
                      <a:pt x="24" y="36"/>
                      <a:pt x="24" y="36"/>
                    </a:cubicBezTo>
                    <a:cubicBezTo>
                      <a:pt x="19" y="34"/>
                      <a:pt x="5" y="31"/>
                      <a:pt x="5" y="26"/>
                    </a:cubicBezTo>
                    <a:cubicBezTo>
                      <a:pt x="5" y="21"/>
                      <a:pt x="11" y="22"/>
                      <a:pt x="15" y="22"/>
                    </a:cubicBezTo>
                    <a:cubicBezTo>
                      <a:pt x="21" y="22"/>
                      <a:pt x="23" y="25"/>
                      <a:pt x="27" y="25"/>
                    </a:cubicBezTo>
                    <a:cubicBezTo>
                      <a:pt x="30" y="25"/>
                      <a:pt x="30" y="22"/>
                      <a:pt x="32" y="20"/>
                    </a:cubicBezTo>
                    <a:cubicBezTo>
                      <a:pt x="27" y="18"/>
                      <a:pt x="22" y="20"/>
                      <a:pt x="19" y="20"/>
                    </a:cubicBezTo>
                    <a:cubicBezTo>
                      <a:pt x="18" y="20"/>
                      <a:pt x="14" y="14"/>
                      <a:pt x="14" y="13"/>
                    </a:cubicBezTo>
                    <a:cubicBezTo>
                      <a:pt x="19" y="10"/>
                      <a:pt x="23" y="8"/>
                      <a:pt x="30" y="9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3" y="7"/>
                      <a:pt x="25" y="6"/>
                      <a:pt x="25" y="0"/>
                    </a:cubicBezTo>
                    <a:cubicBezTo>
                      <a:pt x="36" y="1"/>
                      <a:pt x="45" y="2"/>
                      <a:pt x="53" y="5"/>
                    </a:cubicBezTo>
                    <a:cubicBezTo>
                      <a:pt x="61" y="9"/>
                      <a:pt x="60" y="21"/>
                      <a:pt x="67" y="24"/>
                    </a:cubicBezTo>
                    <a:cubicBezTo>
                      <a:pt x="73" y="27"/>
                      <a:pt x="78" y="22"/>
                      <a:pt x="84" y="25"/>
                    </a:cubicBezTo>
                    <a:cubicBezTo>
                      <a:pt x="91" y="28"/>
                      <a:pt x="88" y="33"/>
                      <a:pt x="92" y="3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67" name="ïşľïďé"/>
              <p:cNvSpPr/>
              <p:nvPr/>
            </p:nvSpPr>
            <p:spPr bwMode="auto">
              <a:xfrm>
                <a:off x="3721038" y="1951134"/>
                <a:ext cx="146864" cy="93275"/>
              </a:xfrm>
              <a:custGeom>
                <a:avLst/>
                <a:gdLst/>
                <a:ahLst/>
                <a:cxnLst>
                  <a:cxn ang="0">
                    <a:pos x="6" y="39"/>
                  </a:cxn>
                  <a:cxn ang="0">
                    <a:pos x="11" y="33"/>
                  </a:cxn>
                  <a:cxn ang="0">
                    <a:pos x="11" y="27"/>
                  </a:cxn>
                  <a:cxn ang="0">
                    <a:pos x="25" y="0"/>
                  </a:cxn>
                  <a:cxn ang="0">
                    <a:pos x="32" y="13"/>
                  </a:cxn>
                  <a:cxn ang="0">
                    <a:pos x="36" y="9"/>
                  </a:cxn>
                  <a:cxn ang="0">
                    <a:pos x="67" y="27"/>
                  </a:cxn>
                  <a:cxn ang="0">
                    <a:pos x="70" y="35"/>
                  </a:cxn>
                  <a:cxn ang="0">
                    <a:pos x="89" y="43"/>
                  </a:cxn>
                  <a:cxn ang="0">
                    <a:pos x="75" y="48"/>
                  </a:cxn>
                  <a:cxn ang="0">
                    <a:pos x="63" y="48"/>
                  </a:cxn>
                  <a:cxn ang="0">
                    <a:pos x="46" y="37"/>
                  </a:cxn>
                  <a:cxn ang="0">
                    <a:pos x="25" y="53"/>
                  </a:cxn>
                  <a:cxn ang="0">
                    <a:pos x="22" y="57"/>
                  </a:cxn>
                  <a:cxn ang="0">
                    <a:pos x="19" y="48"/>
                  </a:cxn>
                  <a:cxn ang="0">
                    <a:pos x="0" y="48"/>
                  </a:cxn>
                  <a:cxn ang="0">
                    <a:pos x="6" y="39"/>
                  </a:cxn>
                </a:cxnLst>
                <a:rect l="0" t="0" r="r" b="b"/>
                <a:pathLst>
                  <a:path w="89" h="57">
                    <a:moveTo>
                      <a:pt x="6" y="39"/>
                    </a:moveTo>
                    <a:cubicBezTo>
                      <a:pt x="9" y="37"/>
                      <a:pt x="11" y="36"/>
                      <a:pt x="11" y="33"/>
                    </a:cubicBezTo>
                    <a:cubicBezTo>
                      <a:pt x="11" y="29"/>
                      <a:pt x="11" y="31"/>
                      <a:pt x="11" y="27"/>
                    </a:cubicBezTo>
                    <a:cubicBezTo>
                      <a:pt x="11" y="19"/>
                      <a:pt x="13" y="2"/>
                      <a:pt x="25" y="0"/>
                    </a:cubicBezTo>
                    <a:cubicBezTo>
                      <a:pt x="28" y="7"/>
                      <a:pt x="30" y="8"/>
                      <a:pt x="32" y="13"/>
                    </a:cubicBezTo>
                    <a:cubicBezTo>
                      <a:pt x="33" y="11"/>
                      <a:pt x="35" y="10"/>
                      <a:pt x="36" y="9"/>
                    </a:cubicBezTo>
                    <a:cubicBezTo>
                      <a:pt x="45" y="21"/>
                      <a:pt x="59" y="16"/>
                      <a:pt x="67" y="27"/>
                    </a:cubicBezTo>
                    <a:cubicBezTo>
                      <a:pt x="69" y="30"/>
                      <a:pt x="68" y="33"/>
                      <a:pt x="70" y="35"/>
                    </a:cubicBezTo>
                    <a:cubicBezTo>
                      <a:pt x="77" y="40"/>
                      <a:pt x="85" y="38"/>
                      <a:pt x="89" y="43"/>
                    </a:cubicBezTo>
                    <a:cubicBezTo>
                      <a:pt x="84" y="46"/>
                      <a:pt x="80" y="48"/>
                      <a:pt x="75" y="48"/>
                    </a:cubicBezTo>
                    <a:cubicBezTo>
                      <a:pt x="69" y="48"/>
                      <a:pt x="67" y="48"/>
                      <a:pt x="63" y="48"/>
                    </a:cubicBezTo>
                    <a:cubicBezTo>
                      <a:pt x="63" y="48"/>
                      <a:pt x="49" y="38"/>
                      <a:pt x="46" y="37"/>
                    </a:cubicBezTo>
                    <a:cubicBezTo>
                      <a:pt x="46" y="47"/>
                      <a:pt x="31" y="56"/>
                      <a:pt x="25" y="53"/>
                    </a:cubicBezTo>
                    <a:cubicBezTo>
                      <a:pt x="24" y="55"/>
                      <a:pt x="24" y="57"/>
                      <a:pt x="22" y="57"/>
                    </a:cubicBezTo>
                    <a:cubicBezTo>
                      <a:pt x="16" y="57"/>
                      <a:pt x="18" y="52"/>
                      <a:pt x="19" y="48"/>
                    </a:cubicBezTo>
                    <a:cubicBezTo>
                      <a:pt x="12" y="46"/>
                      <a:pt x="3" y="48"/>
                      <a:pt x="0" y="48"/>
                    </a:cubicBezTo>
                    <a:cubicBezTo>
                      <a:pt x="0" y="40"/>
                      <a:pt x="5" y="41"/>
                      <a:pt x="6" y="3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68" name="ïŝḷîḓê"/>
              <p:cNvSpPr/>
              <p:nvPr/>
            </p:nvSpPr>
            <p:spPr bwMode="auto">
              <a:xfrm>
                <a:off x="3931410" y="1857859"/>
                <a:ext cx="45647" cy="45646"/>
              </a:xfrm>
              <a:custGeom>
                <a:avLst/>
                <a:gdLst/>
                <a:ahLst/>
                <a:cxnLst>
                  <a:cxn ang="0">
                    <a:pos x="27" y="18"/>
                  </a:cxn>
                  <a:cxn ang="0">
                    <a:pos x="11" y="28"/>
                  </a:cxn>
                  <a:cxn ang="0">
                    <a:pos x="0" y="18"/>
                  </a:cxn>
                  <a:cxn ang="0">
                    <a:pos x="27" y="18"/>
                  </a:cxn>
                </a:cxnLst>
                <a:rect l="0" t="0" r="r" b="b"/>
                <a:pathLst>
                  <a:path w="27" h="28">
                    <a:moveTo>
                      <a:pt x="27" y="18"/>
                    </a:moveTo>
                    <a:cubicBezTo>
                      <a:pt x="27" y="24"/>
                      <a:pt x="16" y="28"/>
                      <a:pt x="11" y="28"/>
                    </a:cubicBezTo>
                    <a:cubicBezTo>
                      <a:pt x="4" y="28"/>
                      <a:pt x="0" y="23"/>
                      <a:pt x="0" y="18"/>
                    </a:cubicBezTo>
                    <a:cubicBezTo>
                      <a:pt x="0" y="0"/>
                      <a:pt x="27" y="3"/>
                      <a:pt x="27" y="1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69" name="iṩḻiḍè"/>
              <p:cNvSpPr/>
              <p:nvPr/>
            </p:nvSpPr>
            <p:spPr bwMode="auto">
              <a:xfrm>
                <a:off x="3794470" y="2048378"/>
                <a:ext cx="37709" cy="29769"/>
              </a:xfrm>
              <a:custGeom>
                <a:avLst/>
                <a:gdLst/>
                <a:ahLst/>
                <a:cxnLst>
                  <a:cxn ang="0">
                    <a:pos x="10" y="1"/>
                  </a:cxn>
                  <a:cxn ang="0">
                    <a:pos x="22" y="3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10" y="1"/>
                  </a:cxn>
                </a:cxnLst>
                <a:rect l="0" t="0" r="r" b="b"/>
                <a:pathLst>
                  <a:path w="22" h="18">
                    <a:moveTo>
                      <a:pt x="10" y="1"/>
                    </a:moveTo>
                    <a:cubicBezTo>
                      <a:pt x="19" y="0"/>
                      <a:pt x="17" y="0"/>
                      <a:pt x="22" y="3"/>
                    </a:cubicBezTo>
                    <a:cubicBezTo>
                      <a:pt x="18" y="8"/>
                      <a:pt x="7" y="17"/>
                      <a:pt x="0" y="1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4" y="7"/>
                      <a:pt x="9" y="4"/>
                      <a:pt x="1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70" name="íŝlîďe"/>
              <p:cNvSpPr/>
              <p:nvPr/>
            </p:nvSpPr>
            <p:spPr bwMode="auto">
              <a:xfrm>
                <a:off x="3854009" y="1653448"/>
                <a:ext cx="99232" cy="41676"/>
              </a:xfrm>
              <a:custGeom>
                <a:avLst/>
                <a:gdLst/>
                <a:ahLst/>
                <a:cxnLst>
                  <a:cxn ang="0">
                    <a:pos x="22" y="25"/>
                  </a:cxn>
                  <a:cxn ang="0">
                    <a:pos x="9" y="16"/>
                  </a:cxn>
                  <a:cxn ang="0">
                    <a:pos x="0" y="6"/>
                  </a:cxn>
                  <a:cxn ang="0">
                    <a:pos x="8" y="0"/>
                  </a:cxn>
                  <a:cxn ang="0">
                    <a:pos x="30" y="3"/>
                  </a:cxn>
                  <a:cxn ang="0">
                    <a:pos x="60" y="17"/>
                  </a:cxn>
                  <a:cxn ang="0">
                    <a:pos x="52" y="24"/>
                  </a:cxn>
                  <a:cxn ang="0">
                    <a:pos x="39" y="21"/>
                  </a:cxn>
                  <a:cxn ang="0">
                    <a:pos x="22" y="25"/>
                  </a:cxn>
                </a:cxnLst>
                <a:rect l="0" t="0" r="r" b="b"/>
                <a:pathLst>
                  <a:path w="60" h="25">
                    <a:moveTo>
                      <a:pt x="22" y="25"/>
                    </a:moveTo>
                    <a:cubicBezTo>
                      <a:pt x="14" y="25"/>
                      <a:pt x="6" y="23"/>
                      <a:pt x="9" y="16"/>
                    </a:cubicBezTo>
                    <a:cubicBezTo>
                      <a:pt x="5" y="13"/>
                      <a:pt x="0" y="11"/>
                      <a:pt x="0" y="6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8" y="0"/>
                      <a:pt x="21" y="3"/>
                      <a:pt x="30" y="3"/>
                    </a:cubicBezTo>
                    <a:cubicBezTo>
                      <a:pt x="42" y="3"/>
                      <a:pt x="52" y="13"/>
                      <a:pt x="60" y="17"/>
                    </a:cubicBezTo>
                    <a:cubicBezTo>
                      <a:pt x="59" y="21"/>
                      <a:pt x="56" y="24"/>
                      <a:pt x="52" y="24"/>
                    </a:cubicBezTo>
                    <a:cubicBezTo>
                      <a:pt x="46" y="24"/>
                      <a:pt x="44" y="21"/>
                      <a:pt x="39" y="21"/>
                    </a:cubicBezTo>
                    <a:cubicBezTo>
                      <a:pt x="34" y="21"/>
                      <a:pt x="30" y="25"/>
                      <a:pt x="22" y="2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71" name="iṥ1iḑé"/>
              <p:cNvSpPr/>
              <p:nvPr/>
            </p:nvSpPr>
            <p:spPr bwMode="auto">
              <a:xfrm>
                <a:off x="3863933" y="2066239"/>
                <a:ext cx="21832" cy="25800"/>
              </a:xfrm>
              <a:custGeom>
                <a:avLst/>
                <a:gdLst/>
                <a:ahLst/>
                <a:cxnLst>
                  <a:cxn ang="0">
                    <a:pos x="14" y="6"/>
                  </a:cxn>
                  <a:cxn ang="0">
                    <a:pos x="6" y="15"/>
                  </a:cxn>
                  <a:cxn ang="0">
                    <a:pos x="0" y="9"/>
                  </a:cxn>
                  <a:cxn ang="0">
                    <a:pos x="14" y="6"/>
                  </a:cxn>
                </a:cxnLst>
                <a:rect l="0" t="0" r="r" b="b"/>
                <a:pathLst>
                  <a:path w="14" h="15">
                    <a:moveTo>
                      <a:pt x="14" y="6"/>
                    </a:moveTo>
                    <a:cubicBezTo>
                      <a:pt x="12" y="9"/>
                      <a:pt x="11" y="15"/>
                      <a:pt x="6" y="15"/>
                    </a:cubicBezTo>
                    <a:cubicBezTo>
                      <a:pt x="5" y="15"/>
                      <a:pt x="0" y="9"/>
                      <a:pt x="0" y="9"/>
                    </a:cubicBezTo>
                    <a:cubicBezTo>
                      <a:pt x="0" y="1"/>
                      <a:pt x="10" y="0"/>
                      <a:pt x="14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72" name="ïṡlîďé"/>
              <p:cNvSpPr/>
              <p:nvPr/>
            </p:nvSpPr>
            <p:spPr bwMode="auto">
              <a:xfrm>
                <a:off x="3984995" y="1869767"/>
                <a:ext cx="23815" cy="13892"/>
              </a:xfrm>
              <a:custGeom>
                <a:avLst/>
                <a:gdLst/>
                <a:ahLst/>
                <a:cxnLst>
                  <a:cxn ang="0">
                    <a:pos x="5" y="8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4" y="7"/>
                  </a:cxn>
                  <a:cxn ang="0">
                    <a:pos x="5" y="8"/>
                  </a:cxn>
                </a:cxnLst>
                <a:rect l="0" t="0" r="r" b="b"/>
                <a:pathLst>
                  <a:path w="14" h="8">
                    <a:moveTo>
                      <a:pt x="5" y="8"/>
                    </a:moveTo>
                    <a:cubicBezTo>
                      <a:pt x="2" y="8"/>
                      <a:pt x="0" y="7"/>
                      <a:pt x="0" y="4"/>
                    </a:cubicBezTo>
                    <a:cubicBezTo>
                      <a:pt x="0" y="3"/>
                      <a:pt x="4" y="0"/>
                      <a:pt x="5" y="0"/>
                    </a:cubicBezTo>
                    <a:cubicBezTo>
                      <a:pt x="9" y="0"/>
                      <a:pt x="13" y="5"/>
                      <a:pt x="14" y="7"/>
                    </a:cubicBezTo>
                    <a:cubicBezTo>
                      <a:pt x="8" y="8"/>
                      <a:pt x="10" y="8"/>
                      <a:pt x="5" y="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73" name="íṧ1iďê"/>
              <p:cNvSpPr/>
              <p:nvPr/>
            </p:nvSpPr>
            <p:spPr bwMode="auto">
              <a:xfrm>
                <a:off x="3879809" y="1828090"/>
                <a:ext cx="25801" cy="15877"/>
              </a:xfrm>
              <a:custGeom>
                <a:avLst/>
                <a:gdLst/>
                <a:ahLst/>
                <a:cxnLst>
                  <a:cxn ang="0">
                    <a:pos x="5" y="10"/>
                  </a:cxn>
                  <a:cxn ang="0">
                    <a:pos x="15" y="0"/>
                  </a:cxn>
                  <a:cxn ang="0">
                    <a:pos x="5" y="10"/>
                  </a:cxn>
                </a:cxnLst>
                <a:rect l="0" t="0" r="r" b="b"/>
                <a:pathLst>
                  <a:path w="15" h="10">
                    <a:moveTo>
                      <a:pt x="5" y="10"/>
                    </a:moveTo>
                    <a:cubicBezTo>
                      <a:pt x="0" y="10"/>
                      <a:pt x="10" y="0"/>
                      <a:pt x="15" y="0"/>
                    </a:cubicBezTo>
                    <a:cubicBezTo>
                      <a:pt x="14" y="6"/>
                      <a:pt x="10" y="10"/>
                      <a:pt x="5" y="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74" name="îsḻíḋé"/>
              <p:cNvSpPr/>
              <p:nvPr/>
            </p:nvSpPr>
            <p:spPr bwMode="auto">
              <a:xfrm>
                <a:off x="3659514" y="1651464"/>
                <a:ext cx="603331" cy="434622"/>
              </a:xfrm>
              <a:custGeom>
                <a:avLst/>
                <a:gdLst/>
                <a:ahLst/>
                <a:cxnLst>
                  <a:cxn ang="0">
                    <a:pos x="333" y="196"/>
                  </a:cxn>
                  <a:cxn ang="0">
                    <a:pos x="281" y="171"/>
                  </a:cxn>
                  <a:cxn ang="0">
                    <a:pos x="289" y="177"/>
                  </a:cxn>
                  <a:cxn ang="0">
                    <a:pos x="283" y="184"/>
                  </a:cxn>
                  <a:cxn ang="0">
                    <a:pos x="298" y="201"/>
                  </a:cxn>
                  <a:cxn ang="0">
                    <a:pos x="318" y="206"/>
                  </a:cxn>
                  <a:cxn ang="0">
                    <a:pos x="326" y="225"/>
                  </a:cxn>
                  <a:cxn ang="0">
                    <a:pos x="278" y="225"/>
                  </a:cxn>
                  <a:cxn ang="0">
                    <a:pos x="304" y="256"/>
                  </a:cxn>
                  <a:cxn ang="0">
                    <a:pos x="295" y="256"/>
                  </a:cxn>
                  <a:cxn ang="0">
                    <a:pos x="233" y="226"/>
                  </a:cxn>
                  <a:cxn ang="0">
                    <a:pos x="190" y="210"/>
                  </a:cxn>
                  <a:cxn ang="0">
                    <a:pos x="169" y="214"/>
                  </a:cxn>
                  <a:cxn ang="0">
                    <a:pos x="168" y="189"/>
                  </a:cxn>
                  <a:cxn ang="0">
                    <a:pos x="207" y="183"/>
                  </a:cxn>
                  <a:cxn ang="0">
                    <a:pos x="210" y="167"/>
                  </a:cxn>
                  <a:cxn ang="0">
                    <a:pos x="186" y="115"/>
                  </a:cxn>
                  <a:cxn ang="0">
                    <a:pos x="168" y="115"/>
                  </a:cxn>
                  <a:cxn ang="0">
                    <a:pos x="146" y="85"/>
                  </a:cxn>
                  <a:cxn ang="0">
                    <a:pos x="122" y="91"/>
                  </a:cxn>
                  <a:cxn ang="0">
                    <a:pos x="41" y="82"/>
                  </a:cxn>
                  <a:cxn ang="0">
                    <a:pos x="11" y="69"/>
                  </a:cxn>
                  <a:cxn ang="0">
                    <a:pos x="30" y="65"/>
                  </a:cxn>
                  <a:cxn ang="0">
                    <a:pos x="0" y="48"/>
                  </a:cxn>
                  <a:cxn ang="0">
                    <a:pos x="11" y="16"/>
                  </a:cxn>
                  <a:cxn ang="0">
                    <a:pos x="61" y="4"/>
                  </a:cxn>
                  <a:cxn ang="0">
                    <a:pos x="46" y="32"/>
                  </a:cxn>
                  <a:cxn ang="0">
                    <a:pos x="50" y="47"/>
                  </a:cxn>
                  <a:cxn ang="0">
                    <a:pos x="55" y="26"/>
                  </a:cxn>
                  <a:cxn ang="0">
                    <a:pos x="120" y="29"/>
                  </a:cxn>
                  <a:cxn ang="0">
                    <a:pos x="128" y="34"/>
                  </a:cxn>
                  <a:cxn ang="0">
                    <a:pos x="156" y="27"/>
                  </a:cxn>
                  <a:cxn ang="0">
                    <a:pos x="217" y="56"/>
                  </a:cxn>
                  <a:cxn ang="0">
                    <a:pos x="242" y="65"/>
                  </a:cxn>
                  <a:cxn ang="0">
                    <a:pos x="273" y="85"/>
                  </a:cxn>
                  <a:cxn ang="0">
                    <a:pos x="293" y="95"/>
                  </a:cxn>
                  <a:cxn ang="0">
                    <a:pos x="291" y="102"/>
                  </a:cxn>
                  <a:cxn ang="0">
                    <a:pos x="283" y="116"/>
                  </a:cxn>
                  <a:cxn ang="0">
                    <a:pos x="317" y="135"/>
                  </a:cxn>
                  <a:cxn ang="0">
                    <a:pos x="342" y="153"/>
                  </a:cxn>
                  <a:cxn ang="0">
                    <a:pos x="362" y="165"/>
                  </a:cxn>
                  <a:cxn ang="0">
                    <a:pos x="349" y="178"/>
                  </a:cxn>
                </a:cxnLst>
                <a:rect l="0" t="0" r="r" b="b"/>
                <a:pathLst>
                  <a:path w="362" h="261">
                    <a:moveTo>
                      <a:pt x="339" y="184"/>
                    </a:moveTo>
                    <a:cubicBezTo>
                      <a:pt x="339" y="189"/>
                      <a:pt x="338" y="196"/>
                      <a:pt x="333" y="196"/>
                    </a:cubicBezTo>
                    <a:cubicBezTo>
                      <a:pt x="311" y="196"/>
                      <a:pt x="311" y="166"/>
                      <a:pt x="289" y="166"/>
                    </a:cubicBezTo>
                    <a:cubicBezTo>
                      <a:pt x="287" y="166"/>
                      <a:pt x="281" y="171"/>
                      <a:pt x="281" y="171"/>
                    </a:cubicBezTo>
                    <a:cubicBezTo>
                      <a:pt x="284" y="173"/>
                      <a:pt x="285" y="173"/>
                      <a:pt x="289" y="172"/>
                    </a:cubicBezTo>
                    <a:cubicBezTo>
                      <a:pt x="289" y="177"/>
                      <a:pt x="289" y="177"/>
                      <a:pt x="289" y="177"/>
                    </a:cubicBezTo>
                    <a:cubicBezTo>
                      <a:pt x="287" y="178"/>
                      <a:pt x="284" y="178"/>
                      <a:pt x="283" y="177"/>
                    </a:cubicBezTo>
                    <a:cubicBezTo>
                      <a:pt x="283" y="184"/>
                      <a:pt x="283" y="184"/>
                      <a:pt x="283" y="184"/>
                    </a:cubicBezTo>
                    <a:cubicBezTo>
                      <a:pt x="288" y="184"/>
                      <a:pt x="288" y="184"/>
                      <a:pt x="288" y="184"/>
                    </a:cubicBezTo>
                    <a:cubicBezTo>
                      <a:pt x="289" y="189"/>
                      <a:pt x="295" y="199"/>
                      <a:pt x="298" y="201"/>
                    </a:cubicBezTo>
                    <a:cubicBezTo>
                      <a:pt x="307" y="204"/>
                      <a:pt x="310" y="198"/>
                      <a:pt x="311" y="206"/>
                    </a:cubicBezTo>
                    <a:cubicBezTo>
                      <a:pt x="315" y="206"/>
                      <a:pt x="315" y="206"/>
                      <a:pt x="318" y="206"/>
                    </a:cubicBezTo>
                    <a:cubicBezTo>
                      <a:pt x="318" y="213"/>
                      <a:pt x="318" y="213"/>
                      <a:pt x="318" y="215"/>
                    </a:cubicBezTo>
                    <a:cubicBezTo>
                      <a:pt x="318" y="218"/>
                      <a:pt x="326" y="220"/>
                      <a:pt x="326" y="225"/>
                    </a:cubicBezTo>
                    <a:cubicBezTo>
                      <a:pt x="326" y="229"/>
                      <a:pt x="321" y="238"/>
                      <a:pt x="319" y="242"/>
                    </a:cubicBezTo>
                    <a:cubicBezTo>
                      <a:pt x="311" y="242"/>
                      <a:pt x="283" y="231"/>
                      <a:pt x="278" y="225"/>
                    </a:cubicBezTo>
                    <a:cubicBezTo>
                      <a:pt x="272" y="225"/>
                      <a:pt x="272" y="225"/>
                      <a:pt x="272" y="225"/>
                    </a:cubicBezTo>
                    <a:cubicBezTo>
                      <a:pt x="279" y="234"/>
                      <a:pt x="304" y="243"/>
                      <a:pt x="304" y="256"/>
                    </a:cubicBezTo>
                    <a:cubicBezTo>
                      <a:pt x="304" y="259"/>
                      <a:pt x="301" y="261"/>
                      <a:pt x="299" y="261"/>
                    </a:cubicBezTo>
                    <a:cubicBezTo>
                      <a:pt x="297" y="261"/>
                      <a:pt x="296" y="256"/>
                      <a:pt x="295" y="256"/>
                    </a:cubicBezTo>
                    <a:cubicBezTo>
                      <a:pt x="282" y="249"/>
                      <a:pt x="274" y="252"/>
                      <a:pt x="263" y="245"/>
                    </a:cubicBezTo>
                    <a:cubicBezTo>
                      <a:pt x="252" y="239"/>
                      <a:pt x="226" y="240"/>
                      <a:pt x="233" y="226"/>
                    </a:cubicBezTo>
                    <a:cubicBezTo>
                      <a:pt x="219" y="219"/>
                      <a:pt x="212" y="211"/>
                      <a:pt x="199" y="204"/>
                    </a:cubicBezTo>
                    <a:cubicBezTo>
                      <a:pt x="197" y="207"/>
                      <a:pt x="194" y="210"/>
                      <a:pt x="190" y="210"/>
                    </a:cubicBezTo>
                    <a:cubicBezTo>
                      <a:pt x="186" y="210"/>
                      <a:pt x="187" y="207"/>
                      <a:pt x="183" y="207"/>
                    </a:cubicBezTo>
                    <a:cubicBezTo>
                      <a:pt x="177" y="207"/>
                      <a:pt x="175" y="214"/>
                      <a:pt x="169" y="214"/>
                    </a:cubicBezTo>
                    <a:cubicBezTo>
                      <a:pt x="165" y="214"/>
                      <a:pt x="150" y="208"/>
                      <a:pt x="150" y="201"/>
                    </a:cubicBezTo>
                    <a:cubicBezTo>
                      <a:pt x="150" y="197"/>
                      <a:pt x="162" y="189"/>
                      <a:pt x="168" y="189"/>
                    </a:cubicBezTo>
                    <a:cubicBezTo>
                      <a:pt x="176" y="189"/>
                      <a:pt x="183" y="189"/>
                      <a:pt x="187" y="189"/>
                    </a:cubicBezTo>
                    <a:cubicBezTo>
                      <a:pt x="191" y="189"/>
                      <a:pt x="202" y="187"/>
                      <a:pt x="207" y="183"/>
                    </a:cubicBezTo>
                    <a:cubicBezTo>
                      <a:pt x="205" y="182"/>
                      <a:pt x="199" y="178"/>
                      <a:pt x="199" y="174"/>
                    </a:cubicBezTo>
                    <a:cubicBezTo>
                      <a:pt x="199" y="167"/>
                      <a:pt x="207" y="171"/>
                      <a:pt x="210" y="167"/>
                    </a:cubicBezTo>
                    <a:cubicBezTo>
                      <a:pt x="214" y="163"/>
                      <a:pt x="223" y="154"/>
                      <a:pt x="223" y="148"/>
                    </a:cubicBezTo>
                    <a:cubicBezTo>
                      <a:pt x="223" y="136"/>
                      <a:pt x="195" y="115"/>
                      <a:pt x="186" y="115"/>
                    </a:cubicBezTo>
                    <a:cubicBezTo>
                      <a:pt x="180" y="115"/>
                      <a:pt x="177" y="120"/>
                      <a:pt x="172" y="120"/>
                    </a:cubicBezTo>
                    <a:cubicBezTo>
                      <a:pt x="170" y="120"/>
                      <a:pt x="168" y="115"/>
                      <a:pt x="168" y="115"/>
                    </a:cubicBezTo>
                    <a:cubicBezTo>
                      <a:pt x="168" y="110"/>
                      <a:pt x="176" y="109"/>
                      <a:pt x="179" y="109"/>
                    </a:cubicBezTo>
                    <a:cubicBezTo>
                      <a:pt x="175" y="105"/>
                      <a:pt x="151" y="85"/>
                      <a:pt x="146" y="85"/>
                    </a:cubicBezTo>
                    <a:cubicBezTo>
                      <a:pt x="140" y="85"/>
                      <a:pt x="133" y="101"/>
                      <a:pt x="125" y="101"/>
                    </a:cubicBezTo>
                    <a:cubicBezTo>
                      <a:pt x="120" y="101"/>
                      <a:pt x="121" y="94"/>
                      <a:pt x="122" y="91"/>
                    </a:cubicBezTo>
                    <a:cubicBezTo>
                      <a:pt x="108" y="90"/>
                      <a:pt x="75" y="91"/>
                      <a:pt x="55" y="91"/>
                    </a:cubicBezTo>
                    <a:cubicBezTo>
                      <a:pt x="51" y="91"/>
                      <a:pt x="44" y="86"/>
                      <a:pt x="41" y="82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8" y="76"/>
                      <a:pt x="11" y="75"/>
                      <a:pt x="11" y="69"/>
                    </a:cubicBezTo>
                    <a:cubicBezTo>
                      <a:pt x="16" y="67"/>
                      <a:pt x="23" y="70"/>
                      <a:pt x="30" y="70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6" y="62"/>
                      <a:pt x="6" y="60"/>
                      <a:pt x="6" y="60"/>
                    </a:cubicBezTo>
                    <a:cubicBezTo>
                      <a:pt x="6" y="60"/>
                      <a:pt x="0" y="52"/>
                      <a:pt x="0" y="48"/>
                    </a:cubicBezTo>
                    <a:cubicBezTo>
                      <a:pt x="0" y="36"/>
                      <a:pt x="2" y="33"/>
                      <a:pt x="8" y="29"/>
                    </a:cubicBezTo>
                    <a:cubicBezTo>
                      <a:pt x="12" y="26"/>
                      <a:pt x="10" y="18"/>
                      <a:pt x="11" y="16"/>
                    </a:cubicBezTo>
                    <a:cubicBezTo>
                      <a:pt x="20" y="7"/>
                      <a:pt x="32" y="0"/>
                      <a:pt x="47" y="0"/>
                    </a:cubicBezTo>
                    <a:cubicBezTo>
                      <a:pt x="47" y="0"/>
                      <a:pt x="61" y="4"/>
                      <a:pt x="61" y="4"/>
                    </a:cubicBezTo>
                    <a:cubicBezTo>
                      <a:pt x="57" y="14"/>
                      <a:pt x="42" y="14"/>
                      <a:pt x="42" y="27"/>
                    </a:cubicBezTo>
                    <a:cubicBezTo>
                      <a:pt x="42" y="30"/>
                      <a:pt x="44" y="32"/>
                      <a:pt x="46" y="32"/>
                    </a:cubicBezTo>
                    <a:cubicBezTo>
                      <a:pt x="45" y="35"/>
                      <a:pt x="46" y="40"/>
                      <a:pt x="46" y="40"/>
                    </a:cubicBezTo>
                    <a:cubicBezTo>
                      <a:pt x="46" y="43"/>
                      <a:pt x="45" y="47"/>
                      <a:pt x="50" y="47"/>
                    </a:cubicBezTo>
                    <a:cubicBezTo>
                      <a:pt x="53" y="47"/>
                      <a:pt x="59" y="42"/>
                      <a:pt x="59" y="38"/>
                    </a:cubicBezTo>
                    <a:cubicBezTo>
                      <a:pt x="59" y="34"/>
                      <a:pt x="55" y="31"/>
                      <a:pt x="55" y="26"/>
                    </a:cubicBezTo>
                    <a:cubicBezTo>
                      <a:pt x="55" y="10"/>
                      <a:pt x="84" y="4"/>
                      <a:pt x="102" y="4"/>
                    </a:cubicBezTo>
                    <a:cubicBezTo>
                      <a:pt x="113" y="4"/>
                      <a:pt x="120" y="20"/>
                      <a:pt x="120" y="29"/>
                    </a:cubicBezTo>
                    <a:cubicBezTo>
                      <a:pt x="120" y="31"/>
                      <a:pt x="117" y="38"/>
                      <a:pt x="120" y="38"/>
                    </a:cubicBezTo>
                    <a:cubicBezTo>
                      <a:pt x="122" y="38"/>
                      <a:pt x="124" y="34"/>
                      <a:pt x="128" y="34"/>
                    </a:cubicBezTo>
                    <a:cubicBezTo>
                      <a:pt x="133" y="34"/>
                      <a:pt x="135" y="38"/>
                      <a:pt x="138" y="38"/>
                    </a:cubicBezTo>
                    <a:cubicBezTo>
                      <a:pt x="146" y="38"/>
                      <a:pt x="148" y="27"/>
                      <a:pt x="156" y="27"/>
                    </a:cubicBezTo>
                    <a:cubicBezTo>
                      <a:pt x="165" y="27"/>
                      <a:pt x="183" y="30"/>
                      <a:pt x="189" y="34"/>
                    </a:cubicBezTo>
                    <a:cubicBezTo>
                      <a:pt x="199" y="41"/>
                      <a:pt x="202" y="56"/>
                      <a:pt x="217" y="56"/>
                    </a:cubicBezTo>
                    <a:cubicBezTo>
                      <a:pt x="223" y="56"/>
                      <a:pt x="224" y="56"/>
                      <a:pt x="228" y="56"/>
                    </a:cubicBezTo>
                    <a:cubicBezTo>
                      <a:pt x="232" y="56"/>
                      <a:pt x="243" y="57"/>
                      <a:pt x="242" y="65"/>
                    </a:cubicBezTo>
                    <a:cubicBezTo>
                      <a:pt x="254" y="69"/>
                      <a:pt x="261" y="76"/>
                      <a:pt x="273" y="77"/>
                    </a:cubicBezTo>
                    <a:cubicBezTo>
                      <a:pt x="273" y="85"/>
                      <a:pt x="273" y="85"/>
                      <a:pt x="273" y="85"/>
                    </a:cubicBezTo>
                    <a:cubicBezTo>
                      <a:pt x="276" y="85"/>
                      <a:pt x="281" y="85"/>
                      <a:pt x="281" y="85"/>
                    </a:cubicBezTo>
                    <a:cubicBezTo>
                      <a:pt x="287" y="85"/>
                      <a:pt x="290" y="89"/>
                      <a:pt x="293" y="95"/>
                    </a:cubicBezTo>
                    <a:cubicBezTo>
                      <a:pt x="287" y="96"/>
                      <a:pt x="281" y="96"/>
                      <a:pt x="277" y="101"/>
                    </a:cubicBezTo>
                    <a:cubicBezTo>
                      <a:pt x="285" y="102"/>
                      <a:pt x="287" y="102"/>
                      <a:pt x="291" y="102"/>
                    </a:cubicBezTo>
                    <a:cubicBezTo>
                      <a:pt x="293" y="102"/>
                      <a:pt x="296" y="103"/>
                      <a:pt x="297" y="106"/>
                    </a:cubicBezTo>
                    <a:cubicBezTo>
                      <a:pt x="290" y="110"/>
                      <a:pt x="287" y="110"/>
                      <a:pt x="283" y="116"/>
                    </a:cubicBezTo>
                    <a:cubicBezTo>
                      <a:pt x="287" y="118"/>
                      <a:pt x="289" y="120"/>
                      <a:pt x="295" y="120"/>
                    </a:cubicBezTo>
                    <a:cubicBezTo>
                      <a:pt x="296" y="130"/>
                      <a:pt x="308" y="134"/>
                      <a:pt x="317" y="135"/>
                    </a:cubicBezTo>
                    <a:cubicBezTo>
                      <a:pt x="318" y="143"/>
                      <a:pt x="320" y="151"/>
                      <a:pt x="327" y="151"/>
                    </a:cubicBezTo>
                    <a:cubicBezTo>
                      <a:pt x="337" y="151"/>
                      <a:pt x="339" y="145"/>
                      <a:pt x="342" y="153"/>
                    </a:cubicBezTo>
                    <a:cubicBezTo>
                      <a:pt x="344" y="155"/>
                      <a:pt x="348" y="155"/>
                      <a:pt x="350" y="155"/>
                    </a:cubicBezTo>
                    <a:cubicBezTo>
                      <a:pt x="359" y="155"/>
                      <a:pt x="362" y="158"/>
                      <a:pt x="362" y="165"/>
                    </a:cubicBezTo>
                    <a:cubicBezTo>
                      <a:pt x="362" y="171"/>
                      <a:pt x="355" y="173"/>
                      <a:pt x="349" y="173"/>
                    </a:cubicBezTo>
                    <a:cubicBezTo>
                      <a:pt x="349" y="178"/>
                      <a:pt x="349" y="176"/>
                      <a:pt x="349" y="178"/>
                    </a:cubicBezTo>
                    <a:cubicBezTo>
                      <a:pt x="349" y="180"/>
                      <a:pt x="348" y="184"/>
                      <a:pt x="339" y="18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75" name="ï$ļiḓè"/>
              <p:cNvSpPr/>
              <p:nvPr/>
            </p:nvSpPr>
            <p:spPr bwMode="auto">
              <a:xfrm>
                <a:off x="3905609" y="2026547"/>
                <a:ext cx="17863" cy="15877"/>
              </a:xfrm>
              <a:custGeom>
                <a:avLst/>
                <a:gdLst/>
                <a:ahLst/>
                <a:cxnLst>
                  <a:cxn ang="0">
                    <a:pos x="10" y="6"/>
                  </a:cxn>
                  <a:cxn ang="0">
                    <a:pos x="0" y="6"/>
                  </a:cxn>
                  <a:cxn ang="0">
                    <a:pos x="10" y="6"/>
                  </a:cxn>
                </a:cxnLst>
                <a:rect l="0" t="0" r="r" b="b"/>
                <a:pathLst>
                  <a:path w="10" h="9">
                    <a:moveTo>
                      <a:pt x="10" y="6"/>
                    </a:moveTo>
                    <a:cubicBezTo>
                      <a:pt x="6" y="9"/>
                      <a:pt x="5" y="9"/>
                      <a:pt x="0" y="6"/>
                    </a:cubicBezTo>
                    <a:cubicBezTo>
                      <a:pt x="5" y="0"/>
                      <a:pt x="5" y="3"/>
                      <a:pt x="10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76" name="ïś1íḑè"/>
              <p:cNvSpPr/>
              <p:nvPr/>
            </p:nvSpPr>
            <p:spPr bwMode="auto">
              <a:xfrm>
                <a:off x="3782562" y="1943195"/>
                <a:ext cx="15877" cy="15877"/>
              </a:xfrm>
              <a:custGeom>
                <a:avLst/>
                <a:gdLst/>
                <a:ahLst/>
                <a:cxnLst>
                  <a:cxn ang="0">
                    <a:pos x="1" y="2"/>
                  </a:cxn>
                  <a:cxn ang="0">
                    <a:pos x="9" y="9"/>
                  </a:cxn>
                  <a:cxn ang="0">
                    <a:pos x="1" y="2"/>
                  </a:cxn>
                </a:cxnLst>
                <a:rect l="0" t="0" r="r" b="b"/>
                <a:pathLst>
                  <a:path w="9" h="9">
                    <a:moveTo>
                      <a:pt x="1" y="2"/>
                    </a:moveTo>
                    <a:cubicBezTo>
                      <a:pt x="6" y="0"/>
                      <a:pt x="6" y="5"/>
                      <a:pt x="9" y="9"/>
                    </a:cubicBezTo>
                    <a:cubicBezTo>
                      <a:pt x="4" y="9"/>
                      <a:pt x="0" y="5"/>
                      <a:pt x="1" y="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77" name="íŝ1iḓè"/>
              <p:cNvSpPr/>
              <p:nvPr/>
            </p:nvSpPr>
            <p:spPr bwMode="auto">
              <a:xfrm>
                <a:off x="3623790" y="1214858"/>
                <a:ext cx="643024" cy="337377"/>
              </a:xfrm>
              <a:custGeom>
                <a:avLst/>
                <a:gdLst/>
                <a:ahLst/>
                <a:cxnLst>
                  <a:cxn ang="0">
                    <a:pos x="307" y="16"/>
                  </a:cxn>
                  <a:cxn ang="0">
                    <a:pos x="350" y="9"/>
                  </a:cxn>
                  <a:cxn ang="0">
                    <a:pos x="386" y="28"/>
                  </a:cxn>
                  <a:cxn ang="0">
                    <a:pos x="313" y="51"/>
                  </a:cxn>
                  <a:cxn ang="0">
                    <a:pos x="295" y="74"/>
                  </a:cxn>
                  <a:cxn ang="0">
                    <a:pos x="231" y="108"/>
                  </a:cxn>
                  <a:cxn ang="0">
                    <a:pos x="216" y="118"/>
                  </a:cxn>
                  <a:cxn ang="0">
                    <a:pos x="216" y="137"/>
                  </a:cxn>
                  <a:cxn ang="0">
                    <a:pos x="174" y="157"/>
                  </a:cxn>
                  <a:cxn ang="0">
                    <a:pos x="158" y="184"/>
                  </a:cxn>
                  <a:cxn ang="0">
                    <a:pos x="176" y="188"/>
                  </a:cxn>
                  <a:cxn ang="0">
                    <a:pos x="126" y="197"/>
                  </a:cxn>
                  <a:cxn ang="0">
                    <a:pos x="80" y="201"/>
                  </a:cxn>
                  <a:cxn ang="0">
                    <a:pos x="33" y="197"/>
                  </a:cxn>
                  <a:cxn ang="0">
                    <a:pos x="60" y="176"/>
                  </a:cxn>
                  <a:cxn ang="0">
                    <a:pos x="57" y="158"/>
                  </a:cxn>
                  <a:cxn ang="0">
                    <a:pos x="92" y="170"/>
                  </a:cxn>
                  <a:cxn ang="0">
                    <a:pos x="66" y="148"/>
                  </a:cxn>
                  <a:cxn ang="0">
                    <a:pos x="55" y="151"/>
                  </a:cxn>
                  <a:cxn ang="0">
                    <a:pos x="68" y="131"/>
                  </a:cxn>
                  <a:cxn ang="0">
                    <a:pos x="62" y="97"/>
                  </a:cxn>
                  <a:cxn ang="0">
                    <a:pos x="67" y="89"/>
                  </a:cxn>
                  <a:cxn ang="0">
                    <a:pos x="97" y="90"/>
                  </a:cxn>
                  <a:cxn ang="0">
                    <a:pos x="108" y="91"/>
                  </a:cxn>
                  <a:cxn ang="0">
                    <a:pos x="133" y="86"/>
                  </a:cxn>
                  <a:cxn ang="0">
                    <a:pos x="147" y="74"/>
                  </a:cxn>
                  <a:cxn ang="0">
                    <a:pos x="99" y="81"/>
                  </a:cxn>
                  <a:cxn ang="0">
                    <a:pos x="72" y="76"/>
                  </a:cxn>
                  <a:cxn ang="0">
                    <a:pos x="57" y="81"/>
                  </a:cxn>
                  <a:cxn ang="0">
                    <a:pos x="44" y="67"/>
                  </a:cxn>
                  <a:cxn ang="0">
                    <a:pos x="51" y="53"/>
                  </a:cxn>
                  <a:cxn ang="0">
                    <a:pos x="25" y="60"/>
                  </a:cxn>
                  <a:cxn ang="0">
                    <a:pos x="29" y="49"/>
                  </a:cxn>
                  <a:cxn ang="0">
                    <a:pos x="9" y="52"/>
                  </a:cxn>
                  <a:cxn ang="0">
                    <a:pos x="44" y="36"/>
                  </a:cxn>
                  <a:cxn ang="0">
                    <a:pos x="57" y="32"/>
                  </a:cxn>
                  <a:cxn ang="0">
                    <a:pos x="104" y="32"/>
                  </a:cxn>
                  <a:cxn ang="0">
                    <a:pos x="135" y="11"/>
                  </a:cxn>
                  <a:cxn ang="0">
                    <a:pos x="196" y="6"/>
                  </a:cxn>
                  <a:cxn ang="0">
                    <a:pos x="218" y="8"/>
                  </a:cxn>
                  <a:cxn ang="0">
                    <a:pos x="245" y="3"/>
                  </a:cxn>
                  <a:cxn ang="0">
                    <a:pos x="315" y="11"/>
                  </a:cxn>
                </a:cxnLst>
                <a:rect l="0" t="0" r="r" b="b"/>
                <a:pathLst>
                  <a:path w="386" h="203">
                    <a:moveTo>
                      <a:pt x="315" y="11"/>
                    </a:moveTo>
                    <a:cubicBezTo>
                      <a:pt x="312" y="14"/>
                      <a:pt x="310" y="15"/>
                      <a:pt x="307" y="16"/>
                    </a:cubicBezTo>
                    <a:cubicBezTo>
                      <a:pt x="342" y="6"/>
                      <a:pt x="342" y="6"/>
                      <a:pt x="342" y="6"/>
                    </a:cubicBezTo>
                    <a:cubicBezTo>
                      <a:pt x="345" y="7"/>
                      <a:pt x="347" y="8"/>
                      <a:pt x="350" y="9"/>
                    </a:cubicBezTo>
                    <a:cubicBezTo>
                      <a:pt x="355" y="11"/>
                      <a:pt x="355" y="14"/>
                      <a:pt x="358" y="17"/>
                    </a:cubicBezTo>
                    <a:cubicBezTo>
                      <a:pt x="363" y="22"/>
                      <a:pt x="386" y="20"/>
                      <a:pt x="386" y="28"/>
                    </a:cubicBezTo>
                    <a:cubicBezTo>
                      <a:pt x="386" y="33"/>
                      <a:pt x="378" y="32"/>
                      <a:pt x="375" y="34"/>
                    </a:cubicBezTo>
                    <a:cubicBezTo>
                      <a:pt x="358" y="48"/>
                      <a:pt x="336" y="40"/>
                      <a:pt x="313" y="51"/>
                    </a:cubicBezTo>
                    <a:cubicBezTo>
                      <a:pt x="317" y="56"/>
                      <a:pt x="335" y="52"/>
                      <a:pt x="346" y="52"/>
                    </a:cubicBezTo>
                    <a:cubicBezTo>
                      <a:pt x="336" y="63"/>
                      <a:pt x="311" y="69"/>
                      <a:pt x="295" y="74"/>
                    </a:cubicBezTo>
                    <a:cubicBezTo>
                      <a:pt x="277" y="80"/>
                      <a:pt x="267" y="97"/>
                      <a:pt x="254" y="107"/>
                    </a:cubicBezTo>
                    <a:cubicBezTo>
                      <a:pt x="248" y="112"/>
                      <a:pt x="238" y="106"/>
                      <a:pt x="231" y="108"/>
                    </a:cubicBezTo>
                    <a:cubicBezTo>
                      <a:pt x="221" y="112"/>
                      <a:pt x="210" y="112"/>
                      <a:pt x="203" y="118"/>
                    </a:cubicBezTo>
                    <a:cubicBezTo>
                      <a:pt x="216" y="118"/>
                      <a:pt x="216" y="118"/>
                      <a:pt x="216" y="118"/>
                    </a:cubicBezTo>
                    <a:cubicBezTo>
                      <a:pt x="217" y="128"/>
                      <a:pt x="211" y="127"/>
                      <a:pt x="203" y="126"/>
                    </a:cubicBezTo>
                    <a:cubicBezTo>
                      <a:pt x="208" y="129"/>
                      <a:pt x="213" y="131"/>
                      <a:pt x="216" y="137"/>
                    </a:cubicBezTo>
                    <a:cubicBezTo>
                      <a:pt x="206" y="141"/>
                      <a:pt x="203" y="152"/>
                      <a:pt x="196" y="157"/>
                    </a:cubicBezTo>
                    <a:cubicBezTo>
                      <a:pt x="177" y="157"/>
                      <a:pt x="177" y="157"/>
                      <a:pt x="174" y="157"/>
                    </a:cubicBezTo>
                    <a:cubicBezTo>
                      <a:pt x="175" y="160"/>
                      <a:pt x="177" y="161"/>
                      <a:pt x="177" y="164"/>
                    </a:cubicBezTo>
                    <a:cubicBezTo>
                      <a:pt x="177" y="178"/>
                      <a:pt x="158" y="169"/>
                      <a:pt x="158" y="184"/>
                    </a:cubicBezTo>
                    <a:cubicBezTo>
                      <a:pt x="165" y="184"/>
                      <a:pt x="166" y="184"/>
                      <a:pt x="169" y="184"/>
                    </a:cubicBezTo>
                    <a:cubicBezTo>
                      <a:pt x="171" y="184"/>
                      <a:pt x="176" y="184"/>
                      <a:pt x="176" y="188"/>
                    </a:cubicBezTo>
                    <a:cubicBezTo>
                      <a:pt x="176" y="195"/>
                      <a:pt x="151" y="203"/>
                      <a:pt x="141" y="203"/>
                    </a:cubicBezTo>
                    <a:cubicBezTo>
                      <a:pt x="131" y="203"/>
                      <a:pt x="135" y="197"/>
                      <a:pt x="126" y="197"/>
                    </a:cubicBezTo>
                    <a:cubicBezTo>
                      <a:pt x="113" y="197"/>
                      <a:pt x="104" y="197"/>
                      <a:pt x="93" y="197"/>
                    </a:cubicBezTo>
                    <a:cubicBezTo>
                      <a:pt x="89" y="197"/>
                      <a:pt x="86" y="201"/>
                      <a:pt x="80" y="201"/>
                    </a:cubicBezTo>
                    <a:cubicBezTo>
                      <a:pt x="65" y="201"/>
                      <a:pt x="53" y="197"/>
                      <a:pt x="38" y="192"/>
                    </a:cubicBezTo>
                    <a:cubicBezTo>
                      <a:pt x="37" y="194"/>
                      <a:pt x="35" y="197"/>
                      <a:pt x="33" y="197"/>
                    </a:cubicBezTo>
                    <a:cubicBezTo>
                      <a:pt x="29" y="197"/>
                      <a:pt x="28" y="194"/>
                      <a:pt x="28" y="193"/>
                    </a:cubicBezTo>
                    <a:cubicBezTo>
                      <a:pt x="28" y="176"/>
                      <a:pt x="51" y="182"/>
                      <a:pt x="60" y="176"/>
                    </a:cubicBezTo>
                    <a:cubicBezTo>
                      <a:pt x="55" y="172"/>
                      <a:pt x="46" y="170"/>
                      <a:pt x="46" y="162"/>
                    </a:cubicBezTo>
                    <a:cubicBezTo>
                      <a:pt x="46" y="156"/>
                      <a:pt x="52" y="158"/>
                      <a:pt x="57" y="158"/>
                    </a:cubicBezTo>
                    <a:cubicBezTo>
                      <a:pt x="71" y="158"/>
                      <a:pt x="76" y="165"/>
                      <a:pt x="84" y="170"/>
                    </a:cubicBezTo>
                    <a:cubicBezTo>
                      <a:pt x="92" y="170"/>
                      <a:pt x="92" y="170"/>
                      <a:pt x="92" y="170"/>
                    </a:cubicBezTo>
                    <a:cubicBezTo>
                      <a:pt x="86" y="164"/>
                      <a:pt x="72" y="159"/>
                      <a:pt x="72" y="148"/>
                    </a:cubicBezTo>
                    <a:cubicBezTo>
                      <a:pt x="66" y="148"/>
                      <a:pt x="66" y="148"/>
                      <a:pt x="66" y="148"/>
                    </a:cubicBezTo>
                    <a:cubicBezTo>
                      <a:pt x="63" y="149"/>
                      <a:pt x="63" y="149"/>
                      <a:pt x="61" y="151"/>
                    </a:cubicBezTo>
                    <a:cubicBezTo>
                      <a:pt x="55" y="151"/>
                      <a:pt x="55" y="151"/>
                      <a:pt x="55" y="151"/>
                    </a:cubicBezTo>
                    <a:cubicBezTo>
                      <a:pt x="55" y="146"/>
                      <a:pt x="55" y="146"/>
                      <a:pt x="55" y="146"/>
                    </a:cubicBezTo>
                    <a:cubicBezTo>
                      <a:pt x="58" y="138"/>
                      <a:pt x="61" y="134"/>
                      <a:pt x="68" y="131"/>
                    </a:cubicBezTo>
                    <a:cubicBezTo>
                      <a:pt x="79" y="128"/>
                      <a:pt x="92" y="132"/>
                      <a:pt x="92" y="119"/>
                    </a:cubicBezTo>
                    <a:cubicBezTo>
                      <a:pt x="92" y="105"/>
                      <a:pt x="62" y="105"/>
                      <a:pt x="62" y="97"/>
                    </a:cubicBezTo>
                    <a:cubicBezTo>
                      <a:pt x="62" y="93"/>
                      <a:pt x="69" y="94"/>
                      <a:pt x="73" y="94"/>
                    </a:cubicBezTo>
                    <a:cubicBezTo>
                      <a:pt x="68" y="94"/>
                      <a:pt x="67" y="92"/>
                      <a:pt x="67" y="89"/>
                    </a:cubicBezTo>
                    <a:cubicBezTo>
                      <a:pt x="69" y="88"/>
                      <a:pt x="71" y="89"/>
                      <a:pt x="73" y="89"/>
                    </a:cubicBezTo>
                    <a:cubicBezTo>
                      <a:pt x="78" y="89"/>
                      <a:pt x="88" y="87"/>
                      <a:pt x="97" y="90"/>
                    </a:cubicBezTo>
                    <a:cubicBezTo>
                      <a:pt x="108" y="93"/>
                      <a:pt x="112" y="106"/>
                      <a:pt x="124" y="104"/>
                    </a:cubicBezTo>
                    <a:cubicBezTo>
                      <a:pt x="122" y="102"/>
                      <a:pt x="108" y="93"/>
                      <a:pt x="108" y="91"/>
                    </a:cubicBezTo>
                    <a:cubicBezTo>
                      <a:pt x="108" y="89"/>
                      <a:pt x="110" y="88"/>
                      <a:pt x="111" y="86"/>
                    </a:cubicBezTo>
                    <a:cubicBezTo>
                      <a:pt x="133" y="86"/>
                      <a:pt x="133" y="86"/>
                      <a:pt x="133" y="86"/>
                    </a:cubicBezTo>
                    <a:cubicBezTo>
                      <a:pt x="141" y="83"/>
                      <a:pt x="149" y="81"/>
                      <a:pt x="154" y="74"/>
                    </a:cubicBezTo>
                    <a:cubicBezTo>
                      <a:pt x="147" y="74"/>
                      <a:pt x="147" y="74"/>
                      <a:pt x="147" y="74"/>
                    </a:cubicBezTo>
                    <a:cubicBezTo>
                      <a:pt x="138" y="81"/>
                      <a:pt x="128" y="84"/>
                      <a:pt x="114" y="84"/>
                    </a:cubicBezTo>
                    <a:cubicBezTo>
                      <a:pt x="106" y="84"/>
                      <a:pt x="103" y="81"/>
                      <a:pt x="99" y="81"/>
                    </a:cubicBezTo>
                    <a:cubicBezTo>
                      <a:pt x="95" y="81"/>
                      <a:pt x="93" y="85"/>
                      <a:pt x="90" y="85"/>
                    </a:cubicBezTo>
                    <a:cubicBezTo>
                      <a:pt x="81" y="85"/>
                      <a:pt x="70" y="82"/>
                      <a:pt x="72" y="76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63" y="78"/>
                      <a:pt x="61" y="81"/>
                      <a:pt x="57" y="81"/>
                    </a:cubicBezTo>
                    <a:cubicBezTo>
                      <a:pt x="48" y="81"/>
                      <a:pt x="36" y="75"/>
                      <a:pt x="33" y="71"/>
                    </a:cubicBezTo>
                    <a:cubicBezTo>
                      <a:pt x="36" y="69"/>
                      <a:pt x="39" y="67"/>
                      <a:pt x="44" y="67"/>
                    </a:cubicBezTo>
                    <a:cubicBezTo>
                      <a:pt x="36" y="67"/>
                      <a:pt x="27" y="66"/>
                      <a:pt x="24" y="67"/>
                    </a:cubicBezTo>
                    <a:cubicBezTo>
                      <a:pt x="29" y="55"/>
                      <a:pt x="40" y="56"/>
                      <a:pt x="51" y="53"/>
                    </a:cubicBezTo>
                    <a:cubicBezTo>
                      <a:pt x="47" y="52"/>
                      <a:pt x="46" y="52"/>
                      <a:pt x="42" y="52"/>
                    </a:cubicBezTo>
                    <a:cubicBezTo>
                      <a:pt x="33" y="52"/>
                      <a:pt x="33" y="60"/>
                      <a:pt x="25" y="60"/>
                    </a:cubicBezTo>
                    <a:cubicBezTo>
                      <a:pt x="22" y="60"/>
                      <a:pt x="18" y="57"/>
                      <a:pt x="17" y="56"/>
                    </a:cubicBezTo>
                    <a:cubicBezTo>
                      <a:pt x="21" y="52"/>
                      <a:pt x="24" y="51"/>
                      <a:pt x="29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3" y="50"/>
                      <a:pt x="11" y="51"/>
                      <a:pt x="9" y="52"/>
                    </a:cubicBezTo>
                    <a:cubicBezTo>
                      <a:pt x="7" y="52"/>
                      <a:pt x="2" y="52"/>
                      <a:pt x="0" y="52"/>
                    </a:cubicBezTo>
                    <a:cubicBezTo>
                      <a:pt x="2" y="41"/>
                      <a:pt x="31" y="36"/>
                      <a:pt x="44" y="36"/>
                    </a:cubicBezTo>
                    <a:cubicBezTo>
                      <a:pt x="49" y="36"/>
                      <a:pt x="52" y="36"/>
                      <a:pt x="53" y="36"/>
                    </a:cubicBezTo>
                    <a:cubicBezTo>
                      <a:pt x="55" y="36"/>
                      <a:pt x="57" y="34"/>
                      <a:pt x="57" y="32"/>
                    </a:cubicBezTo>
                    <a:cubicBezTo>
                      <a:pt x="71" y="32"/>
                      <a:pt x="65" y="22"/>
                      <a:pt x="74" y="22"/>
                    </a:cubicBezTo>
                    <a:cubicBezTo>
                      <a:pt x="83" y="22"/>
                      <a:pt x="100" y="31"/>
                      <a:pt x="104" y="32"/>
                    </a:cubicBezTo>
                    <a:cubicBezTo>
                      <a:pt x="108" y="22"/>
                      <a:pt x="113" y="12"/>
                      <a:pt x="126" y="12"/>
                    </a:cubicBezTo>
                    <a:cubicBezTo>
                      <a:pt x="134" y="12"/>
                      <a:pt x="129" y="16"/>
                      <a:pt x="135" y="11"/>
                    </a:cubicBezTo>
                    <a:cubicBezTo>
                      <a:pt x="137" y="7"/>
                      <a:pt x="141" y="6"/>
                      <a:pt x="145" y="6"/>
                    </a:cubicBezTo>
                    <a:cubicBezTo>
                      <a:pt x="168" y="6"/>
                      <a:pt x="173" y="6"/>
                      <a:pt x="196" y="6"/>
                    </a:cubicBezTo>
                    <a:cubicBezTo>
                      <a:pt x="197" y="4"/>
                      <a:pt x="199" y="3"/>
                      <a:pt x="201" y="3"/>
                    </a:cubicBezTo>
                    <a:cubicBezTo>
                      <a:pt x="209" y="3"/>
                      <a:pt x="211" y="8"/>
                      <a:pt x="218" y="8"/>
                    </a:cubicBezTo>
                    <a:cubicBezTo>
                      <a:pt x="224" y="8"/>
                      <a:pt x="226" y="0"/>
                      <a:pt x="232" y="0"/>
                    </a:cubicBezTo>
                    <a:cubicBezTo>
                      <a:pt x="239" y="0"/>
                      <a:pt x="241" y="3"/>
                      <a:pt x="245" y="3"/>
                    </a:cubicBezTo>
                    <a:cubicBezTo>
                      <a:pt x="250" y="3"/>
                      <a:pt x="253" y="3"/>
                      <a:pt x="258" y="3"/>
                    </a:cubicBezTo>
                    <a:cubicBezTo>
                      <a:pt x="268" y="3"/>
                      <a:pt x="306" y="2"/>
                      <a:pt x="315" y="1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78" name="îṩļíḓé"/>
              <p:cNvSpPr/>
              <p:nvPr/>
            </p:nvSpPr>
            <p:spPr bwMode="auto">
              <a:xfrm>
                <a:off x="4026673" y="1183105"/>
                <a:ext cx="1258264" cy="956564"/>
              </a:xfrm>
              <a:custGeom>
                <a:avLst/>
                <a:gdLst/>
                <a:ahLst/>
                <a:cxnLst>
                  <a:cxn ang="0">
                    <a:pos x="280" y="372"/>
                  </a:cxn>
                  <a:cxn ang="0">
                    <a:pos x="267" y="360"/>
                  </a:cxn>
                  <a:cxn ang="0">
                    <a:pos x="228" y="336"/>
                  </a:cxn>
                  <a:cxn ang="0">
                    <a:pos x="215" y="302"/>
                  </a:cxn>
                  <a:cxn ang="0">
                    <a:pos x="109" y="219"/>
                  </a:cxn>
                  <a:cxn ang="0">
                    <a:pos x="73" y="223"/>
                  </a:cxn>
                  <a:cxn ang="0">
                    <a:pos x="43" y="217"/>
                  </a:cxn>
                  <a:cxn ang="0">
                    <a:pos x="19" y="202"/>
                  </a:cxn>
                  <a:cxn ang="0">
                    <a:pos x="51" y="190"/>
                  </a:cxn>
                  <a:cxn ang="0">
                    <a:pos x="64" y="180"/>
                  </a:cxn>
                  <a:cxn ang="0">
                    <a:pos x="0" y="166"/>
                  </a:cxn>
                  <a:cxn ang="0">
                    <a:pos x="84" y="141"/>
                  </a:cxn>
                  <a:cxn ang="0">
                    <a:pos x="72" y="102"/>
                  </a:cxn>
                  <a:cxn ang="0">
                    <a:pos x="144" y="59"/>
                  </a:cxn>
                  <a:cxn ang="0">
                    <a:pos x="237" y="56"/>
                  </a:cxn>
                  <a:cxn ang="0">
                    <a:pos x="260" y="53"/>
                  </a:cxn>
                  <a:cxn ang="0">
                    <a:pos x="274" y="38"/>
                  </a:cxn>
                  <a:cxn ang="0">
                    <a:pos x="309" y="36"/>
                  </a:cxn>
                  <a:cxn ang="0">
                    <a:pos x="355" y="15"/>
                  </a:cxn>
                  <a:cxn ang="0">
                    <a:pos x="391" y="13"/>
                  </a:cxn>
                  <a:cxn ang="0">
                    <a:pos x="534" y="0"/>
                  </a:cxn>
                  <a:cxn ang="0">
                    <a:pos x="594" y="48"/>
                  </a:cxn>
                  <a:cxn ang="0">
                    <a:pos x="570" y="75"/>
                  </a:cxn>
                  <a:cxn ang="0">
                    <a:pos x="603" y="102"/>
                  </a:cxn>
                  <a:cxn ang="0">
                    <a:pos x="684" y="66"/>
                  </a:cxn>
                  <a:cxn ang="0">
                    <a:pos x="730" y="51"/>
                  </a:cxn>
                  <a:cxn ang="0">
                    <a:pos x="702" y="94"/>
                  </a:cxn>
                  <a:cxn ang="0">
                    <a:pos x="691" y="114"/>
                  </a:cxn>
                  <a:cxn ang="0">
                    <a:pos x="654" y="150"/>
                  </a:cxn>
                  <a:cxn ang="0">
                    <a:pos x="677" y="178"/>
                  </a:cxn>
                  <a:cxn ang="0">
                    <a:pos x="657" y="202"/>
                  </a:cxn>
                  <a:cxn ang="0">
                    <a:pos x="669" y="236"/>
                  </a:cxn>
                  <a:cxn ang="0">
                    <a:pos x="673" y="260"/>
                  </a:cxn>
                  <a:cxn ang="0">
                    <a:pos x="633" y="295"/>
                  </a:cxn>
                  <a:cxn ang="0">
                    <a:pos x="637" y="305"/>
                  </a:cxn>
                  <a:cxn ang="0">
                    <a:pos x="601" y="297"/>
                  </a:cxn>
                  <a:cxn ang="0">
                    <a:pos x="633" y="358"/>
                  </a:cxn>
                  <a:cxn ang="0">
                    <a:pos x="596" y="347"/>
                  </a:cxn>
                  <a:cxn ang="0">
                    <a:pos x="616" y="375"/>
                  </a:cxn>
                  <a:cxn ang="0">
                    <a:pos x="518" y="408"/>
                  </a:cxn>
                  <a:cxn ang="0">
                    <a:pos x="483" y="445"/>
                  </a:cxn>
                  <a:cxn ang="0">
                    <a:pos x="443" y="449"/>
                  </a:cxn>
                  <a:cxn ang="0">
                    <a:pos x="402" y="485"/>
                  </a:cxn>
                  <a:cxn ang="0">
                    <a:pos x="384" y="523"/>
                  </a:cxn>
                  <a:cxn ang="0">
                    <a:pos x="362" y="571"/>
                  </a:cxn>
                  <a:cxn ang="0">
                    <a:pos x="313" y="560"/>
                  </a:cxn>
                  <a:cxn ang="0">
                    <a:pos x="270" y="499"/>
                  </a:cxn>
                  <a:cxn ang="0">
                    <a:pos x="256" y="475"/>
                  </a:cxn>
                  <a:cxn ang="0">
                    <a:pos x="237" y="438"/>
                  </a:cxn>
                  <a:cxn ang="0">
                    <a:pos x="255" y="403"/>
                  </a:cxn>
                </a:cxnLst>
                <a:rect l="0" t="0" r="r" b="b"/>
                <a:pathLst>
                  <a:path w="756" h="575">
                    <a:moveTo>
                      <a:pt x="255" y="403"/>
                    </a:moveTo>
                    <a:cubicBezTo>
                      <a:pt x="261" y="400"/>
                      <a:pt x="261" y="400"/>
                      <a:pt x="267" y="402"/>
                    </a:cubicBezTo>
                    <a:cubicBezTo>
                      <a:pt x="270" y="389"/>
                      <a:pt x="276" y="385"/>
                      <a:pt x="280" y="372"/>
                    </a:cubicBezTo>
                    <a:cubicBezTo>
                      <a:pt x="266" y="368"/>
                      <a:pt x="234" y="366"/>
                      <a:pt x="233" y="353"/>
                    </a:cubicBezTo>
                    <a:cubicBezTo>
                      <a:pt x="237" y="352"/>
                      <a:pt x="236" y="353"/>
                      <a:pt x="240" y="353"/>
                    </a:cubicBezTo>
                    <a:cubicBezTo>
                      <a:pt x="250" y="353"/>
                      <a:pt x="256" y="360"/>
                      <a:pt x="267" y="360"/>
                    </a:cubicBezTo>
                    <a:cubicBezTo>
                      <a:pt x="271" y="360"/>
                      <a:pt x="271" y="356"/>
                      <a:pt x="271" y="353"/>
                    </a:cubicBezTo>
                    <a:cubicBezTo>
                      <a:pt x="258" y="349"/>
                      <a:pt x="254" y="328"/>
                      <a:pt x="239" y="328"/>
                    </a:cubicBezTo>
                    <a:cubicBezTo>
                      <a:pt x="235" y="328"/>
                      <a:pt x="234" y="336"/>
                      <a:pt x="228" y="336"/>
                    </a:cubicBezTo>
                    <a:cubicBezTo>
                      <a:pt x="220" y="336"/>
                      <a:pt x="216" y="335"/>
                      <a:pt x="216" y="328"/>
                    </a:cubicBezTo>
                    <a:cubicBezTo>
                      <a:pt x="216" y="318"/>
                      <a:pt x="226" y="319"/>
                      <a:pt x="226" y="309"/>
                    </a:cubicBezTo>
                    <a:cubicBezTo>
                      <a:pt x="226" y="303"/>
                      <a:pt x="219" y="302"/>
                      <a:pt x="215" y="302"/>
                    </a:cubicBezTo>
                    <a:cubicBezTo>
                      <a:pt x="215" y="295"/>
                      <a:pt x="215" y="295"/>
                      <a:pt x="215" y="295"/>
                    </a:cubicBezTo>
                    <a:cubicBezTo>
                      <a:pt x="203" y="257"/>
                      <a:pt x="172" y="219"/>
                      <a:pt x="122" y="219"/>
                    </a:cubicBezTo>
                    <a:cubicBezTo>
                      <a:pt x="115" y="219"/>
                      <a:pt x="113" y="219"/>
                      <a:pt x="109" y="219"/>
                    </a:cubicBezTo>
                    <a:cubicBezTo>
                      <a:pt x="103" y="219"/>
                      <a:pt x="101" y="224"/>
                      <a:pt x="95" y="224"/>
                    </a:cubicBezTo>
                    <a:cubicBezTo>
                      <a:pt x="91" y="224"/>
                      <a:pt x="87" y="221"/>
                      <a:pt x="82" y="221"/>
                    </a:cubicBezTo>
                    <a:cubicBezTo>
                      <a:pt x="77" y="221"/>
                      <a:pt x="75" y="222"/>
                      <a:pt x="73" y="223"/>
                    </a:cubicBezTo>
                    <a:cubicBezTo>
                      <a:pt x="74" y="224"/>
                      <a:pt x="76" y="226"/>
                      <a:pt x="77" y="226"/>
                    </a:cubicBezTo>
                    <a:cubicBezTo>
                      <a:pt x="75" y="229"/>
                      <a:pt x="75" y="228"/>
                      <a:pt x="72" y="228"/>
                    </a:cubicBezTo>
                    <a:cubicBezTo>
                      <a:pt x="62" y="228"/>
                      <a:pt x="48" y="224"/>
                      <a:pt x="43" y="217"/>
                    </a:cubicBezTo>
                    <a:cubicBezTo>
                      <a:pt x="47" y="214"/>
                      <a:pt x="50" y="214"/>
                      <a:pt x="52" y="210"/>
                    </a:cubicBezTo>
                    <a:cubicBezTo>
                      <a:pt x="45" y="207"/>
                      <a:pt x="39" y="202"/>
                      <a:pt x="34" y="202"/>
                    </a:cubicBezTo>
                    <a:cubicBezTo>
                      <a:pt x="24" y="202"/>
                      <a:pt x="27" y="206"/>
                      <a:pt x="19" y="202"/>
                    </a:cubicBezTo>
                    <a:cubicBezTo>
                      <a:pt x="19" y="196"/>
                      <a:pt x="28" y="194"/>
                      <a:pt x="32" y="194"/>
                    </a:cubicBezTo>
                    <a:cubicBezTo>
                      <a:pt x="37" y="194"/>
                      <a:pt x="40" y="194"/>
                      <a:pt x="43" y="194"/>
                    </a:cubicBezTo>
                    <a:cubicBezTo>
                      <a:pt x="47" y="194"/>
                      <a:pt x="49" y="193"/>
                      <a:pt x="51" y="190"/>
                    </a:cubicBezTo>
                    <a:cubicBezTo>
                      <a:pt x="76" y="190"/>
                      <a:pt x="76" y="190"/>
                      <a:pt x="76" y="190"/>
                    </a:cubicBezTo>
                    <a:cubicBezTo>
                      <a:pt x="80" y="187"/>
                      <a:pt x="80" y="185"/>
                      <a:pt x="82" y="180"/>
                    </a:cubicBezTo>
                    <a:cubicBezTo>
                      <a:pt x="64" y="180"/>
                      <a:pt x="64" y="180"/>
                      <a:pt x="64" y="180"/>
                    </a:cubicBezTo>
                    <a:cubicBezTo>
                      <a:pt x="63" y="183"/>
                      <a:pt x="62" y="185"/>
                      <a:pt x="60" y="185"/>
                    </a:cubicBezTo>
                    <a:cubicBezTo>
                      <a:pt x="53" y="185"/>
                      <a:pt x="50" y="185"/>
                      <a:pt x="44" y="185"/>
                    </a:cubicBezTo>
                    <a:cubicBezTo>
                      <a:pt x="42" y="185"/>
                      <a:pt x="0" y="173"/>
                      <a:pt x="0" y="166"/>
                    </a:cubicBezTo>
                    <a:cubicBezTo>
                      <a:pt x="0" y="152"/>
                      <a:pt x="16" y="157"/>
                      <a:pt x="25" y="154"/>
                    </a:cubicBezTo>
                    <a:cubicBezTo>
                      <a:pt x="33" y="151"/>
                      <a:pt x="38" y="146"/>
                      <a:pt x="46" y="144"/>
                    </a:cubicBezTo>
                    <a:cubicBezTo>
                      <a:pt x="58" y="140"/>
                      <a:pt x="74" y="146"/>
                      <a:pt x="84" y="141"/>
                    </a:cubicBezTo>
                    <a:cubicBezTo>
                      <a:pt x="91" y="136"/>
                      <a:pt x="96" y="128"/>
                      <a:pt x="96" y="117"/>
                    </a:cubicBezTo>
                    <a:cubicBezTo>
                      <a:pt x="88" y="116"/>
                      <a:pt x="63" y="117"/>
                      <a:pt x="63" y="109"/>
                    </a:cubicBezTo>
                    <a:cubicBezTo>
                      <a:pt x="63" y="105"/>
                      <a:pt x="69" y="102"/>
                      <a:pt x="72" y="102"/>
                    </a:cubicBezTo>
                    <a:cubicBezTo>
                      <a:pt x="87" y="97"/>
                      <a:pt x="106" y="86"/>
                      <a:pt x="115" y="78"/>
                    </a:cubicBezTo>
                    <a:cubicBezTo>
                      <a:pt x="119" y="80"/>
                      <a:pt x="122" y="81"/>
                      <a:pt x="127" y="81"/>
                    </a:cubicBezTo>
                    <a:cubicBezTo>
                      <a:pt x="142" y="81"/>
                      <a:pt x="130" y="61"/>
                      <a:pt x="144" y="59"/>
                    </a:cubicBezTo>
                    <a:cubicBezTo>
                      <a:pt x="162" y="57"/>
                      <a:pt x="169" y="52"/>
                      <a:pt x="185" y="52"/>
                    </a:cubicBezTo>
                    <a:cubicBezTo>
                      <a:pt x="198" y="49"/>
                      <a:pt x="206" y="42"/>
                      <a:pt x="218" y="42"/>
                    </a:cubicBezTo>
                    <a:cubicBezTo>
                      <a:pt x="226" y="42"/>
                      <a:pt x="229" y="56"/>
                      <a:pt x="237" y="56"/>
                    </a:cubicBezTo>
                    <a:cubicBezTo>
                      <a:pt x="237" y="52"/>
                      <a:pt x="235" y="50"/>
                      <a:pt x="235" y="47"/>
                    </a:cubicBezTo>
                    <a:cubicBezTo>
                      <a:pt x="239" y="42"/>
                      <a:pt x="239" y="42"/>
                      <a:pt x="239" y="42"/>
                    </a:cubicBezTo>
                    <a:cubicBezTo>
                      <a:pt x="244" y="51"/>
                      <a:pt x="252" y="50"/>
                      <a:pt x="260" y="53"/>
                    </a:cubicBezTo>
                    <a:cubicBezTo>
                      <a:pt x="262" y="53"/>
                      <a:pt x="267" y="53"/>
                      <a:pt x="267" y="53"/>
                    </a:cubicBezTo>
                    <a:cubicBezTo>
                      <a:pt x="266" y="50"/>
                      <a:pt x="263" y="47"/>
                      <a:pt x="263" y="44"/>
                    </a:cubicBezTo>
                    <a:cubicBezTo>
                      <a:pt x="263" y="38"/>
                      <a:pt x="270" y="38"/>
                      <a:pt x="274" y="38"/>
                    </a:cubicBezTo>
                    <a:cubicBezTo>
                      <a:pt x="293" y="38"/>
                      <a:pt x="303" y="48"/>
                      <a:pt x="314" y="53"/>
                    </a:cubicBezTo>
                    <a:cubicBezTo>
                      <a:pt x="334" y="53"/>
                      <a:pt x="334" y="53"/>
                      <a:pt x="334" y="53"/>
                    </a:cubicBezTo>
                    <a:cubicBezTo>
                      <a:pt x="327" y="50"/>
                      <a:pt x="309" y="44"/>
                      <a:pt x="309" y="36"/>
                    </a:cubicBezTo>
                    <a:cubicBezTo>
                      <a:pt x="309" y="29"/>
                      <a:pt x="322" y="31"/>
                      <a:pt x="326" y="30"/>
                    </a:cubicBezTo>
                    <a:cubicBezTo>
                      <a:pt x="323" y="27"/>
                      <a:pt x="320" y="27"/>
                      <a:pt x="318" y="24"/>
                    </a:cubicBezTo>
                    <a:cubicBezTo>
                      <a:pt x="330" y="18"/>
                      <a:pt x="341" y="15"/>
                      <a:pt x="355" y="15"/>
                    </a:cubicBezTo>
                    <a:cubicBezTo>
                      <a:pt x="366" y="15"/>
                      <a:pt x="373" y="15"/>
                      <a:pt x="382" y="18"/>
                    </a:cubicBezTo>
                    <a:cubicBezTo>
                      <a:pt x="391" y="18"/>
                      <a:pt x="391" y="18"/>
                      <a:pt x="391" y="18"/>
                    </a:cubicBezTo>
                    <a:cubicBezTo>
                      <a:pt x="391" y="13"/>
                      <a:pt x="391" y="13"/>
                      <a:pt x="391" y="13"/>
                    </a:cubicBezTo>
                    <a:cubicBezTo>
                      <a:pt x="398" y="12"/>
                      <a:pt x="402" y="13"/>
                      <a:pt x="409" y="13"/>
                    </a:cubicBezTo>
                    <a:cubicBezTo>
                      <a:pt x="430" y="13"/>
                      <a:pt x="447" y="0"/>
                      <a:pt x="470" y="0"/>
                    </a:cubicBezTo>
                    <a:cubicBezTo>
                      <a:pt x="495" y="0"/>
                      <a:pt x="512" y="0"/>
                      <a:pt x="534" y="0"/>
                    </a:cubicBezTo>
                    <a:cubicBezTo>
                      <a:pt x="560" y="0"/>
                      <a:pt x="579" y="17"/>
                      <a:pt x="600" y="26"/>
                    </a:cubicBezTo>
                    <a:cubicBezTo>
                      <a:pt x="612" y="31"/>
                      <a:pt x="627" y="28"/>
                      <a:pt x="638" y="30"/>
                    </a:cubicBezTo>
                    <a:cubicBezTo>
                      <a:pt x="636" y="46"/>
                      <a:pt x="606" y="44"/>
                      <a:pt x="594" y="48"/>
                    </a:cubicBezTo>
                    <a:cubicBezTo>
                      <a:pt x="497" y="53"/>
                      <a:pt x="497" y="53"/>
                      <a:pt x="497" y="53"/>
                    </a:cubicBezTo>
                    <a:cubicBezTo>
                      <a:pt x="505" y="59"/>
                      <a:pt x="579" y="50"/>
                      <a:pt x="587" y="53"/>
                    </a:cubicBezTo>
                    <a:cubicBezTo>
                      <a:pt x="586" y="57"/>
                      <a:pt x="567" y="75"/>
                      <a:pt x="570" y="75"/>
                    </a:cubicBezTo>
                    <a:cubicBezTo>
                      <a:pt x="581" y="75"/>
                      <a:pt x="607" y="50"/>
                      <a:pt x="622" y="50"/>
                    </a:cubicBezTo>
                    <a:cubicBezTo>
                      <a:pt x="630" y="50"/>
                      <a:pt x="633" y="57"/>
                      <a:pt x="633" y="64"/>
                    </a:cubicBezTo>
                    <a:cubicBezTo>
                      <a:pt x="633" y="67"/>
                      <a:pt x="605" y="97"/>
                      <a:pt x="603" y="102"/>
                    </a:cubicBezTo>
                    <a:cubicBezTo>
                      <a:pt x="615" y="99"/>
                      <a:pt x="637" y="70"/>
                      <a:pt x="644" y="64"/>
                    </a:cubicBezTo>
                    <a:cubicBezTo>
                      <a:pt x="655" y="64"/>
                      <a:pt x="674" y="64"/>
                      <a:pt x="674" y="64"/>
                    </a:cubicBezTo>
                    <a:cubicBezTo>
                      <a:pt x="674" y="64"/>
                      <a:pt x="682" y="66"/>
                      <a:pt x="684" y="66"/>
                    </a:cubicBezTo>
                    <a:cubicBezTo>
                      <a:pt x="692" y="63"/>
                      <a:pt x="693" y="60"/>
                      <a:pt x="700" y="57"/>
                    </a:cubicBezTo>
                    <a:cubicBezTo>
                      <a:pt x="721" y="57"/>
                      <a:pt x="721" y="57"/>
                      <a:pt x="721" y="57"/>
                    </a:cubicBezTo>
                    <a:cubicBezTo>
                      <a:pt x="723" y="52"/>
                      <a:pt x="726" y="51"/>
                      <a:pt x="730" y="51"/>
                    </a:cubicBezTo>
                    <a:cubicBezTo>
                      <a:pt x="736" y="51"/>
                      <a:pt x="756" y="61"/>
                      <a:pt x="756" y="67"/>
                    </a:cubicBezTo>
                    <a:cubicBezTo>
                      <a:pt x="756" y="72"/>
                      <a:pt x="748" y="76"/>
                      <a:pt x="745" y="77"/>
                    </a:cubicBezTo>
                    <a:cubicBezTo>
                      <a:pt x="731" y="82"/>
                      <a:pt x="722" y="94"/>
                      <a:pt x="702" y="94"/>
                    </a:cubicBezTo>
                    <a:cubicBezTo>
                      <a:pt x="707" y="97"/>
                      <a:pt x="708" y="97"/>
                      <a:pt x="711" y="94"/>
                    </a:cubicBezTo>
                    <a:cubicBezTo>
                      <a:pt x="711" y="107"/>
                      <a:pt x="699" y="107"/>
                      <a:pt x="691" y="109"/>
                    </a:cubicBezTo>
                    <a:cubicBezTo>
                      <a:pt x="694" y="115"/>
                      <a:pt x="691" y="110"/>
                      <a:pt x="691" y="114"/>
                    </a:cubicBezTo>
                    <a:cubicBezTo>
                      <a:pt x="691" y="121"/>
                      <a:pt x="680" y="123"/>
                      <a:pt x="671" y="125"/>
                    </a:cubicBezTo>
                    <a:cubicBezTo>
                      <a:pt x="672" y="130"/>
                      <a:pt x="671" y="130"/>
                      <a:pt x="671" y="132"/>
                    </a:cubicBezTo>
                    <a:cubicBezTo>
                      <a:pt x="671" y="141"/>
                      <a:pt x="662" y="144"/>
                      <a:pt x="654" y="150"/>
                    </a:cubicBezTo>
                    <a:cubicBezTo>
                      <a:pt x="648" y="154"/>
                      <a:pt x="649" y="165"/>
                      <a:pt x="646" y="169"/>
                    </a:cubicBezTo>
                    <a:cubicBezTo>
                      <a:pt x="651" y="172"/>
                      <a:pt x="655" y="169"/>
                      <a:pt x="659" y="169"/>
                    </a:cubicBezTo>
                    <a:cubicBezTo>
                      <a:pt x="667" y="169"/>
                      <a:pt x="673" y="174"/>
                      <a:pt x="677" y="178"/>
                    </a:cubicBezTo>
                    <a:cubicBezTo>
                      <a:pt x="675" y="179"/>
                      <a:pt x="672" y="180"/>
                      <a:pt x="669" y="180"/>
                    </a:cubicBezTo>
                    <a:cubicBezTo>
                      <a:pt x="671" y="187"/>
                      <a:pt x="688" y="185"/>
                      <a:pt x="688" y="196"/>
                    </a:cubicBezTo>
                    <a:cubicBezTo>
                      <a:pt x="688" y="206"/>
                      <a:pt x="665" y="202"/>
                      <a:pt x="657" y="202"/>
                    </a:cubicBezTo>
                    <a:cubicBezTo>
                      <a:pt x="652" y="202"/>
                      <a:pt x="648" y="206"/>
                      <a:pt x="648" y="209"/>
                    </a:cubicBezTo>
                    <a:cubicBezTo>
                      <a:pt x="648" y="217"/>
                      <a:pt x="656" y="217"/>
                      <a:pt x="663" y="217"/>
                    </a:cubicBezTo>
                    <a:cubicBezTo>
                      <a:pt x="663" y="226"/>
                      <a:pt x="669" y="229"/>
                      <a:pt x="669" y="236"/>
                    </a:cubicBezTo>
                    <a:cubicBezTo>
                      <a:pt x="669" y="239"/>
                      <a:pt x="667" y="243"/>
                      <a:pt x="669" y="245"/>
                    </a:cubicBezTo>
                    <a:cubicBezTo>
                      <a:pt x="662" y="245"/>
                      <a:pt x="655" y="245"/>
                      <a:pt x="655" y="251"/>
                    </a:cubicBezTo>
                    <a:cubicBezTo>
                      <a:pt x="655" y="258"/>
                      <a:pt x="667" y="258"/>
                      <a:pt x="673" y="260"/>
                    </a:cubicBezTo>
                    <a:cubicBezTo>
                      <a:pt x="670" y="267"/>
                      <a:pt x="661" y="271"/>
                      <a:pt x="653" y="272"/>
                    </a:cubicBezTo>
                    <a:cubicBezTo>
                      <a:pt x="653" y="275"/>
                      <a:pt x="655" y="277"/>
                      <a:pt x="657" y="278"/>
                    </a:cubicBezTo>
                    <a:cubicBezTo>
                      <a:pt x="654" y="292"/>
                      <a:pt x="637" y="286"/>
                      <a:pt x="633" y="295"/>
                    </a:cubicBezTo>
                    <a:cubicBezTo>
                      <a:pt x="628" y="292"/>
                      <a:pt x="623" y="290"/>
                      <a:pt x="620" y="285"/>
                    </a:cubicBezTo>
                    <a:cubicBezTo>
                      <a:pt x="613" y="285"/>
                      <a:pt x="613" y="285"/>
                      <a:pt x="613" y="285"/>
                    </a:cubicBezTo>
                    <a:cubicBezTo>
                      <a:pt x="618" y="297"/>
                      <a:pt x="637" y="293"/>
                      <a:pt x="637" y="305"/>
                    </a:cubicBezTo>
                    <a:cubicBezTo>
                      <a:pt x="637" y="310"/>
                      <a:pt x="636" y="317"/>
                      <a:pt x="631" y="317"/>
                    </a:cubicBezTo>
                    <a:cubicBezTo>
                      <a:pt x="623" y="317"/>
                      <a:pt x="609" y="306"/>
                      <a:pt x="607" y="297"/>
                    </a:cubicBezTo>
                    <a:cubicBezTo>
                      <a:pt x="603" y="298"/>
                      <a:pt x="602" y="297"/>
                      <a:pt x="601" y="297"/>
                    </a:cubicBezTo>
                    <a:cubicBezTo>
                      <a:pt x="601" y="304"/>
                      <a:pt x="601" y="304"/>
                      <a:pt x="601" y="304"/>
                    </a:cubicBezTo>
                    <a:cubicBezTo>
                      <a:pt x="617" y="320"/>
                      <a:pt x="645" y="327"/>
                      <a:pt x="645" y="352"/>
                    </a:cubicBezTo>
                    <a:cubicBezTo>
                      <a:pt x="645" y="357"/>
                      <a:pt x="638" y="358"/>
                      <a:pt x="633" y="358"/>
                    </a:cubicBezTo>
                    <a:cubicBezTo>
                      <a:pt x="612" y="358"/>
                      <a:pt x="617" y="336"/>
                      <a:pt x="599" y="336"/>
                    </a:cubicBezTo>
                    <a:cubicBezTo>
                      <a:pt x="596" y="336"/>
                      <a:pt x="594" y="337"/>
                      <a:pt x="592" y="336"/>
                    </a:cubicBezTo>
                    <a:cubicBezTo>
                      <a:pt x="592" y="342"/>
                      <a:pt x="596" y="343"/>
                      <a:pt x="596" y="347"/>
                    </a:cubicBezTo>
                    <a:cubicBezTo>
                      <a:pt x="596" y="351"/>
                      <a:pt x="589" y="352"/>
                      <a:pt x="587" y="352"/>
                    </a:cubicBezTo>
                    <a:cubicBezTo>
                      <a:pt x="587" y="366"/>
                      <a:pt x="626" y="364"/>
                      <a:pt x="635" y="367"/>
                    </a:cubicBezTo>
                    <a:cubicBezTo>
                      <a:pt x="629" y="372"/>
                      <a:pt x="624" y="373"/>
                      <a:pt x="616" y="375"/>
                    </a:cubicBezTo>
                    <a:cubicBezTo>
                      <a:pt x="602" y="380"/>
                      <a:pt x="597" y="393"/>
                      <a:pt x="584" y="397"/>
                    </a:cubicBezTo>
                    <a:cubicBezTo>
                      <a:pt x="569" y="402"/>
                      <a:pt x="556" y="400"/>
                      <a:pt x="539" y="408"/>
                    </a:cubicBezTo>
                    <a:cubicBezTo>
                      <a:pt x="518" y="408"/>
                      <a:pt x="518" y="408"/>
                      <a:pt x="518" y="408"/>
                    </a:cubicBezTo>
                    <a:cubicBezTo>
                      <a:pt x="514" y="410"/>
                      <a:pt x="510" y="412"/>
                      <a:pt x="510" y="415"/>
                    </a:cubicBezTo>
                    <a:cubicBezTo>
                      <a:pt x="498" y="423"/>
                      <a:pt x="498" y="423"/>
                      <a:pt x="498" y="423"/>
                    </a:cubicBezTo>
                    <a:cubicBezTo>
                      <a:pt x="490" y="430"/>
                      <a:pt x="490" y="438"/>
                      <a:pt x="483" y="445"/>
                    </a:cubicBezTo>
                    <a:cubicBezTo>
                      <a:pt x="474" y="454"/>
                      <a:pt x="459" y="452"/>
                      <a:pt x="450" y="458"/>
                    </a:cubicBezTo>
                    <a:cubicBezTo>
                      <a:pt x="443" y="458"/>
                      <a:pt x="443" y="458"/>
                      <a:pt x="443" y="458"/>
                    </a:cubicBezTo>
                    <a:cubicBezTo>
                      <a:pt x="443" y="449"/>
                      <a:pt x="443" y="449"/>
                      <a:pt x="443" y="449"/>
                    </a:cubicBezTo>
                    <a:cubicBezTo>
                      <a:pt x="437" y="452"/>
                      <a:pt x="438" y="457"/>
                      <a:pt x="435" y="460"/>
                    </a:cubicBezTo>
                    <a:cubicBezTo>
                      <a:pt x="425" y="470"/>
                      <a:pt x="401" y="466"/>
                      <a:pt x="401" y="480"/>
                    </a:cubicBezTo>
                    <a:cubicBezTo>
                      <a:pt x="401" y="482"/>
                      <a:pt x="402" y="483"/>
                      <a:pt x="402" y="485"/>
                    </a:cubicBezTo>
                    <a:cubicBezTo>
                      <a:pt x="401" y="486"/>
                      <a:pt x="399" y="488"/>
                      <a:pt x="399" y="490"/>
                    </a:cubicBezTo>
                    <a:cubicBezTo>
                      <a:pt x="399" y="493"/>
                      <a:pt x="405" y="495"/>
                      <a:pt x="405" y="500"/>
                    </a:cubicBezTo>
                    <a:cubicBezTo>
                      <a:pt x="405" y="515"/>
                      <a:pt x="384" y="510"/>
                      <a:pt x="384" y="523"/>
                    </a:cubicBezTo>
                    <a:cubicBezTo>
                      <a:pt x="384" y="531"/>
                      <a:pt x="383" y="543"/>
                      <a:pt x="384" y="547"/>
                    </a:cubicBezTo>
                    <a:cubicBezTo>
                      <a:pt x="374" y="552"/>
                      <a:pt x="379" y="575"/>
                      <a:pt x="367" y="575"/>
                    </a:cubicBezTo>
                    <a:cubicBezTo>
                      <a:pt x="364" y="575"/>
                      <a:pt x="363" y="573"/>
                      <a:pt x="362" y="571"/>
                    </a:cubicBezTo>
                    <a:cubicBezTo>
                      <a:pt x="356" y="571"/>
                      <a:pt x="356" y="574"/>
                      <a:pt x="353" y="574"/>
                    </a:cubicBezTo>
                    <a:cubicBezTo>
                      <a:pt x="342" y="574"/>
                      <a:pt x="343" y="554"/>
                      <a:pt x="332" y="554"/>
                    </a:cubicBezTo>
                    <a:cubicBezTo>
                      <a:pt x="326" y="554"/>
                      <a:pt x="319" y="559"/>
                      <a:pt x="313" y="560"/>
                    </a:cubicBezTo>
                    <a:cubicBezTo>
                      <a:pt x="310" y="550"/>
                      <a:pt x="306" y="553"/>
                      <a:pt x="299" y="547"/>
                    </a:cubicBezTo>
                    <a:cubicBezTo>
                      <a:pt x="296" y="546"/>
                      <a:pt x="297" y="539"/>
                      <a:pt x="296" y="539"/>
                    </a:cubicBezTo>
                    <a:cubicBezTo>
                      <a:pt x="287" y="531"/>
                      <a:pt x="270" y="512"/>
                      <a:pt x="270" y="499"/>
                    </a:cubicBezTo>
                    <a:cubicBezTo>
                      <a:pt x="270" y="493"/>
                      <a:pt x="274" y="494"/>
                      <a:pt x="277" y="490"/>
                    </a:cubicBezTo>
                    <a:cubicBezTo>
                      <a:pt x="270" y="482"/>
                      <a:pt x="268" y="493"/>
                      <a:pt x="260" y="489"/>
                    </a:cubicBezTo>
                    <a:cubicBezTo>
                      <a:pt x="259" y="487"/>
                      <a:pt x="257" y="479"/>
                      <a:pt x="256" y="475"/>
                    </a:cubicBezTo>
                    <a:cubicBezTo>
                      <a:pt x="253" y="466"/>
                      <a:pt x="241" y="461"/>
                      <a:pt x="241" y="449"/>
                    </a:cubicBezTo>
                    <a:cubicBezTo>
                      <a:pt x="241" y="445"/>
                      <a:pt x="244" y="443"/>
                      <a:pt x="246" y="438"/>
                    </a:cubicBezTo>
                    <a:cubicBezTo>
                      <a:pt x="243" y="437"/>
                      <a:pt x="240" y="436"/>
                      <a:pt x="237" y="438"/>
                    </a:cubicBezTo>
                    <a:cubicBezTo>
                      <a:pt x="237" y="428"/>
                      <a:pt x="237" y="428"/>
                      <a:pt x="237" y="428"/>
                    </a:cubicBezTo>
                    <a:cubicBezTo>
                      <a:pt x="243" y="420"/>
                      <a:pt x="246" y="411"/>
                      <a:pt x="255" y="404"/>
                    </a:cubicBezTo>
                    <a:lnTo>
                      <a:pt x="255" y="40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79" name="íṩḻídé"/>
              <p:cNvSpPr/>
              <p:nvPr/>
            </p:nvSpPr>
            <p:spPr bwMode="auto">
              <a:xfrm>
                <a:off x="4401770" y="1786415"/>
                <a:ext cx="59539" cy="39691"/>
              </a:xfrm>
              <a:custGeom>
                <a:avLst/>
                <a:gdLst/>
                <a:ahLst/>
                <a:cxnLst>
                  <a:cxn ang="0">
                    <a:pos x="9" y="24"/>
                  </a:cxn>
                  <a:cxn ang="0">
                    <a:pos x="0" y="9"/>
                  </a:cxn>
                  <a:cxn ang="0">
                    <a:pos x="10" y="0"/>
                  </a:cxn>
                  <a:cxn ang="0">
                    <a:pos x="36" y="16"/>
                  </a:cxn>
                  <a:cxn ang="0">
                    <a:pos x="19" y="24"/>
                  </a:cxn>
                  <a:cxn ang="0">
                    <a:pos x="9" y="24"/>
                  </a:cxn>
                </a:cxnLst>
                <a:rect l="0" t="0" r="r" b="b"/>
                <a:pathLst>
                  <a:path w="36" h="24">
                    <a:moveTo>
                      <a:pt x="9" y="24"/>
                    </a:moveTo>
                    <a:cubicBezTo>
                      <a:pt x="5" y="24"/>
                      <a:pt x="0" y="14"/>
                      <a:pt x="0" y="9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21" y="0"/>
                      <a:pt x="25" y="12"/>
                      <a:pt x="36" y="16"/>
                    </a:cubicBezTo>
                    <a:cubicBezTo>
                      <a:pt x="35" y="23"/>
                      <a:pt x="26" y="24"/>
                      <a:pt x="19" y="24"/>
                    </a:cubicBezTo>
                    <a:lnTo>
                      <a:pt x="9" y="2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80" name="išlíḍè"/>
              <p:cNvSpPr/>
              <p:nvPr/>
            </p:nvSpPr>
            <p:spPr bwMode="auto">
              <a:xfrm>
                <a:off x="5151965" y="1580020"/>
                <a:ext cx="33739" cy="19846"/>
              </a:xfrm>
              <a:custGeom>
                <a:avLst/>
                <a:gdLst/>
                <a:ahLst/>
                <a:cxnLst>
                  <a:cxn ang="0">
                    <a:pos x="6" y="12"/>
                  </a:cxn>
                  <a:cxn ang="0">
                    <a:pos x="0" y="5"/>
                  </a:cxn>
                  <a:cxn ang="0">
                    <a:pos x="4" y="0"/>
                  </a:cxn>
                  <a:cxn ang="0">
                    <a:pos x="12" y="0"/>
                  </a:cxn>
                  <a:cxn ang="0">
                    <a:pos x="12" y="5"/>
                  </a:cxn>
                  <a:cxn ang="0">
                    <a:pos x="20" y="5"/>
                  </a:cxn>
                  <a:cxn ang="0">
                    <a:pos x="6" y="12"/>
                  </a:cxn>
                </a:cxnLst>
                <a:rect l="0" t="0" r="r" b="b"/>
                <a:pathLst>
                  <a:path w="20" h="12">
                    <a:moveTo>
                      <a:pt x="6" y="12"/>
                    </a:moveTo>
                    <a:cubicBezTo>
                      <a:pt x="2" y="12"/>
                      <a:pt x="0" y="8"/>
                      <a:pt x="0" y="5"/>
                    </a:cubicBezTo>
                    <a:cubicBezTo>
                      <a:pt x="0" y="3"/>
                      <a:pt x="3" y="1"/>
                      <a:pt x="4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3"/>
                      <a:pt x="12" y="4"/>
                      <a:pt x="12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7" y="7"/>
                      <a:pt x="10" y="12"/>
                      <a:pt x="6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81" name="iṧļïďé"/>
              <p:cNvSpPr/>
              <p:nvPr/>
            </p:nvSpPr>
            <p:spPr bwMode="auto">
              <a:xfrm>
                <a:off x="4310477" y="2393694"/>
                <a:ext cx="136941" cy="132967"/>
              </a:xfrm>
              <a:custGeom>
                <a:avLst/>
                <a:gdLst/>
                <a:ahLst/>
                <a:cxnLst>
                  <a:cxn ang="0">
                    <a:pos x="4" y="67"/>
                  </a:cxn>
                  <a:cxn ang="0">
                    <a:pos x="0" y="62"/>
                  </a:cxn>
                  <a:cxn ang="0">
                    <a:pos x="8" y="54"/>
                  </a:cxn>
                  <a:cxn ang="0">
                    <a:pos x="8" y="51"/>
                  </a:cxn>
                  <a:cxn ang="0">
                    <a:pos x="4" y="49"/>
                  </a:cxn>
                  <a:cxn ang="0">
                    <a:pos x="28" y="13"/>
                  </a:cxn>
                  <a:cxn ang="0">
                    <a:pos x="41" y="0"/>
                  </a:cxn>
                  <a:cxn ang="0">
                    <a:pos x="44" y="4"/>
                  </a:cxn>
                  <a:cxn ang="0">
                    <a:pos x="32" y="27"/>
                  </a:cxn>
                  <a:cxn ang="0">
                    <a:pos x="32" y="31"/>
                  </a:cxn>
                  <a:cxn ang="0">
                    <a:pos x="39" y="27"/>
                  </a:cxn>
                  <a:cxn ang="0">
                    <a:pos x="46" y="29"/>
                  </a:cxn>
                  <a:cxn ang="0">
                    <a:pos x="44" y="32"/>
                  </a:cxn>
                  <a:cxn ang="0">
                    <a:pos x="44" y="36"/>
                  </a:cxn>
                  <a:cxn ang="0">
                    <a:pos x="52" y="36"/>
                  </a:cxn>
                  <a:cxn ang="0">
                    <a:pos x="52" y="38"/>
                  </a:cxn>
                  <a:cxn ang="0">
                    <a:pos x="57" y="36"/>
                  </a:cxn>
                  <a:cxn ang="0">
                    <a:pos x="70" y="36"/>
                  </a:cxn>
                  <a:cxn ang="0">
                    <a:pos x="69" y="51"/>
                  </a:cxn>
                  <a:cxn ang="0">
                    <a:pos x="74" y="49"/>
                  </a:cxn>
                  <a:cxn ang="0">
                    <a:pos x="70" y="56"/>
                  </a:cxn>
                  <a:cxn ang="0">
                    <a:pos x="73" y="63"/>
                  </a:cxn>
                  <a:cxn ang="0">
                    <a:pos x="79" y="60"/>
                  </a:cxn>
                  <a:cxn ang="0">
                    <a:pos x="82" y="70"/>
                  </a:cxn>
                  <a:cxn ang="0">
                    <a:pos x="75" y="80"/>
                  </a:cxn>
                  <a:cxn ang="0">
                    <a:pos x="71" y="75"/>
                  </a:cxn>
                  <a:cxn ang="0">
                    <a:pos x="67" y="74"/>
                  </a:cxn>
                  <a:cxn ang="0">
                    <a:pos x="63" y="62"/>
                  </a:cxn>
                  <a:cxn ang="0">
                    <a:pos x="50" y="74"/>
                  </a:cxn>
                  <a:cxn ang="0">
                    <a:pos x="47" y="74"/>
                  </a:cxn>
                  <a:cxn ang="0">
                    <a:pos x="52" y="67"/>
                  </a:cxn>
                  <a:cxn ang="0">
                    <a:pos x="40" y="65"/>
                  </a:cxn>
                  <a:cxn ang="0">
                    <a:pos x="31" y="67"/>
                  </a:cxn>
                  <a:cxn ang="0">
                    <a:pos x="18" y="64"/>
                  </a:cxn>
                  <a:cxn ang="0">
                    <a:pos x="4" y="67"/>
                  </a:cxn>
                </a:cxnLst>
                <a:rect l="0" t="0" r="r" b="b"/>
                <a:pathLst>
                  <a:path w="82" h="80">
                    <a:moveTo>
                      <a:pt x="4" y="67"/>
                    </a:moveTo>
                    <a:cubicBezTo>
                      <a:pt x="2" y="67"/>
                      <a:pt x="0" y="64"/>
                      <a:pt x="0" y="62"/>
                    </a:cubicBezTo>
                    <a:cubicBezTo>
                      <a:pt x="0" y="61"/>
                      <a:pt x="8" y="55"/>
                      <a:pt x="8" y="54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6" y="51"/>
                      <a:pt x="5" y="51"/>
                      <a:pt x="4" y="49"/>
                    </a:cubicBezTo>
                    <a:cubicBezTo>
                      <a:pt x="17" y="43"/>
                      <a:pt x="21" y="23"/>
                      <a:pt x="28" y="13"/>
                    </a:cubicBezTo>
                    <a:cubicBezTo>
                      <a:pt x="32" y="7"/>
                      <a:pt x="34" y="0"/>
                      <a:pt x="41" y="0"/>
                    </a:cubicBezTo>
                    <a:cubicBezTo>
                      <a:pt x="43" y="0"/>
                      <a:pt x="44" y="3"/>
                      <a:pt x="44" y="4"/>
                    </a:cubicBezTo>
                    <a:cubicBezTo>
                      <a:pt x="44" y="14"/>
                      <a:pt x="35" y="19"/>
                      <a:pt x="32" y="27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6" y="30"/>
                      <a:pt x="36" y="27"/>
                      <a:pt x="39" y="27"/>
                    </a:cubicBezTo>
                    <a:cubicBezTo>
                      <a:pt x="42" y="27"/>
                      <a:pt x="44" y="28"/>
                      <a:pt x="46" y="29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8"/>
                      <a:pt x="52" y="38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62" y="37"/>
                      <a:pt x="68" y="37"/>
                      <a:pt x="70" y="36"/>
                    </a:cubicBezTo>
                    <a:cubicBezTo>
                      <a:pt x="70" y="40"/>
                      <a:pt x="69" y="44"/>
                      <a:pt x="69" y="51"/>
                    </a:cubicBezTo>
                    <a:cubicBezTo>
                      <a:pt x="70" y="50"/>
                      <a:pt x="73" y="49"/>
                      <a:pt x="74" y="49"/>
                    </a:cubicBezTo>
                    <a:cubicBezTo>
                      <a:pt x="74" y="53"/>
                      <a:pt x="70" y="54"/>
                      <a:pt x="70" y="56"/>
                    </a:cubicBezTo>
                    <a:cubicBezTo>
                      <a:pt x="70" y="58"/>
                      <a:pt x="73" y="60"/>
                      <a:pt x="73" y="63"/>
                    </a:cubicBezTo>
                    <a:cubicBezTo>
                      <a:pt x="77" y="63"/>
                      <a:pt x="76" y="62"/>
                      <a:pt x="79" y="60"/>
                    </a:cubicBezTo>
                    <a:cubicBezTo>
                      <a:pt x="79" y="66"/>
                      <a:pt x="82" y="65"/>
                      <a:pt x="82" y="70"/>
                    </a:cubicBezTo>
                    <a:cubicBezTo>
                      <a:pt x="82" y="75"/>
                      <a:pt x="79" y="80"/>
                      <a:pt x="75" y="80"/>
                    </a:cubicBezTo>
                    <a:cubicBezTo>
                      <a:pt x="72" y="80"/>
                      <a:pt x="71" y="77"/>
                      <a:pt x="71" y="75"/>
                    </a:cubicBezTo>
                    <a:cubicBezTo>
                      <a:pt x="69" y="75"/>
                      <a:pt x="69" y="74"/>
                      <a:pt x="67" y="74"/>
                    </a:cubicBezTo>
                    <a:cubicBezTo>
                      <a:pt x="64" y="74"/>
                      <a:pt x="66" y="66"/>
                      <a:pt x="63" y="62"/>
                    </a:cubicBezTo>
                    <a:cubicBezTo>
                      <a:pt x="59" y="67"/>
                      <a:pt x="55" y="74"/>
                      <a:pt x="50" y="74"/>
                    </a:cubicBezTo>
                    <a:cubicBezTo>
                      <a:pt x="49" y="74"/>
                      <a:pt x="47" y="75"/>
                      <a:pt x="47" y="74"/>
                    </a:cubicBezTo>
                    <a:cubicBezTo>
                      <a:pt x="47" y="70"/>
                      <a:pt x="51" y="70"/>
                      <a:pt x="52" y="67"/>
                    </a:cubicBezTo>
                    <a:cubicBezTo>
                      <a:pt x="48" y="67"/>
                      <a:pt x="42" y="70"/>
                      <a:pt x="40" y="65"/>
                    </a:cubicBezTo>
                    <a:cubicBezTo>
                      <a:pt x="37" y="66"/>
                      <a:pt x="34" y="67"/>
                      <a:pt x="31" y="67"/>
                    </a:cubicBezTo>
                    <a:cubicBezTo>
                      <a:pt x="25" y="67"/>
                      <a:pt x="23" y="64"/>
                      <a:pt x="18" y="64"/>
                    </a:cubicBezTo>
                    <a:cubicBezTo>
                      <a:pt x="11" y="64"/>
                      <a:pt x="9" y="67"/>
                      <a:pt x="4" y="6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82" name="îslîḑe"/>
              <p:cNvSpPr/>
              <p:nvPr/>
            </p:nvSpPr>
            <p:spPr bwMode="auto">
              <a:xfrm>
                <a:off x="3097860" y="2875944"/>
                <a:ext cx="839505" cy="563618"/>
              </a:xfrm>
              <a:custGeom>
                <a:avLst/>
                <a:gdLst/>
                <a:ahLst/>
                <a:cxnLst>
                  <a:cxn ang="0">
                    <a:pos x="250" y="98"/>
                  </a:cxn>
                  <a:cxn ang="0">
                    <a:pos x="246" y="141"/>
                  </a:cxn>
                  <a:cxn ang="0">
                    <a:pos x="251" y="160"/>
                  </a:cxn>
                  <a:cxn ang="0">
                    <a:pos x="281" y="192"/>
                  </a:cxn>
                  <a:cxn ang="0">
                    <a:pos x="312" y="191"/>
                  </a:cxn>
                  <a:cxn ang="0">
                    <a:pos x="327" y="187"/>
                  </a:cxn>
                  <a:cxn ang="0">
                    <a:pos x="363" y="152"/>
                  </a:cxn>
                  <a:cxn ang="0">
                    <a:pos x="382" y="154"/>
                  </a:cxn>
                  <a:cxn ang="0">
                    <a:pos x="374" y="180"/>
                  </a:cxn>
                  <a:cxn ang="0">
                    <a:pos x="369" y="192"/>
                  </a:cxn>
                  <a:cxn ang="0">
                    <a:pos x="365" y="213"/>
                  </a:cxn>
                  <a:cxn ang="0">
                    <a:pos x="357" y="224"/>
                  </a:cxn>
                  <a:cxn ang="0">
                    <a:pos x="405" y="226"/>
                  </a:cxn>
                  <a:cxn ang="0">
                    <a:pos x="426" y="242"/>
                  </a:cxn>
                  <a:cxn ang="0">
                    <a:pos x="423" y="289"/>
                  </a:cxn>
                  <a:cxn ang="0">
                    <a:pos x="451" y="316"/>
                  </a:cxn>
                  <a:cxn ang="0">
                    <a:pos x="504" y="322"/>
                  </a:cxn>
                  <a:cxn ang="0">
                    <a:pos x="488" y="329"/>
                  </a:cxn>
                  <a:cxn ang="0">
                    <a:pos x="480" y="316"/>
                  </a:cxn>
                  <a:cxn ang="0">
                    <a:pos x="468" y="332"/>
                  </a:cxn>
                  <a:cxn ang="0">
                    <a:pos x="446" y="326"/>
                  </a:cxn>
                  <a:cxn ang="0">
                    <a:pos x="431" y="323"/>
                  </a:cxn>
                  <a:cxn ang="0">
                    <a:pos x="406" y="302"/>
                  </a:cxn>
                  <a:cxn ang="0">
                    <a:pos x="402" y="306"/>
                  </a:cxn>
                  <a:cxn ang="0">
                    <a:pos x="391" y="281"/>
                  </a:cxn>
                  <a:cxn ang="0">
                    <a:pos x="372" y="260"/>
                  </a:cxn>
                  <a:cxn ang="0">
                    <a:pos x="345" y="255"/>
                  </a:cxn>
                  <a:cxn ang="0">
                    <a:pos x="294" y="226"/>
                  </a:cxn>
                  <a:cxn ang="0">
                    <a:pos x="282" y="222"/>
                  </a:cxn>
                  <a:cxn ang="0">
                    <a:pos x="256" y="227"/>
                  </a:cxn>
                  <a:cxn ang="0">
                    <a:pos x="221" y="214"/>
                  </a:cxn>
                  <a:cxn ang="0">
                    <a:pos x="195" y="203"/>
                  </a:cxn>
                  <a:cxn ang="0">
                    <a:pos x="175" y="195"/>
                  </a:cxn>
                  <a:cxn ang="0">
                    <a:pos x="148" y="172"/>
                  </a:cxn>
                  <a:cxn ang="0">
                    <a:pos x="148" y="150"/>
                  </a:cxn>
                  <a:cxn ang="0">
                    <a:pos x="102" y="101"/>
                  </a:cxn>
                  <a:cxn ang="0">
                    <a:pos x="82" y="68"/>
                  </a:cxn>
                  <a:cxn ang="0">
                    <a:pos x="62" y="53"/>
                  </a:cxn>
                  <a:cxn ang="0">
                    <a:pos x="49" y="22"/>
                  </a:cxn>
                  <a:cxn ang="0">
                    <a:pos x="28" y="19"/>
                  </a:cxn>
                  <a:cxn ang="0">
                    <a:pos x="49" y="53"/>
                  </a:cxn>
                  <a:cxn ang="0">
                    <a:pos x="73" y="95"/>
                  </a:cxn>
                  <a:cxn ang="0">
                    <a:pos x="96" y="130"/>
                  </a:cxn>
                  <a:cxn ang="0">
                    <a:pos x="86" y="127"/>
                  </a:cxn>
                  <a:cxn ang="0">
                    <a:pos x="65" y="109"/>
                  </a:cxn>
                  <a:cxn ang="0">
                    <a:pos x="52" y="84"/>
                  </a:cxn>
                  <a:cxn ang="0">
                    <a:pos x="40" y="69"/>
                  </a:cxn>
                  <a:cxn ang="0">
                    <a:pos x="11" y="24"/>
                  </a:cxn>
                  <a:cxn ang="0">
                    <a:pos x="0" y="0"/>
                  </a:cxn>
                  <a:cxn ang="0">
                    <a:pos x="76" y="16"/>
                  </a:cxn>
                  <a:cxn ang="0">
                    <a:pos x="113" y="10"/>
                  </a:cxn>
                  <a:cxn ang="0">
                    <a:pos x="152" y="29"/>
                  </a:cxn>
                  <a:cxn ang="0">
                    <a:pos x="188" y="38"/>
                  </a:cxn>
                  <a:cxn ang="0">
                    <a:pos x="249" y="90"/>
                  </a:cxn>
                  <a:cxn ang="0">
                    <a:pos x="247" y="86"/>
                  </a:cxn>
                </a:cxnLst>
                <a:rect l="0" t="0" r="r" b="b"/>
                <a:pathLst>
                  <a:path w="504" h="338">
                    <a:moveTo>
                      <a:pt x="248" y="91"/>
                    </a:moveTo>
                    <a:cubicBezTo>
                      <a:pt x="249" y="94"/>
                      <a:pt x="250" y="96"/>
                      <a:pt x="250" y="98"/>
                    </a:cubicBezTo>
                    <a:cubicBezTo>
                      <a:pt x="250" y="106"/>
                      <a:pt x="247" y="109"/>
                      <a:pt x="246" y="116"/>
                    </a:cubicBezTo>
                    <a:cubicBezTo>
                      <a:pt x="246" y="141"/>
                      <a:pt x="246" y="141"/>
                      <a:pt x="246" y="141"/>
                    </a:cubicBezTo>
                    <a:cubicBezTo>
                      <a:pt x="245" y="144"/>
                      <a:pt x="248" y="148"/>
                      <a:pt x="249" y="150"/>
                    </a:cubicBezTo>
                    <a:cubicBezTo>
                      <a:pt x="251" y="154"/>
                      <a:pt x="249" y="156"/>
                      <a:pt x="251" y="160"/>
                    </a:cubicBezTo>
                    <a:cubicBezTo>
                      <a:pt x="252" y="164"/>
                      <a:pt x="258" y="170"/>
                      <a:pt x="261" y="173"/>
                    </a:cubicBezTo>
                    <a:cubicBezTo>
                      <a:pt x="269" y="181"/>
                      <a:pt x="269" y="188"/>
                      <a:pt x="281" y="192"/>
                    </a:cubicBezTo>
                    <a:cubicBezTo>
                      <a:pt x="285" y="193"/>
                      <a:pt x="285" y="197"/>
                      <a:pt x="288" y="197"/>
                    </a:cubicBezTo>
                    <a:cubicBezTo>
                      <a:pt x="297" y="197"/>
                      <a:pt x="304" y="191"/>
                      <a:pt x="312" y="191"/>
                    </a:cubicBezTo>
                    <a:cubicBezTo>
                      <a:pt x="317" y="191"/>
                      <a:pt x="319" y="194"/>
                      <a:pt x="321" y="194"/>
                    </a:cubicBezTo>
                    <a:cubicBezTo>
                      <a:pt x="324" y="194"/>
                      <a:pt x="327" y="188"/>
                      <a:pt x="327" y="187"/>
                    </a:cubicBezTo>
                    <a:cubicBezTo>
                      <a:pt x="329" y="181"/>
                      <a:pt x="336" y="176"/>
                      <a:pt x="336" y="169"/>
                    </a:cubicBezTo>
                    <a:cubicBezTo>
                      <a:pt x="336" y="156"/>
                      <a:pt x="351" y="152"/>
                      <a:pt x="363" y="152"/>
                    </a:cubicBezTo>
                    <a:cubicBezTo>
                      <a:pt x="367" y="152"/>
                      <a:pt x="370" y="152"/>
                      <a:pt x="372" y="153"/>
                    </a:cubicBezTo>
                    <a:cubicBezTo>
                      <a:pt x="373" y="154"/>
                      <a:pt x="379" y="154"/>
                      <a:pt x="382" y="154"/>
                    </a:cubicBezTo>
                    <a:cubicBezTo>
                      <a:pt x="382" y="155"/>
                      <a:pt x="382" y="157"/>
                      <a:pt x="382" y="158"/>
                    </a:cubicBezTo>
                    <a:cubicBezTo>
                      <a:pt x="382" y="164"/>
                      <a:pt x="374" y="172"/>
                      <a:pt x="374" y="180"/>
                    </a:cubicBezTo>
                    <a:cubicBezTo>
                      <a:pt x="374" y="188"/>
                      <a:pt x="372" y="191"/>
                      <a:pt x="369" y="195"/>
                    </a:cubicBezTo>
                    <a:cubicBezTo>
                      <a:pt x="369" y="194"/>
                      <a:pt x="369" y="193"/>
                      <a:pt x="369" y="192"/>
                    </a:cubicBezTo>
                    <a:cubicBezTo>
                      <a:pt x="368" y="192"/>
                      <a:pt x="367" y="192"/>
                      <a:pt x="365" y="192"/>
                    </a:cubicBezTo>
                    <a:cubicBezTo>
                      <a:pt x="365" y="197"/>
                      <a:pt x="365" y="207"/>
                      <a:pt x="365" y="213"/>
                    </a:cubicBezTo>
                    <a:cubicBezTo>
                      <a:pt x="365" y="217"/>
                      <a:pt x="360" y="219"/>
                      <a:pt x="357" y="222"/>
                    </a:cubicBezTo>
                    <a:cubicBezTo>
                      <a:pt x="357" y="223"/>
                      <a:pt x="357" y="223"/>
                      <a:pt x="357" y="224"/>
                    </a:cubicBezTo>
                    <a:cubicBezTo>
                      <a:pt x="357" y="227"/>
                      <a:pt x="360" y="229"/>
                      <a:pt x="363" y="229"/>
                    </a:cubicBezTo>
                    <a:cubicBezTo>
                      <a:pt x="377" y="229"/>
                      <a:pt x="389" y="226"/>
                      <a:pt x="405" y="226"/>
                    </a:cubicBezTo>
                    <a:cubicBezTo>
                      <a:pt x="415" y="226"/>
                      <a:pt x="418" y="234"/>
                      <a:pt x="426" y="236"/>
                    </a:cubicBezTo>
                    <a:cubicBezTo>
                      <a:pt x="426" y="238"/>
                      <a:pt x="426" y="240"/>
                      <a:pt x="426" y="242"/>
                    </a:cubicBezTo>
                    <a:cubicBezTo>
                      <a:pt x="426" y="246"/>
                      <a:pt x="425" y="257"/>
                      <a:pt x="423" y="262"/>
                    </a:cubicBezTo>
                    <a:cubicBezTo>
                      <a:pt x="423" y="272"/>
                      <a:pt x="423" y="281"/>
                      <a:pt x="423" y="289"/>
                    </a:cubicBezTo>
                    <a:cubicBezTo>
                      <a:pt x="423" y="298"/>
                      <a:pt x="432" y="302"/>
                      <a:pt x="439" y="306"/>
                    </a:cubicBezTo>
                    <a:cubicBezTo>
                      <a:pt x="444" y="308"/>
                      <a:pt x="444" y="316"/>
                      <a:pt x="451" y="316"/>
                    </a:cubicBezTo>
                    <a:cubicBezTo>
                      <a:pt x="463" y="316"/>
                      <a:pt x="469" y="307"/>
                      <a:pt x="479" y="307"/>
                    </a:cubicBezTo>
                    <a:cubicBezTo>
                      <a:pt x="491" y="307"/>
                      <a:pt x="497" y="316"/>
                      <a:pt x="504" y="322"/>
                    </a:cubicBezTo>
                    <a:cubicBezTo>
                      <a:pt x="503" y="323"/>
                      <a:pt x="494" y="333"/>
                      <a:pt x="493" y="332"/>
                    </a:cubicBezTo>
                    <a:cubicBezTo>
                      <a:pt x="492" y="331"/>
                      <a:pt x="488" y="330"/>
                      <a:pt x="488" y="329"/>
                    </a:cubicBezTo>
                    <a:cubicBezTo>
                      <a:pt x="488" y="327"/>
                      <a:pt x="490" y="326"/>
                      <a:pt x="491" y="324"/>
                    </a:cubicBezTo>
                    <a:cubicBezTo>
                      <a:pt x="486" y="322"/>
                      <a:pt x="484" y="316"/>
                      <a:pt x="480" y="316"/>
                    </a:cubicBezTo>
                    <a:cubicBezTo>
                      <a:pt x="476" y="316"/>
                      <a:pt x="464" y="325"/>
                      <a:pt x="464" y="328"/>
                    </a:cubicBezTo>
                    <a:cubicBezTo>
                      <a:pt x="464" y="330"/>
                      <a:pt x="467" y="331"/>
                      <a:pt x="468" y="332"/>
                    </a:cubicBezTo>
                    <a:cubicBezTo>
                      <a:pt x="467" y="336"/>
                      <a:pt x="465" y="338"/>
                      <a:pt x="461" y="338"/>
                    </a:cubicBezTo>
                    <a:cubicBezTo>
                      <a:pt x="454" y="338"/>
                      <a:pt x="450" y="330"/>
                      <a:pt x="446" y="326"/>
                    </a:cubicBezTo>
                    <a:cubicBezTo>
                      <a:pt x="443" y="323"/>
                      <a:pt x="436" y="326"/>
                      <a:pt x="433" y="326"/>
                    </a:cubicBezTo>
                    <a:cubicBezTo>
                      <a:pt x="432" y="326"/>
                      <a:pt x="431" y="324"/>
                      <a:pt x="431" y="323"/>
                    </a:cubicBezTo>
                    <a:cubicBezTo>
                      <a:pt x="424" y="322"/>
                      <a:pt x="424" y="318"/>
                      <a:pt x="423" y="314"/>
                    </a:cubicBezTo>
                    <a:cubicBezTo>
                      <a:pt x="421" y="311"/>
                      <a:pt x="406" y="302"/>
                      <a:pt x="406" y="302"/>
                    </a:cubicBezTo>
                    <a:cubicBezTo>
                      <a:pt x="405" y="304"/>
                      <a:pt x="405" y="305"/>
                      <a:pt x="406" y="306"/>
                    </a:cubicBezTo>
                    <a:cubicBezTo>
                      <a:pt x="402" y="306"/>
                      <a:pt x="402" y="306"/>
                      <a:pt x="402" y="306"/>
                    </a:cubicBezTo>
                    <a:cubicBezTo>
                      <a:pt x="395" y="302"/>
                      <a:pt x="399" y="296"/>
                      <a:pt x="397" y="289"/>
                    </a:cubicBezTo>
                    <a:cubicBezTo>
                      <a:pt x="396" y="285"/>
                      <a:pt x="394" y="284"/>
                      <a:pt x="391" y="281"/>
                    </a:cubicBezTo>
                    <a:cubicBezTo>
                      <a:pt x="384" y="274"/>
                      <a:pt x="377" y="270"/>
                      <a:pt x="374" y="260"/>
                    </a:cubicBezTo>
                    <a:cubicBezTo>
                      <a:pt x="373" y="260"/>
                      <a:pt x="372" y="260"/>
                      <a:pt x="372" y="260"/>
                    </a:cubicBezTo>
                    <a:cubicBezTo>
                      <a:pt x="368" y="260"/>
                      <a:pt x="366" y="262"/>
                      <a:pt x="363" y="262"/>
                    </a:cubicBezTo>
                    <a:cubicBezTo>
                      <a:pt x="355" y="262"/>
                      <a:pt x="350" y="257"/>
                      <a:pt x="345" y="255"/>
                    </a:cubicBezTo>
                    <a:cubicBezTo>
                      <a:pt x="336" y="251"/>
                      <a:pt x="330" y="253"/>
                      <a:pt x="321" y="248"/>
                    </a:cubicBezTo>
                    <a:cubicBezTo>
                      <a:pt x="308" y="242"/>
                      <a:pt x="306" y="232"/>
                      <a:pt x="294" y="226"/>
                    </a:cubicBezTo>
                    <a:cubicBezTo>
                      <a:pt x="291" y="226"/>
                      <a:pt x="291" y="226"/>
                      <a:pt x="291" y="226"/>
                    </a:cubicBezTo>
                    <a:cubicBezTo>
                      <a:pt x="288" y="224"/>
                      <a:pt x="285" y="222"/>
                      <a:pt x="282" y="222"/>
                    </a:cubicBezTo>
                    <a:cubicBezTo>
                      <a:pt x="274" y="222"/>
                      <a:pt x="272" y="231"/>
                      <a:pt x="265" y="231"/>
                    </a:cubicBezTo>
                    <a:cubicBezTo>
                      <a:pt x="261" y="231"/>
                      <a:pt x="258" y="228"/>
                      <a:pt x="256" y="227"/>
                    </a:cubicBezTo>
                    <a:cubicBezTo>
                      <a:pt x="252" y="225"/>
                      <a:pt x="249" y="226"/>
                      <a:pt x="246" y="226"/>
                    </a:cubicBezTo>
                    <a:cubicBezTo>
                      <a:pt x="241" y="226"/>
                      <a:pt x="226" y="216"/>
                      <a:pt x="221" y="214"/>
                    </a:cubicBezTo>
                    <a:cubicBezTo>
                      <a:pt x="216" y="211"/>
                      <a:pt x="213" y="214"/>
                      <a:pt x="208" y="213"/>
                    </a:cubicBezTo>
                    <a:cubicBezTo>
                      <a:pt x="202" y="211"/>
                      <a:pt x="201" y="206"/>
                      <a:pt x="195" y="203"/>
                    </a:cubicBezTo>
                    <a:cubicBezTo>
                      <a:pt x="189" y="200"/>
                      <a:pt x="186" y="201"/>
                      <a:pt x="180" y="198"/>
                    </a:cubicBezTo>
                    <a:cubicBezTo>
                      <a:pt x="177" y="197"/>
                      <a:pt x="177" y="196"/>
                      <a:pt x="175" y="195"/>
                    </a:cubicBezTo>
                    <a:cubicBezTo>
                      <a:pt x="170" y="190"/>
                      <a:pt x="156" y="187"/>
                      <a:pt x="155" y="181"/>
                    </a:cubicBezTo>
                    <a:cubicBezTo>
                      <a:pt x="151" y="181"/>
                      <a:pt x="148" y="176"/>
                      <a:pt x="148" y="172"/>
                    </a:cubicBezTo>
                    <a:cubicBezTo>
                      <a:pt x="148" y="167"/>
                      <a:pt x="153" y="165"/>
                      <a:pt x="153" y="160"/>
                    </a:cubicBezTo>
                    <a:cubicBezTo>
                      <a:pt x="153" y="154"/>
                      <a:pt x="149" y="153"/>
                      <a:pt x="148" y="150"/>
                    </a:cubicBezTo>
                    <a:cubicBezTo>
                      <a:pt x="143" y="134"/>
                      <a:pt x="128" y="121"/>
                      <a:pt x="118" y="111"/>
                    </a:cubicBezTo>
                    <a:cubicBezTo>
                      <a:pt x="114" y="107"/>
                      <a:pt x="107" y="105"/>
                      <a:pt x="102" y="101"/>
                    </a:cubicBezTo>
                    <a:cubicBezTo>
                      <a:pt x="99" y="97"/>
                      <a:pt x="102" y="93"/>
                      <a:pt x="100" y="88"/>
                    </a:cubicBezTo>
                    <a:cubicBezTo>
                      <a:pt x="96" y="80"/>
                      <a:pt x="82" y="79"/>
                      <a:pt x="82" y="68"/>
                    </a:cubicBezTo>
                    <a:cubicBezTo>
                      <a:pt x="78" y="68"/>
                      <a:pt x="79" y="67"/>
                      <a:pt x="77" y="68"/>
                    </a:cubicBezTo>
                    <a:cubicBezTo>
                      <a:pt x="72" y="63"/>
                      <a:pt x="67" y="58"/>
                      <a:pt x="62" y="53"/>
                    </a:cubicBezTo>
                    <a:cubicBezTo>
                      <a:pt x="58" y="49"/>
                      <a:pt x="60" y="42"/>
                      <a:pt x="56" y="38"/>
                    </a:cubicBezTo>
                    <a:cubicBezTo>
                      <a:pt x="52" y="34"/>
                      <a:pt x="53" y="24"/>
                      <a:pt x="49" y="22"/>
                    </a:cubicBezTo>
                    <a:cubicBezTo>
                      <a:pt x="42" y="19"/>
                      <a:pt x="35" y="19"/>
                      <a:pt x="29" y="13"/>
                    </a:cubicBezTo>
                    <a:cubicBezTo>
                      <a:pt x="27" y="15"/>
                      <a:pt x="28" y="18"/>
                      <a:pt x="28" y="19"/>
                    </a:cubicBezTo>
                    <a:cubicBezTo>
                      <a:pt x="28" y="28"/>
                      <a:pt x="32" y="34"/>
                      <a:pt x="36" y="41"/>
                    </a:cubicBezTo>
                    <a:cubicBezTo>
                      <a:pt x="39" y="48"/>
                      <a:pt x="45" y="48"/>
                      <a:pt x="49" y="53"/>
                    </a:cubicBezTo>
                    <a:cubicBezTo>
                      <a:pt x="55" y="59"/>
                      <a:pt x="56" y="63"/>
                      <a:pt x="58" y="71"/>
                    </a:cubicBezTo>
                    <a:cubicBezTo>
                      <a:pt x="61" y="81"/>
                      <a:pt x="70" y="86"/>
                      <a:pt x="73" y="95"/>
                    </a:cubicBezTo>
                    <a:cubicBezTo>
                      <a:pt x="77" y="106"/>
                      <a:pt x="80" y="117"/>
                      <a:pt x="87" y="122"/>
                    </a:cubicBezTo>
                    <a:cubicBezTo>
                      <a:pt x="91" y="119"/>
                      <a:pt x="96" y="126"/>
                      <a:pt x="96" y="130"/>
                    </a:cubicBezTo>
                    <a:cubicBezTo>
                      <a:pt x="96" y="132"/>
                      <a:pt x="95" y="136"/>
                      <a:pt x="93" y="136"/>
                    </a:cubicBezTo>
                    <a:cubicBezTo>
                      <a:pt x="92" y="136"/>
                      <a:pt x="86" y="129"/>
                      <a:pt x="86" y="127"/>
                    </a:cubicBezTo>
                    <a:cubicBezTo>
                      <a:pt x="78" y="127"/>
                      <a:pt x="74" y="117"/>
                      <a:pt x="69" y="113"/>
                    </a:cubicBezTo>
                    <a:cubicBezTo>
                      <a:pt x="66" y="112"/>
                      <a:pt x="66" y="112"/>
                      <a:pt x="65" y="109"/>
                    </a:cubicBezTo>
                    <a:cubicBezTo>
                      <a:pt x="65" y="98"/>
                      <a:pt x="65" y="98"/>
                      <a:pt x="65" y="98"/>
                    </a:cubicBezTo>
                    <a:cubicBezTo>
                      <a:pt x="60" y="93"/>
                      <a:pt x="56" y="88"/>
                      <a:pt x="52" y="84"/>
                    </a:cubicBezTo>
                    <a:cubicBezTo>
                      <a:pt x="46" y="78"/>
                      <a:pt x="36" y="79"/>
                      <a:pt x="31" y="72"/>
                    </a:cubicBezTo>
                    <a:cubicBezTo>
                      <a:pt x="34" y="72"/>
                      <a:pt x="44" y="74"/>
                      <a:pt x="40" y="69"/>
                    </a:cubicBezTo>
                    <a:cubicBezTo>
                      <a:pt x="34" y="59"/>
                      <a:pt x="26" y="50"/>
                      <a:pt x="19" y="45"/>
                    </a:cubicBezTo>
                    <a:cubicBezTo>
                      <a:pt x="14" y="41"/>
                      <a:pt x="14" y="29"/>
                      <a:pt x="11" y="24"/>
                    </a:cubicBezTo>
                    <a:cubicBezTo>
                      <a:pt x="7" y="16"/>
                      <a:pt x="3" y="1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113" y="16"/>
                      <a:pt x="113" y="16"/>
                      <a:pt x="113" y="16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21" y="10"/>
                      <a:pt x="121" y="10"/>
                      <a:pt x="121" y="10"/>
                    </a:cubicBezTo>
                    <a:cubicBezTo>
                      <a:pt x="136" y="14"/>
                      <a:pt x="145" y="16"/>
                      <a:pt x="152" y="29"/>
                    </a:cubicBezTo>
                    <a:cubicBezTo>
                      <a:pt x="156" y="35"/>
                      <a:pt x="163" y="50"/>
                      <a:pt x="172" y="50"/>
                    </a:cubicBezTo>
                    <a:cubicBezTo>
                      <a:pt x="181" y="50"/>
                      <a:pt x="178" y="38"/>
                      <a:pt x="188" y="38"/>
                    </a:cubicBezTo>
                    <a:cubicBezTo>
                      <a:pt x="214" y="38"/>
                      <a:pt x="213" y="70"/>
                      <a:pt x="227" y="84"/>
                    </a:cubicBezTo>
                    <a:cubicBezTo>
                      <a:pt x="231" y="87"/>
                      <a:pt x="242" y="90"/>
                      <a:pt x="249" y="90"/>
                    </a:cubicBezTo>
                    <a:cubicBezTo>
                      <a:pt x="249" y="89"/>
                      <a:pt x="247" y="87"/>
                      <a:pt x="247" y="86"/>
                    </a:cubicBezTo>
                    <a:cubicBezTo>
                      <a:pt x="247" y="86"/>
                      <a:pt x="247" y="86"/>
                      <a:pt x="247" y="86"/>
                    </a:cubicBezTo>
                    <a:lnTo>
                      <a:pt x="248" y="9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83" name="ïṩľíḓé"/>
              <p:cNvSpPr/>
              <p:nvPr/>
            </p:nvSpPr>
            <p:spPr bwMode="auto">
              <a:xfrm>
                <a:off x="3834162" y="2352017"/>
                <a:ext cx="25801" cy="1190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7"/>
                  </a:cxn>
                  <a:cxn ang="0">
                    <a:pos x="12" y="7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5" h="8">
                    <a:moveTo>
                      <a:pt x="0" y="0"/>
                    </a:moveTo>
                    <a:cubicBezTo>
                      <a:pt x="7" y="0"/>
                      <a:pt x="15" y="1"/>
                      <a:pt x="15" y="7"/>
                    </a:cubicBezTo>
                    <a:cubicBezTo>
                      <a:pt x="15" y="8"/>
                      <a:pt x="13" y="7"/>
                      <a:pt x="12" y="7"/>
                    </a:cubicBezTo>
                    <a:cubicBezTo>
                      <a:pt x="8" y="7"/>
                      <a:pt x="2" y="5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84" name="iṩľïďè"/>
              <p:cNvSpPr/>
              <p:nvPr/>
            </p:nvSpPr>
            <p:spPr bwMode="auto">
              <a:xfrm>
                <a:off x="2863673" y="2421478"/>
                <a:ext cx="99232" cy="63506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6" y="0"/>
                  </a:cxn>
                  <a:cxn ang="0">
                    <a:pos x="18" y="6"/>
                  </a:cxn>
                  <a:cxn ang="0">
                    <a:pos x="59" y="34"/>
                  </a:cxn>
                  <a:cxn ang="0">
                    <a:pos x="59" y="38"/>
                  </a:cxn>
                  <a:cxn ang="0">
                    <a:pos x="55" y="38"/>
                  </a:cxn>
                  <a:cxn ang="0">
                    <a:pos x="22" y="22"/>
                  </a:cxn>
                  <a:cxn ang="0">
                    <a:pos x="27" y="17"/>
                  </a:cxn>
                  <a:cxn ang="0">
                    <a:pos x="4" y="8"/>
                  </a:cxn>
                  <a:cxn ang="0">
                    <a:pos x="8" y="4"/>
                  </a:cxn>
                  <a:cxn ang="0">
                    <a:pos x="2" y="2"/>
                  </a:cxn>
                  <a:cxn ang="0">
                    <a:pos x="0" y="2"/>
                  </a:cxn>
                </a:cxnLst>
                <a:rect l="0" t="0" r="r" b="b"/>
                <a:pathLst>
                  <a:path w="59" h="38">
                    <a:moveTo>
                      <a:pt x="0" y="2"/>
                    </a:moveTo>
                    <a:cubicBezTo>
                      <a:pt x="2" y="1"/>
                      <a:pt x="4" y="0"/>
                      <a:pt x="6" y="0"/>
                    </a:cubicBezTo>
                    <a:cubicBezTo>
                      <a:pt x="11" y="0"/>
                      <a:pt x="15" y="5"/>
                      <a:pt x="18" y="6"/>
                    </a:cubicBezTo>
                    <a:cubicBezTo>
                      <a:pt x="37" y="12"/>
                      <a:pt x="48" y="23"/>
                      <a:pt x="59" y="34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58" y="38"/>
                      <a:pt x="56" y="38"/>
                      <a:pt x="55" y="38"/>
                    </a:cubicBezTo>
                    <a:cubicBezTo>
                      <a:pt x="45" y="38"/>
                      <a:pt x="29" y="26"/>
                      <a:pt x="22" y="22"/>
                    </a:cubicBezTo>
                    <a:cubicBezTo>
                      <a:pt x="23" y="19"/>
                      <a:pt x="25" y="19"/>
                      <a:pt x="27" y="17"/>
                    </a:cubicBezTo>
                    <a:cubicBezTo>
                      <a:pt x="18" y="17"/>
                      <a:pt x="6" y="13"/>
                      <a:pt x="4" y="8"/>
                    </a:cubicBezTo>
                    <a:cubicBezTo>
                      <a:pt x="6" y="7"/>
                      <a:pt x="8" y="5"/>
                      <a:pt x="8" y="4"/>
                    </a:cubicBezTo>
                    <a:cubicBezTo>
                      <a:pt x="6" y="3"/>
                      <a:pt x="2" y="2"/>
                      <a:pt x="2" y="2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85" name="îṩlídé"/>
              <p:cNvSpPr/>
              <p:nvPr/>
            </p:nvSpPr>
            <p:spPr bwMode="auto">
              <a:xfrm>
                <a:off x="2766424" y="2328203"/>
                <a:ext cx="35724" cy="49615"/>
              </a:xfrm>
              <a:custGeom>
                <a:avLst/>
                <a:gdLst/>
                <a:ahLst/>
                <a:cxnLst>
                  <a:cxn ang="0">
                    <a:pos x="5" y="12"/>
                  </a:cxn>
                  <a:cxn ang="0">
                    <a:pos x="0" y="4"/>
                  </a:cxn>
                  <a:cxn ang="0">
                    <a:pos x="0" y="0"/>
                  </a:cxn>
                  <a:cxn ang="0">
                    <a:pos x="10" y="3"/>
                  </a:cxn>
                  <a:cxn ang="0">
                    <a:pos x="7" y="8"/>
                  </a:cxn>
                  <a:cxn ang="0">
                    <a:pos x="13" y="3"/>
                  </a:cxn>
                  <a:cxn ang="0">
                    <a:pos x="13" y="12"/>
                  </a:cxn>
                  <a:cxn ang="0">
                    <a:pos x="15" y="18"/>
                  </a:cxn>
                  <a:cxn ang="0">
                    <a:pos x="13" y="22"/>
                  </a:cxn>
                  <a:cxn ang="0">
                    <a:pos x="17" y="30"/>
                  </a:cxn>
                  <a:cxn ang="0">
                    <a:pos x="10" y="22"/>
                  </a:cxn>
                  <a:cxn ang="0">
                    <a:pos x="12" y="17"/>
                  </a:cxn>
                  <a:cxn ang="0">
                    <a:pos x="5" y="12"/>
                  </a:cxn>
                </a:cxnLst>
                <a:rect l="0" t="0" r="r" b="b"/>
                <a:pathLst>
                  <a:path w="21" h="30">
                    <a:moveTo>
                      <a:pt x="5" y="12"/>
                    </a:moveTo>
                    <a:cubicBezTo>
                      <a:pt x="3" y="12"/>
                      <a:pt x="2" y="6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6" y="3"/>
                      <a:pt x="10" y="3"/>
                    </a:cubicBezTo>
                    <a:cubicBezTo>
                      <a:pt x="10" y="4"/>
                      <a:pt x="5" y="8"/>
                      <a:pt x="7" y="8"/>
                    </a:cubicBezTo>
                    <a:cubicBezTo>
                      <a:pt x="10" y="8"/>
                      <a:pt x="12" y="5"/>
                      <a:pt x="13" y="3"/>
                    </a:cubicBezTo>
                    <a:cubicBezTo>
                      <a:pt x="14" y="5"/>
                      <a:pt x="13" y="8"/>
                      <a:pt x="13" y="12"/>
                    </a:cubicBezTo>
                    <a:cubicBezTo>
                      <a:pt x="13" y="15"/>
                      <a:pt x="15" y="15"/>
                      <a:pt x="15" y="18"/>
                    </a:cubicBezTo>
                    <a:cubicBezTo>
                      <a:pt x="15" y="19"/>
                      <a:pt x="13" y="20"/>
                      <a:pt x="13" y="22"/>
                    </a:cubicBezTo>
                    <a:cubicBezTo>
                      <a:pt x="13" y="24"/>
                      <a:pt x="21" y="30"/>
                      <a:pt x="17" y="30"/>
                    </a:cubicBezTo>
                    <a:cubicBezTo>
                      <a:pt x="13" y="30"/>
                      <a:pt x="10" y="26"/>
                      <a:pt x="10" y="22"/>
                    </a:cubicBezTo>
                    <a:cubicBezTo>
                      <a:pt x="10" y="19"/>
                      <a:pt x="12" y="18"/>
                      <a:pt x="12" y="17"/>
                    </a:cubicBezTo>
                    <a:cubicBezTo>
                      <a:pt x="9" y="16"/>
                      <a:pt x="8" y="12"/>
                      <a:pt x="5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86" name="iSlïďê"/>
              <p:cNvSpPr/>
              <p:nvPr/>
            </p:nvSpPr>
            <p:spPr bwMode="auto">
              <a:xfrm>
                <a:off x="2317895" y="2217066"/>
                <a:ext cx="43662" cy="29769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27" y="0"/>
                  </a:cxn>
                  <a:cxn ang="0">
                    <a:pos x="27" y="6"/>
                  </a:cxn>
                  <a:cxn ang="0">
                    <a:pos x="10" y="18"/>
                  </a:cxn>
                  <a:cxn ang="0">
                    <a:pos x="0" y="12"/>
                  </a:cxn>
                  <a:cxn ang="0">
                    <a:pos x="0" y="7"/>
                  </a:cxn>
                  <a:cxn ang="0">
                    <a:pos x="21" y="0"/>
                  </a:cxn>
                </a:cxnLst>
                <a:rect l="0" t="0" r="r" b="b"/>
                <a:pathLst>
                  <a:path w="27" h="18">
                    <a:moveTo>
                      <a:pt x="21" y="0"/>
                    </a:moveTo>
                    <a:cubicBezTo>
                      <a:pt x="25" y="0"/>
                      <a:pt x="25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19" y="10"/>
                      <a:pt x="16" y="13"/>
                      <a:pt x="10" y="18"/>
                    </a:cubicBezTo>
                    <a:cubicBezTo>
                      <a:pt x="6" y="15"/>
                      <a:pt x="3" y="15"/>
                      <a:pt x="0" y="1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8" y="5"/>
                      <a:pt x="14" y="0"/>
                      <a:pt x="21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87" name="ïṧļiḓé"/>
              <p:cNvSpPr/>
              <p:nvPr/>
            </p:nvSpPr>
            <p:spPr bwMode="auto">
              <a:xfrm>
                <a:off x="4203306" y="2437355"/>
                <a:ext cx="53586" cy="27784"/>
              </a:xfrm>
              <a:custGeom>
                <a:avLst/>
                <a:gdLst/>
                <a:ahLst/>
                <a:cxnLst>
                  <a:cxn ang="0">
                    <a:pos x="26" y="17"/>
                  </a:cxn>
                  <a:cxn ang="0">
                    <a:pos x="32" y="14"/>
                  </a:cxn>
                  <a:cxn ang="0">
                    <a:pos x="0" y="3"/>
                  </a:cxn>
                  <a:cxn ang="0">
                    <a:pos x="26" y="17"/>
                  </a:cxn>
                </a:cxnLst>
                <a:rect l="0" t="0" r="r" b="b"/>
                <a:pathLst>
                  <a:path w="32" h="17">
                    <a:moveTo>
                      <a:pt x="26" y="17"/>
                    </a:moveTo>
                    <a:cubicBezTo>
                      <a:pt x="29" y="17"/>
                      <a:pt x="30" y="16"/>
                      <a:pt x="32" y="14"/>
                    </a:cubicBezTo>
                    <a:cubicBezTo>
                      <a:pt x="22" y="9"/>
                      <a:pt x="14" y="0"/>
                      <a:pt x="0" y="3"/>
                    </a:cubicBezTo>
                    <a:cubicBezTo>
                      <a:pt x="6" y="7"/>
                      <a:pt x="18" y="17"/>
                      <a:pt x="26" y="1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88" name="íṣḷîḑé"/>
              <p:cNvSpPr/>
              <p:nvPr/>
            </p:nvSpPr>
            <p:spPr bwMode="auto">
              <a:xfrm>
                <a:off x="4207275" y="2520707"/>
                <a:ext cx="39693" cy="25800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1" y="7"/>
                  </a:cxn>
                  <a:cxn ang="0">
                    <a:pos x="24" y="7"/>
                  </a:cxn>
                  <a:cxn ang="0">
                    <a:pos x="24" y="10"/>
                  </a:cxn>
                  <a:cxn ang="0">
                    <a:pos x="19" y="15"/>
                  </a:cxn>
                  <a:cxn ang="0">
                    <a:pos x="0" y="3"/>
                  </a:cxn>
                  <a:cxn ang="0">
                    <a:pos x="1" y="0"/>
                  </a:cxn>
                </a:cxnLst>
                <a:rect l="0" t="0" r="r" b="b"/>
                <a:pathLst>
                  <a:path w="24" h="15">
                    <a:moveTo>
                      <a:pt x="1" y="0"/>
                    </a:moveTo>
                    <a:cubicBezTo>
                      <a:pt x="4" y="4"/>
                      <a:pt x="7" y="6"/>
                      <a:pt x="11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8"/>
                      <a:pt x="24" y="9"/>
                      <a:pt x="24" y="10"/>
                    </a:cubicBezTo>
                    <a:cubicBezTo>
                      <a:pt x="24" y="12"/>
                      <a:pt x="20" y="15"/>
                      <a:pt x="19" y="15"/>
                    </a:cubicBezTo>
                    <a:cubicBezTo>
                      <a:pt x="16" y="15"/>
                      <a:pt x="0" y="6"/>
                      <a:pt x="0" y="3"/>
                    </a:cubicBezTo>
                    <a:cubicBezTo>
                      <a:pt x="0" y="2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89" name="íš1îḍê"/>
              <p:cNvSpPr/>
              <p:nvPr/>
            </p:nvSpPr>
            <p:spPr bwMode="auto">
              <a:xfrm>
                <a:off x="4266814" y="2520707"/>
                <a:ext cx="27785" cy="33739"/>
              </a:xfrm>
              <a:custGeom>
                <a:avLst/>
                <a:gdLst/>
                <a:ahLst/>
                <a:cxnLst>
                  <a:cxn ang="0">
                    <a:pos x="17" y="12"/>
                  </a:cxn>
                  <a:cxn ang="0">
                    <a:pos x="17" y="15"/>
                  </a:cxn>
                  <a:cxn ang="0">
                    <a:pos x="7" y="20"/>
                  </a:cxn>
                  <a:cxn ang="0">
                    <a:pos x="0" y="15"/>
                  </a:cxn>
                  <a:cxn ang="0">
                    <a:pos x="10" y="0"/>
                  </a:cxn>
                  <a:cxn ang="0">
                    <a:pos x="14" y="5"/>
                  </a:cxn>
                  <a:cxn ang="0">
                    <a:pos x="17" y="12"/>
                  </a:cxn>
                </a:cxnLst>
                <a:rect l="0" t="0" r="r" b="b"/>
                <a:pathLst>
                  <a:path w="17" h="20">
                    <a:moveTo>
                      <a:pt x="17" y="12"/>
                    </a:moveTo>
                    <a:cubicBezTo>
                      <a:pt x="17" y="12"/>
                      <a:pt x="17" y="14"/>
                      <a:pt x="17" y="15"/>
                    </a:cubicBezTo>
                    <a:cubicBezTo>
                      <a:pt x="17" y="18"/>
                      <a:pt x="12" y="20"/>
                      <a:pt x="7" y="20"/>
                    </a:cubicBezTo>
                    <a:cubicBezTo>
                      <a:pt x="3" y="20"/>
                      <a:pt x="0" y="18"/>
                      <a:pt x="0" y="15"/>
                    </a:cubicBezTo>
                    <a:cubicBezTo>
                      <a:pt x="0" y="13"/>
                      <a:pt x="6" y="2"/>
                      <a:pt x="10" y="0"/>
                    </a:cubicBezTo>
                    <a:cubicBezTo>
                      <a:pt x="11" y="2"/>
                      <a:pt x="14" y="3"/>
                      <a:pt x="14" y="5"/>
                    </a:cubicBezTo>
                    <a:cubicBezTo>
                      <a:pt x="14" y="9"/>
                      <a:pt x="7" y="12"/>
                      <a:pt x="17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90" name="ïsḷidè"/>
              <p:cNvSpPr/>
              <p:nvPr/>
            </p:nvSpPr>
            <p:spPr bwMode="auto">
              <a:xfrm>
                <a:off x="2055922" y="2137684"/>
                <a:ext cx="33739" cy="15877"/>
              </a:xfrm>
              <a:custGeom>
                <a:avLst/>
                <a:gdLst/>
                <a:ahLst/>
                <a:cxnLst>
                  <a:cxn ang="0">
                    <a:pos x="6" y="4"/>
                  </a:cxn>
                  <a:cxn ang="0">
                    <a:pos x="13" y="1"/>
                  </a:cxn>
                  <a:cxn ang="0">
                    <a:pos x="20" y="9"/>
                  </a:cxn>
                  <a:cxn ang="0">
                    <a:pos x="5" y="9"/>
                  </a:cxn>
                  <a:cxn ang="0">
                    <a:pos x="0" y="4"/>
                  </a:cxn>
                  <a:cxn ang="0">
                    <a:pos x="6" y="4"/>
                  </a:cxn>
                </a:cxnLst>
                <a:rect l="0" t="0" r="r" b="b"/>
                <a:pathLst>
                  <a:path w="20" h="9">
                    <a:moveTo>
                      <a:pt x="6" y="4"/>
                    </a:moveTo>
                    <a:cubicBezTo>
                      <a:pt x="8" y="0"/>
                      <a:pt x="10" y="1"/>
                      <a:pt x="13" y="1"/>
                    </a:cubicBezTo>
                    <a:cubicBezTo>
                      <a:pt x="18" y="1"/>
                      <a:pt x="19" y="4"/>
                      <a:pt x="2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3" y="7"/>
                      <a:pt x="1" y="6"/>
                      <a:pt x="0" y="4"/>
                    </a:cubicBezTo>
                    <a:lnTo>
                      <a:pt x="6" y="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91" name="ís1íḑé"/>
              <p:cNvSpPr/>
              <p:nvPr/>
            </p:nvSpPr>
            <p:spPr bwMode="auto">
              <a:xfrm>
                <a:off x="5775036" y="2252838"/>
                <a:ext cx="33739" cy="49616"/>
              </a:xfrm>
              <a:custGeom>
                <a:avLst/>
                <a:gdLst/>
                <a:ahLst/>
                <a:cxnLst>
                  <a:cxn ang="0">
                    <a:pos x="3" y="27"/>
                  </a:cxn>
                  <a:cxn ang="0">
                    <a:pos x="9" y="21"/>
                  </a:cxn>
                  <a:cxn ang="0">
                    <a:pos x="0" y="14"/>
                  </a:cxn>
                  <a:cxn ang="0">
                    <a:pos x="9" y="0"/>
                  </a:cxn>
                  <a:cxn ang="0">
                    <a:pos x="20" y="12"/>
                  </a:cxn>
                  <a:cxn ang="0">
                    <a:pos x="6" y="30"/>
                  </a:cxn>
                  <a:cxn ang="0">
                    <a:pos x="0" y="27"/>
                  </a:cxn>
                  <a:cxn ang="0">
                    <a:pos x="2" y="25"/>
                  </a:cxn>
                  <a:cxn ang="0">
                    <a:pos x="3" y="27"/>
                  </a:cxn>
                </a:cxnLst>
                <a:rect l="0" t="0" r="r" b="b"/>
                <a:pathLst>
                  <a:path w="20" h="30">
                    <a:moveTo>
                      <a:pt x="3" y="27"/>
                    </a:moveTo>
                    <a:cubicBezTo>
                      <a:pt x="6" y="26"/>
                      <a:pt x="9" y="23"/>
                      <a:pt x="9" y="21"/>
                    </a:cubicBezTo>
                    <a:cubicBezTo>
                      <a:pt x="5" y="20"/>
                      <a:pt x="0" y="16"/>
                      <a:pt x="0" y="14"/>
                    </a:cubicBezTo>
                    <a:cubicBezTo>
                      <a:pt x="0" y="12"/>
                      <a:pt x="5" y="0"/>
                      <a:pt x="9" y="0"/>
                    </a:cubicBezTo>
                    <a:cubicBezTo>
                      <a:pt x="17" y="0"/>
                      <a:pt x="18" y="4"/>
                      <a:pt x="20" y="12"/>
                    </a:cubicBezTo>
                    <a:cubicBezTo>
                      <a:pt x="12" y="14"/>
                      <a:pt x="16" y="30"/>
                      <a:pt x="6" y="30"/>
                    </a:cubicBezTo>
                    <a:cubicBezTo>
                      <a:pt x="3" y="30"/>
                      <a:pt x="1" y="27"/>
                      <a:pt x="0" y="27"/>
                    </a:cubicBezTo>
                    <a:cubicBezTo>
                      <a:pt x="1" y="26"/>
                      <a:pt x="2" y="25"/>
                      <a:pt x="2" y="25"/>
                    </a:cubicBezTo>
                    <a:lnTo>
                      <a:pt x="3" y="27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92" name="ïSľíḍê"/>
              <p:cNvSpPr/>
              <p:nvPr/>
            </p:nvSpPr>
            <p:spPr bwMode="auto">
              <a:xfrm>
                <a:off x="5352316" y="2211162"/>
                <a:ext cx="807735" cy="577525"/>
              </a:xfrm>
              <a:custGeom>
                <a:avLst/>
                <a:gdLst/>
                <a:ahLst/>
                <a:cxnLst>
                  <a:cxn ang="0">
                    <a:pos x="473" y="233"/>
                  </a:cxn>
                  <a:cxn ang="0">
                    <a:pos x="470" y="273"/>
                  </a:cxn>
                  <a:cxn ang="0">
                    <a:pos x="427" y="274"/>
                  </a:cxn>
                  <a:cxn ang="0">
                    <a:pos x="401" y="283"/>
                  </a:cxn>
                  <a:cxn ang="0">
                    <a:pos x="403" y="303"/>
                  </a:cxn>
                  <a:cxn ang="0">
                    <a:pos x="413" y="322"/>
                  </a:cxn>
                  <a:cxn ang="0">
                    <a:pos x="401" y="319"/>
                  </a:cxn>
                  <a:cxn ang="0">
                    <a:pos x="397" y="336"/>
                  </a:cxn>
                  <a:cxn ang="0">
                    <a:pos x="382" y="315"/>
                  </a:cxn>
                  <a:cxn ang="0">
                    <a:pos x="358" y="278"/>
                  </a:cxn>
                  <a:cxn ang="0">
                    <a:pos x="329" y="238"/>
                  </a:cxn>
                  <a:cxn ang="0">
                    <a:pos x="289" y="213"/>
                  </a:cxn>
                  <a:cxn ang="0">
                    <a:pos x="270" y="212"/>
                  </a:cxn>
                  <a:cxn ang="0">
                    <a:pos x="289" y="244"/>
                  </a:cxn>
                  <a:cxn ang="0">
                    <a:pos x="315" y="264"/>
                  </a:cxn>
                  <a:cxn ang="0">
                    <a:pos x="330" y="283"/>
                  </a:cxn>
                  <a:cxn ang="0">
                    <a:pos x="323" y="305"/>
                  </a:cxn>
                  <a:cxn ang="0">
                    <a:pos x="316" y="303"/>
                  </a:cxn>
                  <a:cxn ang="0">
                    <a:pos x="291" y="273"/>
                  </a:cxn>
                  <a:cxn ang="0">
                    <a:pos x="229" y="223"/>
                  </a:cxn>
                  <a:cxn ang="0">
                    <a:pos x="168" y="237"/>
                  </a:cxn>
                  <a:cxn ang="0">
                    <a:pos x="135" y="272"/>
                  </a:cxn>
                  <a:cxn ang="0">
                    <a:pos x="101" y="326"/>
                  </a:cxn>
                  <a:cxn ang="0">
                    <a:pos x="72" y="338"/>
                  </a:cxn>
                  <a:cxn ang="0">
                    <a:pos x="10" y="334"/>
                  </a:cxn>
                  <a:cxn ang="0">
                    <a:pos x="0" y="306"/>
                  </a:cxn>
                  <a:cxn ang="0">
                    <a:pos x="4" y="246"/>
                  </a:cxn>
                  <a:cxn ang="0">
                    <a:pos x="48" y="235"/>
                  </a:cxn>
                  <a:cxn ang="0">
                    <a:pos x="89" y="240"/>
                  </a:cxn>
                  <a:cxn ang="0">
                    <a:pos x="105" y="206"/>
                  </a:cxn>
                  <a:cxn ang="0">
                    <a:pos x="103" y="193"/>
                  </a:cxn>
                  <a:cxn ang="0">
                    <a:pos x="60" y="163"/>
                  </a:cxn>
                  <a:cxn ang="0">
                    <a:pos x="88" y="157"/>
                  </a:cxn>
                  <a:cxn ang="0">
                    <a:pos x="96" y="143"/>
                  </a:cxn>
                  <a:cxn ang="0">
                    <a:pos x="114" y="145"/>
                  </a:cxn>
                  <a:cxn ang="0">
                    <a:pos x="147" y="118"/>
                  </a:cxn>
                  <a:cxn ang="0">
                    <a:pos x="176" y="89"/>
                  </a:cxn>
                  <a:cxn ang="0">
                    <a:pos x="208" y="73"/>
                  </a:cxn>
                  <a:cxn ang="0">
                    <a:pos x="225" y="54"/>
                  </a:cxn>
                  <a:cxn ang="0">
                    <a:pos x="245" y="5"/>
                  </a:cxn>
                  <a:cxn ang="0">
                    <a:pos x="251" y="25"/>
                  </a:cxn>
                  <a:cxn ang="0">
                    <a:pos x="240" y="54"/>
                  </a:cxn>
                  <a:cxn ang="0">
                    <a:pos x="254" y="66"/>
                  </a:cxn>
                  <a:cxn ang="0">
                    <a:pos x="289" y="68"/>
                  </a:cxn>
                  <a:cxn ang="0">
                    <a:pos x="333" y="50"/>
                  </a:cxn>
                  <a:cxn ang="0">
                    <a:pos x="378" y="55"/>
                  </a:cxn>
                  <a:cxn ang="0">
                    <a:pos x="408" y="95"/>
                  </a:cxn>
                  <a:cxn ang="0">
                    <a:pos x="399" y="153"/>
                  </a:cxn>
                  <a:cxn ang="0">
                    <a:pos x="470" y="180"/>
                  </a:cxn>
                  <a:cxn ang="0">
                    <a:pos x="474" y="204"/>
                  </a:cxn>
                  <a:cxn ang="0">
                    <a:pos x="476" y="216"/>
                  </a:cxn>
                </a:cxnLst>
                <a:rect l="0" t="0" r="r" b="b"/>
                <a:pathLst>
                  <a:path w="485" h="347">
                    <a:moveTo>
                      <a:pt x="476" y="216"/>
                    </a:moveTo>
                    <a:cubicBezTo>
                      <a:pt x="474" y="223"/>
                      <a:pt x="475" y="219"/>
                      <a:pt x="473" y="222"/>
                    </a:cubicBezTo>
                    <a:cubicBezTo>
                      <a:pt x="473" y="233"/>
                      <a:pt x="473" y="233"/>
                      <a:pt x="473" y="233"/>
                    </a:cubicBezTo>
                    <a:cubicBezTo>
                      <a:pt x="469" y="238"/>
                      <a:pt x="461" y="246"/>
                      <a:pt x="461" y="253"/>
                    </a:cubicBezTo>
                    <a:cubicBezTo>
                      <a:pt x="461" y="261"/>
                      <a:pt x="473" y="268"/>
                      <a:pt x="476" y="272"/>
                    </a:cubicBezTo>
                    <a:cubicBezTo>
                      <a:pt x="474" y="273"/>
                      <a:pt x="472" y="273"/>
                      <a:pt x="470" y="273"/>
                    </a:cubicBezTo>
                    <a:cubicBezTo>
                      <a:pt x="466" y="275"/>
                      <a:pt x="463" y="273"/>
                      <a:pt x="459" y="275"/>
                    </a:cubicBezTo>
                    <a:cubicBezTo>
                      <a:pt x="453" y="277"/>
                      <a:pt x="452" y="283"/>
                      <a:pt x="446" y="283"/>
                    </a:cubicBezTo>
                    <a:cubicBezTo>
                      <a:pt x="439" y="283"/>
                      <a:pt x="435" y="274"/>
                      <a:pt x="427" y="274"/>
                    </a:cubicBezTo>
                    <a:cubicBezTo>
                      <a:pt x="420" y="274"/>
                      <a:pt x="419" y="278"/>
                      <a:pt x="413" y="280"/>
                    </a:cubicBezTo>
                    <a:cubicBezTo>
                      <a:pt x="414" y="284"/>
                      <a:pt x="414" y="286"/>
                      <a:pt x="413" y="290"/>
                    </a:cubicBezTo>
                    <a:cubicBezTo>
                      <a:pt x="406" y="290"/>
                      <a:pt x="405" y="283"/>
                      <a:pt x="401" y="283"/>
                    </a:cubicBezTo>
                    <a:cubicBezTo>
                      <a:pt x="399" y="283"/>
                      <a:pt x="397" y="286"/>
                      <a:pt x="397" y="288"/>
                    </a:cubicBezTo>
                    <a:cubicBezTo>
                      <a:pt x="405" y="298"/>
                      <a:pt x="405" y="298"/>
                      <a:pt x="405" y="298"/>
                    </a:cubicBezTo>
                    <a:cubicBezTo>
                      <a:pt x="405" y="300"/>
                      <a:pt x="403" y="302"/>
                      <a:pt x="403" y="303"/>
                    </a:cubicBezTo>
                    <a:cubicBezTo>
                      <a:pt x="403" y="304"/>
                      <a:pt x="415" y="315"/>
                      <a:pt x="419" y="315"/>
                    </a:cubicBezTo>
                    <a:cubicBezTo>
                      <a:pt x="419" y="317"/>
                      <a:pt x="420" y="318"/>
                      <a:pt x="420" y="319"/>
                    </a:cubicBezTo>
                    <a:cubicBezTo>
                      <a:pt x="418" y="321"/>
                      <a:pt x="414" y="319"/>
                      <a:pt x="413" y="322"/>
                    </a:cubicBezTo>
                    <a:cubicBezTo>
                      <a:pt x="412" y="322"/>
                      <a:pt x="412" y="322"/>
                      <a:pt x="412" y="322"/>
                    </a:cubicBezTo>
                    <a:cubicBezTo>
                      <a:pt x="407" y="321"/>
                      <a:pt x="403" y="317"/>
                      <a:pt x="401" y="315"/>
                    </a:cubicBezTo>
                    <a:cubicBezTo>
                      <a:pt x="401" y="319"/>
                      <a:pt x="401" y="319"/>
                      <a:pt x="401" y="319"/>
                    </a:cubicBezTo>
                    <a:cubicBezTo>
                      <a:pt x="402" y="321"/>
                      <a:pt x="403" y="323"/>
                      <a:pt x="403" y="326"/>
                    </a:cubicBezTo>
                    <a:cubicBezTo>
                      <a:pt x="403" y="329"/>
                      <a:pt x="399" y="334"/>
                      <a:pt x="403" y="336"/>
                    </a:cubicBezTo>
                    <a:cubicBezTo>
                      <a:pt x="401" y="336"/>
                      <a:pt x="397" y="336"/>
                      <a:pt x="397" y="336"/>
                    </a:cubicBezTo>
                    <a:cubicBezTo>
                      <a:pt x="390" y="336"/>
                      <a:pt x="384" y="329"/>
                      <a:pt x="384" y="322"/>
                    </a:cubicBezTo>
                    <a:cubicBezTo>
                      <a:pt x="384" y="319"/>
                      <a:pt x="388" y="317"/>
                      <a:pt x="390" y="315"/>
                    </a:cubicBezTo>
                    <a:cubicBezTo>
                      <a:pt x="387" y="315"/>
                      <a:pt x="385" y="315"/>
                      <a:pt x="382" y="315"/>
                    </a:cubicBezTo>
                    <a:cubicBezTo>
                      <a:pt x="380" y="315"/>
                      <a:pt x="379" y="311"/>
                      <a:pt x="379" y="310"/>
                    </a:cubicBezTo>
                    <a:cubicBezTo>
                      <a:pt x="378" y="304"/>
                      <a:pt x="374" y="300"/>
                      <a:pt x="370" y="296"/>
                    </a:cubicBezTo>
                    <a:cubicBezTo>
                      <a:pt x="365" y="291"/>
                      <a:pt x="358" y="287"/>
                      <a:pt x="358" y="278"/>
                    </a:cubicBezTo>
                    <a:cubicBezTo>
                      <a:pt x="358" y="272"/>
                      <a:pt x="358" y="270"/>
                      <a:pt x="358" y="266"/>
                    </a:cubicBezTo>
                    <a:cubicBezTo>
                      <a:pt x="358" y="260"/>
                      <a:pt x="348" y="251"/>
                      <a:pt x="342" y="248"/>
                    </a:cubicBezTo>
                    <a:cubicBezTo>
                      <a:pt x="336" y="245"/>
                      <a:pt x="329" y="244"/>
                      <a:pt x="329" y="238"/>
                    </a:cubicBezTo>
                    <a:cubicBezTo>
                      <a:pt x="326" y="238"/>
                      <a:pt x="325" y="238"/>
                      <a:pt x="323" y="238"/>
                    </a:cubicBezTo>
                    <a:cubicBezTo>
                      <a:pt x="313" y="238"/>
                      <a:pt x="302" y="223"/>
                      <a:pt x="302" y="213"/>
                    </a:cubicBezTo>
                    <a:cubicBezTo>
                      <a:pt x="297" y="213"/>
                      <a:pt x="293" y="213"/>
                      <a:pt x="289" y="213"/>
                    </a:cubicBezTo>
                    <a:cubicBezTo>
                      <a:pt x="283" y="213"/>
                      <a:pt x="285" y="204"/>
                      <a:pt x="283" y="201"/>
                    </a:cubicBezTo>
                    <a:cubicBezTo>
                      <a:pt x="278" y="204"/>
                      <a:pt x="268" y="204"/>
                      <a:pt x="268" y="209"/>
                    </a:cubicBezTo>
                    <a:cubicBezTo>
                      <a:pt x="268" y="210"/>
                      <a:pt x="270" y="212"/>
                      <a:pt x="270" y="212"/>
                    </a:cubicBezTo>
                    <a:cubicBezTo>
                      <a:pt x="270" y="214"/>
                      <a:pt x="269" y="217"/>
                      <a:pt x="269" y="220"/>
                    </a:cubicBezTo>
                    <a:cubicBezTo>
                      <a:pt x="269" y="226"/>
                      <a:pt x="273" y="229"/>
                      <a:pt x="278" y="231"/>
                    </a:cubicBezTo>
                    <a:cubicBezTo>
                      <a:pt x="285" y="233"/>
                      <a:pt x="288" y="240"/>
                      <a:pt x="289" y="244"/>
                    </a:cubicBezTo>
                    <a:cubicBezTo>
                      <a:pt x="291" y="250"/>
                      <a:pt x="294" y="257"/>
                      <a:pt x="298" y="259"/>
                    </a:cubicBezTo>
                    <a:cubicBezTo>
                      <a:pt x="304" y="262"/>
                      <a:pt x="309" y="260"/>
                      <a:pt x="315" y="260"/>
                    </a:cubicBezTo>
                    <a:cubicBezTo>
                      <a:pt x="315" y="261"/>
                      <a:pt x="315" y="263"/>
                      <a:pt x="315" y="264"/>
                    </a:cubicBezTo>
                    <a:cubicBezTo>
                      <a:pt x="313" y="269"/>
                      <a:pt x="323" y="271"/>
                      <a:pt x="326" y="272"/>
                    </a:cubicBezTo>
                    <a:cubicBezTo>
                      <a:pt x="335" y="277"/>
                      <a:pt x="345" y="280"/>
                      <a:pt x="344" y="290"/>
                    </a:cubicBezTo>
                    <a:cubicBezTo>
                      <a:pt x="340" y="289"/>
                      <a:pt x="337" y="283"/>
                      <a:pt x="330" y="283"/>
                    </a:cubicBezTo>
                    <a:cubicBezTo>
                      <a:pt x="325" y="283"/>
                      <a:pt x="320" y="286"/>
                      <a:pt x="320" y="290"/>
                    </a:cubicBezTo>
                    <a:cubicBezTo>
                      <a:pt x="320" y="296"/>
                      <a:pt x="328" y="297"/>
                      <a:pt x="328" y="303"/>
                    </a:cubicBezTo>
                    <a:cubicBezTo>
                      <a:pt x="328" y="305"/>
                      <a:pt x="323" y="305"/>
                      <a:pt x="323" y="305"/>
                    </a:cubicBezTo>
                    <a:cubicBezTo>
                      <a:pt x="319" y="309"/>
                      <a:pt x="319" y="318"/>
                      <a:pt x="313" y="318"/>
                    </a:cubicBezTo>
                    <a:cubicBezTo>
                      <a:pt x="310" y="318"/>
                      <a:pt x="308" y="317"/>
                      <a:pt x="308" y="315"/>
                    </a:cubicBezTo>
                    <a:cubicBezTo>
                      <a:pt x="314" y="315"/>
                      <a:pt x="316" y="309"/>
                      <a:pt x="316" y="303"/>
                    </a:cubicBezTo>
                    <a:cubicBezTo>
                      <a:pt x="316" y="297"/>
                      <a:pt x="312" y="295"/>
                      <a:pt x="311" y="291"/>
                    </a:cubicBezTo>
                    <a:cubicBezTo>
                      <a:pt x="310" y="291"/>
                      <a:pt x="300" y="281"/>
                      <a:pt x="299" y="278"/>
                    </a:cubicBezTo>
                    <a:cubicBezTo>
                      <a:pt x="297" y="278"/>
                      <a:pt x="291" y="276"/>
                      <a:pt x="291" y="273"/>
                    </a:cubicBezTo>
                    <a:cubicBezTo>
                      <a:pt x="277" y="270"/>
                      <a:pt x="274" y="266"/>
                      <a:pt x="266" y="259"/>
                    </a:cubicBezTo>
                    <a:cubicBezTo>
                      <a:pt x="263" y="256"/>
                      <a:pt x="257" y="254"/>
                      <a:pt x="256" y="251"/>
                    </a:cubicBezTo>
                    <a:cubicBezTo>
                      <a:pt x="248" y="241"/>
                      <a:pt x="245" y="223"/>
                      <a:pt x="229" y="223"/>
                    </a:cubicBezTo>
                    <a:cubicBezTo>
                      <a:pt x="221" y="223"/>
                      <a:pt x="220" y="228"/>
                      <a:pt x="216" y="230"/>
                    </a:cubicBezTo>
                    <a:cubicBezTo>
                      <a:pt x="208" y="234"/>
                      <a:pt x="202" y="242"/>
                      <a:pt x="192" y="242"/>
                    </a:cubicBezTo>
                    <a:cubicBezTo>
                      <a:pt x="183" y="242"/>
                      <a:pt x="177" y="237"/>
                      <a:pt x="168" y="237"/>
                    </a:cubicBezTo>
                    <a:cubicBezTo>
                      <a:pt x="161" y="237"/>
                      <a:pt x="154" y="242"/>
                      <a:pt x="154" y="248"/>
                    </a:cubicBezTo>
                    <a:cubicBezTo>
                      <a:pt x="157" y="258"/>
                      <a:pt x="157" y="258"/>
                      <a:pt x="157" y="258"/>
                    </a:cubicBezTo>
                    <a:cubicBezTo>
                      <a:pt x="154" y="267"/>
                      <a:pt x="144" y="270"/>
                      <a:pt x="135" y="272"/>
                    </a:cubicBezTo>
                    <a:cubicBezTo>
                      <a:pt x="127" y="274"/>
                      <a:pt x="114" y="292"/>
                      <a:pt x="114" y="302"/>
                    </a:cubicBezTo>
                    <a:cubicBezTo>
                      <a:pt x="114" y="305"/>
                      <a:pt x="117" y="306"/>
                      <a:pt x="119" y="307"/>
                    </a:cubicBezTo>
                    <a:cubicBezTo>
                      <a:pt x="113" y="316"/>
                      <a:pt x="110" y="321"/>
                      <a:pt x="101" y="326"/>
                    </a:cubicBezTo>
                    <a:cubicBezTo>
                      <a:pt x="96" y="328"/>
                      <a:pt x="95" y="340"/>
                      <a:pt x="86" y="337"/>
                    </a:cubicBezTo>
                    <a:cubicBezTo>
                      <a:pt x="86" y="337"/>
                      <a:pt x="86" y="337"/>
                      <a:pt x="86" y="337"/>
                    </a:cubicBezTo>
                    <a:cubicBezTo>
                      <a:pt x="82" y="336"/>
                      <a:pt x="75" y="338"/>
                      <a:pt x="72" y="338"/>
                    </a:cubicBezTo>
                    <a:cubicBezTo>
                      <a:pt x="62" y="338"/>
                      <a:pt x="56" y="347"/>
                      <a:pt x="46" y="347"/>
                    </a:cubicBezTo>
                    <a:cubicBezTo>
                      <a:pt x="40" y="347"/>
                      <a:pt x="39" y="331"/>
                      <a:pt x="29" y="331"/>
                    </a:cubicBezTo>
                    <a:cubicBezTo>
                      <a:pt x="22" y="331"/>
                      <a:pt x="17" y="334"/>
                      <a:pt x="10" y="334"/>
                    </a:cubicBezTo>
                    <a:cubicBezTo>
                      <a:pt x="8" y="334"/>
                      <a:pt x="7" y="332"/>
                      <a:pt x="7" y="330"/>
                    </a:cubicBezTo>
                    <a:cubicBezTo>
                      <a:pt x="7" y="321"/>
                      <a:pt x="7" y="318"/>
                      <a:pt x="7" y="313"/>
                    </a:cubicBezTo>
                    <a:cubicBezTo>
                      <a:pt x="3" y="313"/>
                      <a:pt x="0" y="310"/>
                      <a:pt x="0" y="306"/>
                    </a:cubicBezTo>
                    <a:cubicBezTo>
                      <a:pt x="0" y="301"/>
                      <a:pt x="4" y="299"/>
                      <a:pt x="4" y="296"/>
                    </a:cubicBezTo>
                    <a:cubicBezTo>
                      <a:pt x="4" y="285"/>
                      <a:pt x="8" y="274"/>
                      <a:pt x="8" y="262"/>
                    </a:cubicBezTo>
                    <a:cubicBezTo>
                      <a:pt x="8" y="256"/>
                      <a:pt x="4" y="250"/>
                      <a:pt x="4" y="246"/>
                    </a:cubicBezTo>
                    <a:cubicBezTo>
                      <a:pt x="4" y="243"/>
                      <a:pt x="19" y="234"/>
                      <a:pt x="21" y="234"/>
                    </a:cubicBezTo>
                    <a:cubicBezTo>
                      <a:pt x="23" y="234"/>
                      <a:pt x="25" y="236"/>
                      <a:pt x="28" y="235"/>
                    </a:cubicBezTo>
                    <a:cubicBezTo>
                      <a:pt x="48" y="235"/>
                      <a:pt x="48" y="235"/>
                      <a:pt x="48" y="235"/>
                    </a:cubicBezTo>
                    <a:cubicBezTo>
                      <a:pt x="49" y="237"/>
                      <a:pt x="53" y="238"/>
                      <a:pt x="55" y="238"/>
                    </a:cubicBezTo>
                    <a:cubicBezTo>
                      <a:pt x="76" y="238"/>
                      <a:pt x="76" y="238"/>
                      <a:pt x="76" y="238"/>
                    </a:cubicBezTo>
                    <a:cubicBezTo>
                      <a:pt x="82" y="237"/>
                      <a:pt x="84" y="240"/>
                      <a:pt x="89" y="240"/>
                    </a:cubicBezTo>
                    <a:cubicBezTo>
                      <a:pt x="92" y="240"/>
                      <a:pt x="98" y="238"/>
                      <a:pt x="100" y="238"/>
                    </a:cubicBezTo>
                    <a:cubicBezTo>
                      <a:pt x="100" y="229"/>
                      <a:pt x="105" y="226"/>
                      <a:pt x="105" y="218"/>
                    </a:cubicBezTo>
                    <a:cubicBezTo>
                      <a:pt x="105" y="216"/>
                      <a:pt x="105" y="208"/>
                      <a:pt x="105" y="206"/>
                    </a:cubicBezTo>
                    <a:cubicBezTo>
                      <a:pt x="104" y="206"/>
                      <a:pt x="104" y="206"/>
                      <a:pt x="104" y="206"/>
                    </a:cubicBezTo>
                    <a:cubicBezTo>
                      <a:pt x="105" y="205"/>
                      <a:pt x="106" y="201"/>
                      <a:pt x="106" y="200"/>
                    </a:cubicBezTo>
                    <a:cubicBezTo>
                      <a:pt x="106" y="196"/>
                      <a:pt x="103" y="197"/>
                      <a:pt x="103" y="193"/>
                    </a:cubicBezTo>
                    <a:cubicBezTo>
                      <a:pt x="94" y="193"/>
                      <a:pt x="92" y="185"/>
                      <a:pt x="92" y="178"/>
                    </a:cubicBezTo>
                    <a:cubicBezTo>
                      <a:pt x="89" y="178"/>
                      <a:pt x="89" y="175"/>
                      <a:pt x="87" y="175"/>
                    </a:cubicBezTo>
                    <a:cubicBezTo>
                      <a:pt x="79" y="173"/>
                      <a:pt x="60" y="169"/>
                      <a:pt x="60" y="163"/>
                    </a:cubicBezTo>
                    <a:cubicBezTo>
                      <a:pt x="60" y="163"/>
                      <a:pt x="60" y="161"/>
                      <a:pt x="60" y="161"/>
                    </a:cubicBezTo>
                    <a:cubicBezTo>
                      <a:pt x="60" y="157"/>
                      <a:pt x="72" y="154"/>
                      <a:pt x="76" y="153"/>
                    </a:cubicBezTo>
                    <a:cubicBezTo>
                      <a:pt x="78" y="156"/>
                      <a:pt x="85" y="157"/>
                      <a:pt x="88" y="157"/>
                    </a:cubicBezTo>
                    <a:cubicBezTo>
                      <a:pt x="92" y="157"/>
                      <a:pt x="97" y="156"/>
                      <a:pt x="98" y="155"/>
                    </a:cubicBezTo>
                    <a:cubicBezTo>
                      <a:pt x="98" y="152"/>
                      <a:pt x="98" y="152"/>
                      <a:pt x="98" y="152"/>
                    </a:cubicBezTo>
                    <a:cubicBezTo>
                      <a:pt x="95" y="151"/>
                      <a:pt x="97" y="145"/>
                      <a:pt x="96" y="143"/>
                    </a:cubicBezTo>
                    <a:cubicBezTo>
                      <a:pt x="96" y="140"/>
                      <a:pt x="96" y="140"/>
                      <a:pt x="96" y="140"/>
                    </a:cubicBezTo>
                    <a:cubicBezTo>
                      <a:pt x="101" y="140"/>
                      <a:pt x="101" y="140"/>
                      <a:pt x="101" y="140"/>
                    </a:cubicBezTo>
                    <a:cubicBezTo>
                      <a:pt x="104" y="143"/>
                      <a:pt x="109" y="145"/>
                      <a:pt x="114" y="145"/>
                    </a:cubicBezTo>
                    <a:cubicBezTo>
                      <a:pt x="117" y="145"/>
                      <a:pt x="120" y="142"/>
                      <a:pt x="121" y="139"/>
                    </a:cubicBezTo>
                    <a:cubicBezTo>
                      <a:pt x="135" y="139"/>
                      <a:pt x="138" y="129"/>
                      <a:pt x="141" y="119"/>
                    </a:cubicBezTo>
                    <a:cubicBezTo>
                      <a:pt x="143" y="119"/>
                      <a:pt x="145" y="118"/>
                      <a:pt x="147" y="118"/>
                    </a:cubicBezTo>
                    <a:cubicBezTo>
                      <a:pt x="150" y="117"/>
                      <a:pt x="167" y="110"/>
                      <a:pt x="169" y="108"/>
                    </a:cubicBezTo>
                    <a:cubicBezTo>
                      <a:pt x="173" y="104"/>
                      <a:pt x="171" y="99"/>
                      <a:pt x="171" y="94"/>
                    </a:cubicBezTo>
                    <a:cubicBezTo>
                      <a:pt x="171" y="92"/>
                      <a:pt x="175" y="89"/>
                      <a:pt x="176" y="89"/>
                    </a:cubicBezTo>
                    <a:cubicBezTo>
                      <a:pt x="182" y="83"/>
                      <a:pt x="188" y="76"/>
                      <a:pt x="198" y="76"/>
                    </a:cubicBezTo>
                    <a:cubicBezTo>
                      <a:pt x="204" y="76"/>
                      <a:pt x="201" y="77"/>
                      <a:pt x="204" y="76"/>
                    </a:cubicBezTo>
                    <a:cubicBezTo>
                      <a:pt x="206" y="77"/>
                      <a:pt x="207" y="74"/>
                      <a:pt x="208" y="73"/>
                    </a:cubicBezTo>
                    <a:cubicBezTo>
                      <a:pt x="211" y="70"/>
                      <a:pt x="215" y="72"/>
                      <a:pt x="219" y="72"/>
                    </a:cubicBezTo>
                    <a:cubicBezTo>
                      <a:pt x="221" y="72"/>
                      <a:pt x="229" y="68"/>
                      <a:pt x="229" y="65"/>
                    </a:cubicBezTo>
                    <a:cubicBezTo>
                      <a:pt x="229" y="63"/>
                      <a:pt x="225" y="54"/>
                      <a:pt x="225" y="54"/>
                    </a:cubicBezTo>
                    <a:cubicBezTo>
                      <a:pt x="224" y="42"/>
                      <a:pt x="217" y="38"/>
                      <a:pt x="217" y="28"/>
                    </a:cubicBezTo>
                    <a:cubicBezTo>
                      <a:pt x="217" y="9"/>
                      <a:pt x="234" y="8"/>
                      <a:pt x="245" y="0"/>
                    </a:cubicBezTo>
                    <a:cubicBezTo>
                      <a:pt x="245" y="5"/>
                      <a:pt x="245" y="5"/>
                      <a:pt x="245" y="5"/>
                    </a:cubicBezTo>
                    <a:cubicBezTo>
                      <a:pt x="243" y="10"/>
                      <a:pt x="242" y="12"/>
                      <a:pt x="242" y="17"/>
                    </a:cubicBezTo>
                    <a:cubicBezTo>
                      <a:pt x="242" y="21"/>
                      <a:pt x="247" y="22"/>
                      <a:pt x="251" y="22"/>
                    </a:cubicBezTo>
                    <a:cubicBezTo>
                      <a:pt x="251" y="23"/>
                      <a:pt x="251" y="24"/>
                      <a:pt x="251" y="25"/>
                    </a:cubicBezTo>
                    <a:cubicBezTo>
                      <a:pt x="251" y="27"/>
                      <a:pt x="247" y="28"/>
                      <a:pt x="245" y="29"/>
                    </a:cubicBezTo>
                    <a:cubicBezTo>
                      <a:pt x="241" y="34"/>
                      <a:pt x="236" y="38"/>
                      <a:pt x="236" y="46"/>
                    </a:cubicBezTo>
                    <a:cubicBezTo>
                      <a:pt x="236" y="50"/>
                      <a:pt x="238" y="53"/>
                      <a:pt x="240" y="54"/>
                    </a:cubicBezTo>
                    <a:cubicBezTo>
                      <a:pt x="240" y="56"/>
                      <a:pt x="241" y="57"/>
                      <a:pt x="240" y="59"/>
                    </a:cubicBezTo>
                    <a:cubicBezTo>
                      <a:pt x="245" y="59"/>
                      <a:pt x="247" y="60"/>
                      <a:pt x="251" y="60"/>
                    </a:cubicBezTo>
                    <a:cubicBezTo>
                      <a:pt x="252" y="63"/>
                      <a:pt x="253" y="66"/>
                      <a:pt x="254" y="66"/>
                    </a:cubicBezTo>
                    <a:cubicBezTo>
                      <a:pt x="266" y="66"/>
                      <a:pt x="274" y="56"/>
                      <a:pt x="285" y="57"/>
                    </a:cubicBezTo>
                    <a:cubicBezTo>
                      <a:pt x="284" y="59"/>
                      <a:pt x="282" y="60"/>
                      <a:pt x="282" y="62"/>
                    </a:cubicBezTo>
                    <a:cubicBezTo>
                      <a:pt x="282" y="63"/>
                      <a:pt x="289" y="68"/>
                      <a:pt x="289" y="68"/>
                    </a:cubicBezTo>
                    <a:cubicBezTo>
                      <a:pt x="294" y="68"/>
                      <a:pt x="295" y="65"/>
                      <a:pt x="297" y="64"/>
                    </a:cubicBezTo>
                    <a:cubicBezTo>
                      <a:pt x="304" y="60"/>
                      <a:pt x="310" y="62"/>
                      <a:pt x="317" y="59"/>
                    </a:cubicBezTo>
                    <a:cubicBezTo>
                      <a:pt x="321" y="57"/>
                      <a:pt x="328" y="50"/>
                      <a:pt x="333" y="50"/>
                    </a:cubicBezTo>
                    <a:cubicBezTo>
                      <a:pt x="339" y="50"/>
                      <a:pt x="345" y="51"/>
                      <a:pt x="348" y="52"/>
                    </a:cubicBezTo>
                    <a:cubicBezTo>
                      <a:pt x="347" y="54"/>
                      <a:pt x="346" y="56"/>
                      <a:pt x="346" y="57"/>
                    </a:cubicBezTo>
                    <a:cubicBezTo>
                      <a:pt x="358" y="57"/>
                      <a:pt x="370" y="55"/>
                      <a:pt x="378" y="55"/>
                    </a:cubicBezTo>
                    <a:cubicBezTo>
                      <a:pt x="386" y="55"/>
                      <a:pt x="392" y="54"/>
                      <a:pt x="401" y="54"/>
                    </a:cubicBezTo>
                    <a:cubicBezTo>
                      <a:pt x="410" y="54"/>
                      <a:pt x="414" y="70"/>
                      <a:pt x="414" y="80"/>
                    </a:cubicBezTo>
                    <a:cubicBezTo>
                      <a:pt x="414" y="86"/>
                      <a:pt x="408" y="89"/>
                      <a:pt x="408" y="95"/>
                    </a:cubicBezTo>
                    <a:cubicBezTo>
                      <a:pt x="408" y="104"/>
                      <a:pt x="416" y="110"/>
                      <a:pt x="416" y="118"/>
                    </a:cubicBezTo>
                    <a:cubicBezTo>
                      <a:pt x="416" y="123"/>
                      <a:pt x="408" y="125"/>
                      <a:pt x="406" y="128"/>
                    </a:cubicBezTo>
                    <a:cubicBezTo>
                      <a:pt x="401" y="136"/>
                      <a:pt x="399" y="143"/>
                      <a:pt x="399" y="153"/>
                    </a:cubicBezTo>
                    <a:cubicBezTo>
                      <a:pt x="399" y="166"/>
                      <a:pt x="408" y="163"/>
                      <a:pt x="418" y="163"/>
                    </a:cubicBezTo>
                    <a:cubicBezTo>
                      <a:pt x="432" y="163"/>
                      <a:pt x="439" y="157"/>
                      <a:pt x="450" y="157"/>
                    </a:cubicBezTo>
                    <a:cubicBezTo>
                      <a:pt x="461" y="157"/>
                      <a:pt x="459" y="180"/>
                      <a:pt x="470" y="180"/>
                    </a:cubicBezTo>
                    <a:cubicBezTo>
                      <a:pt x="470" y="198"/>
                      <a:pt x="470" y="198"/>
                      <a:pt x="470" y="198"/>
                    </a:cubicBezTo>
                    <a:cubicBezTo>
                      <a:pt x="470" y="200"/>
                      <a:pt x="471" y="201"/>
                      <a:pt x="472" y="201"/>
                    </a:cubicBezTo>
                    <a:cubicBezTo>
                      <a:pt x="474" y="204"/>
                      <a:pt x="474" y="204"/>
                      <a:pt x="474" y="204"/>
                    </a:cubicBezTo>
                    <a:cubicBezTo>
                      <a:pt x="476" y="204"/>
                      <a:pt x="482" y="202"/>
                      <a:pt x="485" y="201"/>
                    </a:cubicBezTo>
                    <a:cubicBezTo>
                      <a:pt x="485" y="204"/>
                      <a:pt x="485" y="206"/>
                      <a:pt x="485" y="208"/>
                    </a:cubicBezTo>
                    <a:cubicBezTo>
                      <a:pt x="481" y="209"/>
                      <a:pt x="476" y="211"/>
                      <a:pt x="476" y="21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93" name="isḷïḑè"/>
              <p:cNvSpPr/>
              <p:nvPr/>
            </p:nvSpPr>
            <p:spPr bwMode="auto">
              <a:xfrm>
                <a:off x="5651990" y="1752714"/>
                <a:ext cx="545767" cy="529894"/>
              </a:xfrm>
              <a:custGeom>
                <a:avLst/>
                <a:gdLst/>
                <a:ahLst/>
                <a:cxnLst>
                  <a:cxn ang="0">
                    <a:pos x="66" y="236"/>
                  </a:cxn>
                  <a:cxn ang="0">
                    <a:pos x="4" y="254"/>
                  </a:cxn>
                  <a:cxn ang="0">
                    <a:pos x="12" y="241"/>
                  </a:cxn>
                  <a:cxn ang="0">
                    <a:pos x="8" y="231"/>
                  </a:cxn>
                  <a:cxn ang="0">
                    <a:pos x="10" y="190"/>
                  </a:cxn>
                  <a:cxn ang="0">
                    <a:pos x="55" y="163"/>
                  </a:cxn>
                  <a:cxn ang="0">
                    <a:pos x="85" y="129"/>
                  </a:cxn>
                  <a:cxn ang="0">
                    <a:pos x="97" y="102"/>
                  </a:cxn>
                  <a:cxn ang="0">
                    <a:pos x="142" y="55"/>
                  </a:cxn>
                  <a:cxn ang="0">
                    <a:pos x="124" y="57"/>
                  </a:cxn>
                  <a:cxn ang="0">
                    <a:pos x="124" y="49"/>
                  </a:cxn>
                  <a:cxn ang="0">
                    <a:pos x="132" y="44"/>
                  </a:cxn>
                  <a:cxn ang="0">
                    <a:pos x="148" y="57"/>
                  </a:cxn>
                  <a:cxn ang="0">
                    <a:pos x="149" y="45"/>
                  </a:cxn>
                  <a:cxn ang="0">
                    <a:pos x="168" y="37"/>
                  </a:cxn>
                  <a:cxn ang="0">
                    <a:pos x="183" y="28"/>
                  </a:cxn>
                  <a:cxn ang="0">
                    <a:pos x="199" y="21"/>
                  </a:cxn>
                  <a:cxn ang="0">
                    <a:pos x="221" y="17"/>
                  </a:cxn>
                  <a:cxn ang="0">
                    <a:pos x="223" y="5"/>
                  </a:cxn>
                  <a:cxn ang="0">
                    <a:pos x="256" y="6"/>
                  </a:cxn>
                  <a:cxn ang="0">
                    <a:pos x="266" y="7"/>
                  </a:cxn>
                  <a:cxn ang="0">
                    <a:pos x="285" y="2"/>
                  </a:cxn>
                  <a:cxn ang="0">
                    <a:pos x="296" y="6"/>
                  </a:cxn>
                  <a:cxn ang="0">
                    <a:pos x="293" y="24"/>
                  </a:cxn>
                  <a:cxn ang="0">
                    <a:pos x="315" y="32"/>
                  </a:cxn>
                  <a:cxn ang="0">
                    <a:pos x="309" y="72"/>
                  </a:cxn>
                  <a:cxn ang="0">
                    <a:pos x="310" y="113"/>
                  </a:cxn>
                  <a:cxn ang="0">
                    <a:pos x="318" y="148"/>
                  </a:cxn>
                  <a:cxn ang="0">
                    <a:pos x="327" y="172"/>
                  </a:cxn>
                  <a:cxn ang="0">
                    <a:pos x="255" y="224"/>
                  </a:cxn>
                  <a:cxn ang="0">
                    <a:pos x="218" y="225"/>
                  </a:cxn>
                  <a:cxn ang="0">
                    <a:pos x="206" y="200"/>
                  </a:cxn>
                  <a:cxn ang="0">
                    <a:pos x="197" y="174"/>
                  </a:cxn>
                  <a:cxn ang="0">
                    <a:pos x="254" y="130"/>
                  </a:cxn>
                  <a:cxn ang="0">
                    <a:pos x="202" y="135"/>
                  </a:cxn>
                  <a:cxn ang="0">
                    <a:pos x="172" y="169"/>
                  </a:cxn>
                  <a:cxn ang="0">
                    <a:pos x="146" y="201"/>
                  </a:cxn>
                  <a:cxn ang="0">
                    <a:pos x="150" y="218"/>
                  </a:cxn>
                  <a:cxn ang="0">
                    <a:pos x="152" y="253"/>
                  </a:cxn>
                  <a:cxn ang="0">
                    <a:pos x="146" y="283"/>
                  </a:cxn>
                  <a:cxn ang="0">
                    <a:pos x="121" y="304"/>
                  </a:cxn>
                  <a:cxn ang="0">
                    <a:pos x="90" y="297"/>
                  </a:cxn>
                  <a:cxn ang="0">
                    <a:pos x="82" y="269"/>
                  </a:cxn>
                  <a:cxn ang="0">
                    <a:pos x="76" y="245"/>
                  </a:cxn>
                </a:cxnLst>
                <a:rect l="0" t="0" r="r" b="b"/>
                <a:pathLst>
                  <a:path w="327" h="318">
                    <a:moveTo>
                      <a:pt x="76" y="247"/>
                    </a:moveTo>
                    <a:cubicBezTo>
                      <a:pt x="70" y="245"/>
                      <a:pt x="69" y="241"/>
                      <a:pt x="66" y="236"/>
                    </a:cubicBezTo>
                    <a:cubicBezTo>
                      <a:pt x="57" y="249"/>
                      <a:pt x="43" y="266"/>
                      <a:pt x="24" y="266"/>
                    </a:cubicBezTo>
                    <a:cubicBezTo>
                      <a:pt x="22" y="266"/>
                      <a:pt x="4" y="256"/>
                      <a:pt x="4" y="254"/>
                    </a:cubicBezTo>
                    <a:cubicBezTo>
                      <a:pt x="4" y="250"/>
                      <a:pt x="10" y="248"/>
                      <a:pt x="12" y="247"/>
                    </a:cubicBezTo>
                    <a:cubicBezTo>
                      <a:pt x="12" y="241"/>
                      <a:pt x="12" y="241"/>
                      <a:pt x="12" y="241"/>
                    </a:cubicBezTo>
                    <a:cubicBezTo>
                      <a:pt x="6" y="241"/>
                      <a:pt x="6" y="241"/>
                      <a:pt x="0" y="243"/>
                    </a:cubicBezTo>
                    <a:cubicBezTo>
                      <a:pt x="0" y="240"/>
                      <a:pt x="5" y="234"/>
                      <a:pt x="8" y="231"/>
                    </a:cubicBezTo>
                    <a:cubicBezTo>
                      <a:pt x="1" y="223"/>
                      <a:pt x="0" y="212"/>
                      <a:pt x="0" y="200"/>
                    </a:cubicBezTo>
                    <a:cubicBezTo>
                      <a:pt x="0" y="193"/>
                      <a:pt x="7" y="194"/>
                      <a:pt x="10" y="190"/>
                    </a:cubicBezTo>
                    <a:cubicBezTo>
                      <a:pt x="15" y="182"/>
                      <a:pt x="20" y="177"/>
                      <a:pt x="30" y="174"/>
                    </a:cubicBezTo>
                    <a:cubicBezTo>
                      <a:pt x="38" y="172"/>
                      <a:pt x="39" y="162"/>
                      <a:pt x="55" y="163"/>
                    </a:cubicBezTo>
                    <a:cubicBezTo>
                      <a:pt x="50" y="162"/>
                      <a:pt x="49" y="161"/>
                      <a:pt x="45" y="160"/>
                    </a:cubicBezTo>
                    <a:cubicBezTo>
                      <a:pt x="64" y="155"/>
                      <a:pt x="71" y="140"/>
                      <a:pt x="85" y="129"/>
                    </a:cubicBezTo>
                    <a:cubicBezTo>
                      <a:pt x="90" y="126"/>
                      <a:pt x="89" y="112"/>
                      <a:pt x="93" y="112"/>
                    </a:cubicBezTo>
                    <a:cubicBezTo>
                      <a:pt x="93" y="112"/>
                      <a:pt x="97" y="102"/>
                      <a:pt x="97" y="102"/>
                    </a:cubicBezTo>
                    <a:cubicBezTo>
                      <a:pt x="102" y="93"/>
                      <a:pt x="109" y="87"/>
                      <a:pt x="118" y="83"/>
                    </a:cubicBezTo>
                    <a:cubicBezTo>
                      <a:pt x="127" y="80"/>
                      <a:pt x="139" y="65"/>
                      <a:pt x="142" y="55"/>
                    </a:cubicBezTo>
                    <a:cubicBezTo>
                      <a:pt x="131" y="58"/>
                      <a:pt x="126" y="63"/>
                      <a:pt x="116" y="63"/>
                    </a:cubicBezTo>
                    <a:cubicBezTo>
                      <a:pt x="118" y="60"/>
                      <a:pt x="123" y="58"/>
                      <a:pt x="124" y="57"/>
                    </a:cubicBezTo>
                    <a:cubicBezTo>
                      <a:pt x="122" y="57"/>
                      <a:pt x="118" y="56"/>
                      <a:pt x="118" y="56"/>
                    </a:cubicBezTo>
                    <a:cubicBezTo>
                      <a:pt x="119" y="51"/>
                      <a:pt x="121" y="49"/>
                      <a:pt x="124" y="49"/>
                    </a:cubicBezTo>
                    <a:cubicBezTo>
                      <a:pt x="126" y="49"/>
                      <a:pt x="127" y="50"/>
                      <a:pt x="128" y="50"/>
                    </a:cubicBezTo>
                    <a:cubicBezTo>
                      <a:pt x="129" y="47"/>
                      <a:pt x="131" y="46"/>
                      <a:pt x="132" y="44"/>
                    </a:cubicBezTo>
                    <a:cubicBezTo>
                      <a:pt x="134" y="47"/>
                      <a:pt x="135" y="49"/>
                      <a:pt x="133" y="52"/>
                    </a:cubicBezTo>
                    <a:cubicBezTo>
                      <a:pt x="140" y="52"/>
                      <a:pt x="142" y="57"/>
                      <a:pt x="148" y="57"/>
                    </a:cubicBezTo>
                    <a:cubicBezTo>
                      <a:pt x="150" y="57"/>
                      <a:pt x="155" y="46"/>
                      <a:pt x="156" y="46"/>
                    </a:cubicBezTo>
                    <a:cubicBezTo>
                      <a:pt x="153" y="45"/>
                      <a:pt x="153" y="44"/>
                      <a:pt x="149" y="45"/>
                    </a:cubicBezTo>
                    <a:cubicBezTo>
                      <a:pt x="151" y="41"/>
                      <a:pt x="154" y="38"/>
                      <a:pt x="159" y="38"/>
                    </a:cubicBezTo>
                    <a:cubicBezTo>
                      <a:pt x="162" y="38"/>
                      <a:pt x="165" y="39"/>
                      <a:pt x="168" y="37"/>
                    </a:cubicBezTo>
                    <a:cubicBezTo>
                      <a:pt x="165" y="35"/>
                      <a:pt x="166" y="35"/>
                      <a:pt x="164" y="33"/>
                    </a:cubicBezTo>
                    <a:cubicBezTo>
                      <a:pt x="169" y="29"/>
                      <a:pt x="176" y="29"/>
                      <a:pt x="183" y="28"/>
                    </a:cubicBezTo>
                    <a:cubicBezTo>
                      <a:pt x="183" y="33"/>
                      <a:pt x="183" y="33"/>
                      <a:pt x="183" y="33"/>
                    </a:cubicBezTo>
                    <a:cubicBezTo>
                      <a:pt x="189" y="32"/>
                      <a:pt x="190" y="22"/>
                      <a:pt x="199" y="21"/>
                    </a:cubicBezTo>
                    <a:cubicBezTo>
                      <a:pt x="199" y="29"/>
                      <a:pt x="199" y="29"/>
                      <a:pt x="199" y="29"/>
                    </a:cubicBezTo>
                    <a:cubicBezTo>
                      <a:pt x="205" y="18"/>
                      <a:pt x="213" y="21"/>
                      <a:pt x="221" y="17"/>
                    </a:cubicBezTo>
                    <a:cubicBezTo>
                      <a:pt x="217" y="15"/>
                      <a:pt x="214" y="14"/>
                      <a:pt x="214" y="11"/>
                    </a:cubicBezTo>
                    <a:cubicBezTo>
                      <a:pt x="214" y="9"/>
                      <a:pt x="222" y="7"/>
                      <a:pt x="223" y="5"/>
                    </a:cubicBezTo>
                    <a:cubicBezTo>
                      <a:pt x="226" y="8"/>
                      <a:pt x="228" y="11"/>
                      <a:pt x="232" y="11"/>
                    </a:cubicBezTo>
                    <a:cubicBezTo>
                      <a:pt x="239" y="11"/>
                      <a:pt x="256" y="0"/>
                      <a:pt x="256" y="6"/>
                    </a:cubicBezTo>
                    <a:cubicBezTo>
                      <a:pt x="256" y="12"/>
                      <a:pt x="248" y="14"/>
                      <a:pt x="247" y="20"/>
                    </a:cubicBezTo>
                    <a:cubicBezTo>
                      <a:pt x="255" y="21"/>
                      <a:pt x="258" y="11"/>
                      <a:pt x="266" y="7"/>
                    </a:cubicBezTo>
                    <a:cubicBezTo>
                      <a:pt x="267" y="10"/>
                      <a:pt x="267" y="12"/>
                      <a:pt x="268" y="15"/>
                    </a:cubicBezTo>
                    <a:cubicBezTo>
                      <a:pt x="274" y="9"/>
                      <a:pt x="277" y="7"/>
                      <a:pt x="285" y="2"/>
                    </a:cubicBezTo>
                    <a:cubicBezTo>
                      <a:pt x="285" y="8"/>
                      <a:pt x="284" y="12"/>
                      <a:pt x="289" y="13"/>
                    </a:cubicBezTo>
                    <a:cubicBezTo>
                      <a:pt x="290" y="9"/>
                      <a:pt x="292" y="6"/>
                      <a:pt x="296" y="6"/>
                    </a:cubicBezTo>
                    <a:cubicBezTo>
                      <a:pt x="298" y="6"/>
                      <a:pt x="307" y="11"/>
                      <a:pt x="311" y="13"/>
                    </a:cubicBezTo>
                    <a:cubicBezTo>
                      <a:pt x="307" y="24"/>
                      <a:pt x="303" y="20"/>
                      <a:pt x="293" y="24"/>
                    </a:cubicBezTo>
                    <a:cubicBezTo>
                      <a:pt x="298" y="27"/>
                      <a:pt x="301" y="28"/>
                      <a:pt x="301" y="30"/>
                    </a:cubicBezTo>
                    <a:cubicBezTo>
                      <a:pt x="305" y="31"/>
                      <a:pt x="314" y="32"/>
                      <a:pt x="315" y="32"/>
                    </a:cubicBezTo>
                    <a:cubicBezTo>
                      <a:pt x="309" y="36"/>
                      <a:pt x="293" y="44"/>
                      <a:pt x="293" y="55"/>
                    </a:cubicBezTo>
                    <a:cubicBezTo>
                      <a:pt x="293" y="63"/>
                      <a:pt x="309" y="62"/>
                      <a:pt x="309" y="72"/>
                    </a:cubicBezTo>
                    <a:cubicBezTo>
                      <a:pt x="309" y="80"/>
                      <a:pt x="301" y="83"/>
                      <a:pt x="301" y="91"/>
                    </a:cubicBezTo>
                    <a:cubicBezTo>
                      <a:pt x="301" y="99"/>
                      <a:pt x="310" y="104"/>
                      <a:pt x="310" y="113"/>
                    </a:cubicBezTo>
                    <a:cubicBezTo>
                      <a:pt x="310" y="118"/>
                      <a:pt x="305" y="121"/>
                      <a:pt x="305" y="126"/>
                    </a:cubicBezTo>
                    <a:cubicBezTo>
                      <a:pt x="305" y="136"/>
                      <a:pt x="318" y="138"/>
                      <a:pt x="318" y="148"/>
                    </a:cubicBezTo>
                    <a:cubicBezTo>
                      <a:pt x="318" y="151"/>
                      <a:pt x="314" y="153"/>
                      <a:pt x="313" y="154"/>
                    </a:cubicBezTo>
                    <a:cubicBezTo>
                      <a:pt x="317" y="161"/>
                      <a:pt x="327" y="163"/>
                      <a:pt x="327" y="172"/>
                    </a:cubicBezTo>
                    <a:cubicBezTo>
                      <a:pt x="327" y="187"/>
                      <a:pt x="297" y="203"/>
                      <a:pt x="288" y="215"/>
                    </a:cubicBezTo>
                    <a:cubicBezTo>
                      <a:pt x="283" y="224"/>
                      <a:pt x="263" y="226"/>
                      <a:pt x="255" y="224"/>
                    </a:cubicBezTo>
                    <a:cubicBezTo>
                      <a:pt x="246" y="227"/>
                      <a:pt x="236" y="231"/>
                      <a:pt x="228" y="231"/>
                    </a:cubicBezTo>
                    <a:cubicBezTo>
                      <a:pt x="222" y="231"/>
                      <a:pt x="218" y="230"/>
                      <a:pt x="218" y="225"/>
                    </a:cubicBezTo>
                    <a:cubicBezTo>
                      <a:pt x="209" y="225"/>
                      <a:pt x="199" y="219"/>
                      <a:pt x="199" y="210"/>
                    </a:cubicBezTo>
                    <a:cubicBezTo>
                      <a:pt x="199" y="205"/>
                      <a:pt x="204" y="202"/>
                      <a:pt x="206" y="200"/>
                    </a:cubicBezTo>
                    <a:cubicBezTo>
                      <a:pt x="201" y="198"/>
                      <a:pt x="197" y="188"/>
                      <a:pt x="197" y="183"/>
                    </a:cubicBezTo>
                    <a:cubicBezTo>
                      <a:pt x="197" y="180"/>
                      <a:pt x="198" y="178"/>
                      <a:pt x="197" y="174"/>
                    </a:cubicBezTo>
                    <a:cubicBezTo>
                      <a:pt x="216" y="174"/>
                      <a:pt x="225" y="150"/>
                      <a:pt x="237" y="144"/>
                    </a:cubicBezTo>
                    <a:cubicBezTo>
                      <a:pt x="243" y="140"/>
                      <a:pt x="254" y="138"/>
                      <a:pt x="254" y="130"/>
                    </a:cubicBezTo>
                    <a:cubicBezTo>
                      <a:pt x="254" y="119"/>
                      <a:pt x="239" y="117"/>
                      <a:pt x="228" y="117"/>
                    </a:cubicBezTo>
                    <a:cubicBezTo>
                      <a:pt x="213" y="117"/>
                      <a:pt x="202" y="122"/>
                      <a:pt x="202" y="135"/>
                    </a:cubicBezTo>
                    <a:cubicBezTo>
                      <a:pt x="202" y="140"/>
                      <a:pt x="203" y="142"/>
                      <a:pt x="202" y="145"/>
                    </a:cubicBezTo>
                    <a:cubicBezTo>
                      <a:pt x="202" y="155"/>
                      <a:pt x="181" y="164"/>
                      <a:pt x="172" y="169"/>
                    </a:cubicBezTo>
                    <a:cubicBezTo>
                      <a:pt x="165" y="174"/>
                      <a:pt x="157" y="175"/>
                      <a:pt x="152" y="183"/>
                    </a:cubicBezTo>
                    <a:cubicBezTo>
                      <a:pt x="149" y="189"/>
                      <a:pt x="153" y="198"/>
                      <a:pt x="146" y="201"/>
                    </a:cubicBezTo>
                    <a:cubicBezTo>
                      <a:pt x="146" y="210"/>
                      <a:pt x="146" y="210"/>
                      <a:pt x="146" y="210"/>
                    </a:cubicBezTo>
                    <a:cubicBezTo>
                      <a:pt x="149" y="212"/>
                      <a:pt x="150" y="215"/>
                      <a:pt x="150" y="218"/>
                    </a:cubicBezTo>
                    <a:cubicBezTo>
                      <a:pt x="158" y="219"/>
                      <a:pt x="170" y="227"/>
                      <a:pt x="170" y="235"/>
                    </a:cubicBezTo>
                    <a:cubicBezTo>
                      <a:pt x="170" y="242"/>
                      <a:pt x="157" y="253"/>
                      <a:pt x="152" y="253"/>
                    </a:cubicBezTo>
                    <a:cubicBezTo>
                      <a:pt x="143" y="253"/>
                      <a:pt x="140" y="266"/>
                      <a:pt x="140" y="275"/>
                    </a:cubicBezTo>
                    <a:cubicBezTo>
                      <a:pt x="140" y="280"/>
                      <a:pt x="144" y="282"/>
                      <a:pt x="146" y="283"/>
                    </a:cubicBezTo>
                    <a:cubicBezTo>
                      <a:pt x="145" y="294"/>
                      <a:pt x="135" y="295"/>
                      <a:pt x="133" y="304"/>
                    </a:cubicBezTo>
                    <a:cubicBezTo>
                      <a:pt x="127" y="304"/>
                      <a:pt x="125" y="304"/>
                      <a:pt x="121" y="304"/>
                    </a:cubicBezTo>
                    <a:cubicBezTo>
                      <a:pt x="114" y="304"/>
                      <a:pt x="111" y="318"/>
                      <a:pt x="100" y="318"/>
                    </a:cubicBezTo>
                    <a:cubicBezTo>
                      <a:pt x="97" y="318"/>
                      <a:pt x="90" y="299"/>
                      <a:pt x="90" y="297"/>
                    </a:cubicBezTo>
                    <a:cubicBezTo>
                      <a:pt x="90" y="296"/>
                      <a:pt x="91" y="294"/>
                      <a:pt x="91" y="293"/>
                    </a:cubicBezTo>
                    <a:cubicBezTo>
                      <a:pt x="84" y="285"/>
                      <a:pt x="85" y="279"/>
                      <a:pt x="82" y="269"/>
                    </a:cubicBezTo>
                    <a:cubicBezTo>
                      <a:pt x="79" y="263"/>
                      <a:pt x="73" y="261"/>
                      <a:pt x="73" y="253"/>
                    </a:cubicBezTo>
                    <a:cubicBezTo>
                      <a:pt x="73" y="250"/>
                      <a:pt x="75" y="246"/>
                      <a:pt x="76" y="245"/>
                    </a:cubicBezTo>
                    <a:lnTo>
                      <a:pt x="76" y="247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94" name="îşḻíde"/>
              <p:cNvSpPr/>
              <p:nvPr/>
            </p:nvSpPr>
            <p:spPr bwMode="auto">
              <a:xfrm>
                <a:off x="5763128" y="1369684"/>
                <a:ext cx="293722" cy="160755"/>
              </a:xfrm>
              <a:custGeom>
                <a:avLst/>
                <a:gdLst/>
                <a:ahLst/>
                <a:cxnLst>
                  <a:cxn ang="0">
                    <a:pos x="148" y="79"/>
                  </a:cxn>
                  <a:cxn ang="0">
                    <a:pos x="148" y="71"/>
                  </a:cxn>
                  <a:cxn ang="0">
                    <a:pos x="128" y="71"/>
                  </a:cxn>
                  <a:cxn ang="0">
                    <a:pos x="135" y="58"/>
                  </a:cxn>
                  <a:cxn ang="0">
                    <a:pos x="126" y="46"/>
                  </a:cxn>
                  <a:cxn ang="0">
                    <a:pos x="132" y="45"/>
                  </a:cxn>
                  <a:cxn ang="0">
                    <a:pos x="121" y="38"/>
                  </a:cxn>
                  <a:cxn ang="0">
                    <a:pos x="97" y="69"/>
                  </a:cxn>
                  <a:cxn ang="0">
                    <a:pos x="90" y="73"/>
                  </a:cxn>
                  <a:cxn ang="0">
                    <a:pos x="78" y="97"/>
                  </a:cxn>
                  <a:cxn ang="0">
                    <a:pos x="43" y="69"/>
                  </a:cxn>
                  <a:cxn ang="0">
                    <a:pos x="60" y="70"/>
                  </a:cxn>
                  <a:cxn ang="0">
                    <a:pos x="74" y="66"/>
                  </a:cxn>
                  <a:cxn ang="0">
                    <a:pos x="54" y="64"/>
                  </a:cxn>
                  <a:cxn ang="0">
                    <a:pos x="38" y="58"/>
                  </a:cxn>
                  <a:cxn ang="0">
                    <a:pos x="50" y="54"/>
                  </a:cxn>
                  <a:cxn ang="0">
                    <a:pos x="72" y="43"/>
                  </a:cxn>
                  <a:cxn ang="0">
                    <a:pos x="61" y="43"/>
                  </a:cxn>
                  <a:cxn ang="0">
                    <a:pos x="54" y="39"/>
                  </a:cxn>
                  <a:cxn ang="0">
                    <a:pos x="51" y="39"/>
                  </a:cxn>
                  <a:cxn ang="0">
                    <a:pos x="38" y="51"/>
                  </a:cxn>
                  <a:cxn ang="0">
                    <a:pos x="23" y="44"/>
                  </a:cxn>
                  <a:cxn ang="0">
                    <a:pos x="27" y="43"/>
                  </a:cxn>
                  <a:cxn ang="0">
                    <a:pos x="15" y="28"/>
                  </a:cxn>
                  <a:cxn ang="0">
                    <a:pos x="11" y="26"/>
                  </a:cxn>
                  <a:cxn ang="0">
                    <a:pos x="0" y="16"/>
                  </a:cxn>
                  <a:cxn ang="0">
                    <a:pos x="16" y="5"/>
                  </a:cxn>
                  <a:cxn ang="0">
                    <a:pos x="38" y="7"/>
                  </a:cxn>
                  <a:cxn ang="0">
                    <a:pos x="32" y="13"/>
                  </a:cxn>
                  <a:cxn ang="0">
                    <a:pos x="44" y="20"/>
                  </a:cxn>
                  <a:cxn ang="0">
                    <a:pos x="41" y="14"/>
                  </a:cxn>
                  <a:cxn ang="0">
                    <a:pos x="49" y="7"/>
                  </a:cxn>
                  <a:cxn ang="0">
                    <a:pos x="68" y="26"/>
                  </a:cxn>
                  <a:cxn ang="0">
                    <a:pos x="63" y="7"/>
                  </a:cxn>
                  <a:cxn ang="0">
                    <a:pos x="72" y="0"/>
                  </a:cxn>
                  <a:cxn ang="0">
                    <a:pos x="90" y="9"/>
                  </a:cxn>
                  <a:cxn ang="0">
                    <a:pos x="88" y="18"/>
                  </a:cxn>
                  <a:cxn ang="0">
                    <a:pos x="96" y="12"/>
                  </a:cxn>
                  <a:cxn ang="0">
                    <a:pos x="102" y="23"/>
                  </a:cxn>
                  <a:cxn ang="0">
                    <a:pos x="106" y="23"/>
                  </a:cxn>
                  <a:cxn ang="0">
                    <a:pos x="141" y="41"/>
                  </a:cxn>
                  <a:cxn ang="0">
                    <a:pos x="137" y="42"/>
                  </a:cxn>
                  <a:cxn ang="0">
                    <a:pos x="145" y="42"/>
                  </a:cxn>
                  <a:cxn ang="0">
                    <a:pos x="145" y="49"/>
                  </a:cxn>
                  <a:cxn ang="0">
                    <a:pos x="159" y="49"/>
                  </a:cxn>
                  <a:cxn ang="0">
                    <a:pos x="176" y="64"/>
                  </a:cxn>
                  <a:cxn ang="0">
                    <a:pos x="148" y="79"/>
                  </a:cxn>
                </a:cxnLst>
                <a:rect l="0" t="0" r="r" b="b"/>
                <a:pathLst>
                  <a:path w="176" h="97">
                    <a:moveTo>
                      <a:pt x="148" y="79"/>
                    </a:moveTo>
                    <a:cubicBezTo>
                      <a:pt x="147" y="76"/>
                      <a:pt x="147" y="74"/>
                      <a:pt x="148" y="71"/>
                    </a:cubicBezTo>
                    <a:cubicBezTo>
                      <a:pt x="143" y="71"/>
                      <a:pt x="134" y="71"/>
                      <a:pt x="128" y="71"/>
                    </a:cubicBezTo>
                    <a:cubicBezTo>
                      <a:pt x="129" y="63"/>
                      <a:pt x="134" y="65"/>
                      <a:pt x="135" y="58"/>
                    </a:cubicBezTo>
                    <a:cubicBezTo>
                      <a:pt x="132" y="57"/>
                      <a:pt x="128" y="49"/>
                      <a:pt x="126" y="46"/>
                    </a:cubicBezTo>
                    <a:cubicBezTo>
                      <a:pt x="128" y="45"/>
                      <a:pt x="130" y="45"/>
                      <a:pt x="132" y="45"/>
                    </a:cubicBezTo>
                    <a:cubicBezTo>
                      <a:pt x="125" y="44"/>
                      <a:pt x="121" y="38"/>
                      <a:pt x="121" y="38"/>
                    </a:cubicBezTo>
                    <a:cubicBezTo>
                      <a:pt x="106" y="38"/>
                      <a:pt x="102" y="58"/>
                      <a:pt x="97" y="69"/>
                    </a:cubicBezTo>
                    <a:cubicBezTo>
                      <a:pt x="96" y="72"/>
                      <a:pt x="93" y="71"/>
                      <a:pt x="90" y="73"/>
                    </a:cubicBezTo>
                    <a:cubicBezTo>
                      <a:pt x="83" y="79"/>
                      <a:pt x="84" y="91"/>
                      <a:pt x="78" y="97"/>
                    </a:cubicBezTo>
                    <a:cubicBezTo>
                      <a:pt x="67" y="90"/>
                      <a:pt x="43" y="84"/>
                      <a:pt x="43" y="69"/>
                    </a:cubicBezTo>
                    <a:cubicBezTo>
                      <a:pt x="49" y="68"/>
                      <a:pt x="60" y="70"/>
                      <a:pt x="60" y="70"/>
                    </a:cubicBezTo>
                    <a:cubicBezTo>
                      <a:pt x="64" y="66"/>
                      <a:pt x="69" y="67"/>
                      <a:pt x="74" y="66"/>
                    </a:cubicBezTo>
                    <a:cubicBezTo>
                      <a:pt x="72" y="64"/>
                      <a:pt x="57" y="64"/>
                      <a:pt x="54" y="64"/>
                    </a:cubicBezTo>
                    <a:cubicBezTo>
                      <a:pt x="49" y="64"/>
                      <a:pt x="38" y="69"/>
                      <a:pt x="38" y="58"/>
                    </a:cubicBezTo>
                    <a:cubicBezTo>
                      <a:pt x="38" y="54"/>
                      <a:pt x="48" y="54"/>
                      <a:pt x="50" y="54"/>
                    </a:cubicBezTo>
                    <a:cubicBezTo>
                      <a:pt x="56" y="52"/>
                      <a:pt x="68" y="47"/>
                      <a:pt x="72" y="43"/>
                    </a:cubicBezTo>
                    <a:cubicBezTo>
                      <a:pt x="66" y="43"/>
                      <a:pt x="63" y="43"/>
                      <a:pt x="61" y="43"/>
                    </a:cubicBezTo>
                    <a:cubicBezTo>
                      <a:pt x="60" y="43"/>
                      <a:pt x="56" y="40"/>
                      <a:pt x="54" y="39"/>
                    </a:cubicBezTo>
                    <a:cubicBezTo>
                      <a:pt x="53" y="39"/>
                      <a:pt x="52" y="39"/>
                      <a:pt x="51" y="39"/>
                    </a:cubicBezTo>
                    <a:cubicBezTo>
                      <a:pt x="47" y="41"/>
                      <a:pt x="47" y="51"/>
                      <a:pt x="38" y="51"/>
                    </a:cubicBezTo>
                    <a:cubicBezTo>
                      <a:pt x="31" y="51"/>
                      <a:pt x="26" y="48"/>
                      <a:pt x="23" y="44"/>
                    </a:cubicBezTo>
                    <a:cubicBezTo>
                      <a:pt x="25" y="43"/>
                      <a:pt x="26" y="43"/>
                      <a:pt x="27" y="43"/>
                    </a:cubicBezTo>
                    <a:cubicBezTo>
                      <a:pt x="19" y="39"/>
                      <a:pt x="13" y="35"/>
                      <a:pt x="15" y="28"/>
                    </a:cubicBezTo>
                    <a:cubicBezTo>
                      <a:pt x="13" y="28"/>
                      <a:pt x="12" y="26"/>
                      <a:pt x="11" y="26"/>
                    </a:cubicBezTo>
                    <a:cubicBezTo>
                      <a:pt x="8" y="26"/>
                      <a:pt x="3" y="19"/>
                      <a:pt x="0" y="16"/>
                    </a:cubicBezTo>
                    <a:cubicBezTo>
                      <a:pt x="2" y="14"/>
                      <a:pt x="11" y="5"/>
                      <a:pt x="16" y="5"/>
                    </a:cubicBezTo>
                    <a:cubicBezTo>
                      <a:pt x="23" y="5"/>
                      <a:pt x="27" y="5"/>
                      <a:pt x="38" y="7"/>
                    </a:cubicBezTo>
                    <a:cubicBezTo>
                      <a:pt x="35" y="10"/>
                      <a:pt x="34" y="11"/>
                      <a:pt x="32" y="13"/>
                    </a:cubicBezTo>
                    <a:cubicBezTo>
                      <a:pt x="37" y="17"/>
                      <a:pt x="41" y="17"/>
                      <a:pt x="44" y="20"/>
                    </a:cubicBezTo>
                    <a:cubicBezTo>
                      <a:pt x="42" y="19"/>
                      <a:pt x="41" y="17"/>
                      <a:pt x="41" y="14"/>
                    </a:cubicBezTo>
                    <a:cubicBezTo>
                      <a:pt x="41" y="10"/>
                      <a:pt x="45" y="7"/>
                      <a:pt x="49" y="7"/>
                    </a:cubicBezTo>
                    <a:cubicBezTo>
                      <a:pt x="60" y="7"/>
                      <a:pt x="57" y="22"/>
                      <a:pt x="68" y="26"/>
                    </a:cubicBezTo>
                    <a:cubicBezTo>
                      <a:pt x="66" y="19"/>
                      <a:pt x="63" y="15"/>
                      <a:pt x="63" y="7"/>
                    </a:cubicBezTo>
                    <a:cubicBezTo>
                      <a:pt x="63" y="0"/>
                      <a:pt x="66" y="0"/>
                      <a:pt x="72" y="0"/>
                    </a:cubicBezTo>
                    <a:cubicBezTo>
                      <a:pt x="78" y="0"/>
                      <a:pt x="90" y="4"/>
                      <a:pt x="90" y="9"/>
                    </a:cubicBezTo>
                    <a:cubicBezTo>
                      <a:pt x="90" y="12"/>
                      <a:pt x="88" y="15"/>
                      <a:pt x="88" y="18"/>
                    </a:cubicBezTo>
                    <a:cubicBezTo>
                      <a:pt x="92" y="16"/>
                      <a:pt x="93" y="12"/>
                      <a:pt x="96" y="12"/>
                    </a:cubicBezTo>
                    <a:cubicBezTo>
                      <a:pt x="103" y="12"/>
                      <a:pt x="102" y="19"/>
                      <a:pt x="102" y="23"/>
                    </a:cubicBezTo>
                    <a:cubicBezTo>
                      <a:pt x="103" y="23"/>
                      <a:pt x="105" y="23"/>
                      <a:pt x="106" y="23"/>
                    </a:cubicBezTo>
                    <a:cubicBezTo>
                      <a:pt x="113" y="23"/>
                      <a:pt x="137" y="36"/>
                      <a:pt x="141" y="41"/>
                    </a:cubicBezTo>
                    <a:cubicBezTo>
                      <a:pt x="140" y="42"/>
                      <a:pt x="138" y="42"/>
                      <a:pt x="137" y="42"/>
                    </a:cubicBezTo>
                    <a:cubicBezTo>
                      <a:pt x="140" y="43"/>
                      <a:pt x="142" y="42"/>
                      <a:pt x="145" y="42"/>
                    </a:cubicBezTo>
                    <a:cubicBezTo>
                      <a:pt x="146" y="44"/>
                      <a:pt x="146" y="47"/>
                      <a:pt x="145" y="49"/>
                    </a:cubicBezTo>
                    <a:cubicBezTo>
                      <a:pt x="151" y="49"/>
                      <a:pt x="154" y="49"/>
                      <a:pt x="159" y="49"/>
                    </a:cubicBezTo>
                    <a:cubicBezTo>
                      <a:pt x="159" y="62"/>
                      <a:pt x="172" y="59"/>
                      <a:pt x="176" y="64"/>
                    </a:cubicBezTo>
                    <a:cubicBezTo>
                      <a:pt x="164" y="68"/>
                      <a:pt x="159" y="76"/>
                      <a:pt x="148" y="7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95" name="îṩḷíḓê"/>
              <p:cNvSpPr/>
              <p:nvPr/>
            </p:nvSpPr>
            <p:spPr bwMode="auto">
              <a:xfrm>
                <a:off x="5917927" y="1343883"/>
                <a:ext cx="188538" cy="69462"/>
              </a:xfrm>
              <a:custGeom>
                <a:avLst/>
                <a:gdLst/>
                <a:ahLst/>
                <a:cxnLst>
                  <a:cxn ang="0">
                    <a:pos x="114" y="19"/>
                  </a:cxn>
                  <a:cxn ang="0">
                    <a:pos x="69" y="41"/>
                  </a:cxn>
                  <a:cxn ang="0">
                    <a:pos x="54" y="34"/>
                  </a:cxn>
                  <a:cxn ang="0">
                    <a:pos x="28" y="34"/>
                  </a:cxn>
                  <a:cxn ang="0">
                    <a:pos x="23" y="26"/>
                  </a:cxn>
                  <a:cxn ang="0">
                    <a:pos x="32" y="26"/>
                  </a:cxn>
                  <a:cxn ang="0">
                    <a:pos x="43" y="24"/>
                  </a:cxn>
                  <a:cxn ang="0">
                    <a:pos x="22" y="23"/>
                  </a:cxn>
                  <a:cxn ang="0">
                    <a:pos x="6" y="18"/>
                  </a:cxn>
                  <a:cxn ang="0">
                    <a:pos x="0" y="7"/>
                  </a:cxn>
                  <a:cxn ang="0">
                    <a:pos x="6" y="7"/>
                  </a:cxn>
                  <a:cxn ang="0">
                    <a:pos x="15" y="8"/>
                  </a:cxn>
                  <a:cxn ang="0">
                    <a:pos x="15" y="6"/>
                  </a:cxn>
                  <a:cxn ang="0">
                    <a:pos x="23" y="6"/>
                  </a:cxn>
                  <a:cxn ang="0">
                    <a:pos x="21" y="2"/>
                  </a:cxn>
                  <a:cxn ang="0">
                    <a:pos x="33" y="2"/>
                  </a:cxn>
                  <a:cxn ang="0">
                    <a:pos x="51" y="11"/>
                  </a:cxn>
                  <a:cxn ang="0">
                    <a:pos x="62" y="0"/>
                  </a:cxn>
                  <a:cxn ang="0">
                    <a:pos x="67" y="0"/>
                  </a:cxn>
                  <a:cxn ang="0">
                    <a:pos x="67" y="12"/>
                  </a:cxn>
                  <a:cxn ang="0">
                    <a:pos x="80" y="7"/>
                  </a:cxn>
                  <a:cxn ang="0">
                    <a:pos x="95" y="7"/>
                  </a:cxn>
                  <a:cxn ang="0">
                    <a:pos x="114" y="19"/>
                  </a:cxn>
                </a:cxnLst>
                <a:rect l="0" t="0" r="r" b="b"/>
                <a:pathLst>
                  <a:path w="114" h="41">
                    <a:moveTo>
                      <a:pt x="114" y="19"/>
                    </a:moveTo>
                    <a:cubicBezTo>
                      <a:pt x="104" y="26"/>
                      <a:pt x="82" y="41"/>
                      <a:pt x="69" y="41"/>
                    </a:cubicBezTo>
                    <a:cubicBezTo>
                      <a:pt x="61" y="41"/>
                      <a:pt x="57" y="39"/>
                      <a:pt x="54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5" y="32"/>
                      <a:pt x="23" y="30"/>
                      <a:pt x="23" y="26"/>
                    </a:cubicBezTo>
                    <a:cubicBezTo>
                      <a:pt x="26" y="26"/>
                      <a:pt x="31" y="26"/>
                      <a:pt x="32" y="26"/>
                    </a:cubicBezTo>
                    <a:cubicBezTo>
                      <a:pt x="36" y="25"/>
                      <a:pt x="40" y="25"/>
                      <a:pt x="43" y="24"/>
                    </a:cubicBezTo>
                    <a:cubicBezTo>
                      <a:pt x="41" y="24"/>
                      <a:pt x="23" y="23"/>
                      <a:pt x="22" y="23"/>
                    </a:cubicBezTo>
                    <a:cubicBezTo>
                      <a:pt x="14" y="23"/>
                      <a:pt x="6" y="28"/>
                      <a:pt x="6" y="18"/>
                    </a:cubicBezTo>
                    <a:cubicBezTo>
                      <a:pt x="3" y="15"/>
                      <a:pt x="0" y="12"/>
                      <a:pt x="0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9" y="9"/>
                      <a:pt x="13" y="10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36" y="4"/>
                      <a:pt x="48" y="11"/>
                      <a:pt x="51" y="11"/>
                    </a:cubicBezTo>
                    <a:cubicBezTo>
                      <a:pt x="56" y="11"/>
                      <a:pt x="59" y="2"/>
                      <a:pt x="62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7" y="6"/>
                      <a:pt x="66" y="8"/>
                      <a:pt x="67" y="12"/>
                    </a:cubicBezTo>
                    <a:cubicBezTo>
                      <a:pt x="71" y="12"/>
                      <a:pt x="73" y="7"/>
                      <a:pt x="80" y="7"/>
                    </a:cubicBezTo>
                    <a:cubicBezTo>
                      <a:pt x="91" y="7"/>
                      <a:pt x="88" y="7"/>
                      <a:pt x="95" y="7"/>
                    </a:cubicBezTo>
                    <a:cubicBezTo>
                      <a:pt x="103" y="7"/>
                      <a:pt x="112" y="14"/>
                      <a:pt x="114" y="1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96" name="iṧḷiḑé"/>
              <p:cNvSpPr/>
              <p:nvPr/>
            </p:nvSpPr>
            <p:spPr bwMode="auto">
              <a:xfrm>
                <a:off x="5338422" y="2284592"/>
                <a:ext cx="91292" cy="109155"/>
              </a:xfrm>
              <a:custGeom>
                <a:avLst/>
                <a:gdLst/>
                <a:ahLst/>
                <a:cxnLst>
                  <a:cxn ang="0">
                    <a:pos x="9" y="19"/>
                  </a:cxn>
                  <a:cxn ang="0">
                    <a:pos x="22" y="14"/>
                  </a:cxn>
                  <a:cxn ang="0">
                    <a:pos x="19" y="8"/>
                  </a:cxn>
                  <a:cxn ang="0">
                    <a:pos x="32" y="0"/>
                  </a:cxn>
                  <a:cxn ang="0">
                    <a:pos x="40" y="0"/>
                  </a:cxn>
                  <a:cxn ang="0">
                    <a:pos x="55" y="18"/>
                  </a:cxn>
                  <a:cxn ang="0">
                    <a:pos x="47" y="24"/>
                  </a:cxn>
                  <a:cxn ang="0">
                    <a:pos x="47" y="39"/>
                  </a:cxn>
                  <a:cxn ang="0">
                    <a:pos x="47" y="52"/>
                  </a:cxn>
                  <a:cxn ang="0">
                    <a:pos x="35" y="54"/>
                  </a:cxn>
                  <a:cxn ang="0">
                    <a:pos x="19" y="64"/>
                  </a:cxn>
                  <a:cxn ang="0">
                    <a:pos x="11" y="65"/>
                  </a:cxn>
                  <a:cxn ang="0">
                    <a:pos x="0" y="55"/>
                  </a:cxn>
                  <a:cxn ang="0">
                    <a:pos x="13" y="33"/>
                  </a:cxn>
                  <a:cxn ang="0">
                    <a:pos x="4" y="23"/>
                  </a:cxn>
                  <a:cxn ang="0">
                    <a:pos x="9" y="19"/>
                  </a:cxn>
                </a:cxnLst>
                <a:rect l="0" t="0" r="r" b="b"/>
                <a:pathLst>
                  <a:path w="55" h="65">
                    <a:moveTo>
                      <a:pt x="9" y="19"/>
                    </a:moveTo>
                    <a:cubicBezTo>
                      <a:pt x="12" y="19"/>
                      <a:pt x="19" y="16"/>
                      <a:pt x="22" y="14"/>
                    </a:cubicBezTo>
                    <a:cubicBezTo>
                      <a:pt x="20" y="11"/>
                      <a:pt x="19" y="10"/>
                      <a:pt x="19" y="8"/>
                    </a:cubicBezTo>
                    <a:cubicBezTo>
                      <a:pt x="19" y="5"/>
                      <a:pt x="28" y="0"/>
                      <a:pt x="32" y="0"/>
                    </a:cubicBezTo>
                    <a:cubicBezTo>
                      <a:pt x="35" y="0"/>
                      <a:pt x="37" y="0"/>
                      <a:pt x="40" y="0"/>
                    </a:cubicBezTo>
                    <a:cubicBezTo>
                      <a:pt x="50" y="0"/>
                      <a:pt x="55" y="10"/>
                      <a:pt x="55" y="18"/>
                    </a:cubicBezTo>
                    <a:cubicBezTo>
                      <a:pt x="55" y="21"/>
                      <a:pt x="47" y="21"/>
                      <a:pt x="47" y="24"/>
                    </a:cubicBezTo>
                    <a:cubicBezTo>
                      <a:pt x="47" y="27"/>
                      <a:pt x="47" y="39"/>
                      <a:pt x="47" y="39"/>
                    </a:cubicBezTo>
                    <a:cubicBezTo>
                      <a:pt x="47" y="43"/>
                      <a:pt x="50" y="48"/>
                      <a:pt x="47" y="52"/>
                    </a:cubicBezTo>
                    <a:cubicBezTo>
                      <a:pt x="44" y="54"/>
                      <a:pt x="40" y="54"/>
                      <a:pt x="35" y="54"/>
                    </a:cubicBezTo>
                    <a:cubicBezTo>
                      <a:pt x="28" y="54"/>
                      <a:pt x="23" y="61"/>
                      <a:pt x="19" y="64"/>
                    </a:cubicBezTo>
                    <a:cubicBezTo>
                      <a:pt x="17" y="65"/>
                      <a:pt x="13" y="65"/>
                      <a:pt x="11" y="65"/>
                    </a:cubicBezTo>
                    <a:cubicBezTo>
                      <a:pt x="6" y="65"/>
                      <a:pt x="0" y="60"/>
                      <a:pt x="0" y="55"/>
                    </a:cubicBezTo>
                    <a:cubicBezTo>
                      <a:pt x="0" y="44"/>
                      <a:pt x="11" y="43"/>
                      <a:pt x="13" y="33"/>
                    </a:cubicBezTo>
                    <a:cubicBezTo>
                      <a:pt x="8" y="30"/>
                      <a:pt x="4" y="28"/>
                      <a:pt x="4" y="23"/>
                    </a:cubicBezTo>
                    <a:cubicBezTo>
                      <a:pt x="4" y="18"/>
                      <a:pt x="8" y="19"/>
                      <a:pt x="9" y="1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97" name="îş1íḓè"/>
              <p:cNvSpPr/>
              <p:nvPr/>
            </p:nvSpPr>
            <p:spPr bwMode="auto">
              <a:xfrm>
                <a:off x="5409868" y="2181392"/>
                <a:ext cx="174645" cy="254031"/>
              </a:xfrm>
              <a:custGeom>
                <a:avLst/>
                <a:gdLst/>
                <a:ahLst/>
                <a:cxnLst>
                  <a:cxn ang="0">
                    <a:pos x="96" y="102"/>
                  </a:cxn>
                  <a:cxn ang="0">
                    <a:pos x="91" y="128"/>
                  </a:cxn>
                  <a:cxn ang="0">
                    <a:pos x="100" y="133"/>
                  </a:cxn>
                  <a:cxn ang="0">
                    <a:pos x="70" y="139"/>
                  </a:cxn>
                  <a:cxn ang="0">
                    <a:pos x="39" y="141"/>
                  </a:cxn>
                  <a:cxn ang="0">
                    <a:pos x="26" y="148"/>
                  </a:cxn>
                  <a:cxn ang="0">
                    <a:pos x="16" y="152"/>
                  </a:cxn>
                  <a:cxn ang="0">
                    <a:pos x="32" y="133"/>
                  </a:cxn>
                  <a:cxn ang="0">
                    <a:pos x="46" y="124"/>
                  </a:cxn>
                  <a:cxn ang="0">
                    <a:pos x="26" y="123"/>
                  </a:cxn>
                  <a:cxn ang="0">
                    <a:pos x="19" y="123"/>
                  </a:cxn>
                  <a:cxn ang="0">
                    <a:pos x="28" y="96"/>
                  </a:cxn>
                  <a:cxn ang="0">
                    <a:pos x="48" y="81"/>
                  </a:cxn>
                  <a:cxn ang="0">
                    <a:pos x="40" y="70"/>
                  </a:cxn>
                  <a:cxn ang="0">
                    <a:pos x="26" y="72"/>
                  </a:cxn>
                  <a:cxn ang="0">
                    <a:pos x="23" y="59"/>
                  </a:cxn>
                  <a:cxn ang="0">
                    <a:pos x="16" y="49"/>
                  </a:cxn>
                  <a:cxn ang="0">
                    <a:pos x="12" y="55"/>
                  </a:cxn>
                  <a:cxn ang="0">
                    <a:pos x="14" y="45"/>
                  </a:cxn>
                  <a:cxn ang="0">
                    <a:pos x="8" y="38"/>
                  </a:cxn>
                  <a:cxn ang="0">
                    <a:pos x="11" y="29"/>
                  </a:cxn>
                  <a:cxn ang="0">
                    <a:pos x="8" y="20"/>
                  </a:cxn>
                  <a:cxn ang="0">
                    <a:pos x="12" y="21"/>
                  </a:cxn>
                  <a:cxn ang="0">
                    <a:pos x="16" y="14"/>
                  </a:cxn>
                  <a:cxn ang="0">
                    <a:pos x="25" y="0"/>
                  </a:cxn>
                  <a:cxn ang="0">
                    <a:pos x="42" y="4"/>
                  </a:cxn>
                  <a:cxn ang="0">
                    <a:pos x="33" y="19"/>
                  </a:cxn>
                  <a:cxn ang="0">
                    <a:pos x="47" y="46"/>
                  </a:cxn>
                  <a:cxn ang="0">
                    <a:pos x="53" y="50"/>
                  </a:cxn>
                  <a:cxn ang="0">
                    <a:pos x="84" y="89"/>
                  </a:cxn>
                  <a:cxn ang="0">
                    <a:pos x="87" y="102"/>
                  </a:cxn>
                  <a:cxn ang="0">
                    <a:pos x="92" y="102"/>
                  </a:cxn>
                </a:cxnLst>
                <a:rect l="0" t="0" r="r" b="b"/>
                <a:pathLst>
                  <a:path w="105" h="152">
                    <a:moveTo>
                      <a:pt x="90" y="103"/>
                    </a:moveTo>
                    <a:cubicBezTo>
                      <a:pt x="93" y="101"/>
                      <a:pt x="92" y="102"/>
                      <a:pt x="96" y="102"/>
                    </a:cubicBezTo>
                    <a:cubicBezTo>
                      <a:pt x="101" y="102"/>
                      <a:pt x="105" y="106"/>
                      <a:pt x="105" y="110"/>
                    </a:cubicBezTo>
                    <a:cubicBezTo>
                      <a:pt x="105" y="118"/>
                      <a:pt x="94" y="122"/>
                      <a:pt x="91" y="128"/>
                    </a:cubicBezTo>
                    <a:cubicBezTo>
                      <a:pt x="95" y="129"/>
                      <a:pt x="97" y="130"/>
                      <a:pt x="100" y="130"/>
                    </a:cubicBezTo>
                    <a:cubicBezTo>
                      <a:pt x="100" y="133"/>
                      <a:pt x="100" y="133"/>
                      <a:pt x="100" y="133"/>
                    </a:cubicBezTo>
                    <a:cubicBezTo>
                      <a:pt x="96" y="137"/>
                      <a:pt x="93" y="139"/>
                      <a:pt x="87" y="139"/>
                    </a:cubicBezTo>
                    <a:cubicBezTo>
                      <a:pt x="82" y="139"/>
                      <a:pt x="72" y="139"/>
                      <a:pt x="70" y="139"/>
                    </a:cubicBezTo>
                    <a:cubicBezTo>
                      <a:pt x="65" y="139"/>
                      <a:pt x="53" y="143"/>
                      <a:pt x="47" y="143"/>
                    </a:cubicBezTo>
                    <a:cubicBezTo>
                      <a:pt x="44" y="143"/>
                      <a:pt x="42" y="141"/>
                      <a:pt x="39" y="141"/>
                    </a:cubicBezTo>
                    <a:cubicBezTo>
                      <a:pt x="34" y="141"/>
                      <a:pt x="32" y="144"/>
                      <a:pt x="32" y="148"/>
                    </a:cubicBezTo>
                    <a:cubicBezTo>
                      <a:pt x="26" y="148"/>
                      <a:pt x="26" y="148"/>
                      <a:pt x="26" y="148"/>
                    </a:cubicBezTo>
                    <a:cubicBezTo>
                      <a:pt x="23" y="148"/>
                      <a:pt x="21" y="150"/>
                      <a:pt x="19" y="152"/>
                    </a:cubicBezTo>
                    <a:cubicBezTo>
                      <a:pt x="16" y="152"/>
                      <a:pt x="16" y="152"/>
                      <a:pt x="16" y="152"/>
                    </a:cubicBezTo>
                    <a:cubicBezTo>
                      <a:pt x="16" y="149"/>
                      <a:pt x="16" y="149"/>
                      <a:pt x="16" y="149"/>
                    </a:cubicBezTo>
                    <a:cubicBezTo>
                      <a:pt x="17" y="147"/>
                      <a:pt x="30" y="133"/>
                      <a:pt x="32" y="133"/>
                    </a:cubicBezTo>
                    <a:cubicBezTo>
                      <a:pt x="38" y="131"/>
                      <a:pt x="47" y="133"/>
                      <a:pt x="47" y="127"/>
                    </a:cubicBezTo>
                    <a:cubicBezTo>
                      <a:pt x="47" y="126"/>
                      <a:pt x="46" y="125"/>
                      <a:pt x="46" y="124"/>
                    </a:cubicBezTo>
                    <a:cubicBezTo>
                      <a:pt x="44" y="126"/>
                      <a:pt x="41" y="128"/>
                      <a:pt x="38" y="128"/>
                    </a:cubicBezTo>
                    <a:cubicBezTo>
                      <a:pt x="32" y="128"/>
                      <a:pt x="30" y="123"/>
                      <a:pt x="26" y="123"/>
                    </a:cubicBezTo>
                    <a:cubicBezTo>
                      <a:pt x="23" y="123"/>
                      <a:pt x="23" y="125"/>
                      <a:pt x="21" y="125"/>
                    </a:cubicBezTo>
                    <a:cubicBezTo>
                      <a:pt x="20" y="125"/>
                      <a:pt x="19" y="124"/>
                      <a:pt x="19" y="123"/>
                    </a:cubicBezTo>
                    <a:cubicBezTo>
                      <a:pt x="19" y="116"/>
                      <a:pt x="31" y="116"/>
                      <a:pt x="31" y="109"/>
                    </a:cubicBezTo>
                    <a:cubicBezTo>
                      <a:pt x="31" y="103"/>
                      <a:pt x="28" y="101"/>
                      <a:pt x="28" y="96"/>
                    </a:cubicBezTo>
                    <a:cubicBezTo>
                      <a:pt x="36" y="96"/>
                      <a:pt x="45" y="92"/>
                      <a:pt x="48" y="88"/>
                    </a:cubicBezTo>
                    <a:cubicBezTo>
                      <a:pt x="48" y="81"/>
                      <a:pt x="48" y="81"/>
                      <a:pt x="48" y="81"/>
                    </a:cubicBezTo>
                    <a:cubicBezTo>
                      <a:pt x="43" y="82"/>
                      <a:pt x="37" y="81"/>
                      <a:pt x="37" y="77"/>
                    </a:cubicBezTo>
                    <a:cubicBezTo>
                      <a:pt x="37" y="73"/>
                      <a:pt x="39" y="72"/>
                      <a:pt x="40" y="70"/>
                    </a:cubicBezTo>
                    <a:cubicBezTo>
                      <a:pt x="39" y="70"/>
                      <a:pt x="38" y="70"/>
                      <a:pt x="36" y="70"/>
                    </a:cubicBezTo>
                    <a:cubicBezTo>
                      <a:pt x="32" y="70"/>
                      <a:pt x="30" y="72"/>
                      <a:pt x="26" y="72"/>
                    </a:cubicBezTo>
                    <a:cubicBezTo>
                      <a:pt x="22" y="72"/>
                      <a:pt x="19" y="72"/>
                      <a:pt x="19" y="69"/>
                    </a:cubicBezTo>
                    <a:cubicBezTo>
                      <a:pt x="19" y="65"/>
                      <a:pt x="23" y="63"/>
                      <a:pt x="23" y="59"/>
                    </a:cubicBezTo>
                    <a:cubicBezTo>
                      <a:pt x="23" y="55"/>
                      <a:pt x="22" y="55"/>
                      <a:pt x="23" y="51"/>
                    </a:cubicBezTo>
                    <a:cubicBezTo>
                      <a:pt x="20" y="51"/>
                      <a:pt x="17" y="50"/>
                      <a:pt x="16" y="49"/>
                    </a:cubicBezTo>
                    <a:cubicBezTo>
                      <a:pt x="14" y="52"/>
                      <a:pt x="15" y="54"/>
                      <a:pt x="16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2"/>
                      <a:pt x="12" y="51"/>
                      <a:pt x="12" y="48"/>
                    </a:cubicBezTo>
                    <a:cubicBezTo>
                      <a:pt x="12" y="47"/>
                      <a:pt x="13" y="46"/>
                      <a:pt x="14" y="45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2" y="41"/>
                      <a:pt x="8" y="40"/>
                      <a:pt x="8" y="38"/>
                    </a:cubicBezTo>
                    <a:cubicBezTo>
                      <a:pt x="8" y="36"/>
                      <a:pt x="11" y="32"/>
                      <a:pt x="11" y="32"/>
                    </a:cubicBezTo>
                    <a:cubicBezTo>
                      <a:pt x="11" y="29"/>
                      <a:pt x="11" y="29"/>
                      <a:pt x="11" y="29"/>
                    </a:cubicBezTo>
                    <a:cubicBezTo>
                      <a:pt x="4" y="27"/>
                      <a:pt x="0" y="26"/>
                      <a:pt x="0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3"/>
                      <a:pt x="10" y="24"/>
                      <a:pt x="11" y="24"/>
                    </a:cubicBezTo>
                    <a:cubicBezTo>
                      <a:pt x="12" y="24"/>
                      <a:pt x="12" y="22"/>
                      <a:pt x="12" y="21"/>
                    </a:cubicBezTo>
                    <a:cubicBezTo>
                      <a:pt x="12" y="21"/>
                      <a:pt x="10" y="20"/>
                      <a:pt x="10" y="19"/>
                    </a:cubicBezTo>
                    <a:cubicBezTo>
                      <a:pt x="10" y="15"/>
                      <a:pt x="13" y="14"/>
                      <a:pt x="16" y="14"/>
                    </a:cubicBezTo>
                    <a:cubicBezTo>
                      <a:pt x="16" y="10"/>
                      <a:pt x="18" y="8"/>
                      <a:pt x="18" y="6"/>
                    </a:cubicBezTo>
                    <a:cubicBezTo>
                      <a:pt x="18" y="4"/>
                      <a:pt x="23" y="0"/>
                      <a:pt x="25" y="0"/>
                    </a:cubicBezTo>
                    <a:cubicBezTo>
                      <a:pt x="30" y="0"/>
                      <a:pt x="35" y="0"/>
                      <a:pt x="38" y="0"/>
                    </a:cubicBezTo>
                    <a:cubicBezTo>
                      <a:pt x="40" y="0"/>
                      <a:pt x="42" y="3"/>
                      <a:pt x="42" y="4"/>
                    </a:cubicBezTo>
                    <a:cubicBezTo>
                      <a:pt x="42" y="10"/>
                      <a:pt x="33" y="10"/>
                      <a:pt x="31" y="16"/>
                    </a:cubicBezTo>
                    <a:cubicBezTo>
                      <a:pt x="31" y="17"/>
                      <a:pt x="32" y="18"/>
                      <a:pt x="33" y="19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0" y="32"/>
                      <a:pt x="47" y="37"/>
                      <a:pt x="47" y="46"/>
                    </a:cubicBezTo>
                    <a:cubicBezTo>
                      <a:pt x="45" y="47"/>
                      <a:pt x="44" y="48"/>
                      <a:pt x="43" y="50"/>
                    </a:cubicBezTo>
                    <a:cubicBezTo>
                      <a:pt x="48" y="51"/>
                      <a:pt x="50" y="49"/>
                      <a:pt x="53" y="50"/>
                    </a:cubicBezTo>
                    <a:cubicBezTo>
                      <a:pt x="62" y="53"/>
                      <a:pt x="60" y="63"/>
                      <a:pt x="66" y="69"/>
                    </a:cubicBezTo>
                    <a:cubicBezTo>
                      <a:pt x="73" y="76"/>
                      <a:pt x="84" y="79"/>
                      <a:pt x="84" y="89"/>
                    </a:cubicBezTo>
                    <a:cubicBezTo>
                      <a:pt x="84" y="93"/>
                      <a:pt x="89" y="95"/>
                      <a:pt x="89" y="99"/>
                    </a:cubicBezTo>
                    <a:cubicBezTo>
                      <a:pt x="89" y="100"/>
                      <a:pt x="88" y="101"/>
                      <a:pt x="87" y="102"/>
                    </a:cubicBezTo>
                    <a:cubicBezTo>
                      <a:pt x="87" y="105"/>
                      <a:pt x="87" y="105"/>
                      <a:pt x="87" y="105"/>
                    </a:cubicBezTo>
                    <a:cubicBezTo>
                      <a:pt x="90" y="104"/>
                      <a:pt x="90" y="103"/>
                      <a:pt x="92" y="102"/>
                    </a:cubicBezTo>
                    <a:lnTo>
                      <a:pt x="90" y="10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98" name="išľiḍe"/>
              <p:cNvSpPr/>
              <p:nvPr/>
            </p:nvSpPr>
            <p:spPr bwMode="auto">
              <a:xfrm>
                <a:off x="5804805" y="2737085"/>
                <a:ext cx="57554" cy="37709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0" y="8"/>
                  </a:cxn>
                  <a:cxn ang="0">
                    <a:pos x="7" y="10"/>
                  </a:cxn>
                  <a:cxn ang="0">
                    <a:pos x="27" y="21"/>
                  </a:cxn>
                  <a:cxn ang="0">
                    <a:pos x="30" y="23"/>
                  </a:cxn>
                  <a:cxn ang="0">
                    <a:pos x="33" y="20"/>
                  </a:cxn>
                  <a:cxn ang="0">
                    <a:pos x="31" y="13"/>
                  </a:cxn>
                  <a:cxn ang="0">
                    <a:pos x="33" y="8"/>
                  </a:cxn>
                  <a:cxn ang="0">
                    <a:pos x="35" y="3"/>
                  </a:cxn>
                  <a:cxn ang="0">
                    <a:pos x="20" y="6"/>
                  </a:cxn>
                  <a:cxn ang="0">
                    <a:pos x="0" y="5"/>
                  </a:cxn>
                </a:cxnLst>
                <a:rect l="0" t="0" r="r" b="b"/>
                <a:pathLst>
                  <a:path w="35" h="23">
                    <a:moveTo>
                      <a:pt x="0" y="5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2" y="10"/>
                      <a:pt x="5" y="10"/>
                      <a:pt x="7" y="10"/>
                    </a:cubicBezTo>
                    <a:cubicBezTo>
                      <a:pt x="14" y="12"/>
                      <a:pt x="19" y="20"/>
                      <a:pt x="27" y="21"/>
                    </a:cubicBezTo>
                    <a:cubicBezTo>
                      <a:pt x="27" y="23"/>
                      <a:pt x="29" y="23"/>
                      <a:pt x="30" y="23"/>
                    </a:cubicBezTo>
                    <a:cubicBezTo>
                      <a:pt x="32" y="23"/>
                      <a:pt x="33" y="21"/>
                      <a:pt x="33" y="20"/>
                    </a:cubicBezTo>
                    <a:cubicBezTo>
                      <a:pt x="33" y="17"/>
                      <a:pt x="31" y="16"/>
                      <a:pt x="31" y="13"/>
                    </a:cubicBezTo>
                    <a:cubicBezTo>
                      <a:pt x="31" y="11"/>
                      <a:pt x="33" y="8"/>
                      <a:pt x="33" y="8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28" y="2"/>
                      <a:pt x="25" y="6"/>
                      <a:pt x="20" y="6"/>
                    </a:cubicBezTo>
                    <a:cubicBezTo>
                      <a:pt x="14" y="6"/>
                      <a:pt x="10" y="0"/>
                      <a:pt x="0" y="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99" name="i$ļíḑe"/>
              <p:cNvSpPr/>
              <p:nvPr/>
            </p:nvSpPr>
            <p:spPr bwMode="auto">
              <a:xfrm>
                <a:off x="5723436" y="2621977"/>
                <a:ext cx="19846" cy="37709"/>
              </a:xfrm>
              <a:custGeom>
                <a:avLst/>
                <a:gdLst/>
                <a:ahLst/>
                <a:cxnLst>
                  <a:cxn ang="0">
                    <a:pos x="3" y="5"/>
                  </a:cxn>
                  <a:cxn ang="0">
                    <a:pos x="10" y="0"/>
                  </a:cxn>
                  <a:cxn ang="0">
                    <a:pos x="12" y="5"/>
                  </a:cxn>
                  <a:cxn ang="0">
                    <a:pos x="8" y="23"/>
                  </a:cxn>
                  <a:cxn ang="0">
                    <a:pos x="0" y="6"/>
                  </a:cxn>
                  <a:cxn ang="0">
                    <a:pos x="3" y="5"/>
                  </a:cxn>
                </a:cxnLst>
                <a:rect l="0" t="0" r="r" b="b"/>
                <a:pathLst>
                  <a:path w="12" h="23">
                    <a:moveTo>
                      <a:pt x="3" y="5"/>
                    </a:moveTo>
                    <a:cubicBezTo>
                      <a:pt x="6" y="5"/>
                      <a:pt x="8" y="1"/>
                      <a:pt x="10" y="0"/>
                    </a:cubicBezTo>
                    <a:cubicBezTo>
                      <a:pt x="10" y="3"/>
                      <a:pt x="11" y="5"/>
                      <a:pt x="12" y="5"/>
                    </a:cubicBezTo>
                    <a:cubicBezTo>
                      <a:pt x="11" y="11"/>
                      <a:pt x="10" y="20"/>
                      <a:pt x="8" y="23"/>
                    </a:cubicBezTo>
                    <a:cubicBezTo>
                      <a:pt x="4" y="22"/>
                      <a:pt x="2" y="9"/>
                      <a:pt x="0" y="6"/>
                    </a:cubicBezTo>
                    <a:cubicBezTo>
                      <a:pt x="1" y="6"/>
                      <a:pt x="2" y="5"/>
                      <a:pt x="3" y="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0" name="îšḻïďe"/>
              <p:cNvSpPr/>
              <p:nvPr/>
            </p:nvSpPr>
            <p:spPr bwMode="auto">
              <a:xfrm>
                <a:off x="5719467" y="2663655"/>
                <a:ext cx="31753" cy="55570"/>
              </a:xfrm>
              <a:custGeom>
                <a:avLst/>
                <a:gdLst/>
                <a:ahLst/>
                <a:cxnLst>
                  <a:cxn ang="0">
                    <a:pos x="5" y="15"/>
                  </a:cxn>
                  <a:cxn ang="0">
                    <a:pos x="0" y="6"/>
                  </a:cxn>
                  <a:cxn ang="0">
                    <a:pos x="9" y="0"/>
                  </a:cxn>
                  <a:cxn ang="0">
                    <a:pos x="15" y="3"/>
                  </a:cxn>
                  <a:cxn ang="0">
                    <a:pos x="18" y="21"/>
                  </a:cxn>
                  <a:cxn ang="0">
                    <a:pos x="6" y="33"/>
                  </a:cxn>
                  <a:cxn ang="0">
                    <a:pos x="2" y="24"/>
                  </a:cxn>
                  <a:cxn ang="0">
                    <a:pos x="5" y="15"/>
                  </a:cxn>
                </a:cxnLst>
                <a:rect l="0" t="0" r="r" b="b"/>
                <a:pathLst>
                  <a:path w="19" h="33">
                    <a:moveTo>
                      <a:pt x="5" y="15"/>
                    </a:moveTo>
                    <a:cubicBezTo>
                      <a:pt x="5" y="12"/>
                      <a:pt x="1" y="9"/>
                      <a:pt x="0" y="6"/>
                    </a:cubicBezTo>
                    <a:cubicBezTo>
                      <a:pt x="5" y="4"/>
                      <a:pt x="5" y="0"/>
                      <a:pt x="9" y="0"/>
                    </a:cubicBezTo>
                    <a:cubicBezTo>
                      <a:pt x="13" y="0"/>
                      <a:pt x="14" y="3"/>
                      <a:pt x="15" y="3"/>
                    </a:cubicBezTo>
                    <a:cubicBezTo>
                      <a:pt x="19" y="10"/>
                      <a:pt x="18" y="14"/>
                      <a:pt x="18" y="21"/>
                    </a:cubicBezTo>
                    <a:cubicBezTo>
                      <a:pt x="18" y="27"/>
                      <a:pt x="10" y="33"/>
                      <a:pt x="6" y="33"/>
                    </a:cubicBezTo>
                    <a:cubicBezTo>
                      <a:pt x="2" y="33"/>
                      <a:pt x="2" y="27"/>
                      <a:pt x="2" y="24"/>
                    </a:cubicBezTo>
                    <a:cubicBezTo>
                      <a:pt x="2" y="20"/>
                      <a:pt x="5" y="18"/>
                      <a:pt x="5" y="1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1" name="ïṥlîḋé"/>
              <p:cNvSpPr/>
              <p:nvPr/>
            </p:nvSpPr>
            <p:spPr bwMode="auto">
              <a:xfrm>
                <a:off x="5600390" y="2697392"/>
                <a:ext cx="15877" cy="11907"/>
              </a:xfrm>
              <a:custGeom>
                <a:avLst/>
                <a:gdLst/>
                <a:ahLst/>
                <a:cxnLst>
                  <a:cxn ang="0">
                    <a:pos x="9" y="5"/>
                  </a:cxn>
                  <a:cxn ang="0">
                    <a:pos x="6" y="7"/>
                  </a:cxn>
                  <a:cxn ang="0">
                    <a:pos x="0" y="3"/>
                  </a:cxn>
                  <a:cxn ang="0">
                    <a:pos x="7" y="0"/>
                  </a:cxn>
                  <a:cxn ang="0">
                    <a:pos x="9" y="5"/>
                  </a:cxn>
                </a:cxnLst>
                <a:rect l="0" t="0" r="r" b="b"/>
                <a:pathLst>
                  <a:path w="9" h="7">
                    <a:moveTo>
                      <a:pt x="9" y="5"/>
                    </a:moveTo>
                    <a:cubicBezTo>
                      <a:pt x="9" y="6"/>
                      <a:pt x="7" y="7"/>
                      <a:pt x="6" y="7"/>
                    </a:cubicBezTo>
                    <a:cubicBezTo>
                      <a:pt x="4" y="7"/>
                      <a:pt x="1" y="3"/>
                      <a:pt x="0" y="3"/>
                    </a:cubicBezTo>
                    <a:cubicBezTo>
                      <a:pt x="3" y="2"/>
                      <a:pt x="5" y="0"/>
                      <a:pt x="7" y="0"/>
                    </a:cubicBezTo>
                    <a:cubicBezTo>
                      <a:pt x="7" y="1"/>
                      <a:pt x="9" y="3"/>
                      <a:pt x="9" y="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2" name="íSľiḋé"/>
              <p:cNvSpPr/>
              <p:nvPr/>
            </p:nvSpPr>
            <p:spPr bwMode="auto">
              <a:xfrm>
                <a:off x="5753205" y="2274669"/>
                <a:ext cx="19846" cy="23815"/>
              </a:xfrm>
              <a:custGeom>
                <a:avLst/>
                <a:gdLst/>
                <a:ahLst/>
                <a:cxnLst>
                  <a:cxn ang="0">
                    <a:pos x="11" y="10"/>
                  </a:cxn>
                  <a:cxn ang="0">
                    <a:pos x="0" y="5"/>
                  </a:cxn>
                  <a:cxn ang="0">
                    <a:pos x="0" y="0"/>
                  </a:cxn>
                  <a:cxn ang="0">
                    <a:pos x="9" y="0"/>
                  </a:cxn>
                  <a:cxn ang="0">
                    <a:pos x="12" y="9"/>
                  </a:cxn>
                  <a:cxn ang="0">
                    <a:pos x="11" y="14"/>
                  </a:cxn>
                  <a:cxn ang="0">
                    <a:pos x="11" y="10"/>
                  </a:cxn>
                </a:cxnLst>
                <a:rect l="0" t="0" r="r" b="b"/>
                <a:pathLst>
                  <a:path w="12" h="14">
                    <a:moveTo>
                      <a:pt x="11" y="10"/>
                    </a:moveTo>
                    <a:cubicBezTo>
                      <a:pt x="5" y="10"/>
                      <a:pt x="0" y="9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6"/>
                      <a:pt x="12" y="5"/>
                      <a:pt x="12" y="9"/>
                    </a:cubicBezTo>
                    <a:cubicBezTo>
                      <a:pt x="12" y="13"/>
                      <a:pt x="11" y="12"/>
                      <a:pt x="11" y="14"/>
                    </a:cubicBezTo>
                    <a:cubicBezTo>
                      <a:pt x="11" y="13"/>
                      <a:pt x="11" y="12"/>
                      <a:pt x="11" y="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3" name="íślíḋe"/>
              <p:cNvSpPr/>
              <p:nvPr/>
            </p:nvSpPr>
            <p:spPr bwMode="auto">
              <a:xfrm>
                <a:off x="5919913" y="2199254"/>
                <a:ext cx="19846" cy="29770"/>
              </a:xfrm>
              <a:custGeom>
                <a:avLst/>
                <a:gdLst/>
                <a:ahLst/>
                <a:cxnLst>
                  <a:cxn ang="0">
                    <a:pos x="8" y="6"/>
                  </a:cxn>
                  <a:cxn ang="0">
                    <a:pos x="1" y="17"/>
                  </a:cxn>
                  <a:cxn ang="0">
                    <a:pos x="1" y="11"/>
                  </a:cxn>
                  <a:cxn ang="0">
                    <a:pos x="11" y="0"/>
                  </a:cxn>
                  <a:cxn ang="0">
                    <a:pos x="8" y="6"/>
                  </a:cxn>
                </a:cxnLst>
                <a:rect l="0" t="0" r="r" b="b"/>
                <a:pathLst>
                  <a:path w="11" h="17">
                    <a:moveTo>
                      <a:pt x="8" y="6"/>
                    </a:moveTo>
                    <a:cubicBezTo>
                      <a:pt x="8" y="11"/>
                      <a:pt x="4" y="13"/>
                      <a:pt x="1" y="17"/>
                    </a:cubicBezTo>
                    <a:cubicBezTo>
                      <a:pt x="0" y="15"/>
                      <a:pt x="1" y="14"/>
                      <a:pt x="1" y="11"/>
                    </a:cubicBezTo>
                    <a:cubicBezTo>
                      <a:pt x="1" y="9"/>
                      <a:pt x="3" y="1"/>
                      <a:pt x="11" y="0"/>
                    </a:cubicBezTo>
                    <a:cubicBezTo>
                      <a:pt x="10" y="2"/>
                      <a:pt x="8" y="4"/>
                      <a:pt x="8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4" name="ïṥ1íḋé"/>
              <p:cNvSpPr/>
              <p:nvPr/>
            </p:nvSpPr>
            <p:spPr bwMode="auto">
              <a:xfrm>
                <a:off x="5997311" y="2163531"/>
                <a:ext cx="25801" cy="33739"/>
              </a:xfrm>
              <a:custGeom>
                <a:avLst/>
                <a:gdLst/>
                <a:ahLst/>
                <a:cxnLst>
                  <a:cxn ang="0">
                    <a:pos x="12" y="10"/>
                  </a:cxn>
                  <a:cxn ang="0">
                    <a:pos x="12" y="16"/>
                  </a:cxn>
                  <a:cxn ang="0">
                    <a:pos x="5" y="20"/>
                  </a:cxn>
                  <a:cxn ang="0">
                    <a:pos x="0" y="13"/>
                  </a:cxn>
                  <a:cxn ang="0">
                    <a:pos x="10" y="10"/>
                  </a:cxn>
                  <a:cxn ang="0">
                    <a:pos x="7" y="5"/>
                  </a:cxn>
                  <a:cxn ang="0">
                    <a:pos x="11" y="0"/>
                  </a:cxn>
                  <a:cxn ang="0">
                    <a:pos x="16" y="5"/>
                  </a:cxn>
                  <a:cxn ang="0">
                    <a:pos x="12" y="10"/>
                  </a:cxn>
                </a:cxnLst>
                <a:rect l="0" t="0" r="r" b="b"/>
                <a:pathLst>
                  <a:path w="16" h="20">
                    <a:moveTo>
                      <a:pt x="12" y="10"/>
                    </a:moveTo>
                    <a:cubicBezTo>
                      <a:pt x="12" y="12"/>
                      <a:pt x="12" y="14"/>
                      <a:pt x="12" y="16"/>
                    </a:cubicBezTo>
                    <a:cubicBezTo>
                      <a:pt x="12" y="17"/>
                      <a:pt x="6" y="20"/>
                      <a:pt x="5" y="20"/>
                    </a:cubicBezTo>
                    <a:cubicBezTo>
                      <a:pt x="1" y="20"/>
                      <a:pt x="0" y="16"/>
                      <a:pt x="0" y="13"/>
                    </a:cubicBezTo>
                    <a:cubicBezTo>
                      <a:pt x="4" y="13"/>
                      <a:pt x="6" y="10"/>
                      <a:pt x="10" y="10"/>
                    </a:cubicBezTo>
                    <a:cubicBezTo>
                      <a:pt x="9" y="8"/>
                      <a:pt x="7" y="7"/>
                      <a:pt x="7" y="5"/>
                    </a:cubicBezTo>
                    <a:cubicBezTo>
                      <a:pt x="7" y="2"/>
                      <a:pt x="11" y="0"/>
                      <a:pt x="11" y="0"/>
                    </a:cubicBezTo>
                    <a:cubicBezTo>
                      <a:pt x="13" y="3"/>
                      <a:pt x="14" y="4"/>
                      <a:pt x="16" y="5"/>
                    </a:cubicBezTo>
                    <a:cubicBezTo>
                      <a:pt x="15" y="7"/>
                      <a:pt x="13" y="10"/>
                      <a:pt x="12" y="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5" name="iŝlîḑé"/>
              <p:cNvSpPr/>
              <p:nvPr/>
            </p:nvSpPr>
            <p:spPr bwMode="auto">
              <a:xfrm>
                <a:off x="8273655" y="3582497"/>
                <a:ext cx="424706" cy="220290"/>
              </a:xfrm>
              <a:custGeom>
                <a:avLst/>
                <a:gdLst/>
                <a:ahLst/>
                <a:cxnLst>
                  <a:cxn ang="0">
                    <a:pos x="128" y="28"/>
                  </a:cxn>
                  <a:cxn ang="0">
                    <a:pos x="160" y="39"/>
                  </a:cxn>
                  <a:cxn ang="0">
                    <a:pos x="173" y="45"/>
                  </a:cxn>
                  <a:cxn ang="0">
                    <a:pos x="179" y="49"/>
                  </a:cxn>
                  <a:cxn ang="0">
                    <a:pos x="203" y="71"/>
                  </a:cxn>
                  <a:cxn ang="0">
                    <a:pos x="217" y="78"/>
                  </a:cxn>
                  <a:cxn ang="0">
                    <a:pos x="208" y="85"/>
                  </a:cxn>
                  <a:cxn ang="0">
                    <a:pos x="217" y="96"/>
                  </a:cxn>
                  <a:cxn ang="0">
                    <a:pos x="224" y="108"/>
                  </a:cxn>
                  <a:cxn ang="0">
                    <a:pos x="233" y="113"/>
                  </a:cxn>
                  <a:cxn ang="0">
                    <a:pos x="237" y="118"/>
                  </a:cxn>
                  <a:cxn ang="0">
                    <a:pos x="242" y="119"/>
                  </a:cxn>
                  <a:cxn ang="0">
                    <a:pos x="247" y="124"/>
                  </a:cxn>
                  <a:cxn ang="0">
                    <a:pos x="255" y="126"/>
                  </a:cxn>
                  <a:cxn ang="0">
                    <a:pos x="250" y="133"/>
                  </a:cxn>
                  <a:cxn ang="0">
                    <a:pos x="247" y="133"/>
                  </a:cxn>
                  <a:cxn ang="0">
                    <a:pos x="239" y="127"/>
                  </a:cxn>
                  <a:cxn ang="0">
                    <a:pos x="227" y="127"/>
                  </a:cxn>
                  <a:cxn ang="0">
                    <a:pos x="210" y="116"/>
                  </a:cxn>
                  <a:cxn ang="0">
                    <a:pos x="206" y="113"/>
                  </a:cxn>
                  <a:cxn ang="0">
                    <a:pos x="175" y="92"/>
                  </a:cxn>
                  <a:cxn ang="0">
                    <a:pos x="158" y="103"/>
                  </a:cxn>
                  <a:cxn ang="0">
                    <a:pos x="156" y="113"/>
                  </a:cxn>
                  <a:cxn ang="0">
                    <a:pos x="139" y="113"/>
                  </a:cxn>
                  <a:cxn ang="0">
                    <a:pos x="113" y="100"/>
                  </a:cxn>
                  <a:cxn ang="0">
                    <a:pos x="107" y="102"/>
                  </a:cxn>
                  <a:cxn ang="0">
                    <a:pos x="98" y="102"/>
                  </a:cxn>
                  <a:cxn ang="0">
                    <a:pos x="90" y="99"/>
                  </a:cxn>
                  <a:cxn ang="0">
                    <a:pos x="101" y="90"/>
                  </a:cxn>
                  <a:cxn ang="0">
                    <a:pos x="96" y="71"/>
                  </a:cxn>
                  <a:cxn ang="0">
                    <a:pos x="77" y="59"/>
                  </a:cxn>
                  <a:cxn ang="0">
                    <a:pos x="53" y="54"/>
                  </a:cxn>
                  <a:cxn ang="0">
                    <a:pos x="37" y="45"/>
                  </a:cxn>
                  <a:cxn ang="0">
                    <a:pos x="37" y="41"/>
                  </a:cxn>
                  <a:cxn ang="0">
                    <a:pos x="30" y="49"/>
                  </a:cxn>
                  <a:cxn ang="0">
                    <a:pos x="26" y="48"/>
                  </a:cxn>
                  <a:cxn ang="0">
                    <a:pos x="24" y="38"/>
                  </a:cxn>
                  <a:cxn ang="0">
                    <a:pos x="16" y="33"/>
                  </a:cxn>
                  <a:cxn ang="0">
                    <a:pos x="38" y="25"/>
                  </a:cxn>
                  <a:cxn ang="0">
                    <a:pos x="35" y="25"/>
                  </a:cxn>
                  <a:cxn ang="0">
                    <a:pos x="23" y="27"/>
                  </a:cxn>
                  <a:cxn ang="0">
                    <a:pos x="16" y="26"/>
                  </a:cxn>
                  <a:cxn ang="0">
                    <a:pos x="14" y="22"/>
                  </a:cxn>
                  <a:cxn ang="0">
                    <a:pos x="0" y="12"/>
                  </a:cxn>
                  <a:cxn ang="0">
                    <a:pos x="6" y="8"/>
                  </a:cxn>
                  <a:cxn ang="0">
                    <a:pos x="23" y="0"/>
                  </a:cxn>
                  <a:cxn ang="0">
                    <a:pos x="44" y="9"/>
                  </a:cxn>
                  <a:cxn ang="0">
                    <a:pos x="44" y="25"/>
                  </a:cxn>
                  <a:cxn ang="0">
                    <a:pos x="50" y="29"/>
                  </a:cxn>
                  <a:cxn ang="0">
                    <a:pos x="59" y="38"/>
                  </a:cxn>
                  <a:cxn ang="0">
                    <a:pos x="67" y="30"/>
                  </a:cxn>
                  <a:cxn ang="0">
                    <a:pos x="78" y="25"/>
                  </a:cxn>
                  <a:cxn ang="0">
                    <a:pos x="92" y="14"/>
                  </a:cxn>
                  <a:cxn ang="0">
                    <a:pos x="98" y="17"/>
                  </a:cxn>
                  <a:cxn ang="0">
                    <a:pos x="109" y="25"/>
                  </a:cxn>
                  <a:cxn ang="0">
                    <a:pos x="121" y="25"/>
                  </a:cxn>
                  <a:cxn ang="0">
                    <a:pos x="130" y="29"/>
                  </a:cxn>
                  <a:cxn ang="0">
                    <a:pos x="130" y="30"/>
                  </a:cxn>
                  <a:cxn ang="0">
                    <a:pos x="128" y="28"/>
                  </a:cxn>
                </a:cxnLst>
                <a:rect l="0" t="0" r="r" b="b"/>
                <a:pathLst>
                  <a:path w="255" h="133">
                    <a:moveTo>
                      <a:pt x="128" y="28"/>
                    </a:moveTo>
                    <a:cubicBezTo>
                      <a:pt x="133" y="33"/>
                      <a:pt x="149" y="39"/>
                      <a:pt x="160" y="39"/>
                    </a:cubicBezTo>
                    <a:cubicBezTo>
                      <a:pt x="165" y="39"/>
                      <a:pt x="168" y="45"/>
                      <a:pt x="173" y="45"/>
                    </a:cubicBezTo>
                    <a:cubicBezTo>
                      <a:pt x="173" y="48"/>
                      <a:pt x="176" y="49"/>
                      <a:pt x="179" y="49"/>
                    </a:cubicBezTo>
                    <a:cubicBezTo>
                      <a:pt x="193" y="54"/>
                      <a:pt x="192" y="66"/>
                      <a:pt x="203" y="71"/>
                    </a:cubicBezTo>
                    <a:cubicBezTo>
                      <a:pt x="207" y="73"/>
                      <a:pt x="217" y="68"/>
                      <a:pt x="217" y="78"/>
                    </a:cubicBezTo>
                    <a:cubicBezTo>
                      <a:pt x="217" y="83"/>
                      <a:pt x="208" y="81"/>
                      <a:pt x="208" y="85"/>
                    </a:cubicBezTo>
                    <a:cubicBezTo>
                      <a:pt x="208" y="87"/>
                      <a:pt x="216" y="95"/>
                      <a:pt x="217" y="96"/>
                    </a:cubicBezTo>
                    <a:cubicBezTo>
                      <a:pt x="221" y="100"/>
                      <a:pt x="220" y="103"/>
                      <a:pt x="224" y="108"/>
                    </a:cubicBezTo>
                    <a:cubicBezTo>
                      <a:pt x="225" y="111"/>
                      <a:pt x="230" y="113"/>
                      <a:pt x="233" y="113"/>
                    </a:cubicBezTo>
                    <a:cubicBezTo>
                      <a:pt x="235" y="113"/>
                      <a:pt x="236" y="116"/>
                      <a:pt x="237" y="118"/>
                    </a:cubicBezTo>
                    <a:cubicBezTo>
                      <a:pt x="238" y="120"/>
                      <a:pt x="240" y="118"/>
                      <a:pt x="242" y="119"/>
                    </a:cubicBezTo>
                    <a:cubicBezTo>
                      <a:pt x="245" y="119"/>
                      <a:pt x="246" y="122"/>
                      <a:pt x="247" y="124"/>
                    </a:cubicBezTo>
                    <a:cubicBezTo>
                      <a:pt x="247" y="126"/>
                      <a:pt x="254" y="125"/>
                      <a:pt x="255" y="126"/>
                    </a:cubicBezTo>
                    <a:cubicBezTo>
                      <a:pt x="253" y="127"/>
                      <a:pt x="250" y="130"/>
                      <a:pt x="250" y="133"/>
                    </a:cubicBezTo>
                    <a:cubicBezTo>
                      <a:pt x="249" y="133"/>
                      <a:pt x="248" y="133"/>
                      <a:pt x="247" y="133"/>
                    </a:cubicBezTo>
                    <a:cubicBezTo>
                      <a:pt x="246" y="133"/>
                      <a:pt x="240" y="128"/>
                      <a:pt x="239" y="127"/>
                    </a:cubicBezTo>
                    <a:cubicBezTo>
                      <a:pt x="227" y="127"/>
                      <a:pt x="227" y="127"/>
                      <a:pt x="227" y="127"/>
                    </a:cubicBezTo>
                    <a:cubicBezTo>
                      <a:pt x="221" y="126"/>
                      <a:pt x="210" y="121"/>
                      <a:pt x="210" y="116"/>
                    </a:cubicBezTo>
                    <a:cubicBezTo>
                      <a:pt x="210" y="115"/>
                      <a:pt x="207" y="114"/>
                      <a:pt x="206" y="113"/>
                    </a:cubicBezTo>
                    <a:cubicBezTo>
                      <a:pt x="197" y="104"/>
                      <a:pt x="189" y="92"/>
                      <a:pt x="175" y="92"/>
                    </a:cubicBezTo>
                    <a:cubicBezTo>
                      <a:pt x="164" y="92"/>
                      <a:pt x="165" y="100"/>
                      <a:pt x="158" y="103"/>
                    </a:cubicBezTo>
                    <a:cubicBezTo>
                      <a:pt x="160" y="108"/>
                      <a:pt x="156" y="110"/>
                      <a:pt x="156" y="113"/>
                    </a:cubicBezTo>
                    <a:cubicBezTo>
                      <a:pt x="146" y="113"/>
                      <a:pt x="144" y="113"/>
                      <a:pt x="139" y="113"/>
                    </a:cubicBezTo>
                    <a:cubicBezTo>
                      <a:pt x="128" y="113"/>
                      <a:pt x="125" y="100"/>
                      <a:pt x="113" y="100"/>
                    </a:cubicBezTo>
                    <a:cubicBezTo>
                      <a:pt x="112" y="100"/>
                      <a:pt x="107" y="100"/>
                      <a:pt x="107" y="102"/>
                    </a:cubicBezTo>
                    <a:cubicBezTo>
                      <a:pt x="98" y="102"/>
                      <a:pt x="98" y="102"/>
                      <a:pt x="98" y="102"/>
                    </a:cubicBezTo>
                    <a:cubicBezTo>
                      <a:pt x="94" y="102"/>
                      <a:pt x="90" y="102"/>
                      <a:pt x="90" y="99"/>
                    </a:cubicBezTo>
                    <a:cubicBezTo>
                      <a:pt x="90" y="93"/>
                      <a:pt x="99" y="91"/>
                      <a:pt x="101" y="90"/>
                    </a:cubicBezTo>
                    <a:cubicBezTo>
                      <a:pt x="95" y="84"/>
                      <a:pt x="98" y="78"/>
                      <a:pt x="96" y="71"/>
                    </a:cubicBezTo>
                    <a:cubicBezTo>
                      <a:pt x="94" y="66"/>
                      <a:pt x="82" y="61"/>
                      <a:pt x="77" y="59"/>
                    </a:cubicBezTo>
                    <a:cubicBezTo>
                      <a:pt x="72" y="56"/>
                      <a:pt x="60" y="54"/>
                      <a:pt x="53" y="54"/>
                    </a:cubicBezTo>
                    <a:cubicBezTo>
                      <a:pt x="47" y="54"/>
                      <a:pt x="44" y="43"/>
                      <a:pt x="37" y="45"/>
                    </a:cubicBezTo>
                    <a:cubicBezTo>
                      <a:pt x="37" y="41"/>
                      <a:pt x="37" y="41"/>
                      <a:pt x="37" y="41"/>
                    </a:cubicBezTo>
                    <a:cubicBezTo>
                      <a:pt x="36" y="44"/>
                      <a:pt x="34" y="49"/>
                      <a:pt x="30" y="49"/>
                    </a:cubicBezTo>
                    <a:cubicBezTo>
                      <a:pt x="29" y="49"/>
                      <a:pt x="26" y="49"/>
                      <a:pt x="26" y="48"/>
                    </a:cubicBezTo>
                    <a:cubicBezTo>
                      <a:pt x="24" y="43"/>
                      <a:pt x="26" y="41"/>
                      <a:pt x="24" y="38"/>
                    </a:cubicBezTo>
                    <a:cubicBezTo>
                      <a:pt x="22" y="34"/>
                      <a:pt x="17" y="36"/>
                      <a:pt x="16" y="33"/>
                    </a:cubicBezTo>
                    <a:cubicBezTo>
                      <a:pt x="22" y="29"/>
                      <a:pt x="35" y="30"/>
                      <a:pt x="38" y="25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0" y="26"/>
                      <a:pt x="27" y="27"/>
                      <a:pt x="23" y="27"/>
                    </a:cubicBezTo>
                    <a:cubicBezTo>
                      <a:pt x="20" y="27"/>
                      <a:pt x="19" y="26"/>
                      <a:pt x="16" y="26"/>
                    </a:cubicBezTo>
                    <a:cubicBezTo>
                      <a:pt x="15" y="25"/>
                      <a:pt x="14" y="23"/>
                      <a:pt x="14" y="22"/>
                    </a:cubicBezTo>
                    <a:cubicBezTo>
                      <a:pt x="11" y="15"/>
                      <a:pt x="0" y="18"/>
                      <a:pt x="0" y="12"/>
                    </a:cubicBezTo>
                    <a:cubicBezTo>
                      <a:pt x="0" y="9"/>
                      <a:pt x="4" y="8"/>
                      <a:pt x="6" y="8"/>
                    </a:cubicBezTo>
                    <a:cubicBezTo>
                      <a:pt x="12" y="8"/>
                      <a:pt x="15" y="0"/>
                      <a:pt x="23" y="0"/>
                    </a:cubicBezTo>
                    <a:cubicBezTo>
                      <a:pt x="30" y="0"/>
                      <a:pt x="36" y="7"/>
                      <a:pt x="44" y="9"/>
                    </a:cubicBezTo>
                    <a:cubicBezTo>
                      <a:pt x="44" y="15"/>
                      <a:pt x="44" y="22"/>
                      <a:pt x="44" y="25"/>
                    </a:cubicBezTo>
                    <a:cubicBezTo>
                      <a:pt x="44" y="27"/>
                      <a:pt x="46" y="29"/>
                      <a:pt x="50" y="29"/>
                    </a:cubicBezTo>
                    <a:cubicBezTo>
                      <a:pt x="50" y="31"/>
                      <a:pt x="56" y="38"/>
                      <a:pt x="59" y="38"/>
                    </a:cubicBezTo>
                    <a:cubicBezTo>
                      <a:pt x="62" y="38"/>
                      <a:pt x="66" y="31"/>
                      <a:pt x="67" y="30"/>
                    </a:cubicBezTo>
                    <a:cubicBezTo>
                      <a:pt x="71" y="27"/>
                      <a:pt x="71" y="26"/>
                      <a:pt x="78" y="25"/>
                    </a:cubicBezTo>
                    <a:cubicBezTo>
                      <a:pt x="82" y="23"/>
                      <a:pt x="87" y="15"/>
                      <a:pt x="92" y="14"/>
                    </a:cubicBezTo>
                    <a:cubicBezTo>
                      <a:pt x="93" y="17"/>
                      <a:pt x="96" y="16"/>
                      <a:pt x="98" y="17"/>
                    </a:cubicBezTo>
                    <a:cubicBezTo>
                      <a:pt x="103" y="18"/>
                      <a:pt x="106" y="24"/>
                      <a:pt x="109" y="25"/>
                    </a:cubicBezTo>
                    <a:cubicBezTo>
                      <a:pt x="121" y="25"/>
                      <a:pt x="121" y="25"/>
                      <a:pt x="121" y="25"/>
                    </a:cubicBezTo>
                    <a:cubicBezTo>
                      <a:pt x="123" y="27"/>
                      <a:pt x="128" y="29"/>
                      <a:pt x="130" y="29"/>
                    </a:cubicBezTo>
                    <a:cubicBezTo>
                      <a:pt x="130" y="30"/>
                      <a:pt x="130" y="30"/>
                      <a:pt x="130" y="30"/>
                    </a:cubicBezTo>
                    <a:lnTo>
                      <a:pt x="128" y="28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6" name="îṥ1ïḍè"/>
              <p:cNvSpPr/>
              <p:nvPr/>
            </p:nvSpPr>
            <p:spPr bwMode="auto">
              <a:xfrm>
                <a:off x="8343116" y="3693634"/>
                <a:ext cx="13893" cy="31753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8" y="5"/>
                  </a:cxn>
                  <a:cxn ang="0">
                    <a:pos x="5" y="9"/>
                  </a:cxn>
                  <a:cxn ang="0">
                    <a:pos x="2" y="19"/>
                  </a:cxn>
                  <a:cxn ang="0">
                    <a:pos x="0" y="15"/>
                  </a:cxn>
                  <a:cxn ang="0">
                    <a:pos x="4" y="8"/>
                  </a:cxn>
                  <a:cxn ang="0">
                    <a:pos x="7" y="0"/>
                  </a:cxn>
                </a:cxnLst>
                <a:rect l="0" t="0" r="r" b="b"/>
                <a:pathLst>
                  <a:path w="8" h="19">
                    <a:moveTo>
                      <a:pt x="7" y="0"/>
                    </a:moveTo>
                    <a:cubicBezTo>
                      <a:pt x="7" y="4"/>
                      <a:pt x="8" y="2"/>
                      <a:pt x="8" y="5"/>
                    </a:cubicBezTo>
                    <a:cubicBezTo>
                      <a:pt x="8" y="8"/>
                      <a:pt x="7" y="9"/>
                      <a:pt x="5" y="9"/>
                    </a:cubicBezTo>
                    <a:cubicBezTo>
                      <a:pt x="5" y="14"/>
                      <a:pt x="6" y="19"/>
                      <a:pt x="2" y="19"/>
                    </a:cubicBezTo>
                    <a:cubicBezTo>
                      <a:pt x="1" y="19"/>
                      <a:pt x="0" y="16"/>
                      <a:pt x="0" y="15"/>
                    </a:cubicBezTo>
                    <a:cubicBezTo>
                      <a:pt x="0" y="11"/>
                      <a:pt x="4" y="10"/>
                      <a:pt x="4" y="8"/>
                    </a:cubicBezTo>
                    <a:cubicBezTo>
                      <a:pt x="4" y="4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7" name="íṥļïḓè"/>
              <p:cNvSpPr/>
              <p:nvPr/>
            </p:nvSpPr>
            <p:spPr bwMode="auto">
              <a:xfrm>
                <a:off x="8648746" y="3663866"/>
                <a:ext cx="81369" cy="47630"/>
              </a:xfrm>
              <a:custGeom>
                <a:avLst/>
                <a:gdLst/>
                <a:ahLst/>
                <a:cxnLst>
                  <a:cxn ang="0">
                    <a:pos x="13" y="27"/>
                  </a:cxn>
                  <a:cxn ang="0">
                    <a:pos x="0" y="18"/>
                  </a:cxn>
                  <a:cxn ang="0">
                    <a:pos x="13" y="18"/>
                  </a:cxn>
                  <a:cxn ang="0">
                    <a:pos x="18" y="17"/>
                  </a:cxn>
                  <a:cxn ang="0">
                    <a:pos x="35" y="13"/>
                  </a:cxn>
                  <a:cxn ang="0">
                    <a:pos x="45" y="0"/>
                  </a:cxn>
                  <a:cxn ang="0">
                    <a:pos x="49" y="7"/>
                  </a:cxn>
                  <a:cxn ang="0">
                    <a:pos x="40" y="22"/>
                  </a:cxn>
                  <a:cxn ang="0">
                    <a:pos x="19" y="29"/>
                  </a:cxn>
                  <a:cxn ang="0">
                    <a:pos x="11" y="25"/>
                  </a:cxn>
                  <a:cxn ang="0">
                    <a:pos x="13" y="27"/>
                  </a:cxn>
                </a:cxnLst>
                <a:rect l="0" t="0" r="r" b="b"/>
                <a:pathLst>
                  <a:path w="49" h="29">
                    <a:moveTo>
                      <a:pt x="13" y="27"/>
                    </a:moveTo>
                    <a:cubicBezTo>
                      <a:pt x="9" y="22"/>
                      <a:pt x="1" y="24"/>
                      <a:pt x="0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4" y="18"/>
                      <a:pt x="18" y="17"/>
                      <a:pt x="18" y="17"/>
                    </a:cubicBezTo>
                    <a:cubicBezTo>
                      <a:pt x="25" y="14"/>
                      <a:pt x="31" y="15"/>
                      <a:pt x="35" y="13"/>
                    </a:cubicBezTo>
                    <a:cubicBezTo>
                      <a:pt x="41" y="10"/>
                      <a:pt x="39" y="0"/>
                      <a:pt x="45" y="0"/>
                    </a:cubicBezTo>
                    <a:cubicBezTo>
                      <a:pt x="48" y="0"/>
                      <a:pt x="49" y="4"/>
                      <a:pt x="49" y="7"/>
                    </a:cubicBezTo>
                    <a:cubicBezTo>
                      <a:pt x="49" y="16"/>
                      <a:pt x="40" y="14"/>
                      <a:pt x="40" y="22"/>
                    </a:cubicBezTo>
                    <a:cubicBezTo>
                      <a:pt x="32" y="24"/>
                      <a:pt x="28" y="29"/>
                      <a:pt x="19" y="29"/>
                    </a:cubicBezTo>
                    <a:cubicBezTo>
                      <a:pt x="17" y="29"/>
                      <a:pt x="11" y="26"/>
                      <a:pt x="11" y="25"/>
                    </a:cubicBezTo>
                    <a:lnTo>
                      <a:pt x="13" y="27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8" name="ïsḻiḋe"/>
              <p:cNvSpPr/>
              <p:nvPr/>
            </p:nvSpPr>
            <p:spPr bwMode="auto">
              <a:xfrm>
                <a:off x="8704315" y="3630127"/>
                <a:ext cx="43662" cy="43661"/>
              </a:xfrm>
              <a:custGeom>
                <a:avLst/>
                <a:gdLst/>
                <a:ahLst/>
                <a:cxnLst>
                  <a:cxn ang="0">
                    <a:pos x="23" y="25"/>
                  </a:cxn>
                  <a:cxn ang="0">
                    <a:pos x="19" y="17"/>
                  </a:cxn>
                  <a:cxn ang="0">
                    <a:pos x="8" y="6"/>
                  </a:cxn>
                  <a:cxn ang="0">
                    <a:pos x="0" y="0"/>
                  </a:cxn>
                  <a:cxn ang="0">
                    <a:pos x="18" y="13"/>
                  </a:cxn>
                  <a:cxn ang="0">
                    <a:pos x="26" y="22"/>
                  </a:cxn>
                  <a:cxn ang="0">
                    <a:pos x="26" y="25"/>
                  </a:cxn>
                  <a:cxn ang="0">
                    <a:pos x="23" y="25"/>
                  </a:cxn>
                </a:cxnLst>
                <a:rect l="0" t="0" r="r" b="b"/>
                <a:pathLst>
                  <a:path w="26" h="26">
                    <a:moveTo>
                      <a:pt x="23" y="25"/>
                    </a:moveTo>
                    <a:cubicBezTo>
                      <a:pt x="18" y="24"/>
                      <a:pt x="18" y="21"/>
                      <a:pt x="19" y="17"/>
                    </a:cubicBezTo>
                    <a:cubicBezTo>
                      <a:pt x="13" y="14"/>
                      <a:pt x="14" y="9"/>
                      <a:pt x="8" y="6"/>
                    </a:cubicBezTo>
                    <a:cubicBezTo>
                      <a:pt x="5" y="4"/>
                      <a:pt x="2" y="4"/>
                      <a:pt x="0" y="0"/>
                    </a:cubicBezTo>
                    <a:cubicBezTo>
                      <a:pt x="9" y="3"/>
                      <a:pt x="13" y="8"/>
                      <a:pt x="18" y="13"/>
                    </a:cubicBezTo>
                    <a:cubicBezTo>
                      <a:pt x="21" y="17"/>
                      <a:pt x="26" y="16"/>
                      <a:pt x="26" y="22"/>
                    </a:cubicBezTo>
                    <a:cubicBezTo>
                      <a:pt x="26" y="23"/>
                      <a:pt x="26" y="24"/>
                      <a:pt x="26" y="25"/>
                    </a:cubicBezTo>
                    <a:cubicBezTo>
                      <a:pt x="25" y="25"/>
                      <a:pt x="24" y="26"/>
                      <a:pt x="23" y="2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9" name="ïsļïḋè"/>
              <p:cNvSpPr/>
              <p:nvPr/>
            </p:nvSpPr>
            <p:spPr bwMode="auto">
              <a:xfrm>
                <a:off x="8779730" y="3691650"/>
                <a:ext cx="21831" cy="25801"/>
              </a:xfrm>
              <a:custGeom>
                <a:avLst/>
                <a:gdLst/>
                <a:ahLst/>
                <a:cxnLst>
                  <a:cxn ang="0">
                    <a:pos x="7" y="9"/>
                  </a:cxn>
                  <a:cxn ang="0">
                    <a:pos x="1" y="0"/>
                  </a:cxn>
                  <a:cxn ang="0">
                    <a:pos x="13" y="12"/>
                  </a:cxn>
                  <a:cxn ang="0">
                    <a:pos x="10" y="16"/>
                  </a:cxn>
                  <a:cxn ang="0">
                    <a:pos x="7" y="13"/>
                  </a:cxn>
                  <a:cxn ang="0">
                    <a:pos x="7" y="9"/>
                  </a:cxn>
                </a:cxnLst>
                <a:rect l="0" t="0" r="r" b="b"/>
                <a:pathLst>
                  <a:path w="13" h="16">
                    <a:moveTo>
                      <a:pt x="7" y="9"/>
                    </a:moveTo>
                    <a:cubicBezTo>
                      <a:pt x="2" y="9"/>
                      <a:pt x="0" y="4"/>
                      <a:pt x="1" y="0"/>
                    </a:cubicBezTo>
                    <a:cubicBezTo>
                      <a:pt x="4" y="1"/>
                      <a:pt x="13" y="11"/>
                      <a:pt x="13" y="12"/>
                    </a:cubicBezTo>
                    <a:cubicBezTo>
                      <a:pt x="13" y="14"/>
                      <a:pt x="11" y="16"/>
                      <a:pt x="10" y="16"/>
                    </a:cubicBezTo>
                    <a:cubicBezTo>
                      <a:pt x="9" y="16"/>
                      <a:pt x="7" y="14"/>
                      <a:pt x="7" y="13"/>
                    </a:cubicBezTo>
                    <a:cubicBezTo>
                      <a:pt x="7" y="12"/>
                      <a:pt x="7" y="11"/>
                      <a:pt x="7" y="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0" name="iṩlîḍé"/>
              <p:cNvSpPr/>
              <p:nvPr/>
            </p:nvSpPr>
            <p:spPr bwMode="auto">
              <a:xfrm>
                <a:off x="8922621" y="3790880"/>
                <a:ext cx="11907" cy="13893"/>
              </a:xfrm>
              <a:custGeom>
                <a:avLst/>
                <a:gdLst/>
                <a:ahLst/>
                <a:cxnLst>
                  <a:cxn ang="0">
                    <a:pos x="7" y="6"/>
                  </a:cxn>
                  <a:cxn ang="0">
                    <a:pos x="7" y="9"/>
                  </a:cxn>
                  <a:cxn ang="0">
                    <a:pos x="0" y="0"/>
                  </a:cxn>
                  <a:cxn ang="0">
                    <a:pos x="7" y="6"/>
                  </a:cxn>
                </a:cxnLst>
                <a:rect l="0" t="0" r="r" b="b"/>
                <a:pathLst>
                  <a:path w="7" h="9">
                    <a:moveTo>
                      <a:pt x="7" y="6"/>
                    </a:moveTo>
                    <a:cubicBezTo>
                      <a:pt x="7" y="7"/>
                      <a:pt x="7" y="8"/>
                      <a:pt x="7" y="9"/>
                    </a:cubicBezTo>
                    <a:cubicBezTo>
                      <a:pt x="3" y="9"/>
                      <a:pt x="0" y="2"/>
                      <a:pt x="0" y="0"/>
                    </a:cubicBezTo>
                    <a:cubicBezTo>
                      <a:pt x="4" y="2"/>
                      <a:pt x="7" y="3"/>
                      <a:pt x="7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1" name="íṧľîḍé"/>
              <p:cNvSpPr/>
              <p:nvPr/>
            </p:nvSpPr>
            <p:spPr bwMode="auto">
              <a:xfrm>
                <a:off x="8890867" y="3778973"/>
                <a:ext cx="25801" cy="11907"/>
              </a:xfrm>
              <a:custGeom>
                <a:avLst/>
                <a:gdLst/>
                <a:ahLst/>
                <a:cxnLst>
                  <a:cxn ang="0">
                    <a:pos x="15" y="6"/>
                  </a:cxn>
                  <a:cxn ang="0">
                    <a:pos x="12" y="7"/>
                  </a:cxn>
                  <a:cxn ang="0">
                    <a:pos x="0" y="0"/>
                  </a:cxn>
                  <a:cxn ang="0">
                    <a:pos x="15" y="6"/>
                  </a:cxn>
                </a:cxnLst>
                <a:rect l="0" t="0" r="r" b="b"/>
                <a:pathLst>
                  <a:path w="15" h="7">
                    <a:moveTo>
                      <a:pt x="15" y="6"/>
                    </a:moveTo>
                    <a:cubicBezTo>
                      <a:pt x="14" y="6"/>
                      <a:pt x="13" y="7"/>
                      <a:pt x="12" y="7"/>
                    </a:cubicBezTo>
                    <a:cubicBezTo>
                      <a:pt x="7" y="7"/>
                      <a:pt x="0" y="5"/>
                      <a:pt x="0" y="0"/>
                    </a:cubicBezTo>
                    <a:cubicBezTo>
                      <a:pt x="7" y="0"/>
                      <a:pt x="11" y="1"/>
                      <a:pt x="15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2" name="íśḻïdé"/>
              <p:cNvSpPr/>
              <p:nvPr/>
            </p:nvSpPr>
            <p:spPr bwMode="auto">
              <a:xfrm>
                <a:off x="8894837" y="3749203"/>
                <a:ext cx="21831" cy="23815"/>
              </a:xfrm>
              <a:custGeom>
                <a:avLst/>
                <a:gdLst/>
                <a:ahLst/>
                <a:cxnLst>
                  <a:cxn ang="0">
                    <a:pos x="13" y="14"/>
                  </a:cxn>
                  <a:cxn ang="0">
                    <a:pos x="0" y="0"/>
                  </a:cxn>
                  <a:cxn ang="0">
                    <a:pos x="13" y="14"/>
                  </a:cxn>
                </a:cxnLst>
                <a:rect l="0" t="0" r="r" b="b"/>
                <a:pathLst>
                  <a:path w="13" h="14">
                    <a:moveTo>
                      <a:pt x="13" y="14"/>
                    </a:moveTo>
                    <a:cubicBezTo>
                      <a:pt x="9" y="14"/>
                      <a:pt x="1" y="3"/>
                      <a:pt x="0" y="0"/>
                    </a:cubicBezTo>
                    <a:cubicBezTo>
                      <a:pt x="6" y="3"/>
                      <a:pt x="11" y="7"/>
                      <a:pt x="13" y="1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3" name="îşḷîḓe"/>
              <p:cNvSpPr/>
              <p:nvPr/>
            </p:nvSpPr>
            <p:spPr bwMode="auto">
              <a:xfrm>
                <a:off x="8849191" y="3731342"/>
                <a:ext cx="29770" cy="17862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9"/>
                  </a:cxn>
                  <a:cxn ang="0">
                    <a:pos x="14" y="1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10">
                    <a:moveTo>
                      <a:pt x="2" y="0"/>
                    </a:moveTo>
                    <a:cubicBezTo>
                      <a:pt x="6" y="2"/>
                      <a:pt x="15" y="5"/>
                      <a:pt x="17" y="9"/>
                    </a:cubicBezTo>
                    <a:cubicBezTo>
                      <a:pt x="17" y="9"/>
                      <a:pt x="15" y="10"/>
                      <a:pt x="14" y="10"/>
                    </a:cubicBezTo>
                    <a:cubicBezTo>
                      <a:pt x="10" y="10"/>
                      <a:pt x="0" y="6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4" name="îsľiḑé"/>
              <p:cNvSpPr/>
              <p:nvPr/>
            </p:nvSpPr>
            <p:spPr bwMode="auto">
              <a:xfrm>
                <a:off x="8817438" y="3713480"/>
                <a:ext cx="17862" cy="992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" y="6"/>
                  </a:cxn>
                  <a:cxn ang="0">
                    <a:pos x="7" y="6"/>
                  </a:cxn>
                  <a:cxn ang="0">
                    <a:pos x="0" y="2"/>
                  </a:cxn>
                  <a:cxn ang="0">
                    <a:pos x="3" y="1"/>
                  </a:cxn>
                  <a:cxn ang="0">
                    <a:pos x="0" y="0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cubicBezTo>
                      <a:pt x="5" y="3"/>
                      <a:pt x="8" y="2"/>
                      <a:pt x="11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3" y="2"/>
                      <a:pt x="3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5" name="išľïďê"/>
              <p:cNvSpPr/>
              <p:nvPr/>
            </p:nvSpPr>
            <p:spPr bwMode="auto">
              <a:xfrm>
                <a:off x="8565392" y="4475565"/>
                <a:ext cx="79384" cy="81369"/>
              </a:xfrm>
              <a:custGeom>
                <a:avLst/>
                <a:gdLst/>
                <a:ahLst/>
                <a:cxnLst>
                  <a:cxn ang="0">
                    <a:pos x="24" y="7"/>
                  </a:cxn>
                  <a:cxn ang="0">
                    <a:pos x="43" y="3"/>
                  </a:cxn>
                  <a:cxn ang="0">
                    <a:pos x="48" y="16"/>
                  </a:cxn>
                  <a:cxn ang="0">
                    <a:pos x="27" y="49"/>
                  </a:cxn>
                  <a:cxn ang="0">
                    <a:pos x="0" y="7"/>
                  </a:cxn>
                  <a:cxn ang="0">
                    <a:pos x="24" y="7"/>
                  </a:cxn>
                </a:cxnLst>
                <a:rect l="0" t="0" r="r" b="b"/>
                <a:pathLst>
                  <a:path w="48" h="49">
                    <a:moveTo>
                      <a:pt x="24" y="7"/>
                    </a:moveTo>
                    <a:cubicBezTo>
                      <a:pt x="30" y="7"/>
                      <a:pt x="37" y="5"/>
                      <a:pt x="43" y="3"/>
                    </a:cubicBezTo>
                    <a:cubicBezTo>
                      <a:pt x="45" y="8"/>
                      <a:pt x="48" y="11"/>
                      <a:pt x="48" y="16"/>
                    </a:cubicBezTo>
                    <a:cubicBezTo>
                      <a:pt x="48" y="26"/>
                      <a:pt x="36" y="49"/>
                      <a:pt x="27" y="49"/>
                    </a:cubicBezTo>
                    <a:cubicBezTo>
                      <a:pt x="14" y="49"/>
                      <a:pt x="0" y="16"/>
                      <a:pt x="0" y="7"/>
                    </a:cubicBezTo>
                    <a:cubicBezTo>
                      <a:pt x="0" y="0"/>
                      <a:pt x="24" y="7"/>
                      <a:pt x="24" y="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6" name="ïṣ1ïḍê"/>
              <p:cNvSpPr/>
              <p:nvPr/>
            </p:nvSpPr>
            <p:spPr bwMode="auto">
              <a:xfrm>
                <a:off x="7908488" y="3804772"/>
                <a:ext cx="845442" cy="637056"/>
              </a:xfrm>
              <a:custGeom>
                <a:avLst/>
                <a:gdLst/>
                <a:ahLst/>
                <a:cxnLst>
                  <a:cxn ang="0">
                    <a:pos x="508" y="232"/>
                  </a:cxn>
                  <a:cxn ang="0">
                    <a:pos x="501" y="272"/>
                  </a:cxn>
                  <a:cxn ang="0">
                    <a:pos x="478" y="312"/>
                  </a:cxn>
                  <a:cxn ang="0">
                    <a:pos x="465" y="351"/>
                  </a:cxn>
                  <a:cxn ang="0">
                    <a:pos x="398" y="370"/>
                  </a:cxn>
                  <a:cxn ang="0">
                    <a:pos x="335" y="350"/>
                  </a:cxn>
                  <a:cxn ang="0">
                    <a:pos x="329" y="330"/>
                  </a:cxn>
                  <a:cxn ang="0">
                    <a:pos x="314" y="333"/>
                  </a:cxn>
                  <a:cxn ang="0">
                    <a:pos x="313" y="315"/>
                  </a:cxn>
                  <a:cxn ang="0">
                    <a:pos x="301" y="329"/>
                  </a:cxn>
                  <a:cxn ang="0">
                    <a:pos x="310" y="292"/>
                  </a:cxn>
                  <a:cxn ang="0">
                    <a:pos x="278" y="315"/>
                  </a:cxn>
                  <a:cxn ang="0">
                    <a:pos x="214" y="276"/>
                  </a:cxn>
                  <a:cxn ang="0">
                    <a:pos x="131" y="308"/>
                  </a:cxn>
                  <a:cxn ang="0">
                    <a:pos x="93" y="311"/>
                  </a:cxn>
                  <a:cxn ang="0">
                    <a:pos x="22" y="310"/>
                  </a:cxn>
                  <a:cxn ang="0">
                    <a:pos x="23" y="262"/>
                  </a:cxn>
                  <a:cxn ang="0">
                    <a:pos x="2" y="204"/>
                  </a:cxn>
                  <a:cxn ang="0">
                    <a:pos x="9" y="204"/>
                  </a:cxn>
                  <a:cxn ang="0">
                    <a:pos x="3" y="176"/>
                  </a:cxn>
                  <a:cxn ang="0">
                    <a:pos x="8" y="145"/>
                  </a:cxn>
                  <a:cxn ang="0">
                    <a:pos x="32" y="132"/>
                  </a:cxn>
                  <a:cxn ang="0">
                    <a:pos x="114" y="95"/>
                  </a:cxn>
                  <a:cxn ang="0">
                    <a:pos x="119" y="76"/>
                  </a:cxn>
                  <a:cxn ang="0">
                    <a:pos x="131" y="71"/>
                  </a:cxn>
                  <a:cxn ang="0">
                    <a:pos x="150" y="50"/>
                  </a:cxn>
                  <a:cxn ang="0">
                    <a:pos x="187" y="58"/>
                  </a:cxn>
                  <a:cxn ang="0">
                    <a:pos x="203" y="56"/>
                  </a:cxn>
                  <a:cxn ang="0">
                    <a:pos x="211" y="30"/>
                  </a:cxn>
                  <a:cxn ang="0">
                    <a:pos x="244" y="17"/>
                  </a:cxn>
                  <a:cxn ang="0">
                    <a:pos x="276" y="19"/>
                  </a:cxn>
                  <a:cxn ang="0">
                    <a:pos x="297" y="23"/>
                  </a:cxn>
                  <a:cxn ang="0">
                    <a:pos x="281" y="54"/>
                  </a:cxn>
                  <a:cxn ang="0">
                    <a:pos x="295" y="68"/>
                  </a:cxn>
                  <a:cxn ang="0">
                    <a:pos x="341" y="90"/>
                  </a:cxn>
                  <a:cxn ang="0">
                    <a:pos x="359" y="15"/>
                  </a:cxn>
                  <a:cxn ang="0">
                    <a:pos x="381" y="28"/>
                  </a:cxn>
                  <a:cxn ang="0">
                    <a:pos x="400" y="50"/>
                  </a:cxn>
                  <a:cxn ang="0">
                    <a:pos x="419" y="104"/>
                  </a:cxn>
                  <a:cxn ang="0">
                    <a:pos x="457" y="146"/>
                  </a:cxn>
                  <a:cxn ang="0">
                    <a:pos x="497" y="185"/>
                  </a:cxn>
                </a:cxnLst>
                <a:rect l="0" t="0" r="r" b="b"/>
                <a:pathLst>
                  <a:path w="508" h="383">
                    <a:moveTo>
                      <a:pt x="496" y="186"/>
                    </a:moveTo>
                    <a:cubicBezTo>
                      <a:pt x="503" y="195"/>
                      <a:pt x="508" y="219"/>
                      <a:pt x="508" y="232"/>
                    </a:cubicBezTo>
                    <a:cubicBezTo>
                      <a:pt x="508" y="242"/>
                      <a:pt x="505" y="256"/>
                      <a:pt x="501" y="260"/>
                    </a:cubicBezTo>
                    <a:cubicBezTo>
                      <a:pt x="501" y="272"/>
                      <a:pt x="501" y="272"/>
                      <a:pt x="501" y="272"/>
                    </a:cubicBezTo>
                    <a:cubicBezTo>
                      <a:pt x="499" y="276"/>
                      <a:pt x="500" y="277"/>
                      <a:pt x="498" y="281"/>
                    </a:cubicBezTo>
                    <a:cubicBezTo>
                      <a:pt x="490" y="293"/>
                      <a:pt x="482" y="298"/>
                      <a:pt x="478" y="312"/>
                    </a:cubicBezTo>
                    <a:cubicBezTo>
                      <a:pt x="474" y="322"/>
                      <a:pt x="465" y="336"/>
                      <a:pt x="465" y="352"/>
                    </a:cubicBezTo>
                    <a:cubicBezTo>
                      <a:pt x="465" y="351"/>
                      <a:pt x="465" y="351"/>
                      <a:pt x="465" y="351"/>
                    </a:cubicBezTo>
                    <a:cubicBezTo>
                      <a:pt x="460" y="371"/>
                      <a:pt x="424" y="362"/>
                      <a:pt x="420" y="383"/>
                    </a:cubicBezTo>
                    <a:cubicBezTo>
                      <a:pt x="417" y="382"/>
                      <a:pt x="399" y="372"/>
                      <a:pt x="398" y="370"/>
                    </a:cubicBezTo>
                    <a:cubicBezTo>
                      <a:pt x="388" y="371"/>
                      <a:pt x="392" y="379"/>
                      <a:pt x="381" y="379"/>
                    </a:cubicBezTo>
                    <a:cubicBezTo>
                      <a:pt x="363" y="379"/>
                      <a:pt x="335" y="368"/>
                      <a:pt x="335" y="350"/>
                    </a:cubicBezTo>
                    <a:cubicBezTo>
                      <a:pt x="335" y="343"/>
                      <a:pt x="329" y="338"/>
                      <a:pt x="329" y="332"/>
                    </a:cubicBezTo>
                    <a:cubicBezTo>
                      <a:pt x="329" y="332"/>
                      <a:pt x="329" y="330"/>
                      <a:pt x="329" y="330"/>
                    </a:cubicBezTo>
                    <a:cubicBezTo>
                      <a:pt x="325" y="332"/>
                      <a:pt x="323" y="332"/>
                      <a:pt x="320" y="333"/>
                    </a:cubicBezTo>
                    <a:cubicBezTo>
                      <a:pt x="314" y="333"/>
                      <a:pt x="314" y="333"/>
                      <a:pt x="314" y="333"/>
                    </a:cubicBezTo>
                    <a:cubicBezTo>
                      <a:pt x="316" y="330"/>
                      <a:pt x="318" y="328"/>
                      <a:pt x="318" y="323"/>
                    </a:cubicBezTo>
                    <a:cubicBezTo>
                      <a:pt x="318" y="318"/>
                      <a:pt x="315" y="316"/>
                      <a:pt x="313" y="315"/>
                    </a:cubicBezTo>
                    <a:cubicBezTo>
                      <a:pt x="313" y="316"/>
                      <a:pt x="312" y="318"/>
                      <a:pt x="312" y="319"/>
                    </a:cubicBezTo>
                    <a:cubicBezTo>
                      <a:pt x="308" y="321"/>
                      <a:pt x="308" y="329"/>
                      <a:pt x="301" y="329"/>
                    </a:cubicBezTo>
                    <a:cubicBezTo>
                      <a:pt x="299" y="329"/>
                      <a:pt x="297" y="326"/>
                      <a:pt x="297" y="324"/>
                    </a:cubicBezTo>
                    <a:cubicBezTo>
                      <a:pt x="308" y="322"/>
                      <a:pt x="310" y="299"/>
                      <a:pt x="310" y="292"/>
                    </a:cubicBezTo>
                    <a:cubicBezTo>
                      <a:pt x="302" y="300"/>
                      <a:pt x="291" y="323"/>
                      <a:pt x="281" y="323"/>
                    </a:cubicBezTo>
                    <a:cubicBezTo>
                      <a:pt x="276" y="323"/>
                      <a:pt x="278" y="315"/>
                      <a:pt x="278" y="315"/>
                    </a:cubicBezTo>
                    <a:cubicBezTo>
                      <a:pt x="275" y="315"/>
                      <a:pt x="265" y="294"/>
                      <a:pt x="262" y="289"/>
                    </a:cubicBezTo>
                    <a:cubicBezTo>
                      <a:pt x="254" y="280"/>
                      <a:pt x="228" y="276"/>
                      <a:pt x="214" y="276"/>
                    </a:cubicBezTo>
                    <a:cubicBezTo>
                      <a:pt x="198" y="276"/>
                      <a:pt x="195" y="283"/>
                      <a:pt x="185" y="286"/>
                    </a:cubicBezTo>
                    <a:cubicBezTo>
                      <a:pt x="163" y="293"/>
                      <a:pt x="135" y="285"/>
                      <a:pt x="131" y="308"/>
                    </a:cubicBezTo>
                    <a:cubicBezTo>
                      <a:pt x="122" y="309"/>
                      <a:pt x="115" y="311"/>
                      <a:pt x="105" y="311"/>
                    </a:cubicBezTo>
                    <a:cubicBezTo>
                      <a:pt x="98" y="307"/>
                      <a:pt x="98" y="311"/>
                      <a:pt x="93" y="311"/>
                    </a:cubicBezTo>
                    <a:cubicBezTo>
                      <a:pt x="77" y="311"/>
                      <a:pt x="71" y="326"/>
                      <a:pt x="51" y="326"/>
                    </a:cubicBezTo>
                    <a:cubicBezTo>
                      <a:pt x="43" y="326"/>
                      <a:pt x="22" y="316"/>
                      <a:pt x="22" y="310"/>
                    </a:cubicBezTo>
                    <a:cubicBezTo>
                      <a:pt x="22" y="303"/>
                      <a:pt x="32" y="300"/>
                      <a:pt x="32" y="290"/>
                    </a:cubicBezTo>
                    <a:cubicBezTo>
                      <a:pt x="32" y="277"/>
                      <a:pt x="26" y="270"/>
                      <a:pt x="23" y="262"/>
                    </a:cubicBezTo>
                    <a:cubicBezTo>
                      <a:pt x="18" y="243"/>
                      <a:pt x="17" y="237"/>
                      <a:pt x="11" y="220"/>
                    </a:cubicBezTo>
                    <a:cubicBezTo>
                      <a:pt x="9" y="213"/>
                      <a:pt x="0" y="211"/>
                      <a:pt x="2" y="204"/>
                    </a:cubicBezTo>
                    <a:cubicBezTo>
                      <a:pt x="3" y="202"/>
                      <a:pt x="3" y="201"/>
                      <a:pt x="5" y="198"/>
                    </a:cubicBezTo>
                    <a:cubicBezTo>
                      <a:pt x="6" y="201"/>
                      <a:pt x="7" y="203"/>
                      <a:pt x="9" y="204"/>
                    </a:cubicBezTo>
                    <a:cubicBezTo>
                      <a:pt x="10" y="202"/>
                      <a:pt x="9" y="201"/>
                      <a:pt x="9" y="198"/>
                    </a:cubicBezTo>
                    <a:cubicBezTo>
                      <a:pt x="9" y="192"/>
                      <a:pt x="3" y="187"/>
                      <a:pt x="3" y="176"/>
                    </a:cubicBezTo>
                    <a:cubicBezTo>
                      <a:pt x="3" y="162"/>
                      <a:pt x="3" y="161"/>
                      <a:pt x="3" y="150"/>
                    </a:cubicBezTo>
                    <a:cubicBezTo>
                      <a:pt x="3" y="146"/>
                      <a:pt x="7" y="146"/>
                      <a:pt x="8" y="145"/>
                    </a:cubicBezTo>
                    <a:cubicBezTo>
                      <a:pt x="9" y="146"/>
                      <a:pt x="9" y="148"/>
                      <a:pt x="9" y="149"/>
                    </a:cubicBezTo>
                    <a:cubicBezTo>
                      <a:pt x="17" y="148"/>
                      <a:pt x="27" y="137"/>
                      <a:pt x="32" y="132"/>
                    </a:cubicBezTo>
                    <a:cubicBezTo>
                      <a:pt x="37" y="127"/>
                      <a:pt x="53" y="126"/>
                      <a:pt x="62" y="125"/>
                    </a:cubicBezTo>
                    <a:cubicBezTo>
                      <a:pt x="78" y="122"/>
                      <a:pt x="114" y="110"/>
                      <a:pt x="114" y="95"/>
                    </a:cubicBezTo>
                    <a:cubicBezTo>
                      <a:pt x="114" y="92"/>
                      <a:pt x="114" y="90"/>
                      <a:pt x="114" y="87"/>
                    </a:cubicBezTo>
                    <a:cubicBezTo>
                      <a:pt x="114" y="83"/>
                      <a:pt x="115" y="79"/>
                      <a:pt x="119" y="76"/>
                    </a:cubicBezTo>
                    <a:cubicBezTo>
                      <a:pt x="122" y="80"/>
                      <a:pt x="124" y="82"/>
                      <a:pt x="126" y="85"/>
                    </a:cubicBezTo>
                    <a:cubicBezTo>
                      <a:pt x="131" y="82"/>
                      <a:pt x="129" y="75"/>
                      <a:pt x="131" y="71"/>
                    </a:cubicBezTo>
                    <a:cubicBezTo>
                      <a:pt x="134" y="72"/>
                      <a:pt x="137" y="74"/>
                      <a:pt x="140" y="74"/>
                    </a:cubicBezTo>
                    <a:cubicBezTo>
                      <a:pt x="140" y="62"/>
                      <a:pt x="149" y="60"/>
                      <a:pt x="150" y="50"/>
                    </a:cubicBezTo>
                    <a:cubicBezTo>
                      <a:pt x="162" y="50"/>
                      <a:pt x="164" y="41"/>
                      <a:pt x="173" y="41"/>
                    </a:cubicBezTo>
                    <a:cubicBezTo>
                      <a:pt x="181" y="41"/>
                      <a:pt x="186" y="50"/>
                      <a:pt x="187" y="58"/>
                    </a:cubicBezTo>
                    <a:cubicBezTo>
                      <a:pt x="189" y="55"/>
                      <a:pt x="192" y="53"/>
                      <a:pt x="196" y="53"/>
                    </a:cubicBezTo>
                    <a:cubicBezTo>
                      <a:pt x="198" y="53"/>
                      <a:pt x="202" y="56"/>
                      <a:pt x="203" y="56"/>
                    </a:cubicBezTo>
                    <a:cubicBezTo>
                      <a:pt x="205" y="52"/>
                      <a:pt x="204" y="49"/>
                      <a:pt x="204" y="45"/>
                    </a:cubicBezTo>
                    <a:cubicBezTo>
                      <a:pt x="204" y="39"/>
                      <a:pt x="211" y="36"/>
                      <a:pt x="211" y="30"/>
                    </a:cubicBezTo>
                    <a:cubicBezTo>
                      <a:pt x="211" y="24"/>
                      <a:pt x="228" y="20"/>
                      <a:pt x="236" y="20"/>
                    </a:cubicBezTo>
                    <a:cubicBezTo>
                      <a:pt x="239" y="20"/>
                      <a:pt x="243" y="17"/>
                      <a:pt x="244" y="17"/>
                    </a:cubicBezTo>
                    <a:cubicBezTo>
                      <a:pt x="241" y="13"/>
                      <a:pt x="237" y="11"/>
                      <a:pt x="236" y="7"/>
                    </a:cubicBezTo>
                    <a:cubicBezTo>
                      <a:pt x="251" y="13"/>
                      <a:pt x="260" y="19"/>
                      <a:pt x="276" y="19"/>
                    </a:cubicBezTo>
                    <a:cubicBezTo>
                      <a:pt x="281" y="19"/>
                      <a:pt x="283" y="15"/>
                      <a:pt x="288" y="15"/>
                    </a:cubicBezTo>
                    <a:cubicBezTo>
                      <a:pt x="291" y="15"/>
                      <a:pt x="297" y="20"/>
                      <a:pt x="297" y="23"/>
                    </a:cubicBezTo>
                    <a:cubicBezTo>
                      <a:pt x="297" y="29"/>
                      <a:pt x="290" y="30"/>
                      <a:pt x="287" y="32"/>
                    </a:cubicBezTo>
                    <a:cubicBezTo>
                      <a:pt x="281" y="54"/>
                      <a:pt x="281" y="54"/>
                      <a:pt x="281" y="54"/>
                    </a:cubicBezTo>
                    <a:cubicBezTo>
                      <a:pt x="281" y="58"/>
                      <a:pt x="288" y="57"/>
                      <a:pt x="290" y="59"/>
                    </a:cubicBezTo>
                    <a:cubicBezTo>
                      <a:pt x="293" y="60"/>
                      <a:pt x="293" y="67"/>
                      <a:pt x="295" y="68"/>
                    </a:cubicBezTo>
                    <a:cubicBezTo>
                      <a:pt x="306" y="72"/>
                      <a:pt x="313" y="74"/>
                      <a:pt x="324" y="79"/>
                    </a:cubicBezTo>
                    <a:cubicBezTo>
                      <a:pt x="330" y="81"/>
                      <a:pt x="333" y="90"/>
                      <a:pt x="341" y="90"/>
                    </a:cubicBezTo>
                    <a:cubicBezTo>
                      <a:pt x="355" y="90"/>
                      <a:pt x="357" y="64"/>
                      <a:pt x="359" y="54"/>
                    </a:cubicBezTo>
                    <a:cubicBezTo>
                      <a:pt x="359" y="15"/>
                      <a:pt x="359" y="15"/>
                      <a:pt x="359" y="15"/>
                    </a:cubicBezTo>
                    <a:cubicBezTo>
                      <a:pt x="366" y="9"/>
                      <a:pt x="364" y="4"/>
                      <a:pt x="372" y="0"/>
                    </a:cubicBezTo>
                    <a:cubicBezTo>
                      <a:pt x="373" y="11"/>
                      <a:pt x="379" y="19"/>
                      <a:pt x="381" y="28"/>
                    </a:cubicBezTo>
                    <a:cubicBezTo>
                      <a:pt x="383" y="34"/>
                      <a:pt x="381" y="42"/>
                      <a:pt x="386" y="45"/>
                    </a:cubicBezTo>
                    <a:cubicBezTo>
                      <a:pt x="390" y="47"/>
                      <a:pt x="399" y="49"/>
                      <a:pt x="400" y="50"/>
                    </a:cubicBezTo>
                    <a:cubicBezTo>
                      <a:pt x="406" y="54"/>
                      <a:pt x="406" y="68"/>
                      <a:pt x="408" y="75"/>
                    </a:cubicBezTo>
                    <a:cubicBezTo>
                      <a:pt x="412" y="87"/>
                      <a:pt x="415" y="93"/>
                      <a:pt x="419" y="104"/>
                    </a:cubicBezTo>
                    <a:cubicBezTo>
                      <a:pt x="422" y="114"/>
                      <a:pt x="441" y="118"/>
                      <a:pt x="449" y="126"/>
                    </a:cubicBezTo>
                    <a:cubicBezTo>
                      <a:pt x="454" y="131"/>
                      <a:pt x="455" y="139"/>
                      <a:pt x="457" y="146"/>
                    </a:cubicBezTo>
                    <a:cubicBezTo>
                      <a:pt x="459" y="151"/>
                      <a:pt x="466" y="151"/>
                      <a:pt x="471" y="151"/>
                    </a:cubicBezTo>
                    <a:cubicBezTo>
                      <a:pt x="471" y="169"/>
                      <a:pt x="488" y="176"/>
                      <a:pt x="497" y="185"/>
                    </a:cubicBezTo>
                    <a:lnTo>
                      <a:pt x="496" y="186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7" name="ïSḷiḑê"/>
              <p:cNvSpPr/>
              <p:nvPr/>
            </p:nvSpPr>
            <p:spPr bwMode="auto">
              <a:xfrm>
                <a:off x="8869037" y="4481520"/>
                <a:ext cx="158769" cy="156784"/>
              </a:xfrm>
              <a:custGeom>
                <a:avLst/>
                <a:gdLst/>
                <a:ahLst/>
                <a:cxnLst>
                  <a:cxn ang="0">
                    <a:pos x="58" y="26"/>
                  </a:cxn>
                  <a:cxn ang="0">
                    <a:pos x="59" y="22"/>
                  </a:cxn>
                  <a:cxn ang="0">
                    <a:pos x="67" y="17"/>
                  </a:cxn>
                  <a:cxn ang="0">
                    <a:pos x="67" y="14"/>
                  </a:cxn>
                  <a:cxn ang="0">
                    <a:pos x="78" y="0"/>
                  </a:cxn>
                  <a:cxn ang="0">
                    <a:pos x="81" y="4"/>
                  </a:cxn>
                  <a:cxn ang="0">
                    <a:pos x="83" y="10"/>
                  </a:cxn>
                  <a:cxn ang="0">
                    <a:pos x="90" y="6"/>
                  </a:cxn>
                  <a:cxn ang="0">
                    <a:pos x="94" y="8"/>
                  </a:cxn>
                  <a:cxn ang="0">
                    <a:pos x="96" y="15"/>
                  </a:cxn>
                  <a:cxn ang="0">
                    <a:pos x="79" y="37"/>
                  </a:cxn>
                  <a:cxn ang="0">
                    <a:pos x="79" y="50"/>
                  </a:cxn>
                  <a:cxn ang="0">
                    <a:pos x="63" y="53"/>
                  </a:cxn>
                  <a:cxn ang="0">
                    <a:pos x="49" y="84"/>
                  </a:cxn>
                  <a:cxn ang="0">
                    <a:pos x="32" y="94"/>
                  </a:cxn>
                  <a:cxn ang="0">
                    <a:pos x="23" y="92"/>
                  </a:cxn>
                  <a:cxn ang="0">
                    <a:pos x="3" y="83"/>
                  </a:cxn>
                  <a:cxn ang="0">
                    <a:pos x="0" y="81"/>
                  </a:cxn>
                  <a:cxn ang="0">
                    <a:pos x="18" y="57"/>
                  </a:cxn>
                  <a:cxn ang="0">
                    <a:pos x="25" y="51"/>
                  </a:cxn>
                  <a:cxn ang="0">
                    <a:pos x="50" y="37"/>
                  </a:cxn>
                  <a:cxn ang="0">
                    <a:pos x="58" y="26"/>
                  </a:cxn>
                </a:cxnLst>
                <a:rect l="0" t="0" r="r" b="b"/>
                <a:pathLst>
                  <a:path w="96" h="94">
                    <a:moveTo>
                      <a:pt x="58" y="26"/>
                    </a:moveTo>
                    <a:cubicBezTo>
                      <a:pt x="58" y="26"/>
                      <a:pt x="58" y="23"/>
                      <a:pt x="59" y="22"/>
                    </a:cubicBezTo>
                    <a:cubicBezTo>
                      <a:pt x="60" y="18"/>
                      <a:pt x="63" y="17"/>
                      <a:pt x="67" y="17"/>
                    </a:cubicBezTo>
                    <a:cubicBezTo>
                      <a:pt x="67" y="16"/>
                      <a:pt x="67" y="15"/>
                      <a:pt x="67" y="14"/>
                    </a:cubicBezTo>
                    <a:cubicBezTo>
                      <a:pt x="67" y="8"/>
                      <a:pt x="74" y="2"/>
                      <a:pt x="78" y="0"/>
                    </a:cubicBezTo>
                    <a:cubicBezTo>
                      <a:pt x="78" y="3"/>
                      <a:pt x="79" y="4"/>
                      <a:pt x="81" y="4"/>
                    </a:cubicBezTo>
                    <a:cubicBezTo>
                      <a:pt x="81" y="7"/>
                      <a:pt x="80" y="10"/>
                      <a:pt x="83" y="10"/>
                    </a:cubicBezTo>
                    <a:cubicBezTo>
                      <a:pt x="86" y="10"/>
                      <a:pt x="88" y="7"/>
                      <a:pt x="90" y="6"/>
                    </a:cubicBezTo>
                    <a:cubicBezTo>
                      <a:pt x="91" y="8"/>
                      <a:pt x="92" y="8"/>
                      <a:pt x="94" y="8"/>
                    </a:cubicBezTo>
                    <a:cubicBezTo>
                      <a:pt x="94" y="12"/>
                      <a:pt x="94" y="14"/>
                      <a:pt x="96" y="15"/>
                    </a:cubicBezTo>
                    <a:cubicBezTo>
                      <a:pt x="95" y="21"/>
                      <a:pt x="86" y="37"/>
                      <a:pt x="79" y="37"/>
                    </a:cubicBezTo>
                    <a:cubicBezTo>
                      <a:pt x="78" y="43"/>
                      <a:pt x="80" y="45"/>
                      <a:pt x="79" y="50"/>
                    </a:cubicBezTo>
                    <a:cubicBezTo>
                      <a:pt x="77" y="50"/>
                      <a:pt x="66" y="53"/>
                      <a:pt x="63" y="53"/>
                    </a:cubicBezTo>
                    <a:cubicBezTo>
                      <a:pt x="61" y="58"/>
                      <a:pt x="49" y="84"/>
                      <a:pt x="49" y="84"/>
                    </a:cubicBezTo>
                    <a:cubicBezTo>
                      <a:pt x="45" y="88"/>
                      <a:pt x="37" y="94"/>
                      <a:pt x="32" y="94"/>
                    </a:cubicBezTo>
                    <a:cubicBezTo>
                      <a:pt x="30" y="94"/>
                      <a:pt x="25" y="92"/>
                      <a:pt x="23" y="92"/>
                    </a:cubicBezTo>
                    <a:cubicBezTo>
                      <a:pt x="20" y="92"/>
                      <a:pt x="3" y="85"/>
                      <a:pt x="3" y="83"/>
                    </a:cubicBezTo>
                    <a:cubicBezTo>
                      <a:pt x="2" y="83"/>
                      <a:pt x="0" y="82"/>
                      <a:pt x="0" y="81"/>
                    </a:cubicBezTo>
                    <a:cubicBezTo>
                      <a:pt x="0" y="70"/>
                      <a:pt x="14" y="64"/>
                      <a:pt x="18" y="57"/>
                    </a:cubicBezTo>
                    <a:cubicBezTo>
                      <a:pt x="20" y="54"/>
                      <a:pt x="22" y="51"/>
                      <a:pt x="25" y="51"/>
                    </a:cubicBezTo>
                    <a:cubicBezTo>
                      <a:pt x="36" y="51"/>
                      <a:pt x="42" y="40"/>
                      <a:pt x="50" y="37"/>
                    </a:cubicBezTo>
                    <a:cubicBezTo>
                      <a:pt x="52" y="36"/>
                      <a:pt x="58" y="26"/>
                      <a:pt x="58" y="2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8" name="íşḻïde"/>
              <p:cNvSpPr/>
              <p:nvPr/>
            </p:nvSpPr>
            <p:spPr bwMode="auto">
              <a:xfrm>
                <a:off x="9000022" y="4328705"/>
                <a:ext cx="117092" cy="174645"/>
              </a:xfrm>
              <a:custGeom>
                <a:avLst/>
                <a:gdLst/>
                <a:ahLst/>
                <a:cxnLst>
                  <a:cxn ang="0">
                    <a:pos x="22" y="40"/>
                  </a:cxn>
                  <a:cxn ang="0">
                    <a:pos x="17" y="31"/>
                  </a:cxn>
                  <a:cxn ang="0">
                    <a:pos x="19" y="27"/>
                  </a:cxn>
                  <a:cxn ang="0">
                    <a:pos x="0" y="0"/>
                  </a:cxn>
                  <a:cxn ang="0">
                    <a:pos x="16" y="12"/>
                  </a:cxn>
                  <a:cxn ang="0">
                    <a:pos x="22" y="19"/>
                  </a:cxn>
                  <a:cxn ang="0">
                    <a:pos x="20" y="22"/>
                  </a:cxn>
                  <a:cxn ang="0">
                    <a:pos x="27" y="37"/>
                  </a:cxn>
                  <a:cxn ang="0">
                    <a:pos x="30" y="37"/>
                  </a:cxn>
                  <a:cxn ang="0">
                    <a:pos x="34" y="32"/>
                  </a:cxn>
                  <a:cxn ang="0">
                    <a:pos x="37" y="32"/>
                  </a:cxn>
                  <a:cxn ang="0">
                    <a:pos x="53" y="50"/>
                  </a:cxn>
                  <a:cxn ang="0">
                    <a:pos x="68" y="46"/>
                  </a:cxn>
                  <a:cxn ang="0">
                    <a:pos x="71" y="48"/>
                  </a:cxn>
                  <a:cxn ang="0">
                    <a:pos x="63" y="71"/>
                  </a:cxn>
                  <a:cxn ang="0">
                    <a:pos x="61" y="68"/>
                  </a:cxn>
                  <a:cxn ang="0">
                    <a:pos x="60" y="70"/>
                  </a:cxn>
                  <a:cxn ang="0">
                    <a:pos x="51" y="75"/>
                  </a:cxn>
                  <a:cxn ang="0">
                    <a:pos x="52" y="80"/>
                  </a:cxn>
                  <a:cxn ang="0">
                    <a:pos x="46" y="89"/>
                  </a:cxn>
                  <a:cxn ang="0">
                    <a:pos x="30" y="104"/>
                  </a:cxn>
                  <a:cxn ang="0">
                    <a:pos x="23" y="98"/>
                  </a:cxn>
                  <a:cxn ang="0">
                    <a:pos x="29" y="86"/>
                  </a:cxn>
                  <a:cxn ang="0">
                    <a:pos x="12" y="72"/>
                  </a:cxn>
                  <a:cxn ang="0">
                    <a:pos x="19" y="65"/>
                  </a:cxn>
                  <a:cxn ang="0">
                    <a:pos x="24" y="48"/>
                  </a:cxn>
                  <a:cxn ang="0">
                    <a:pos x="22" y="38"/>
                  </a:cxn>
                  <a:cxn ang="0">
                    <a:pos x="22" y="38"/>
                  </a:cxn>
                  <a:cxn ang="0">
                    <a:pos x="22" y="40"/>
                  </a:cxn>
                </a:cxnLst>
                <a:rect l="0" t="0" r="r" b="b"/>
                <a:pathLst>
                  <a:path w="71" h="104">
                    <a:moveTo>
                      <a:pt x="22" y="40"/>
                    </a:moveTo>
                    <a:cubicBezTo>
                      <a:pt x="21" y="36"/>
                      <a:pt x="17" y="35"/>
                      <a:pt x="17" y="31"/>
                    </a:cubicBezTo>
                    <a:cubicBezTo>
                      <a:pt x="17" y="30"/>
                      <a:pt x="18" y="28"/>
                      <a:pt x="19" y="27"/>
                    </a:cubicBezTo>
                    <a:cubicBezTo>
                      <a:pt x="8" y="25"/>
                      <a:pt x="2" y="11"/>
                      <a:pt x="0" y="0"/>
                    </a:cubicBezTo>
                    <a:cubicBezTo>
                      <a:pt x="4" y="7"/>
                      <a:pt x="12" y="8"/>
                      <a:pt x="16" y="12"/>
                    </a:cubicBezTo>
                    <a:cubicBezTo>
                      <a:pt x="19" y="15"/>
                      <a:pt x="19" y="18"/>
                      <a:pt x="22" y="19"/>
                    </a:cubicBezTo>
                    <a:cubicBezTo>
                      <a:pt x="21" y="21"/>
                      <a:pt x="20" y="21"/>
                      <a:pt x="20" y="22"/>
                    </a:cubicBezTo>
                    <a:cubicBezTo>
                      <a:pt x="20" y="25"/>
                      <a:pt x="25" y="34"/>
                      <a:pt x="27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4"/>
                      <a:pt x="32" y="32"/>
                      <a:pt x="34" y="32"/>
                    </a:cubicBezTo>
                    <a:cubicBezTo>
                      <a:pt x="35" y="32"/>
                      <a:pt x="36" y="32"/>
                      <a:pt x="37" y="32"/>
                    </a:cubicBezTo>
                    <a:cubicBezTo>
                      <a:pt x="37" y="44"/>
                      <a:pt x="42" y="50"/>
                      <a:pt x="53" y="50"/>
                    </a:cubicBezTo>
                    <a:cubicBezTo>
                      <a:pt x="61" y="50"/>
                      <a:pt x="61" y="46"/>
                      <a:pt x="68" y="46"/>
                    </a:cubicBezTo>
                    <a:cubicBezTo>
                      <a:pt x="69" y="46"/>
                      <a:pt x="71" y="47"/>
                      <a:pt x="71" y="48"/>
                    </a:cubicBezTo>
                    <a:cubicBezTo>
                      <a:pt x="65" y="55"/>
                      <a:pt x="67" y="64"/>
                      <a:pt x="63" y="71"/>
                    </a:cubicBezTo>
                    <a:cubicBezTo>
                      <a:pt x="61" y="68"/>
                      <a:pt x="61" y="68"/>
                      <a:pt x="61" y="68"/>
                    </a:cubicBezTo>
                    <a:cubicBezTo>
                      <a:pt x="60" y="68"/>
                      <a:pt x="60" y="70"/>
                      <a:pt x="60" y="70"/>
                    </a:cubicBezTo>
                    <a:cubicBezTo>
                      <a:pt x="55" y="71"/>
                      <a:pt x="51" y="72"/>
                      <a:pt x="51" y="75"/>
                    </a:cubicBezTo>
                    <a:cubicBezTo>
                      <a:pt x="51" y="77"/>
                      <a:pt x="52" y="78"/>
                      <a:pt x="52" y="80"/>
                    </a:cubicBezTo>
                    <a:cubicBezTo>
                      <a:pt x="52" y="83"/>
                      <a:pt x="47" y="87"/>
                      <a:pt x="46" y="89"/>
                    </a:cubicBezTo>
                    <a:cubicBezTo>
                      <a:pt x="42" y="95"/>
                      <a:pt x="39" y="104"/>
                      <a:pt x="30" y="104"/>
                    </a:cubicBezTo>
                    <a:cubicBezTo>
                      <a:pt x="26" y="104"/>
                      <a:pt x="23" y="102"/>
                      <a:pt x="23" y="98"/>
                    </a:cubicBezTo>
                    <a:cubicBezTo>
                      <a:pt x="23" y="93"/>
                      <a:pt x="29" y="91"/>
                      <a:pt x="29" y="86"/>
                    </a:cubicBezTo>
                    <a:cubicBezTo>
                      <a:pt x="29" y="77"/>
                      <a:pt x="12" y="80"/>
                      <a:pt x="12" y="72"/>
                    </a:cubicBezTo>
                    <a:cubicBezTo>
                      <a:pt x="12" y="68"/>
                      <a:pt x="16" y="67"/>
                      <a:pt x="19" y="65"/>
                    </a:cubicBezTo>
                    <a:cubicBezTo>
                      <a:pt x="23" y="61"/>
                      <a:pt x="24" y="55"/>
                      <a:pt x="24" y="48"/>
                    </a:cubicBezTo>
                    <a:cubicBezTo>
                      <a:pt x="24" y="44"/>
                      <a:pt x="22" y="40"/>
                      <a:pt x="22" y="38"/>
                    </a:cubicBezTo>
                    <a:cubicBezTo>
                      <a:pt x="22" y="38"/>
                      <a:pt x="22" y="38"/>
                      <a:pt x="22" y="38"/>
                    </a:cubicBezTo>
                    <a:lnTo>
                      <a:pt x="22" y="4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19" name="íśḷiďè"/>
              <p:cNvSpPr/>
              <p:nvPr/>
            </p:nvSpPr>
            <p:spPr bwMode="auto">
              <a:xfrm>
                <a:off x="8634854" y="4461674"/>
                <a:ext cx="7939" cy="11907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4" y="7"/>
                  </a:cxn>
                  <a:cxn ang="0">
                    <a:pos x="0" y="0"/>
                  </a:cxn>
                  <a:cxn ang="0">
                    <a:pos x="5" y="0"/>
                  </a:cxn>
                </a:cxnLst>
                <a:rect l="0" t="0" r="r" b="b"/>
                <a:pathLst>
                  <a:path w="5" h="7">
                    <a:moveTo>
                      <a:pt x="5" y="0"/>
                    </a:moveTo>
                    <a:cubicBezTo>
                      <a:pt x="5" y="4"/>
                      <a:pt x="4" y="5"/>
                      <a:pt x="4" y="7"/>
                    </a:cubicBezTo>
                    <a:cubicBezTo>
                      <a:pt x="0" y="6"/>
                      <a:pt x="0" y="3"/>
                      <a:pt x="0" y="0"/>
                    </a:cubicBezTo>
                    <a:cubicBezTo>
                      <a:pt x="2" y="0"/>
                      <a:pt x="4" y="0"/>
                      <a:pt x="5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0" name="i$1ïḑé"/>
              <p:cNvSpPr/>
              <p:nvPr/>
            </p:nvSpPr>
            <p:spPr bwMode="auto">
              <a:xfrm>
                <a:off x="8394716" y="4358475"/>
                <a:ext cx="27785" cy="13893"/>
              </a:xfrm>
              <a:custGeom>
                <a:avLst/>
                <a:gdLst/>
                <a:ahLst/>
                <a:cxnLst>
                  <a:cxn ang="0">
                    <a:pos x="16" y="4"/>
                  </a:cxn>
                  <a:cxn ang="0">
                    <a:pos x="0" y="4"/>
                  </a:cxn>
                  <a:cxn ang="0">
                    <a:pos x="16" y="4"/>
                  </a:cxn>
                </a:cxnLst>
                <a:rect l="0" t="0" r="r" b="b"/>
                <a:pathLst>
                  <a:path w="16" h="8">
                    <a:moveTo>
                      <a:pt x="16" y="4"/>
                    </a:moveTo>
                    <a:cubicBezTo>
                      <a:pt x="11" y="7"/>
                      <a:pt x="4" y="8"/>
                      <a:pt x="0" y="4"/>
                    </a:cubicBezTo>
                    <a:cubicBezTo>
                      <a:pt x="9" y="0"/>
                      <a:pt x="10" y="0"/>
                      <a:pt x="16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1" name="íṣľïdé"/>
              <p:cNvSpPr/>
              <p:nvPr/>
            </p:nvSpPr>
            <p:spPr bwMode="auto">
              <a:xfrm>
                <a:off x="8259763" y="3814696"/>
                <a:ext cx="27785" cy="11907"/>
              </a:xfrm>
              <a:custGeom>
                <a:avLst/>
                <a:gdLst/>
                <a:ahLst/>
                <a:cxnLst>
                  <a:cxn ang="0">
                    <a:pos x="17" y="1"/>
                  </a:cxn>
                  <a:cxn ang="0">
                    <a:pos x="17" y="7"/>
                  </a:cxn>
                  <a:cxn ang="0">
                    <a:pos x="13" y="7"/>
                  </a:cxn>
                  <a:cxn ang="0">
                    <a:pos x="0" y="3"/>
                  </a:cxn>
                  <a:cxn ang="0">
                    <a:pos x="17" y="1"/>
                  </a:cxn>
                </a:cxnLst>
                <a:rect l="0" t="0" r="r" b="b"/>
                <a:pathLst>
                  <a:path w="17" h="7">
                    <a:moveTo>
                      <a:pt x="17" y="1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6" y="7"/>
                      <a:pt x="14" y="7"/>
                      <a:pt x="13" y="7"/>
                    </a:cubicBezTo>
                    <a:cubicBezTo>
                      <a:pt x="8" y="7"/>
                      <a:pt x="2" y="5"/>
                      <a:pt x="0" y="3"/>
                    </a:cubicBezTo>
                    <a:cubicBezTo>
                      <a:pt x="8" y="1"/>
                      <a:pt x="11" y="0"/>
                      <a:pt x="17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2" name="îŝļïďé"/>
              <p:cNvSpPr/>
              <p:nvPr/>
            </p:nvSpPr>
            <p:spPr bwMode="auto">
              <a:xfrm>
                <a:off x="6086604" y="2641811"/>
                <a:ext cx="777964" cy="672781"/>
              </a:xfrm>
              <a:custGeom>
                <a:avLst/>
                <a:gdLst/>
                <a:ahLst/>
                <a:cxnLst>
                  <a:cxn ang="0">
                    <a:pos x="102" y="154"/>
                  </a:cxn>
                  <a:cxn ang="0">
                    <a:pos x="113" y="126"/>
                  </a:cxn>
                  <a:cxn ang="0">
                    <a:pos x="122" y="86"/>
                  </a:cxn>
                  <a:cxn ang="0">
                    <a:pos x="125" y="77"/>
                  </a:cxn>
                  <a:cxn ang="0">
                    <a:pos x="108" y="77"/>
                  </a:cxn>
                  <a:cxn ang="0">
                    <a:pos x="64" y="77"/>
                  </a:cxn>
                  <a:cxn ang="0">
                    <a:pos x="27" y="79"/>
                  </a:cxn>
                  <a:cxn ang="0">
                    <a:pos x="26" y="77"/>
                  </a:cxn>
                  <a:cxn ang="0">
                    <a:pos x="0" y="55"/>
                  </a:cxn>
                  <a:cxn ang="0">
                    <a:pos x="9" y="37"/>
                  </a:cxn>
                  <a:cxn ang="0">
                    <a:pos x="41" y="20"/>
                  </a:cxn>
                  <a:cxn ang="0">
                    <a:pos x="48" y="13"/>
                  </a:cxn>
                  <a:cxn ang="0">
                    <a:pos x="80" y="4"/>
                  </a:cxn>
                  <a:cxn ang="0">
                    <a:pos x="127" y="7"/>
                  </a:cxn>
                  <a:cxn ang="0">
                    <a:pos x="174" y="15"/>
                  </a:cxn>
                  <a:cxn ang="0">
                    <a:pos x="223" y="21"/>
                  </a:cxn>
                  <a:cxn ang="0">
                    <a:pos x="256" y="44"/>
                  </a:cxn>
                  <a:cxn ang="0">
                    <a:pos x="278" y="33"/>
                  </a:cxn>
                  <a:cxn ang="0">
                    <a:pos x="281" y="43"/>
                  </a:cxn>
                  <a:cxn ang="0">
                    <a:pos x="289" y="65"/>
                  </a:cxn>
                  <a:cxn ang="0">
                    <a:pos x="309" y="76"/>
                  </a:cxn>
                  <a:cxn ang="0">
                    <a:pos x="350" y="76"/>
                  </a:cxn>
                  <a:cxn ang="0">
                    <a:pos x="359" y="63"/>
                  </a:cxn>
                  <a:cxn ang="0">
                    <a:pos x="387" y="51"/>
                  </a:cxn>
                  <a:cxn ang="0">
                    <a:pos x="439" y="74"/>
                  </a:cxn>
                  <a:cxn ang="0">
                    <a:pos x="445" y="96"/>
                  </a:cxn>
                  <a:cxn ang="0">
                    <a:pos x="435" y="119"/>
                  </a:cxn>
                  <a:cxn ang="0">
                    <a:pos x="436" y="138"/>
                  </a:cxn>
                  <a:cxn ang="0">
                    <a:pos x="449" y="156"/>
                  </a:cxn>
                  <a:cxn ang="0">
                    <a:pos x="445" y="179"/>
                  </a:cxn>
                  <a:cxn ang="0">
                    <a:pos x="448" y="232"/>
                  </a:cxn>
                  <a:cxn ang="0">
                    <a:pos x="448" y="240"/>
                  </a:cxn>
                  <a:cxn ang="0">
                    <a:pos x="393" y="231"/>
                  </a:cxn>
                  <a:cxn ang="0">
                    <a:pos x="370" y="220"/>
                  </a:cxn>
                  <a:cxn ang="0">
                    <a:pos x="333" y="207"/>
                  </a:cxn>
                  <a:cxn ang="0">
                    <a:pos x="313" y="192"/>
                  </a:cxn>
                  <a:cxn ang="0">
                    <a:pos x="278" y="183"/>
                  </a:cxn>
                  <a:cxn ang="0">
                    <a:pos x="304" y="224"/>
                  </a:cxn>
                  <a:cxn ang="0">
                    <a:pos x="315" y="227"/>
                  </a:cxn>
                  <a:cxn ang="0">
                    <a:pos x="313" y="246"/>
                  </a:cxn>
                  <a:cxn ang="0">
                    <a:pos x="379" y="225"/>
                  </a:cxn>
                  <a:cxn ang="0">
                    <a:pos x="406" y="260"/>
                  </a:cxn>
                  <a:cxn ang="0">
                    <a:pos x="414" y="270"/>
                  </a:cxn>
                  <a:cxn ang="0">
                    <a:pos x="410" y="302"/>
                  </a:cxn>
                  <a:cxn ang="0">
                    <a:pos x="390" y="321"/>
                  </a:cxn>
                  <a:cxn ang="0">
                    <a:pos x="365" y="347"/>
                  </a:cxn>
                  <a:cxn ang="0">
                    <a:pos x="328" y="368"/>
                  </a:cxn>
                  <a:cxn ang="0">
                    <a:pos x="265" y="395"/>
                  </a:cxn>
                  <a:cxn ang="0">
                    <a:pos x="234" y="404"/>
                  </a:cxn>
                  <a:cxn ang="0">
                    <a:pos x="217" y="399"/>
                  </a:cxn>
                  <a:cxn ang="0">
                    <a:pos x="209" y="372"/>
                  </a:cxn>
                  <a:cxn ang="0">
                    <a:pos x="198" y="340"/>
                  </a:cxn>
                  <a:cxn ang="0">
                    <a:pos x="162" y="280"/>
                  </a:cxn>
                  <a:cxn ang="0">
                    <a:pos x="154" y="259"/>
                  </a:cxn>
                  <a:cxn ang="0">
                    <a:pos x="140" y="251"/>
                  </a:cxn>
                  <a:cxn ang="0">
                    <a:pos x="131" y="229"/>
                  </a:cxn>
                  <a:cxn ang="0">
                    <a:pos x="109" y="196"/>
                  </a:cxn>
                  <a:cxn ang="0">
                    <a:pos x="112" y="177"/>
                  </a:cxn>
                </a:cxnLst>
                <a:rect l="0" t="0" r="r" b="b"/>
                <a:pathLst>
                  <a:path w="467" h="405">
                    <a:moveTo>
                      <a:pt x="112" y="177"/>
                    </a:moveTo>
                    <a:cubicBezTo>
                      <a:pt x="102" y="154"/>
                      <a:pt x="102" y="154"/>
                      <a:pt x="102" y="154"/>
                    </a:cubicBezTo>
                    <a:cubicBezTo>
                      <a:pt x="102" y="151"/>
                      <a:pt x="105" y="151"/>
                      <a:pt x="106" y="149"/>
                    </a:cubicBezTo>
                    <a:cubicBezTo>
                      <a:pt x="109" y="139"/>
                      <a:pt x="110" y="134"/>
                      <a:pt x="113" y="126"/>
                    </a:cubicBezTo>
                    <a:cubicBezTo>
                      <a:pt x="115" y="117"/>
                      <a:pt x="124" y="115"/>
                      <a:pt x="124" y="104"/>
                    </a:cubicBezTo>
                    <a:cubicBezTo>
                      <a:pt x="124" y="97"/>
                      <a:pt x="122" y="91"/>
                      <a:pt x="122" y="86"/>
                    </a:cubicBezTo>
                    <a:cubicBezTo>
                      <a:pt x="122" y="83"/>
                      <a:pt x="124" y="82"/>
                      <a:pt x="125" y="81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21" y="78"/>
                      <a:pt x="120" y="81"/>
                      <a:pt x="117" y="81"/>
                    </a:cubicBezTo>
                    <a:cubicBezTo>
                      <a:pt x="112" y="81"/>
                      <a:pt x="110" y="79"/>
                      <a:pt x="108" y="77"/>
                    </a:cubicBezTo>
                    <a:cubicBezTo>
                      <a:pt x="101" y="82"/>
                      <a:pt x="98" y="88"/>
                      <a:pt x="86" y="88"/>
                    </a:cubicBezTo>
                    <a:cubicBezTo>
                      <a:pt x="76" y="88"/>
                      <a:pt x="73" y="77"/>
                      <a:pt x="64" y="77"/>
                    </a:cubicBezTo>
                    <a:cubicBezTo>
                      <a:pt x="54" y="77"/>
                      <a:pt x="56" y="87"/>
                      <a:pt x="48" y="87"/>
                    </a:cubicBezTo>
                    <a:cubicBezTo>
                      <a:pt x="40" y="87"/>
                      <a:pt x="35" y="75"/>
                      <a:pt x="27" y="79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4" y="79"/>
                      <a:pt x="25" y="78"/>
                      <a:pt x="26" y="77"/>
                    </a:cubicBezTo>
                    <a:cubicBezTo>
                      <a:pt x="23" y="74"/>
                      <a:pt x="10" y="67"/>
                      <a:pt x="15" y="63"/>
                    </a:cubicBezTo>
                    <a:cubicBezTo>
                      <a:pt x="11" y="57"/>
                      <a:pt x="6" y="58"/>
                      <a:pt x="0" y="55"/>
                    </a:cubicBezTo>
                    <a:cubicBezTo>
                      <a:pt x="4" y="50"/>
                      <a:pt x="9" y="51"/>
                      <a:pt x="9" y="43"/>
                    </a:cubicBezTo>
                    <a:cubicBezTo>
                      <a:pt x="9" y="40"/>
                      <a:pt x="8" y="40"/>
                      <a:pt x="9" y="37"/>
                    </a:cubicBezTo>
                    <a:cubicBezTo>
                      <a:pt x="6" y="37"/>
                      <a:pt x="1" y="38"/>
                      <a:pt x="1" y="35"/>
                    </a:cubicBezTo>
                    <a:cubicBezTo>
                      <a:pt x="1" y="22"/>
                      <a:pt x="33" y="24"/>
                      <a:pt x="41" y="20"/>
                    </a:cubicBezTo>
                    <a:cubicBezTo>
                      <a:pt x="40" y="17"/>
                      <a:pt x="38" y="18"/>
                      <a:pt x="38" y="15"/>
                    </a:cubicBezTo>
                    <a:cubicBezTo>
                      <a:pt x="38" y="11"/>
                      <a:pt x="46" y="13"/>
                      <a:pt x="48" y="13"/>
                    </a:cubicBezTo>
                    <a:cubicBezTo>
                      <a:pt x="53" y="13"/>
                      <a:pt x="62" y="13"/>
                      <a:pt x="62" y="13"/>
                    </a:cubicBezTo>
                    <a:cubicBezTo>
                      <a:pt x="67" y="13"/>
                      <a:pt x="75" y="7"/>
                      <a:pt x="80" y="4"/>
                    </a:cubicBezTo>
                    <a:cubicBezTo>
                      <a:pt x="86" y="0"/>
                      <a:pt x="98" y="0"/>
                      <a:pt x="106" y="0"/>
                    </a:cubicBezTo>
                    <a:cubicBezTo>
                      <a:pt x="117" y="0"/>
                      <a:pt x="117" y="7"/>
                      <a:pt x="127" y="7"/>
                    </a:cubicBezTo>
                    <a:cubicBezTo>
                      <a:pt x="127" y="12"/>
                      <a:pt x="144" y="15"/>
                      <a:pt x="149" y="15"/>
                    </a:cubicBezTo>
                    <a:cubicBezTo>
                      <a:pt x="162" y="15"/>
                      <a:pt x="170" y="15"/>
                      <a:pt x="174" y="15"/>
                    </a:cubicBezTo>
                    <a:cubicBezTo>
                      <a:pt x="186" y="15"/>
                      <a:pt x="192" y="3"/>
                      <a:pt x="205" y="3"/>
                    </a:cubicBezTo>
                    <a:cubicBezTo>
                      <a:pt x="219" y="3"/>
                      <a:pt x="218" y="12"/>
                      <a:pt x="223" y="21"/>
                    </a:cubicBezTo>
                    <a:cubicBezTo>
                      <a:pt x="224" y="23"/>
                      <a:pt x="233" y="28"/>
                      <a:pt x="233" y="28"/>
                    </a:cubicBezTo>
                    <a:cubicBezTo>
                      <a:pt x="241" y="31"/>
                      <a:pt x="243" y="44"/>
                      <a:pt x="256" y="44"/>
                    </a:cubicBezTo>
                    <a:cubicBezTo>
                      <a:pt x="265" y="44"/>
                      <a:pt x="265" y="36"/>
                      <a:pt x="271" y="34"/>
                    </a:cubicBezTo>
                    <a:cubicBezTo>
                      <a:pt x="275" y="33"/>
                      <a:pt x="274" y="33"/>
                      <a:pt x="278" y="33"/>
                    </a:cubicBezTo>
                    <a:cubicBezTo>
                      <a:pt x="279" y="35"/>
                      <a:pt x="279" y="39"/>
                      <a:pt x="281" y="41"/>
                    </a:cubicBezTo>
                    <a:cubicBezTo>
                      <a:pt x="280" y="41"/>
                      <a:pt x="281" y="42"/>
                      <a:pt x="281" y="43"/>
                    </a:cubicBezTo>
                    <a:cubicBezTo>
                      <a:pt x="281" y="48"/>
                      <a:pt x="284" y="47"/>
                      <a:pt x="286" y="51"/>
                    </a:cubicBezTo>
                    <a:cubicBezTo>
                      <a:pt x="290" y="56"/>
                      <a:pt x="286" y="59"/>
                      <a:pt x="289" y="65"/>
                    </a:cubicBezTo>
                    <a:cubicBezTo>
                      <a:pt x="291" y="70"/>
                      <a:pt x="297" y="67"/>
                      <a:pt x="301" y="68"/>
                    </a:cubicBezTo>
                    <a:cubicBezTo>
                      <a:pt x="305" y="69"/>
                      <a:pt x="306" y="73"/>
                      <a:pt x="309" y="76"/>
                    </a:cubicBezTo>
                    <a:cubicBezTo>
                      <a:pt x="312" y="79"/>
                      <a:pt x="323" y="78"/>
                      <a:pt x="329" y="78"/>
                    </a:cubicBezTo>
                    <a:cubicBezTo>
                      <a:pt x="337" y="78"/>
                      <a:pt x="345" y="77"/>
                      <a:pt x="350" y="76"/>
                    </a:cubicBezTo>
                    <a:cubicBezTo>
                      <a:pt x="350" y="72"/>
                      <a:pt x="350" y="71"/>
                      <a:pt x="350" y="68"/>
                    </a:cubicBezTo>
                    <a:cubicBezTo>
                      <a:pt x="350" y="64"/>
                      <a:pt x="355" y="64"/>
                      <a:pt x="359" y="63"/>
                    </a:cubicBezTo>
                    <a:cubicBezTo>
                      <a:pt x="364" y="61"/>
                      <a:pt x="363" y="59"/>
                      <a:pt x="368" y="57"/>
                    </a:cubicBezTo>
                    <a:cubicBezTo>
                      <a:pt x="376" y="54"/>
                      <a:pt x="381" y="56"/>
                      <a:pt x="387" y="51"/>
                    </a:cubicBezTo>
                    <a:cubicBezTo>
                      <a:pt x="397" y="57"/>
                      <a:pt x="403" y="57"/>
                      <a:pt x="412" y="60"/>
                    </a:cubicBezTo>
                    <a:cubicBezTo>
                      <a:pt x="423" y="64"/>
                      <a:pt x="426" y="74"/>
                      <a:pt x="439" y="74"/>
                    </a:cubicBezTo>
                    <a:cubicBezTo>
                      <a:pt x="439" y="76"/>
                      <a:pt x="442" y="77"/>
                      <a:pt x="443" y="79"/>
                    </a:cubicBezTo>
                    <a:cubicBezTo>
                      <a:pt x="445" y="86"/>
                      <a:pt x="442" y="92"/>
                      <a:pt x="445" y="96"/>
                    </a:cubicBezTo>
                    <a:cubicBezTo>
                      <a:pt x="442" y="98"/>
                      <a:pt x="435" y="114"/>
                      <a:pt x="435" y="115"/>
                    </a:cubicBezTo>
                    <a:cubicBezTo>
                      <a:pt x="435" y="116"/>
                      <a:pt x="436" y="118"/>
                      <a:pt x="435" y="119"/>
                    </a:cubicBezTo>
                    <a:cubicBezTo>
                      <a:pt x="436" y="121"/>
                      <a:pt x="435" y="122"/>
                      <a:pt x="436" y="124"/>
                    </a:cubicBezTo>
                    <a:cubicBezTo>
                      <a:pt x="436" y="138"/>
                      <a:pt x="436" y="138"/>
                      <a:pt x="436" y="138"/>
                    </a:cubicBezTo>
                    <a:cubicBezTo>
                      <a:pt x="438" y="142"/>
                      <a:pt x="437" y="145"/>
                      <a:pt x="439" y="149"/>
                    </a:cubicBezTo>
                    <a:cubicBezTo>
                      <a:pt x="440" y="153"/>
                      <a:pt x="449" y="149"/>
                      <a:pt x="449" y="156"/>
                    </a:cubicBezTo>
                    <a:cubicBezTo>
                      <a:pt x="449" y="165"/>
                      <a:pt x="439" y="164"/>
                      <a:pt x="439" y="171"/>
                    </a:cubicBezTo>
                    <a:cubicBezTo>
                      <a:pt x="439" y="177"/>
                      <a:pt x="443" y="177"/>
                      <a:pt x="445" y="179"/>
                    </a:cubicBezTo>
                    <a:cubicBezTo>
                      <a:pt x="452" y="194"/>
                      <a:pt x="467" y="196"/>
                      <a:pt x="467" y="215"/>
                    </a:cubicBezTo>
                    <a:cubicBezTo>
                      <a:pt x="456" y="218"/>
                      <a:pt x="448" y="220"/>
                      <a:pt x="448" y="232"/>
                    </a:cubicBezTo>
                    <a:cubicBezTo>
                      <a:pt x="448" y="235"/>
                      <a:pt x="450" y="238"/>
                      <a:pt x="450" y="240"/>
                    </a:cubicBezTo>
                    <a:cubicBezTo>
                      <a:pt x="450" y="240"/>
                      <a:pt x="448" y="240"/>
                      <a:pt x="448" y="240"/>
                    </a:cubicBezTo>
                    <a:cubicBezTo>
                      <a:pt x="439" y="240"/>
                      <a:pt x="420" y="235"/>
                      <a:pt x="408" y="235"/>
                    </a:cubicBezTo>
                    <a:cubicBezTo>
                      <a:pt x="406" y="235"/>
                      <a:pt x="393" y="231"/>
                      <a:pt x="393" y="231"/>
                    </a:cubicBezTo>
                    <a:cubicBezTo>
                      <a:pt x="388" y="226"/>
                      <a:pt x="388" y="213"/>
                      <a:pt x="379" y="213"/>
                    </a:cubicBezTo>
                    <a:cubicBezTo>
                      <a:pt x="374" y="213"/>
                      <a:pt x="372" y="217"/>
                      <a:pt x="370" y="220"/>
                    </a:cubicBezTo>
                    <a:cubicBezTo>
                      <a:pt x="348" y="220"/>
                      <a:pt x="348" y="220"/>
                      <a:pt x="348" y="220"/>
                    </a:cubicBezTo>
                    <a:cubicBezTo>
                      <a:pt x="341" y="217"/>
                      <a:pt x="337" y="212"/>
                      <a:pt x="333" y="207"/>
                    </a:cubicBezTo>
                    <a:cubicBezTo>
                      <a:pt x="327" y="202"/>
                      <a:pt x="320" y="205"/>
                      <a:pt x="315" y="200"/>
                    </a:cubicBezTo>
                    <a:cubicBezTo>
                      <a:pt x="313" y="197"/>
                      <a:pt x="314" y="194"/>
                      <a:pt x="313" y="192"/>
                    </a:cubicBezTo>
                    <a:cubicBezTo>
                      <a:pt x="308" y="182"/>
                      <a:pt x="299" y="168"/>
                      <a:pt x="286" y="168"/>
                    </a:cubicBezTo>
                    <a:cubicBezTo>
                      <a:pt x="280" y="168"/>
                      <a:pt x="278" y="176"/>
                      <a:pt x="278" y="183"/>
                    </a:cubicBezTo>
                    <a:cubicBezTo>
                      <a:pt x="278" y="187"/>
                      <a:pt x="278" y="189"/>
                      <a:pt x="278" y="193"/>
                    </a:cubicBezTo>
                    <a:cubicBezTo>
                      <a:pt x="281" y="203"/>
                      <a:pt x="293" y="222"/>
                      <a:pt x="304" y="224"/>
                    </a:cubicBezTo>
                    <a:cubicBezTo>
                      <a:pt x="304" y="229"/>
                      <a:pt x="306" y="231"/>
                      <a:pt x="307" y="235"/>
                    </a:cubicBezTo>
                    <a:cubicBezTo>
                      <a:pt x="312" y="233"/>
                      <a:pt x="311" y="228"/>
                      <a:pt x="315" y="227"/>
                    </a:cubicBezTo>
                    <a:cubicBezTo>
                      <a:pt x="316" y="228"/>
                      <a:pt x="316" y="230"/>
                      <a:pt x="316" y="231"/>
                    </a:cubicBezTo>
                    <a:cubicBezTo>
                      <a:pt x="316" y="237"/>
                      <a:pt x="313" y="240"/>
                      <a:pt x="313" y="246"/>
                    </a:cubicBezTo>
                    <a:cubicBezTo>
                      <a:pt x="313" y="252"/>
                      <a:pt x="324" y="255"/>
                      <a:pt x="331" y="255"/>
                    </a:cubicBezTo>
                    <a:cubicBezTo>
                      <a:pt x="360" y="255"/>
                      <a:pt x="363" y="237"/>
                      <a:pt x="379" y="225"/>
                    </a:cubicBezTo>
                    <a:cubicBezTo>
                      <a:pt x="379" y="241"/>
                      <a:pt x="379" y="241"/>
                      <a:pt x="379" y="241"/>
                    </a:cubicBezTo>
                    <a:cubicBezTo>
                      <a:pt x="385" y="254"/>
                      <a:pt x="393" y="256"/>
                      <a:pt x="406" y="260"/>
                    </a:cubicBezTo>
                    <a:cubicBezTo>
                      <a:pt x="411" y="261"/>
                      <a:pt x="411" y="269"/>
                      <a:pt x="414" y="271"/>
                    </a:cubicBezTo>
                    <a:cubicBezTo>
                      <a:pt x="414" y="270"/>
                      <a:pt x="414" y="270"/>
                      <a:pt x="414" y="270"/>
                    </a:cubicBezTo>
                    <a:cubicBezTo>
                      <a:pt x="416" y="274"/>
                      <a:pt x="423" y="273"/>
                      <a:pt x="423" y="277"/>
                    </a:cubicBezTo>
                    <a:cubicBezTo>
                      <a:pt x="423" y="288"/>
                      <a:pt x="410" y="291"/>
                      <a:pt x="410" y="302"/>
                    </a:cubicBezTo>
                    <a:cubicBezTo>
                      <a:pt x="403" y="302"/>
                      <a:pt x="399" y="303"/>
                      <a:pt x="397" y="309"/>
                    </a:cubicBezTo>
                    <a:cubicBezTo>
                      <a:pt x="395" y="314"/>
                      <a:pt x="396" y="321"/>
                      <a:pt x="390" y="321"/>
                    </a:cubicBezTo>
                    <a:cubicBezTo>
                      <a:pt x="384" y="321"/>
                      <a:pt x="384" y="334"/>
                      <a:pt x="378" y="334"/>
                    </a:cubicBezTo>
                    <a:cubicBezTo>
                      <a:pt x="374" y="334"/>
                      <a:pt x="365" y="342"/>
                      <a:pt x="365" y="347"/>
                    </a:cubicBezTo>
                    <a:cubicBezTo>
                      <a:pt x="353" y="349"/>
                      <a:pt x="327" y="354"/>
                      <a:pt x="327" y="364"/>
                    </a:cubicBezTo>
                    <a:cubicBezTo>
                      <a:pt x="327" y="365"/>
                      <a:pt x="327" y="367"/>
                      <a:pt x="328" y="368"/>
                    </a:cubicBezTo>
                    <a:cubicBezTo>
                      <a:pt x="318" y="373"/>
                      <a:pt x="304" y="376"/>
                      <a:pt x="294" y="378"/>
                    </a:cubicBezTo>
                    <a:cubicBezTo>
                      <a:pt x="289" y="380"/>
                      <a:pt x="271" y="392"/>
                      <a:pt x="265" y="395"/>
                    </a:cubicBezTo>
                    <a:cubicBezTo>
                      <a:pt x="252" y="395"/>
                      <a:pt x="252" y="395"/>
                      <a:pt x="252" y="395"/>
                    </a:cubicBezTo>
                    <a:cubicBezTo>
                      <a:pt x="244" y="400"/>
                      <a:pt x="243" y="404"/>
                      <a:pt x="234" y="404"/>
                    </a:cubicBezTo>
                    <a:cubicBezTo>
                      <a:pt x="231" y="405"/>
                      <a:pt x="231" y="405"/>
                      <a:pt x="231" y="405"/>
                    </a:cubicBezTo>
                    <a:cubicBezTo>
                      <a:pt x="229" y="405"/>
                      <a:pt x="218" y="400"/>
                      <a:pt x="217" y="399"/>
                    </a:cubicBezTo>
                    <a:cubicBezTo>
                      <a:pt x="216" y="399"/>
                      <a:pt x="219" y="399"/>
                      <a:pt x="217" y="394"/>
                    </a:cubicBezTo>
                    <a:cubicBezTo>
                      <a:pt x="212" y="387"/>
                      <a:pt x="209" y="380"/>
                      <a:pt x="209" y="372"/>
                    </a:cubicBezTo>
                    <a:cubicBezTo>
                      <a:pt x="204" y="371"/>
                      <a:pt x="207" y="363"/>
                      <a:pt x="208" y="359"/>
                    </a:cubicBezTo>
                    <a:cubicBezTo>
                      <a:pt x="210" y="349"/>
                      <a:pt x="203" y="345"/>
                      <a:pt x="198" y="340"/>
                    </a:cubicBezTo>
                    <a:cubicBezTo>
                      <a:pt x="193" y="335"/>
                      <a:pt x="181" y="320"/>
                      <a:pt x="181" y="309"/>
                    </a:cubicBezTo>
                    <a:cubicBezTo>
                      <a:pt x="165" y="306"/>
                      <a:pt x="162" y="297"/>
                      <a:pt x="162" y="280"/>
                    </a:cubicBezTo>
                    <a:cubicBezTo>
                      <a:pt x="162" y="270"/>
                      <a:pt x="156" y="268"/>
                      <a:pt x="154" y="259"/>
                    </a:cubicBezTo>
                    <a:cubicBezTo>
                      <a:pt x="154" y="259"/>
                      <a:pt x="154" y="259"/>
                      <a:pt x="154" y="259"/>
                    </a:cubicBezTo>
                    <a:cubicBezTo>
                      <a:pt x="152" y="258"/>
                      <a:pt x="150" y="255"/>
                      <a:pt x="148" y="254"/>
                    </a:cubicBezTo>
                    <a:cubicBezTo>
                      <a:pt x="147" y="252"/>
                      <a:pt x="141" y="253"/>
                      <a:pt x="140" y="251"/>
                    </a:cubicBezTo>
                    <a:cubicBezTo>
                      <a:pt x="137" y="249"/>
                      <a:pt x="138" y="242"/>
                      <a:pt x="137" y="239"/>
                    </a:cubicBezTo>
                    <a:cubicBezTo>
                      <a:pt x="136" y="235"/>
                      <a:pt x="132" y="231"/>
                      <a:pt x="131" y="229"/>
                    </a:cubicBezTo>
                    <a:cubicBezTo>
                      <a:pt x="125" y="221"/>
                      <a:pt x="121" y="214"/>
                      <a:pt x="116" y="207"/>
                    </a:cubicBezTo>
                    <a:cubicBezTo>
                      <a:pt x="115" y="205"/>
                      <a:pt x="109" y="198"/>
                      <a:pt x="109" y="196"/>
                    </a:cubicBezTo>
                    <a:cubicBezTo>
                      <a:pt x="109" y="192"/>
                      <a:pt x="112" y="182"/>
                      <a:pt x="112" y="175"/>
                    </a:cubicBezTo>
                    <a:lnTo>
                      <a:pt x="112" y="177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3" name="íṥļîďé"/>
              <p:cNvSpPr/>
              <p:nvPr/>
            </p:nvSpPr>
            <p:spPr bwMode="auto">
              <a:xfrm>
                <a:off x="7205921" y="3376113"/>
                <a:ext cx="41677" cy="79384"/>
              </a:xfrm>
              <a:custGeom>
                <a:avLst/>
                <a:gdLst/>
                <a:ahLst/>
                <a:cxnLst>
                  <a:cxn ang="0">
                    <a:pos x="25" y="30"/>
                  </a:cxn>
                  <a:cxn ang="0">
                    <a:pos x="11" y="48"/>
                  </a:cxn>
                  <a:cxn ang="0">
                    <a:pos x="0" y="35"/>
                  </a:cxn>
                  <a:cxn ang="0">
                    <a:pos x="6" y="0"/>
                  </a:cxn>
                  <a:cxn ang="0">
                    <a:pos x="25" y="30"/>
                  </a:cxn>
                </a:cxnLst>
                <a:rect l="0" t="0" r="r" b="b"/>
                <a:pathLst>
                  <a:path w="25" h="48">
                    <a:moveTo>
                      <a:pt x="25" y="30"/>
                    </a:moveTo>
                    <a:cubicBezTo>
                      <a:pt x="25" y="37"/>
                      <a:pt x="20" y="48"/>
                      <a:pt x="11" y="48"/>
                    </a:cubicBezTo>
                    <a:cubicBezTo>
                      <a:pt x="5" y="48"/>
                      <a:pt x="0" y="41"/>
                      <a:pt x="0" y="35"/>
                    </a:cubicBezTo>
                    <a:cubicBezTo>
                      <a:pt x="0" y="22"/>
                      <a:pt x="6" y="13"/>
                      <a:pt x="6" y="0"/>
                    </a:cubicBezTo>
                    <a:cubicBezTo>
                      <a:pt x="13" y="10"/>
                      <a:pt x="25" y="15"/>
                      <a:pt x="25" y="3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4" name="î$ḷiḍé"/>
              <p:cNvSpPr/>
              <p:nvPr/>
            </p:nvSpPr>
            <p:spPr bwMode="auto">
              <a:xfrm>
                <a:off x="6810984" y="2727149"/>
                <a:ext cx="847427" cy="680719"/>
              </a:xfrm>
              <a:custGeom>
                <a:avLst/>
                <a:gdLst/>
                <a:ahLst/>
                <a:cxnLst>
                  <a:cxn ang="0">
                    <a:pos x="148" y="270"/>
                  </a:cxn>
                  <a:cxn ang="0">
                    <a:pos x="174" y="340"/>
                  </a:cxn>
                  <a:cxn ang="0">
                    <a:pos x="200" y="401"/>
                  </a:cxn>
                  <a:cxn ang="0">
                    <a:pos x="216" y="401"/>
                  </a:cxn>
                  <a:cxn ang="0">
                    <a:pos x="237" y="379"/>
                  </a:cxn>
                  <a:cxn ang="0">
                    <a:pos x="243" y="341"/>
                  </a:cxn>
                  <a:cxn ang="0">
                    <a:pos x="268" y="298"/>
                  </a:cxn>
                  <a:cxn ang="0">
                    <a:pos x="326" y="240"/>
                  </a:cxn>
                  <a:cxn ang="0">
                    <a:pos x="374" y="218"/>
                  </a:cxn>
                  <a:cxn ang="0">
                    <a:pos x="409" y="259"/>
                  </a:cxn>
                  <a:cxn ang="0">
                    <a:pos x="423" y="302"/>
                  </a:cxn>
                  <a:cxn ang="0">
                    <a:pos x="457" y="300"/>
                  </a:cxn>
                  <a:cxn ang="0">
                    <a:pos x="476" y="367"/>
                  </a:cxn>
                  <a:cxn ang="0">
                    <a:pos x="489" y="358"/>
                  </a:cxn>
                  <a:cxn ang="0">
                    <a:pos x="472" y="316"/>
                  </a:cxn>
                  <a:cxn ang="0">
                    <a:pos x="473" y="288"/>
                  </a:cxn>
                  <a:cxn ang="0">
                    <a:pos x="483" y="254"/>
                  </a:cxn>
                  <a:cxn ang="0">
                    <a:pos x="487" y="213"/>
                  </a:cxn>
                  <a:cxn ang="0">
                    <a:pos x="467" y="197"/>
                  </a:cxn>
                  <a:cxn ang="0">
                    <a:pos x="445" y="125"/>
                  </a:cxn>
                  <a:cxn ang="0">
                    <a:pos x="423" y="130"/>
                  </a:cxn>
                  <a:cxn ang="0">
                    <a:pos x="373" y="144"/>
                  </a:cxn>
                  <a:cxn ang="0">
                    <a:pos x="341" y="147"/>
                  </a:cxn>
                  <a:cxn ang="0">
                    <a:pos x="295" y="136"/>
                  </a:cxn>
                  <a:cxn ang="0">
                    <a:pos x="254" y="116"/>
                  </a:cxn>
                  <a:cxn ang="0">
                    <a:pos x="226" y="89"/>
                  </a:cxn>
                  <a:cxn ang="0">
                    <a:pos x="229" y="69"/>
                  </a:cxn>
                  <a:cxn ang="0">
                    <a:pos x="213" y="43"/>
                  </a:cxn>
                  <a:cxn ang="0">
                    <a:pos x="178" y="16"/>
                  </a:cxn>
                  <a:cxn ang="0">
                    <a:pos x="131" y="0"/>
                  </a:cxn>
                  <a:cxn ang="0">
                    <a:pos x="94" y="21"/>
                  </a:cxn>
                  <a:cxn ang="0">
                    <a:pos x="65" y="13"/>
                  </a:cxn>
                  <a:cxn ang="0">
                    <a:pos x="23" y="46"/>
                  </a:cxn>
                  <a:cxn ang="0">
                    <a:pos x="0" y="64"/>
                  </a:cxn>
                  <a:cxn ang="0">
                    <a:pos x="1" y="87"/>
                  </a:cxn>
                  <a:cxn ang="0">
                    <a:pos x="4" y="120"/>
                  </a:cxn>
                  <a:cxn ang="0">
                    <a:pos x="13" y="181"/>
                  </a:cxn>
                  <a:cxn ang="0">
                    <a:pos x="34" y="185"/>
                  </a:cxn>
                  <a:cxn ang="0">
                    <a:pos x="70" y="185"/>
                  </a:cxn>
                  <a:cxn ang="0">
                    <a:pos x="118" y="219"/>
                  </a:cxn>
                  <a:cxn ang="0">
                    <a:pos x="127" y="248"/>
                  </a:cxn>
                  <a:cxn ang="0">
                    <a:pos x="145" y="233"/>
                  </a:cxn>
                  <a:cxn ang="0">
                    <a:pos x="149" y="265"/>
                  </a:cxn>
                </a:cxnLst>
                <a:rect l="0" t="0" r="r" b="b"/>
                <a:pathLst>
                  <a:path w="509" h="410">
                    <a:moveTo>
                      <a:pt x="149" y="265"/>
                    </a:moveTo>
                    <a:cubicBezTo>
                      <a:pt x="147" y="263"/>
                      <a:pt x="147" y="263"/>
                      <a:pt x="147" y="263"/>
                    </a:cubicBezTo>
                    <a:cubicBezTo>
                      <a:pt x="147" y="265"/>
                      <a:pt x="148" y="268"/>
                      <a:pt x="148" y="270"/>
                    </a:cubicBezTo>
                    <a:cubicBezTo>
                      <a:pt x="148" y="278"/>
                      <a:pt x="153" y="286"/>
                      <a:pt x="155" y="295"/>
                    </a:cubicBezTo>
                    <a:cubicBezTo>
                      <a:pt x="158" y="305"/>
                      <a:pt x="166" y="319"/>
                      <a:pt x="168" y="326"/>
                    </a:cubicBezTo>
                    <a:cubicBezTo>
                      <a:pt x="170" y="332"/>
                      <a:pt x="170" y="334"/>
                      <a:pt x="174" y="340"/>
                    </a:cubicBezTo>
                    <a:cubicBezTo>
                      <a:pt x="177" y="345"/>
                      <a:pt x="175" y="351"/>
                      <a:pt x="179" y="358"/>
                    </a:cubicBezTo>
                    <a:cubicBezTo>
                      <a:pt x="180" y="362"/>
                      <a:pt x="187" y="366"/>
                      <a:pt x="188" y="372"/>
                    </a:cubicBezTo>
                    <a:cubicBezTo>
                      <a:pt x="191" y="382"/>
                      <a:pt x="196" y="390"/>
                      <a:pt x="200" y="401"/>
                    </a:cubicBezTo>
                    <a:cubicBezTo>
                      <a:pt x="200" y="402"/>
                      <a:pt x="202" y="405"/>
                      <a:pt x="204" y="405"/>
                    </a:cubicBezTo>
                    <a:cubicBezTo>
                      <a:pt x="204" y="409"/>
                      <a:pt x="207" y="410"/>
                      <a:pt x="210" y="410"/>
                    </a:cubicBezTo>
                    <a:cubicBezTo>
                      <a:pt x="214" y="410"/>
                      <a:pt x="214" y="405"/>
                      <a:pt x="216" y="401"/>
                    </a:cubicBezTo>
                    <a:cubicBezTo>
                      <a:pt x="218" y="397"/>
                      <a:pt x="219" y="398"/>
                      <a:pt x="224" y="396"/>
                    </a:cubicBezTo>
                    <a:cubicBezTo>
                      <a:pt x="228" y="394"/>
                      <a:pt x="227" y="382"/>
                      <a:pt x="233" y="381"/>
                    </a:cubicBezTo>
                    <a:cubicBezTo>
                      <a:pt x="234" y="380"/>
                      <a:pt x="237" y="380"/>
                      <a:pt x="237" y="379"/>
                    </a:cubicBezTo>
                    <a:cubicBezTo>
                      <a:pt x="240" y="379"/>
                      <a:pt x="240" y="379"/>
                      <a:pt x="240" y="379"/>
                    </a:cubicBezTo>
                    <a:cubicBezTo>
                      <a:pt x="237" y="367"/>
                      <a:pt x="237" y="367"/>
                      <a:pt x="237" y="367"/>
                    </a:cubicBezTo>
                    <a:cubicBezTo>
                      <a:pt x="237" y="359"/>
                      <a:pt x="243" y="352"/>
                      <a:pt x="243" y="341"/>
                    </a:cubicBezTo>
                    <a:cubicBezTo>
                      <a:pt x="243" y="334"/>
                      <a:pt x="240" y="329"/>
                      <a:pt x="240" y="321"/>
                    </a:cubicBezTo>
                    <a:cubicBezTo>
                      <a:pt x="240" y="312"/>
                      <a:pt x="249" y="311"/>
                      <a:pt x="257" y="308"/>
                    </a:cubicBezTo>
                    <a:cubicBezTo>
                      <a:pt x="260" y="307"/>
                      <a:pt x="265" y="302"/>
                      <a:pt x="268" y="298"/>
                    </a:cubicBezTo>
                    <a:cubicBezTo>
                      <a:pt x="277" y="290"/>
                      <a:pt x="284" y="281"/>
                      <a:pt x="293" y="272"/>
                    </a:cubicBezTo>
                    <a:cubicBezTo>
                      <a:pt x="300" y="265"/>
                      <a:pt x="313" y="263"/>
                      <a:pt x="321" y="255"/>
                    </a:cubicBezTo>
                    <a:cubicBezTo>
                      <a:pt x="325" y="251"/>
                      <a:pt x="325" y="246"/>
                      <a:pt x="326" y="240"/>
                    </a:cubicBezTo>
                    <a:cubicBezTo>
                      <a:pt x="328" y="236"/>
                      <a:pt x="337" y="236"/>
                      <a:pt x="340" y="229"/>
                    </a:cubicBezTo>
                    <a:cubicBezTo>
                      <a:pt x="344" y="231"/>
                      <a:pt x="344" y="233"/>
                      <a:pt x="351" y="233"/>
                    </a:cubicBezTo>
                    <a:cubicBezTo>
                      <a:pt x="362" y="233"/>
                      <a:pt x="374" y="231"/>
                      <a:pt x="374" y="218"/>
                    </a:cubicBezTo>
                    <a:cubicBezTo>
                      <a:pt x="381" y="219"/>
                      <a:pt x="389" y="222"/>
                      <a:pt x="390" y="228"/>
                    </a:cubicBezTo>
                    <a:cubicBezTo>
                      <a:pt x="392" y="233"/>
                      <a:pt x="391" y="240"/>
                      <a:pt x="395" y="245"/>
                    </a:cubicBezTo>
                    <a:cubicBezTo>
                      <a:pt x="398" y="251"/>
                      <a:pt x="403" y="255"/>
                      <a:pt x="409" y="259"/>
                    </a:cubicBezTo>
                    <a:cubicBezTo>
                      <a:pt x="414" y="267"/>
                      <a:pt x="419" y="274"/>
                      <a:pt x="422" y="283"/>
                    </a:cubicBezTo>
                    <a:cubicBezTo>
                      <a:pt x="423" y="285"/>
                      <a:pt x="425" y="286"/>
                      <a:pt x="425" y="289"/>
                    </a:cubicBezTo>
                    <a:cubicBezTo>
                      <a:pt x="425" y="293"/>
                      <a:pt x="423" y="296"/>
                      <a:pt x="423" y="302"/>
                    </a:cubicBezTo>
                    <a:cubicBezTo>
                      <a:pt x="423" y="307"/>
                      <a:pt x="423" y="313"/>
                      <a:pt x="430" y="313"/>
                    </a:cubicBezTo>
                    <a:cubicBezTo>
                      <a:pt x="442" y="313"/>
                      <a:pt x="445" y="300"/>
                      <a:pt x="453" y="293"/>
                    </a:cubicBezTo>
                    <a:cubicBezTo>
                      <a:pt x="455" y="295"/>
                      <a:pt x="454" y="297"/>
                      <a:pt x="457" y="300"/>
                    </a:cubicBezTo>
                    <a:cubicBezTo>
                      <a:pt x="457" y="300"/>
                      <a:pt x="461" y="300"/>
                      <a:pt x="462" y="302"/>
                    </a:cubicBezTo>
                    <a:cubicBezTo>
                      <a:pt x="467" y="308"/>
                      <a:pt x="459" y="322"/>
                      <a:pt x="465" y="322"/>
                    </a:cubicBezTo>
                    <a:cubicBezTo>
                      <a:pt x="465" y="336"/>
                      <a:pt x="476" y="347"/>
                      <a:pt x="476" y="367"/>
                    </a:cubicBezTo>
                    <a:cubicBezTo>
                      <a:pt x="476" y="371"/>
                      <a:pt x="473" y="382"/>
                      <a:pt x="476" y="383"/>
                    </a:cubicBezTo>
                    <a:cubicBezTo>
                      <a:pt x="480" y="376"/>
                      <a:pt x="481" y="371"/>
                      <a:pt x="485" y="363"/>
                    </a:cubicBezTo>
                    <a:cubicBezTo>
                      <a:pt x="486" y="361"/>
                      <a:pt x="489" y="360"/>
                      <a:pt x="489" y="358"/>
                    </a:cubicBezTo>
                    <a:cubicBezTo>
                      <a:pt x="489" y="354"/>
                      <a:pt x="483" y="334"/>
                      <a:pt x="479" y="330"/>
                    </a:cubicBezTo>
                    <a:cubicBezTo>
                      <a:pt x="476" y="327"/>
                      <a:pt x="472" y="325"/>
                      <a:pt x="472" y="320"/>
                    </a:cubicBezTo>
                    <a:cubicBezTo>
                      <a:pt x="472" y="319"/>
                      <a:pt x="472" y="318"/>
                      <a:pt x="472" y="316"/>
                    </a:cubicBezTo>
                    <a:cubicBezTo>
                      <a:pt x="472" y="317"/>
                      <a:pt x="472" y="317"/>
                      <a:pt x="472" y="317"/>
                    </a:cubicBezTo>
                    <a:cubicBezTo>
                      <a:pt x="473" y="316"/>
                      <a:pt x="476" y="311"/>
                      <a:pt x="476" y="307"/>
                    </a:cubicBezTo>
                    <a:cubicBezTo>
                      <a:pt x="476" y="302"/>
                      <a:pt x="476" y="293"/>
                      <a:pt x="473" y="288"/>
                    </a:cubicBezTo>
                    <a:cubicBezTo>
                      <a:pt x="470" y="284"/>
                      <a:pt x="464" y="284"/>
                      <a:pt x="464" y="276"/>
                    </a:cubicBezTo>
                    <a:cubicBezTo>
                      <a:pt x="464" y="268"/>
                      <a:pt x="467" y="262"/>
                      <a:pt x="472" y="258"/>
                    </a:cubicBezTo>
                    <a:cubicBezTo>
                      <a:pt x="474" y="255"/>
                      <a:pt x="479" y="256"/>
                      <a:pt x="483" y="254"/>
                    </a:cubicBezTo>
                    <a:cubicBezTo>
                      <a:pt x="493" y="247"/>
                      <a:pt x="500" y="244"/>
                      <a:pt x="509" y="230"/>
                    </a:cubicBezTo>
                    <a:cubicBezTo>
                      <a:pt x="506" y="230"/>
                      <a:pt x="505" y="231"/>
                      <a:pt x="501" y="231"/>
                    </a:cubicBezTo>
                    <a:cubicBezTo>
                      <a:pt x="493" y="231"/>
                      <a:pt x="487" y="222"/>
                      <a:pt x="487" y="213"/>
                    </a:cubicBezTo>
                    <a:cubicBezTo>
                      <a:pt x="483" y="212"/>
                      <a:pt x="482" y="199"/>
                      <a:pt x="478" y="199"/>
                    </a:cubicBezTo>
                    <a:cubicBezTo>
                      <a:pt x="475" y="199"/>
                      <a:pt x="472" y="202"/>
                      <a:pt x="469" y="202"/>
                    </a:cubicBezTo>
                    <a:cubicBezTo>
                      <a:pt x="468" y="202"/>
                      <a:pt x="467" y="199"/>
                      <a:pt x="467" y="197"/>
                    </a:cubicBezTo>
                    <a:cubicBezTo>
                      <a:pt x="467" y="181"/>
                      <a:pt x="479" y="180"/>
                      <a:pt x="479" y="163"/>
                    </a:cubicBezTo>
                    <a:cubicBezTo>
                      <a:pt x="479" y="154"/>
                      <a:pt x="472" y="151"/>
                      <a:pt x="468" y="144"/>
                    </a:cubicBezTo>
                    <a:cubicBezTo>
                      <a:pt x="457" y="139"/>
                      <a:pt x="448" y="140"/>
                      <a:pt x="445" y="125"/>
                    </a:cubicBezTo>
                    <a:cubicBezTo>
                      <a:pt x="442" y="125"/>
                      <a:pt x="442" y="125"/>
                      <a:pt x="442" y="125"/>
                    </a:cubicBezTo>
                    <a:cubicBezTo>
                      <a:pt x="438" y="129"/>
                      <a:pt x="438" y="129"/>
                      <a:pt x="438" y="129"/>
                    </a:cubicBezTo>
                    <a:cubicBezTo>
                      <a:pt x="433" y="131"/>
                      <a:pt x="427" y="126"/>
                      <a:pt x="423" y="130"/>
                    </a:cubicBezTo>
                    <a:cubicBezTo>
                      <a:pt x="422" y="132"/>
                      <a:pt x="421" y="133"/>
                      <a:pt x="418" y="135"/>
                    </a:cubicBezTo>
                    <a:cubicBezTo>
                      <a:pt x="415" y="137"/>
                      <a:pt x="401" y="149"/>
                      <a:pt x="394" y="149"/>
                    </a:cubicBezTo>
                    <a:cubicBezTo>
                      <a:pt x="387" y="149"/>
                      <a:pt x="382" y="144"/>
                      <a:pt x="373" y="144"/>
                    </a:cubicBezTo>
                    <a:cubicBezTo>
                      <a:pt x="362" y="144"/>
                      <a:pt x="360" y="152"/>
                      <a:pt x="354" y="155"/>
                    </a:cubicBezTo>
                    <a:cubicBezTo>
                      <a:pt x="353" y="152"/>
                      <a:pt x="352" y="145"/>
                      <a:pt x="349" y="145"/>
                    </a:cubicBezTo>
                    <a:cubicBezTo>
                      <a:pt x="347" y="145"/>
                      <a:pt x="345" y="147"/>
                      <a:pt x="341" y="147"/>
                    </a:cubicBezTo>
                    <a:cubicBezTo>
                      <a:pt x="335" y="147"/>
                      <a:pt x="329" y="147"/>
                      <a:pt x="323" y="147"/>
                    </a:cubicBezTo>
                    <a:cubicBezTo>
                      <a:pt x="313" y="147"/>
                      <a:pt x="309" y="141"/>
                      <a:pt x="302" y="136"/>
                    </a:cubicBezTo>
                    <a:cubicBezTo>
                      <a:pt x="300" y="135"/>
                      <a:pt x="296" y="139"/>
                      <a:pt x="295" y="136"/>
                    </a:cubicBezTo>
                    <a:cubicBezTo>
                      <a:pt x="293" y="132"/>
                      <a:pt x="293" y="129"/>
                      <a:pt x="290" y="127"/>
                    </a:cubicBezTo>
                    <a:cubicBezTo>
                      <a:pt x="283" y="124"/>
                      <a:pt x="279" y="126"/>
                      <a:pt x="273" y="120"/>
                    </a:cubicBezTo>
                    <a:cubicBezTo>
                      <a:pt x="268" y="115"/>
                      <a:pt x="263" y="118"/>
                      <a:pt x="254" y="116"/>
                    </a:cubicBezTo>
                    <a:cubicBezTo>
                      <a:pt x="246" y="114"/>
                      <a:pt x="243" y="108"/>
                      <a:pt x="236" y="106"/>
                    </a:cubicBezTo>
                    <a:cubicBezTo>
                      <a:pt x="234" y="105"/>
                      <a:pt x="229" y="106"/>
                      <a:pt x="228" y="103"/>
                    </a:cubicBezTo>
                    <a:cubicBezTo>
                      <a:pt x="227" y="98"/>
                      <a:pt x="227" y="94"/>
                      <a:pt x="226" y="89"/>
                    </a:cubicBezTo>
                    <a:cubicBezTo>
                      <a:pt x="226" y="85"/>
                      <a:pt x="226" y="85"/>
                      <a:pt x="226" y="85"/>
                    </a:cubicBezTo>
                    <a:cubicBezTo>
                      <a:pt x="231" y="85"/>
                      <a:pt x="236" y="86"/>
                      <a:pt x="236" y="80"/>
                    </a:cubicBezTo>
                    <a:cubicBezTo>
                      <a:pt x="236" y="75"/>
                      <a:pt x="229" y="74"/>
                      <a:pt x="229" y="69"/>
                    </a:cubicBezTo>
                    <a:cubicBezTo>
                      <a:pt x="229" y="57"/>
                      <a:pt x="246" y="59"/>
                      <a:pt x="246" y="47"/>
                    </a:cubicBezTo>
                    <a:cubicBezTo>
                      <a:pt x="246" y="43"/>
                      <a:pt x="236" y="35"/>
                      <a:pt x="232" y="35"/>
                    </a:cubicBezTo>
                    <a:cubicBezTo>
                      <a:pt x="224" y="35"/>
                      <a:pt x="221" y="42"/>
                      <a:pt x="213" y="43"/>
                    </a:cubicBezTo>
                    <a:cubicBezTo>
                      <a:pt x="205" y="40"/>
                      <a:pt x="200" y="40"/>
                      <a:pt x="194" y="34"/>
                    </a:cubicBezTo>
                    <a:cubicBezTo>
                      <a:pt x="191" y="31"/>
                      <a:pt x="193" y="25"/>
                      <a:pt x="188" y="24"/>
                    </a:cubicBezTo>
                    <a:cubicBezTo>
                      <a:pt x="182" y="22"/>
                      <a:pt x="178" y="24"/>
                      <a:pt x="178" y="16"/>
                    </a:cubicBezTo>
                    <a:cubicBezTo>
                      <a:pt x="172" y="15"/>
                      <a:pt x="168" y="15"/>
                      <a:pt x="163" y="15"/>
                    </a:cubicBezTo>
                    <a:cubicBezTo>
                      <a:pt x="154" y="15"/>
                      <a:pt x="150" y="23"/>
                      <a:pt x="140" y="23"/>
                    </a:cubicBezTo>
                    <a:cubicBezTo>
                      <a:pt x="130" y="23"/>
                      <a:pt x="140" y="0"/>
                      <a:pt x="131" y="0"/>
                    </a:cubicBezTo>
                    <a:cubicBezTo>
                      <a:pt x="122" y="0"/>
                      <a:pt x="120" y="10"/>
                      <a:pt x="116" y="10"/>
                    </a:cubicBezTo>
                    <a:cubicBezTo>
                      <a:pt x="115" y="10"/>
                      <a:pt x="114" y="11"/>
                      <a:pt x="113" y="10"/>
                    </a:cubicBezTo>
                    <a:cubicBezTo>
                      <a:pt x="110" y="16"/>
                      <a:pt x="103" y="21"/>
                      <a:pt x="94" y="21"/>
                    </a:cubicBezTo>
                    <a:cubicBezTo>
                      <a:pt x="91" y="21"/>
                      <a:pt x="90" y="16"/>
                      <a:pt x="86" y="16"/>
                    </a:cubicBezTo>
                    <a:cubicBezTo>
                      <a:pt x="83" y="16"/>
                      <a:pt x="73" y="20"/>
                      <a:pt x="72" y="15"/>
                    </a:cubicBezTo>
                    <a:cubicBezTo>
                      <a:pt x="68" y="15"/>
                      <a:pt x="69" y="13"/>
                      <a:pt x="65" y="13"/>
                    </a:cubicBezTo>
                    <a:cubicBezTo>
                      <a:pt x="54" y="13"/>
                      <a:pt x="53" y="24"/>
                      <a:pt x="45" y="32"/>
                    </a:cubicBezTo>
                    <a:cubicBezTo>
                      <a:pt x="42" y="35"/>
                      <a:pt x="37" y="35"/>
                      <a:pt x="33" y="39"/>
                    </a:cubicBezTo>
                    <a:cubicBezTo>
                      <a:pt x="30" y="42"/>
                      <a:pt x="28" y="46"/>
                      <a:pt x="23" y="46"/>
                    </a:cubicBezTo>
                    <a:cubicBezTo>
                      <a:pt x="19" y="46"/>
                      <a:pt x="16" y="42"/>
                      <a:pt x="12" y="42"/>
                    </a:cubicBezTo>
                    <a:cubicBezTo>
                      <a:pt x="11" y="42"/>
                      <a:pt x="11" y="45"/>
                      <a:pt x="10" y="45"/>
                    </a:cubicBezTo>
                    <a:cubicBezTo>
                      <a:pt x="7" y="47"/>
                      <a:pt x="0" y="63"/>
                      <a:pt x="0" y="64"/>
                    </a:cubicBezTo>
                    <a:cubicBezTo>
                      <a:pt x="0" y="65"/>
                      <a:pt x="1" y="67"/>
                      <a:pt x="0" y="68"/>
                    </a:cubicBezTo>
                    <a:cubicBezTo>
                      <a:pt x="1" y="70"/>
                      <a:pt x="0" y="71"/>
                      <a:pt x="1" y="73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3" y="91"/>
                      <a:pt x="2" y="94"/>
                      <a:pt x="4" y="98"/>
                    </a:cubicBezTo>
                    <a:cubicBezTo>
                      <a:pt x="5" y="102"/>
                      <a:pt x="14" y="98"/>
                      <a:pt x="14" y="105"/>
                    </a:cubicBezTo>
                    <a:cubicBezTo>
                      <a:pt x="14" y="114"/>
                      <a:pt x="4" y="113"/>
                      <a:pt x="4" y="120"/>
                    </a:cubicBezTo>
                    <a:cubicBezTo>
                      <a:pt x="4" y="126"/>
                      <a:pt x="8" y="126"/>
                      <a:pt x="10" y="128"/>
                    </a:cubicBezTo>
                    <a:cubicBezTo>
                      <a:pt x="17" y="143"/>
                      <a:pt x="32" y="145"/>
                      <a:pt x="32" y="164"/>
                    </a:cubicBezTo>
                    <a:cubicBezTo>
                      <a:pt x="21" y="167"/>
                      <a:pt x="13" y="169"/>
                      <a:pt x="13" y="181"/>
                    </a:cubicBezTo>
                    <a:cubicBezTo>
                      <a:pt x="13" y="184"/>
                      <a:pt x="15" y="187"/>
                      <a:pt x="15" y="189"/>
                    </a:cubicBezTo>
                    <a:cubicBezTo>
                      <a:pt x="30" y="188"/>
                      <a:pt x="30" y="188"/>
                      <a:pt x="30" y="188"/>
                    </a:cubicBezTo>
                    <a:cubicBezTo>
                      <a:pt x="31" y="187"/>
                      <a:pt x="33" y="186"/>
                      <a:pt x="34" y="185"/>
                    </a:cubicBezTo>
                    <a:cubicBezTo>
                      <a:pt x="46" y="188"/>
                      <a:pt x="46" y="188"/>
                      <a:pt x="46" y="188"/>
                    </a:cubicBezTo>
                    <a:cubicBezTo>
                      <a:pt x="50" y="188"/>
                      <a:pt x="52" y="184"/>
                      <a:pt x="57" y="184"/>
                    </a:cubicBezTo>
                    <a:cubicBezTo>
                      <a:pt x="62" y="184"/>
                      <a:pt x="65" y="184"/>
                      <a:pt x="70" y="185"/>
                    </a:cubicBezTo>
                    <a:cubicBezTo>
                      <a:pt x="75" y="187"/>
                      <a:pt x="78" y="197"/>
                      <a:pt x="82" y="203"/>
                    </a:cubicBezTo>
                    <a:cubicBezTo>
                      <a:pt x="86" y="209"/>
                      <a:pt x="99" y="218"/>
                      <a:pt x="108" y="218"/>
                    </a:cubicBezTo>
                    <a:cubicBezTo>
                      <a:pt x="111" y="218"/>
                      <a:pt x="114" y="218"/>
                      <a:pt x="118" y="219"/>
                    </a:cubicBezTo>
                    <a:cubicBezTo>
                      <a:pt x="116" y="221"/>
                      <a:pt x="116" y="225"/>
                      <a:pt x="112" y="225"/>
                    </a:cubicBezTo>
                    <a:cubicBezTo>
                      <a:pt x="108" y="227"/>
                      <a:pt x="105" y="225"/>
                      <a:pt x="101" y="227"/>
                    </a:cubicBezTo>
                    <a:cubicBezTo>
                      <a:pt x="108" y="234"/>
                      <a:pt x="113" y="248"/>
                      <a:pt x="127" y="248"/>
                    </a:cubicBezTo>
                    <a:cubicBezTo>
                      <a:pt x="138" y="248"/>
                      <a:pt x="139" y="233"/>
                      <a:pt x="144" y="227"/>
                    </a:cubicBezTo>
                    <a:cubicBezTo>
                      <a:pt x="148" y="227"/>
                      <a:pt x="148" y="227"/>
                      <a:pt x="148" y="227"/>
                    </a:cubicBezTo>
                    <a:cubicBezTo>
                      <a:pt x="148" y="229"/>
                      <a:pt x="145" y="232"/>
                      <a:pt x="145" y="233"/>
                    </a:cubicBezTo>
                    <a:cubicBezTo>
                      <a:pt x="145" y="239"/>
                      <a:pt x="150" y="244"/>
                      <a:pt x="150" y="251"/>
                    </a:cubicBezTo>
                    <a:cubicBezTo>
                      <a:pt x="150" y="257"/>
                      <a:pt x="147" y="258"/>
                      <a:pt x="147" y="264"/>
                    </a:cubicBezTo>
                    <a:lnTo>
                      <a:pt x="149" y="26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5" name="iŝḷïďe"/>
              <p:cNvSpPr/>
              <p:nvPr/>
            </p:nvSpPr>
            <p:spPr bwMode="auto">
              <a:xfrm>
                <a:off x="7533379" y="3459466"/>
                <a:ext cx="222276" cy="240137"/>
              </a:xfrm>
              <a:custGeom>
                <a:avLst/>
                <a:gdLst/>
                <a:ahLst/>
                <a:cxnLst>
                  <a:cxn ang="0">
                    <a:pos x="59" y="74"/>
                  </a:cxn>
                  <a:cxn ang="0">
                    <a:pos x="58" y="70"/>
                  </a:cxn>
                  <a:cxn ang="0">
                    <a:pos x="51" y="68"/>
                  </a:cxn>
                  <a:cxn ang="0">
                    <a:pos x="45" y="53"/>
                  </a:cxn>
                  <a:cxn ang="0">
                    <a:pos x="28" y="38"/>
                  </a:cxn>
                  <a:cxn ang="0">
                    <a:pos x="22" y="25"/>
                  </a:cxn>
                  <a:cxn ang="0">
                    <a:pos x="11" y="21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11" y="4"/>
                  </a:cxn>
                  <a:cxn ang="0">
                    <a:pos x="26" y="4"/>
                  </a:cxn>
                  <a:cxn ang="0">
                    <a:pos x="42" y="20"/>
                  </a:cxn>
                  <a:cxn ang="0">
                    <a:pos x="47" y="23"/>
                  </a:cxn>
                  <a:cxn ang="0">
                    <a:pos x="61" y="35"/>
                  </a:cxn>
                  <a:cxn ang="0">
                    <a:pos x="86" y="53"/>
                  </a:cxn>
                  <a:cxn ang="0">
                    <a:pos x="101" y="64"/>
                  </a:cxn>
                  <a:cxn ang="0">
                    <a:pos x="100" y="66"/>
                  </a:cxn>
                  <a:cxn ang="0">
                    <a:pos x="103" y="66"/>
                  </a:cxn>
                  <a:cxn ang="0">
                    <a:pos x="107" y="70"/>
                  </a:cxn>
                  <a:cxn ang="0">
                    <a:pos x="105" y="74"/>
                  </a:cxn>
                  <a:cxn ang="0">
                    <a:pos x="114" y="81"/>
                  </a:cxn>
                  <a:cxn ang="0">
                    <a:pos x="124" y="98"/>
                  </a:cxn>
                  <a:cxn ang="0">
                    <a:pos x="133" y="106"/>
                  </a:cxn>
                  <a:cxn ang="0">
                    <a:pos x="133" y="125"/>
                  </a:cxn>
                  <a:cxn ang="0">
                    <a:pos x="131" y="138"/>
                  </a:cxn>
                  <a:cxn ang="0">
                    <a:pos x="119" y="144"/>
                  </a:cxn>
                  <a:cxn ang="0">
                    <a:pos x="108" y="132"/>
                  </a:cxn>
                  <a:cxn ang="0">
                    <a:pos x="84" y="112"/>
                  </a:cxn>
                  <a:cxn ang="0">
                    <a:pos x="67" y="85"/>
                  </a:cxn>
                  <a:cxn ang="0">
                    <a:pos x="59" y="74"/>
                  </a:cxn>
                </a:cxnLst>
                <a:rect l="0" t="0" r="r" b="b"/>
                <a:pathLst>
                  <a:path w="133" h="144">
                    <a:moveTo>
                      <a:pt x="59" y="74"/>
                    </a:moveTo>
                    <a:cubicBezTo>
                      <a:pt x="58" y="74"/>
                      <a:pt x="59" y="72"/>
                      <a:pt x="58" y="70"/>
                    </a:cubicBezTo>
                    <a:cubicBezTo>
                      <a:pt x="57" y="69"/>
                      <a:pt x="52" y="69"/>
                      <a:pt x="51" y="68"/>
                    </a:cubicBezTo>
                    <a:cubicBezTo>
                      <a:pt x="49" y="67"/>
                      <a:pt x="45" y="56"/>
                      <a:pt x="45" y="53"/>
                    </a:cubicBezTo>
                    <a:cubicBezTo>
                      <a:pt x="41" y="43"/>
                      <a:pt x="31" y="44"/>
                      <a:pt x="28" y="38"/>
                    </a:cubicBezTo>
                    <a:cubicBezTo>
                      <a:pt x="26" y="33"/>
                      <a:pt x="24" y="30"/>
                      <a:pt x="22" y="25"/>
                    </a:cubicBezTo>
                    <a:cubicBezTo>
                      <a:pt x="20" y="21"/>
                      <a:pt x="15" y="22"/>
                      <a:pt x="11" y="21"/>
                    </a:cubicBezTo>
                    <a:cubicBezTo>
                      <a:pt x="8" y="20"/>
                      <a:pt x="1" y="8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7" y="0"/>
                      <a:pt x="8" y="2"/>
                      <a:pt x="11" y="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35" y="7"/>
                      <a:pt x="38" y="13"/>
                      <a:pt x="42" y="20"/>
                    </a:cubicBezTo>
                    <a:cubicBezTo>
                      <a:pt x="43" y="23"/>
                      <a:pt x="45" y="22"/>
                      <a:pt x="47" y="23"/>
                    </a:cubicBezTo>
                    <a:cubicBezTo>
                      <a:pt x="53" y="25"/>
                      <a:pt x="56" y="30"/>
                      <a:pt x="61" y="35"/>
                    </a:cubicBezTo>
                    <a:cubicBezTo>
                      <a:pt x="69" y="43"/>
                      <a:pt x="74" y="49"/>
                      <a:pt x="86" y="53"/>
                    </a:cubicBezTo>
                    <a:cubicBezTo>
                      <a:pt x="93" y="55"/>
                      <a:pt x="101" y="57"/>
                      <a:pt x="101" y="64"/>
                    </a:cubicBezTo>
                    <a:cubicBezTo>
                      <a:pt x="101" y="64"/>
                      <a:pt x="100" y="65"/>
                      <a:pt x="100" y="66"/>
                    </a:cubicBezTo>
                    <a:cubicBezTo>
                      <a:pt x="101" y="66"/>
                      <a:pt x="102" y="66"/>
                      <a:pt x="103" y="66"/>
                    </a:cubicBezTo>
                    <a:cubicBezTo>
                      <a:pt x="105" y="66"/>
                      <a:pt x="106" y="68"/>
                      <a:pt x="107" y="70"/>
                    </a:cubicBezTo>
                    <a:cubicBezTo>
                      <a:pt x="105" y="74"/>
                      <a:pt x="105" y="74"/>
                      <a:pt x="105" y="74"/>
                    </a:cubicBezTo>
                    <a:cubicBezTo>
                      <a:pt x="105" y="80"/>
                      <a:pt x="109" y="81"/>
                      <a:pt x="114" y="81"/>
                    </a:cubicBezTo>
                    <a:cubicBezTo>
                      <a:pt x="114" y="91"/>
                      <a:pt x="119" y="93"/>
                      <a:pt x="124" y="98"/>
                    </a:cubicBezTo>
                    <a:cubicBezTo>
                      <a:pt x="127" y="101"/>
                      <a:pt x="133" y="102"/>
                      <a:pt x="133" y="106"/>
                    </a:cubicBezTo>
                    <a:cubicBezTo>
                      <a:pt x="133" y="112"/>
                      <a:pt x="133" y="116"/>
                      <a:pt x="133" y="125"/>
                    </a:cubicBezTo>
                    <a:cubicBezTo>
                      <a:pt x="128" y="127"/>
                      <a:pt x="131" y="133"/>
                      <a:pt x="131" y="138"/>
                    </a:cubicBezTo>
                    <a:cubicBezTo>
                      <a:pt x="131" y="143"/>
                      <a:pt x="122" y="144"/>
                      <a:pt x="119" y="144"/>
                    </a:cubicBezTo>
                    <a:cubicBezTo>
                      <a:pt x="116" y="144"/>
                      <a:pt x="109" y="132"/>
                      <a:pt x="108" y="132"/>
                    </a:cubicBezTo>
                    <a:cubicBezTo>
                      <a:pt x="100" y="124"/>
                      <a:pt x="92" y="120"/>
                      <a:pt x="84" y="112"/>
                    </a:cubicBezTo>
                    <a:cubicBezTo>
                      <a:pt x="75" y="103"/>
                      <a:pt x="71" y="95"/>
                      <a:pt x="67" y="85"/>
                    </a:cubicBezTo>
                    <a:cubicBezTo>
                      <a:pt x="66" y="83"/>
                      <a:pt x="60" y="74"/>
                      <a:pt x="59" y="7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6" name="ïšľiḓe"/>
              <p:cNvSpPr/>
              <p:nvPr/>
            </p:nvSpPr>
            <p:spPr bwMode="auto">
              <a:xfrm>
                <a:off x="7819163" y="3429698"/>
                <a:ext cx="212353" cy="236168"/>
              </a:xfrm>
              <a:custGeom>
                <a:avLst/>
                <a:gdLst/>
                <a:ahLst/>
                <a:cxnLst>
                  <a:cxn ang="0">
                    <a:pos x="37" y="130"/>
                  </a:cxn>
                  <a:cxn ang="0">
                    <a:pos x="36" y="124"/>
                  </a:cxn>
                  <a:cxn ang="0">
                    <a:pos x="27" y="126"/>
                  </a:cxn>
                  <a:cxn ang="0">
                    <a:pos x="11" y="102"/>
                  </a:cxn>
                  <a:cxn ang="0">
                    <a:pos x="12" y="99"/>
                  </a:cxn>
                  <a:cxn ang="0">
                    <a:pos x="6" y="97"/>
                  </a:cxn>
                  <a:cxn ang="0">
                    <a:pos x="0" y="78"/>
                  </a:cxn>
                  <a:cxn ang="0">
                    <a:pos x="15" y="74"/>
                  </a:cxn>
                  <a:cxn ang="0">
                    <a:pos x="33" y="54"/>
                  </a:cxn>
                  <a:cxn ang="0">
                    <a:pos x="45" y="50"/>
                  </a:cxn>
                  <a:cxn ang="0">
                    <a:pos x="56" y="41"/>
                  </a:cxn>
                  <a:cxn ang="0">
                    <a:pos x="59" y="35"/>
                  </a:cxn>
                  <a:cxn ang="0">
                    <a:pos x="63" y="32"/>
                  </a:cxn>
                  <a:cxn ang="0">
                    <a:pos x="66" y="29"/>
                  </a:cxn>
                  <a:cxn ang="0">
                    <a:pos x="82" y="23"/>
                  </a:cxn>
                  <a:cxn ang="0">
                    <a:pos x="102" y="0"/>
                  </a:cxn>
                  <a:cxn ang="0">
                    <a:pos x="109" y="11"/>
                  </a:cxn>
                  <a:cxn ang="0">
                    <a:pos x="127" y="23"/>
                  </a:cxn>
                  <a:cxn ang="0">
                    <a:pos x="117" y="29"/>
                  </a:cxn>
                  <a:cxn ang="0">
                    <a:pos x="119" y="31"/>
                  </a:cxn>
                  <a:cxn ang="0">
                    <a:pos x="106" y="37"/>
                  </a:cxn>
                  <a:cxn ang="0">
                    <a:pos x="108" y="41"/>
                  </a:cxn>
                  <a:cxn ang="0">
                    <a:pos x="105" y="44"/>
                  </a:cxn>
                  <a:cxn ang="0">
                    <a:pos x="125" y="73"/>
                  </a:cxn>
                  <a:cxn ang="0">
                    <a:pos x="115" y="77"/>
                  </a:cxn>
                  <a:cxn ang="0">
                    <a:pos x="111" y="78"/>
                  </a:cxn>
                  <a:cxn ang="0">
                    <a:pos x="109" y="83"/>
                  </a:cxn>
                  <a:cxn ang="0">
                    <a:pos x="103" y="102"/>
                  </a:cxn>
                  <a:cxn ang="0">
                    <a:pos x="93" y="113"/>
                  </a:cxn>
                  <a:cxn ang="0">
                    <a:pos x="95" y="119"/>
                  </a:cxn>
                  <a:cxn ang="0">
                    <a:pos x="90" y="134"/>
                  </a:cxn>
                  <a:cxn ang="0">
                    <a:pos x="76" y="141"/>
                  </a:cxn>
                  <a:cxn ang="0">
                    <a:pos x="71" y="135"/>
                  </a:cxn>
                  <a:cxn ang="0">
                    <a:pos x="51" y="128"/>
                  </a:cxn>
                  <a:cxn ang="0">
                    <a:pos x="40" y="132"/>
                  </a:cxn>
                  <a:cxn ang="0">
                    <a:pos x="37" y="130"/>
                  </a:cxn>
                </a:cxnLst>
                <a:rect l="0" t="0" r="r" b="b"/>
                <a:pathLst>
                  <a:path w="127" h="141">
                    <a:moveTo>
                      <a:pt x="37" y="130"/>
                    </a:moveTo>
                    <a:cubicBezTo>
                      <a:pt x="36" y="130"/>
                      <a:pt x="36" y="125"/>
                      <a:pt x="36" y="124"/>
                    </a:cubicBezTo>
                    <a:cubicBezTo>
                      <a:pt x="32" y="123"/>
                      <a:pt x="30" y="126"/>
                      <a:pt x="27" y="126"/>
                    </a:cubicBezTo>
                    <a:cubicBezTo>
                      <a:pt x="10" y="126"/>
                      <a:pt x="17" y="110"/>
                      <a:pt x="11" y="102"/>
                    </a:cubicBezTo>
                    <a:cubicBezTo>
                      <a:pt x="11" y="101"/>
                      <a:pt x="12" y="100"/>
                      <a:pt x="12" y="99"/>
                    </a:cubicBezTo>
                    <a:cubicBezTo>
                      <a:pt x="11" y="97"/>
                      <a:pt x="8" y="97"/>
                      <a:pt x="6" y="97"/>
                    </a:cubicBezTo>
                    <a:cubicBezTo>
                      <a:pt x="4" y="96"/>
                      <a:pt x="0" y="80"/>
                      <a:pt x="0" y="78"/>
                    </a:cubicBezTo>
                    <a:cubicBezTo>
                      <a:pt x="0" y="71"/>
                      <a:pt x="9" y="74"/>
                      <a:pt x="15" y="74"/>
                    </a:cubicBezTo>
                    <a:cubicBezTo>
                      <a:pt x="29" y="74"/>
                      <a:pt x="27" y="60"/>
                      <a:pt x="33" y="54"/>
                    </a:cubicBezTo>
                    <a:cubicBezTo>
                      <a:pt x="36" y="51"/>
                      <a:pt x="41" y="51"/>
                      <a:pt x="45" y="50"/>
                    </a:cubicBezTo>
                    <a:cubicBezTo>
                      <a:pt x="52" y="49"/>
                      <a:pt x="52" y="44"/>
                      <a:pt x="56" y="41"/>
                    </a:cubicBezTo>
                    <a:cubicBezTo>
                      <a:pt x="54" y="39"/>
                      <a:pt x="59" y="35"/>
                      <a:pt x="59" y="35"/>
                    </a:cubicBezTo>
                    <a:cubicBezTo>
                      <a:pt x="61" y="34"/>
                      <a:pt x="61" y="33"/>
                      <a:pt x="63" y="32"/>
                    </a:cubicBezTo>
                    <a:cubicBezTo>
                      <a:pt x="64" y="32"/>
                      <a:pt x="65" y="30"/>
                      <a:pt x="66" y="29"/>
                    </a:cubicBezTo>
                    <a:cubicBezTo>
                      <a:pt x="70" y="25"/>
                      <a:pt x="80" y="27"/>
                      <a:pt x="82" y="23"/>
                    </a:cubicBezTo>
                    <a:cubicBezTo>
                      <a:pt x="85" y="16"/>
                      <a:pt x="95" y="0"/>
                      <a:pt x="102" y="0"/>
                    </a:cubicBezTo>
                    <a:cubicBezTo>
                      <a:pt x="109" y="0"/>
                      <a:pt x="109" y="4"/>
                      <a:pt x="109" y="11"/>
                    </a:cubicBezTo>
                    <a:cubicBezTo>
                      <a:pt x="109" y="20"/>
                      <a:pt x="127" y="15"/>
                      <a:pt x="127" y="23"/>
                    </a:cubicBezTo>
                    <a:cubicBezTo>
                      <a:pt x="127" y="27"/>
                      <a:pt x="117" y="25"/>
                      <a:pt x="117" y="29"/>
                    </a:cubicBezTo>
                    <a:cubicBezTo>
                      <a:pt x="117" y="30"/>
                      <a:pt x="118" y="31"/>
                      <a:pt x="119" y="31"/>
                    </a:cubicBezTo>
                    <a:cubicBezTo>
                      <a:pt x="118" y="32"/>
                      <a:pt x="106" y="37"/>
                      <a:pt x="106" y="37"/>
                    </a:cubicBezTo>
                    <a:cubicBezTo>
                      <a:pt x="107" y="38"/>
                      <a:pt x="108" y="40"/>
                      <a:pt x="108" y="41"/>
                    </a:cubicBezTo>
                    <a:cubicBezTo>
                      <a:pt x="107" y="42"/>
                      <a:pt x="105" y="43"/>
                      <a:pt x="105" y="44"/>
                    </a:cubicBezTo>
                    <a:cubicBezTo>
                      <a:pt x="105" y="51"/>
                      <a:pt x="117" y="73"/>
                      <a:pt x="125" y="73"/>
                    </a:cubicBezTo>
                    <a:cubicBezTo>
                      <a:pt x="124" y="79"/>
                      <a:pt x="120" y="77"/>
                      <a:pt x="115" y="77"/>
                    </a:cubicBezTo>
                    <a:cubicBezTo>
                      <a:pt x="114" y="77"/>
                      <a:pt x="112" y="78"/>
                      <a:pt x="111" y="78"/>
                    </a:cubicBezTo>
                    <a:cubicBezTo>
                      <a:pt x="109" y="83"/>
                      <a:pt x="109" y="83"/>
                      <a:pt x="109" y="83"/>
                    </a:cubicBezTo>
                    <a:cubicBezTo>
                      <a:pt x="106" y="92"/>
                      <a:pt x="103" y="95"/>
                      <a:pt x="103" y="102"/>
                    </a:cubicBezTo>
                    <a:cubicBezTo>
                      <a:pt x="98" y="103"/>
                      <a:pt x="93" y="110"/>
                      <a:pt x="93" y="113"/>
                    </a:cubicBezTo>
                    <a:cubicBezTo>
                      <a:pt x="93" y="116"/>
                      <a:pt x="95" y="117"/>
                      <a:pt x="95" y="119"/>
                    </a:cubicBezTo>
                    <a:cubicBezTo>
                      <a:pt x="95" y="122"/>
                      <a:pt x="90" y="129"/>
                      <a:pt x="90" y="134"/>
                    </a:cubicBezTo>
                    <a:cubicBezTo>
                      <a:pt x="83" y="135"/>
                      <a:pt x="82" y="141"/>
                      <a:pt x="76" y="141"/>
                    </a:cubicBezTo>
                    <a:cubicBezTo>
                      <a:pt x="72" y="141"/>
                      <a:pt x="71" y="137"/>
                      <a:pt x="71" y="135"/>
                    </a:cubicBezTo>
                    <a:cubicBezTo>
                      <a:pt x="64" y="133"/>
                      <a:pt x="59" y="128"/>
                      <a:pt x="51" y="128"/>
                    </a:cubicBezTo>
                    <a:cubicBezTo>
                      <a:pt x="48" y="128"/>
                      <a:pt x="45" y="132"/>
                      <a:pt x="40" y="132"/>
                    </a:cubicBezTo>
                    <a:cubicBezTo>
                      <a:pt x="39" y="132"/>
                      <a:pt x="38" y="130"/>
                      <a:pt x="37" y="13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7" name="îśḻíḋè"/>
              <p:cNvSpPr/>
              <p:nvPr/>
            </p:nvSpPr>
            <p:spPr bwMode="auto">
              <a:xfrm>
                <a:off x="8023578" y="3542820"/>
                <a:ext cx="132969" cy="154799"/>
              </a:xfrm>
              <a:custGeom>
                <a:avLst/>
                <a:gdLst/>
                <a:ahLst/>
                <a:cxnLst>
                  <a:cxn ang="0">
                    <a:pos x="31" y="34"/>
                  </a:cxn>
                  <a:cxn ang="0">
                    <a:pos x="27" y="38"/>
                  </a:cxn>
                  <a:cxn ang="0">
                    <a:pos x="17" y="24"/>
                  </a:cxn>
                  <a:cxn ang="0">
                    <a:pos x="32" y="16"/>
                  </a:cxn>
                  <a:cxn ang="0">
                    <a:pos x="49" y="15"/>
                  </a:cxn>
                  <a:cxn ang="0">
                    <a:pos x="64" y="18"/>
                  </a:cxn>
                  <a:cxn ang="0">
                    <a:pos x="77" y="4"/>
                  </a:cxn>
                  <a:cxn ang="0">
                    <a:pos x="79" y="0"/>
                  </a:cxn>
                  <a:cxn ang="0">
                    <a:pos x="77" y="0"/>
                  </a:cxn>
                  <a:cxn ang="0">
                    <a:pos x="63" y="10"/>
                  </a:cxn>
                  <a:cxn ang="0">
                    <a:pos x="59" y="10"/>
                  </a:cxn>
                  <a:cxn ang="0">
                    <a:pos x="28" y="5"/>
                  </a:cxn>
                  <a:cxn ang="0">
                    <a:pos x="12" y="30"/>
                  </a:cxn>
                  <a:cxn ang="0">
                    <a:pos x="8" y="37"/>
                  </a:cxn>
                  <a:cxn ang="0">
                    <a:pos x="0" y="61"/>
                  </a:cxn>
                  <a:cxn ang="0">
                    <a:pos x="8" y="66"/>
                  </a:cxn>
                  <a:cxn ang="0">
                    <a:pos x="8" y="87"/>
                  </a:cxn>
                  <a:cxn ang="0">
                    <a:pos x="16" y="93"/>
                  </a:cxn>
                  <a:cxn ang="0">
                    <a:pos x="22" y="76"/>
                  </a:cxn>
                  <a:cxn ang="0">
                    <a:pos x="18" y="61"/>
                  </a:cxn>
                  <a:cxn ang="0">
                    <a:pos x="25" y="56"/>
                  </a:cxn>
                  <a:cxn ang="0">
                    <a:pos x="28" y="56"/>
                  </a:cxn>
                  <a:cxn ang="0">
                    <a:pos x="27" y="65"/>
                  </a:cxn>
                  <a:cxn ang="0">
                    <a:pos x="34" y="79"/>
                  </a:cxn>
                  <a:cxn ang="0">
                    <a:pos x="34" y="83"/>
                  </a:cxn>
                  <a:cxn ang="0">
                    <a:pos x="39" y="83"/>
                  </a:cxn>
                  <a:cxn ang="0">
                    <a:pos x="49" y="73"/>
                  </a:cxn>
                  <a:cxn ang="0">
                    <a:pos x="43" y="65"/>
                  </a:cxn>
                  <a:cxn ang="0">
                    <a:pos x="45" y="63"/>
                  </a:cxn>
                  <a:cxn ang="0">
                    <a:pos x="34" y="44"/>
                  </a:cxn>
                  <a:cxn ang="0">
                    <a:pos x="57" y="31"/>
                  </a:cxn>
                  <a:cxn ang="0">
                    <a:pos x="57" y="28"/>
                  </a:cxn>
                  <a:cxn ang="0">
                    <a:pos x="31" y="36"/>
                  </a:cxn>
                  <a:cxn ang="0">
                    <a:pos x="31" y="34"/>
                  </a:cxn>
                </a:cxnLst>
                <a:rect l="0" t="0" r="r" b="b"/>
                <a:pathLst>
                  <a:path w="79" h="93">
                    <a:moveTo>
                      <a:pt x="31" y="34"/>
                    </a:moveTo>
                    <a:cubicBezTo>
                      <a:pt x="30" y="36"/>
                      <a:pt x="29" y="38"/>
                      <a:pt x="27" y="38"/>
                    </a:cubicBezTo>
                    <a:cubicBezTo>
                      <a:pt x="20" y="38"/>
                      <a:pt x="17" y="30"/>
                      <a:pt x="17" y="24"/>
                    </a:cubicBezTo>
                    <a:cubicBezTo>
                      <a:pt x="17" y="15"/>
                      <a:pt x="24" y="16"/>
                      <a:pt x="32" y="16"/>
                    </a:cubicBezTo>
                    <a:cubicBezTo>
                      <a:pt x="39" y="16"/>
                      <a:pt x="42" y="15"/>
                      <a:pt x="49" y="15"/>
                    </a:cubicBezTo>
                    <a:cubicBezTo>
                      <a:pt x="54" y="15"/>
                      <a:pt x="58" y="18"/>
                      <a:pt x="64" y="18"/>
                    </a:cubicBezTo>
                    <a:cubicBezTo>
                      <a:pt x="73" y="18"/>
                      <a:pt x="76" y="10"/>
                      <a:pt x="77" y="4"/>
                    </a:cubicBezTo>
                    <a:cubicBezTo>
                      <a:pt x="79" y="4"/>
                      <a:pt x="79" y="1"/>
                      <a:pt x="79" y="0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72" y="4"/>
                      <a:pt x="65" y="8"/>
                      <a:pt x="63" y="10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17" y="5"/>
                      <a:pt x="12" y="20"/>
                      <a:pt x="12" y="30"/>
                    </a:cubicBezTo>
                    <a:cubicBezTo>
                      <a:pt x="12" y="33"/>
                      <a:pt x="8" y="35"/>
                      <a:pt x="8" y="37"/>
                    </a:cubicBezTo>
                    <a:cubicBezTo>
                      <a:pt x="4" y="47"/>
                      <a:pt x="0" y="51"/>
                      <a:pt x="0" y="61"/>
                    </a:cubicBezTo>
                    <a:cubicBezTo>
                      <a:pt x="0" y="66"/>
                      <a:pt x="6" y="66"/>
                      <a:pt x="8" y="66"/>
                    </a:cubicBezTo>
                    <a:cubicBezTo>
                      <a:pt x="8" y="73"/>
                      <a:pt x="8" y="83"/>
                      <a:pt x="8" y="87"/>
                    </a:cubicBezTo>
                    <a:cubicBezTo>
                      <a:pt x="8" y="90"/>
                      <a:pt x="12" y="93"/>
                      <a:pt x="16" y="93"/>
                    </a:cubicBezTo>
                    <a:cubicBezTo>
                      <a:pt x="20" y="93"/>
                      <a:pt x="22" y="78"/>
                      <a:pt x="22" y="76"/>
                    </a:cubicBezTo>
                    <a:cubicBezTo>
                      <a:pt x="22" y="70"/>
                      <a:pt x="18" y="67"/>
                      <a:pt x="18" y="61"/>
                    </a:cubicBezTo>
                    <a:cubicBezTo>
                      <a:pt x="18" y="58"/>
                      <a:pt x="22" y="56"/>
                      <a:pt x="25" y="56"/>
                    </a:cubicBezTo>
                    <a:cubicBezTo>
                      <a:pt x="26" y="56"/>
                      <a:pt x="27" y="56"/>
                      <a:pt x="28" y="56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7" y="71"/>
                      <a:pt x="34" y="73"/>
                      <a:pt x="34" y="79"/>
                    </a:cubicBezTo>
                    <a:cubicBezTo>
                      <a:pt x="34" y="80"/>
                      <a:pt x="34" y="81"/>
                      <a:pt x="34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9" y="78"/>
                      <a:pt x="49" y="78"/>
                      <a:pt x="49" y="73"/>
                    </a:cubicBezTo>
                    <a:cubicBezTo>
                      <a:pt x="47" y="73"/>
                      <a:pt x="43" y="68"/>
                      <a:pt x="43" y="65"/>
                    </a:cubicBezTo>
                    <a:cubicBezTo>
                      <a:pt x="43" y="65"/>
                      <a:pt x="44" y="64"/>
                      <a:pt x="45" y="63"/>
                    </a:cubicBezTo>
                    <a:cubicBezTo>
                      <a:pt x="42" y="61"/>
                      <a:pt x="34" y="46"/>
                      <a:pt x="34" y="44"/>
                    </a:cubicBezTo>
                    <a:cubicBezTo>
                      <a:pt x="46" y="44"/>
                      <a:pt x="47" y="35"/>
                      <a:pt x="57" y="31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4" y="27"/>
                      <a:pt x="31" y="35"/>
                      <a:pt x="31" y="36"/>
                    </a:cubicBezTo>
                    <a:lnTo>
                      <a:pt x="31" y="3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8" name="îṣľiḓè"/>
              <p:cNvSpPr/>
              <p:nvPr/>
            </p:nvSpPr>
            <p:spPr bwMode="auto">
              <a:xfrm>
                <a:off x="7745733" y="3699604"/>
                <a:ext cx="214338" cy="61523"/>
              </a:xfrm>
              <a:custGeom>
                <a:avLst/>
                <a:gdLst/>
                <a:ahLst/>
                <a:cxnLst>
                  <a:cxn ang="0">
                    <a:pos x="123" y="36"/>
                  </a:cxn>
                  <a:cxn ang="0">
                    <a:pos x="114" y="33"/>
                  </a:cxn>
                  <a:cxn ang="0">
                    <a:pos x="114" y="37"/>
                  </a:cxn>
                  <a:cxn ang="0">
                    <a:pos x="67" y="31"/>
                  </a:cxn>
                  <a:cxn ang="0">
                    <a:pos x="56" y="25"/>
                  </a:cxn>
                  <a:cxn ang="0">
                    <a:pos x="32" y="22"/>
                  </a:cxn>
                  <a:cxn ang="0">
                    <a:pos x="14" y="20"/>
                  </a:cxn>
                  <a:cxn ang="0">
                    <a:pos x="0" y="10"/>
                  </a:cxn>
                  <a:cxn ang="0">
                    <a:pos x="11" y="1"/>
                  </a:cxn>
                  <a:cxn ang="0">
                    <a:pos x="14" y="3"/>
                  </a:cxn>
                  <a:cxn ang="0">
                    <a:pos x="22" y="0"/>
                  </a:cxn>
                  <a:cxn ang="0">
                    <a:pos x="55" y="14"/>
                  </a:cxn>
                  <a:cxn ang="0">
                    <a:pos x="68" y="7"/>
                  </a:cxn>
                  <a:cxn ang="0">
                    <a:pos x="88" y="15"/>
                  </a:cxn>
                  <a:cxn ang="0">
                    <a:pos x="101" y="14"/>
                  </a:cxn>
                  <a:cxn ang="0">
                    <a:pos x="105" y="14"/>
                  </a:cxn>
                  <a:cxn ang="0">
                    <a:pos x="89" y="17"/>
                  </a:cxn>
                  <a:cxn ang="0">
                    <a:pos x="107" y="22"/>
                  </a:cxn>
                  <a:cxn ang="0">
                    <a:pos x="111" y="26"/>
                  </a:cxn>
                  <a:cxn ang="0">
                    <a:pos x="121" y="27"/>
                  </a:cxn>
                  <a:cxn ang="0">
                    <a:pos x="128" y="31"/>
                  </a:cxn>
                  <a:cxn ang="0">
                    <a:pos x="123" y="36"/>
                  </a:cxn>
                </a:cxnLst>
                <a:rect l="0" t="0" r="r" b="b"/>
                <a:pathLst>
                  <a:path w="128" h="37">
                    <a:moveTo>
                      <a:pt x="123" y="36"/>
                    </a:moveTo>
                    <a:cubicBezTo>
                      <a:pt x="119" y="36"/>
                      <a:pt x="119" y="33"/>
                      <a:pt x="114" y="33"/>
                    </a:cubicBezTo>
                    <a:cubicBezTo>
                      <a:pt x="113" y="33"/>
                      <a:pt x="114" y="36"/>
                      <a:pt x="114" y="37"/>
                    </a:cubicBezTo>
                    <a:cubicBezTo>
                      <a:pt x="100" y="32"/>
                      <a:pt x="85" y="31"/>
                      <a:pt x="67" y="31"/>
                    </a:cubicBezTo>
                    <a:cubicBezTo>
                      <a:pt x="62" y="31"/>
                      <a:pt x="61" y="25"/>
                      <a:pt x="56" y="25"/>
                    </a:cubicBezTo>
                    <a:cubicBezTo>
                      <a:pt x="48" y="25"/>
                      <a:pt x="41" y="25"/>
                      <a:pt x="32" y="22"/>
                    </a:cubicBezTo>
                    <a:cubicBezTo>
                      <a:pt x="25" y="20"/>
                      <a:pt x="19" y="24"/>
                      <a:pt x="14" y="20"/>
                    </a:cubicBezTo>
                    <a:cubicBezTo>
                      <a:pt x="10" y="15"/>
                      <a:pt x="7" y="10"/>
                      <a:pt x="0" y="10"/>
                    </a:cubicBezTo>
                    <a:cubicBezTo>
                      <a:pt x="0" y="9"/>
                      <a:pt x="8" y="1"/>
                      <a:pt x="11" y="1"/>
                    </a:cubicBezTo>
                    <a:cubicBezTo>
                      <a:pt x="12" y="1"/>
                      <a:pt x="13" y="3"/>
                      <a:pt x="14" y="3"/>
                    </a:cubicBezTo>
                    <a:cubicBezTo>
                      <a:pt x="17" y="3"/>
                      <a:pt x="19" y="0"/>
                      <a:pt x="22" y="0"/>
                    </a:cubicBezTo>
                    <a:cubicBezTo>
                      <a:pt x="35" y="0"/>
                      <a:pt x="41" y="14"/>
                      <a:pt x="55" y="14"/>
                    </a:cubicBezTo>
                    <a:cubicBezTo>
                      <a:pt x="62" y="14"/>
                      <a:pt x="63" y="7"/>
                      <a:pt x="68" y="7"/>
                    </a:cubicBezTo>
                    <a:cubicBezTo>
                      <a:pt x="77" y="7"/>
                      <a:pt x="80" y="15"/>
                      <a:pt x="88" y="15"/>
                    </a:cubicBezTo>
                    <a:cubicBezTo>
                      <a:pt x="101" y="14"/>
                      <a:pt x="101" y="14"/>
                      <a:pt x="101" y="14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4" y="16"/>
                      <a:pt x="89" y="17"/>
                      <a:pt x="89" y="17"/>
                    </a:cubicBezTo>
                    <a:cubicBezTo>
                      <a:pt x="93" y="22"/>
                      <a:pt x="99" y="22"/>
                      <a:pt x="107" y="22"/>
                    </a:cubicBezTo>
                    <a:cubicBezTo>
                      <a:pt x="110" y="22"/>
                      <a:pt x="110" y="26"/>
                      <a:pt x="111" y="26"/>
                    </a:cubicBezTo>
                    <a:cubicBezTo>
                      <a:pt x="114" y="30"/>
                      <a:pt x="117" y="26"/>
                      <a:pt x="121" y="27"/>
                    </a:cubicBezTo>
                    <a:cubicBezTo>
                      <a:pt x="125" y="29"/>
                      <a:pt x="125" y="30"/>
                      <a:pt x="128" y="31"/>
                    </a:cubicBezTo>
                    <a:cubicBezTo>
                      <a:pt x="127" y="33"/>
                      <a:pt x="124" y="36"/>
                      <a:pt x="123" y="3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29" name="ïṥľíḍè"/>
              <p:cNvSpPr/>
              <p:nvPr/>
            </p:nvSpPr>
            <p:spPr bwMode="auto">
              <a:xfrm>
                <a:off x="8047393" y="3749219"/>
                <a:ext cx="65493" cy="15877"/>
              </a:xfrm>
              <a:custGeom>
                <a:avLst/>
                <a:gdLst/>
                <a:ahLst/>
                <a:cxnLst>
                  <a:cxn ang="0">
                    <a:pos x="26" y="9"/>
                  </a:cxn>
                  <a:cxn ang="0">
                    <a:pos x="10" y="9"/>
                  </a:cxn>
                  <a:cxn ang="0">
                    <a:pos x="0" y="4"/>
                  </a:cxn>
                  <a:cxn ang="0">
                    <a:pos x="8" y="1"/>
                  </a:cxn>
                  <a:cxn ang="0">
                    <a:pos x="26" y="4"/>
                  </a:cxn>
                  <a:cxn ang="0">
                    <a:pos x="39" y="0"/>
                  </a:cxn>
                  <a:cxn ang="0">
                    <a:pos x="26" y="9"/>
                  </a:cxn>
                </a:cxnLst>
                <a:rect l="0" t="0" r="r" b="b"/>
                <a:pathLst>
                  <a:path w="39" h="9">
                    <a:moveTo>
                      <a:pt x="26" y="9"/>
                    </a:moveTo>
                    <a:cubicBezTo>
                      <a:pt x="20" y="9"/>
                      <a:pt x="13" y="9"/>
                      <a:pt x="10" y="9"/>
                    </a:cubicBezTo>
                    <a:cubicBezTo>
                      <a:pt x="7" y="9"/>
                      <a:pt x="0" y="9"/>
                      <a:pt x="0" y="4"/>
                    </a:cubicBezTo>
                    <a:cubicBezTo>
                      <a:pt x="0" y="1"/>
                      <a:pt x="5" y="1"/>
                      <a:pt x="8" y="1"/>
                    </a:cubicBezTo>
                    <a:cubicBezTo>
                      <a:pt x="16" y="1"/>
                      <a:pt x="19" y="4"/>
                      <a:pt x="26" y="4"/>
                    </a:cubicBezTo>
                    <a:cubicBezTo>
                      <a:pt x="32" y="4"/>
                      <a:pt x="35" y="2"/>
                      <a:pt x="39" y="0"/>
                    </a:cubicBezTo>
                    <a:cubicBezTo>
                      <a:pt x="35" y="6"/>
                      <a:pt x="32" y="7"/>
                      <a:pt x="26" y="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0" name="îślîḓè"/>
              <p:cNvSpPr/>
              <p:nvPr/>
            </p:nvSpPr>
            <p:spPr bwMode="auto">
              <a:xfrm>
                <a:off x="7983886" y="3753188"/>
                <a:ext cx="45647" cy="15877"/>
              </a:xfrm>
              <a:custGeom>
                <a:avLst/>
                <a:gdLst/>
                <a:ahLst/>
                <a:cxnLst>
                  <a:cxn ang="0">
                    <a:pos x="27" y="6"/>
                  </a:cxn>
                  <a:cxn ang="0">
                    <a:pos x="23" y="6"/>
                  </a:cxn>
                  <a:cxn ang="0">
                    <a:pos x="19" y="5"/>
                  </a:cxn>
                  <a:cxn ang="0">
                    <a:pos x="9" y="9"/>
                  </a:cxn>
                  <a:cxn ang="0">
                    <a:pos x="0" y="6"/>
                  </a:cxn>
                  <a:cxn ang="0">
                    <a:pos x="7" y="1"/>
                  </a:cxn>
                  <a:cxn ang="0">
                    <a:pos x="16" y="3"/>
                  </a:cxn>
                  <a:cxn ang="0">
                    <a:pos x="16" y="0"/>
                  </a:cxn>
                  <a:cxn ang="0">
                    <a:pos x="27" y="0"/>
                  </a:cxn>
                  <a:cxn ang="0">
                    <a:pos x="27" y="6"/>
                  </a:cxn>
                </a:cxnLst>
                <a:rect l="0" t="0" r="r" b="b"/>
                <a:pathLst>
                  <a:path w="27" h="9">
                    <a:moveTo>
                      <a:pt x="27" y="6"/>
                    </a:moveTo>
                    <a:cubicBezTo>
                      <a:pt x="23" y="6"/>
                      <a:pt x="23" y="6"/>
                      <a:pt x="23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5" y="6"/>
                      <a:pt x="13" y="9"/>
                      <a:pt x="9" y="9"/>
                    </a:cubicBezTo>
                    <a:cubicBezTo>
                      <a:pt x="5" y="9"/>
                      <a:pt x="0" y="8"/>
                      <a:pt x="0" y="6"/>
                    </a:cubicBezTo>
                    <a:cubicBezTo>
                      <a:pt x="0" y="1"/>
                      <a:pt x="3" y="1"/>
                      <a:pt x="7" y="1"/>
                    </a:cubicBezTo>
                    <a:cubicBezTo>
                      <a:pt x="11" y="1"/>
                      <a:pt x="13" y="2"/>
                      <a:pt x="16" y="3"/>
                    </a:cubicBezTo>
                    <a:cubicBezTo>
                      <a:pt x="16" y="2"/>
                      <a:pt x="16" y="1"/>
                      <a:pt x="16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3"/>
                      <a:pt x="26" y="5"/>
                      <a:pt x="27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1" name="ïšḻídê"/>
              <p:cNvSpPr/>
              <p:nvPr/>
            </p:nvSpPr>
            <p:spPr bwMode="auto">
              <a:xfrm>
                <a:off x="8031516" y="3771050"/>
                <a:ext cx="33739" cy="23815"/>
              </a:xfrm>
              <a:custGeom>
                <a:avLst/>
                <a:gdLst/>
                <a:ahLst/>
                <a:cxnLst>
                  <a:cxn ang="0">
                    <a:pos x="15" y="14"/>
                  </a:cxn>
                  <a:cxn ang="0">
                    <a:pos x="12" y="9"/>
                  </a:cxn>
                  <a:cxn ang="0">
                    <a:pos x="0" y="4"/>
                  </a:cxn>
                  <a:cxn ang="0">
                    <a:pos x="9" y="1"/>
                  </a:cxn>
                  <a:cxn ang="0">
                    <a:pos x="13" y="1"/>
                  </a:cxn>
                  <a:cxn ang="0">
                    <a:pos x="20" y="11"/>
                  </a:cxn>
                  <a:cxn ang="0">
                    <a:pos x="16" y="14"/>
                  </a:cxn>
                  <a:cxn ang="0">
                    <a:pos x="15" y="14"/>
                  </a:cxn>
                </a:cxnLst>
                <a:rect l="0" t="0" r="r" b="b"/>
                <a:pathLst>
                  <a:path w="20" h="14">
                    <a:moveTo>
                      <a:pt x="15" y="14"/>
                    </a:moveTo>
                    <a:cubicBezTo>
                      <a:pt x="12" y="14"/>
                      <a:pt x="12" y="10"/>
                      <a:pt x="12" y="9"/>
                    </a:cubicBezTo>
                    <a:cubicBezTo>
                      <a:pt x="8" y="9"/>
                      <a:pt x="0" y="8"/>
                      <a:pt x="0" y="4"/>
                    </a:cubicBezTo>
                    <a:cubicBezTo>
                      <a:pt x="0" y="0"/>
                      <a:pt x="6" y="1"/>
                      <a:pt x="9" y="1"/>
                    </a:cubicBezTo>
                    <a:cubicBezTo>
                      <a:pt x="10" y="1"/>
                      <a:pt x="12" y="1"/>
                      <a:pt x="13" y="1"/>
                    </a:cubicBezTo>
                    <a:cubicBezTo>
                      <a:pt x="13" y="7"/>
                      <a:pt x="20" y="6"/>
                      <a:pt x="20" y="11"/>
                    </a:cubicBezTo>
                    <a:cubicBezTo>
                      <a:pt x="20" y="13"/>
                      <a:pt x="18" y="14"/>
                      <a:pt x="16" y="14"/>
                    </a:cubicBezTo>
                    <a:cubicBezTo>
                      <a:pt x="16" y="14"/>
                      <a:pt x="15" y="14"/>
                      <a:pt x="15" y="1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2" name="i$ḷídé"/>
              <p:cNvSpPr/>
              <p:nvPr/>
            </p:nvSpPr>
            <p:spPr bwMode="auto">
              <a:xfrm>
                <a:off x="7968009" y="3751204"/>
                <a:ext cx="13893" cy="1389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8" y="3"/>
                  </a:cxn>
                  <a:cxn ang="0">
                    <a:pos x="3" y="8"/>
                  </a:cxn>
                  <a:cxn ang="0">
                    <a:pos x="0" y="5"/>
                  </a:cxn>
                  <a:cxn ang="0">
                    <a:pos x="0" y="0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cubicBezTo>
                      <a:pt x="1" y="0"/>
                      <a:pt x="2" y="0"/>
                      <a:pt x="4" y="0"/>
                    </a:cubicBezTo>
                    <a:cubicBezTo>
                      <a:pt x="6" y="0"/>
                      <a:pt x="6" y="2"/>
                      <a:pt x="8" y="3"/>
                    </a:cubicBezTo>
                    <a:cubicBezTo>
                      <a:pt x="7" y="6"/>
                      <a:pt x="5" y="8"/>
                      <a:pt x="3" y="8"/>
                    </a:cubicBezTo>
                    <a:cubicBezTo>
                      <a:pt x="2" y="8"/>
                      <a:pt x="0" y="6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3" name="î$ḻíḍê"/>
              <p:cNvSpPr/>
              <p:nvPr/>
            </p:nvSpPr>
            <p:spPr bwMode="auto">
              <a:xfrm>
                <a:off x="8124792" y="3753188"/>
                <a:ext cx="73431" cy="43662"/>
              </a:xfrm>
              <a:custGeom>
                <a:avLst/>
                <a:gdLst/>
                <a:ahLst/>
                <a:cxnLst>
                  <a:cxn ang="0">
                    <a:pos x="19" y="13"/>
                  </a:cxn>
                  <a:cxn ang="0">
                    <a:pos x="17" y="19"/>
                  </a:cxn>
                  <a:cxn ang="0">
                    <a:pos x="3" y="26"/>
                  </a:cxn>
                  <a:cxn ang="0">
                    <a:pos x="0" y="22"/>
                  </a:cxn>
                  <a:cxn ang="0">
                    <a:pos x="15" y="10"/>
                  </a:cxn>
                  <a:cxn ang="0">
                    <a:pos x="17" y="6"/>
                  </a:cxn>
                  <a:cxn ang="0">
                    <a:pos x="45" y="3"/>
                  </a:cxn>
                  <a:cxn ang="0">
                    <a:pos x="19" y="13"/>
                  </a:cxn>
                </a:cxnLst>
                <a:rect l="0" t="0" r="r" b="b"/>
                <a:pathLst>
                  <a:path w="45" h="26">
                    <a:moveTo>
                      <a:pt x="19" y="13"/>
                    </a:moveTo>
                    <a:cubicBezTo>
                      <a:pt x="16" y="13"/>
                      <a:pt x="19" y="17"/>
                      <a:pt x="17" y="19"/>
                    </a:cubicBezTo>
                    <a:cubicBezTo>
                      <a:pt x="15" y="21"/>
                      <a:pt x="8" y="26"/>
                      <a:pt x="3" y="26"/>
                    </a:cubicBezTo>
                    <a:cubicBezTo>
                      <a:pt x="1" y="26"/>
                      <a:pt x="0" y="24"/>
                      <a:pt x="0" y="22"/>
                    </a:cubicBezTo>
                    <a:cubicBezTo>
                      <a:pt x="0" y="12"/>
                      <a:pt x="8" y="12"/>
                      <a:pt x="15" y="10"/>
                    </a:cubicBezTo>
                    <a:cubicBezTo>
                      <a:pt x="16" y="10"/>
                      <a:pt x="16" y="7"/>
                      <a:pt x="17" y="6"/>
                    </a:cubicBezTo>
                    <a:cubicBezTo>
                      <a:pt x="21" y="2"/>
                      <a:pt x="41" y="0"/>
                      <a:pt x="45" y="3"/>
                    </a:cubicBezTo>
                    <a:cubicBezTo>
                      <a:pt x="40" y="9"/>
                      <a:pt x="26" y="13"/>
                      <a:pt x="19" y="1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4" name="iSḻíďè"/>
              <p:cNvSpPr/>
              <p:nvPr/>
            </p:nvSpPr>
            <p:spPr bwMode="auto">
              <a:xfrm>
                <a:off x="8176391" y="3636097"/>
                <a:ext cx="21831" cy="23815"/>
              </a:xfrm>
              <a:custGeom>
                <a:avLst/>
                <a:gdLst/>
                <a:ahLst/>
                <a:cxnLst>
                  <a:cxn ang="0">
                    <a:pos x="13" y="8"/>
                  </a:cxn>
                  <a:cxn ang="0">
                    <a:pos x="8" y="14"/>
                  </a:cxn>
                  <a:cxn ang="0">
                    <a:pos x="0" y="5"/>
                  </a:cxn>
                  <a:cxn ang="0">
                    <a:pos x="13" y="8"/>
                  </a:cxn>
                </a:cxnLst>
                <a:rect l="0" t="0" r="r" b="b"/>
                <a:pathLst>
                  <a:path w="13" h="14">
                    <a:moveTo>
                      <a:pt x="13" y="8"/>
                    </a:moveTo>
                    <a:cubicBezTo>
                      <a:pt x="13" y="9"/>
                      <a:pt x="10" y="14"/>
                      <a:pt x="8" y="14"/>
                    </a:cubicBezTo>
                    <a:cubicBezTo>
                      <a:pt x="6" y="14"/>
                      <a:pt x="0" y="9"/>
                      <a:pt x="0" y="5"/>
                    </a:cubicBezTo>
                    <a:cubicBezTo>
                      <a:pt x="0" y="0"/>
                      <a:pt x="13" y="4"/>
                      <a:pt x="13" y="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5" name="ïśļiḍé"/>
              <p:cNvSpPr/>
              <p:nvPr/>
            </p:nvSpPr>
            <p:spPr bwMode="auto">
              <a:xfrm>
                <a:off x="8214099" y="3638081"/>
                <a:ext cx="59538" cy="17862"/>
              </a:xfrm>
              <a:custGeom>
                <a:avLst/>
                <a:gdLst/>
                <a:ahLst/>
                <a:cxnLst>
                  <a:cxn ang="0">
                    <a:pos x="31" y="2"/>
                  </a:cxn>
                  <a:cxn ang="0">
                    <a:pos x="36" y="10"/>
                  </a:cxn>
                  <a:cxn ang="0">
                    <a:pos x="34" y="10"/>
                  </a:cxn>
                  <a:cxn ang="0">
                    <a:pos x="18" y="6"/>
                  </a:cxn>
                  <a:cxn ang="0">
                    <a:pos x="8" y="6"/>
                  </a:cxn>
                  <a:cxn ang="0">
                    <a:pos x="0" y="4"/>
                  </a:cxn>
                  <a:cxn ang="0">
                    <a:pos x="3" y="0"/>
                  </a:cxn>
                  <a:cxn ang="0">
                    <a:pos x="23" y="0"/>
                  </a:cxn>
                  <a:cxn ang="0">
                    <a:pos x="30" y="2"/>
                  </a:cxn>
                  <a:cxn ang="0">
                    <a:pos x="31" y="2"/>
                  </a:cxn>
                </a:cxnLst>
                <a:rect l="0" t="0" r="r" b="b"/>
                <a:pathLst>
                  <a:path w="36" h="10">
                    <a:moveTo>
                      <a:pt x="31" y="2"/>
                    </a:moveTo>
                    <a:cubicBezTo>
                      <a:pt x="32" y="5"/>
                      <a:pt x="36" y="6"/>
                      <a:pt x="36" y="10"/>
                    </a:cubicBezTo>
                    <a:cubicBezTo>
                      <a:pt x="36" y="10"/>
                      <a:pt x="35" y="10"/>
                      <a:pt x="34" y="10"/>
                    </a:cubicBezTo>
                    <a:cubicBezTo>
                      <a:pt x="28" y="10"/>
                      <a:pt x="25" y="6"/>
                      <a:pt x="18" y="6"/>
                    </a:cubicBezTo>
                    <a:cubicBezTo>
                      <a:pt x="14" y="6"/>
                      <a:pt x="12" y="6"/>
                      <a:pt x="8" y="6"/>
                    </a:cubicBezTo>
                    <a:cubicBezTo>
                      <a:pt x="6" y="6"/>
                      <a:pt x="0" y="4"/>
                      <a:pt x="0" y="4"/>
                    </a:cubicBezTo>
                    <a:cubicBezTo>
                      <a:pt x="0" y="2"/>
                      <a:pt x="3" y="1"/>
                      <a:pt x="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3"/>
                      <a:pt x="27" y="2"/>
                      <a:pt x="30" y="2"/>
                    </a:cubicBezTo>
                    <a:lnTo>
                      <a:pt x="31" y="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6" name="ïšļîḑè"/>
              <p:cNvSpPr/>
              <p:nvPr/>
            </p:nvSpPr>
            <p:spPr bwMode="auto">
              <a:xfrm>
                <a:off x="8206161" y="3528928"/>
                <a:ext cx="23815" cy="57554"/>
              </a:xfrm>
              <a:custGeom>
                <a:avLst/>
                <a:gdLst/>
                <a:ahLst/>
                <a:cxnLst>
                  <a:cxn ang="0">
                    <a:pos x="4" y="28"/>
                  </a:cxn>
                  <a:cxn ang="0">
                    <a:pos x="4" y="25"/>
                  </a:cxn>
                  <a:cxn ang="0">
                    <a:pos x="14" y="24"/>
                  </a:cxn>
                  <a:cxn ang="0">
                    <a:pos x="11" y="17"/>
                  </a:cxn>
                  <a:cxn ang="0">
                    <a:pos x="15" y="12"/>
                  </a:cxn>
                  <a:cxn ang="0">
                    <a:pos x="4" y="0"/>
                  </a:cxn>
                  <a:cxn ang="0">
                    <a:pos x="0" y="9"/>
                  </a:cxn>
                  <a:cxn ang="0">
                    <a:pos x="3" y="21"/>
                  </a:cxn>
                  <a:cxn ang="0">
                    <a:pos x="3" y="27"/>
                  </a:cxn>
                  <a:cxn ang="0">
                    <a:pos x="9" y="35"/>
                  </a:cxn>
                  <a:cxn ang="0">
                    <a:pos x="4" y="28"/>
                  </a:cxn>
                </a:cxnLst>
                <a:rect l="0" t="0" r="r" b="b"/>
                <a:pathLst>
                  <a:path w="15" h="35">
                    <a:moveTo>
                      <a:pt x="4" y="28"/>
                    </a:moveTo>
                    <a:cubicBezTo>
                      <a:pt x="4" y="25"/>
                      <a:pt x="4" y="25"/>
                      <a:pt x="4" y="25"/>
                    </a:cubicBezTo>
                    <a:cubicBezTo>
                      <a:pt x="8" y="25"/>
                      <a:pt x="12" y="24"/>
                      <a:pt x="14" y="24"/>
                    </a:cubicBezTo>
                    <a:cubicBezTo>
                      <a:pt x="14" y="20"/>
                      <a:pt x="11" y="20"/>
                      <a:pt x="11" y="17"/>
                    </a:cubicBezTo>
                    <a:cubicBezTo>
                      <a:pt x="11" y="15"/>
                      <a:pt x="15" y="14"/>
                      <a:pt x="15" y="12"/>
                    </a:cubicBezTo>
                    <a:cubicBezTo>
                      <a:pt x="8" y="10"/>
                      <a:pt x="4" y="6"/>
                      <a:pt x="4" y="0"/>
                    </a:cubicBezTo>
                    <a:cubicBezTo>
                      <a:pt x="0" y="2"/>
                      <a:pt x="0" y="5"/>
                      <a:pt x="0" y="9"/>
                    </a:cubicBezTo>
                    <a:cubicBezTo>
                      <a:pt x="0" y="15"/>
                      <a:pt x="3" y="16"/>
                      <a:pt x="3" y="21"/>
                    </a:cubicBezTo>
                    <a:cubicBezTo>
                      <a:pt x="3" y="26"/>
                      <a:pt x="3" y="24"/>
                      <a:pt x="3" y="27"/>
                    </a:cubicBezTo>
                    <a:cubicBezTo>
                      <a:pt x="3" y="30"/>
                      <a:pt x="4" y="35"/>
                      <a:pt x="9" y="35"/>
                    </a:cubicBezTo>
                    <a:cubicBezTo>
                      <a:pt x="7" y="32"/>
                      <a:pt x="6" y="31"/>
                      <a:pt x="4" y="2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7" name="îṡļíďé"/>
              <p:cNvSpPr/>
              <p:nvPr/>
            </p:nvSpPr>
            <p:spPr bwMode="auto">
              <a:xfrm>
                <a:off x="8095024" y="3370161"/>
                <a:ext cx="95261" cy="89307"/>
              </a:xfrm>
              <a:custGeom>
                <a:avLst/>
                <a:gdLst/>
                <a:ahLst/>
                <a:cxnLst>
                  <a:cxn ang="0">
                    <a:pos x="48" y="38"/>
                  </a:cxn>
                  <a:cxn ang="0">
                    <a:pos x="46" y="35"/>
                  </a:cxn>
                  <a:cxn ang="0">
                    <a:pos x="42" y="40"/>
                  </a:cxn>
                  <a:cxn ang="0">
                    <a:pos x="47" y="48"/>
                  </a:cxn>
                  <a:cxn ang="0">
                    <a:pos x="42" y="53"/>
                  </a:cxn>
                  <a:cxn ang="0">
                    <a:pos x="40" y="50"/>
                  </a:cxn>
                  <a:cxn ang="0">
                    <a:pos x="36" y="51"/>
                  </a:cxn>
                  <a:cxn ang="0">
                    <a:pos x="26" y="37"/>
                  </a:cxn>
                  <a:cxn ang="0">
                    <a:pos x="28" y="32"/>
                  </a:cxn>
                  <a:cxn ang="0">
                    <a:pos x="27" y="29"/>
                  </a:cxn>
                  <a:cxn ang="0">
                    <a:pos x="21" y="28"/>
                  </a:cxn>
                  <a:cxn ang="0">
                    <a:pos x="21" y="32"/>
                  </a:cxn>
                  <a:cxn ang="0">
                    <a:pos x="17" y="30"/>
                  </a:cxn>
                  <a:cxn ang="0">
                    <a:pos x="16" y="32"/>
                  </a:cxn>
                  <a:cxn ang="0">
                    <a:pos x="12" y="28"/>
                  </a:cxn>
                  <a:cxn ang="0">
                    <a:pos x="4" y="45"/>
                  </a:cxn>
                  <a:cxn ang="0">
                    <a:pos x="4" y="36"/>
                  </a:cxn>
                  <a:cxn ang="0">
                    <a:pos x="2" y="32"/>
                  </a:cxn>
                  <a:cxn ang="0">
                    <a:pos x="5" y="22"/>
                  </a:cxn>
                  <a:cxn ang="0">
                    <a:pos x="19" y="14"/>
                  </a:cxn>
                  <a:cxn ang="0">
                    <a:pos x="26" y="20"/>
                  </a:cxn>
                  <a:cxn ang="0">
                    <a:pos x="28" y="20"/>
                  </a:cxn>
                  <a:cxn ang="0">
                    <a:pos x="32" y="15"/>
                  </a:cxn>
                  <a:cxn ang="0">
                    <a:pos x="41" y="9"/>
                  </a:cxn>
                  <a:cxn ang="0">
                    <a:pos x="42" y="0"/>
                  </a:cxn>
                  <a:cxn ang="0">
                    <a:pos x="48" y="4"/>
                  </a:cxn>
                  <a:cxn ang="0">
                    <a:pos x="58" y="33"/>
                  </a:cxn>
                  <a:cxn ang="0">
                    <a:pos x="53" y="46"/>
                  </a:cxn>
                  <a:cxn ang="0">
                    <a:pos x="48" y="36"/>
                  </a:cxn>
                  <a:cxn ang="0">
                    <a:pos x="48" y="38"/>
                  </a:cxn>
                </a:cxnLst>
                <a:rect l="0" t="0" r="r" b="b"/>
                <a:pathLst>
                  <a:path w="58" h="53">
                    <a:moveTo>
                      <a:pt x="48" y="38"/>
                    </a:moveTo>
                    <a:cubicBezTo>
                      <a:pt x="48" y="37"/>
                      <a:pt x="47" y="36"/>
                      <a:pt x="46" y="35"/>
                    </a:cubicBezTo>
                    <a:cubicBezTo>
                      <a:pt x="44" y="37"/>
                      <a:pt x="42" y="38"/>
                      <a:pt x="42" y="40"/>
                    </a:cubicBezTo>
                    <a:cubicBezTo>
                      <a:pt x="42" y="43"/>
                      <a:pt x="47" y="44"/>
                      <a:pt x="47" y="48"/>
                    </a:cubicBezTo>
                    <a:cubicBezTo>
                      <a:pt x="47" y="51"/>
                      <a:pt x="45" y="53"/>
                      <a:pt x="42" y="53"/>
                    </a:cubicBezTo>
                    <a:cubicBezTo>
                      <a:pt x="41" y="53"/>
                      <a:pt x="40" y="51"/>
                      <a:pt x="40" y="50"/>
                    </a:cubicBezTo>
                    <a:cubicBezTo>
                      <a:pt x="39" y="51"/>
                      <a:pt x="37" y="51"/>
                      <a:pt x="36" y="51"/>
                    </a:cubicBezTo>
                    <a:cubicBezTo>
                      <a:pt x="31" y="51"/>
                      <a:pt x="26" y="44"/>
                      <a:pt x="26" y="37"/>
                    </a:cubicBezTo>
                    <a:cubicBezTo>
                      <a:pt x="26" y="34"/>
                      <a:pt x="27" y="33"/>
                      <a:pt x="28" y="32"/>
                    </a:cubicBezTo>
                    <a:cubicBezTo>
                      <a:pt x="28" y="31"/>
                      <a:pt x="27" y="30"/>
                      <a:pt x="27" y="2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30"/>
                      <a:pt x="20" y="31"/>
                      <a:pt x="21" y="32"/>
                    </a:cubicBezTo>
                    <a:cubicBezTo>
                      <a:pt x="18" y="32"/>
                      <a:pt x="18" y="31"/>
                      <a:pt x="17" y="30"/>
                    </a:cubicBezTo>
                    <a:cubicBezTo>
                      <a:pt x="17" y="30"/>
                      <a:pt x="16" y="31"/>
                      <a:pt x="16" y="32"/>
                    </a:cubicBezTo>
                    <a:cubicBezTo>
                      <a:pt x="14" y="31"/>
                      <a:pt x="12" y="28"/>
                      <a:pt x="12" y="28"/>
                    </a:cubicBezTo>
                    <a:cubicBezTo>
                      <a:pt x="8" y="32"/>
                      <a:pt x="8" y="45"/>
                      <a:pt x="4" y="45"/>
                    </a:cubicBezTo>
                    <a:cubicBezTo>
                      <a:pt x="0" y="45"/>
                      <a:pt x="4" y="37"/>
                      <a:pt x="4" y="36"/>
                    </a:cubicBezTo>
                    <a:cubicBezTo>
                      <a:pt x="4" y="35"/>
                      <a:pt x="2" y="33"/>
                      <a:pt x="2" y="32"/>
                    </a:cubicBezTo>
                    <a:cubicBezTo>
                      <a:pt x="2" y="28"/>
                      <a:pt x="4" y="26"/>
                      <a:pt x="5" y="22"/>
                    </a:cubicBezTo>
                    <a:cubicBezTo>
                      <a:pt x="13" y="22"/>
                      <a:pt x="11" y="14"/>
                      <a:pt x="19" y="14"/>
                    </a:cubicBezTo>
                    <a:cubicBezTo>
                      <a:pt x="24" y="14"/>
                      <a:pt x="23" y="20"/>
                      <a:pt x="26" y="20"/>
                    </a:cubicBezTo>
                    <a:cubicBezTo>
                      <a:pt x="27" y="20"/>
                      <a:pt x="27" y="20"/>
                      <a:pt x="28" y="20"/>
                    </a:cubicBezTo>
                    <a:cubicBezTo>
                      <a:pt x="28" y="18"/>
                      <a:pt x="30" y="16"/>
                      <a:pt x="32" y="15"/>
                    </a:cubicBezTo>
                    <a:cubicBezTo>
                      <a:pt x="32" y="10"/>
                      <a:pt x="39" y="12"/>
                      <a:pt x="41" y="9"/>
                    </a:cubicBezTo>
                    <a:cubicBezTo>
                      <a:pt x="42" y="7"/>
                      <a:pt x="42" y="1"/>
                      <a:pt x="42" y="0"/>
                    </a:cubicBezTo>
                    <a:cubicBezTo>
                      <a:pt x="45" y="0"/>
                      <a:pt x="47" y="2"/>
                      <a:pt x="48" y="4"/>
                    </a:cubicBezTo>
                    <a:cubicBezTo>
                      <a:pt x="51" y="7"/>
                      <a:pt x="58" y="30"/>
                      <a:pt x="58" y="33"/>
                    </a:cubicBezTo>
                    <a:cubicBezTo>
                      <a:pt x="58" y="37"/>
                      <a:pt x="53" y="39"/>
                      <a:pt x="53" y="46"/>
                    </a:cubicBezTo>
                    <a:cubicBezTo>
                      <a:pt x="51" y="46"/>
                      <a:pt x="48" y="37"/>
                      <a:pt x="48" y="36"/>
                    </a:cubicBezTo>
                    <a:lnTo>
                      <a:pt x="48" y="38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8" name="îṡľïḓe"/>
              <p:cNvSpPr/>
              <p:nvPr/>
            </p:nvSpPr>
            <p:spPr bwMode="auto">
              <a:xfrm>
                <a:off x="8007700" y="3346345"/>
                <a:ext cx="45647" cy="49616"/>
              </a:xfrm>
              <a:custGeom>
                <a:avLst/>
                <a:gdLst/>
                <a:ahLst/>
                <a:cxnLst>
                  <a:cxn ang="0">
                    <a:pos x="3" y="29"/>
                  </a:cxn>
                  <a:cxn ang="0">
                    <a:pos x="0" y="29"/>
                  </a:cxn>
                  <a:cxn ang="0">
                    <a:pos x="22" y="5"/>
                  </a:cxn>
                  <a:cxn ang="0">
                    <a:pos x="25" y="0"/>
                  </a:cxn>
                  <a:cxn ang="0">
                    <a:pos x="28" y="6"/>
                  </a:cxn>
                  <a:cxn ang="0">
                    <a:pos x="24" y="9"/>
                  </a:cxn>
                  <a:cxn ang="0">
                    <a:pos x="17" y="13"/>
                  </a:cxn>
                  <a:cxn ang="0">
                    <a:pos x="3" y="29"/>
                  </a:cxn>
                </a:cxnLst>
                <a:rect l="0" t="0" r="r" b="b"/>
                <a:pathLst>
                  <a:path w="28" h="29">
                    <a:moveTo>
                      <a:pt x="3" y="2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4" y="18"/>
                      <a:pt x="18" y="13"/>
                      <a:pt x="22" y="5"/>
                    </a:cubicBezTo>
                    <a:cubicBezTo>
                      <a:pt x="23" y="3"/>
                      <a:pt x="23" y="1"/>
                      <a:pt x="25" y="0"/>
                    </a:cubicBezTo>
                    <a:cubicBezTo>
                      <a:pt x="24" y="4"/>
                      <a:pt x="26" y="5"/>
                      <a:pt x="28" y="6"/>
                    </a:cubicBezTo>
                    <a:cubicBezTo>
                      <a:pt x="26" y="8"/>
                      <a:pt x="26" y="9"/>
                      <a:pt x="24" y="9"/>
                    </a:cubicBezTo>
                    <a:cubicBezTo>
                      <a:pt x="23" y="12"/>
                      <a:pt x="20" y="13"/>
                      <a:pt x="17" y="13"/>
                    </a:cubicBezTo>
                    <a:cubicBezTo>
                      <a:pt x="15" y="22"/>
                      <a:pt x="8" y="26"/>
                      <a:pt x="3" y="2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39" name="íśḻíḍé"/>
              <p:cNvSpPr/>
              <p:nvPr/>
            </p:nvSpPr>
            <p:spPr bwMode="auto">
              <a:xfrm>
                <a:off x="8043424" y="3187576"/>
                <a:ext cx="89308" cy="127014"/>
              </a:xfrm>
              <a:custGeom>
                <a:avLst/>
                <a:gdLst/>
                <a:ahLst/>
                <a:cxnLst>
                  <a:cxn ang="0">
                    <a:pos x="4" y="31"/>
                  </a:cxn>
                  <a:cxn ang="0">
                    <a:pos x="6" y="20"/>
                  </a:cxn>
                  <a:cxn ang="0">
                    <a:pos x="5" y="7"/>
                  </a:cxn>
                  <a:cxn ang="0">
                    <a:pos x="9" y="0"/>
                  </a:cxn>
                  <a:cxn ang="0">
                    <a:pos x="16" y="7"/>
                  </a:cxn>
                  <a:cxn ang="0">
                    <a:pos x="21" y="3"/>
                  </a:cxn>
                  <a:cxn ang="0">
                    <a:pos x="22" y="5"/>
                  </a:cxn>
                  <a:cxn ang="0">
                    <a:pos x="23" y="8"/>
                  </a:cxn>
                  <a:cxn ang="0">
                    <a:pos x="28" y="25"/>
                  </a:cxn>
                  <a:cxn ang="0">
                    <a:pos x="20" y="42"/>
                  </a:cxn>
                  <a:cxn ang="0">
                    <a:pos x="30" y="59"/>
                  </a:cxn>
                  <a:cxn ang="0">
                    <a:pos x="30" y="58"/>
                  </a:cxn>
                  <a:cxn ang="0">
                    <a:pos x="34" y="55"/>
                  </a:cxn>
                  <a:cxn ang="0">
                    <a:pos x="43" y="64"/>
                  </a:cxn>
                  <a:cxn ang="0">
                    <a:pos x="46" y="61"/>
                  </a:cxn>
                  <a:cxn ang="0">
                    <a:pos x="49" y="62"/>
                  </a:cxn>
                  <a:cxn ang="0">
                    <a:pos x="46" y="66"/>
                  </a:cxn>
                  <a:cxn ang="0">
                    <a:pos x="49" y="66"/>
                  </a:cxn>
                  <a:cxn ang="0">
                    <a:pos x="54" y="71"/>
                  </a:cxn>
                  <a:cxn ang="0">
                    <a:pos x="54" y="74"/>
                  </a:cxn>
                  <a:cxn ang="0">
                    <a:pos x="53" y="76"/>
                  </a:cxn>
                  <a:cxn ang="0">
                    <a:pos x="51" y="73"/>
                  </a:cxn>
                  <a:cxn ang="0">
                    <a:pos x="36" y="61"/>
                  </a:cxn>
                  <a:cxn ang="0">
                    <a:pos x="37" y="69"/>
                  </a:cxn>
                  <a:cxn ang="0">
                    <a:pos x="25" y="60"/>
                  </a:cxn>
                  <a:cxn ang="0">
                    <a:pos x="19" y="62"/>
                  </a:cxn>
                  <a:cxn ang="0">
                    <a:pos x="13" y="57"/>
                  </a:cxn>
                  <a:cxn ang="0">
                    <a:pos x="15" y="53"/>
                  </a:cxn>
                  <a:cxn ang="0">
                    <a:pos x="15" y="49"/>
                  </a:cxn>
                  <a:cxn ang="0">
                    <a:pos x="13" y="49"/>
                  </a:cxn>
                  <a:cxn ang="0">
                    <a:pos x="10" y="51"/>
                  </a:cxn>
                  <a:cxn ang="0">
                    <a:pos x="1" y="44"/>
                  </a:cxn>
                  <a:cxn ang="0">
                    <a:pos x="4" y="31"/>
                  </a:cxn>
                </a:cxnLst>
                <a:rect l="0" t="0" r="r" b="b"/>
                <a:pathLst>
                  <a:path w="54" h="76">
                    <a:moveTo>
                      <a:pt x="4" y="31"/>
                    </a:moveTo>
                    <a:cubicBezTo>
                      <a:pt x="6" y="28"/>
                      <a:pt x="6" y="23"/>
                      <a:pt x="6" y="20"/>
                    </a:cubicBezTo>
                    <a:cubicBezTo>
                      <a:pt x="7" y="15"/>
                      <a:pt x="5" y="12"/>
                      <a:pt x="5" y="7"/>
                    </a:cubicBezTo>
                    <a:cubicBezTo>
                      <a:pt x="5" y="3"/>
                      <a:pt x="6" y="0"/>
                      <a:pt x="9" y="0"/>
                    </a:cubicBezTo>
                    <a:cubicBezTo>
                      <a:pt x="13" y="0"/>
                      <a:pt x="12" y="7"/>
                      <a:pt x="16" y="7"/>
                    </a:cubicBezTo>
                    <a:cubicBezTo>
                      <a:pt x="18" y="7"/>
                      <a:pt x="20" y="4"/>
                      <a:pt x="21" y="3"/>
                    </a:cubicBezTo>
                    <a:cubicBezTo>
                      <a:pt x="21" y="3"/>
                      <a:pt x="22" y="4"/>
                      <a:pt x="22" y="5"/>
                    </a:cubicBezTo>
                    <a:cubicBezTo>
                      <a:pt x="22" y="6"/>
                      <a:pt x="23" y="7"/>
                      <a:pt x="23" y="8"/>
                    </a:cubicBezTo>
                    <a:cubicBezTo>
                      <a:pt x="23" y="13"/>
                      <a:pt x="28" y="18"/>
                      <a:pt x="28" y="25"/>
                    </a:cubicBezTo>
                    <a:cubicBezTo>
                      <a:pt x="28" y="33"/>
                      <a:pt x="20" y="34"/>
                      <a:pt x="20" y="42"/>
                    </a:cubicBezTo>
                    <a:cubicBezTo>
                      <a:pt x="20" y="48"/>
                      <a:pt x="26" y="57"/>
                      <a:pt x="30" y="59"/>
                    </a:cubicBezTo>
                    <a:cubicBezTo>
                      <a:pt x="30" y="59"/>
                      <a:pt x="30" y="58"/>
                      <a:pt x="30" y="58"/>
                    </a:cubicBezTo>
                    <a:cubicBezTo>
                      <a:pt x="30" y="56"/>
                      <a:pt x="32" y="54"/>
                      <a:pt x="34" y="55"/>
                    </a:cubicBezTo>
                    <a:cubicBezTo>
                      <a:pt x="39" y="55"/>
                      <a:pt x="40" y="63"/>
                      <a:pt x="43" y="64"/>
                    </a:cubicBezTo>
                    <a:cubicBezTo>
                      <a:pt x="44" y="64"/>
                      <a:pt x="45" y="61"/>
                      <a:pt x="46" y="61"/>
                    </a:cubicBezTo>
                    <a:cubicBezTo>
                      <a:pt x="47" y="61"/>
                      <a:pt x="48" y="62"/>
                      <a:pt x="49" y="62"/>
                    </a:cubicBezTo>
                    <a:cubicBezTo>
                      <a:pt x="48" y="64"/>
                      <a:pt x="46" y="64"/>
                      <a:pt x="46" y="66"/>
                    </a:cubicBezTo>
                    <a:cubicBezTo>
                      <a:pt x="46" y="67"/>
                      <a:pt x="48" y="67"/>
                      <a:pt x="49" y="66"/>
                    </a:cubicBezTo>
                    <a:cubicBezTo>
                      <a:pt x="49" y="69"/>
                      <a:pt x="51" y="71"/>
                      <a:pt x="54" y="71"/>
                    </a:cubicBezTo>
                    <a:cubicBezTo>
                      <a:pt x="54" y="72"/>
                      <a:pt x="54" y="73"/>
                      <a:pt x="54" y="74"/>
                    </a:cubicBezTo>
                    <a:cubicBezTo>
                      <a:pt x="54" y="75"/>
                      <a:pt x="53" y="76"/>
                      <a:pt x="53" y="76"/>
                    </a:cubicBezTo>
                    <a:cubicBezTo>
                      <a:pt x="51" y="76"/>
                      <a:pt x="51" y="74"/>
                      <a:pt x="51" y="73"/>
                    </a:cubicBezTo>
                    <a:cubicBezTo>
                      <a:pt x="48" y="69"/>
                      <a:pt x="39" y="65"/>
                      <a:pt x="36" y="61"/>
                    </a:cubicBezTo>
                    <a:cubicBezTo>
                      <a:pt x="34" y="64"/>
                      <a:pt x="35" y="66"/>
                      <a:pt x="37" y="69"/>
                    </a:cubicBezTo>
                    <a:cubicBezTo>
                      <a:pt x="31" y="69"/>
                      <a:pt x="31" y="60"/>
                      <a:pt x="25" y="60"/>
                    </a:cubicBezTo>
                    <a:cubicBezTo>
                      <a:pt x="23" y="60"/>
                      <a:pt x="21" y="62"/>
                      <a:pt x="19" y="62"/>
                    </a:cubicBezTo>
                    <a:cubicBezTo>
                      <a:pt x="16" y="62"/>
                      <a:pt x="13" y="59"/>
                      <a:pt x="13" y="57"/>
                    </a:cubicBezTo>
                    <a:cubicBezTo>
                      <a:pt x="13" y="55"/>
                      <a:pt x="14" y="53"/>
                      <a:pt x="15" y="53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50"/>
                      <a:pt x="11" y="51"/>
                      <a:pt x="10" y="51"/>
                    </a:cubicBezTo>
                    <a:cubicBezTo>
                      <a:pt x="8" y="51"/>
                      <a:pt x="1" y="47"/>
                      <a:pt x="1" y="44"/>
                    </a:cubicBezTo>
                    <a:cubicBezTo>
                      <a:pt x="1" y="38"/>
                      <a:pt x="0" y="30"/>
                      <a:pt x="4" y="3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40" name="íṥḻîḍé"/>
              <p:cNvSpPr/>
              <p:nvPr/>
            </p:nvSpPr>
            <p:spPr bwMode="auto">
              <a:xfrm>
                <a:off x="8136699" y="3314592"/>
                <a:ext cx="29770" cy="51600"/>
              </a:xfrm>
              <a:custGeom>
                <a:avLst/>
                <a:gdLst/>
                <a:ahLst/>
                <a:cxnLst>
                  <a:cxn ang="0">
                    <a:pos x="16" y="20"/>
                  </a:cxn>
                  <a:cxn ang="0">
                    <a:pos x="10" y="20"/>
                  </a:cxn>
                  <a:cxn ang="0">
                    <a:pos x="14" y="28"/>
                  </a:cxn>
                  <a:cxn ang="0">
                    <a:pos x="14" y="30"/>
                  </a:cxn>
                  <a:cxn ang="0">
                    <a:pos x="10" y="30"/>
                  </a:cxn>
                  <a:cxn ang="0">
                    <a:pos x="8" y="25"/>
                  </a:cxn>
                  <a:cxn ang="0">
                    <a:pos x="8" y="23"/>
                  </a:cxn>
                  <a:cxn ang="0">
                    <a:pos x="2" y="17"/>
                  </a:cxn>
                  <a:cxn ang="0">
                    <a:pos x="2" y="15"/>
                  </a:cxn>
                  <a:cxn ang="0">
                    <a:pos x="8" y="15"/>
                  </a:cxn>
                  <a:cxn ang="0">
                    <a:pos x="10" y="13"/>
                  </a:cxn>
                  <a:cxn ang="0">
                    <a:pos x="0" y="2"/>
                  </a:cxn>
                  <a:cxn ang="0">
                    <a:pos x="4" y="0"/>
                  </a:cxn>
                  <a:cxn ang="0">
                    <a:pos x="13" y="2"/>
                  </a:cxn>
                  <a:cxn ang="0">
                    <a:pos x="13" y="6"/>
                  </a:cxn>
                  <a:cxn ang="0">
                    <a:pos x="15" y="6"/>
                  </a:cxn>
                  <a:cxn ang="0">
                    <a:pos x="15" y="12"/>
                  </a:cxn>
                  <a:cxn ang="0">
                    <a:pos x="18" y="15"/>
                  </a:cxn>
                  <a:cxn ang="0">
                    <a:pos x="16" y="20"/>
                  </a:cxn>
                </a:cxnLst>
                <a:rect l="0" t="0" r="r" b="b"/>
                <a:pathLst>
                  <a:path w="18" h="30">
                    <a:moveTo>
                      <a:pt x="16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1" y="23"/>
                      <a:pt x="12" y="27"/>
                      <a:pt x="14" y="28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30"/>
                      <a:pt x="11" y="30"/>
                      <a:pt x="10" y="30"/>
                    </a:cubicBezTo>
                    <a:cubicBezTo>
                      <a:pt x="7" y="30"/>
                      <a:pt x="7" y="27"/>
                      <a:pt x="8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5" y="23"/>
                      <a:pt x="3" y="19"/>
                      <a:pt x="2" y="17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4" y="15"/>
                      <a:pt x="7" y="15"/>
                      <a:pt x="8" y="15"/>
                    </a:cubicBezTo>
                    <a:cubicBezTo>
                      <a:pt x="8" y="15"/>
                      <a:pt x="10" y="14"/>
                      <a:pt x="10" y="13"/>
                    </a:cubicBezTo>
                    <a:cubicBezTo>
                      <a:pt x="10" y="8"/>
                      <a:pt x="1" y="5"/>
                      <a:pt x="0" y="2"/>
                    </a:cubicBezTo>
                    <a:cubicBezTo>
                      <a:pt x="1" y="1"/>
                      <a:pt x="3" y="0"/>
                      <a:pt x="4" y="0"/>
                    </a:cubicBezTo>
                    <a:cubicBezTo>
                      <a:pt x="7" y="0"/>
                      <a:pt x="9" y="2"/>
                      <a:pt x="13" y="2"/>
                    </a:cubicBezTo>
                    <a:cubicBezTo>
                      <a:pt x="13" y="3"/>
                      <a:pt x="13" y="5"/>
                      <a:pt x="13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5" y="8"/>
                      <a:pt x="15" y="12"/>
                      <a:pt x="15" y="12"/>
                    </a:cubicBezTo>
                    <a:cubicBezTo>
                      <a:pt x="15" y="12"/>
                      <a:pt x="18" y="15"/>
                      <a:pt x="18" y="15"/>
                    </a:cubicBezTo>
                    <a:cubicBezTo>
                      <a:pt x="18" y="18"/>
                      <a:pt x="17" y="19"/>
                      <a:pt x="16" y="2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41" name="ísḷiḑe"/>
              <p:cNvSpPr/>
              <p:nvPr/>
            </p:nvSpPr>
            <p:spPr bwMode="auto">
              <a:xfrm>
                <a:off x="8093038" y="3328483"/>
                <a:ext cx="23815" cy="31753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14" y="7"/>
                  </a:cxn>
                  <a:cxn ang="0">
                    <a:pos x="1" y="19"/>
                  </a:cxn>
                  <a:cxn ang="0">
                    <a:pos x="0" y="2"/>
                  </a:cxn>
                  <a:cxn ang="0">
                    <a:pos x="2" y="0"/>
                  </a:cxn>
                  <a:cxn ang="0">
                    <a:pos x="5" y="2"/>
                  </a:cxn>
                  <a:cxn ang="0">
                    <a:pos x="3" y="1"/>
                  </a:cxn>
                </a:cxnLst>
                <a:rect l="0" t="0" r="r" b="b"/>
                <a:pathLst>
                  <a:path w="14" h="19">
                    <a:moveTo>
                      <a:pt x="3" y="1"/>
                    </a:moveTo>
                    <a:cubicBezTo>
                      <a:pt x="4" y="3"/>
                      <a:pt x="14" y="4"/>
                      <a:pt x="14" y="7"/>
                    </a:cubicBezTo>
                    <a:cubicBezTo>
                      <a:pt x="14" y="14"/>
                      <a:pt x="5" y="17"/>
                      <a:pt x="1" y="19"/>
                    </a:cubicBezTo>
                    <a:cubicBezTo>
                      <a:pt x="1" y="13"/>
                      <a:pt x="0" y="6"/>
                      <a:pt x="0" y="2"/>
                    </a:cubicBezTo>
                    <a:cubicBezTo>
                      <a:pt x="0" y="1"/>
                      <a:pt x="2" y="0"/>
                      <a:pt x="2" y="0"/>
                    </a:cubicBezTo>
                    <a:cubicBezTo>
                      <a:pt x="3" y="0"/>
                      <a:pt x="4" y="2"/>
                      <a:pt x="5" y="2"/>
                    </a:cubicBezTo>
                    <a:lnTo>
                      <a:pt x="3" y="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42" name="iSļîďe"/>
              <p:cNvSpPr/>
              <p:nvPr/>
            </p:nvSpPr>
            <p:spPr bwMode="auto">
              <a:xfrm>
                <a:off x="8104946" y="3348329"/>
                <a:ext cx="23815" cy="39692"/>
              </a:xfrm>
              <a:custGeom>
                <a:avLst/>
                <a:gdLst/>
                <a:ahLst/>
                <a:cxnLst>
                  <a:cxn ang="0">
                    <a:pos x="14" y="5"/>
                  </a:cxn>
                  <a:cxn ang="0">
                    <a:pos x="9" y="17"/>
                  </a:cxn>
                  <a:cxn ang="0">
                    <a:pos x="11" y="22"/>
                  </a:cxn>
                  <a:cxn ang="0">
                    <a:pos x="9" y="24"/>
                  </a:cxn>
                  <a:cxn ang="0">
                    <a:pos x="0" y="14"/>
                  </a:cxn>
                  <a:cxn ang="0">
                    <a:pos x="4" y="12"/>
                  </a:cxn>
                  <a:cxn ang="0">
                    <a:pos x="8" y="1"/>
                  </a:cxn>
                  <a:cxn ang="0">
                    <a:pos x="14" y="5"/>
                  </a:cxn>
                </a:cxnLst>
                <a:rect l="0" t="0" r="r" b="b"/>
                <a:pathLst>
                  <a:path w="14" h="24">
                    <a:moveTo>
                      <a:pt x="14" y="5"/>
                    </a:moveTo>
                    <a:cubicBezTo>
                      <a:pt x="14" y="10"/>
                      <a:pt x="10" y="13"/>
                      <a:pt x="9" y="17"/>
                    </a:cubicBezTo>
                    <a:cubicBezTo>
                      <a:pt x="9" y="21"/>
                      <a:pt x="11" y="20"/>
                      <a:pt x="11" y="22"/>
                    </a:cubicBezTo>
                    <a:cubicBezTo>
                      <a:pt x="11" y="23"/>
                      <a:pt x="10" y="24"/>
                      <a:pt x="9" y="24"/>
                    </a:cubicBezTo>
                    <a:cubicBezTo>
                      <a:pt x="7" y="24"/>
                      <a:pt x="0" y="17"/>
                      <a:pt x="0" y="14"/>
                    </a:cubicBezTo>
                    <a:cubicBezTo>
                      <a:pt x="0" y="13"/>
                      <a:pt x="3" y="12"/>
                      <a:pt x="4" y="12"/>
                    </a:cubicBezTo>
                    <a:cubicBezTo>
                      <a:pt x="4" y="11"/>
                      <a:pt x="6" y="1"/>
                      <a:pt x="8" y="1"/>
                    </a:cubicBezTo>
                    <a:cubicBezTo>
                      <a:pt x="12" y="0"/>
                      <a:pt x="14" y="3"/>
                      <a:pt x="14" y="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43" name="íŝ1íḑé"/>
              <p:cNvSpPr/>
              <p:nvPr/>
            </p:nvSpPr>
            <p:spPr bwMode="auto">
              <a:xfrm>
                <a:off x="8126777" y="3350314"/>
                <a:ext cx="9924" cy="25801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15"/>
                  </a:cxn>
                  <a:cxn ang="0">
                    <a:pos x="0" y="15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7" h="15">
                    <a:moveTo>
                      <a:pt x="7" y="0"/>
                    </a:moveTo>
                    <a:cubicBezTo>
                      <a:pt x="7" y="7"/>
                      <a:pt x="2" y="9"/>
                      <a:pt x="2" y="15"/>
                    </a:cubicBezTo>
                    <a:cubicBezTo>
                      <a:pt x="2" y="15"/>
                      <a:pt x="0" y="15"/>
                      <a:pt x="0" y="15"/>
                    </a:cubicBezTo>
                    <a:cubicBezTo>
                      <a:pt x="1" y="10"/>
                      <a:pt x="4" y="7"/>
                      <a:pt x="4" y="0"/>
                    </a:cubicBezTo>
                    <a:cubicBezTo>
                      <a:pt x="5" y="0"/>
                      <a:pt x="6" y="0"/>
                      <a:pt x="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44" name="ïşļíḑe"/>
              <p:cNvSpPr/>
              <p:nvPr/>
            </p:nvSpPr>
            <p:spPr bwMode="auto">
              <a:xfrm>
                <a:off x="8132731" y="3366191"/>
                <a:ext cx="13893" cy="13893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3" y="0"/>
                  </a:cxn>
                  <a:cxn ang="0">
                    <a:pos x="8" y="0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cubicBezTo>
                      <a:pt x="8" y="4"/>
                      <a:pt x="6" y="8"/>
                      <a:pt x="2" y="8"/>
                    </a:cubicBezTo>
                    <a:cubicBezTo>
                      <a:pt x="1" y="8"/>
                      <a:pt x="0" y="6"/>
                      <a:pt x="0" y="6"/>
                    </a:cubicBezTo>
                    <a:cubicBezTo>
                      <a:pt x="0" y="3"/>
                      <a:pt x="2" y="2"/>
                      <a:pt x="3" y="0"/>
                    </a:cubicBezTo>
                    <a:cubicBezTo>
                      <a:pt x="5" y="1"/>
                      <a:pt x="7" y="1"/>
                      <a:pt x="8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45" name="îṩľïḍe"/>
              <p:cNvSpPr/>
              <p:nvPr/>
            </p:nvSpPr>
            <p:spPr bwMode="auto">
              <a:xfrm>
                <a:off x="8116853" y="3314592"/>
                <a:ext cx="15877" cy="21831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0" y="10"/>
                  </a:cxn>
                  <a:cxn ang="0">
                    <a:pos x="6" y="6"/>
                  </a:cxn>
                  <a:cxn ang="0">
                    <a:pos x="0" y="6"/>
                  </a:cxn>
                </a:cxnLst>
                <a:rect l="0" t="0" r="r" b="b"/>
                <a:pathLst>
                  <a:path w="10" h="12">
                    <a:moveTo>
                      <a:pt x="0" y="6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4"/>
                      <a:pt x="10" y="5"/>
                      <a:pt x="10" y="10"/>
                    </a:cubicBezTo>
                    <a:cubicBezTo>
                      <a:pt x="10" y="12"/>
                      <a:pt x="6" y="8"/>
                      <a:pt x="6" y="6"/>
                    </a:cubicBezTo>
                    <a:cubicBezTo>
                      <a:pt x="4" y="5"/>
                      <a:pt x="2" y="6"/>
                      <a:pt x="0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46" name="íşḻïdê"/>
              <p:cNvSpPr/>
              <p:nvPr/>
            </p:nvSpPr>
            <p:spPr bwMode="auto">
              <a:xfrm>
                <a:off x="8061284" y="3294746"/>
                <a:ext cx="23815" cy="25801"/>
              </a:xfrm>
              <a:custGeom>
                <a:avLst/>
                <a:gdLst/>
                <a:ahLst/>
                <a:cxnLst>
                  <a:cxn ang="0">
                    <a:pos x="11" y="15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4" y="7"/>
                  </a:cxn>
                  <a:cxn ang="0">
                    <a:pos x="11" y="15"/>
                  </a:cxn>
                </a:cxnLst>
                <a:rect l="0" t="0" r="r" b="b"/>
                <a:pathLst>
                  <a:path w="15" h="15">
                    <a:moveTo>
                      <a:pt x="11" y="15"/>
                    </a:moveTo>
                    <a:cubicBezTo>
                      <a:pt x="9" y="15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8" y="3"/>
                      <a:pt x="13" y="2"/>
                      <a:pt x="14" y="7"/>
                    </a:cubicBezTo>
                    <a:cubicBezTo>
                      <a:pt x="15" y="10"/>
                      <a:pt x="13" y="15"/>
                      <a:pt x="11" y="1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47" name="ïṥḷiḓé"/>
              <p:cNvSpPr/>
              <p:nvPr/>
            </p:nvSpPr>
            <p:spPr bwMode="auto">
              <a:xfrm>
                <a:off x="8085100" y="3298714"/>
                <a:ext cx="7939" cy="198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1"/>
                      <a:pt x="3" y="1"/>
                      <a:pt x="4" y="1"/>
                    </a:cubicBezTo>
                    <a:cubicBezTo>
                      <a:pt x="3" y="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48" name="îşľïdé"/>
              <p:cNvSpPr/>
              <p:nvPr/>
            </p:nvSpPr>
            <p:spPr bwMode="auto">
              <a:xfrm>
                <a:off x="8049377" y="3034761"/>
                <a:ext cx="45647" cy="63508"/>
              </a:xfrm>
              <a:custGeom>
                <a:avLst/>
                <a:gdLst/>
                <a:ahLst/>
                <a:cxnLst>
                  <a:cxn ang="0">
                    <a:pos x="8" y="39"/>
                  </a:cxn>
                  <a:cxn ang="0">
                    <a:pos x="1" y="26"/>
                  </a:cxn>
                  <a:cxn ang="0">
                    <a:pos x="16" y="0"/>
                  </a:cxn>
                  <a:cxn ang="0">
                    <a:pos x="8" y="39"/>
                  </a:cxn>
                </a:cxnLst>
                <a:rect l="0" t="0" r="r" b="b"/>
                <a:pathLst>
                  <a:path w="27" h="39">
                    <a:moveTo>
                      <a:pt x="8" y="39"/>
                    </a:moveTo>
                    <a:cubicBezTo>
                      <a:pt x="0" y="39"/>
                      <a:pt x="1" y="33"/>
                      <a:pt x="1" y="26"/>
                    </a:cubicBezTo>
                    <a:cubicBezTo>
                      <a:pt x="1" y="17"/>
                      <a:pt x="10" y="0"/>
                      <a:pt x="16" y="0"/>
                    </a:cubicBezTo>
                    <a:cubicBezTo>
                      <a:pt x="27" y="0"/>
                      <a:pt x="18" y="39"/>
                      <a:pt x="8" y="3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49" name="îşḻíḑé"/>
              <p:cNvSpPr/>
              <p:nvPr/>
            </p:nvSpPr>
            <p:spPr bwMode="auto">
              <a:xfrm>
                <a:off x="7807255" y="3147885"/>
                <a:ext cx="51600" cy="43662"/>
              </a:xfrm>
              <a:custGeom>
                <a:avLst/>
                <a:gdLst/>
                <a:ahLst/>
                <a:cxnLst>
                  <a:cxn ang="0">
                    <a:pos x="2" y="11"/>
                  </a:cxn>
                  <a:cxn ang="0">
                    <a:pos x="26" y="0"/>
                  </a:cxn>
                  <a:cxn ang="0">
                    <a:pos x="31" y="7"/>
                  </a:cxn>
                  <a:cxn ang="0">
                    <a:pos x="11" y="27"/>
                  </a:cxn>
                  <a:cxn ang="0">
                    <a:pos x="2" y="18"/>
                  </a:cxn>
                  <a:cxn ang="0">
                    <a:pos x="2" y="11"/>
                  </a:cxn>
                </a:cxnLst>
                <a:rect l="0" t="0" r="r" b="b"/>
                <a:pathLst>
                  <a:path w="31" h="27">
                    <a:moveTo>
                      <a:pt x="2" y="11"/>
                    </a:moveTo>
                    <a:cubicBezTo>
                      <a:pt x="5" y="11"/>
                      <a:pt x="20" y="0"/>
                      <a:pt x="26" y="0"/>
                    </a:cubicBezTo>
                    <a:cubicBezTo>
                      <a:pt x="28" y="0"/>
                      <a:pt x="31" y="4"/>
                      <a:pt x="31" y="7"/>
                    </a:cubicBezTo>
                    <a:cubicBezTo>
                      <a:pt x="31" y="13"/>
                      <a:pt x="18" y="27"/>
                      <a:pt x="11" y="27"/>
                    </a:cubicBezTo>
                    <a:cubicBezTo>
                      <a:pt x="5" y="27"/>
                      <a:pt x="2" y="24"/>
                      <a:pt x="2" y="18"/>
                    </a:cubicBezTo>
                    <a:cubicBezTo>
                      <a:pt x="2" y="15"/>
                      <a:pt x="0" y="11"/>
                      <a:pt x="2" y="1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50" name="iSļîḍe"/>
              <p:cNvSpPr/>
              <p:nvPr/>
            </p:nvSpPr>
            <p:spPr bwMode="auto">
              <a:xfrm>
                <a:off x="7582995" y="3078423"/>
                <a:ext cx="244107" cy="468367"/>
              </a:xfrm>
              <a:custGeom>
                <a:avLst/>
                <a:gdLst/>
                <a:ahLst/>
                <a:cxnLst>
                  <a:cxn ang="0">
                    <a:pos x="12" y="172"/>
                  </a:cxn>
                  <a:cxn ang="0">
                    <a:pos x="21" y="152"/>
                  </a:cxn>
                  <a:cxn ang="0">
                    <a:pos x="25" y="147"/>
                  </a:cxn>
                  <a:cxn ang="0">
                    <a:pos x="15" y="119"/>
                  </a:cxn>
                  <a:cxn ang="0">
                    <a:pos x="8" y="109"/>
                  </a:cxn>
                  <a:cxn ang="0">
                    <a:pos x="8" y="105"/>
                  </a:cxn>
                  <a:cxn ang="0">
                    <a:pos x="8" y="106"/>
                  </a:cxn>
                  <a:cxn ang="0">
                    <a:pos x="12" y="96"/>
                  </a:cxn>
                  <a:cxn ang="0">
                    <a:pos x="9" y="77"/>
                  </a:cxn>
                  <a:cxn ang="0">
                    <a:pos x="0" y="65"/>
                  </a:cxn>
                  <a:cxn ang="0">
                    <a:pos x="8" y="47"/>
                  </a:cxn>
                  <a:cxn ang="0">
                    <a:pos x="19" y="43"/>
                  </a:cxn>
                  <a:cxn ang="0">
                    <a:pos x="45" y="19"/>
                  </a:cxn>
                  <a:cxn ang="0">
                    <a:pos x="47" y="19"/>
                  </a:cxn>
                  <a:cxn ang="0">
                    <a:pos x="50" y="24"/>
                  </a:cxn>
                  <a:cxn ang="0">
                    <a:pos x="52" y="20"/>
                  </a:cxn>
                  <a:cxn ang="0">
                    <a:pos x="52" y="9"/>
                  </a:cxn>
                  <a:cxn ang="0">
                    <a:pos x="64" y="6"/>
                  </a:cxn>
                  <a:cxn ang="0">
                    <a:pos x="78" y="6"/>
                  </a:cxn>
                  <a:cxn ang="0">
                    <a:pos x="96" y="0"/>
                  </a:cxn>
                  <a:cxn ang="0">
                    <a:pos x="115" y="5"/>
                  </a:cxn>
                  <a:cxn ang="0">
                    <a:pos x="130" y="22"/>
                  </a:cxn>
                  <a:cxn ang="0">
                    <a:pos x="100" y="58"/>
                  </a:cxn>
                  <a:cxn ang="0">
                    <a:pos x="104" y="64"/>
                  </a:cxn>
                  <a:cxn ang="0">
                    <a:pos x="129" y="93"/>
                  </a:cxn>
                  <a:cxn ang="0">
                    <a:pos x="147" y="134"/>
                  </a:cxn>
                  <a:cxn ang="0">
                    <a:pos x="142" y="156"/>
                  </a:cxn>
                  <a:cxn ang="0">
                    <a:pos x="115" y="170"/>
                  </a:cxn>
                  <a:cxn ang="0">
                    <a:pos x="105" y="180"/>
                  </a:cxn>
                  <a:cxn ang="0">
                    <a:pos x="104" y="176"/>
                  </a:cxn>
                  <a:cxn ang="0">
                    <a:pos x="104" y="181"/>
                  </a:cxn>
                  <a:cxn ang="0">
                    <a:pos x="93" y="192"/>
                  </a:cxn>
                  <a:cxn ang="0">
                    <a:pos x="90" y="183"/>
                  </a:cxn>
                  <a:cxn ang="0">
                    <a:pos x="91" y="177"/>
                  </a:cxn>
                  <a:cxn ang="0">
                    <a:pos x="88" y="170"/>
                  </a:cxn>
                  <a:cxn ang="0">
                    <a:pos x="73" y="161"/>
                  </a:cxn>
                  <a:cxn ang="0">
                    <a:pos x="63" y="149"/>
                  </a:cxn>
                  <a:cxn ang="0">
                    <a:pos x="43" y="141"/>
                  </a:cxn>
                  <a:cxn ang="0">
                    <a:pos x="41" y="135"/>
                  </a:cxn>
                  <a:cxn ang="0">
                    <a:pos x="30" y="129"/>
                  </a:cxn>
                  <a:cxn ang="0">
                    <a:pos x="27" y="134"/>
                  </a:cxn>
                  <a:cxn ang="0">
                    <a:pos x="29" y="142"/>
                  </a:cxn>
                  <a:cxn ang="0">
                    <a:pos x="16" y="171"/>
                  </a:cxn>
                  <a:cxn ang="0">
                    <a:pos x="31" y="192"/>
                  </a:cxn>
                  <a:cxn ang="0">
                    <a:pos x="30" y="192"/>
                  </a:cxn>
                  <a:cxn ang="0">
                    <a:pos x="35" y="206"/>
                  </a:cxn>
                  <a:cxn ang="0">
                    <a:pos x="73" y="243"/>
                  </a:cxn>
                  <a:cxn ang="0">
                    <a:pos x="71" y="251"/>
                  </a:cxn>
                  <a:cxn ang="0">
                    <a:pos x="80" y="267"/>
                  </a:cxn>
                  <a:cxn ang="0">
                    <a:pos x="84" y="280"/>
                  </a:cxn>
                  <a:cxn ang="0">
                    <a:pos x="78" y="280"/>
                  </a:cxn>
                  <a:cxn ang="0">
                    <a:pos x="75" y="282"/>
                  </a:cxn>
                  <a:cxn ang="0">
                    <a:pos x="68" y="278"/>
                  </a:cxn>
                  <a:cxn ang="0">
                    <a:pos x="37" y="246"/>
                  </a:cxn>
                  <a:cxn ang="0">
                    <a:pos x="27" y="214"/>
                  </a:cxn>
                  <a:cxn ang="0">
                    <a:pos x="14" y="192"/>
                  </a:cxn>
                  <a:cxn ang="0">
                    <a:pos x="8" y="192"/>
                  </a:cxn>
                  <a:cxn ang="0">
                    <a:pos x="8" y="189"/>
                  </a:cxn>
                  <a:cxn ang="0">
                    <a:pos x="10" y="172"/>
                  </a:cxn>
                  <a:cxn ang="0">
                    <a:pos x="11" y="172"/>
                  </a:cxn>
                  <a:cxn ang="0">
                    <a:pos x="12" y="172"/>
                  </a:cxn>
                </a:cxnLst>
                <a:rect l="0" t="0" r="r" b="b"/>
                <a:pathLst>
                  <a:path w="147" h="282">
                    <a:moveTo>
                      <a:pt x="12" y="172"/>
                    </a:moveTo>
                    <a:cubicBezTo>
                      <a:pt x="16" y="165"/>
                      <a:pt x="17" y="160"/>
                      <a:pt x="21" y="152"/>
                    </a:cubicBezTo>
                    <a:cubicBezTo>
                      <a:pt x="22" y="150"/>
                      <a:pt x="25" y="149"/>
                      <a:pt x="25" y="147"/>
                    </a:cubicBezTo>
                    <a:cubicBezTo>
                      <a:pt x="25" y="143"/>
                      <a:pt x="19" y="123"/>
                      <a:pt x="15" y="119"/>
                    </a:cubicBezTo>
                    <a:cubicBezTo>
                      <a:pt x="12" y="116"/>
                      <a:pt x="8" y="114"/>
                      <a:pt x="8" y="109"/>
                    </a:cubicBezTo>
                    <a:cubicBezTo>
                      <a:pt x="8" y="108"/>
                      <a:pt x="8" y="107"/>
                      <a:pt x="8" y="105"/>
                    </a:cubicBezTo>
                    <a:cubicBezTo>
                      <a:pt x="8" y="106"/>
                      <a:pt x="8" y="106"/>
                      <a:pt x="8" y="106"/>
                    </a:cubicBezTo>
                    <a:cubicBezTo>
                      <a:pt x="9" y="105"/>
                      <a:pt x="12" y="100"/>
                      <a:pt x="12" y="96"/>
                    </a:cubicBezTo>
                    <a:cubicBezTo>
                      <a:pt x="12" y="91"/>
                      <a:pt x="12" y="82"/>
                      <a:pt x="9" y="77"/>
                    </a:cubicBezTo>
                    <a:cubicBezTo>
                      <a:pt x="6" y="73"/>
                      <a:pt x="0" y="73"/>
                      <a:pt x="0" y="65"/>
                    </a:cubicBezTo>
                    <a:cubicBezTo>
                      <a:pt x="0" y="57"/>
                      <a:pt x="3" y="51"/>
                      <a:pt x="8" y="47"/>
                    </a:cubicBezTo>
                    <a:cubicBezTo>
                      <a:pt x="10" y="44"/>
                      <a:pt x="15" y="45"/>
                      <a:pt x="19" y="43"/>
                    </a:cubicBezTo>
                    <a:cubicBezTo>
                      <a:pt x="29" y="36"/>
                      <a:pt x="36" y="33"/>
                      <a:pt x="45" y="19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3"/>
                      <a:pt x="49" y="24"/>
                      <a:pt x="50" y="24"/>
                    </a:cubicBezTo>
                    <a:cubicBezTo>
                      <a:pt x="51" y="24"/>
                      <a:pt x="52" y="22"/>
                      <a:pt x="52" y="20"/>
                    </a:cubicBezTo>
                    <a:cubicBezTo>
                      <a:pt x="52" y="16"/>
                      <a:pt x="52" y="13"/>
                      <a:pt x="52" y="9"/>
                    </a:cubicBezTo>
                    <a:cubicBezTo>
                      <a:pt x="52" y="9"/>
                      <a:pt x="62" y="6"/>
                      <a:pt x="64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84" y="9"/>
                      <a:pt x="89" y="0"/>
                      <a:pt x="96" y="0"/>
                    </a:cubicBezTo>
                    <a:cubicBezTo>
                      <a:pt x="103" y="0"/>
                      <a:pt x="107" y="5"/>
                      <a:pt x="115" y="5"/>
                    </a:cubicBezTo>
                    <a:cubicBezTo>
                      <a:pt x="115" y="16"/>
                      <a:pt x="123" y="20"/>
                      <a:pt x="130" y="22"/>
                    </a:cubicBezTo>
                    <a:cubicBezTo>
                      <a:pt x="121" y="36"/>
                      <a:pt x="100" y="39"/>
                      <a:pt x="100" y="58"/>
                    </a:cubicBezTo>
                    <a:cubicBezTo>
                      <a:pt x="100" y="62"/>
                      <a:pt x="102" y="63"/>
                      <a:pt x="104" y="64"/>
                    </a:cubicBezTo>
                    <a:cubicBezTo>
                      <a:pt x="114" y="74"/>
                      <a:pt x="118" y="86"/>
                      <a:pt x="129" y="93"/>
                    </a:cubicBezTo>
                    <a:cubicBezTo>
                      <a:pt x="140" y="100"/>
                      <a:pt x="147" y="119"/>
                      <a:pt x="147" y="134"/>
                    </a:cubicBezTo>
                    <a:cubicBezTo>
                      <a:pt x="147" y="144"/>
                      <a:pt x="142" y="148"/>
                      <a:pt x="142" y="156"/>
                    </a:cubicBezTo>
                    <a:cubicBezTo>
                      <a:pt x="127" y="160"/>
                      <a:pt x="126" y="164"/>
                      <a:pt x="115" y="170"/>
                    </a:cubicBezTo>
                    <a:cubicBezTo>
                      <a:pt x="109" y="173"/>
                      <a:pt x="110" y="180"/>
                      <a:pt x="105" y="180"/>
                    </a:cubicBezTo>
                    <a:cubicBezTo>
                      <a:pt x="104" y="180"/>
                      <a:pt x="104" y="177"/>
                      <a:pt x="104" y="176"/>
                    </a:cubicBezTo>
                    <a:cubicBezTo>
                      <a:pt x="104" y="179"/>
                      <a:pt x="104" y="180"/>
                      <a:pt x="104" y="181"/>
                    </a:cubicBezTo>
                    <a:cubicBezTo>
                      <a:pt x="104" y="185"/>
                      <a:pt x="95" y="192"/>
                      <a:pt x="93" y="192"/>
                    </a:cubicBezTo>
                    <a:cubicBezTo>
                      <a:pt x="91" y="192"/>
                      <a:pt x="90" y="186"/>
                      <a:pt x="90" y="183"/>
                    </a:cubicBezTo>
                    <a:cubicBezTo>
                      <a:pt x="90" y="179"/>
                      <a:pt x="90" y="178"/>
                      <a:pt x="91" y="177"/>
                    </a:cubicBezTo>
                    <a:cubicBezTo>
                      <a:pt x="90" y="176"/>
                      <a:pt x="89" y="172"/>
                      <a:pt x="88" y="170"/>
                    </a:cubicBezTo>
                    <a:cubicBezTo>
                      <a:pt x="82" y="170"/>
                      <a:pt x="73" y="168"/>
                      <a:pt x="73" y="161"/>
                    </a:cubicBezTo>
                    <a:cubicBezTo>
                      <a:pt x="63" y="161"/>
                      <a:pt x="68" y="155"/>
                      <a:pt x="63" y="149"/>
                    </a:cubicBezTo>
                    <a:cubicBezTo>
                      <a:pt x="56" y="143"/>
                      <a:pt x="50" y="143"/>
                      <a:pt x="43" y="141"/>
                    </a:cubicBezTo>
                    <a:cubicBezTo>
                      <a:pt x="42" y="141"/>
                      <a:pt x="41" y="135"/>
                      <a:pt x="41" y="135"/>
                    </a:cubicBezTo>
                    <a:cubicBezTo>
                      <a:pt x="40" y="130"/>
                      <a:pt x="34" y="129"/>
                      <a:pt x="30" y="129"/>
                    </a:cubicBezTo>
                    <a:cubicBezTo>
                      <a:pt x="26" y="129"/>
                      <a:pt x="27" y="132"/>
                      <a:pt x="27" y="134"/>
                    </a:cubicBezTo>
                    <a:cubicBezTo>
                      <a:pt x="27" y="138"/>
                      <a:pt x="29" y="139"/>
                      <a:pt x="29" y="142"/>
                    </a:cubicBezTo>
                    <a:cubicBezTo>
                      <a:pt x="29" y="156"/>
                      <a:pt x="16" y="159"/>
                      <a:pt x="16" y="171"/>
                    </a:cubicBezTo>
                    <a:cubicBezTo>
                      <a:pt x="16" y="185"/>
                      <a:pt x="31" y="179"/>
                      <a:pt x="31" y="192"/>
                    </a:cubicBezTo>
                    <a:cubicBezTo>
                      <a:pt x="30" y="192"/>
                      <a:pt x="30" y="192"/>
                      <a:pt x="30" y="192"/>
                    </a:cubicBezTo>
                    <a:cubicBezTo>
                      <a:pt x="32" y="195"/>
                      <a:pt x="32" y="203"/>
                      <a:pt x="35" y="206"/>
                    </a:cubicBezTo>
                    <a:cubicBezTo>
                      <a:pt x="47" y="218"/>
                      <a:pt x="73" y="221"/>
                      <a:pt x="73" y="243"/>
                    </a:cubicBezTo>
                    <a:cubicBezTo>
                      <a:pt x="73" y="247"/>
                      <a:pt x="71" y="247"/>
                      <a:pt x="71" y="251"/>
                    </a:cubicBezTo>
                    <a:cubicBezTo>
                      <a:pt x="71" y="259"/>
                      <a:pt x="78" y="262"/>
                      <a:pt x="80" y="267"/>
                    </a:cubicBezTo>
                    <a:cubicBezTo>
                      <a:pt x="82" y="273"/>
                      <a:pt x="82" y="275"/>
                      <a:pt x="84" y="280"/>
                    </a:cubicBezTo>
                    <a:cubicBezTo>
                      <a:pt x="80" y="280"/>
                      <a:pt x="80" y="280"/>
                      <a:pt x="78" y="280"/>
                    </a:cubicBezTo>
                    <a:cubicBezTo>
                      <a:pt x="77" y="280"/>
                      <a:pt x="76" y="282"/>
                      <a:pt x="75" y="282"/>
                    </a:cubicBezTo>
                    <a:cubicBezTo>
                      <a:pt x="71" y="282"/>
                      <a:pt x="70" y="279"/>
                      <a:pt x="68" y="278"/>
                    </a:cubicBezTo>
                    <a:cubicBezTo>
                      <a:pt x="54" y="274"/>
                      <a:pt x="41" y="261"/>
                      <a:pt x="37" y="246"/>
                    </a:cubicBezTo>
                    <a:cubicBezTo>
                      <a:pt x="33" y="233"/>
                      <a:pt x="32" y="224"/>
                      <a:pt x="27" y="214"/>
                    </a:cubicBezTo>
                    <a:cubicBezTo>
                      <a:pt x="24" y="208"/>
                      <a:pt x="21" y="192"/>
                      <a:pt x="14" y="192"/>
                    </a:cubicBezTo>
                    <a:cubicBezTo>
                      <a:pt x="9" y="192"/>
                      <a:pt x="12" y="194"/>
                      <a:pt x="8" y="192"/>
                    </a:cubicBezTo>
                    <a:cubicBezTo>
                      <a:pt x="7" y="192"/>
                      <a:pt x="8" y="190"/>
                      <a:pt x="8" y="189"/>
                    </a:cubicBezTo>
                    <a:cubicBezTo>
                      <a:pt x="8" y="183"/>
                      <a:pt x="9" y="179"/>
                      <a:pt x="10" y="172"/>
                    </a:cubicBezTo>
                    <a:cubicBezTo>
                      <a:pt x="11" y="172"/>
                      <a:pt x="11" y="172"/>
                      <a:pt x="11" y="172"/>
                    </a:cubicBezTo>
                    <a:lnTo>
                      <a:pt x="12" y="17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51" name="ïśḷîdê"/>
              <p:cNvSpPr/>
              <p:nvPr/>
            </p:nvSpPr>
            <p:spPr bwMode="auto">
              <a:xfrm>
                <a:off x="7741764" y="3606327"/>
                <a:ext cx="33739" cy="31753"/>
              </a:xfrm>
              <a:custGeom>
                <a:avLst/>
                <a:gdLst/>
                <a:ahLst/>
                <a:cxnLst>
                  <a:cxn ang="0">
                    <a:pos x="12" y="17"/>
                  </a:cxn>
                  <a:cxn ang="0">
                    <a:pos x="9" y="11"/>
                  </a:cxn>
                  <a:cxn ang="0">
                    <a:pos x="0" y="6"/>
                  </a:cxn>
                  <a:cxn ang="0">
                    <a:pos x="9" y="0"/>
                  </a:cxn>
                  <a:cxn ang="0">
                    <a:pos x="20" y="15"/>
                  </a:cxn>
                  <a:cxn ang="0">
                    <a:pos x="21" y="19"/>
                  </a:cxn>
                  <a:cxn ang="0">
                    <a:pos x="17" y="19"/>
                  </a:cxn>
                  <a:cxn ang="0">
                    <a:pos x="12" y="17"/>
                  </a:cxn>
                </a:cxnLst>
                <a:rect l="0" t="0" r="r" b="b"/>
                <a:pathLst>
                  <a:path w="21" h="19">
                    <a:moveTo>
                      <a:pt x="12" y="17"/>
                    </a:moveTo>
                    <a:cubicBezTo>
                      <a:pt x="11" y="17"/>
                      <a:pt x="9" y="12"/>
                      <a:pt x="9" y="11"/>
                    </a:cubicBezTo>
                    <a:cubicBezTo>
                      <a:pt x="7" y="7"/>
                      <a:pt x="0" y="9"/>
                      <a:pt x="0" y="6"/>
                    </a:cubicBezTo>
                    <a:cubicBezTo>
                      <a:pt x="0" y="3"/>
                      <a:pt x="6" y="0"/>
                      <a:pt x="9" y="0"/>
                    </a:cubicBezTo>
                    <a:cubicBezTo>
                      <a:pt x="11" y="7"/>
                      <a:pt x="14" y="15"/>
                      <a:pt x="20" y="15"/>
                    </a:cubicBezTo>
                    <a:cubicBezTo>
                      <a:pt x="20" y="16"/>
                      <a:pt x="20" y="18"/>
                      <a:pt x="21" y="19"/>
                    </a:cubicBezTo>
                    <a:cubicBezTo>
                      <a:pt x="20" y="19"/>
                      <a:pt x="18" y="19"/>
                      <a:pt x="17" y="19"/>
                    </a:cubicBezTo>
                    <a:cubicBezTo>
                      <a:pt x="15" y="19"/>
                      <a:pt x="14" y="17"/>
                      <a:pt x="12" y="1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52" name="iṩļiḍe"/>
              <p:cNvSpPr/>
              <p:nvPr/>
            </p:nvSpPr>
            <p:spPr bwMode="auto">
              <a:xfrm>
                <a:off x="7793364" y="3630142"/>
                <a:ext cx="13893" cy="13893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5" y="0"/>
                  </a:cxn>
                  <a:cxn ang="0">
                    <a:pos x="9" y="3"/>
                  </a:cxn>
                  <a:cxn ang="0">
                    <a:pos x="4" y="8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9" h="8">
                    <a:moveTo>
                      <a:pt x="1" y="0"/>
                    </a:moveTo>
                    <a:cubicBezTo>
                      <a:pt x="2" y="0"/>
                      <a:pt x="4" y="0"/>
                      <a:pt x="5" y="0"/>
                    </a:cubicBezTo>
                    <a:cubicBezTo>
                      <a:pt x="6" y="0"/>
                      <a:pt x="8" y="2"/>
                      <a:pt x="9" y="3"/>
                    </a:cubicBezTo>
                    <a:cubicBezTo>
                      <a:pt x="9" y="5"/>
                      <a:pt x="7" y="8"/>
                      <a:pt x="4" y="8"/>
                    </a:cubicBezTo>
                    <a:cubicBezTo>
                      <a:pt x="1" y="8"/>
                      <a:pt x="1" y="5"/>
                      <a:pt x="1" y="3"/>
                    </a:cubicBezTo>
                    <a:cubicBezTo>
                      <a:pt x="1" y="2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53" name="ïṣlïḓé"/>
              <p:cNvSpPr/>
              <p:nvPr/>
            </p:nvSpPr>
            <p:spPr bwMode="auto">
              <a:xfrm>
                <a:off x="7608794" y="3598389"/>
                <a:ext cx="11907" cy="1984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8" y="1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3" y="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8" h="12">
                    <a:moveTo>
                      <a:pt x="1" y="0"/>
                    </a:moveTo>
                    <a:cubicBezTo>
                      <a:pt x="5" y="4"/>
                      <a:pt x="8" y="7"/>
                      <a:pt x="8" y="12"/>
                    </a:cubicBezTo>
                    <a:cubicBezTo>
                      <a:pt x="5" y="12"/>
                      <a:pt x="0" y="5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1"/>
                      <a:pt x="3" y="2"/>
                      <a:pt x="3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54" name="ïṧľîḋè"/>
              <p:cNvSpPr/>
              <p:nvPr/>
            </p:nvSpPr>
            <p:spPr bwMode="auto">
              <a:xfrm>
                <a:off x="7581010" y="3552744"/>
                <a:ext cx="19846" cy="19846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8" y="1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12" h="11">
                    <a:moveTo>
                      <a:pt x="2" y="0"/>
                    </a:moveTo>
                    <a:cubicBezTo>
                      <a:pt x="5" y="2"/>
                      <a:pt x="12" y="11"/>
                      <a:pt x="8" y="11"/>
                    </a:cubicBezTo>
                    <a:cubicBezTo>
                      <a:pt x="6" y="11"/>
                      <a:pt x="1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55" name="iSľíḑe"/>
              <p:cNvSpPr/>
              <p:nvPr/>
            </p:nvSpPr>
            <p:spPr bwMode="auto">
              <a:xfrm>
                <a:off x="8249823" y="2838287"/>
                <a:ext cx="51600" cy="61523"/>
              </a:xfrm>
              <a:custGeom>
                <a:avLst/>
                <a:gdLst/>
                <a:ahLst/>
                <a:cxnLst>
                  <a:cxn ang="0">
                    <a:pos x="12" y="22"/>
                  </a:cxn>
                  <a:cxn ang="0">
                    <a:pos x="14" y="16"/>
                  </a:cxn>
                  <a:cxn ang="0">
                    <a:pos x="10" y="10"/>
                  </a:cxn>
                  <a:cxn ang="0">
                    <a:pos x="10" y="14"/>
                  </a:cxn>
                  <a:cxn ang="0">
                    <a:pos x="5" y="16"/>
                  </a:cxn>
                  <a:cxn ang="0">
                    <a:pos x="0" y="11"/>
                  </a:cxn>
                  <a:cxn ang="0">
                    <a:pos x="14" y="0"/>
                  </a:cxn>
                  <a:cxn ang="0">
                    <a:pos x="26" y="3"/>
                  </a:cxn>
                  <a:cxn ang="0">
                    <a:pos x="26" y="8"/>
                  </a:cxn>
                  <a:cxn ang="0">
                    <a:pos x="30" y="11"/>
                  </a:cxn>
                  <a:cxn ang="0">
                    <a:pos x="30" y="16"/>
                  </a:cxn>
                  <a:cxn ang="0">
                    <a:pos x="26" y="16"/>
                  </a:cxn>
                  <a:cxn ang="0">
                    <a:pos x="15" y="37"/>
                  </a:cxn>
                  <a:cxn ang="0">
                    <a:pos x="14" y="33"/>
                  </a:cxn>
                  <a:cxn ang="0">
                    <a:pos x="14" y="36"/>
                  </a:cxn>
                  <a:cxn ang="0">
                    <a:pos x="7" y="29"/>
                  </a:cxn>
                  <a:cxn ang="0">
                    <a:pos x="12" y="22"/>
                  </a:cxn>
                </a:cxnLst>
                <a:rect l="0" t="0" r="r" b="b"/>
                <a:pathLst>
                  <a:path w="30" h="37">
                    <a:moveTo>
                      <a:pt x="12" y="22"/>
                    </a:moveTo>
                    <a:cubicBezTo>
                      <a:pt x="14" y="16"/>
                      <a:pt x="14" y="16"/>
                      <a:pt x="14" y="16"/>
                    </a:cubicBezTo>
                    <a:cubicBezTo>
                      <a:pt x="11" y="15"/>
                      <a:pt x="11" y="12"/>
                      <a:pt x="10" y="10"/>
                    </a:cubicBezTo>
                    <a:cubicBezTo>
                      <a:pt x="10" y="11"/>
                      <a:pt x="9" y="13"/>
                      <a:pt x="10" y="14"/>
                    </a:cubicBezTo>
                    <a:cubicBezTo>
                      <a:pt x="8" y="14"/>
                      <a:pt x="6" y="16"/>
                      <a:pt x="5" y="16"/>
                    </a:cubicBezTo>
                    <a:cubicBezTo>
                      <a:pt x="3" y="16"/>
                      <a:pt x="0" y="13"/>
                      <a:pt x="0" y="11"/>
                    </a:cubicBezTo>
                    <a:cubicBezTo>
                      <a:pt x="0" y="8"/>
                      <a:pt x="13" y="0"/>
                      <a:pt x="14" y="0"/>
                    </a:cubicBezTo>
                    <a:cubicBezTo>
                      <a:pt x="18" y="0"/>
                      <a:pt x="20" y="3"/>
                      <a:pt x="26" y="3"/>
                    </a:cubicBezTo>
                    <a:cubicBezTo>
                      <a:pt x="26" y="5"/>
                      <a:pt x="25" y="8"/>
                      <a:pt x="26" y="8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3"/>
                      <a:pt x="29" y="14"/>
                      <a:pt x="30" y="16"/>
                    </a:cubicBezTo>
                    <a:cubicBezTo>
                      <a:pt x="29" y="16"/>
                      <a:pt x="27" y="16"/>
                      <a:pt x="26" y="16"/>
                    </a:cubicBezTo>
                    <a:cubicBezTo>
                      <a:pt x="25" y="24"/>
                      <a:pt x="21" y="37"/>
                      <a:pt x="15" y="37"/>
                    </a:cubicBezTo>
                    <a:cubicBezTo>
                      <a:pt x="14" y="37"/>
                      <a:pt x="14" y="35"/>
                      <a:pt x="14" y="3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0" y="36"/>
                      <a:pt x="7" y="31"/>
                      <a:pt x="7" y="29"/>
                    </a:cubicBezTo>
                    <a:cubicBezTo>
                      <a:pt x="7" y="28"/>
                      <a:pt x="12" y="22"/>
                      <a:pt x="12" y="2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56" name="íṡ1îḍè"/>
              <p:cNvSpPr/>
              <p:nvPr/>
            </p:nvSpPr>
            <p:spPr bwMode="auto">
              <a:xfrm>
                <a:off x="8309360" y="2822410"/>
                <a:ext cx="53585" cy="37708"/>
              </a:xfrm>
              <a:custGeom>
                <a:avLst/>
                <a:gdLst/>
                <a:ahLst/>
                <a:cxnLst>
                  <a:cxn ang="0">
                    <a:pos x="23" y="15"/>
                  </a:cxn>
                  <a:cxn ang="0">
                    <a:pos x="17" y="12"/>
                  </a:cxn>
                  <a:cxn ang="0">
                    <a:pos x="6" y="23"/>
                  </a:cxn>
                  <a:cxn ang="0">
                    <a:pos x="3" y="17"/>
                  </a:cxn>
                  <a:cxn ang="0">
                    <a:pos x="0" y="12"/>
                  </a:cxn>
                  <a:cxn ang="0">
                    <a:pos x="8" y="5"/>
                  </a:cxn>
                  <a:cxn ang="0">
                    <a:pos x="23" y="0"/>
                  </a:cxn>
                  <a:cxn ang="0">
                    <a:pos x="23" y="15"/>
                  </a:cxn>
                </a:cxnLst>
                <a:rect l="0" t="0" r="r" b="b"/>
                <a:pathLst>
                  <a:path w="33" h="23">
                    <a:moveTo>
                      <a:pt x="23" y="15"/>
                    </a:moveTo>
                    <a:cubicBezTo>
                      <a:pt x="20" y="15"/>
                      <a:pt x="18" y="13"/>
                      <a:pt x="17" y="12"/>
                    </a:cubicBezTo>
                    <a:cubicBezTo>
                      <a:pt x="13" y="16"/>
                      <a:pt x="12" y="23"/>
                      <a:pt x="6" y="23"/>
                    </a:cubicBezTo>
                    <a:cubicBezTo>
                      <a:pt x="4" y="23"/>
                      <a:pt x="3" y="19"/>
                      <a:pt x="3" y="17"/>
                    </a:cubicBezTo>
                    <a:cubicBezTo>
                      <a:pt x="1" y="15"/>
                      <a:pt x="0" y="14"/>
                      <a:pt x="0" y="12"/>
                    </a:cubicBezTo>
                    <a:cubicBezTo>
                      <a:pt x="0" y="12"/>
                      <a:pt x="8" y="6"/>
                      <a:pt x="8" y="5"/>
                    </a:cubicBezTo>
                    <a:cubicBezTo>
                      <a:pt x="16" y="7"/>
                      <a:pt x="17" y="0"/>
                      <a:pt x="23" y="0"/>
                    </a:cubicBezTo>
                    <a:cubicBezTo>
                      <a:pt x="33" y="0"/>
                      <a:pt x="28" y="15"/>
                      <a:pt x="23" y="1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57" name="iSḷîḓé"/>
              <p:cNvSpPr/>
              <p:nvPr/>
            </p:nvSpPr>
            <p:spPr bwMode="auto">
              <a:xfrm>
                <a:off x="8279591" y="2653718"/>
                <a:ext cx="232199" cy="192507"/>
              </a:xfrm>
              <a:custGeom>
                <a:avLst/>
                <a:gdLst/>
                <a:ahLst/>
                <a:cxnLst>
                  <a:cxn ang="0">
                    <a:pos x="55" y="110"/>
                  </a:cxn>
                  <a:cxn ang="0">
                    <a:pos x="55" y="107"/>
                  </a:cxn>
                  <a:cxn ang="0">
                    <a:pos x="56" y="99"/>
                  </a:cxn>
                  <a:cxn ang="0">
                    <a:pos x="43" y="95"/>
                  </a:cxn>
                  <a:cxn ang="0">
                    <a:pos x="39" y="99"/>
                  </a:cxn>
                  <a:cxn ang="0">
                    <a:pos x="29" y="100"/>
                  </a:cxn>
                  <a:cxn ang="0">
                    <a:pos x="6" y="106"/>
                  </a:cxn>
                  <a:cxn ang="0">
                    <a:pos x="0" y="104"/>
                  </a:cxn>
                  <a:cxn ang="0">
                    <a:pos x="5" y="101"/>
                  </a:cxn>
                  <a:cxn ang="0">
                    <a:pos x="30" y="84"/>
                  </a:cxn>
                  <a:cxn ang="0">
                    <a:pos x="57" y="84"/>
                  </a:cxn>
                  <a:cxn ang="0">
                    <a:pos x="72" y="70"/>
                  </a:cxn>
                  <a:cxn ang="0">
                    <a:pos x="79" y="59"/>
                  </a:cxn>
                  <a:cxn ang="0">
                    <a:pos x="77" y="64"/>
                  </a:cxn>
                  <a:cxn ang="0">
                    <a:pos x="79" y="66"/>
                  </a:cxn>
                  <a:cxn ang="0">
                    <a:pos x="92" y="60"/>
                  </a:cxn>
                  <a:cxn ang="0">
                    <a:pos x="116" y="25"/>
                  </a:cxn>
                  <a:cxn ang="0">
                    <a:pos x="114" y="19"/>
                  </a:cxn>
                  <a:cxn ang="0">
                    <a:pos x="125" y="3"/>
                  </a:cxn>
                  <a:cxn ang="0">
                    <a:pos x="130" y="4"/>
                  </a:cxn>
                  <a:cxn ang="0">
                    <a:pos x="129" y="4"/>
                  </a:cxn>
                  <a:cxn ang="0">
                    <a:pos x="128" y="0"/>
                  </a:cxn>
                  <a:cxn ang="0">
                    <a:pos x="133" y="2"/>
                  </a:cxn>
                  <a:cxn ang="0">
                    <a:pos x="134" y="11"/>
                  </a:cxn>
                  <a:cxn ang="0">
                    <a:pos x="140" y="26"/>
                  </a:cxn>
                  <a:cxn ang="0">
                    <a:pos x="134" y="40"/>
                  </a:cxn>
                  <a:cxn ang="0">
                    <a:pos x="134" y="43"/>
                  </a:cxn>
                  <a:cxn ang="0">
                    <a:pos x="130" y="44"/>
                  </a:cxn>
                  <a:cxn ang="0">
                    <a:pos x="127" y="63"/>
                  </a:cxn>
                  <a:cxn ang="0">
                    <a:pos x="122" y="76"/>
                  </a:cxn>
                  <a:cxn ang="0">
                    <a:pos x="125" y="84"/>
                  </a:cxn>
                  <a:cxn ang="0">
                    <a:pos x="114" y="93"/>
                  </a:cxn>
                  <a:cxn ang="0">
                    <a:pos x="114" y="86"/>
                  </a:cxn>
                  <a:cxn ang="0">
                    <a:pos x="102" y="96"/>
                  </a:cxn>
                  <a:cxn ang="0">
                    <a:pos x="100" y="94"/>
                  </a:cxn>
                  <a:cxn ang="0">
                    <a:pos x="96" y="94"/>
                  </a:cxn>
                  <a:cxn ang="0">
                    <a:pos x="87" y="100"/>
                  </a:cxn>
                  <a:cxn ang="0">
                    <a:pos x="74" y="92"/>
                  </a:cxn>
                  <a:cxn ang="0">
                    <a:pos x="72" y="96"/>
                  </a:cxn>
                  <a:cxn ang="0">
                    <a:pos x="76" y="103"/>
                  </a:cxn>
                  <a:cxn ang="0">
                    <a:pos x="72" y="103"/>
                  </a:cxn>
                  <a:cxn ang="0">
                    <a:pos x="61" y="115"/>
                  </a:cxn>
                  <a:cxn ang="0">
                    <a:pos x="55" y="110"/>
                  </a:cxn>
                </a:cxnLst>
                <a:rect l="0" t="0" r="r" b="b"/>
                <a:pathLst>
                  <a:path w="140" h="115">
                    <a:moveTo>
                      <a:pt x="55" y="110"/>
                    </a:moveTo>
                    <a:cubicBezTo>
                      <a:pt x="53" y="110"/>
                      <a:pt x="55" y="108"/>
                      <a:pt x="55" y="107"/>
                    </a:cubicBezTo>
                    <a:cubicBezTo>
                      <a:pt x="55" y="104"/>
                      <a:pt x="56" y="101"/>
                      <a:pt x="56" y="99"/>
                    </a:cubicBezTo>
                    <a:cubicBezTo>
                      <a:pt x="51" y="98"/>
                      <a:pt x="48" y="95"/>
                      <a:pt x="43" y="95"/>
                    </a:cubicBezTo>
                    <a:cubicBezTo>
                      <a:pt x="40" y="95"/>
                      <a:pt x="40" y="98"/>
                      <a:pt x="39" y="99"/>
                    </a:cubicBezTo>
                    <a:cubicBezTo>
                      <a:pt x="35" y="100"/>
                      <a:pt x="32" y="98"/>
                      <a:pt x="29" y="100"/>
                    </a:cubicBezTo>
                    <a:cubicBezTo>
                      <a:pt x="23" y="103"/>
                      <a:pt x="15" y="106"/>
                      <a:pt x="6" y="106"/>
                    </a:cubicBezTo>
                    <a:cubicBezTo>
                      <a:pt x="3" y="106"/>
                      <a:pt x="0" y="106"/>
                      <a:pt x="0" y="104"/>
                    </a:cubicBezTo>
                    <a:cubicBezTo>
                      <a:pt x="0" y="103"/>
                      <a:pt x="4" y="102"/>
                      <a:pt x="5" y="101"/>
                    </a:cubicBezTo>
                    <a:cubicBezTo>
                      <a:pt x="15" y="95"/>
                      <a:pt x="19" y="84"/>
                      <a:pt x="30" y="84"/>
                    </a:cubicBezTo>
                    <a:cubicBezTo>
                      <a:pt x="43" y="84"/>
                      <a:pt x="47" y="84"/>
                      <a:pt x="57" y="84"/>
                    </a:cubicBezTo>
                    <a:cubicBezTo>
                      <a:pt x="65" y="84"/>
                      <a:pt x="68" y="70"/>
                      <a:pt x="72" y="70"/>
                    </a:cubicBezTo>
                    <a:cubicBezTo>
                      <a:pt x="72" y="70"/>
                      <a:pt x="78" y="60"/>
                      <a:pt x="79" y="59"/>
                    </a:cubicBezTo>
                    <a:cubicBezTo>
                      <a:pt x="78" y="61"/>
                      <a:pt x="77" y="62"/>
                      <a:pt x="77" y="64"/>
                    </a:cubicBezTo>
                    <a:cubicBezTo>
                      <a:pt x="77" y="65"/>
                      <a:pt x="78" y="66"/>
                      <a:pt x="79" y="66"/>
                    </a:cubicBezTo>
                    <a:cubicBezTo>
                      <a:pt x="86" y="66"/>
                      <a:pt x="87" y="62"/>
                      <a:pt x="92" y="60"/>
                    </a:cubicBezTo>
                    <a:cubicBezTo>
                      <a:pt x="101" y="57"/>
                      <a:pt x="116" y="39"/>
                      <a:pt x="116" y="25"/>
                    </a:cubicBezTo>
                    <a:cubicBezTo>
                      <a:pt x="116" y="22"/>
                      <a:pt x="114" y="22"/>
                      <a:pt x="114" y="19"/>
                    </a:cubicBezTo>
                    <a:cubicBezTo>
                      <a:pt x="114" y="14"/>
                      <a:pt x="119" y="3"/>
                      <a:pt x="125" y="3"/>
                    </a:cubicBezTo>
                    <a:cubicBezTo>
                      <a:pt x="125" y="3"/>
                      <a:pt x="125" y="9"/>
                      <a:pt x="130" y="4"/>
                    </a:cubicBezTo>
                    <a:cubicBezTo>
                      <a:pt x="130" y="4"/>
                      <a:pt x="129" y="4"/>
                      <a:pt x="129" y="4"/>
                    </a:cubicBezTo>
                    <a:cubicBezTo>
                      <a:pt x="128" y="4"/>
                      <a:pt x="127" y="0"/>
                      <a:pt x="128" y="0"/>
                    </a:cubicBezTo>
                    <a:cubicBezTo>
                      <a:pt x="131" y="0"/>
                      <a:pt x="133" y="1"/>
                      <a:pt x="133" y="2"/>
                    </a:cubicBezTo>
                    <a:cubicBezTo>
                      <a:pt x="135" y="5"/>
                      <a:pt x="134" y="8"/>
                      <a:pt x="134" y="11"/>
                    </a:cubicBezTo>
                    <a:cubicBezTo>
                      <a:pt x="134" y="17"/>
                      <a:pt x="140" y="20"/>
                      <a:pt x="140" y="26"/>
                    </a:cubicBezTo>
                    <a:cubicBezTo>
                      <a:pt x="140" y="33"/>
                      <a:pt x="134" y="34"/>
                      <a:pt x="134" y="40"/>
                    </a:cubicBezTo>
                    <a:cubicBezTo>
                      <a:pt x="134" y="41"/>
                      <a:pt x="134" y="42"/>
                      <a:pt x="134" y="43"/>
                    </a:cubicBezTo>
                    <a:cubicBezTo>
                      <a:pt x="133" y="44"/>
                      <a:pt x="132" y="43"/>
                      <a:pt x="130" y="44"/>
                    </a:cubicBezTo>
                    <a:cubicBezTo>
                      <a:pt x="126" y="45"/>
                      <a:pt x="127" y="59"/>
                      <a:pt x="127" y="63"/>
                    </a:cubicBezTo>
                    <a:cubicBezTo>
                      <a:pt x="127" y="67"/>
                      <a:pt x="122" y="70"/>
                      <a:pt x="122" y="76"/>
                    </a:cubicBezTo>
                    <a:cubicBezTo>
                      <a:pt x="122" y="80"/>
                      <a:pt x="124" y="81"/>
                      <a:pt x="125" y="84"/>
                    </a:cubicBezTo>
                    <a:cubicBezTo>
                      <a:pt x="119" y="87"/>
                      <a:pt x="119" y="91"/>
                      <a:pt x="114" y="93"/>
                    </a:cubicBezTo>
                    <a:cubicBezTo>
                      <a:pt x="112" y="89"/>
                      <a:pt x="114" y="89"/>
                      <a:pt x="114" y="86"/>
                    </a:cubicBezTo>
                    <a:cubicBezTo>
                      <a:pt x="108" y="90"/>
                      <a:pt x="104" y="90"/>
                      <a:pt x="102" y="96"/>
                    </a:cubicBezTo>
                    <a:cubicBezTo>
                      <a:pt x="102" y="96"/>
                      <a:pt x="100" y="95"/>
                      <a:pt x="100" y="94"/>
                    </a:cubicBezTo>
                    <a:cubicBezTo>
                      <a:pt x="96" y="94"/>
                      <a:pt x="96" y="94"/>
                      <a:pt x="96" y="94"/>
                    </a:cubicBezTo>
                    <a:cubicBezTo>
                      <a:pt x="93" y="97"/>
                      <a:pt x="91" y="100"/>
                      <a:pt x="87" y="100"/>
                    </a:cubicBezTo>
                    <a:cubicBezTo>
                      <a:pt x="78" y="100"/>
                      <a:pt x="78" y="92"/>
                      <a:pt x="74" y="92"/>
                    </a:cubicBezTo>
                    <a:cubicBezTo>
                      <a:pt x="73" y="92"/>
                      <a:pt x="72" y="94"/>
                      <a:pt x="72" y="96"/>
                    </a:cubicBezTo>
                    <a:cubicBezTo>
                      <a:pt x="72" y="97"/>
                      <a:pt x="76" y="103"/>
                      <a:pt x="76" y="103"/>
                    </a:cubicBezTo>
                    <a:cubicBezTo>
                      <a:pt x="75" y="103"/>
                      <a:pt x="73" y="103"/>
                      <a:pt x="72" y="103"/>
                    </a:cubicBezTo>
                    <a:cubicBezTo>
                      <a:pt x="68" y="103"/>
                      <a:pt x="63" y="110"/>
                      <a:pt x="61" y="115"/>
                    </a:cubicBezTo>
                    <a:cubicBezTo>
                      <a:pt x="57" y="114"/>
                      <a:pt x="58" y="110"/>
                      <a:pt x="55" y="1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58" name="iṡļïḑê"/>
              <p:cNvSpPr/>
              <p:nvPr/>
            </p:nvSpPr>
            <p:spPr bwMode="auto">
              <a:xfrm>
                <a:off x="8466144" y="2550519"/>
                <a:ext cx="121062" cy="101216"/>
              </a:xfrm>
              <a:custGeom>
                <a:avLst/>
                <a:gdLst/>
                <a:ahLst/>
                <a:cxnLst>
                  <a:cxn ang="0">
                    <a:pos x="11" y="33"/>
                  </a:cxn>
                  <a:cxn ang="0">
                    <a:pos x="15" y="33"/>
                  </a:cxn>
                  <a:cxn ang="0">
                    <a:pos x="26" y="10"/>
                  </a:cxn>
                  <a:cxn ang="0">
                    <a:pos x="23" y="6"/>
                  </a:cxn>
                  <a:cxn ang="0">
                    <a:pos x="26" y="0"/>
                  </a:cxn>
                  <a:cxn ang="0">
                    <a:pos x="60" y="22"/>
                  </a:cxn>
                  <a:cxn ang="0">
                    <a:pos x="70" y="21"/>
                  </a:cxn>
                  <a:cxn ang="0">
                    <a:pos x="67" y="26"/>
                  </a:cxn>
                  <a:cxn ang="0">
                    <a:pos x="72" y="32"/>
                  </a:cxn>
                  <a:cxn ang="0">
                    <a:pos x="59" y="36"/>
                  </a:cxn>
                  <a:cxn ang="0">
                    <a:pos x="43" y="51"/>
                  </a:cxn>
                  <a:cxn ang="0">
                    <a:pos x="24" y="41"/>
                  </a:cxn>
                  <a:cxn ang="0">
                    <a:pos x="21" y="45"/>
                  </a:cxn>
                  <a:cxn ang="0">
                    <a:pos x="8" y="48"/>
                  </a:cxn>
                  <a:cxn ang="0">
                    <a:pos x="16" y="54"/>
                  </a:cxn>
                  <a:cxn ang="0">
                    <a:pos x="5" y="61"/>
                  </a:cxn>
                  <a:cxn ang="0">
                    <a:pos x="3" y="61"/>
                  </a:cxn>
                  <a:cxn ang="0">
                    <a:pos x="3" y="51"/>
                  </a:cxn>
                  <a:cxn ang="0">
                    <a:pos x="0" y="46"/>
                  </a:cxn>
                  <a:cxn ang="0">
                    <a:pos x="8" y="35"/>
                  </a:cxn>
                  <a:cxn ang="0">
                    <a:pos x="8" y="32"/>
                  </a:cxn>
                  <a:cxn ang="0">
                    <a:pos x="12" y="34"/>
                  </a:cxn>
                  <a:cxn ang="0">
                    <a:pos x="11" y="33"/>
                  </a:cxn>
                </a:cxnLst>
                <a:rect l="0" t="0" r="r" b="b"/>
                <a:pathLst>
                  <a:path w="72" h="61">
                    <a:moveTo>
                      <a:pt x="11" y="33"/>
                    </a:moveTo>
                    <a:cubicBezTo>
                      <a:pt x="12" y="33"/>
                      <a:pt x="14" y="33"/>
                      <a:pt x="15" y="33"/>
                    </a:cubicBezTo>
                    <a:cubicBezTo>
                      <a:pt x="23" y="33"/>
                      <a:pt x="26" y="16"/>
                      <a:pt x="26" y="10"/>
                    </a:cubicBezTo>
                    <a:cubicBezTo>
                      <a:pt x="26" y="8"/>
                      <a:pt x="23" y="7"/>
                      <a:pt x="23" y="6"/>
                    </a:cubicBezTo>
                    <a:cubicBezTo>
                      <a:pt x="23" y="2"/>
                      <a:pt x="25" y="1"/>
                      <a:pt x="26" y="0"/>
                    </a:cubicBezTo>
                    <a:cubicBezTo>
                      <a:pt x="38" y="8"/>
                      <a:pt x="43" y="22"/>
                      <a:pt x="60" y="22"/>
                    </a:cubicBezTo>
                    <a:cubicBezTo>
                      <a:pt x="64" y="22"/>
                      <a:pt x="67" y="19"/>
                      <a:pt x="70" y="21"/>
                    </a:cubicBezTo>
                    <a:cubicBezTo>
                      <a:pt x="69" y="23"/>
                      <a:pt x="67" y="24"/>
                      <a:pt x="67" y="26"/>
                    </a:cubicBezTo>
                    <a:cubicBezTo>
                      <a:pt x="67" y="29"/>
                      <a:pt x="71" y="32"/>
                      <a:pt x="72" y="32"/>
                    </a:cubicBezTo>
                    <a:cubicBezTo>
                      <a:pt x="68" y="35"/>
                      <a:pt x="65" y="36"/>
                      <a:pt x="59" y="36"/>
                    </a:cubicBezTo>
                    <a:cubicBezTo>
                      <a:pt x="49" y="36"/>
                      <a:pt x="46" y="46"/>
                      <a:pt x="43" y="51"/>
                    </a:cubicBezTo>
                    <a:cubicBezTo>
                      <a:pt x="36" y="47"/>
                      <a:pt x="31" y="46"/>
                      <a:pt x="24" y="41"/>
                    </a:cubicBezTo>
                    <a:cubicBezTo>
                      <a:pt x="23" y="42"/>
                      <a:pt x="21" y="43"/>
                      <a:pt x="21" y="45"/>
                    </a:cubicBezTo>
                    <a:cubicBezTo>
                      <a:pt x="15" y="45"/>
                      <a:pt x="8" y="40"/>
                      <a:pt x="8" y="48"/>
                    </a:cubicBezTo>
                    <a:cubicBezTo>
                      <a:pt x="8" y="52"/>
                      <a:pt x="14" y="52"/>
                      <a:pt x="16" y="54"/>
                    </a:cubicBezTo>
                    <a:cubicBezTo>
                      <a:pt x="12" y="59"/>
                      <a:pt x="9" y="57"/>
                      <a:pt x="5" y="61"/>
                    </a:cubicBezTo>
                    <a:cubicBezTo>
                      <a:pt x="3" y="61"/>
                      <a:pt x="3" y="61"/>
                      <a:pt x="3" y="61"/>
                    </a:cubicBezTo>
                    <a:cubicBezTo>
                      <a:pt x="3" y="58"/>
                      <a:pt x="3" y="51"/>
                      <a:pt x="3" y="51"/>
                    </a:cubicBezTo>
                    <a:cubicBezTo>
                      <a:pt x="3" y="49"/>
                      <a:pt x="0" y="48"/>
                      <a:pt x="0" y="46"/>
                    </a:cubicBezTo>
                    <a:cubicBezTo>
                      <a:pt x="0" y="41"/>
                      <a:pt x="8" y="38"/>
                      <a:pt x="8" y="35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9" y="32"/>
                      <a:pt x="10" y="33"/>
                      <a:pt x="12" y="34"/>
                    </a:cubicBezTo>
                    <a:lnTo>
                      <a:pt x="11" y="3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59" name="íṡlïḓé"/>
              <p:cNvSpPr/>
              <p:nvPr/>
            </p:nvSpPr>
            <p:spPr bwMode="auto">
              <a:xfrm>
                <a:off x="8585220" y="2574334"/>
                <a:ext cx="19846" cy="17862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2" y="2"/>
                  </a:cxn>
                  <a:cxn ang="0">
                    <a:pos x="1" y="11"/>
                  </a:cxn>
                  <a:cxn ang="0">
                    <a:pos x="1" y="7"/>
                  </a:cxn>
                  <a:cxn ang="0">
                    <a:pos x="11" y="0"/>
                  </a:cxn>
                  <a:cxn ang="0">
                    <a:pos x="10" y="0"/>
                  </a:cxn>
                </a:cxnLst>
                <a:rect l="0" t="0" r="r" b="b"/>
                <a:pathLst>
                  <a:path w="12" h="11">
                    <a:moveTo>
                      <a:pt x="10" y="0"/>
                    </a:moveTo>
                    <a:cubicBezTo>
                      <a:pt x="12" y="2"/>
                      <a:pt x="12" y="2"/>
                      <a:pt x="12" y="2"/>
                    </a:cubicBezTo>
                    <a:cubicBezTo>
                      <a:pt x="10" y="4"/>
                      <a:pt x="5" y="11"/>
                      <a:pt x="1" y="11"/>
                    </a:cubicBezTo>
                    <a:cubicBezTo>
                      <a:pt x="0" y="11"/>
                      <a:pt x="0" y="8"/>
                      <a:pt x="1" y="7"/>
                    </a:cubicBezTo>
                    <a:cubicBezTo>
                      <a:pt x="3" y="4"/>
                      <a:pt x="8" y="0"/>
                      <a:pt x="11" y="0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60" name="ïs1íḍe"/>
              <p:cNvSpPr/>
              <p:nvPr/>
            </p:nvSpPr>
            <p:spPr bwMode="auto">
              <a:xfrm>
                <a:off x="8624912" y="2548535"/>
                <a:ext cx="27785" cy="19846"/>
              </a:xfrm>
              <a:custGeom>
                <a:avLst/>
                <a:gdLst/>
                <a:ahLst/>
                <a:cxnLst>
                  <a:cxn ang="0">
                    <a:pos x="17" y="3"/>
                  </a:cxn>
                  <a:cxn ang="0">
                    <a:pos x="1" y="12"/>
                  </a:cxn>
                  <a:cxn ang="0">
                    <a:pos x="1" y="10"/>
                  </a:cxn>
                  <a:cxn ang="0">
                    <a:pos x="10" y="0"/>
                  </a:cxn>
                  <a:cxn ang="0">
                    <a:pos x="17" y="0"/>
                  </a:cxn>
                  <a:cxn ang="0">
                    <a:pos x="17" y="3"/>
                  </a:cxn>
                </a:cxnLst>
                <a:rect l="0" t="0" r="r" b="b"/>
                <a:pathLst>
                  <a:path w="17" h="12">
                    <a:moveTo>
                      <a:pt x="17" y="3"/>
                    </a:moveTo>
                    <a:cubicBezTo>
                      <a:pt x="7" y="3"/>
                      <a:pt x="7" y="12"/>
                      <a:pt x="1" y="12"/>
                    </a:cubicBezTo>
                    <a:cubicBezTo>
                      <a:pt x="0" y="12"/>
                      <a:pt x="1" y="10"/>
                      <a:pt x="1" y="10"/>
                    </a:cubicBezTo>
                    <a:cubicBezTo>
                      <a:pt x="1" y="10"/>
                      <a:pt x="5" y="0"/>
                      <a:pt x="10" y="0"/>
                    </a:cubicBezTo>
                    <a:cubicBezTo>
                      <a:pt x="13" y="0"/>
                      <a:pt x="15" y="0"/>
                      <a:pt x="17" y="0"/>
                    </a:cubicBezTo>
                    <a:lnTo>
                      <a:pt x="17" y="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61" name="îŝḻîďe"/>
              <p:cNvSpPr/>
              <p:nvPr/>
            </p:nvSpPr>
            <p:spPr bwMode="auto">
              <a:xfrm>
                <a:off x="8674528" y="2526703"/>
                <a:ext cx="15877" cy="13893"/>
              </a:xfrm>
              <a:custGeom>
                <a:avLst/>
                <a:gdLst/>
                <a:ahLst/>
                <a:cxnLst>
                  <a:cxn ang="0">
                    <a:pos x="1" y="6"/>
                  </a:cxn>
                  <a:cxn ang="0">
                    <a:pos x="2" y="3"/>
                  </a:cxn>
                  <a:cxn ang="0">
                    <a:pos x="9" y="0"/>
                  </a:cxn>
                  <a:cxn ang="0">
                    <a:pos x="1" y="9"/>
                  </a:cxn>
                  <a:cxn ang="0">
                    <a:pos x="1" y="6"/>
                  </a:cxn>
                </a:cxnLst>
                <a:rect l="0" t="0" r="r" b="b"/>
                <a:pathLst>
                  <a:path w="9" h="9">
                    <a:moveTo>
                      <a:pt x="1" y="6"/>
                    </a:moveTo>
                    <a:cubicBezTo>
                      <a:pt x="3" y="6"/>
                      <a:pt x="1" y="4"/>
                      <a:pt x="2" y="3"/>
                    </a:cubicBezTo>
                    <a:cubicBezTo>
                      <a:pt x="3" y="0"/>
                      <a:pt x="8" y="0"/>
                      <a:pt x="9" y="0"/>
                    </a:cubicBezTo>
                    <a:cubicBezTo>
                      <a:pt x="8" y="3"/>
                      <a:pt x="5" y="9"/>
                      <a:pt x="1" y="9"/>
                    </a:cubicBezTo>
                    <a:cubicBezTo>
                      <a:pt x="0" y="9"/>
                      <a:pt x="0" y="6"/>
                      <a:pt x="1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62" name="ï$lîḓê"/>
              <p:cNvSpPr/>
              <p:nvPr/>
            </p:nvSpPr>
            <p:spPr bwMode="auto">
              <a:xfrm>
                <a:off x="8505836" y="2302444"/>
                <a:ext cx="59538" cy="230214"/>
              </a:xfrm>
              <a:custGeom>
                <a:avLst/>
                <a:gdLst/>
                <a:ahLst/>
                <a:cxnLst>
                  <a:cxn ang="0">
                    <a:pos x="26" y="84"/>
                  </a:cxn>
                  <a:cxn ang="0">
                    <a:pos x="13" y="109"/>
                  </a:cxn>
                  <a:cxn ang="0">
                    <a:pos x="26" y="132"/>
                  </a:cxn>
                  <a:cxn ang="0">
                    <a:pos x="25" y="132"/>
                  </a:cxn>
                  <a:cxn ang="0">
                    <a:pos x="20" y="128"/>
                  </a:cxn>
                  <a:cxn ang="0">
                    <a:pos x="16" y="128"/>
                  </a:cxn>
                  <a:cxn ang="0">
                    <a:pos x="5" y="138"/>
                  </a:cxn>
                  <a:cxn ang="0">
                    <a:pos x="5" y="125"/>
                  </a:cxn>
                  <a:cxn ang="0">
                    <a:pos x="7" y="105"/>
                  </a:cxn>
                  <a:cxn ang="0">
                    <a:pos x="4" y="93"/>
                  </a:cxn>
                  <a:cxn ang="0">
                    <a:pos x="7" y="79"/>
                  </a:cxn>
                  <a:cxn ang="0">
                    <a:pos x="7" y="53"/>
                  </a:cxn>
                  <a:cxn ang="0">
                    <a:pos x="0" y="37"/>
                  </a:cxn>
                  <a:cxn ang="0">
                    <a:pos x="9" y="15"/>
                  </a:cxn>
                  <a:cxn ang="0">
                    <a:pos x="11" y="9"/>
                  </a:cxn>
                  <a:cxn ang="0">
                    <a:pos x="11" y="0"/>
                  </a:cxn>
                  <a:cxn ang="0">
                    <a:pos x="14" y="0"/>
                  </a:cxn>
                  <a:cxn ang="0">
                    <a:pos x="19" y="20"/>
                  </a:cxn>
                  <a:cxn ang="0">
                    <a:pos x="21" y="37"/>
                  </a:cxn>
                  <a:cxn ang="0">
                    <a:pos x="21" y="47"/>
                  </a:cxn>
                  <a:cxn ang="0">
                    <a:pos x="24" y="59"/>
                  </a:cxn>
                  <a:cxn ang="0">
                    <a:pos x="36" y="90"/>
                  </a:cxn>
                  <a:cxn ang="0">
                    <a:pos x="26" y="84"/>
                  </a:cxn>
                </a:cxnLst>
                <a:rect l="0" t="0" r="r" b="b"/>
                <a:pathLst>
                  <a:path w="36" h="138">
                    <a:moveTo>
                      <a:pt x="26" y="84"/>
                    </a:moveTo>
                    <a:cubicBezTo>
                      <a:pt x="15" y="84"/>
                      <a:pt x="13" y="98"/>
                      <a:pt x="13" y="109"/>
                    </a:cubicBezTo>
                    <a:cubicBezTo>
                      <a:pt x="13" y="120"/>
                      <a:pt x="22" y="124"/>
                      <a:pt x="26" y="132"/>
                    </a:cubicBezTo>
                    <a:cubicBezTo>
                      <a:pt x="26" y="132"/>
                      <a:pt x="25" y="132"/>
                      <a:pt x="25" y="132"/>
                    </a:cubicBezTo>
                    <a:cubicBezTo>
                      <a:pt x="23" y="133"/>
                      <a:pt x="21" y="130"/>
                      <a:pt x="20" y="128"/>
                    </a:cubicBezTo>
                    <a:cubicBezTo>
                      <a:pt x="19" y="128"/>
                      <a:pt x="17" y="128"/>
                      <a:pt x="16" y="128"/>
                    </a:cubicBezTo>
                    <a:cubicBezTo>
                      <a:pt x="11" y="128"/>
                      <a:pt x="11" y="138"/>
                      <a:pt x="5" y="138"/>
                    </a:cubicBezTo>
                    <a:cubicBezTo>
                      <a:pt x="4" y="138"/>
                      <a:pt x="5" y="127"/>
                      <a:pt x="5" y="125"/>
                    </a:cubicBezTo>
                    <a:cubicBezTo>
                      <a:pt x="5" y="117"/>
                      <a:pt x="7" y="112"/>
                      <a:pt x="7" y="105"/>
                    </a:cubicBezTo>
                    <a:cubicBezTo>
                      <a:pt x="7" y="99"/>
                      <a:pt x="4" y="98"/>
                      <a:pt x="4" y="93"/>
                    </a:cubicBezTo>
                    <a:cubicBezTo>
                      <a:pt x="4" y="86"/>
                      <a:pt x="7" y="84"/>
                      <a:pt x="7" y="79"/>
                    </a:cubicBezTo>
                    <a:cubicBezTo>
                      <a:pt x="7" y="68"/>
                      <a:pt x="7" y="64"/>
                      <a:pt x="7" y="53"/>
                    </a:cubicBezTo>
                    <a:cubicBezTo>
                      <a:pt x="7" y="46"/>
                      <a:pt x="0" y="44"/>
                      <a:pt x="0" y="37"/>
                    </a:cubicBezTo>
                    <a:cubicBezTo>
                      <a:pt x="0" y="28"/>
                      <a:pt x="3" y="16"/>
                      <a:pt x="9" y="15"/>
                    </a:cubicBezTo>
                    <a:cubicBezTo>
                      <a:pt x="9" y="12"/>
                      <a:pt x="11" y="11"/>
                      <a:pt x="11" y="9"/>
                    </a:cubicBezTo>
                    <a:cubicBezTo>
                      <a:pt x="11" y="4"/>
                      <a:pt x="11" y="3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4" y="8"/>
                      <a:pt x="18" y="14"/>
                      <a:pt x="19" y="20"/>
                    </a:cubicBezTo>
                    <a:cubicBezTo>
                      <a:pt x="21" y="26"/>
                      <a:pt x="18" y="30"/>
                      <a:pt x="21" y="37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0" y="52"/>
                      <a:pt x="23" y="57"/>
                      <a:pt x="24" y="59"/>
                    </a:cubicBezTo>
                    <a:cubicBezTo>
                      <a:pt x="27" y="70"/>
                      <a:pt x="33" y="79"/>
                      <a:pt x="36" y="90"/>
                    </a:cubicBezTo>
                    <a:cubicBezTo>
                      <a:pt x="34" y="86"/>
                      <a:pt x="30" y="84"/>
                      <a:pt x="26" y="8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63" name="ï$1ïḑê"/>
              <p:cNvSpPr/>
              <p:nvPr/>
            </p:nvSpPr>
            <p:spPr bwMode="auto">
              <a:xfrm>
                <a:off x="6616492" y="1506618"/>
                <a:ext cx="365168" cy="267922"/>
              </a:xfrm>
              <a:custGeom>
                <a:avLst/>
                <a:gdLst/>
                <a:ahLst/>
                <a:cxnLst>
                  <a:cxn ang="0">
                    <a:pos x="76" y="161"/>
                  </a:cxn>
                  <a:cxn ang="0">
                    <a:pos x="50" y="131"/>
                  </a:cxn>
                  <a:cxn ang="0">
                    <a:pos x="103" y="67"/>
                  </a:cxn>
                  <a:cxn ang="0">
                    <a:pos x="125" y="55"/>
                  </a:cxn>
                  <a:cxn ang="0">
                    <a:pos x="134" y="45"/>
                  </a:cxn>
                  <a:cxn ang="0">
                    <a:pos x="175" y="34"/>
                  </a:cxn>
                  <a:cxn ang="0">
                    <a:pos x="220" y="11"/>
                  </a:cxn>
                  <a:cxn ang="0">
                    <a:pos x="203" y="0"/>
                  </a:cxn>
                  <a:cxn ang="0">
                    <a:pos x="136" y="25"/>
                  </a:cxn>
                  <a:cxn ang="0">
                    <a:pos x="123" y="19"/>
                  </a:cxn>
                  <a:cxn ang="0">
                    <a:pos x="109" y="25"/>
                  </a:cxn>
                  <a:cxn ang="0">
                    <a:pos x="69" y="46"/>
                  </a:cxn>
                  <a:cxn ang="0">
                    <a:pos x="52" y="49"/>
                  </a:cxn>
                  <a:cxn ang="0">
                    <a:pos x="47" y="53"/>
                  </a:cxn>
                  <a:cxn ang="0">
                    <a:pos x="50" y="61"/>
                  </a:cxn>
                  <a:cxn ang="0">
                    <a:pos x="27" y="88"/>
                  </a:cxn>
                  <a:cxn ang="0">
                    <a:pos x="34" y="98"/>
                  </a:cxn>
                  <a:cxn ang="0">
                    <a:pos x="13" y="110"/>
                  </a:cxn>
                  <a:cxn ang="0">
                    <a:pos x="13" y="117"/>
                  </a:cxn>
                  <a:cxn ang="0">
                    <a:pos x="0" y="134"/>
                  </a:cxn>
                  <a:cxn ang="0">
                    <a:pos x="8" y="143"/>
                  </a:cxn>
                  <a:cxn ang="0">
                    <a:pos x="21" y="143"/>
                  </a:cxn>
                  <a:cxn ang="0">
                    <a:pos x="27" y="158"/>
                  </a:cxn>
                  <a:cxn ang="0">
                    <a:pos x="39" y="158"/>
                  </a:cxn>
                  <a:cxn ang="0">
                    <a:pos x="42" y="161"/>
                  </a:cxn>
                  <a:cxn ang="0">
                    <a:pos x="76" y="161"/>
                  </a:cxn>
                  <a:cxn ang="0">
                    <a:pos x="72" y="156"/>
                  </a:cxn>
                  <a:cxn ang="0">
                    <a:pos x="76" y="161"/>
                  </a:cxn>
                </a:cxnLst>
                <a:rect l="0" t="0" r="r" b="b"/>
                <a:pathLst>
                  <a:path w="220" h="161">
                    <a:moveTo>
                      <a:pt x="76" y="161"/>
                    </a:moveTo>
                    <a:cubicBezTo>
                      <a:pt x="66" y="151"/>
                      <a:pt x="50" y="147"/>
                      <a:pt x="50" y="131"/>
                    </a:cubicBezTo>
                    <a:cubicBezTo>
                      <a:pt x="50" y="102"/>
                      <a:pt x="81" y="73"/>
                      <a:pt x="103" y="67"/>
                    </a:cubicBezTo>
                    <a:cubicBezTo>
                      <a:pt x="111" y="64"/>
                      <a:pt x="113" y="55"/>
                      <a:pt x="125" y="55"/>
                    </a:cubicBezTo>
                    <a:cubicBezTo>
                      <a:pt x="130" y="55"/>
                      <a:pt x="132" y="46"/>
                      <a:pt x="134" y="45"/>
                    </a:cubicBezTo>
                    <a:cubicBezTo>
                      <a:pt x="149" y="38"/>
                      <a:pt x="160" y="41"/>
                      <a:pt x="175" y="34"/>
                    </a:cubicBezTo>
                    <a:cubicBezTo>
                      <a:pt x="186" y="28"/>
                      <a:pt x="220" y="26"/>
                      <a:pt x="220" y="11"/>
                    </a:cubicBezTo>
                    <a:cubicBezTo>
                      <a:pt x="220" y="6"/>
                      <a:pt x="208" y="0"/>
                      <a:pt x="203" y="0"/>
                    </a:cubicBezTo>
                    <a:cubicBezTo>
                      <a:pt x="181" y="0"/>
                      <a:pt x="160" y="25"/>
                      <a:pt x="136" y="25"/>
                    </a:cubicBezTo>
                    <a:cubicBezTo>
                      <a:pt x="131" y="25"/>
                      <a:pt x="128" y="19"/>
                      <a:pt x="123" y="19"/>
                    </a:cubicBezTo>
                    <a:cubicBezTo>
                      <a:pt x="115" y="19"/>
                      <a:pt x="115" y="25"/>
                      <a:pt x="109" y="25"/>
                    </a:cubicBezTo>
                    <a:cubicBezTo>
                      <a:pt x="93" y="25"/>
                      <a:pt x="80" y="46"/>
                      <a:pt x="69" y="46"/>
                    </a:cubicBezTo>
                    <a:cubicBezTo>
                      <a:pt x="63" y="46"/>
                      <a:pt x="58" y="49"/>
                      <a:pt x="52" y="49"/>
                    </a:cubicBezTo>
                    <a:cubicBezTo>
                      <a:pt x="49" y="49"/>
                      <a:pt x="47" y="52"/>
                      <a:pt x="47" y="53"/>
                    </a:cubicBezTo>
                    <a:cubicBezTo>
                      <a:pt x="47" y="56"/>
                      <a:pt x="50" y="58"/>
                      <a:pt x="50" y="61"/>
                    </a:cubicBezTo>
                    <a:cubicBezTo>
                      <a:pt x="50" y="74"/>
                      <a:pt x="27" y="80"/>
                      <a:pt x="27" y="88"/>
                    </a:cubicBezTo>
                    <a:cubicBezTo>
                      <a:pt x="27" y="91"/>
                      <a:pt x="34" y="92"/>
                      <a:pt x="34" y="98"/>
                    </a:cubicBezTo>
                    <a:cubicBezTo>
                      <a:pt x="27" y="99"/>
                      <a:pt x="13" y="102"/>
                      <a:pt x="13" y="110"/>
                    </a:cubicBezTo>
                    <a:cubicBezTo>
                      <a:pt x="13" y="115"/>
                      <a:pt x="13" y="117"/>
                      <a:pt x="13" y="117"/>
                    </a:cubicBezTo>
                    <a:cubicBezTo>
                      <a:pt x="13" y="124"/>
                      <a:pt x="0" y="124"/>
                      <a:pt x="0" y="134"/>
                    </a:cubicBezTo>
                    <a:cubicBezTo>
                      <a:pt x="0" y="139"/>
                      <a:pt x="8" y="143"/>
                      <a:pt x="8" y="143"/>
                    </a:cubicBezTo>
                    <a:cubicBezTo>
                      <a:pt x="8" y="143"/>
                      <a:pt x="20" y="143"/>
                      <a:pt x="21" y="143"/>
                    </a:cubicBezTo>
                    <a:cubicBezTo>
                      <a:pt x="28" y="145"/>
                      <a:pt x="24" y="152"/>
                      <a:pt x="27" y="158"/>
                    </a:cubicBezTo>
                    <a:cubicBezTo>
                      <a:pt x="28" y="161"/>
                      <a:pt x="35" y="158"/>
                      <a:pt x="39" y="158"/>
                    </a:cubicBezTo>
                    <a:cubicBezTo>
                      <a:pt x="40" y="158"/>
                      <a:pt x="41" y="161"/>
                      <a:pt x="42" y="161"/>
                    </a:cubicBezTo>
                    <a:cubicBezTo>
                      <a:pt x="76" y="161"/>
                      <a:pt x="76" y="161"/>
                      <a:pt x="76" y="161"/>
                    </a:cubicBezTo>
                    <a:cubicBezTo>
                      <a:pt x="75" y="159"/>
                      <a:pt x="73" y="157"/>
                      <a:pt x="72" y="156"/>
                    </a:cubicBezTo>
                    <a:lnTo>
                      <a:pt x="76" y="161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64" name="ï$ľíde"/>
              <p:cNvSpPr/>
              <p:nvPr/>
            </p:nvSpPr>
            <p:spPr bwMode="auto">
              <a:xfrm>
                <a:off x="5955620" y="1478833"/>
                <a:ext cx="3560380" cy="1323730"/>
              </a:xfrm>
              <a:custGeom>
                <a:avLst/>
                <a:gdLst/>
                <a:ahLst/>
                <a:cxnLst>
                  <a:cxn ang="0">
                    <a:pos x="1515" y="585"/>
                  </a:cxn>
                  <a:cxn ang="0">
                    <a:pos x="1460" y="485"/>
                  </a:cxn>
                  <a:cxn ang="0">
                    <a:pos x="1665" y="408"/>
                  </a:cxn>
                  <a:cxn ang="0">
                    <a:pos x="1804" y="346"/>
                  </a:cxn>
                  <a:cxn ang="0">
                    <a:pos x="1709" y="465"/>
                  </a:cxn>
                  <a:cxn ang="0">
                    <a:pos x="1793" y="452"/>
                  </a:cxn>
                  <a:cxn ang="0">
                    <a:pos x="1989" y="313"/>
                  </a:cxn>
                  <a:cxn ang="0">
                    <a:pos x="2112" y="287"/>
                  </a:cxn>
                  <a:cxn ang="0">
                    <a:pos x="1892" y="194"/>
                  </a:cxn>
                  <a:cxn ang="0">
                    <a:pos x="1660" y="159"/>
                  </a:cxn>
                  <a:cxn ang="0">
                    <a:pos x="1435" y="157"/>
                  </a:cxn>
                  <a:cxn ang="0">
                    <a:pos x="1314" y="97"/>
                  </a:cxn>
                  <a:cxn ang="0">
                    <a:pos x="1102" y="104"/>
                  </a:cxn>
                  <a:cxn ang="0">
                    <a:pos x="1016" y="27"/>
                  </a:cxn>
                  <a:cxn ang="0">
                    <a:pos x="758" y="117"/>
                  </a:cxn>
                  <a:cxn ang="0">
                    <a:pos x="668" y="148"/>
                  </a:cxn>
                  <a:cxn ang="0">
                    <a:pos x="644" y="121"/>
                  </a:cxn>
                  <a:cxn ang="0">
                    <a:pos x="511" y="207"/>
                  </a:cxn>
                  <a:cxn ang="0">
                    <a:pos x="322" y="247"/>
                  </a:cxn>
                  <a:cxn ang="0">
                    <a:pos x="214" y="296"/>
                  </a:cxn>
                  <a:cxn ang="0">
                    <a:pos x="229" y="227"/>
                  </a:cxn>
                  <a:cxn ang="0">
                    <a:pos x="127" y="236"/>
                  </a:cxn>
                  <a:cxn ang="0">
                    <a:pos x="136" y="312"/>
                  </a:cxn>
                  <a:cxn ang="0">
                    <a:pos x="117" y="395"/>
                  </a:cxn>
                  <a:cxn ang="0">
                    <a:pos x="50" y="446"/>
                  </a:cxn>
                  <a:cxn ang="0">
                    <a:pos x="16" y="495"/>
                  </a:cxn>
                  <a:cxn ang="0">
                    <a:pos x="54" y="558"/>
                  </a:cxn>
                  <a:cxn ang="0">
                    <a:pos x="88" y="597"/>
                  </a:cxn>
                  <a:cxn ang="0">
                    <a:pos x="112" y="644"/>
                  </a:cxn>
                  <a:cxn ang="0">
                    <a:pos x="208" y="647"/>
                  </a:cxn>
                  <a:cxn ang="0">
                    <a:pos x="225" y="626"/>
                  </a:cxn>
                  <a:cxn ang="0">
                    <a:pos x="284" y="701"/>
                  </a:cxn>
                  <a:cxn ang="0">
                    <a:pos x="350" y="732"/>
                  </a:cxn>
                  <a:cxn ang="0">
                    <a:pos x="366" y="742"/>
                  </a:cxn>
                  <a:cxn ang="0">
                    <a:pos x="349" y="634"/>
                  </a:cxn>
                  <a:cxn ang="0">
                    <a:pos x="412" y="645"/>
                  </a:cxn>
                  <a:cxn ang="0">
                    <a:pos x="427" y="700"/>
                  </a:cxn>
                  <a:cxn ang="0">
                    <a:pos x="428" y="746"/>
                  </a:cxn>
                  <a:cxn ang="0">
                    <a:pos x="447" y="755"/>
                  </a:cxn>
                  <a:cxn ang="0">
                    <a:pos x="522" y="777"/>
                  </a:cxn>
                  <a:cxn ang="0">
                    <a:pos x="559" y="781"/>
                  </a:cxn>
                  <a:cxn ang="0">
                    <a:pos x="608" y="770"/>
                  </a:cxn>
                  <a:cxn ang="0">
                    <a:pos x="654" y="772"/>
                  </a:cxn>
                  <a:cxn ang="0">
                    <a:pos x="677" y="748"/>
                  </a:cxn>
                  <a:cxn ang="0">
                    <a:pos x="829" y="593"/>
                  </a:cxn>
                  <a:cxn ang="0">
                    <a:pos x="994" y="534"/>
                  </a:cxn>
                  <a:cxn ang="0">
                    <a:pos x="1224" y="569"/>
                  </a:cxn>
                  <a:cxn ang="0">
                    <a:pos x="1411" y="607"/>
                  </a:cxn>
                  <a:cxn ang="0">
                    <a:pos x="1400" y="655"/>
                  </a:cxn>
                </a:cxnLst>
                <a:rect l="0" t="0" r="r" b="b"/>
                <a:pathLst>
                  <a:path w="2139" h="795">
                    <a:moveTo>
                      <a:pt x="1398" y="684"/>
                    </a:moveTo>
                    <a:cubicBezTo>
                      <a:pt x="1398" y="684"/>
                      <a:pt x="1415" y="688"/>
                      <a:pt x="1429" y="688"/>
                    </a:cubicBezTo>
                    <a:cubicBezTo>
                      <a:pt x="1454" y="688"/>
                      <a:pt x="1478" y="635"/>
                      <a:pt x="1495" y="618"/>
                    </a:cubicBezTo>
                    <a:cubicBezTo>
                      <a:pt x="1502" y="610"/>
                      <a:pt x="1512" y="596"/>
                      <a:pt x="1515" y="585"/>
                    </a:cubicBezTo>
                    <a:cubicBezTo>
                      <a:pt x="1518" y="572"/>
                      <a:pt x="1513" y="564"/>
                      <a:pt x="1520" y="551"/>
                    </a:cubicBezTo>
                    <a:cubicBezTo>
                      <a:pt x="1522" y="547"/>
                      <a:pt x="1527" y="537"/>
                      <a:pt x="1527" y="527"/>
                    </a:cubicBezTo>
                    <a:cubicBezTo>
                      <a:pt x="1527" y="515"/>
                      <a:pt x="1508" y="492"/>
                      <a:pt x="1499" y="499"/>
                    </a:cubicBezTo>
                    <a:cubicBezTo>
                      <a:pt x="1473" y="518"/>
                      <a:pt x="1460" y="488"/>
                      <a:pt x="1460" y="485"/>
                    </a:cubicBezTo>
                    <a:cubicBezTo>
                      <a:pt x="1460" y="473"/>
                      <a:pt x="1483" y="459"/>
                      <a:pt x="1493" y="450"/>
                    </a:cubicBezTo>
                    <a:cubicBezTo>
                      <a:pt x="1506" y="436"/>
                      <a:pt x="1524" y="413"/>
                      <a:pt x="1543" y="408"/>
                    </a:cubicBezTo>
                    <a:cubicBezTo>
                      <a:pt x="1560" y="404"/>
                      <a:pt x="1613" y="399"/>
                      <a:pt x="1627" y="399"/>
                    </a:cubicBezTo>
                    <a:cubicBezTo>
                      <a:pt x="1645" y="399"/>
                      <a:pt x="1654" y="408"/>
                      <a:pt x="1665" y="408"/>
                    </a:cubicBezTo>
                    <a:cubicBezTo>
                      <a:pt x="1671" y="408"/>
                      <a:pt x="1675" y="408"/>
                      <a:pt x="1689" y="408"/>
                    </a:cubicBezTo>
                    <a:cubicBezTo>
                      <a:pt x="1696" y="379"/>
                      <a:pt x="1709" y="362"/>
                      <a:pt x="1740" y="362"/>
                    </a:cubicBezTo>
                    <a:cubicBezTo>
                      <a:pt x="1748" y="362"/>
                      <a:pt x="1751" y="360"/>
                      <a:pt x="1766" y="362"/>
                    </a:cubicBezTo>
                    <a:cubicBezTo>
                      <a:pt x="1759" y="368"/>
                      <a:pt x="1756" y="406"/>
                      <a:pt x="1804" y="346"/>
                    </a:cubicBezTo>
                    <a:cubicBezTo>
                      <a:pt x="1809" y="346"/>
                      <a:pt x="1832" y="355"/>
                      <a:pt x="1797" y="377"/>
                    </a:cubicBezTo>
                    <a:cubicBezTo>
                      <a:pt x="1785" y="385"/>
                      <a:pt x="1774" y="381"/>
                      <a:pt x="1766" y="393"/>
                    </a:cubicBezTo>
                    <a:cubicBezTo>
                      <a:pt x="1757" y="406"/>
                      <a:pt x="1749" y="423"/>
                      <a:pt x="1735" y="430"/>
                    </a:cubicBezTo>
                    <a:cubicBezTo>
                      <a:pt x="1724" y="436"/>
                      <a:pt x="1709" y="447"/>
                      <a:pt x="1709" y="465"/>
                    </a:cubicBezTo>
                    <a:cubicBezTo>
                      <a:pt x="1709" y="482"/>
                      <a:pt x="1714" y="535"/>
                      <a:pt x="1726" y="545"/>
                    </a:cubicBezTo>
                    <a:cubicBezTo>
                      <a:pt x="1735" y="532"/>
                      <a:pt x="1741" y="507"/>
                      <a:pt x="1760" y="503"/>
                    </a:cubicBezTo>
                    <a:cubicBezTo>
                      <a:pt x="1757" y="491"/>
                      <a:pt x="1777" y="488"/>
                      <a:pt x="1777" y="479"/>
                    </a:cubicBezTo>
                    <a:cubicBezTo>
                      <a:pt x="1777" y="464"/>
                      <a:pt x="1793" y="460"/>
                      <a:pt x="1793" y="452"/>
                    </a:cubicBezTo>
                    <a:cubicBezTo>
                      <a:pt x="1793" y="447"/>
                      <a:pt x="1788" y="442"/>
                      <a:pt x="1793" y="432"/>
                    </a:cubicBezTo>
                    <a:cubicBezTo>
                      <a:pt x="1828" y="356"/>
                      <a:pt x="1861" y="397"/>
                      <a:pt x="1874" y="397"/>
                    </a:cubicBezTo>
                    <a:cubicBezTo>
                      <a:pt x="1914" y="397"/>
                      <a:pt x="1941" y="347"/>
                      <a:pt x="1976" y="346"/>
                    </a:cubicBezTo>
                    <a:cubicBezTo>
                      <a:pt x="2041" y="345"/>
                      <a:pt x="1989" y="320"/>
                      <a:pt x="1989" y="313"/>
                    </a:cubicBezTo>
                    <a:cubicBezTo>
                      <a:pt x="1989" y="294"/>
                      <a:pt x="2015" y="297"/>
                      <a:pt x="2020" y="287"/>
                    </a:cubicBezTo>
                    <a:cubicBezTo>
                      <a:pt x="2022" y="282"/>
                      <a:pt x="2018" y="271"/>
                      <a:pt x="2026" y="271"/>
                    </a:cubicBezTo>
                    <a:cubicBezTo>
                      <a:pt x="2054" y="271"/>
                      <a:pt x="2077" y="309"/>
                      <a:pt x="2097" y="309"/>
                    </a:cubicBezTo>
                    <a:cubicBezTo>
                      <a:pt x="2106" y="309"/>
                      <a:pt x="2108" y="293"/>
                      <a:pt x="2112" y="287"/>
                    </a:cubicBezTo>
                    <a:cubicBezTo>
                      <a:pt x="2120" y="278"/>
                      <a:pt x="2127" y="279"/>
                      <a:pt x="2139" y="275"/>
                    </a:cubicBezTo>
                    <a:cubicBezTo>
                      <a:pt x="2123" y="254"/>
                      <a:pt x="2071" y="242"/>
                      <a:pt x="2046" y="227"/>
                    </a:cubicBezTo>
                    <a:cubicBezTo>
                      <a:pt x="2011" y="207"/>
                      <a:pt x="1965" y="185"/>
                      <a:pt x="1914" y="185"/>
                    </a:cubicBezTo>
                    <a:cubicBezTo>
                      <a:pt x="1900" y="185"/>
                      <a:pt x="1890" y="188"/>
                      <a:pt x="1892" y="194"/>
                    </a:cubicBezTo>
                    <a:cubicBezTo>
                      <a:pt x="1906" y="237"/>
                      <a:pt x="1872" y="194"/>
                      <a:pt x="1863" y="194"/>
                    </a:cubicBezTo>
                    <a:cubicBezTo>
                      <a:pt x="1762" y="192"/>
                      <a:pt x="1762" y="192"/>
                      <a:pt x="1762" y="192"/>
                    </a:cubicBezTo>
                    <a:cubicBezTo>
                      <a:pt x="1756" y="169"/>
                      <a:pt x="1741" y="161"/>
                      <a:pt x="1711" y="161"/>
                    </a:cubicBezTo>
                    <a:cubicBezTo>
                      <a:pt x="1695" y="161"/>
                      <a:pt x="1670" y="167"/>
                      <a:pt x="1660" y="159"/>
                    </a:cubicBezTo>
                    <a:cubicBezTo>
                      <a:pt x="1652" y="151"/>
                      <a:pt x="1651" y="141"/>
                      <a:pt x="1638" y="137"/>
                    </a:cubicBezTo>
                    <a:cubicBezTo>
                      <a:pt x="1611" y="128"/>
                      <a:pt x="1582" y="121"/>
                      <a:pt x="1548" y="121"/>
                    </a:cubicBezTo>
                    <a:cubicBezTo>
                      <a:pt x="1513" y="121"/>
                      <a:pt x="1509" y="140"/>
                      <a:pt x="1506" y="157"/>
                    </a:cubicBezTo>
                    <a:cubicBezTo>
                      <a:pt x="1473" y="157"/>
                      <a:pt x="1457" y="157"/>
                      <a:pt x="1435" y="157"/>
                    </a:cubicBezTo>
                    <a:cubicBezTo>
                      <a:pt x="1423" y="157"/>
                      <a:pt x="1421" y="147"/>
                      <a:pt x="1407" y="146"/>
                    </a:cubicBezTo>
                    <a:cubicBezTo>
                      <a:pt x="1405" y="152"/>
                      <a:pt x="1403" y="166"/>
                      <a:pt x="1396" y="166"/>
                    </a:cubicBezTo>
                    <a:cubicBezTo>
                      <a:pt x="1377" y="166"/>
                      <a:pt x="1369" y="143"/>
                      <a:pt x="1369" y="130"/>
                    </a:cubicBezTo>
                    <a:cubicBezTo>
                      <a:pt x="1369" y="127"/>
                      <a:pt x="1405" y="105"/>
                      <a:pt x="1314" y="97"/>
                    </a:cubicBezTo>
                    <a:cubicBezTo>
                      <a:pt x="1303" y="96"/>
                      <a:pt x="1296" y="101"/>
                      <a:pt x="1296" y="115"/>
                    </a:cubicBezTo>
                    <a:cubicBezTo>
                      <a:pt x="1248" y="115"/>
                      <a:pt x="1248" y="115"/>
                      <a:pt x="1248" y="115"/>
                    </a:cubicBezTo>
                    <a:cubicBezTo>
                      <a:pt x="1233" y="111"/>
                      <a:pt x="1157" y="102"/>
                      <a:pt x="1147" y="86"/>
                    </a:cubicBezTo>
                    <a:cubicBezTo>
                      <a:pt x="1089" y="133"/>
                      <a:pt x="1102" y="104"/>
                      <a:pt x="1102" y="104"/>
                    </a:cubicBezTo>
                    <a:cubicBezTo>
                      <a:pt x="1116" y="87"/>
                      <a:pt x="1249" y="51"/>
                      <a:pt x="1140" y="24"/>
                    </a:cubicBezTo>
                    <a:cubicBezTo>
                      <a:pt x="1094" y="24"/>
                      <a:pt x="1094" y="24"/>
                      <a:pt x="1094" y="24"/>
                    </a:cubicBezTo>
                    <a:cubicBezTo>
                      <a:pt x="1089" y="12"/>
                      <a:pt x="1079" y="0"/>
                      <a:pt x="1060" y="0"/>
                    </a:cubicBezTo>
                    <a:cubicBezTo>
                      <a:pt x="1038" y="0"/>
                      <a:pt x="1028" y="17"/>
                      <a:pt x="1016" y="27"/>
                    </a:cubicBezTo>
                    <a:cubicBezTo>
                      <a:pt x="1008" y="33"/>
                      <a:pt x="951" y="56"/>
                      <a:pt x="956" y="35"/>
                    </a:cubicBezTo>
                    <a:cubicBezTo>
                      <a:pt x="941" y="40"/>
                      <a:pt x="879" y="44"/>
                      <a:pt x="847" y="73"/>
                    </a:cubicBezTo>
                    <a:cubicBezTo>
                      <a:pt x="840" y="79"/>
                      <a:pt x="838" y="97"/>
                      <a:pt x="828" y="97"/>
                    </a:cubicBezTo>
                    <a:cubicBezTo>
                      <a:pt x="813" y="97"/>
                      <a:pt x="758" y="92"/>
                      <a:pt x="758" y="117"/>
                    </a:cubicBezTo>
                    <a:cubicBezTo>
                      <a:pt x="758" y="122"/>
                      <a:pt x="763" y="128"/>
                      <a:pt x="765" y="135"/>
                    </a:cubicBezTo>
                    <a:cubicBezTo>
                      <a:pt x="755" y="141"/>
                      <a:pt x="752" y="135"/>
                      <a:pt x="721" y="135"/>
                    </a:cubicBezTo>
                    <a:cubicBezTo>
                      <a:pt x="695" y="170"/>
                      <a:pt x="697" y="129"/>
                      <a:pt x="691" y="121"/>
                    </a:cubicBezTo>
                    <a:cubicBezTo>
                      <a:pt x="689" y="136"/>
                      <a:pt x="679" y="142"/>
                      <a:pt x="668" y="148"/>
                    </a:cubicBezTo>
                    <a:cubicBezTo>
                      <a:pt x="671" y="160"/>
                      <a:pt x="690" y="173"/>
                      <a:pt x="677" y="188"/>
                    </a:cubicBezTo>
                    <a:cubicBezTo>
                      <a:pt x="667" y="198"/>
                      <a:pt x="695" y="230"/>
                      <a:pt x="680" y="230"/>
                    </a:cubicBezTo>
                    <a:cubicBezTo>
                      <a:pt x="662" y="230"/>
                      <a:pt x="657" y="164"/>
                      <a:pt x="657" y="150"/>
                    </a:cubicBezTo>
                    <a:cubicBezTo>
                      <a:pt x="657" y="135"/>
                      <a:pt x="681" y="129"/>
                      <a:pt x="644" y="121"/>
                    </a:cubicBezTo>
                    <a:cubicBezTo>
                      <a:pt x="625" y="118"/>
                      <a:pt x="589" y="149"/>
                      <a:pt x="589" y="166"/>
                    </a:cubicBezTo>
                    <a:cubicBezTo>
                      <a:pt x="589" y="186"/>
                      <a:pt x="598" y="199"/>
                      <a:pt x="608" y="210"/>
                    </a:cubicBezTo>
                    <a:cubicBezTo>
                      <a:pt x="633" y="248"/>
                      <a:pt x="574" y="205"/>
                      <a:pt x="552" y="200"/>
                    </a:cubicBezTo>
                    <a:cubicBezTo>
                      <a:pt x="492" y="184"/>
                      <a:pt x="512" y="204"/>
                      <a:pt x="511" y="207"/>
                    </a:cubicBezTo>
                    <a:cubicBezTo>
                      <a:pt x="509" y="241"/>
                      <a:pt x="495" y="214"/>
                      <a:pt x="487" y="214"/>
                    </a:cubicBezTo>
                    <a:cubicBezTo>
                      <a:pt x="473" y="214"/>
                      <a:pt x="445" y="233"/>
                      <a:pt x="425" y="223"/>
                    </a:cubicBezTo>
                    <a:cubicBezTo>
                      <a:pt x="415" y="197"/>
                      <a:pt x="349" y="256"/>
                      <a:pt x="333" y="256"/>
                    </a:cubicBezTo>
                    <a:cubicBezTo>
                      <a:pt x="327" y="256"/>
                      <a:pt x="320" y="252"/>
                      <a:pt x="322" y="247"/>
                    </a:cubicBezTo>
                    <a:cubicBezTo>
                      <a:pt x="329" y="229"/>
                      <a:pt x="319" y="191"/>
                      <a:pt x="300" y="249"/>
                    </a:cubicBezTo>
                    <a:cubicBezTo>
                      <a:pt x="298" y="253"/>
                      <a:pt x="306" y="255"/>
                      <a:pt x="306" y="263"/>
                    </a:cubicBezTo>
                    <a:cubicBezTo>
                      <a:pt x="306" y="278"/>
                      <a:pt x="283" y="267"/>
                      <a:pt x="271" y="271"/>
                    </a:cubicBezTo>
                    <a:cubicBezTo>
                      <a:pt x="259" y="275"/>
                      <a:pt x="265" y="318"/>
                      <a:pt x="214" y="296"/>
                    </a:cubicBezTo>
                    <a:cubicBezTo>
                      <a:pt x="214" y="313"/>
                      <a:pt x="214" y="313"/>
                      <a:pt x="214" y="313"/>
                    </a:cubicBezTo>
                    <a:cubicBezTo>
                      <a:pt x="189" y="311"/>
                      <a:pt x="192" y="284"/>
                      <a:pt x="183" y="271"/>
                    </a:cubicBezTo>
                    <a:cubicBezTo>
                      <a:pt x="202" y="271"/>
                      <a:pt x="212" y="271"/>
                      <a:pt x="230" y="276"/>
                    </a:cubicBezTo>
                    <a:cubicBezTo>
                      <a:pt x="255" y="282"/>
                      <a:pt x="304" y="251"/>
                      <a:pt x="229" y="227"/>
                    </a:cubicBezTo>
                    <a:cubicBezTo>
                      <a:pt x="208" y="220"/>
                      <a:pt x="160" y="196"/>
                      <a:pt x="145" y="196"/>
                    </a:cubicBezTo>
                    <a:cubicBezTo>
                      <a:pt x="144" y="196"/>
                      <a:pt x="144" y="195"/>
                      <a:pt x="133" y="196"/>
                    </a:cubicBezTo>
                    <a:cubicBezTo>
                      <a:pt x="127" y="200"/>
                      <a:pt x="111" y="208"/>
                      <a:pt x="111" y="219"/>
                    </a:cubicBezTo>
                    <a:cubicBezTo>
                      <a:pt x="111" y="227"/>
                      <a:pt x="127" y="226"/>
                      <a:pt x="127" y="236"/>
                    </a:cubicBezTo>
                    <a:cubicBezTo>
                      <a:pt x="127" y="244"/>
                      <a:pt x="119" y="247"/>
                      <a:pt x="119" y="255"/>
                    </a:cubicBezTo>
                    <a:cubicBezTo>
                      <a:pt x="119" y="263"/>
                      <a:pt x="128" y="268"/>
                      <a:pt x="128" y="277"/>
                    </a:cubicBezTo>
                    <a:cubicBezTo>
                      <a:pt x="128" y="282"/>
                      <a:pt x="123" y="285"/>
                      <a:pt x="123" y="290"/>
                    </a:cubicBezTo>
                    <a:cubicBezTo>
                      <a:pt x="123" y="300"/>
                      <a:pt x="136" y="302"/>
                      <a:pt x="136" y="312"/>
                    </a:cubicBezTo>
                    <a:cubicBezTo>
                      <a:pt x="136" y="315"/>
                      <a:pt x="132" y="317"/>
                      <a:pt x="131" y="318"/>
                    </a:cubicBezTo>
                    <a:cubicBezTo>
                      <a:pt x="135" y="325"/>
                      <a:pt x="145" y="327"/>
                      <a:pt x="145" y="336"/>
                    </a:cubicBezTo>
                    <a:cubicBezTo>
                      <a:pt x="145" y="351"/>
                      <a:pt x="115" y="367"/>
                      <a:pt x="106" y="379"/>
                    </a:cubicBezTo>
                    <a:cubicBezTo>
                      <a:pt x="109" y="384"/>
                      <a:pt x="114" y="387"/>
                      <a:pt x="117" y="395"/>
                    </a:cubicBezTo>
                    <a:cubicBezTo>
                      <a:pt x="111" y="398"/>
                      <a:pt x="98" y="405"/>
                      <a:pt x="92" y="405"/>
                    </a:cubicBezTo>
                    <a:cubicBezTo>
                      <a:pt x="85" y="405"/>
                      <a:pt x="80" y="402"/>
                      <a:pt x="70" y="402"/>
                    </a:cubicBezTo>
                    <a:cubicBezTo>
                      <a:pt x="61" y="402"/>
                      <a:pt x="38" y="410"/>
                      <a:pt x="45" y="417"/>
                    </a:cubicBezTo>
                    <a:cubicBezTo>
                      <a:pt x="67" y="438"/>
                      <a:pt x="56" y="446"/>
                      <a:pt x="50" y="446"/>
                    </a:cubicBezTo>
                    <a:cubicBezTo>
                      <a:pt x="42" y="446"/>
                      <a:pt x="40" y="435"/>
                      <a:pt x="33" y="435"/>
                    </a:cubicBezTo>
                    <a:cubicBezTo>
                      <a:pt x="25" y="435"/>
                      <a:pt x="15" y="455"/>
                      <a:pt x="15" y="465"/>
                    </a:cubicBezTo>
                    <a:cubicBezTo>
                      <a:pt x="15" y="483"/>
                      <a:pt x="1" y="480"/>
                      <a:pt x="0" y="496"/>
                    </a:cubicBezTo>
                    <a:cubicBezTo>
                      <a:pt x="6" y="495"/>
                      <a:pt x="11" y="495"/>
                      <a:pt x="16" y="495"/>
                    </a:cubicBezTo>
                    <a:cubicBezTo>
                      <a:pt x="24" y="495"/>
                      <a:pt x="30" y="494"/>
                      <a:pt x="39" y="494"/>
                    </a:cubicBezTo>
                    <a:cubicBezTo>
                      <a:pt x="48" y="494"/>
                      <a:pt x="52" y="510"/>
                      <a:pt x="52" y="520"/>
                    </a:cubicBezTo>
                    <a:cubicBezTo>
                      <a:pt x="52" y="526"/>
                      <a:pt x="46" y="529"/>
                      <a:pt x="46" y="535"/>
                    </a:cubicBezTo>
                    <a:cubicBezTo>
                      <a:pt x="46" y="544"/>
                      <a:pt x="54" y="550"/>
                      <a:pt x="54" y="558"/>
                    </a:cubicBezTo>
                    <a:cubicBezTo>
                      <a:pt x="54" y="563"/>
                      <a:pt x="46" y="565"/>
                      <a:pt x="44" y="568"/>
                    </a:cubicBezTo>
                    <a:cubicBezTo>
                      <a:pt x="39" y="576"/>
                      <a:pt x="37" y="583"/>
                      <a:pt x="37" y="593"/>
                    </a:cubicBezTo>
                    <a:cubicBezTo>
                      <a:pt x="37" y="606"/>
                      <a:pt x="46" y="603"/>
                      <a:pt x="56" y="603"/>
                    </a:cubicBezTo>
                    <a:cubicBezTo>
                      <a:pt x="70" y="603"/>
                      <a:pt x="77" y="597"/>
                      <a:pt x="88" y="597"/>
                    </a:cubicBezTo>
                    <a:cubicBezTo>
                      <a:pt x="99" y="597"/>
                      <a:pt x="97" y="620"/>
                      <a:pt x="108" y="620"/>
                    </a:cubicBezTo>
                    <a:cubicBezTo>
                      <a:pt x="108" y="638"/>
                      <a:pt x="108" y="638"/>
                      <a:pt x="108" y="638"/>
                    </a:cubicBezTo>
                    <a:cubicBezTo>
                      <a:pt x="108" y="640"/>
                      <a:pt x="109" y="641"/>
                      <a:pt x="110" y="641"/>
                    </a:cubicBezTo>
                    <a:cubicBezTo>
                      <a:pt x="112" y="644"/>
                      <a:pt x="112" y="644"/>
                      <a:pt x="112" y="644"/>
                    </a:cubicBezTo>
                    <a:cubicBezTo>
                      <a:pt x="114" y="644"/>
                      <a:pt x="120" y="642"/>
                      <a:pt x="123" y="641"/>
                    </a:cubicBezTo>
                    <a:cubicBezTo>
                      <a:pt x="132" y="639"/>
                      <a:pt x="133" y="627"/>
                      <a:pt x="143" y="627"/>
                    </a:cubicBezTo>
                    <a:cubicBezTo>
                      <a:pt x="151" y="627"/>
                      <a:pt x="171" y="660"/>
                      <a:pt x="177" y="660"/>
                    </a:cubicBezTo>
                    <a:cubicBezTo>
                      <a:pt x="184" y="660"/>
                      <a:pt x="205" y="651"/>
                      <a:pt x="208" y="647"/>
                    </a:cubicBezTo>
                    <a:cubicBezTo>
                      <a:pt x="207" y="647"/>
                      <a:pt x="196" y="645"/>
                      <a:pt x="196" y="645"/>
                    </a:cubicBezTo>
                    <a:cubicBezTo>
                      <a:pt x="194" y="645"/>
                      <a:pt x="189" y="644"/>
                      <a:pt x="189" y="638"/>
                    </a:cubicBezTo>
                    <a:cubicBezTo>
                      <a:pt x="189" y="635"/>
                      <a:pt x="221" y="623"/>
                      <a:pt x="233" y="619"/>
                    </a:cubicBezTo>
                    <a:cubicBezTo>
                      <a:pt x="233" y="619"/>
                      <a:pt x="227" y="625"/>
                      <a:pt x="225" y="626"/>
                    </a:cubicBezTo>
                    <a:cubicBezTo>
                      <a:pt x="226" y="629"/>
                      <a:pt x="237" y="641"/>
                      <a:pt x="211" y="647"/>
                    </a:cubicBezTo>
                    <a:cubicBezTo>
                      <a:pt x="223" y="673"/>
                      <a:pt x="273" y="669"/>
                      <a:pt x="273" y="704"/>
                    </a:cubicBezTo>
                    <a:cubicBezTo>
                      <a:pt x="275" y="703"/>
                      <a:pt x="275" y="703"/>
                      <a:pt x="275" y="703"/>
                    </a:cubicBezTo>
                    <a:cubicBezTo>
                      <a:pt x="278" y="702"/>
                      <a:pt x="280" y="701"/>
                      <a:pt x="284" y="701"/>
                    </a:cubicBezTo>
                    <a:cubicBezTo>
                      <a:pt x="298" y="701"/>
                      <a:pt x="297" y="710"/>
                      <a:pt x="302" y="719"/>
                    </a:cubicBezTo>
                    <a:cubicBezTo>
                      <a:pt x="303" y="721"/>
                      <a:pt x="312" y="726"/>
                      <a:pt x="312" y="726"/>
                    </a:cubicBezTo>
                    <a:cubicBezTo>
                      <a:pt x="320" y="729"/>
                      <a:pt x="322" y="742"/>
                      <a:pt x="335" y="742"/>
                    </a:cubicBezTo>
                    <a:cubicBezTo>
                      <a:pt x="344" y="742"/>
                      <a:pt x="344" y="734"/>
                      <a:pt x="350" y="732"/>
                    </a:cubicBezTo>
                    <a:cubicBezTo>
                      <a:pt x="354" y="731"/>
                      <a:pt x="353" y="731"/>
                      <a:pt x="357" y="731"/>
                    </a:cubicBezTo>
                    <a:cubicBezTo>
                      <a:pt x="358" y="733"/>
                      <a:pt x="358" y="737"/>
                      <a:pt x="360" y="739"/>
                    </a:cubicBezTo>
                    <a:cubicBezTo>
                      <a:pt x="359" y="739"/>
                      <a:pt x="360" y="740"/>
                      <a:pt x="360" y="741"/>
                    </a:cubicBezTo>
                    <a:cubicBezTo>
                      <a:pt x="366" y="742"/>
                      <a:pt x="366" y="742"/>
                      <a:pt x="366" y="742"/>
                    </a:cubicBezTo>
                    <a:cubicBezTo>
                      <a:pt x="371" y="735"/>
                      <a:pt x="371" y="724"/>
                      <a:pt x="378" y="721"/>
                    </a:cubicBezTo>
                    <a:cubicBezTo>
                      <a:pt x="366" y="714"/>
                      <a:pt x="348" y="688"/>
                      <a:pt x="348" y="673"/>
                    </a:cubicBezTo>
                    <a:cubicBezTo>
                      <a:pt x="348" y="668"/>
                      <a:pt x="338" y="662"/>
                      <a:pt x="338" y="655"/>
                    </a:cubicBezTo>
                    <a:cubicBezTo>
                      <a:pt x="338" y="653"/>
                      <a:pt x="347" y="637"/>
                      <a:pt x="349" y="634"/>
                    </a:cubicBezTo>
                    <a:cubicBezTo>
                      <a:pt x="351" y="635"/>
                      <a:pt x="365" y="628"/>
                      <a:pt x="366" y="627"/>
                    </a:cubicBezTo>
                    <a:cubicBezTo>
                      <a:pt x="377" y="623"/>
                      <a:pt x="384" y="620"/>
                      <a:pt x="399" y="620"/>
                    </a:cubicBezTo>
                    <a:cubicBezTo>
                      <a:pt x="423" y="620"/>
                      <a:pt x="427" y="631"/>
                      <a:pt x="436" y="645"/>
                    </a:cubicBezTo>
                    <a:cubicBezTo>
                      <a:pt x="429" y="650"/>
                      <a:pt x="420" y="645"/>
                      <a:pt x="412" y="645"/>
                    </a:cubicBezTo>
                    <a:cubicBezTo>
                      <a:pt x="400" y="645"/>
                      <a:pt x="383" y="656"/>
                      <a:pt x="381" y="656"/>
                    </a:cubicBezTo>
                    <a:cubicBezTo>
                      <a:pt x="382" y="665"/>
                      <a:pt x="389" y="664"/>
                      <a:pt x="391" y="669"/>
                    </a:cubicBezTo>
                    <a:cubicBezTo>
                      <a:pt x="400" y="684"/>
                      <a:pt x="412" y="690"/>
                      <a:pt x="412" y="707"/>
                    </a:cubicBezTo>
                    <a:cubicBezTo>
                      <a:pt x="415" y="705"/>
                      <a:pt x="424" y="701"/>
                      <a:pt x="427" y="700"/>
                    </a:cubicBezTo>
                    <a:cubicBezTo>
                      <a:pt x="427" y="707"/>
                      <a:pt x="434" y="710"/>
                      <a:pt x="434" y="717"/>
                    </a:cubicBezTo>
                    <a:cubicBezTo>
                      <a:pt x="421" y="717"/>
                      <a:pt x="421" y="717"/>
                      <a:pt x="421" y="717"/>
                    </a:cubicBezTo>
                    <a:cubicBezTo>
                      <a:pt x="417" y="717"/>
                      <a:pt x="413" y="721"/>
                      <a:pt x="412" y="728"/>
                    </a:cubicBezTo>
                    <a:cubicBezTo>
                      <a:pt x="421" y="729"/>
                      <a:pt x="428" y="738"/>
                      <a:pt x="428" y="746"/>
                    </a:cubicBezTo>
                    <a:cubicBezTo>
                      <a:pt x="428" y="751"/>
                      <a:pt x="424" y="753"/>
                      <a:pt x="424" y="757"/>
                    </a:cubicBezTo>
                    <a:cubicBezTo>
                      <a:pt x="424" y="761"/>
                      <a:pt x="428" y="765"/>
                      <a:pt x="429" y="766"/>
                    </a:cubicBezTo>
                    <a:cubicBezTo>
                      <a:pt x="429" y="762"/>
                      <a:pt x="434" y="762"/>
                      <a:pt x="438" y="761"/>
                    </a:cubicBezTo>
                    <a:cubicBezTo>
                      <a:pt x="443" y="759"/>
                      <a:pt x="442" y="757"/>
                      <a:pt x="447" y="755"/>
                    </a:cubicBezTo>
                    <a:cubicBezTo>
                      <a:pt x="455" y="752"/>
                      <a:pt x="460" y="754"/>
                      <a:pt x="466" y="749"/>
                    </a:cubicBezTo>
                    <a:cubicBezTo>
                      <a:pt x="476" y="755"/>
                      <a:pt x="482" y="755"/>
                      <a:pt x="491" y="758"/>
                    </a:cubicBezTo>
                    <a:cubicBezTo>
                      <a:pt x="502" y="762"/>
                      <a:pt x="505" y="772"/>
                      <a:pt x="518" y="772"/>
                    </a:cubicBezTo>
                    <a:cubicBezTo>
                      <a:pt x="518" y="774"/>
                      <a:pt x="521" y="775"/>
                      <a:pt x="522" y="777"/>
                    </a:cubicBezTo>
                    <a:cubicBezTo>
                      <a:pt x="523" y="781"/>
                      <a:pt x="522" y="787"/>
                      <a:pt x="524" y="793"/>
                    </a:cubicBezTo>
                    <a:cubicBezTo>
                      <a:pt x="529" y="787"/>
                      <a:pt x="533" y="795"/>
                      <a:pt x="537" y="795"/>
                    </a:cubicBezTo>
                    <a:cubicBezTo>
                      <a:pt x="542" y="795"/>
                      <a:pt x="544" y="791"/>
                      <a:pt x="547" y="788"/>
                    </a:cubicBezTo>
                    <a:cubicBezTo>
                      <a:pt x="551" y="784"/>
                      <a:pt x="556" y="784"/>
                      <a:pt x="559" y="781"/>
                    </a:cubicBezTo>
                    <a:cubicBezTo>
                      <a:pt x="567" y="773"/>
                      <a:pt x="568" y="762"/>
                      <a:pt x="579" y="762"/>
                    </a:cubicBezTo>
                    <a:cubicBezTo>
                      <a:pt x="583" y="762"/>
                      <a:pt x="582" y="764"/>
                      <a:pt x="586" y="764"/>
                    </a:cubicBezTo>
                    <a:cubicBezTo>
                      <a:pt x="587" y="769"/>
                      <a:pt x="597" y="765"/>
                      <a:pt x="600" y="765"/>
                    </a:cubicBezTo>
                    <a:cubicBezTo>
                      <a:pt x="604" y="765"/>
                      <a:pt x="605" y="770"/>
                      <a:pt x="608" y="770"/>
                    </a:cubicBezTo>
                    <a:cubicBezTo>
                      <a:pt x="617" y="770"/>
                      <a:pt x="624" y="765"/>
                      <a:pt x="627" y="759"/>
                    </a:cubicBezTo>
                    <a:cubicBezTo>
                      <a:pt x="628" y="760"/>
                      <a:pt x="629" y="759"/>
                      <a:pt x="630" y="759"/>
                    </a:cubicBezTo>
                    <a:cubicBezTo>
                      <a:pt x="634" y="759"/>
                      <a:pt x="636" y="749"/>
                      <a:pt x="645" y="749"/>
                    </a:cubicBezTo>
                    <a:cubicBezTo>
                      <a:pt x="654" y="749"/>
                      <a:pt x="644" y="772"/>
                      <a:pt x="654" y="772"/>
                    </a:cubicBezTo>
                    <a:cubicBezTo>
                      <a:pt x="664" y="772"/>
                      <a:pt x="668" y="764"/>
                      <a:pt x="677" y="764"/>
                    </a:cubicBezTo>
                    <a:cubicBezTo>
                      <a:pt x="682" y="764"/>
                      <a:pt x="686" y="764"/>
                      <a:pt x="692" y="765"/>
                    </a:cubicBezTo>
                    <a:cubicBezTo>
                      <a:pt x="692" y="763"/>
                      <a:pt x="692" y="763"/>
                      <a:pt x="692" y="763"/>
                    </a:cubicBezTo>
                    <a:cubicBezTo>
                      <a:pt x="690" y="753"/>
                      <a:pt x="688" y="750"/>
                      <a:pt x="677" y="748"/>
                    </a:cubicBezTo>
                    <a:cubicBezTo>
                      <a:pt x="678" y="739"/>
                      <a:pt x="687" y="719"/>
                      <a:pt x="694" y="719"/>
                    </a:cubicBezTo>
                    <a:cubicBezTo>
                      <a:pt x="735" y="719"/>
                      <a:pt x="763" y="698"/>
                      <a:pt x="763" y="649"/>
                    </a:cubicBezTo>
                    <a:cubicBezTo>
                      <a:pt x="785" y="645"/>
                      <a:pt x="787" y="618"/>
                      <a:pt x="800" y="620"/>
                    </a:cubicBezTo>
                    <a:cubicBezTo>
                      <a:pt x="836" y="624"/>
                      <a:pt x="822" y="600"/>
                      <a:pt x="829" y="593"/>
                    </a:cubicBezTo>
                    <a:cubicBezTo>
                      <a:pt x="847" y="578"/>
                      <a:pt x="873" y="578"/>
                      <a:pt x="895" y="565"/>
                    </a:cubicBezTo>
                    <a:cubicBezTo>
                      <a:pt x="898" y="563"/>
                      <a:pt x="906" y="554"/>
                      <a:pt x="913" y="554"/>
                    </a:cubicBezTo>
                    <a:cubicBezTo>
                      <a:pt x="924" y="554"/>
                      <a:pt x="943" y="567"/>
                      <a:pt x="961" y="567"/>
                    </a:cubicBezTo>
                    <a:cubicBezTo>
                      <a:pt x="986" y="567"/>
                      <a:pt x="981" y="534"/>
                      <a:pt x="994" y="534"/>
                    </a:cubicBezTo>
                    <a:cubicBezTo>
                      <a:pt x="1002" y="534"/>
                      <a:pt x="1029" y="538"/>
                      <a:pt x="1032" y="545"/>
                    </a:cubicBezTo>
                    <a:cubicBezTo>
                      <a:pt x="1042" y="573"/>
                      <a:pt x="1060" y="558"/>
                      <a:pt x="1072" y="558"/>
                    </a:cubicBezTo>
                    <a:cubicBezTo>
                      <a:pt x="1099" y="558"/>
                      <a:pt x="1107" y="580"/>
                      <a:pt x="1135" y="580"/>
                    </a:cubicBezTo>
                    <a:cubicBezTo>
                      <a:pt x="1160" y="580"/>
                      <a:pt x="1192" y="557"/>
                      <a:pt x="1224" y="569"/>
                    </a:cubicBezTo>
                    <a:cubicBezTo>
                      <a:pt x="1266" y="586"/>
                      <a:pt x="1245" y="512"/>
                      <a:pt x="1301" y="512"/>
                    </a:cubicBezTo>
                    <a:cubicBezTo>
                      <a:pt x="1340" y="512"/>
                      <a:pt x="1339" y="543"/>
                      <a:pt x="1354" y="567"/>
                    </a:cubicBezTo>
                    <a:cubicBezTo>
                      <a:pt x="1360" y="576"/>
                      <a:pt x="1379" y="577"/>
                      <a:pt x="1387" y="585"/>
                    </a:cubicBezTo>
                    <a:cubicBezTo>
                      <a:pt x="1393" y="590"/>
                      <a:pt x="1398" y="607"/>
                      <a:pt x="1411" y="607"/>
                    </a:cubicBezTo>
                    <a:cubicBezTo>
                      <a:pt x="1426" y="607"/>
                      <a:pt x="1428" y="593"/>
                      <a:pt x="1446" y="593"/>
                    </a:cubicBezTo>
                    <a:cubicBezTo>
                      <a:pt x="1446" y="604"/>
                      <a:pt x="1446" y="604"/>
                      <a:pt x="1446" y="604"/>
                    </a:cubicBezTo>
                    <a:cubicBezTo>
                      <a:pt x="1437" y="614"/>
                      <a:pt x="1433" y="638"/>
                      <a:pt x="1422" y="644"/>
                    </a:cubicBezTo>
                    <a:cubicBezTo>
                      <a:pt x="1412" y="650"/>
                      <a:pt x="1394" y="651"/>
                      <a:pt x="1400" y="655"/>
                    </a:cubicBezTo>
                    <a:cubicBezTo>
                      <a:pt x="1415" y="665"/>
                      <a:pt x="1398" y="684"/>
                      <a:pt x="1398" y="68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65" name="îṥļíďè"/>
              <p:cNvSpPr/>
              <p:nvPr/>
            </p:nvSpPr>
            <p:spPr bwMode="auto">
              <a:xfrm>
                <a:off x="7082875" y="2332213"/>
                <a:ext cx="1280070" cy="807734"/>
              </a:xfrm>
              <a:custGeom>
                <a:avLst/>
                <a:gdLst/>
                <a:ahLst/>
                <a:cxnLst>
                  <a:cxn ang="0">
                    <a:pos x="585" y="307"/>
                  </a:cxn>
                  <a:cxn ang="0">
                    <a:pos x="573" y="287"/>
                  </a:cxn>
                  <a:cxn ang="0">
                    <a:pos x="614" y="256"/>
                  </a:cxn>
                  <a:cxn ang="0">
                    <a:pos x="588" y="246"/>
                  </a:cxn>
                  <a:cxn ang="0">
                    <a:pos x="570" y="255"/>
                  </a:cxn>
                  <a:cxn ang="0">
                    <a:pos x="552" y="236"/>
                  </a:cxn>
                  <a:cxn ang="0">
                    <a:pos x="590" y="209"/>
                  </a:cxn>
                  <a:cxn ang="0">
                    <a:pos x="606" y="212"/>
                  </a:cxn>
                  <a:cxn ang="0">
                    <a:pos x="634" y="216"/>
                  </a:cxn>
                  <a:cxn ang="0">
                    <a:pos x="648" y="231"/>
                  </a:cxn>
                  <a:cxn ang="0">
                    <a:pos x="648" y="248"/>
                  </a:cxn>
                  <a:cxn ang="0">
                    <a:pos x="666" y="254"/>
                  </a:cxn>
                  <a:cxn ang="0">
                    <a:pos x="659" y="264"/>
                  </a:cxn>
                  <a:cxn ang="0">
                    <a:pos x="665" y="275"/>
                  </a:cxn>
                  <a:cxn ang="0">
                    <a:pos x="664" y="290"/>
                  </a:cxn>
                  <a:cxn ang="0">
                    <a:pos x="668" y="295"/>
                  </a:cxn>
                  <a:cxn ang="0">
                    <a:pos x="690" y="286"/>
                  </a:cxn>
                  <a:cxn ang="0">
                    <a:pos x="683" y="232"/>
                  </a:cxn>
                  <a:cxn ang="0">
                    <a:pos x="688" y="210"/>
                  </a:cxn>
                  <a:cxn ang="0">
                    <a:pos x="721" y="172"/>
                  </a:cxn>
                  <a:cxn ang="0">
                    <a:pos x="745" y="132"/>
                  </a:cxn>
                  <a:cxn ang="0">
                    <a:pos x="769" y="81"/>
                  </a:cxn>
                  <a:cxn ang="0">
                    <a:pos x="710" y="73"/>
                  </a:cxn>
                  <a:cxn ang="0">
                    <a:pos x="624" y="0"/>
                  </a:cxn>
                  <a:cxn ang="0">
                    <a:pos x="458" y="68"/>
                  </a:cxn>
                  <a:cxn ang="0">
                    <a:pos x="355" y="33"/>
                  </a:cxn>
                  <a:cxn ang="0">
                    <a:pos x="284" y="55"/>
                  </a:cxn>
                  <a:cxn ang="0">
                    <a:pos x="218" y="53"/>
                  </a:cxn>
                  <a:cxn ang="0">
                    <a:pos x="123" y="108"/>
                  </a:cxn>
                  <a:cxn ang="0">
                    <a:pos x="17" y="207"/>
                  </a:cxn>
                  <a:cxn ang="0">
                    <a:pos x="15" y="251"/>
                  </a:cxn>
                  <a:cxn ang="0">
                    <a:pos x="25" y="261"/>
                  </a:cxn>
                  <a:cxn ang="0">
                    <a:pos x="50" y="280"/>
                  </a:cxn>
                  <a:cxn ang="0">
                    <a:pos x="83" y="284"/>
                  </a:cxn>
                  <a:cxn ang="0">
                    <a:pos x="73" y="317"/>
                  </a:cxn>
                  <a:cxn ang="0">
                    <a:pos x="63" y="326"/>
                  </a:cxn>
                  <a:cxn ang="0">
                    <a:pos x="73" y="343"/>
                  </a:cxn>
                  <a:cxn ang="0">
                    <a:pos x="110" y="357"/>
                  </a:cxn>
                  <a:cxn ang="0">
                    <a:pos x="132" y="373"/>
                  </a:cxn>
                  <a:cxn ang="0">
                    <a:pos x="160" y="384"/>
                  </a:cxn>
                  <a:cxn ang="0">
                    <a:pos x="186" y="382"/>
                  </a:cxn>
                  <a:cxn ang="0">
                    <a:pos x="210" y="381"/>
                  </a:cxn>
                  <a:cxn ang="0">
                    <a:pos x="255" y="372"/>
                  </a:cxn>
                  <a:cxn ang="0">
                    <a:pos x="275" y="366"/>
                  </a:cxn>
                  <a:cxn ang="0">
                    <a:pos x="282" y="362"/>
                  </a:cxn>
                  <a:cxn ang="0">
                    <a:pos x="316" y="400"/>
                  </a:cxn>
                  <a:cxn ang="0">
                    <a:pos x="306" y="439"/>
                  </a:cxn>
                  <a:cxn ang="0">
                    <a:pos x="324" y="450"/>
                  </a:cxn>
                  <a:cxn ang="0">
                    <a:pos x="346" y="467"/>
                  </a:cxn>
                  <a:cxn ang="0">
                    <a:pos x="351" y="472"/>
                  </a:cxn>
                  <a:cxn ang="0">
                    <a:pos x="353" y="457"/>
                  </a:cxn>
                  <a:cxn ang="0">
                    <a:pos x="379" y="454"/>
                  </a:cxn>
                  <a:cxn ang="0">
                    <a:pos x="416" y="453"/>
                  </a:cxn>
                  <a:cxn ang="0">
                    <a:pos x="431" y="470"/>
                  </a:cxn>
                  <a:cxn ang="0">
                    <a:pos x="454" y="486"/>
                  </a:cxn>
                  <a:cxn ang="0">
                    <a:pos x="476" y="470"/>
                  </a:cxn>
                  <a:cxn ang="0">
                    <a:pos x="503" y="455"/>
                  </a:cxn>
                  <a:cxn ang="0">
                    <a:pos x="552" y="439"/>
                  </a:cxn>
                  <a:cxn ang="0">
                    <a:pos x="576" y="406"/>
                  </a:cxn>
                  <a:cxn ang="0">
                    <a:pos x="604" y="355"/>
                  </a:cxn>
                  <a:cxn ang="0">
                    <a:pos x="586" y="307"/>
                  </a:cxn>
                </a:cxnLst>
                <a:rect l="0" t="0" r="r" b="b"/>
                <a:pathLst>
                  <a:path w="769" h="486">
                    <a:moveTo>
                      <a:pt x="586" y="307"/>
                    </a:moveTo>
                    <a:cubicBezTo>
                      <a:pt x="585" y="307"/>
                      <a:pt x="585" y="307"/>
                      <a:pt x="585" y="307"/>
                    </a:cubicBezTo>
                    <a:cubicBezTo>
                      <a:pt x="585" y="307"/>
                      <a:pt x="585" y="300"/>
                      <a:pt x="585" y="298"/>
                    </a:cubicBezTo>
                    <a:cubicBezTo>
                      <a:pt x="582" y="298"/>
                      <a:pt x="573" y="294"/>
                      <a:pt x="573" y="287"/>
                    </a:cubicBezTo>
                    <a:cubicBezTo>
                      <a:pt x="573" y="282"/>
                      <a:pt x="581" y="282"/>
                      <a:pt x="582" y="276"/>
                    </a:cubicBezTo>
                    <a:cubicBezTo>
                      <a:pt x="586" y="264"/>
                      <a:pt x="605" y="264"/>
                      <a:pt x="614" y="256"/>
                    </a:cubicBezTo>
                    <a:cubicBezTo>
                      <a:pt x="611" y="251"/>
                      <a:pt x="604" y="256"/>
                      <a:pt x="598" y="252"/>
                    </a:cubicBezTo>
                    <a:cubicBezTo>
                      <a:pt x="595" y="250"/>
                      <a:pt x="593" y="246"/>
                      <a:pt x="588" y="246"/>
                    </a:cubicBezTo>
                    <a:cubicBezTo>
                      <a:pt x="585" y="246"/>
                      <a:pt x="585" y="256"/>
                      <a:pt x="582" y="256"/>
                    </a:cubicBezTo>
                    <a:cubicBezTo>
                      <a:pt x="578" y="256"/>
                      <a:pt x="574" y="257"/>
                      <a:pt x="570" y="255"/>
                    </a:cubicBezTo>
                    <a:cubicBezTo>
                      <a:pt x="565" y="252"/>
                      <a:pt x="567" y="247"/>
                      <a:pt x="562" y="243"/>
                    </a:cubicBezTo>
                    <a:cubicBezTo>
                      <a:pt x="560" y="242"/>
                      <a:pt x="552" y="240"/>
                      <a:pt x="552" y="236"/>
                    </a:cubicBezTo>
                    <a:cubicBezTo>
                      <a:pt x="552" y="227"/>
                      <a:pt x="565" y="230"/>
                      <a:pt x="571" y="225"/>
                    </a:cubicBezTo>
                    <a:cubicBezTo>
                      <a:pt x="577" y="221"/>
                      <a:pt x="587" y="215"/>
                      <a:pt x="590" y="209"/>
                    </a:cubicBezTo>
                    <a:cubicBezTo>
                      <a:pt x="591" y="208"/>
                      <a:pt x="593" y="203"/>
                      <a:pt x="597" y="203"/>
                    </a:cubicBezTo>
                    <a:cubicBezTo>
                      <a:pt x="601" y="203"/>
                      <a:pt x="606" y="209"/>
                      <a:pt x="606" y="212"/>
                    </a:cubicBezTo>
                    <a:cubicBezTo>
                      <a:pt x="606" y="219"/>
                      <a:pt x="597" y="222"/>
                      <a:pt x="597" y="230"/>
                    </a:cubicBezTo>
                    <a:cubicBezTo>
                      <a:pt x="610" y="230"/>
                      <a:pt x="620" y="216"/>
                      <a:pt x="634" y="216"/>
                    </a:cubicBezTo>
                    <a:cubicBezTo>
                      <a:pt x="639" y="216"/>
                      <a:pt x="641" y="221"/>
                      <a:pt x="648" y="221"/>
                    </a:cubicBezTo>
                    <a:cubicBezTo>
                      <a:pt x="646" y="226"/>
                      <a:pt x="648" y="226"/>
                      <a:pt x="648" y="231"/>
                    </a:cubicBezTo>
                    <a:cubicBezTo>
                      <a:pt x="648" y="235"/>
                      <a:pt x="643" y="235"/>
                      <a:pt x="643" y="240"/>
                    </a:cubicBezTo>
                    <a:cubicBezTo>
                      <a:pt x="643" y="242"/>
                      <a:pt x="645" y="248"/>
                      <a:pt x="648" y="248"/>
                    </a:cubicBezTo>
                    <a:cubicBezTo>
                      <a:pt x="649" y="248"/>
                      <a:pt x="651" y="245"/>
                      <a:pt x="654" y="245"/>
                    </a:cubicBezTo>
                    <a:cubicBezTo>
                      <a:pt x="659" y="245"/>
                      <a:pt x="666" y="249"/>
                      <a:pt x="666" y="254"/>
                    </a:cubicBezTo>
                    <a:cubicBezTo>
                      <a:pt x="666" y="257"/>
                      <a:pt x="662" y="260"/>
                      <a:pt x="659" y="260"/>
                    </a:cubicBezTo>
                    <a:cubicBezTo>
                      <a:pt x="659" y="264"/>
                      <a:pt x="659" y="264"/>
                      <a:pt x="659" y="264"/>
                    </a:cubicBezTo>
                    <a:cubicBezTo>
                      <a:pt x="660" y="265"/>
                      <a:pt x="660" y="267"/>
                      <a:pt x="663" y="268"/>
                    </a:cubicBezTo>
                    <a:cubicBezTo>
                      <a:pt x="663" y="270"/>
                      <a:pt x="665" y="272"/>
                      <a:pt x="665" y="275"/>
                    </a:cubicBezTo>
                    <a:cubicBezTo>
                      <a:pt x="665" y="276"/>
                      <a:pt x="661" y="282"/>
                      <a:pt x="661" y="285"/>
                    </a:cubicBezTo>
                    <a:cubicBezTo>
                      <a:pt x="661" y="287"/>
                      <a:pt x="661" y="289"/>
                      <a:pt x="664" y="290"/>
                    </a:cubicBezTo>
                    <a:cubicBezTo>
                      <a:pt x="663" y="292"/>
                      <a:pt x="661" y="293"/>
                      <a:pt x="661" y="295"/>
                    </a:cubicBezTo>
                    <a:cubicBezTo>
                      <a:pt x="668" y="295"/>
                      <a:pt x="668" y="295"/>
                      <a:pt x="668" y="295"/>
                    </a:cubicBezTo>
                    <a:cubicBezTo>
                      <a:pt x="670" y="293"/>
                      <a:pt x="671" y="293"/>
                      <a:pt x="676" y="291"/>
                    </a:cubicBezTo>
                    <a:cubicBezTo>
                      <a:pt x="676" y="287"/>
                      <a:pt x="687" y="287"/>
                      <a:pt x="690" y="286"/>
                    </a:cubicBezTo>
                    <a:cubicBezTo>
                      <a:pt x="696" y="284"/>
                      <a:pt x="699" y="279"/>
                      <a:pt x="699" y="269"/>
                    </a:cubicBezTo>
                    <a:cubicBezTo>
                      <a:pt x="699" y="252"/>
                      <a:pt x="692" y="242"/>
                      <a:pt x="683" y="232"/>
                    </a:cubicBezTo>
                    <a:cubicBezTo>
                      <a:pt x="679" y="228"/>
                      <a:pt x="674" y="224"/>
                      <a:pt x="675" y="217"/>
                    </a:cubicBezTo>
                    <a:cubicBezTo>
                      <a:pt x="680" y="217"/>
                      <a:pt x="685" y="214"/>
                      <a:pt x="688" y="210"/>
                    </a:cubicBezTo>
                    <a:cubicBezTo>
                      <a:pt x="691" y="207"/>
                      <a:pt x="699" y="203"/>
                      <a:pt x="701" y="199"/>
                    </a:cubicBezTo>
                    <a:cubicBezTo>
                      <a:pt x="707" y="187"/>
                      <a:pt x="710" y="180"/>
                      <a:pt x="721" y="172"/>
                    </a:cubicBezTo>
                    <a:cubicBezTo>
                      <a:pt x="721" y="172"/>
                      <a:pt x="738" y="153"/>
                      <a:pt x="723" y="143"/>
                    </a:cubicBezTo>
                    <a:cubicBezTo>
                      <a:pt x="717" y="139"/>
                      <a:pt x="735" y="138"/>
                      <a:pt x="745" y="132"/>
                    </a:cubicBezTo>
                    <a:cubicBezTo>
                      <a:pt x="756" y="126"/>
                      <a:pt x="760" y="102"/>
                      <a:pt x="769" y="92"/>
                    </a:cubicBezTo>
                    <a:cubicBezTo>
                      <a:pt x="769" y="81"/>
                      <a:pt x="769" y="81"/>
                      <a:pt x="769" y="81"/>
                    </a:cubicBezTo>
                    <a:cubicBezTo>
                      <a:pt x="751" y="81"/>
                      <a:pt x="749" y="95"/>
                      <a:pt x="734" y="95"/>
                    </a:cubicBezTo>
                    <a:cubicBezTo>
                      <a:pt x="721" y="95"/>
                      <a:pt x="716" y="78"/>
                      <a:pt x="710" y="73"/>
                    </a:cubicBezTo>
                    <a:cubicBezTo>
                      <a:pt x="702" y="65"/>
                      <a:pt x="683" y="64"/>
                      <a:pt x="677" y="55"/>
                    </a:cubicBezTo>
                    <a:cubicBezTo>
                      <a:pt x="662" y="31"/>
                      <a:pt x="663" y="0"/>
                      <a:pt x="624" y="0"/>
                    </a:cubicBezTo>
                    <a:cubicBezTo>
                      <a:pt x="568" y="0"/>
                      <a:pt x="589" y="74"/>
                      <a:pt x="547" y="57"/>
                    </a:cubicBezTo>
                    <a:cubicBezTo>
                      <a:pt x="515" y="45"/>
                      <a:pt x="483" y="68"/>
                      <a:pt x="458" y="68"/>
                    </a:cubicBezTo>
                    <a:cubicBezTo>
                      <a:pt x="430" y="68"/>
                      <a:pt x="422" y="46"/>
                      <a:pt x="395" y="46"/>
                    </a:cubicBezTo>
                    <a:cubicBezTo>
                      <a:pt x="383" y="46"/>
                      <a:pt x="365" y="61"/>
                      <a:pt x="355" y="33"/>
                    </a:cubicBezTo>
                    <a:cubicBezTo>
                      <a:pt x="352" y="26"/>
                      <a:pt x="325" y="22"/>
                      <a:pt x="317" y="22"/>
                    </a:cubicBezTo>
                    <a:cubicBezTo>
                      <a:pt x="304" y="22"/>
                      <a:pt x="309" y="55"/>
                      <a:pt x="284" y="55"/>
                    </a:cubicBezTo>
                    <a:cubicBezTo>
                      <a:pt x="266" y="55"/>
                      <a:pt x="247" y="42"/>
                      <a:pt x="236" y="42"/>
                    </a:cubicBezTo>
                    <a:cubicBezTo>
                      <a:pt x="229" y="42"/>
                      <a:pt x="221" y="51"/>
                      <a:pt x="218" y="53"/>
                    </a:cubicBezTo>
                    <a:cubicBezTo>
                      <a:pt x="196" y="66"/>
                      <a:pt x="170" y="66"/>
                      <a:pt x="152" y="81"/>
                    </a:cubicBezTo>
                    <a:cubicBezTo>
                      <a:pt x="145" y="88"/>
                      <a:pt x="159" y="112"/>
                      <a:pt x="123" y="108"/>
                    </a:cubicBezTo>
                    <a:cubicBezTo>
                      <a:pt x="110" y="106"/>
                      <a:pt x="108" y="133"/>
                      <a:pt x="86" y="137"/>
                    </a:cubicBezTo>
                    <a:cubicBezTo>
                      <a:pt x="86" y="186"/>
                      <a:pt x="58" y="207"/>
                      <a:pt x="17" y="207"/>
                    </a:cubicBezTo>
                    <a:cubicBezTo>
                      <a:pt x="10" y="207"/>
                      <a:pt x="1" y="227"/>
                      <a:pt x="0" y="236"/>
                    </a:cubicBezTo>
                    <a:cubicBezTo>
                      <a:pt x="11" y="238"/>
                      <a:pt x="13" y="241"/>
                      <a:pt x="15" y="251"/>
                    </a:cubicBezTo>
                    <a:cubicBezTo>
                      <a:pt x="15" y="253"/>
                      <a:pt x="15" y="253"/>
                      <a:pt x="15" y="253"/>
                    </a:cubicBezTo>
                    <a:cubicBezTo>
                      <a:pt x="15" y="261"/>
                      <a:pt x="19" y="259"/>
                      <a:pt x="25" y="261"/>
                    </a:cubicBezTo>
                    <a:cubicBezTo>
                      <a:pt x="30" y="262"/>
                      <a:pt x="28" y="268"/>
                      <a:pt x="31" y="271"/>
                    </a:cubicBezTo>
                    <a:cubicBezTo>
                      <a:pt x="37" y="277"/>
                      <a:pt x="42" y="277"/>
                      <a:pt x="50" y="280"/>
                    </a:cubicBezTo>
                    <a:cubicBezTo>
                      <a:pt x="58" y="279"/>
                      <a:pt x="61" y="272"/>
                      <a:pt x="69" y="272"/>
                    </a:cubicBezTo>
                    <a:cubicBezTo>
                      <a:pt x="73" y="272"/>
                      <a:pt x="83" y="280"/>
                      <a:pt x="83" y="284"/>
                    </a:cubicBezTo>
                    <a:cubicBezTo>
                      <a:pt x="83" y="296"/>
                      <a:pt x="66" y="294"/>
                      <a:pt x="66" y="306"/>
                    </a:cubicBezTo>
                    <a:cubicBezTo>
                      <a:pt x="66" y="311"/>
                      <a:pt x="73" y="312"/>
                      <a:pt x="73" y="317"/>
                    </a:cubicBezTo>
                    <a:cubicBezTo>
                      <a:pt x="73" y="323"/>
                      <a:pt x="68" y="322"/>
                      <a:pt x="63" y="322"/>
                    </a:cubicBezTo>
                    <a:cubicBezTo>
                      <a:pt x="63" y="326"/>
                      <a:pt x="63" y="326"/>
                      <a:pt x="63" y="326"/>
                    </a:cubicBezTo>
                    <a:cubicBezTo>
                      <a:pt x="64" y="331"/>
                      <a:pt x="64" y="335"/>
                      <a:pt x="65" y="340"/>
                    </a:cubicBezTo>
                    <a:cubicBezTo>
                      <a:pt x="66" y="343"/>
                      <a:pt x="71" y="342"/>
                      <a:pt x="73" y="343"/>
                    </a:cubicBezTo>
                    <a:cubicBezTo>
                      <a:pt x="80" y="345"/>
                      <a:pt x="83" y="351"/>
                      <a:pt x="91" y="353"/>
                    </a:cubicBezTo>
                    <a:cubicBezTo>
                      <a:pt x="100" y="355"/>
                      <a:pt x="105" y="352"/>
                      <a:pt x="110" y="357"/>
                    </a:cubicBezTo>
                    <a:cubicBezTo>
                      <a:pt x="116" y="363"/>
                      <a:pt x="120" y="361"/>
                      <a:pt x="127" y="364"/>
                    </a:cubicBezTo>
                    <a:cubicBezTo>
                      <a:pt x="130" y="366"/>
                      <a:pt x="130" y="369"/>
                      <a:pt x="132" y="373"/>
                    </a:cubicBezTo>
                    <a:cubicBezTo>
                      <a:pt x="133" y="376"/>
                      <a:pt x="137" y="372"/>
                      <a:pt x="139" y="373"/>
                    </a:cubicBezTo>
                    <a:cubicBezTo>
                      <a:pt x="146" y="378"/>
                      <a:pt x="150" y="384"/>
                      <a:pt x="160" y="384"/>
                    </a:cubicBezTo>
                    <a:cubicBezTo>
                      <a:pt x="166" y="384"/>
                      <a:pt x="172" y="384"/>
                      <a:pt x="178" y="384"/>
                    </a:cubicBezTo>
                    <a:cubicBezTo>
                      <a:pt x="182" y="384"/>
                      <a:pt x="184" y="382"/>
                      <a:pt x="186" y="382"/>
                    </a:cubicBezTo>
                    <a:cubicBezTo>
                      <a:pt x="189" y="382"/>
                      <a:pt x="190" y="389"/>
                      <a:pt x="191" y="392"/>
                    </a:cubicBezTo>
                    <a:cubicBezTo>
                      <a:pt x="197" y="389"/>
                      <a:pt x="199" y="381"/>
                      <a:pt x="210" y="381"/>
                    </a:cubicBezTo>
                    <a:cubicBezTo>
                      <a:pt x="219" y="381"/>
                      <a:pt x="224" y="386"/>
                      <a:pt x="231" y="386"/>
                    </a:cubicBezTo>
                    <a:cubicBezTo>
                      <a:pt x="238" y="386"/>
                      <a:pt x="252" y="374"/>
                      <a:pt x="255" y="372"/>
                    </a:cubicBezTo>
                    <a:cubicBezTo>
                      <a:pt x="258" y="370"/>
                      <a:pt x="259" y="369"/>
                      <a:pt x="260" y="367"/>
                    </a:cubicBezTo>
                    <a:cubicBezTo>
                      <a:pt x="264" y="363"/>
                      <a:pt x="270" y="368"/>
                      <a:pt x="275" y="366"/>
                    </a:cubicBezTo>
                    <a:cubicBezTo>
                      <a:pt x="279" y="362"/>
                      <a:pt x="279" y="362"/>
                      <a:pt x="279" y="362"/>
                    </a:cubicBezTo>
                    <a:cubicBezTo>
                      <a:pt x="282" y="362"/>
                      <a:pt x="282" y="362"/>
                      <a:pt x="282" y="362"/>
                    </a:cubicBezTo>
                    <a:cubicBezTo>
                      <a:pt x="285" y="377"/>
                      <a:pt x="294" y="376"/>
                      <a:pt x="305" y="381"/>
                    </a:cubicBezTo>
                    <a:cubicBezTo>
                      <a:pt x="309" y="388"/>
                      <a:pt x="316" y="391"/>
                      <a:pt x="316" y="400"/>
                    </a:cubicBezTo>
                    <a:cubicBezTo>
                      <a:pt x="316" y="417"/>
                      <a:pt x="304" y="418"/>
                      <a:pt x="304" y="434"/>
                    </a:cubicBezTo>
                    <a:cubicBezTo>
                      <a:pt x="304" y="436"/>
                      <a:pt x="305" y="439"/>
                      <a:pt x="306" y="439"/>
                    </a:cubicBezTo>
                    <a:cubicBezTo>
                      <a:pt x="309" y="439"/>
                      <a:pt x="312" y="436"/>
                      <a:pt x="315" y="436"/>
                    </a:cubicBezTo>
                    <a:cubicBezTo>
                      <a:pt x="319" y="436"/>
                      <a:pt x="320" y="449"/>
                      <a:pt x="324" y="450"/>
                    </a:cubicBezTo>
                    <a:cubicBezTo>
                      <a:pt x="324" y="459"/>
                      <a:pt x="330" y="468"/>
                      <a:pt x="338" y="468"/>
                    </a:cubicBezTo>
                    <a:cubicBezTo>
                      <a:pt x="342" y="468"/>
                      <a:pt x="343" y="467"/>
                      <a:pt x="346" y="467"/>
                    </a:cubicBezTo>
                    <a:cubicBezTo>
                      <a:pt x="348" y="467"/>
                      <a:pt x="348" y="467"/>
                      <a:pt x="348" y="467"/>
                    </a:cubicBezTo>
                    <a:cubicBezTo>
                      <a:pt x="348" y="471"/>
                      <a:pt x="350" y="472"/>
                      <a:pt x="351" y="472"/>
                    </a:cubicBezTo>
                    <a:cubicBezTo>
                      <a:pt x="352" y="472"/>
                      <a:pt x="353" y="470"/>
                      <a:pt x="353" y="468"/>
                    </a:cubicBezTo>
                    <a:cubicBezTo>
                      <a:pt x="353" y="464"/>
                      <a:pt x="353" y="461"/>
                      <a:pt x="353" y="457"/>
                    </a:cubicBezTo>
                    <a:cubicBezTo>
                      <a:pt x="353" y="457"/>
                      <a:pt x="363" y="454"/>
                      <a:pt x="365" y="454"/>
                    </a:cubicBezTo>
                    <a:cubicBezTo>
                      <a:pt x="379" y="454"/>
                      <a:pt x="379" y="454"/>
                      <a:pt x="379" y="454"/>
                    </a:cubicBezTo>
                    <a:cubicBezTo>
                      <a:pt x="385" y="457"/>
                      <a:pt x="390" y="448"/>
                      <a:pt x="397" y="448"/>
                    </a:cubicBezTo>
                    <a:cubicBezTo>
                      <a:pt x="404" y="448"/>
                      <a:pt x="408" y="453"/>
                      <a:pt x="416" y="453"/>
                    </a:cubicBezTo>
                    <a:cubicBezTo>
                      <a:pt x="416" y="464"/>
                      <a:pt x="424" y="468"/>
                      <a:pt x="431" y="470"/>
                    </a:cubicBezTo>
                    <a:cubicBezTo>
                      <a:pt x="431" y="470"/>
                      <a:pt x="431" y="470"/>
                      <a:pt x="431" y="470"/>
                    </a:cubicBezTo>
                    <a:cubicBezTo>
                      <a:pt x="439" y="474"/>
                      <a:pt x="444" y="471"/>
                      <a:pt x="452" y="475"/>
                    </a:cubicBezTo>
                    <a:cubicBezTo>
                      <a:pt x="452" y="477"/>
                      <a:pt x="451" y="486"/>
                      <a:pt x="454" y="486"/>
                    </a:cubicBezTo>
                    <a:cubicBezTo>
                      <a:pt x="459" y="486"/>
                      <a:pt x="457" y="480"/>
                      <a:pt x="460" y="477"/>
                    </a:cubicBezTo>
                    <a:cubicBezTo>
                      <a:pt x="463" y="474"/>
                      <a:pt x="472" y="472"/>
                      <a:pt x="476" y="470"/>
                    </a:cubicBezTo>
                    <a:cubicBezTo>
                      <a:pt x="484" y="466"/>
                      <a:pt x="492" y="468"/>
                      <a:pt x="498" y="463"/>
                    </a:cubicBezTo>
                    <a:cubicBezTo>
                      <a:pt x="498" y="463"/>
                      <a:pt x="502" y="455"/>
                      <a:pt x="503" y="455"/>
                    </a:cubicBezTo>
                    <a:cubicBezTo>
                      <a:pt x="507" y="455"/>
                      <a:pt x="510" y="458"/>
                      <a:pt x="514" y="458"/>
                    </a:cubicBezTo>
                    <a:cubicBezTo>
                      <a:pt x="534" y="458"/>
                      <a:pt x="539" y="446"/>
                      <a:pt x="552" y="439"/>
                    </a:cubicBezTo>
                    <a:cubicBezTo>
                      <a:pt x="555" y="437"/>
                      <a:pt x="557" y="435"/>
                      <a:pt x="558" y="431"/>
                    </a:cubicBezTo>
                    <a:cubicBezTo>
                      <a:pt x="569" y="431"/>
                      <a:pt x="572" y="414"/>
                      <a:pt x="576" y="406"/>
                    </a:cubicBezTo>
                    <a:cubicBezTo>
                      <a:pt x="578" y="401"/>
                      <a:pt x="590" y="383"/>
                      <a:pt x="597" y="382"/>
                    </a:cubicBezTo>
                    <a:cubicBezTo>
                      <a:pt x="597" y="372"/>
                      <a:pt x="604" y="368"/>
                      <a:pt x="604" y="355"/>
                    </a:cubicBezTo>
                    <a:cubicBezTo>
                      <a:pt x="604" y="336"/>
                      <a:pt x="599" y="329"/>
                      <a:pt x="591" y="317"/>
                    </a:cubicBezTo>
                    <a:cubicBezTo>
                      <a:pt x="590" y="315"/>
                      <a:pt x="590" y="309"/>
                      <a:pt x="586" y="30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66" name="íŝļïďe"/>
              <p:cNvSpPr/>
              <p:nvPr/>
            </p:nvSpPr>
            <p:spPr bwMode="auto">
              <a:xfrm>
                <a:off x="9275862" y="1726909"/>
                <a:ext cx="73431" cy="31753"/>
              </a:xfrm>
              <a:custGeom>
                <a:avLst/>
                <a:gdLst/>
                <a:ahLst/>
                <a:cxnLst>
                  <a:cxn ang="0">
                    <a:pos x="4" y="19"/>
                  </a:cxn>
                  <a:cxn ang="0">
                    <a:pos x="0" y="14"/>
                  </a:cxn>
                  <a:cxn ang="0">
                    <a:pos x="20" y="0"/>
                  </a:cxn>
                  <a:cxn ang="0">
                    <a:pos x="44" y="11"/>
                  </a:cxn>
                  <a:cxn ang="0">
                    <a:pos x="4" y="19"/>
                  </a:cxn>
                </a:cxnLst>
                <a:rect l="0" t="0" r="r" b="b"/>
                <a:pathLst>
                  <a:path w="44" h="19">
                    <a:moveTo>
                      <a:pt x="4" y="19"/>
                    </a:moveTo>
                    <a:cubicBezTo>
                      <a:pt x="1" y="19"/>
                      <a:pt x="0" y="17"/>
                      <a:pt x="0" y="14"/>
                    </a:cubicBezTo>
                    <a:cubicBezTo>
                      <a:pt x="0" y="8"/>
                      <a:pt x="13" y="0"/>
                      <a:pt x="20" y="0"/>
                    </a:cubicBezTo>
                    <a:cubicBezTo>
                      <a:pt x="27" y="0"/>
                      <a:pt x="44" y="4"/>
                      <a:pt x="44" y="11"/>
                    </a:cubicBezTo>
                    <a:cubicBezTo>
                      <a:pt x="44" y="17"/>
                      <a:pt x="9" y="19"/>
                      <a:pt x="4" y="1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67" name="îṩļíďè"/>
              <p:cNvSpPr/>
              <p:nvPr/>
            </p:nvSpPr>
            <p:spPr bwMode="auto">
              <a:xfrm>
                <a:off x="9053586" y="1786448"/>
                <a:ext cx="29770" cy="17862"/>
              </a:xfrm>
              <a:custGeom>
                <a:avLst/>
                <a:gdLst/>
                <a:ahLst/>
                <a:cxnLst>
                  <a:cxn ang="0">
                    <a:pos x="13" y="10"/>
                  </a:cxn>
                  <a:cxn ang="0">
                    <a:pos x="18" y="6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13" y="10"/>
                  </a:cxn>
                </a:cxnLst>
                <a:rect l="0" t="0" r="r" b="b"/>
                <a:pathLst>
                  <a:path w="18" h="10">
                    <a:moveTo>
                      <a:pt x="13" y="10"/>
                    </a:moveTo>
                    <a:cubicBezTo>
                      <a:pt x="15" y="10"/>
                      <a:pt x="18" y="8"/>
                      <a:pt x="18" y="6"/>
                    </a:cubicBezTo>
                    <a:cubicBezTo>
                      <a:pt x="18" y="3"/>
                      <a:pt x="15" y="2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7" y="10"/>
                      <a:pt x="13" y="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68" name="ïṥļîďé"/>
              <p:cNvSpPr/>
              <p:nvPr/>
            </p:nvSpPr>
            <p:spPr bwMode="auto">
              <a:xfrm>
                <a:off x="8370883" y="1554248"/>
                <a:ext cx="13893" cy="15877"/>
              </a:xfrm>
              <a:custGeom>
                <a:avLst/>
                <a:gdLst/>
                <a:ahLst/>
                <a:cxnLst>
                  <a:cxn ang="0">
                    <a:pos x="8" y="5"/>
                  </a:cxn>
                  <a:cxn ang="0">
                    <a:pos x="3" y="0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8" y="4"/>
                  </a:cxn>
                  <a:cxn ang="0">
                    <a:pos x="6" y="4"/>
                  </a:cxn>
                  <a:cxn ang="0">
                    <a:pos x="8" y="5"/>
                  </a:cxn>
                </a:cxnLst>
                <a:rect l="0" t="0" r="r" b="b"/>
                <a:pathLst>
                  <a:path w="8" h="10">
                    <a:moveTo>
                      <a:pt x="8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2"/>
                      <a:pt x="0" y="4"/>
                      <a:pt x="0" y="7"/>
                    </a:cubicBezTo>
                    <a:cubicBezTo>
                      <a:pt x="0" y="9"/>
                      <a:pt x="1" y="10"/>
                      <a:pt x="3" y="10"/>
                    </a:cubicBezTo>
                    <a:cubicBezTo>
                      <a:pt x="7" y="10"/>
                      <a:pt x="7" y="6"/>
                      <a:pt x="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8" y="5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69" name="îşľiḑe"/>
              <p:cNvSpPr/>
              <p:nvPr/>
            </p:nvSpPr>
            <p:spPr bwMode="auto">
              <a:xfrm>
                <a:off x="7876717" y="1607833"/>
                <a:ext cx="33739" cy="19846"/>
              </a:xfrm>
              <a:custGeom>
                <a:avLst/>
                <a:gdLst/>
                <a:ahLst/>
                <a:cxnLst>
                  <a:cxn ang="0">
                    <a:pos x="20" y="9"/>
                  </a:cxn>
                  <a:cxn ang="0">
                    <a:pos x="10" y="12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0" y="7"/>
                  </a:cxn>
                  <a:cxn ang="0">
                    <a:pos x="17" y="12"/>
                  </a:cxn>
                  <a:cxn ang="0">
                    <a:pos x="20" y="9"/>
                  </a:cxn>
                </a:cxnLst>
                <a:rect l="0" t="0" r="r" b="b"/>
                <a:pathLst>
                  <a:path w="20" h="12">
                    <a:moveTo>
                      <a:pt x="20" y="9"/>
                    </a:moveTo>
                    <a:cubicBezTo>
                      <a:pt x="17" y="11"/>
                      <a:pt x="14" y="12"/>
                      <a:pt x="10" y="12"/>
                    </a:cubicBezTo>
                    <a:cubicBezTo>
                      <a:pt x="5" y="12"/>
                      <a:pt x="0" y="11"/>
                      <a:pt x="0" y="7"/>
                    </a:cubicBezTo>
                    <a:cubicBezTo>
                      <a:pt x="0" y="3"/>
                      <a:pt x="6" y="0"/>
                      <a:pt x="10" y="0"/>
                    </a:cubicBezTo>
                    <a:cubicBezTo>
                      <a:pt x="16" y="0"/>
                      <a:pt x="20" y="2"/>
                      <a:pt x="20" y="7"/>
                    </a:cubicBezTo>
                    <a:cubicBezTo>
                      <a:pt x="20" y="10"/>
                      <a:pt x="18" y="11"/>
                      <a:pt x="17" y="12"/>
                    </a:cubicBezTo>
                    <a:lnTo>
                      <a:pt x="20" y="9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0" name="î$ļîďè"/>
              <p:cNvSpPr/>
              <p:nvPr/>
            </p:nvSpPr>
            <p:spPr bwMode="auto">
              <a:xfrm>
                <a:off x="7618718" y="1393496"/>
                <a:ext cx="125031" cy="71446"/>
              </a:xfrm>
              <a:custGeom>
                <a:avLst/>
                <a:gdLst/>
                <a:ahLst/>
                <a:cxnLst>
                  <a:cxn ang="0">
                    <a:pos x="6" y="43"/>
                  </a:cxn>
                  <a:cxn ang="0">
                    <a:pos x="0" y="37"/>
                  </a:cxn>
                  <a:cxn ang="0">
                    <a:pos x="8" y="27"/>
                  </a:cxn>
                  <a:cxn ang="0">
                    <a:pos x="39" y="0"/>
                  </a:cxn>
                  <a:cxn ang="0">
                    <a:pos x="45" y="0"/>
                  </a:cxn>
                  <a:cxn ang="0">
                    <a:pos x="44" y="10"/>
                  </a:cxn>
                  <a:cxn ang="0">
                    <a:pos x="52" y="6"/>
                  </a:cxn>
                  <a:cxn ang="0">
                    <a:pos x="76" y="23"/>
                  </a:cxn>
                  <a:cxn ang="0">
                    <a:pos x="45" y="34"/>
                  </a:cxn>
                  <a:cxn ang="0">
                    <a:pos x="30" y="37"/>
                  </a:cxn>
                  <a:cxn ang="0">
                    <a:pos x="6" y="43"/>
                  </a:cxn>
                </a:cxnLst>
                <a:rect l="0" t="0" r="r" b="b"/>
                <a:pathLst>
                  <a:path w="76" h="43">
                    <a:moveTo>
                      <a:pt x="6" y="43"/>
                    </a:moveTo>
                    <a:cubicBezTo>
                      <a:pt x="1" y="43"/>
                      <a:pt x="0" y="41"/>
                      <a:pt x="0" y="37"/>
                    </a:cubicBezTo>
                    <a:cubicBezTo>
                      <a:pt x="0" y="30"/>
                      <a:pt x="5" y="30"/>
                      <a:pt x="8" y="27"/>
                    </a:cubicBezTo>
                    <a:cubicBezTo>
                      <a:pt x="18" y="17"/>
                      <a:pt x="22" y="0"/>
                      <a:pt x="39" y="0"/>
                    </a:cubicBezTo>
                    <a:cubicBezTo>
                      <a:pt x="43" y="0"/>
                      <a:pt x="43" y="0"/>
                      <a:pt x="45" y="0"/>
                    </a:cubicBezTo>
                    <a:cubicBezTo>
                      <a:pt x="45" y="7"/>
                      <a:pt x="47" y="7"/>
                      <a:pt x="44" y="10"/>
                    </a:cubicBezTo>
                    <a:cubicBezTo>
                      <a:pt x="47" y="9"/>
                      <a:pt x="49" y="6"/>
                      <a:pt x="52" y="6"/>
                    </a:cubicBezTo>
                    <a:cubicBezTo>
                      <a:pt x="58" y="6"/>
                      <a:pt x="76" y="17"/>
                      <a:pt x="76" y="23"/>
                    </a:cubicBezTo>
                    <a:cubicBezTo>
                      <a:pt x="76" y="34"/>
                      <a:pt x="53" y="36"/>
                      <a:pt x="45" y="34"/>
                    </a:cubicBezTo>
                    <a:cubicBezTo>
                      <a:pt x="43" y="34"/>
                      <a:pt x="30" y="37"/>
                      <a:pt x="30" y="37"/>
                    </a:cubicBezTo>
                    <a:lnTo>
                      <a:pt x="6" y="4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1" name="íṩľïḋe"/>
              <p:cNvSpPr/>
              <p:nvPr/>
            </p:nvSpPr>
            <p:spPr bwMode="auto">
              <a:xfrm>
                <a:off x="7440104" y="1359757"/>
                <a:ext cx="49616" cy="25801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30" y="7"/>
                  </a:cxn>
                  <a:cxn ang="0">
                    <a:pos x="9" y="16"/>
                  </a:cxn>
                  <a:cxn ang="0">
                    <a:pos x="0" y="5"/>
                  </a:cxn>
                  <a:cxn ang="0">
                    <a:pos x="12" y="0"/>
                  </a:cxn>
                </a:cxnLst>
                <a:rect l="0" t="0" r="r" b="b"/>
                <a:pathLst>
                  <a:path w="30" h="16">
                    <a:moveTo>
                      <a:pt x="12" y="0"/>
                    </a:moveTo>
                    <a:cubicBezTo>
                      <a:pt x="14" y="0"/>
                      <a:pt x="26" y="6"/>
                      <a:pt x="30" y="7"/>
                    </a:cubicBezTo>
                    <a:cubicBezTo>
                      <a:pt x="29" y="15"/>
                      <a:pt x="14" y="16"/>
                      <a:pt x="9" y="16"/>
                    </a:cubicBezTo>
                    <a:cubicBezTo>
                      <a:pt x="6" y="16"/>
                      <a:pt x="0" y="9"/>
                      <a:pt x="0" y="5"/>
                    </a:cubicBezTo>
                    <a:cubicBezTo>
                      <a:pt x="0" y="0"/>
                      <a:pt x="9" y="0"/>
                      <a:pt x="12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2" name="iSlïde"/>
              <p:cNvSpPr/>
              <p:nvPr/>
            </p:nvSpPr>
            <p:spPr bwMode="auto">
              <a:xfrm>
                <a:off x="7455981" y="1304189"/>
                <a:ext cx="174645" cy="123045"/>
              </a:xfrm>
              <a:custGeom>
                <a:avLst/>
                <a:gdLst/>
                <a:ahLst/>
                <a:cxnLst>
                  <a:cxn ang="0">
                    <a:pos x="99" y="68"/>
                  </a:cxn>
                  <a:cxn ang="0">
                    <a:pos x="90" y="74"/>
                  </a:cxn>
                  <a:cxn ang="0">
                    <a:pos x="41" y="66"/>
                  </a:cxn>
                  <a:cxn ang="0">
                    <a:pos x="17" y="50"/>
                  </a:cxn>
                  <a:cxn ang="0">
                    <a:pos x="50" y="36"/>
                  </a:cxn>
                  <a:cxn ang="0">
                    <a:pos x="32" y="36"/>
                  </a:cxn>
                  <a:cxn ang="0">
                    <a:pos x="0" y="26"/>
                  </a:cxn>
                  <a:cxn ang="0">
                    <a:pos x="46" y="0"/>
                  </a:cxn>
                  <a:cxn ang="0">
                    <a:pos x="72" y="17"/>
                  </a:cxn>
                  <a:cxn ang="0">
                    <a:pos x="67" y="18"/>
                  </a:cxn>
                  <a:cxn ang="0">
                    <a:pos x="67" y="27"/>
                  </a:cxn>
                  <a:cxn ang="0">
                    <a:pos x="59" y="35"/>
                  </a:cxn>
                  <a:cxn ang="0">
                    <a:pos x="68" y="35"/>
                  </a:cxn>
                  <a:cxn ang="0">
                    <a:pos x="81" y="39"/>
                  </a:cxn>
                  <a:cxn ang="0">
                    <a:pos x="90" y="39"/>
                  </a:cxn>
                  <a:cxn ang="0">
                    <a:pos x="105" y="48"/>
                  </a:cxn>
                  <a:cxn ang="0">
                    <a:pos x="101" y="57"/>
                  </a:cxn>
                  <a:cxn ang="0">
                    <a:pos x="92" y="62"/>
                  </a:cxn>
                  <a:cxn ang="0">
                    <a:pos x="99" y="68"/>
                  </a:cxn>
                </a:cxnLst>
                <a:rect l="0" t="0" r="r" b="b"/>
                <a:pathLst>
                  <a:path w="105" h="74">
                    <a:moveTo>
                      <a:pt x="99" y="68"/>
                    </a:moveTo>
                    <a:cubicBezTo>
                      <a:pt x="99" y="72"/>
                      <a:pt x="94" y="74"/>
                      <a:pt x="90" y="74"/>
                    </a:cubicBezTo>
                    <a:cubicBezTo>
                      <a:pt x="71" y="74"/>
                      <a:pt x="57" y="66"/>
                      <a:pt x="41" y="66"/>
                    </a:cubicBezTo>
                    <a:cubicBezTo>
                      <a:pt x="35" y="66"/>
                      <a:pt x="24" y="54"/>
                      <a:pt x="17" y="50"/>
                    </a:cubicBezTo>
                    <a:cubicBezTo>
                      <a:pt x="32" y="46"/>
                      <a:pt x="36" y="41"/>
                      <a:pt x="50" y="36"/>
                    </a:cubicBezTo>
                    <a:cubicBezTo>
                      <a:pt x="46" y="36"/>
                      <a:pt x="35" y="36"/>
                      <a:pt x="32" y="36"/>
                    </a:cubicBezTo>
                    <a:cubicBezTo>
                      <a:pt x="20" y="36"/>
                      <a:pt x="11" y="32"/>
                      <a:pt x="0" y="26"/>
                    </a:cubicBezTo>
                    <a:cubicBezTo>
                      <a:pt x="18" y="21"/>
                      <a:pt x="25" y="0"/>
                      <a:pt x="46" y="0"/>
                    </a:cubicBezTo>
                    <a:cubicBezTo>
                      <a:pt x="58" y="0"/>
                      <a:pt x="65" y="12"/>
                      <a:pt x="72" y="17"/>
                    </a:cubicBezTo>
                    <a:cubicBezTo>
                      <a:pt x="68" y="19"/>
                      <a:pt x="69" y="18"/>
                      <a:pt x="67" y="18"/>
                    </a:cubicBezTo>
                    <a:cubicBezTo>
                      <a:pt x="68" y="23"/>
                      <a:pt x="67" y="24"/>
                      <a:pt x="67" y="27"/>
                    </a:cubicBezTo>
                    <a:cubicBezTo>
                      <a:pt x="67" y="29"/>
                      <a:pt x="62" y="33"/>
                      <a:pt x="59" y="35"/>
                    </a:cubicBezTo>
                    <a:cubicBezTo>
                      <a:pt x="63" y="33"/>
                      <a:pt x="65" y="35"/>
                      <a:pt x="68" y="35"/>
                    </a:cubicBezTo>
                    <a:cubicBezTo>
                      <a:pt x="73" y="35"/>
                      <a:pt x="76" y="39"/>
                      <a:pt x="81" y="39"/>
                    </a:cubicBezTo>
                    <a:cubicBezTo>
                      <a:pt x="84" y="39"/>
                      <a:pt x="87" y="39"/>
                      <a:pt x="90" y="39"/>
                    </a:cubicBezTo>
                    <a:cubicBezTo>
                      <a:pt x="99" y="39"/>
                      <a:pt x="99" y="42"/>
                      <a:pt x="105" y="48"/>
                    </a:cubicBezTo>
                    <a:cubicBezTo>
                      <a:pt x="100" y="51"/>
                      <a:pt x="101" y="52"/>
                      <a:pt x="101" y="57"/>
                    </a:cubicBezTo>
                    <a:cubicBezTo>
                      <a:pt x="101" y="61"/>
                      <a:pt x="95" y="62"/>
                      <a:pt x="92" y="62"/>
                    </a:cubicBezTo>
                    <a:cubicBezTo>
                      <a:pt x="95" y="63"/>
                      <a:pt x="99" y="65"/>
                      <a:pt x="99" y="6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3" name="íṡlïḑé"/>
              <p:cNvSpPr/>
              <p:nvPr/>
            </p:nvSpPr>
            <p:spPr bwMode="auto">
              <a:xfrm>
                <a:off x="7531396" y="1498679"/>
                <a:ext cx="21831" cy="15877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5" y="9"/>
                  </a:cxn>
                  <a:cxn ang="0">
                    <a:pos x="0" y="5"/>
                  </a:cxn>
                </a:cxnLst>
                <a:rect l="0" t="0" r="r" b="b"/>
                <a:pathLst>
                  <a:path w="13" h="9">
                    <a:moveTo>
                      <a:pt x="0" y="5"/>
                    </a:moveTo>
                    <a:cubicBezTo>
                      <a:pt x="3" y="3"/>
                      <a:pt x="5" y="1"/>
                      <a:pt x="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6"/>
                      <a:pt x="10" y="9"/>
                      <a:pt x="5" y="9"/>
                    </a:cubicBezTo>
                    <a:cubicBezTo>
                      <a:pt x="2" y="9"/>
                      <a:pt x="1" y="7"/>
                      <a:pt x="0" y="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4" name="î$ļiḓê"/>
              <p:cNvSpPr/>
              <p:nvPr/>
            </p:nvSpPr>
            <p:spPr bwMode="auto">
              <a:xfrm>
                <a:off x="7422242" y="1308157"/>
                <a:ext cx="29770" cy="9924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6">
                    <a:moveTo>
                      <a:pt x="18" y="4"/>
                    </a:moveTo>
                    <a:cubicBezTo>
                      <a:pt x="11" y="5"/>
                      <a:pt x="3" y="6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18" y="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5" name="ïślídê"/>
              <p:cNvSpPr/>
              <p:nvPr/>
            </p:nvSpPr>
            <p:spPr bwMode="auto">
              <a:xfrm>
                <a:off x="7767563" y="1449065"/>
                <a:ext cx="25801" cy="11907"/>
              </a:xfrm>
              <a:custGeom>
                <a:avLst/>
                <a:gdLst/>
                <a:ahLst/>
                <a:cxnLst>
                  <a:cxn ang="0">
                    <a:pos x="15" y="1"/>
                  </a:cxn>
                  <a:cxn ang="0">
                    <a:pos x="9" y="7"/>
                  </a:cxn>
                  <a:cxn ang="0">
                    <a:pos x="0" y="2"/>
                  </a:cxn>
                  <a:cxn ang="0">
                    <a:pos x="15" y="1"/>
                  </a:cxn>
                </a:cxnLst>
                <a:rect l="0" t="0" r="r" b="b"/>
                <a:pathLst>
                  <a:path w="15" h="7">
                    <a:moveTo>
                      <a:pt x="15" y="1"/>
                    </a:moveTo>
                    <a:cubicBezTo>
                      <a:pt x="14" y="4"/>
                      <a:pt x="12" y="7"/>
                      <a:pt x="9" y="7"/>
                    </a:cubicBezTo>
                    <a:cubicBezTo>
                      <a:pt x="4" y="7"/>
                      <a:pt x="1" y="4"/>
                      <a:pt x="0" y="2"/>
                    </a:cubicBezTo>
                    <a:cubicBezTo>
                      <a:pt x="9" y="0"/>
                      <a:pt x="11" y="2"/>
                      <a:pt x="15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6" name="íşļiďè"/>
              <p:cNvSpPr/>
              <p:nvPr/>
            </p:nvSpPr>
            <p:spPr bwMode="auto">
              <a:xfrm>
                <a:off x="6463679" y="1326020"/>
                <a:ext cx="146861" cy="45647"/>
              </a:xfrm>
              <a:custGeom>
                <a:avLst/>
                <a:gdLst/>
                <a:ahLst/>
                <a:cxnLst>
                  <a:cxn ang="0">
                    <a:pos x="76" y="14"/>
                  </a:cxn>
                  <a:cxn ang="0">
                    <a:pos x="58" y="17"/>
                  </a:cxn>
                  <a:cxn ang="0">
                    <a:pos x="49" y="27"/>
                  </a:cxn>
                  <a:cxn ang="0">
                    <a:pos x="44" y="23"/>
                  </a:cxn>
                  <a:cxn ang="0">
                    <a:pos x="44" y="23"/>
                  </a:cxn>
                  <a:cxn ang="0">
                    <a:pos x="32" y="17"/>
                  </a:cxn>
                  <a:cxn ang="0">
                    <a:pos x="41" y="14"/>
                  </a:cxn>
                  <a:cxn ang="0">
                    <a:pos x="33" y="13"/>
                  </a:cxn>
                  <a:cxn ang="0">
                    <a:pos x="40" y="9"/>
                  </a:cxn>
                  <a:cxn ang="0">
                    <a:pos x="30" y="5"/>
                  </a:cxn>
                  <a:cxn ang="0">
                    <a:pos x="10" y="11"/>
                  </a:cxn>
                  <a:cxn ang="0">
                    <a:pos x="0" y="9"/>
                  </a:cxn>
                  <a:cxn ang="0">
                    <a:pos x="34" y="0"/>
                  </a:cxn>
                  <a:cxn ang="0">
                    <a:pos x="60" y="6"/>
                  </a:cxn>
                  <a:cxn ang="0">
                    <a:pos x="76" y="0"/>
                  </a:cxn>
                  <a:cxn ang="0">
                    <a:pos x="89" y="5"/>
                  </a:cxn>
                  <a:cxn ang="0">
                    <a:pos x="78" y="13"/>
                  </a:cxn>
                  <a:cxn ang="0">
                    <a:pos x="73" y="13"/>
                  </a:cxn>
                  <a:cxn ang="0">
                    <a:pos x="73" y="17"/>
                  </a:cxn>
                  <a:cxn ang="0">
                    <a:pos x="76" y="14"/>
                  </a:cxn>
                </a:cxnLst>
                <a:rect l="0" t="0" r="r" b="b"/>
                <a:pathLst>
                  <a:path w="89" h="27">
                    <a:moveTo>
                      <a:pt x="76" y="14"/>
                    </a:moveTo>
                    <a:cubicBezTo>
                      <a:pt x="69" y="19"/>
                      <a:pt x="65" y="13"/>
                      <a:pt x="58" y="17"/>
                    </a:cubicBezTo>
                    <a:cubicBezTo>
                      <a:pt x="54" y="19"/>
                      <a:pt x="53" y="27"/>
                      <a:pt x="49" y="27"/>
                    </a:cubicBezTo>
                    <a:cubicBezTo>
                      <a:pt x="47" y="26"/>
                      <a:pt x="45" y="24"/>
                      <a:pt x="44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38" y="23"/>
                      <a:pt x="33" y="21"/>
                      <a:pt x="32" y="17"/>
                    </a:cubicBezTo>
                    <a:cubicBezTo>
                      <a:pt x="36" y="15"/>
                      <a:pt x="38" y="15"/>
                      <a:pt x="41" y="14"/>
                    </a:cubicBezTo>
                    <a:cubicBezTo>
                      <a:pt x="37" y="14"/>
                      <a:pt x="35" y="13"/>
                      <a:pt x="33" y="13"/>
                    </a:cubicBezTo>
                    <a:cubicBezTo>
                      <a:pt x="36" y="11"/>
                      <a:pt x="38" y="11"/>
                      <a:pt x="40" y="9"/>
                    </a:cubicBezTo>
                    <a:cubicBezTo>
                      <a:pt x="36" y="8"/>
                      <a:pt x="34" y="5"/>
                      <a:pt x="30" y="5"/>
                    </a:cubicBezTo>
                    <a:cubicBezTo>
                      <a:pt x="25" y="5"/>
                      <a:pt x="17" y="11"/>
                      <a:pt x="10" y="11"/>
                    </a:cubicBezTo>
                    <a:cubicBezTo>
                      <a:pt x="7" y="11"/>
                      <a:pt x="4" y="9"/>
                      <a:pt x="0" y="9"/>
                    </a:cubicBezTo>
                    <a:cubicBezTo>
                      <a:pt x="4" y="2"/>
                      <a:pt x="25" y="0"/>
                      <a:pt x="34" y="0"/>
                    </a:cubicBezTo>
                    <a:cubicBezTo>
                      <a:pt x="45" y="0"/>
                      <a:pt x="52" y="6"/>
                      <a:pt x="60" y="6"/>
                    </a:cubicBezTo>
                    <a:cubicBezTo>
                      <a:pt x="67" y="6"/>
                      <a:pt x="70" y="0"/>
                      <a:pt x="76" y="0"/>
                    </a:cubicBezTo>
                    <a:cubicBezTo>
                      <a:pt x="82" y="0"/>
                      <a:pt x="87" y="4"/>
                      <a:pt x="89" y="5"/>
                    </a:cubicBezTo>
                    <a:cubicBezTo>
                      <a:pt x="89" y="13"/>
                      <a:pt x="83" y="9"/>
                      <a:pt x="78" y="13"/>
                    </a:cubicBezTo>
                    <a:cubicBezTo>
                      <a:pt x="76" y="13"/>
                      <a:pt x="75" y="13"/>
                      <a:pt x="73" y="13"/>
                    </a:cubicBezTo>
                    <a:cubicBezTo>
                      <a:pt x="73" y="17"/>
                      <a:pt x="73" y="17"/>
                      <a:pt x="73" y="17"/>
                    </a:cubicBezTo>
                    <a:lnTo>
                      <a:pt x="76" y="14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7" name="išlîḍê"/>
              <p:cNvSpPr/>
              <p:nvPr/>
            </p:nvSpPr>
            <p:spPr bwMode="auto">
              <a:xfrm>
                <a:off x="6848692" y="1298235"/>
                <a:ext cx="51600" cy="33739"/>
              </a:xfrm>
              <a:custGeom>
                <a:avLst/>
                <a:gdLst/>
                <a:ahLst/>
                <a:cxnLst>
                  <a:cxn ang="0">
                    <a:pos x="7" y="20"/>
                  </a:cxn>
                  <a:cxn ang="0">
                    <a:pos x="0" y="13"/>
                  </a:cxn>
                  <a:cxn ang="0">
                    <a:pos x="25" y="0"/>
                  </a:cxn>
                  <a:cxn ang="0">
                    <a:pos x="31" y="14"/>
                  </a:cxn>
                  <a:cxn ang="0">
                    <a:pos x="7" y="20"/>
                  </a:cxn>
                </a:cxnLst>
                <a:rect l="0" t="0" r="r" b="b"/>
                <a:pathLst>
                  <a:path w="31" h="20">
                    <a:moveTo>
                      <a:pt x="7" y="20"/>
                    </a:moveTo>
                    <a:cubicBezTo>
                      <a:pt x="2" y="20"/>
                      <a:pt x="0" y="17"/>
                      <a:pt x="0" y="13"/>
                    </a:cubicBezTo>
                    <a:cubicBezTo>
                      <a:pt x="0" y="7"/>
                      <a:pt x="18" y="0"/>
                      <a:pt x="25" y="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28" y="16"/>
                      <a:pt x="11" y="20"/>
                      <a:pt x="7" y="2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8" name="iṣḻiďe"/>
              <p:cNvSpPr/>
              <p:nvPr/>
            </p:nvSpPr>
            <p:spPr bwMode="auto">
              <a:xfrm>
                <a:off x="6781215" y="1320065"/>
                <a:ext cx="55569" cy="31753"/>
              </a:xfrm>
              <a:custGeom>
                <a:avLst/>
                <a:gdLst/>
                <a:ahLst/>
                <a:cxnLst>
                  <a:cxn ang="0">
                    <a:pos x="33" y="4"/>
                  </a:cxn>
                  <a:cxn ang="0">
                    <a:pos x="33" y="10"/>
                  </a:cxn>
                  <a:cxn ang="0">
                    <a:pos x="22" y="12"/>
                  </a:cxn>
                  <a:cxn ang="0">
                    <a:pos x="24" y="18"/>
                  </a:cxn>
                  <a:cxn ang="0">
                    <a:pos x="0" y="18"/>
                  </a:cxn>
                  <a:cxn ang="0">
                    <a:pos x="9" y="6"/>
                  </a:cxn>
                  <a:cxn ang="0">
                    <a:pos x="9" y="0"/>
                  </a:cxn>
                  <a:cxn ang="0">
                    <a:pos x="23" y="0"/>
                  </a:cxn>
                  <a:cxn ang="0">
                    <a:pos x="19" y="4"/>
                  </a:cxn>
                  <a:cxn ang="0">
                    <a:pos x="33" y="4"/>
                  </a:cxn>
                </a:cxnLst>
                <a:rect l="0" t="0" r="r" b="b"/>
                <a:pathLst>
                  <a:path w="33" h="20">
                    <a:moveTo>
                      <a:pt x="33" y="4"/>
                    </a:moveTo>
                    <a:cubicBezTo>
                      <a:pt x="33" y="8"/>
                      <a:pt x="33" y="8"/>
                      <a:pt x="33" y="10"/>
                    </a:cubicBezTo>
                    <a:cubicBezTo>
                      <a:pt x="30" y="14"/>
                      <a:pt x="26" y="12"/>
                      <a:pt x="22" y="12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9"/>
                      <a:pt x="0" y="20"/>
                      <a:pt x="0" y="18"/>
                    </a:cubicBezTo>
                    <a:cubicBezTo>
                      <a:pt x="0" y="11"/>
                      <a:pt x="3" y="8"/>
                      <a:pt x="9" y="6"/>
                    </a:cubicBezTo>
                    <a:cubicBezTo>
                      <a:pt x="8" y="2"/>
                      <a:pt x="9" y="1"/>
                      <a:pt x="9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2" y="2"/>
                      <a:pt x="20" y="4"/>
                      <a:pt x="19" y="4"/>
                    </a:cubicBezTo>
                    <a:cubicBezTo>
                      <a:pt x="22" y="4"/>
                      <a:pt x="29" y="4"/>
                      <a:pt x="33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79" name="ïŝļïdé"/>
              <p:cNvSpPr/>
              <p:nvPr/>
            </p:nvSpPr>
            <p:spPr bwMode="auto">
              <a:xfrm>
                <a:off x="6707785" y="1347849"/>
                <a:ext cx="55569" cy="19846"/>
              </a:xfrm>
              <a:custGeom>
                <a:avLst/>
                <a:gdLst/>
                <a:ahLst/>
                <a:cxnLst>
                  <a:cxn ang="0">
                    <a:pos x="20" y="12"/>
                  </a:cxn>
                  <a:cxn ang="0">
                    <a:pos x="11" y="7"/>
                  </a:cxn>
                  <a:cxn ang="0">
                    <a:pos x="4" y="12"/>
                  </a:cxn>
                  <a:cxn ang="0">
                    <a:pos x="0" y="9"/>
                  </a:cxn>
                  <a:cxn ang="0">
                    <a:pos x="22" y="0"/>
                  </a:cxn>
                  <a:cxn ang="0">
                    <a:pos x="34" y="5"/>
                  </a:cxn>
                  <a:cxn ang="0">
                    <a:pos x="20" y="12"/>
                  </a:cxn>
                </a:cxnLst>
                <a:rect l="0" t="0" r="r" b="b"/>
                <a:pathLst>
                  <a:path w="34" h="12">
                    <a:moveTo>
                      <a:pt x="20" y="12"/>
                    </a:moveTo>
                    <a:cubicBezTo>
                      <a:pt x="17" y="12"/>
                      <a:pt x="14" y="7"/>
                      <a:pt x="11" y="7"/>
                    </a:cubicBezTo>
                    <a:cubicBezTo>
                      <a:pt x="10" y="12"/>
                      <a:pt x="8" y="12"/>
                      <a:pt x="4" y="12"/>
                    </a:cubicBezTo>
                    <a:cubicBezTo>
                      <a:pt x="2" y="12"/>
                      <a:pt x="0" y="10"/>
                      <a:pt x="0" y="9"/>
                    </a:cubicBezTo>
                    <a:cubicBezTo>
                      <a:pt x="0" y="2"/>
                      <a:pt x="17" y="0"/>
                      <a:pt x="22" y="0"/>
                    </a:cubicBezTo>
                    <a:cubicBezTo>
                      <a:pt x="28" y="0"/>
                      <a:pt x="32" y="2"/>
                      <a:pt x="34" y="5"/>
                    </a:cubicBezTo>
                    <a:cubicBezTo>
                      <a:pt x="25" y="5"/>
                      <a:pt x="26" y="12"/>
                      <a:pt x="20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80" name="îṡļíďe"/>
              <p:cNvSpPr/>
              <p:nvPr/>
            </p:nvSpPr>
            <p:spPr bwMode="auto">
              <a:xfrm>
                <a:off x="6674047" y="1280373"/>
                <a:ext cx="89308" cy="61523"/>
              </a:xfrm>
              <a:custGeom>
                <a:avLst/>
                <a:gdLst/>
                <a:ahLst/>
                <a:cxnLst>
                  <a:cxn ang="0">
                    <a:pos x="40" y="31"/>
                  </a:cxn>
                  <a:cxn ang="0">
                    <a:pos x="22" y="36"/>
                  </a:cxn>
                  <a:cxn ang="0">
                    <a:pos x="0" y="28"/>
                  </a:cxn>
                  <a:cxn ang="0">
                    <a:pos x="6" y="23"/>
                  </a:cxn>
                  <a:cxn ang="0">
                    <a:pos x="24" y="23"/>
                  </a:cxn>
                  <a:cxn ang="0">
                    <a:pos x="17" y="22"/>
                  </a:cxn>
                  <a:cxn ang="0">
                    <a:pos x="17" y="16"/>
                  </a:cxn>
                  <a:cxn ang="0">
                    <a:pos x="43" y="8"/>
                  </a:cxn>
                  <a:cxn ang="0">
                    <a:pos x="51" y="0"/>
                  </a:cxn>
                  <a:cxn ang="0">
                    <a:pos x="52" y="5"/>
                  </a:cxn>
                  <a:cxn ang="0">
                    <a:pos x="48" y="11"/>
                  </a:cxn>
                  <a:cxn ang="0">
                    <a:pos x="28" y="23"/>
                  </a:cxn>
                  <a:cxn ang="0">
                    <a:pos x="53" y="29"/>
                  </a:cxn>
                  <a:cxn ang="0">
                    <a:pos x="40" y="31"/>
                  </a:cxn>
                </a:cxnLst>
                <a:rect l="0" t="0" r="r" b="b"/>
                <a:pathLst>
                  <a:path w="53" h="36">
                    <a:moveTo>
                      <a:pt x="40" y="31"/>
                    </a:moveTo>
                    <a:cubicBezTo>
                      <a:pt x="34" y="31"/>
                      <a:pt x="27" y="36"/>
                      <a:pt x="22" y="36"/>
                    </a:cubicBezTo>
                    <a:cubicBezTo>
                      <a:pt x="19" y="36"/>
                      <a:pt x="1" y="28"/>
                      <a:pt x="0" y="28"/>
                    </a:cubicBezTo>
                    <a:cubicBezTo>
                      <a:pt x="3" y="26"/>
                      <a:pt x="4" y="25"/>
                      <a:pt x="6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19" y="21"/>
                      <a:pt x="21" y="20"/>
                      <a:pt x="17" y="22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30" y="16"/>
                      <a:pt x="30" y="8"/>
                      <a:pt x="43" y="8"/>
                    </a:cubicBezTo>
                    <a:cubicBezTo>
                      <a:pt x="44" y="4"/>
                      <a:pt x="47" y="0"/>
                      <a:pt x="51" y="0"/>
                    </a:cubicBezTo>
                    <a:cubicBezTo>
                      <a:pt x="52" y="0"/>
                      <a:pt x="52" y="4"/>
                      <a:pt x="52" y="5"/>
                    </a:cubicBezTo>
                    <a:cubicBezTo>
                      <a:pt x="50" y="7"/>
                      <a:pt x="48" y="9"/>
                      <a:pt x="48" y="11"/>
                    </a:cubicBezTo>
                    <a:cubicBezTo>
                      <a:pt x="41" y="16"/>
                      <a:pt x="32" y="18"/>
                      <a:pt x="28" y="23"/>
                    </a:cubicBezTo>
                    <a:cubicBezTo>
                      <a:pt x="40" y="24"/>
                      <a:pt x="43" y="25"/>
                      <a:pt x="53" y="29"/>
                    </a:cubicBezTo>
                    <a:cubicBezTo>
                      <a:pt x="49" y="32"/>
                      <a:pt x="45" y="31"/>
                      <a:pt x="40" y="3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81" name="ïŝḻîḑe"/>
              <p:cNvSpPr/>
              <p:nvPr/>
            </p:nvSpPr>
            <p:spPr bwMode="auto">
              <a:xfrm>
                <a:off x="8408591" y="1538371"/>
                <a:ext cx="160754" cy="61523"/>
              </a:xfrm>
              <a:custGeom>
                <a:avLst/>
                <a:gdLst/>
                <a:ahLst/>
                <a:cxnLst>
                  <a:cxn ang="0">
                    <a:pos x="77" y="29"/>
                  </a:cxn>
                  <a:cxn ang="0">
                    <a:pos x="66" y="34"/>
                  </a:cxn>
                  <a:cxn ang="0">
                    <a:pos x="58" y="29"/>
                  </a:cxn>
                  <a:cxn ang="0">
                    <a:pos x="50" y="32"/>
                  </a:cxn>
                  <a:cxn ang="0">
                    <a:pos x="40" y="36"/>
                  </a:cxn>
                  <a:cxn ang="0">
                    <a:pos x="32" y="31"/>
                  </a:cxn>
                  <a:cxn ang="0">
                    <a:pos x="22" y="38"/>
                  </a:cxn>
                  <a:cxn ang="0">
                    <a:pos x="0" y="18"/>
                  </a:cxn>
                  <a:cxn ang="0">
                    <a:pos x="20" y="0"/>
                  </a:cxn>
                  <a:cxn ang="0">
                    <a:pos x="47" y="15"/>
                  </a:cxn>
                  <a:cxn ang="0">
                    <a:pos x="54" y="3"/>
                  </a:cxn>
                  <a:cxn ang="0">
                    <a:pos x="97" y="15"/>
                  </a:cxn>
                  <a:cxn ang="0">
                    <a:pos x="89" y="29"/>
                  </a:cxn>
                  <a:cxn ang="0">
                    <a:pos x="77" y="29"/>
                  </a:cxn>
                </a:cxnLst>
                <a:rect l="0" t="0" r="r" b="b"/>
                <a:pathLst>
                  <a:path w="97" h="38">
                    <a:moveTo>
                      <a:pt x="77" y="29"/>
                    </a:moveTo>
                    <a:cubicBezTo>
                      <a:pt x="74" y="29"/>
                      <a:pt x="72" y="34"/>
                      <a:pt x="66" y="34"/>
                    </a:cubicBezTo>
                    <a:cubicBezTo>
                      <a:pt x="63" y="34"/>
                      <a:pt x="62" y="29"/>
                      <a:pt x="58" y="29"/>
                    </a:cubicBezTo>
                    <a:cubicBezTo>
                      <a:pt x="55" y="29"/>
                      <a:pt x="53" y="32"/>
                      <a:pt x="50" y="32"/>
                    </a:cubicBezTo>
                    <a:cubicBezTo>
                      <a:pt x="47" y="32"/>
                      <a:pt x="44" y="36"/>
                      <a:pt x="40" y="36"/>
                    </a:cubicBezTo>
                    <a:cubicBezTo>
                      <a:pt x="36" y="36"/>
                      <a:pt x="34" y="34"/>
                      <a:pt x="32" y="31"/>
                    </a:cubicBezTo>
                    <a:cubicBezTo>
                      <a:pt x="29" y="34"/>
                      <a:pt x="27" y="38"/>
                      <a:pt x="22" y="38"/>
                    </a:cubicBezTo>
                    <a:cubicBezTo>
                      <a:pt x="11" y="38"/>
                      <a:pt x="0" y="29"/>
                      <a:pt x="0" y="18"/>
                    </a:cubicBezTo>
                    <a:cubicBezTo>
                      <a:pt x="0" y="8"/>
                      <a:pt x="11" y="0"/>
                      <a:pt x="20" y="0"/>
                    </a:cubicBezTo>
                    <a:cubicBezTo>
                      <a:pt x="34" y="0"/>
                      <a:pt x="35" y="15"/>
                      <a:pt x="47" y="15"/>
                    </a:cubicBezTo>
                    <a:cubicBezTo>
                      <a:pt x="47" y="8"/>
                      <a:pt x="49" y="3"/>
                      <a:pt x="54" y="3"/>
                    </a:cubicBezTo>
                    <a:cubicBezTo>
                      <a:pt x="62" y="3"/>
                      <a:pt x="88" y="12"/>
                      <a:pt x="97" y="15"/>
                    </a:cubicBezTo>
                    <a:cubicBezTo>
                      <a:pt x="95" y="21"/>
                      <a:pt x="89" y="26"/>
                      <a:pt x="89" y="29"/>
                    </a:cubicBezTo>
                    <a:lnTo>
                      <a:pt x="77" y="29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82" name="îsľïďé"/>
              <p:cNvSpPr/>
              <p:nvPr/>
            </p:nvSpPr>
            <p:spPr bwMode="auto">
              <a:xfrm>
                <a:off x="6219572" y="2798595"/>
                <a:ext cx="43662" cy="21831"/>
              </a:xfrm>
              <a:custGeom>
                <a:avLst/>
                <a:gdLst/>
                <a:ahLst/>
                <a:cxnLst>
                  <a:cxn ang="0">
                    <a:pos x="5" y="13"/>
                  </a:cxn>
                  <a:cxn ang="0">
                    <a:pos x="2" y="11"/>
                  </a:cxn>
                  <a:cxn ang="0">
                    <a:pos x="0" y="9"/>
                  </a:cxn>
                  <a:cxn ang="0">
                    <a:pos x="26" y="0"/>
                  </a:cxn>
                  <a:cxn ang="0">
                    <a:pos x="20" y="4"/>
                  </a:cxn>
                  <a:cxn ang="0">
                    <a:pos x="19" y="8"/>
                  </a:cxn>
                  <a:cxn ang="0">
                    <a:pos x="5" y="13"/>
                  </a:cxn>
                </a:cxnLst>
                <a:rect l="0" t="0" r="r" b="b"/>
                <a:pathLst>
                  <a:path w="26" h="13">
                    <a:moveTo>
                      <a:pt x="5" y="13"/>
                    </a:moveTo>
                    <a:cubicBezTo>
                      <a:pt x="4" y="13"/>
                      <a:pt x="2" y="12"/>
                      <a:pt x="2" y="11"/>
                    </a:cubicBezTo>
                    <a:cubicBezTo>
                      <a:pt x="1" y="11"/>
                      <a:pt x="0" y="9"/>
                      <a:pt x="0" y="9"/>
                    </a:cubicBezTo>
                    <a:cubicBezTo>
                      <a:pt x="7" y="6"/>
                      <a:pt x="18" y="1"/>
                      <a:pt x="26" y="0"/>
                    </a:cubicBezTo>
                    <a:cubicBezTo>
                      <a:pt x="25" y="4"/>
                      <a:pt x="22" y="2"/>
                      <a:pt x="20" y="4"/>
                    </a:cubicBezTo>
                    <a:cubicBezTo>
                      <a:pt x="18" y="4"/>
                      <a:pt x="19" y="7"/>
                      <a:pt x="19" y="8"/>
                    </a:cubicBezTo>
                    <a:cubicBezTo>
                      <a:pt x="18" y="11"/>
                      <a:pt x="9" y="13"/>
                      <a:pt x="5" y="1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83" name="íSḷîďe"/>
              <p:cNvSpPr/>
              <p:nvPr/>
            </p:nvSpPr>
            <p:spPr bwMode="auto">
              <a:xfrm>
                <a:off x="6543063" y="1812247"/>
                <a:ext cx="43662" cy="31753"/>
              </a:xfrm>
              <a:custGeom>
                <a:avLst/>
                <a:gdLst/>
                <a:ahLst/>
                <a:cxnLst>
                  <a:cxn ang="0">
                    <a:pos x="5" y="4"/>
                  </a:cxn>
                  <a:cxn ang="0">
                    <a:pos x="11" y="0"/>
                  </a:cxn>
                  <a:cxn ang="0">
                    <a:pos x="26" y="6"/>
                  </a:cxn>
                  <a:cxn ang="0">
                    <a:pos x="26" y="12"/>
                  </a:cxn>
                  <a:cxn ang="0">
                    <a:pos x="8" y="19"/>
                  </a:cxn>
                  <a:cxn ang="0">
                    <a:pos x="0" y="14"/>
                  </a:cxn>
                  <a:cxn ang="0">
                    <a:pos x="5" y="4"/>
                  </a:cxn>
                </a:cxnLst>
                <a:rect l="0" t="0" r="r" b="b"/>
                <a:pathLst>
                  <a:path w="26" h="19">
                    <a:moveTo>
                      <a:pt x="5" y="4"/>
                    </a:moveTo>
                    <a:cubicBezTo>
                      <a:pt x="8" y="4"/>
                      <a:pt x="8" y="0"/>
                      <a:pt x="11" y="0"/>
                    </a:cubicBezTo>
                    <a:cubicBezTo>
                      <a:pt x="17" y="0"/>
                      <a:pt x="20" y="5"/>
                      <a:pt x="26" y="6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0" y="15"/>
                      <a:pt x="15" y="19"/>
                      <a:pt x="8" y="19"/>
                    </a:cubicBezTo>
                    <a:cubicBezTo>
                      <a:pt x="2" y="19"/>
                      <a:pt x="0" y="19"/>
                      <a:pt x="0" y="14"/>
                    </a:cubicBezTo>
                    <a:cubicBezTo>
                      <a:pt x="0" y="12"/>
                      <a:pt x="4" y="4"/>
                      <a:pt x="5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84" name="ïŝľiḑè"/>
              <p:cNvSpPr/>
              <p:nvPr/>
            </p:nvSpPr>
            <p:spPr bwMode="auto">
              <a:xfrm>
                <a:off x="6763354" y="1774539"/>
                <a:ext cx="33739" cy="31753"/>
              </a:xfrm>
              <a:custGeom>
                <a:avLst/>
                <a:gdLst/>
                <a:ahLst/>
                <a:cxnLst>
                  <a:cxn ang="0">
                    <a:pos x="21" y="17"/>
                  </a:cxn>
                  <a:cxn ang="0">
                    <a:pos x="15" y="19"/>
                  </a:cxn>
                  <a:cxn ang="0">
                    <a:pos x="0" y="8"/>
                  </a:cxn>
                  <a:cxn ang="0">
                    <a:pos x="21" y="17"/>
                  </a:cxn>
                </a:cxnLst>
                <a:rect l="0" t="0" r="r" b="b"/>
                <a:pathLst>
                  <a:path w="21" h="20">
                    <a:moveTo>
                      <a:pt x="21" y="17"/>
                    </a:moveTo>
                    <a:cubicBezTo>
                      <a:pt x="21" y="20"/>
                      <a:pt x="15" y="19"/>
                      <a:pt x="15" y="19"/>
                    </a:cubicBezTo>
                    <a:cubicBezTo>
                      <a:pt x="10" y="19"/>
                      <a:pt x="0" y="14"/>
                      <a:pt x="0" y="8"/>
                    </a:cubicBezTo>
                    <a:cubicBezTo>
                      <a:pt x="0" y="0"/>
                      <a:pt x="21" y="8"/>
                      <a:pt x="21" y="1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85" name="iṥḻïḍé"/>
              <p:cNvSpPr/>
              <p:nvPr/>
            </p:nvSpPr>
            <p:spPr bwMode="auto">
              <a:xfrm>
                <a:off x="7001506" y="1655464"/>
                <a:ext cx="31753" cy="21831"/>
              </a:xfrm>
              <a:custGeom>
                <a:avLst/>
                <a:gdLst/>
                <a:ahLst/>
                <a:cxnLst>
                  <a:cxn ang="0">
                    <a:pos x="2" y="13"/>
                  </a:cxn>
                  <a:cxn ang="0">
                    <a:pos x="19" y="8"/>
                  </a:cxn>
                  <a:cxn ang="0">
                    <a:pos x="8" y="0"/>
                  </a:cxn>
                  <a:cxn ang="0">
                    <a:pos x="2" y="9"/>
                  </a:cxn>
                  <a:cxn ang="0">
                    <a:pos x="2" y="13"/>
                  </a:cxn>
                </a:cxnLst>
                <a:rect l="0" t="0" r="r" b="b"/>
                <a:pathLst>
                  <a:path w="19" h="13">
                    <a:moveTo>
                      <a:pt x="2" y="13"/>
                    </a:moveTo>
                    <a:cubicBezTo>
                      <a:pt x="7" y="13"/>
                      <a:pt x="17" y="10"/>
                      <a:pt x="19" y="8"/>
                    </a:cubicBezTo>
                    <a:cubicBezTo>
                      <a:pt x="15" y="5"/>
                      <a:pt x="13" y="0"/>
                      <a:pt x="8" y="0"/>
                    </a:cubicBezTo>
                    <a:cubicBezTo>
                      <a:pt x="4" y="0"/>
                      <a:pt x="2" y="5"/>
                      <a:pt x="2" y="9"/>
                    </a:cubicBezTo>
                    <a:cubicBezTo>
                      <a:pt x="2" y="10"/>
                      <a:pt x="0" y="13"/>
                      <a:pt x="2" y="1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86" name="ïṣḻiḑé"/>
              <p:cNvSpPr/>
              <p:nvPr/>
            </p:nvSpPr>
            <p:spPr bwMode="auto">
              <a:xfrm>
                <a:off x="8474082" y="1633633"/>
                <a:ext cx="67476" cy="27784"/>
              </a:xfrm>
              <a:custGeom>
                <a:avLst/>
                <a:gdLst/>
                <a:ahLst/>
                <a:cxnLst>
                  <a:cxn ang="0">
                    <a:pos x="0" y="13"/>
                  </a:cxn>
                  <a:cxn ang="0">
                    <a:pos x="21" y="0"/>
                  </a:cxn>
                  <a:cxn ang="0">
                    <a:pos x="41" y="17"/>
                  </a:cxn>
                  <a:cxn ang="0">
                    <a:pos x="28" y="17"/>
                  </a:cxn>
                  <a:cxn ang="0">
                    <a:pos x="2" y="11"/>
                  </a:cxn>
                  <a:cxn ang="0">
                    <a:pos x="0" y="13"/>
                  </a:cxn>
                </a:cxnLst>
                <a:rect l="0" t="0" r="r" b="b"/>
                <a:pathLst>
                  <a:path w="41" h="17">
                    <a:moveTo>
                      <a:pt x="0" y="13"/>
                    </a:moveTo>
                    <a:cubicBezTo>
                      <a:pt x="5" y="6"/>
                      <a:pt x="11" y="0"/>
                      <a:pt x="21" y="0"/>
                    </a:cubicBezTo>
                    <a:cubicBezTo>
                      <a:pt x="32" y="0"/>
                      <a:pt x="41" y="7"/>
                      <a:pt x="41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0" y="13"/>
                      <a:pt x="10" y="14"/>
                      <a:pt x="2" y="11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87" name="ïŝ1ïḍé"/>
              <p:cNvSpPr/>
              <p:nvPr/>
            </p:nvSpPr>
            <p:spPr bwMode="auto">
              <a:xfrm>
                <a:off x="8605066" y="1566156"/>
                <a:ext cx="93277" cy="3373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2" y="9"/>
                  </a:cxn>
                  <a:cxn ang="0">
                    <a:pos x="56" y="13"/>
                  </a:cxn>
                  <a:cxn ang="0">
                    <a:pos x="37" y="20"/>
                  </a:cxn>
                  <a:cxn ang="0">
                    <a:pos x="4" y="3"/>
                  </a:cxn>
                  <a:cxn ang="0">
                    <a:pos x="0" y="0"/>
                  </a:cxn>
                </a:cxnLst>
                <a:rect l="0" t="0" r="r" b="b"/>
                <a:pathLst>
                  <a:path w="56" h="20">
                    <a:moveTo>
                      <a:pt x="0" y="0"/>
                    </a:moveTo>
                    <a:cubicBezTo>
                      <a:pt x="4" y="3"/>
                      <a:pt x="50" y="9"/>
                      <a:pt x="52" y="9"/>
                    </a:cubicBezTo>
                    <a:cubicBezTo>
                      <a:pt x="55" y="9"/>
                      <a:pt x="56" y="11"/>
                      <a:pt x="56" y="13"/>
                    </a:cubicBezTo>
                    <a:cubicBezTo>
                      <a:pt x="56" y="18"/>
                      <a:pt x="44" y="20"/>
                      <a:pt x="37" y="20"/>
                    </a:cubicBezTo>
                    <a:cubicBezTo>
                      <a:pt x="25" y="20"/>
                      <a:pt x="4" y="14"/>
                      <a:pt x="4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88" name="ïsḷïḑe"/>
              <p:cNvSpPr/>
              <p:nvPr/>
            </p:nvSpPr>
            <p:spPr bwMode="auto">
              <a:xfrm>
                <a:off x="8472098" y="1611802"/>
                <a:ext cx="19846" cy="21831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5" y="13"/>
                  </a:cxn>
                  <a:cxn ang="0">
                    <a:pos x="0" y="7"/>
                  </a:cxn>
                  <a:cxn ang="0">
                    <a:pos x="12" y="7"/>
                  </a:cxn>
                </a:cxnLst>
                <a:rect l="0" t="0" r="r" b="b"/>
                <a:pathLst>
                  <a:path w="12" h="13">
                    <a:moveTo>
                      <a:pt x="12" y="7"/>
                    </a:moveTo>
                    <a:cubicBezTo>
                      <a:pt x="12" y="11"/>
                      <a:pt x="8" y="13"/>
                      <a:pt x="5" y="13"/>
                    </a:cubicBezTo>
                    <a:cubicBezTo>
                      <a:pt x="0" y="13"/>
                      <a:pt x="0" y="11"/>
                      <a:pt x="0" y="7"/>
                    </a:cubicBezTo>
                    <a:cubicBezTo>
                      <a:pt x="0" y="0"/>
                      <a:pt x="12" y="1"/>
                      <a:pt x="12" y="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</a:ln>
            </p:spPr>
            <p:txBody>
              <a:bodyPr wrap="square" lIns="91440" tIns="45720" rIns="91440" bIns="45720" anchor="ctr">
                <a:noAutofit/>
              </a:bodyPr>
              <a:lstStyle/>
              <a:p>
                <a:pPr algn="ctr"/>
              </a:p>
            </p:txBody>
          </p:sp>
        </p:grpSp>
        <p:sp>
          <p:nvSpPr>
            <p:cNvPr id="7" name="ïSļíḍè"/>
            <p:cNvSpPr/>
            <p:nvPr/>
          </p:nvSpPr>
          <p:spPr>
            <a:xfrm>
              <a:off x="3221462" y="1143001"/>
              <a:ext cx="1292410" cy="1292408"/>
            </a:xfrm>
            <a:prstGeom prst="ellipse">
              <a:avLst/>
            </a:prstGeom>
            <a:solidFill>
              <a:schemeClr val="bg1">
                <a:alpha val="62000"/>
              </a:schemeClr>
            </a:solidFill>
            <a:ln w="34925">
              <a:solidFill>
                <a:schemeClr val="accent1"/>
              </a:solidFill>
              <a:miter lim="800000"/>
            </a:ln>
            <a:effectLst/>
          </p:spPr>
          <p:txBody>
            <a:bodyPr wrap="none" lIns="91440" tIns="45720" rIns="91440" bIns="45720" anchor="ctr">
              <a:noAutofit/>
            </a:bodyPr>
            <a:lstStyle/>
            <a:p>
              <a:pPr algn="ctr" defTabSz="914400">
                <a:spcBef>
                  <a:spcPct val="0"/>
                </a:spcBef>
              </a:pPr>
              <a:r>
                <a:rPr lang="en-US" altLang="zh-CN" sz="3200" b="1" dirty="0"/>
                <a:t>Text</a:t>
              </a:r>
              <a:endParaRPr sz="3200" b="1" dirty="0"/>
            </a:p>
          </p:txBody>
        </p:sp>
        <p:sp>
          <p:nvSpPr>
            <p:cNvPr id="8" name="îš1íḍê"/>
            <p:cNvSpPr/>
            <p:nvPr/>
          </p:nvSpPr>
          <p:spPr>
            <a:xfrm>
              <a:off x="7288197" y="1243450"/>
              <a:ext cx="1627282" cy="1627281"/>
            </a:xfrm>
            <a:prstGeom prst="ellipse">
              <a:avLst/>
            </a:prstGeom>
            <a:solidFill>
              <a:schemeClr val="bg1">
                <a:alpha val="62000"/>
              </a:schemeClr>
            </a:solidFill>
            <a:ln w="34925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anchor="ctr">
              <a:noAutofit/>
            </a:bodyPr>
            <a:lstStyle/>
            <a:p>
              <a:pPr algn="ctr" defTabSz="914400">
                <a:spcBef>
                  <a:spcPct val="0"/>
                </a:spcBef>
              </a:pPr>
              <a:r>
                <a:rPr lang="en-US" altLang="zh-CN" sz="3200" b="1" dirty="0">
                  <a:solidFill>
                    <a:schemeClr val="tx1"/>
                  </a:solidFill>
                </a:rPr>
                <a:t>Text</a:t>
              </a:r>
              <a:endParaRPr lang="en-US" altLang="zh-CN" sz="32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işḷîďe"/>
            <p:cNvSpPr/>
            <p:nvPr/>
          </p:nvSpPr>
          <p:spPr>
            <a:xfrm>
              <a:off x="5515005" y="2264003"/>
              <a:ext cx="1116252" cy="1116249"/>
            </a:xfrm>
            <a:prstGeom prst="ellipse">
              <a:avLst/>
            </a:prstGeom>
            <a:solidFill>
              <a:schemeClr val="bg1">
                <a:alpha val="62000"/>
              </a:schemeClr>
            </a:solidFill>
            <a:ln w="34925">
              <a:solidFill>
                <a:schemeClr val="accent2"/>
              </a:solidFill>
              <a:miter lim="800000"/>
            </a:ln>
            <a:effectLst/>
          </p:spPr>
          <p:txBody>
            <a:bodyPr wrap="none" lIns="91440" tIns="45720" rIns="91440" bIns="45720" anchor="ctr">
              <a:noAutofit/>
            </a:bodyPr>
            <a:lstStyle/>
            <a:p>
              <a:pPr algn="ctr" defTabSz="914400">
                <a:spcBef>
                  <a:spcPct val="0"/>
                </a:spcBef>
              </a:pPr>
              <a:r>
                <a:rPr lang="en-US" altLang="zh-CN" sz="2800" b="1" dirty="0"/>
                <a:t>Text</a:t>
              </a:r>
              <a:endParaRPr lang="en-US" altLang="zh-CN" sz="2800" b="1" dirty="0"/>
            </a:p>
          </p:txBody>
        </p:sp>
        <p:grpSp>
          <p:nvGrpSpPr>
            <p:cNvPr id="10" name="ïşļîḓe"/>
            <p:cNvGrpSpPr/>
            <p:nvPr/>
          </p:nvGrpSpPr>
          <p:grpSpPr>
            <a:xfrm>
              <a:off x="699005" y="4628681"/>
              <a:ext cx="3371995" cy="1514944"/>
              <a:chOff x="699005" y="4628681"/>
              <a:chExt cx="3371995" cy="1514944"/>
            </a:xfrm>
          </p:grpSpPr>
          <p:sp>
            <p:nvSpPr>
              <p:cNvPr id="21" name="ï$ľiḓe"/>
              <p:cNvSpPr/>
              <p:nvPr/>
            </p:nvSpPr>
            <p:spPr>
              <a:xfrm>
                <a:off x="699005" y="4749801"/>
                <a:ext cx="198670" cy="198669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 w="31750" cap="flat">
                <a:solidFill>
                  <a:schemeClr val="bg1"/>
                </a:solidFill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>
                  <a:defRPr sz="3200"/>
                </a:pPr>
                <a:endParaRPr sz="1600"/>
              </a:p>
            </p:txBody>
          </p:sp>
          <p:sp>
            <p:nvSpPr>
              <p:cNvPr id="22" name="islïḋè"/>
              <p:cNvSpPr/>
              <p:nvPr/>
            </p:nvSpPr>
            <p:spPr bwMode="auto">
              <a:xfrm>
                <a:off x="897675" y="5041561"/>
                <a:ext cx="3173325" cy="11020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6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6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en-US" altLang="zh-CN" sz="1100" dirty="0"/>
              </a:p>
            </p:txBody>
          </p:sp>
          <p:sp>
            <p:nvSpPr>
              <p:cNvPr id="23" name="îśḻïďè"/>
              <p:cNvSpPr txBox="1"/>
              <p:nvPr/>
            </p:nvSpPr>
            <p:spPr bwMode="auto">
              <a:xfrm>
                <a:off x="897675" y="4628681"/>
                <a:ext cx="3173325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1" name="islîḋê"/>
            <p:cNvGrpSpPr/>
            <p:nvPr/>
          </p:nvGrpSpPr>
          <p:grpSpPr>
            <a:xfrm>
              <a:off x="4422044" y="4628681"/>
              <a:ext cx="3371995" cy="1514944"/>
              <a:chOff x="699005" y="4628681"/>
              <a:chExt cx="3371995" cy="1514944"/>
            </a:xfrm>
          </p:grpSpPr>
          <p:sp>
            <p:nvSpPr>
              <p:cNvPr id="18" name="iṡ1îḑé"/>
              <p:cNvSpPr/>
              <p:nvPr/>
            </p:nvSpPr>
            <p:spPr>
              <a:xfrm>
                <a:off x="699005" y="4749801"/>
                <a:ext cx="198670" cy="198669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 w="31750" cap="flat">
                <a:solidFill>
                  <a:schemeClr val="bg1"/>
                </a:solidFill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>
                  <a:defRPr sz="3200"/>
                </a:pPr>
                <a:endParaRPr sz="1600"/>
              </a:p>
            </p:txBody>
          </p:sp>
          <p:sp>
            <p:nvSpPr>
              <p:cNvPr id="19" name="îṩliḑé"/>
              <p:cNvSpPr/>
              <p:nvPr/>
            </p:nvSpPr>
            <p:spPr bwMode="auto">
              <a:xfrm>
                <a:off x="897675" y="5041561"/>
                <a:ext cx="3173325" cy="11020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6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6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en-US" altLang="zh-CN" sz="1100" dirty="0"/>
              </a:p>
            </p:txBody>
          </p:sp>
          <p:sp>
            <p:nvSpPr>
              <p:cNvPr id="20" name="ïslîdè"/>
              <p:cNvSpPr txBox="1"/>
              <p:nvPr/>
            </p:nvSpPr>
            <p:spPr bwMode="auto">
              <a:xfrm>
                <a:off x="897675" y="4628681"/>
                <a:ext cx="3173325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2" name="iṧḻïḑê"/>
            <p:cNvGrpSpPr/>
            <p:nvPr/>
          </p:nvGrpSpPr>
          <p:grpSpPr>
            <a:xfrm>
              <a:off x="8145082" y="4628681"/>
              <a:ext cx="3371995" cy="1514944"/>
              <a:chOff x="699005" y="4628681"/>
              <a:chExt cx="3371995" cy="1514944"/>
            </a:xfrm>
          </p:grpSpPr>
          <p:sp>
            <p:nvSpPr>
              <p:cNvPr id="15" name="îšľíḍè"/>
              <p:cNvSpPr/>
              <p:nvPr/>
            </p:nvSpPr>
            <p:spPr>
              <a:xfrm>
                <a:off x="699005" y="4749801"/>
                <a:ext cx="198670" cy="198669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 w="31750" cap="flat">
                <a:solidFill>
                  <a:schemeClr val="bg1"/>
                </a:solidFill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>
                  <a:defRPr sz="3200"/>
                </a:pPr>
                <a:endParaRPr sz="1600"/>
              </a:p>
            </p:txBody>
          </p:sp>
          <p:sp>
            <p:nvSpPr>
              <p:cNvPr id="16" name="iṧḷîḓe"/>
              <p:cNvSpPr/>
              <p:nvPr/>
            </p:nvSpPr>
            <p:spPr bwMode="auto">
              <a:xfrm>
                <a:off x="897675" y="5041561"/>
                <a:ext cx="3173325" cy="11020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indent="-171450">
                  <a:lnSpc>
                    <a:spcPct val="16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marL="171450" indent="-171450">
                  <a:lnSpc>
                    <a:spcPct val="16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/>
                  <a:t>When you copy &amp; paste, choose "keep text only" option.</a:t>
                </a:r>
                <a:endParaRPr lang="en-US" altLang="zh-CN" sz="1100" dirty="0"/>
              </a:p>
            </p:txBody>
          </p:sp>
          <p:sp>
            <p:nvSpPr>
              <p:cNvPr id="17" name="iṡ1íḑé"/>
              <p:cNvSpPr txBox="1"/>
              <p:nvPr/>
            </p:nvSpPr>
            <p:spPr bwMode="auto">
              <a:xfrm>
                <a:off x="897675" y="4628681"/>
                <a:ext cx="3173325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cxnSp>
          <p:nvCxnSpPr>
            <p:cNvPr id="13" name="直接连接符 12"/>
            <p:cNvCxnSpPr/>
            <p:nvPr/>
          </p:nvCxnSpPr>
          <p:spPr>
            <a:xfrm>
              <a:off x="4150742" y="4628681"/>
              <a:ext cx="0" cy="1514944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7839165" y="4628681"/>
              <a:ext cx="0" cy="1514944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4.6 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5c1ea693-f3f7-47a3-afe1-b9805252af93" descr="OQAAAB+LCAAAAAAABACrVlIpqSxIVbJSCs5NLCpxyUxML0rM9SxJzVXSUfJMUbLKK83J0VFyysxLycxLdy/KLy0oVrKKjq0FALpUkis5AAAA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25450"/>
            <a:ext cx="10848513" cy="5018175"/>
            <a:chOff x="669925" y="1125450"/>
            <a:chExt cx="10848513" cy="5018175"/>
          </a:xfrm>
        </p:grpSpPr>
        <p:sp>
          <p:nvSpPr>
            <p:cNvPr id="6" name="íśḷîdê"/>
            <p:cNvSpPr/>
            <p:nvPr/>
          </p:nvSpPr>
          <p:spPr bwMode="auto">
            <a:xfrm>
              <a:off x="674821" y="1125450"/>
              <a:ext cx="2508898" cy="497567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7" name="îsḷiḍè"/>
            <p:cNvSpPr/>
            <p:nvPr/>
          </p:nvSpPr>
          <p:spPr bwMode="auto">
            <a:xfrm>
              <a:off x="3451760" y="1125450"/>
              <a:ext cx="2508898" cy="497567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8" name="iş1îḍé"/>
            <p:cNvSpPr/>
            <p:nvPr/>
          </p:nvSpPr>
          <p:spPr bwMode="auto">
            <a:xfrm>
              <a:off x="6228700" y="1125450"/>
              <a:ext cx="2508898" cy="497567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9" name="íŝliḓè"/>
            <p:cNvSpPr/>
            <p:nvPr/>
          </p:nvSpPr>
          <p:spPr bwMode="auto">
            <a:xfrm>
              <a:off x="9005640" y="1125450"/>
              <a:ext cx="2508898" cy="497567"/>
            </a:xfrm>
            <a:prstGeom prst="rect">
              <a:avLst/>
            </a:prstGeom>
            <a:solidFill>
              <a:schemeClr val="accent1"/>
            </a:solidFill>
            <a:ln w="3175" algn="ctr">
              <a:solidFill>
                <a:schemeClr val="accent1"/>
              </a:solidFill>
              <a:round/>
            </a:ln>
          </p:spPr>
          <p:txBody>
            <a:bodyPr wrap="none" lIns="91440" tIns="45720" rIns="91440" bIns="45720" anchor="ctr">
              <a:normAutofit/>
            </a:bodyPr>
            <a:lstStyle/>
            <a:p>
              <a:pPr algn="ctr" defTabSz="914400"/>
              <a:r>
                <a:rPr lang="en-US" altLang="zh-CN" sz="1400" b="1" kern="0" dirty="0">
                  <a:solidFill>
                    <a:srgbClr val="FFFFFF"/>
                  </a:solidFill>
                </a:rPr>
                <a:t>Text Here</a:t>
              </a:r>
              <a:endParaRPr lang="zh-CN" altLang="en-US" sz="1400" b="1" kern="0" dirty="0">
                <a:solidFill>
                  <a:srgbClr val="FFFFFF"/>
                </a:solidFill>
              </a:endParaRPr>
            </a:p>
          </p:txBody>
        </p:sp>
        <p:sp>
          <p:nvSpPr>
            <p:cNvPr id="10" name="iṧļïḓé"/>
            <p:cNvSpPr/>
            <p:nvPr/>
          </p:nvSpPr>
          <p:spPr>
            <a:xfrm>
              <a:off x="673825" y="1804730"/>
              <a:ext cx="10844613" cy="128333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endPara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íSḷiḍe"/>
            <p:cNvSpPr/>
            <p:nvPr/>
          </p:nvSpPr>
          <p:spPr>
            <a:xfrm>
              <a:off x="673825" y="3332512"/>
              <a:ext cx="10844613" cy="128333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endParaRPr lang="zh-CN" altLang="en-US" sz="10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iṥ1íḋè"/>
            <p:cNvSpPr/>
            <p:nvPr/>
          </p:nvSpPr>
          <p:spPr>
            <a:xfrm>
              <a:off x="673825" y="4860294"/>
              <a:ext cx="10844613" cy="128333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/>
            <a:p>
              <a:pPr algn="ctr"/>
              <a:r>
                <a:rPr lang="en-US" altLang="zh-CN" sz="1200" dirty="0"/>
                <a:t>Supporting text here</a:t>
              </a:r>
              <a:endParaRPr lang="zh-CN" altLang="en-US" sz="1200" dirty="0"/>
            </a:p>
          </p:txBody>
        </p:sp>
        <p:sp>
          <p:nvSpPr>
            <p:cNvPr id="13" name="isḻïḍê"/>
            <p:cNvSpPr txBox="1"/>
            <p:nvPr/>
          </p:nvSpPr>
          <p:spPr>
            <a:xfrm>
              <a:off x="3451760" y="1907569"/>
              <a:ext cx="2508897" cy="10776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altLang="zh-CN" sz="1000" dirty="0"/>
                <a:t>Text </a:t>
              </a:r>
              <a:endParaRPr lang="en-US" sz="1000" dirty="0"/>
            </a:p>
          </p:txBody>
        </p:sp>
        <p:sp>
          <p:nvSpPr>
            <p:cNvPr id="14" name="ïŝḷídê"/>
            <p:cNvSpPr txBox="1"/>
            <p:nvPr/>
          </p:nvSpPr>
          <p:spPr>
            <a:xfrm>
              <a:off x="6228700" y="1907569"/>
              <a:ext cx="2508897" cy="10776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altLang="zh-CN" sz="1000" dirty="0"/>
                <a:t>Text </a:t>
              </a:r>
              <a:endParaRPr lang="en-US" sz="1000" dirty="0"/>
            </a:p>
          </p:txBody>
        </p:sp>
        <p:sp>
          <p:nvSpPr>
            <p:cNvPr id="15" name="íṡļíḑè"/>
            <p:cNvSpPr txBox="1"/>
            <p:nvPr/>
          </p:nvSpPr>
          <p:spPr>
            <a:xfrm>
              <a:off x="9005638" y="1907569"/>
              <a:ext cx="2508897" cy="10776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altLang="zh-CN" sz="1000" dirty="0"/>
                <a:t>Text </a:t>
              </a:r>
              <a:endParaRPr lang="en-US" sz="1000" dirty="0"/>
            </a:p>
          </p:txBody>
        </p:sp>
        <p:sp>
          <p:nvSpPr>
            <p:cNvPr id="16" name="íṧľiḑè"/>
            <p:cNvSpPr txBox="1"/>
            <p:nvPr/>
          </p:nvSpPr>
          <p:spPr>
            <a:xfrm>
              <a:off x="669925" y="1907569"/>
              <a:ext cx="2508897" cy="10776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altLang="zh-CN" sz="1000" dirty="0"/>
                <a:t>Text </a:t>
              </a:r>
              <a:endParaRPr lang="en-US" sz="1000" dirty="0"/>
            </a:p>
          </p:txBody>
        </p:sp>
        <p:sp>
          <p:nvSpPr>
            <p:cNvPr id="17" name="ísļïḋê"/>
            <p:cNvSpPr txBox="1"/>
            <p:nvPr/>
          </p:nvSpPr>
          <p:spPr>
            <a:xfrm>
              <a:off x="3451760" y="3435351"/>
              <a:ext cx="2508897" cy="10776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altLang="zh-CN" sz="1000" dirty="0"/>
                <a:t>Text </a:t>
              </a:r>
              <a:endParaRPr lang="en-US" sz="1000" dirty="0"/>
            </a:p>
          </p:txBody>
        </p:sp>
        <p:sp>
          <p:nvSpPr>
            <p:cNvPr id="18" name="îsľïdé"/>
            <p:cNvSpPr txBox="1"/>
            <p:nvPr/>
          </p:nvSpPr>
          <p:spPr>
            <a:xfrm>
              <a:off x="6228700" y="3435351"/>
              <a:ext cx="2508897" cy="10776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altLang="zh-CN" sz="1000" dirty="0"/>
                <a:t>Text </a:t>
              </a:r>
              <a:endParaRPr lang="en-US" sz="1000" dirty="0"/>
            </a:p>
          </p:txBody>
        </p:sp>
        <p:sp>
          <p:nvSpPr>
            <p:cNvPr id="19" name="í$ľîde"/>
            <p:cNvSpPr txBox="1"/>
            <p:nvPr/>
          </p:nvSpPr>
          <p:spPr>
            <a:xfrm>
              <a:off x="9005638" y="3435351"/>
              <a:ext cx="2508897" cy="10776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altLang="zh-CN" sz="1000" dirty="0"/>
                <a:t>Text </a:t>
              </a:r>
              <a:endParaRPr lang="en-US" sz="1000" dirty="0"/>
            </a:p>
          </p:txBody>
        </p:sp>
        <p:sp>
          <p:nvSpPr>
            <p:cNvPr id="20" name="ïSḻiḓe"/>
            <p:cNvSpPr txBox="1"/>
            <p:nvPr/>
          </p:nvSpPr>
          <p:spPr>
            <a:xfrm>
              <a:off x="669925" y="3435351"/>
              <a:ext cx="2508897" cy="1077653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 anchorCtr="0">
              <a:normAutofit/>
            </a:bodyPr>
            <a:lstStyle/>
            <a:p>
              <a:pPr algn="ctr"/>
              <a:r>
                <a:rPr lang="en-US" altLang="zh-CN" sz="1000" dirty="0"/>
                <a:t>Text 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2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Thanks.</a:t>
            </a:r>
            <a:br>
              <a:rPr lang="en-US" altLang="zh-CN" dirty="0"/>
            </a:br>
            <a:r>
              <a:rPr lang="en-US" altLang="zh-CN" b="0" dirty="0"/>
              <a:t>And Your Slogan Here.</a:t>
            </a:r>
            <a:endParaRPr lang="zh-CN" altLang="en-US" b="0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Speaker name and title</a:t>
            </a:r>
            <a:endParaRPr lang="en-US" altLang="zh-CN" dirty="0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pic>
        <p:nvPicPr>
          <p:cNvPr id="3" name="图片 2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85" y="3566795"/>
            <a:ext cx="3385820" cy="31553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416c4bfe-d7b4-4b79-9bad-a079a2529ab9"/>
</p:tagLst>
</file>

<file path=ppt/tags/tag2.xml><?xml version="1.0" encoding="utf-8"?>
<p:tagLst xmlns:p="http://schemas.openxmlformats.org/presentationml/2006/main">
  <p:tag name="ISLIDE.DIAGRAM" val="120a29b7-d775-4db3-996a-09cb5d6556eb"/>
</p:tagLst>
</file>

<file path=ppt/tags/tag3.xml><?xml version="1.0" encoding="utf-8"?>
<p:tagLst xmlns:p="http://schemas.openxmlformats.org/presentationml/2006/main">
  <p:tag name="ISLIDE.DIAGRAM" val="3d38886e-2382-4dbe-abe1-b9c3aaa0a329"/>
</p:tagLst>
</file>

<file path=ppt/tags/tag4.xml><?xml version="1.0" encoding="utf-8"?>
<p:tagLst xmlns:p="http://schemas.openxmlformats.org/presentationml/2006/main">
  <p:tag name="ISLIDE.DIAGRAM" val="c52f2a57-f964-41ef-aa3f-83eb24ab0d93"/>
</p:tagLst>
</file>

<file path=ppt/tags/tag5.xml><?xml version="1.0" encoding="utf-8"?>
<p:tagLst xmlns:p="http://schemas.openxmlformats.org/presentationml/2006/main">
  <p:tag name="ISLIDE.DIAGRAM" val="104f7908-7dde-4e8d-b08e-39051e89657f"/>
</p:tagLst>
</file>

<file path=ppt/tags/tag6.xml><?xml version="1.0" encoding="utf-8"?>
<p:tagLst xmlns:p="http://schemas.openxmlformats.org/presentationml/2006/main">
  <p:tag name="ISLIDE.DIAGRAM" val="473bbf2c-cbc0-4b0d-919e-3e3744197c8a"/>
</p:tagLst>
</file>

<file path=ppt/tags/tag7.xml><?xml version="1.0" encoding="utf-8"?>
<p:tagLst xmlns:p="http://schemas.openxmlformats.org/presentationml/2006/main">
  <p:tag name="ISLIDE.DIAGRAM" val="8bf22f34-57b5-4231-b591-e293d09106c6"/>
</p:tagLst>
</file>

<file path=ppt/tags/tag8.xml><?xml version="1.0" encoding="utf-8"?>
<p:tagLst xmlns:p="http://schemas.openxmlformats.org/presentationml/2006/main">
  <p:tag name="ISLIDE.DIAGRAM" val="ff7024f3-6678-4065-8ed6-e18a0932b3f7"/>
</p:tagLst>
</file>

<file path=ppt/tags/tag9.xml><?xml version="1.0" encoding="utf-8"?>
<p:tagLst xmlns:p="http://schemas.openxmlformats.org/presentationml/2006/main">
  <p:tag name="ISLIDE.DIAGRAM" val="190fe317-6869-4d80-943b-93850d5f7197"/>
</p:tagLst>
</file>

<file path=ppt/tags/tag10.xml><?xml version="1.0" encoding="utf-8"?>
<p:tagLst xmlns:p="http://schemas.openxmlformats.org/presentationml/2006/main">
  <p:tag name="ISLIDE.DIAGRAM" val="d7274021-1e3f-4bbf-90e8-a4204b072c85"/>
</p:tagLst>
</file>

<file path=ppt/tags/tag11.xml><?xml version="1.0" encoding="utf-8"?>
<p:tagLst xmlns:p="http://schemas.openxmlformats.org/presentationml/2006/main">
  <p:tag name="ISLIDE.DIAGRAM" val="fe7d6a2a-6b39-48c2-bebb-d7b41482bc5d"/>
</p:tagLst>
</file>

<file path=ppt/tags/tag12.xml><?xml version="1.0" encoding="utf-8"?>
<p:tagLst xmlns:p="http://schemas.openxmlformats.org/presentationml/2006/main">
  <p:tag name="ISLIDE.DIAGRAM" val="32c57115-9959-4ddd-b9ae-9de8b69541f2"/>
</p:tagLst>
</file>

<file path=ppt/tags/tag13.xml><?xml version="1.0" encoding="utf-8"?>
<p:tagLst xmlns:p="http://schemas.openxmlformats.org/presentationml/2006/main">
  <p:tag name="ISLIDE.DIAGRAM" val="b0990ecb-a7e5-4e17-9ede-b31e3e10f730"/>
</p:tagLst>
</file>

<file path=ppt/tags/tag14.xml><?xml version="1.0" encoding="utf-8"?>
<p:tagLst xmlns:p="http://schemas.openxmlformats.org/presentationml/2006/main">
  <p:tag name="ISLIDE.DIAGRAM" val="44ed5567-af30-4640-90b3-39865954905f"/>
</p:tagLst>
</file>

<file path=ppt/tags/tag15.xml><?xml version="1.0" encoding="utf-8"?>
<p:tagLst xmlns:p="http://schemas.openxmlformats.org/presentationml/2006/main">
  <p:tag name="ISLIDE.DIAGRAM" val="5c1ea693-f3f7-47a3-afe1-b9805252af93"/>
</p:tagLst>
</file>

<file path=ppt/tags/tag16.xml><?xml version="1.0" encoding="utf-8"?>
<p:tagLst xmlns:p="http://schemas.openxmlformats.org/presentationml/2006/main">
  <p:tag name="ISLIDE.GUIDESSETTING" val="{&quot;Name&quot;:&quot;正常&quot;,&quot;HeaderHeight&quot;:15.0,&quot;TopMargin&quot;:0.0,&quot;FooterHeight&quot;:9.0,&quot;BottomMargin&quot;:0.0,&quot;SideMargin&quot;:5.5,&quot;IntervalMargin&quot;:1.5,&quot;Id&quot;:&quot;GuidesStyle_Normal&quot;}"/>
  <p:tag name="ISLIDE.THEME" val="717a22b7-3976-409a-a111-595a184d472a"/>
</p:tagLst>
</file>

<file path=ppt/theme/theme1.xml><?xml version="1.0" encoding="utf-8"?>
<a:theme xmlns:a="http://schemas.openxmlformats.org/drawingml/2006/main" name="毕业主题1">
  <a:themeElements>
    <a:clrScheme name="自定义 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6A1C6"/>
      </a:accent1>
      <a:accent2>
        <a:srgbClr val="EE3C30"/>
      </a:accent2>
      <a:accent3>
        <a:srgbClr val="9BBB59"/>
      </a:accent3>
      <a:accent4>
        <a:srgbClr val="F39C12"/>
      </a:accent4>
      <a:accent5>
        <a:srgbClr val="C0392B"/>
      </a:accent5>
      <a:accent6>
        <a:srgbClr val="2C3F50"/>
      </a:accent6>
      <a:hlink>
        <a:srgbClr val="0563C1"/>
      </a:hlink>
      <a:folHlink>
        <a:srgbClr val="954F7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8093</Words>
  <Application>WPS 演示</Application>
  <PresentationFormat>宽屏</PresentationFormat>
  <Paragraphs>718</Paragraphs>
  <Slides>31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Arial</vt:lpstr>
      <vt:lpstr>宋体</vt:lpstr>
      <vt:lpstr>Wingdings</vt:lpstr>
      <vt:lpstr>Impact</vt:lpstr>
      <vt:lpstr>Calibri</vt:lpstr>
      <vt:lpstr>微软雅黑</vt:lpstr>
      <vt:lpstr>Arial Unicode MS</vt:lpstr>
      <vt:lpstr>Questrial</vt:lpstr>
      <vt:lpstr>AMGDT</vt:lpstr>
      <vt:lpstr>Arial</vt:lpstr>
      <vt:lpstr>毕业主题1</vt:lpstr>
      <vt:lpstr>iSlide® PowerPoint  standard template.</vt:lpstr>
      <vt:lpstr>PowerPoint 演示文稿</vt:lpstr>
      <vt:lpstr>Section Header Here</vt:lpstr>
      <vt:lpstr>1.1 Click to edit Master title style</vt:lpstr>
      <vt:lpstr>1.2 Click to edit Master title style</vt:lpstr>
      <vt:lpstr>1.3 Click to edit Master title style</vt:lpstr>
      <vt:lpstr>1.4 Click to edit Master title style</vt:lpstr>
      <vt:lpstr>1.5 Click to edit Master title style</vt:lpstr>
      <vt:lpstr>1.6 Click to edit Master title style</vt:lpstr>
      <vt:lpstr>Section Header Here</vt:lpstr>
      <vt:lpstr>2.1 Click to edit Master title style</vt:lpstr>
      <vt:lpstr>2.2 Click to edit Master title style</vt:lpstr>
      <vt:lpstr>2.3 Click to edit Master title style</vt:lpstr>
      <vt:lpstr>2.4 Click to edit Master title style</vt:lpstr>
      <vt:lpstr>2.5 Click to edit Master title style</vt:lpstr>
      <vt:lpstr>2.6 Click to edit Master title style</vt:lpstr>
      <vt:lpstr>Section Header Here</vt:lpstr>
      <vt:lpstr>3.1 Click to edit Master title style</vt:lpstr>
      <vt:lpstr>3.2 Click to edit Master title style</vt:lpstr>
      <vt:lpstr>3.3 Click to edit Master title style</vt:lpstr>
      <vt:lpstr>3.4 Click to edit Master title style</vt:lpstr>
      <vt:lpstr>3.5 Click to edit Master title style</vt:lpstr>
      <vt:lpstr>3.6 Click to edit Master title style</vt:lpstr>
      <vt:lpstr>Section Header Here</vt:lpstr>
      <vt:lpstr>4.1 Click to edit Master title style</vt:lpstr>
      <vt:lpstr>4.2 Click to edit Master title style</vt:lpstr>
      <vt:lpstr>4.3 Click to edit Master title style</vt:lpstr>
      <vt:lpstr>4.4 Click to edit Master title style</vt:lpstr>
      <vt:lpstr>4.5 Click to edit Master title style</vt:lpstr>
      <vt:lpstr>4.6 Click to edit Master title style</vt:lpstr>
      <vt:lpstr>Thanks. And Your Slogan Here.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category>oral defense</cp:category>
  <cp:lastModifiedBy>大象</cp:lastModifiedBy>
  <cp:revision>5</cp:revision>
  <cp:lastPrinted>2018-02-05T16:00:00Z</cp:lastPrinted>
  <dcterms:created xsi:type="dcterms:W3CDTF">2018-02-05T16:00:00Z</dcterms:created>
  <dcterms:modified xsi:type="dcterms:W3CDTF">2020-10-03T06:20:40Z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717a22b7-3976-409a-a111-595a184d472a</vt:lpwstr>
  </property>
  <property fmtid="{D5CDD505-2E9C-101B-9397-08002B2CF9AE}" pid="3" name="KSOProductBuildVer">
    <vt:lpwstr>2052-11.1.0.9999</vt:lpwstr>
  </property>
</Properties>
</file>