
<file path=[Content_Types].xml><?xml version="1.0" encoding="utf-8"?>
<Types xmlns="http://schemas.openxmlformats.org/package/2006/content-types">
  <Default Extension="jpeg" ContentType="image/jpeg"/>
  <Default Extension="JPG" ContentType="image/.jpg"/>
  <Default Extension="png" ContentType="image/png"/>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sldIdLst>
    <p:sldId id="260" r:id="rId4"/>
    <p:sldId id="261" r:id="rId6"/>
    <p:sldId id="263" r:id="rId7"/>
    <p:sldId id="264" r:id="rId8"/>
    <p:sldId id="266" r:id="rId9"/>
    <p:sldId id="295" r:id="rId10"/>
    <p:sldId id="296" r:id="rId11"/>
    <p:sldId id="298" r:id="rId12"/>
    <p:sldId id="267" r:id="rId13"/>
    <p:sldId id="290" r:id="rId14"/>
    <p:sldId id="291" r:id="rId15"/>
    <p:sldId id="269" r:id="rId16"/>
    <p:sldId id="274" r:id="rId17"/>
    <p:sldId id="275" r:id="rId18"/>
    <p:sldId id="276" r:id="rId19"/>
    <p:sldId id="297" r:id="rId20"/>
    <p:sldId id="277" r:id="rId21"/>
    <p:sldId id="292" r:id="rId22"/>
    <p:sldId id="299" r:id="rId23"/>
    <p:sldId id="279" r:id="rId24"/>
    <p:sldId id="282" r:id="rId25"/>
    <p:sldId id="285" r:id="rId26"/>
    <p:sldId id="286" r:id="rId27"/>
    <p:sldId id="287" r:id="rId28"/>
    <p:sldId id="293" r:id="rId29"/>
    <p:sldId id="289" r:id="rId30"/>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987" autoAdjust="0"/>
    <p:restoredTop sz="94660"/>
  </p:normalViewPr>
  <p:slideViewPr>
    <p:cSldViewPr snapToGrid="0">
      <p:cViewPr varScale="1">
        <p:scale>
          <a:sx n="122" d="100"/>
          <a:sy n="122" d="100"/>
        </p:scale>
        <p:origin x="96"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3943C8-ABEB-4C3D-A350-F7B6C35431A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3943C8-ABEB-4C3D-A350-F7B6C35431A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3943C8-ABEB-4C3D-A350-F7B6C35431A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3943C8-ABEB-4C3D-A350-F7B6C35431A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3943C8-ABEB-4C3D-A350-F7B6C35431A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3943C8-ABEB-4C3D-A350-F7B6C35431A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3943C8-ABEB-4C3D-A350-F7B6C35431A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6.xml"/><Relationship Id="rId7" Type="http://schemas.openxmlformats.org/officeDocument/2006/relationships/image" Target="../media/image1.png"/><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0" Type="http://schemas.openxmlformats.org/officeDocument/2006/relationships/tags" Target="../tags/tag16.xml"/><Relationship Id="rId2" Type="http://schemas.openxmlformats.org/officeDocument/2006/relationships/tags" Target="../tags/tag1.xml"/><Relationship Id="rId19" Type="http://schemas.openxmlformats.org/officeDocument/2006/relationships/tags" Target="../tags/tag15.xml"/><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image" Target="../media/image3.png"/><Relationship Id="rId10" Type="http://schemas.openxmlformats.org/officeDocument/2006/relationships/tags" Target="../tags/tag7.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2.xml"/><Relationship Id="rId7" Type="http://schemas.openxmlformats.org/officeDocument/2006/relationships/image" Target="../media/image1.png"/><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2" Type="http://schemas.openxmlformats.org/officeDocument/2006/relationships/tags" Target="../tags/tag34.xml"/><Relationship Id="rId21" Type="http://schemas.openxmlformats.org/officeDocument/2006/relationships/tags" Target="../tags/tag33.xml"/><Relationship Id="rId20" Type="http://schemas.openxmlformats.org/officeDocument/2006/relationships/tags" Target="../tags/tag32.xml"/><Relationship Id="rId2" Type="http://schemas.openxmlformats.org/officeDocument/2006/relationships/tags" Target="../tags/tag17.xml"/><Relationship Id="rId19" Type="http://schemas.openxmlformats.org/officeDocument/2006/relationships/tags" Target="../tags/tag31.xml"/><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image" Target="../media/image3.png"/><Relationship Id="rId10" Type="http://schemas.openxmlformats.org/officeDocument/2006/relationships/tags" Target="../tags/tag2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40.xml"/><Relationship Id="rId7" Type="http://schemas.openxmlformats.org/officeDocument/2006/relationships/image" Target="../media/image1.png"/><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3" Type="http://schemas.openxmlformats.org/officeDocument/2006/relationships/tags" Target="../tags/tag53.xml"/><Relationship Id="rId22" Type="http://schemas.openxmlformats.org/officeDocument/2006/relationships/tags" Target="../tags/tag52.xml"/><Relationship Id="rId21" Type="http://schemas.openxmlformats.org/officeDocument/2006/relationships/tags" Target="../tags/tag51.xml"/><Relationship Id="rId20" Type="http://schemas.openxmlformats.org/officeDocument/2006/relationships/tags" Target="../tags/tag50.xml"/><Relationship Id="rId2" Type="http://schemas.openxmlformats.org/officeDocument/2006/relationships/tags" Target="../tags/tag35.xml"/><Relationship Id="rId19" Type="http://schemas.openxmlformats.org/officeDocument/2006/relationships/tags" Target="../tags/tag49.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image" Target="../media/image3.png"/><Relationship Id="rId10" Type="http://schemas.openxmlformats.org/officeDocument/2006/relationships/tags" Target="../tags/tag41.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59.xml"/><Relationship Id="rId7" Type="http://schemas.openxmlformats.org/officeDocument/2006/relationships/image" Target="../media/image1.png"/><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5" Type="http://schemas.openxmlformats.org/officeDocument/2006/relationships/tags" Target="../tags/tag74.xml"/><Relationship Id="rId24" Type="http://schemas.openxmlformats.org/officeDocument/2006/relationships/tags" Target="../tags/tag73.xml"/><Relationship Id="rId23" Type="http://schemas.openxmlformats.org/officeDocument/2006/relationships/tags" Target="../tags/tag72.xml"/><Relationship Id="rId22" Type="http://schemas.openxmlformats.org/officeDocument/2006/relationships/tags" Target="../tags/tag71.xml"/><Relationship Id="rId21" Type="http://schemas.openxmlformats.org/officeDocument/2006/relationships/tags" Target="../tags/tag70.xml"/><Relationship Id="rId20" Type="http://schemas.openxmlformats.org/officeDocument/2006/relationships/tags" Target="../tags/tag69.xml"/><Relationship Id="rId2" Type="http://schemas.openxmlformats.org/officeDocument/2006/relationships/tags" Target="../tags/tag54.xml"/><Relationship Id="rId19" Type="http://schemas.openxmlformats.org/officeDocument/2006/relationships/tags" Target="../tags/tag68.xml"/><Relationship Id="rId18" Type="http://schemas.openxmlformats.org/officeDocument/2006/relationships/tags" Target="../tags/tag67.xml"/><Relationship Id="rId17" Type="http://schemas.openxmlformats.org/officeDocument/2006/relationships/tags" Target="../tags/tag66.xml"/><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image" Target="../media/image3.png"/><Relationship Id="rId10" Type="http://schemas.openxmlformats.org/officeDocument/2006/relationships/tags" Target="../tags/tag60.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80.xml"/><Relationship Id="rId7" Type="http://schemas.openxmlformats.org/officeDocument/2006/relationships/image" Target="../media/image1.png"/><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5" Type="http://schemas.openxmlformats.org/officeDocument/2006/relationships/tags" Target="../tags/tag95.xml"/><Relationship Id="rId24" Type="http://schemas.openxmlformats.org/officeDocument/2006/relationships/tags" Target="../tags/tag94.xml"/><Relationship Id="rId23" Type="http://schemas.openxmlformats.org/officeDocument/2006/relationships/tags" Target="../tags/tag93.xml"/><Relationship Id="rId22" Type="http://schemas.openxmlformats.org/officeDocument/2006/relationships/tags" Target="../tags/tag92.xml"/><Relationship Id="rId21" Type="http://schemas.openxmlformats.org/officeDocument/2006/relationships/tags" Target="../tags/tag91.xml"/><Relationship Id="rId20" Type="http://schemas.openxmlformats.org/officeDocument/2006/relationships/tags" Target="../tags/tag90.xml"/><Relationship Id="rId2" Type="http://schemas.openxmlformats.org/officeDocument/2006/relationships/tags" Target="../tags/tag75.xml"/><Relationship Id="rId19" Type="http://schemas.openxmlformats.org/officeDocument/2006/relationships/tags" Target="../tags/tag89.xml"/><Relationship Id="rId18" Type="http://schemas.openxmlformats.org/officeDocument/2006/relationships/tags" Target="../tags/tag88.xml"/><Relationship Id="rId17" Type="http://schemas.openxmlformats.org/officeDocument/2006/relationships/tags" Target="../tags/tag87.xml"/><Relationship Id="rId16" Type="http://schemas.openxmlformats.org/officeDocument/2006/relationships/tags" Target="../tags/tag86.xml"/><Relationship Id="rId15" Type="http://schemas.openxmlformats.org/officeDocument/2006/relationships/tags" Target="../tags/tag85.xml"/><Relationship Id="rId14" Type="http://schemas.openxmlformats.org/officeDocument/2006/relationships/tags" Target="../tags/tag84.xml"/><Relationship Id="rId13" Type="http://schemas.openxmlformats.org/officeDocument/2006/relationships/tags" Target="../tags/tag83.xml"/><Relationship Id="rId12" Type="http://schemas.openxmlformats.org/officeDocument/2006/relationships/tags" Target="../tags/tag82.xml"/><Relationship Id="rId11" Type="http://schemas.openxmlformats.org/officeDocument/2006/relationships/image" Target="../media/image3.png"/><Relationship Id="rId10" Type="http://schemas.openxmlformats.org/officeDocument/2006/relationships/tags" Target="../tags/tag8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01.xml"/><Relationship Id="rId7" Type="http://schemas.openxmlformats.org/officeDocument/2006/relationships/image" Target="../media/image1.png"/><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5" Type="http://schemas.openxmlformats.org/officeDocument/2006/relationships/tags" Target="../tags/tag116.xml"/><Relationship Id="rId24" Type="http://schemas.openxmlformats.org/officeDocument/2006/relationships/tags" Target="../tags/tag115.xml"/><Relationship Id="rId23" Type="http://schemas.openxmlformats.org/officeDocument/2006/relationships/tags" Target="../tags/tag114.xml"/><Relationship Id="rId22" Type="http://schemas.openxmlformats.org/officeDocument/2006/relationships/tags" Target="../tags/tag113.xml"/><Relationship Id="rId21" Type="http://schemas.openxmlformats.org/officeDocument/2006/relationships/tags" Target="../tags/tag112.xml"/><Relationship Id="rId20" Type="http://schemas.openxmlformats.org/officeDocument/2006/relationships/tags" Target="../tags/tag111.xml"/><Relationship Id="rId2" Type="http://schemas.openxmlformats.org/officeDocument/2006/relationships/tags" Target="../tags/tag96.xml"/><Relationship Id="rId19" Type="http://schemas.openxmlformats.org/officeDocument/2006/relationships/tags" Target="../tags/tag110.xml"/><Relationship Id="rId18" Type="http://schemas.openxmlformats.org/officeDocument/2006/relationships/tags" Target="../tags/tag109.xml"/><Relationship Id="rId17" Type="http://schemas.openxmlformats.org/officeDocument/2006/relationships/tags" Target="../tags/tag108.xml"/><Relationship Id="rId16" Type="http://schemas.openxmlformats.org/officeDocument/2006/relationships/tags" Target="../tags/tag107.xml"/><Relationship Id="rId15" Type="http://schemas.openxmlformats.org/officeDocument/2006/relationships/tags" Target="../tags/tag106.xml"/><Relationship Id="rId14" Type="http://schemas.openxmlformats.org/officeDocument/2006/relationships/tags" Target="../tags/tag105.xml"/><Relationship Id="rId13" Type="http://schemas.openxmlformats.org/officeDocument/2006/relationships/tags" Target="../tags/tag104.xml"/><Relationship Id="rId12" Type="http://schemas.openxmlformats.org/officeDocument/2006/relationships/tags" Target="../tags/tag103.xml"/><Relationship Id="rId11" Type="http://schemas.openxmlformats.org/officeDocument/2006/relationships/image" Target="../media/image3.png"/><Relationship Id="rId10" Type="http://schemas.openxmlformats.org/officeDocument/2006/relationships/tags" Target="../tags/tag102.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22.xml"/><Relationship Id="rId7" Type="http://schemas.openxmlformats.org/officeDocument/2006/relationships/image" Target="../media/image1.png"/><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0" Type="http://schemas.openxmlformats.org/officeDocument/2006/relationships/tags" Target="../tags/tag132.xml"/><Relationship Id="rId2" Type="http://schemas.openxmlformats.org/officeDocument/2006/relationships/tags" Target="../tags/tag117.xml"/><Relationship Id="rId19" Type="http://schemas.openxmlformats.org/officeDocument/2006/relationships/tags" Target="../tags/tag131.xml"/><Relationship Id="rId18" Type="http://schemas.openxmlformats.org/officeDocument/2006/relationships/tags" Target="../tags/tag130.xml"/><Relationship Id="rId17" Type="http://schemas.openxmlformats.org/officeDocument/2006/relationships/tags" Target="../tags/tag129.xml"/><Relationship Id="rId16" Type="http://schemas.openxmlformats.org/officeDocument/2006/relationships/tags" Target="../tags/tag128.xml"/><Relationship Id="rId15" Type="http://schemas.openxmlformats.org/officeDocument/2006/relationships/tags" Target="../tags/tag127.xml"/><Relationship Id="rId14" Type="http://schemas.openxmlformats.org/officeDocument/2006/relationships/tags" Target="../tags/tag126.xml"/><Relationship Id="rId13" Type="http://schemas.openxmlformats.org/officeDocument/2006/relationships/tags" Target="../tags/tag125.xml"/><Relationship Id="rId12" Type="http://schemas.openxmlformats.org/officeDocument/2006/relationships/tags" Target="../tags/tag124.xml"/><Relationship Id="rId11" Type="http://schemas.openxmlformats.org/officeDocument/2006/relationships/image" Target="../media/image3.png"/><Relationship Id="rId10" Type="http://schemas.openxmlformats.org/officeDocument/2006/relationships/tags" Target="../tags/tag12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38.xml"/><Relationship Id="rId7" Type="http://schemas.openxmlformats.org/officeDocument/2006/relationships/image" Target="../media/image1.png"/><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6" Type="http://schemas.openxmlformats.org/officeDocument/2006/relationships/tags" Target="../tags/tag154.xml"/><Relationship Id="rId25" Type="http://schemas.openxmlformats.org/officeDocument/2006/relationships/tags" Target="../tags/tag153.xml"/><Relationship Id="rId24" Type="http://schemas.openxmlformats.org/officeDocument/2006/relationships/tags" Target="../tags/tag152.xml"/><Relationship Id="rId23" Type="http://schemas.openxmlformats.org/officeDocument/2006/relationships/tags" Target="../tags/tag151.xml"/><Relationship Id="rId22" Type="http://schemas.openxmlformats.org/officeDocument/2006/relationships/tags" Target="../tags/tag150.xml"/><Relationship Id="rId21" Type="http://schemas.openxmlformats.org/officeDocument/2006/relationships/tags" Target="../tags/tag149.xml"/><Relationship Id="rId20" Type="http://schemas.openxmlformats.org/officeDocument/2006/relationships/tags" Target="../tags/tag148.xml"/><Relationship Id="rId2" Type="http://schemas.openxmlformats.org/officeDocument/2006/relationships/tags" Target="../tags/tag133.xml"/><Relationship Id="rId19" Type="http://schemas.openxmlformats.org/officeDocument/2006/relationships/tags" Target="../tags/tag147.xml"/><Relationship Id="rId18" Type="http://schemas.openxmlformats.org/officeDocument/2006/relationships/tags" Target="../tags/tag146.xml"/><Relationship Id="rId17" Type="http://schemas.openxmlformats.org/officeDocument/2006/relationships/tags" Target="../tags/tag145.xml"/><Relationship Id="rId16" Type="http://schemas.openxmlformats.org/officeDocument/2006/relationships/tags" Target="../tags/tag144.xml"/><Relationship Id="rId15" Type="http://schemas.openxmlformats.org/officeDocument/2006/relationships/tags" Target="../tags/tag143.xml"/><Relationship Id="rId14" Type="http://schemas.openxmlformats.org/officeDocument/2006/relationships/tags" Target="../tags/tag142.xml"/><Relationship Id="rId13" Type="http://schemas.openxmlformats.org/officeDocument/2006/relationships/tags" Target="../tags/tag141.xml"/><Relationship Id="rId12" Type="http://schemas.openxmlformats.org/officeDocument/2006/relationships/tags" Target="../tags/tag140.xml"/><Relationship Id="rId11" Type="http://schemas.openxmlformats.org/officeDocument/2006/relationships/image" Target="../media/image3.png"/><Relationship Id="rId10" Type="http://schemas.openxmlformats.org/officeDocument/2006/relationships/tags" Target="../tags/tag13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60.xml"/><Relationship Id="rId7" Type="http://schemas.openxmlformats.org/officeDocument/2006/relationships/image" Target="../media/image1.png"/><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1" Type="http://schemas.openxmlformats.org/officeDocument/2006/relationships/tags" Target="../tags/tag171.xml"/><Relationship Id="rId20" Type="http://schemas.openxmlformats.org/officeDocument/2006/relationships/tags" Target="../tags/tag170.xml"/><Relationship Id="rId2" Type="http://schemas.openxmlformats.org/officeDocument/2006/relationships/tags" Target="../tags/tag155.xml"/><Relationship Id="rId19" Type="http://schemas.openxmlformats.org/officeDocument/2006/relationships/tags" Target="../tags/tag169.xml"/><Relationship Id="rId18" Type="http://schemas.openxmlformats.org/officeDocument/2006/relationships/tags" Target="../tags/tag168.xml"/><Relationship Id="rId17" Type="http://schemas.openxmlformats.org/officeDocument/2006/relationships/tags" Target="../tags/tag167.xml"/><Relationship Id="rId16" Type="http://schemas.openxmlformats.org/officeDocument/2006/relationships/tags" Target="../tags/tag166.xml"/><Relationship Id="rId15" Type="http://schemas.openxmlformats.org/officeDocument/2006/relationships/tags" Target="../tags/tag165.xml"/><Relationship Id="rId14" Type="http://schemas.openxmlformats.org/officeDocument/2006/relationships/tags" Target="../tags/tag164.xml"/><Relationship Id="rId13" Type="http://schemas.openxmlformats.org/officeDocument/2006/relationships/tags" Target="../tags/tag163.xml"/><Relationship Id="rId12" Type="http://schemas.openxmlformats.org/officeDocument/2006/relationships/tags" Target="../tags/tag162.xml"/><Relationship Id="rId11" Type="http://schemas.openxmlformats.org/officeDocument/2006/relationships/image" Target="../media/image3.png"/><Relationship Id="rId10" Type="http://schemas.openxmlformats.org/officeDocument/2006/relationships/tags" Target="../tags/tag161.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77.xml"/><Relationship Id="rId7" Type="http://schemas.openxmlformats.org/officeDocument/2006/relationships/image" Target="../media/image1.png"/><Relationship Id="rId6" Type="http://schemas.openxmlformats.org/officeDocument/2006/relationships/tags" Target="../tags/tag176.xml"/><Relationship Id="rId5" Type="http://schemas.openxmlformats.org/officeDocument/2006/relationships/tags" Target="../tags/tag175.xml"/><Relationship Id="rId4" Type="http://schemas.openxmlformats.org/officeDocument/2006/relationships/tags" Target="../tags/tag174.xml"/><Relationship Id="rId3" Type="http://schemas.openxmlformats.org/officeDocument/2006/relationships/tags" Target="../tags/tag173.xml"/><Relationship Id="rId25" Type="http://schemas.openxmlformats.org/officeDocument/2006/relationships/tags" Target="../tags/tag192.xml"/><Relationship Id="rId24" Type="http://schemas.openxmlformats.org/officeDocument/2006/relationships/tags" Target="../tags/tag191.xml"/><Relationship Id="rId23" Type="http://schemas.openxmlformats.org/officeDocument/2006/relationships/tags" Target="../tags/tag190.xml"/><Relationship Id="rId22" Type="http://schemas.openxmlformats.org/officeDocument/2006/relationships/tags" Target="../tags/tag189.xml"/><Relationship Id="rId21" Type="http://schemas.openxmlformats.org/officeDocument/2006/relationships/tags" Target="../tags/tag188.xml"/><Relationship Id="rId20" Type="http://schemas.openxmlformats.org/officeDocument/2006/relationships/tags" Target="../tags/tag187.xml"/><Relationship Id="rId2" Type="http://schemas.openxmlformats.org/officeDocument/2006/relationships/tags" Target="../tags/tag172.xml"/><Relationship Id="rId19" Type="http://schemas.openxmlformats.org/officeDocument/2006/relationships/tags" Target="../tags/tag186.xml"/><Relationship Id="rId18" Type="http://schemas.openxmlformats.org/officeDocument/2006/relationships/tags" Target="../tags/tag185.xml"/><Relationship Id="rId17" Type="http://schemas.openxmlformats.org/officeDocument/2006/relationships/tags" Target="../tags/tag184.xml"/><Relationship Id="rId16" Type="http://schemas.openxmlformats.org/officeDocument/2006/relationships/tags" Target="../tags/tag183.xml"/><Relationship Id="rId15" Type="http://schemas.openxmlformats.org/officeDocument/2006/relationships/tags" Target="../tags/tag182.xml"/><Relationship Id="rId14" Type="http://schemas.openxmlformats.org/officeDocument/2006/relationships/tags" Target="../tags/tag181.xml"/><Relationship Id="rId13" Type="http://schemas.openxmlformats.org/officeDocument/2006/relationships/tags" Target="../tags/tag180.xml"/><Relationship Id="rId12" Type="http://schemas.openxmlformats.org/officeDocument/2006/relationships/tags" Target="../tags/tag179.xml"/><Relationship Id="rId11" Type="http://schemas.openxmlformats.org/officeDocument/2006/relationships/image" Target="../media/image3.png"/><Relationship Id="rId10" Type="http://schemas.openxmlformats.org/officeDocument/2006/relationships/tags" Target="../tags/tag178.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98.xml"/><Relationship Id="rId7" Type="http://schemas.openxmlformats.org/officeDocument/2006/relationships/image" Target="../media/image1.png"/><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5" Type="http://schemas.openxmlformats.org/officeDocument/2006/relationships/tags" Target="../tags/tag213.xml"/><Relationship Id="rId24" Type="http://schemas.openxmlformats.org/officeDocument/2006/relationships/tags" Target="../tags/tag212.xml"/><Relationship Id="rId23" Type="http://schemas.openxmlformats.org/officeDocument/2006/relationships/tags" Target="../tags/tag211.xml"/><Relationship Id="rId22" Type="http://schemas.openxmlformats.org/officeDocument/2006/relationships/tags" Target="../tags/tag210.xml"/><Relationship Id="rId21" Type="http://schemas.openxmlformats.org/officeDocument/2006/relationships/tags" Target="../tags/tag209.xml"/><Relationship Id="rId20" Type="http://schemas.openxmlformats.org/officeDocument/2006/relationships/tags" Target="../tags/tag208.xml"/><Relationship Id="rId2" Type="http://schemas.openxmlformats.org/officeDocument/2006/relationships/tags" Target="../tags/tag193.xml"/><Relationship Id="rId19" Type="http://schemas.openxmlformats.org/officeDocument/2006/relationships/tags" Target="../tags/tag207.xml"/><Relationship Id="rId18" Type="http://schemas.openxmlformats.org/officeDocument/2006/relationships/tags" Target="../tags/tag206.xml"/><Relationship Id="rId17" Type="http://schemas.openxmlformats.org/officeDocument/2006/relationships/tags" Target="../tags/tag205.xml"/><Relationship Id="rId16" Type="http://schemas.openxmlformats.org/officeDocument/2006/relationships/tags" Target="../tags/tag204.xml"/><Relationship Id="rId15" Type="http://schemas.openxmlformats.org/officeDocument/2006/relationships/tags" Target="../tags/tag203.xml"/><Relationship Id="rId14" Type="http://schemas.openxmlformats.org/officeDocument/2006/relationships/tags" Target="../tags/tag202.xml"/><Relationship Id="rId13" Type="http://schemas.openxmlformats.org/officeDocument/2006/relationships/tags" Target="../tags/tag201.xml"/><Relationship Id="rId12" Type="http://schemas.openxmlformats.org/officeDocument/2006/relationships/tags" Target="../tags/tag200.xml"/><Relationship Id="rId11" Type="http://schemas.openxmlformats.org/officeDocument/2006/relationships/image" Target="../media/image3.png"/><Relationship Id="rId10" Type="http://schemas.openxmlformats.org/officeDocument/2006/relationships/tags" Target="../tags/tag19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19.xml"/><Relationship Id="rId7" Type="http://schemas.openxmlformats.org/officeDocument/2006/relationships/image" Target="../media/image1.png"/><Relationship Id="rId6" Type="http://schemas.openxmlformats.org/officeDocument/2006/relationships/tags" Target="../tags/tag218.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9" Type="http://schemas.openxmlformats.org/officeDocument/2006/relationships/tags" Target="../tags/tag238.xml"/><Relationship Id="rId28" Type="http://schemas.openxmlformats.org/officeDocument/2006/relationships/tags" Target="../tags/tag237.xml"/><Relationship Id="rId27" Type="http://schemas.openxmlformats.org/officeDocument/2006/relationships/tags" Target="../tags/tag236.xml"/><Relationship Id="rId26" Type="http://schemas.openxmlformats.org/officeDocument/2006/relationships/tags" Target="../tags/tag235.xml"/><Relationship Id="rId25" Type="http://schemas.openxmlformats.org/officeDocument/2006/relationships/tags" Target="../tags/tag234.xml"/><Relationship Id="rId24" Type="http://schemas.openxmlformats.org/officeDocument/2006/relationships/tags" Target="../tags/tag233.xml"/><Relationship Id="rId23" Type="http://schemas.openxmlformats.org/officeDocument/2006/relationships/tags" Target="../tags/tag232.xml"/><Relationship Id="rId22" Type="http://schemas.openxmlformats.org/officeDocument/2006/relationships/tags" Target="../tags/tag231.xml"/><Relationship Id="rId21" Type="http://schemas.openxmlformats.org/officeDocument/2006/relationships/tags" Target="../tags/tag230.xml"/><Relationship Id="rId20" Type="http://schemas.openxmlformats.org/officeDocument/2006/relationships/tags" Target="../tags/tag229.xml"/><Relationship Id="rId2" Type="http://schemas.openxmlformats.org/officeDocument/2006/relationships/tags" Target="../tags/tag214.xml"/><Relationship Id="rId19" Type="http://schemas.openxmlformats.org/officeDocument/2006/relationships/tags" Target="../tags/tag228.xml"/><Relationship Id="rId18" Type="http://schemas.openxmlformats.org/officeDocument/2006/relationships/tags" Target="../tags/tag227.xml"/><Relationship Id="rId17" Type="http://schemas.openxmlformats.org/officeDocument/2006/relationships/tags" Target="../tags/tag226.xml"/><Relationship Id="rId16" Type="http://schemas.openxmlformats.org/officeDocument/2006/relationships/tags" Target="../tags/tag225.xml"/><Relationship Id="rId15" Type="http://schemas.openxmlformats.org/officeDocument/2006/relationships/tags" Target="../tags/tag224.xml"/><Relationship Id="rId14" Type="http://schemas.openxmlformats.org/officeDocument/2006/relationships/tags" Target="../tags/tag223.xml"/><Relationship Id="rId13" Type="http://schemas.openxmlformats.org/officeDocument/2006/relationships/tags" Target="../tags/tag222.xml"/><Relationship Id="rId12" Type="http://schemas.openxmlformats.org/officeDocument/2006/relationships/tags" Target="../tags/tag221.xml"/><Relationship Id="rId11" Type="http://schemas.openxmlformats.org/officeDocument/2006/relationships/image" Target="../media/image3.png"/><Relationship Id="rId10" Type="http://schemas.openxmlformats.org/officeDocument/2006/relationships/tags" Target="../tags/tag220.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44.xml"/><Relationship Id="rId7" Type="http://schemas.openxmlformats.org/officeDocument/2006/relationships/image" Target="../media/image1.png"/><Relationship Id="rId6" Type="http://schemas.openxmlformats.org/officeDocument/2006/relationships/tags" Target="../tags/tag243.xml"/><Relationship Id="rId5" Type="http://schemas.openxmlformats.org/officeDocument/2006/relationships/tags" Target="../tags/tag242.xml"/><Relationship Id="rId4" Type="http://schemas.openxmlformats.org/officeDocument/2006/relationships/tags" Target="../tags/tag241.xml"/><Relationship Id="rId3" Type="http://schemas.openxmlformats.org/officeDocument/2006/relationships/tags" Target="../tags/tag240.xml"/><Relationship Id="rId22" Type="http://schemas.openxmlformats.org/officeDocument/2006/relationships/tags" Target="../tags/tag256.xml"/><Relationship Id="rId21" Type="http://schemas.openxmlformats.org/officeDocument/2006/relationships/tags" Target="../tags/tag255.xml"/><Relationship Id="rId20" Type="http://schemas.openxmlformats.org/officeDocument/2006/relationships/tags" Target="../tags/tag254.xml"/><Relationship Id="rId2" Type="http://schemas.openxmlformats.org/officeDocument/2006/relationships/tags" Target="../tags/tag239.xml"/><Relationship Id="rId19" Type="http://schemas.openxmlformats.org/officeDocument/2006/relationships/tags" Target="../tags/tag253.xml"/><Relationship Id="rId18" Type="http://schemas.openxmlformats.org/officeDocument/2006/relationships/tags" Target="../tags/tag252.xml"/><Relationship Id="rId17" Type="http://schemas.openxmlformats.org/officeDocument/2006/relationships/tags" Target="../tags/tag251.xml"/><Relationship Id="rId16" Type="http://schemas.openxmlformats.org/officeDocument/2006/relationships/tags" Target="../tags/tag250.xml"/><Relationship Id="rId15" Type="http://schemas.openxmlformats.org/officeDocument/2006/relationships/tags" Target="../tags/tag249.xml"/><Relationship Id="rId14" Type="http://schemas.openxmlformats.org/officeDocument/2006/relationships/tags" Target="../tags/tag248.xml"/><Relationship Id="rId13" Type="http://schemas.openxmlformats.org/officeDocument/2006/relationships/tags" Target="../tags/tag247.xml"/><Relationship Id="rId12" Type="http://schemas.openxmlformats.org/officeDocument/2006/relationships/tags" Target="../tags/tag246.xml"/><Relationship Id="rId11" Type="http://schemas.openxmlformats.org/officeDocument/2006/relationships/image" Target="../media/image3.png"/><Relationship Id="rId10" Type="http://schemas.openxmlformats.org/officeDocument/2006/relationships/tags" Target="../tags/tag24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62.xml"/><Relationship Id="rId7" Type="http://schemas.openxmlformats.org/officeDocument/2006/relationships/image" Target="../media/image1.png"/><Relationship Id="rId6" Type="http://schemas.openxmlformats.org/officeDocument/2006/relationships/tags" Target="../tags/tag261.xml"/><Relationship Id="rId5" Type="http://schemas.openxmlformats.org/officeDocument/2006/relationships/tags" Target="../tags/tag260.xml"/><Relationship Id="rId4" Type="http://schemas.openxmlformats.org/officeDocument/2006/relationships/tags" Target="../tags/tag259.xml"/><Relationship Id="rId3" Type="http://schemas.openxmlformats.org/officeDocument/2006/relationships/tags" Target="../tags/tag258.xml"/><Relationship Id="rId20" Type="http://schemas.openxmlformats.org/officeDocument/2006/relationships/tags" Target="../tags/tag272.xml"/><Relationship Id="rId2" Type="http://schemas.openxmlformats.org/officeDocument/2006/relationships/tags" Target="../tags/tag257.xml"/><Relationship Id="rId19" Type="http://schemas.openxmlformats.org/officeDocument/2006/relationships/tags" Target="../tags/tag271.xml"/><Relationship Id="rId18" Type="http://schemas.openxmlformats.org/officeDocument/2006/relationships/tags" Target="../tags/tag270.xml"/><Relationship Id="rId17" Type="http://schemas.openxmlformats.org/officeDocument/2006/relationships/tags" Target="../tags/tag269.xml"/><Relationship Id="rId16" Type="http://schemas.openxmlformats.org/officeDocument/2006/relationships/tags" Target="../tags/tag268.xml"/><Relationship Id="rId15" Type="http://schemas.openxmlformats.org/officeDocument/2006/relationships/tags" Target="../tags/tag267.xml"/><Relationship Id="rId14" Type="http://schemas.openxmlformats.org/officeDocument/2006/relationships/tags" Target="../tags/tag266.xml"/><Relationship Id="rId13" Type="http://schemas.openxmlformats.org/officeDocument/2006/relationships/tags" Target="../tags/tag265.xml"/><Relationship Id="rId12" Type="http://schemas.openxmlformats.org/officeDocument/2006/relationships/tags" Target="../tags/tag264.xml"/><Relationship Id="rId11" Type="http://schemas.openxmlformats.org/officeDocument/2006/relationships/image" Target="../media/image3.png"/><Relationship Id="rId10" Type="http://schemas.openxmlformats.org/officeDocument/2006/relationships/tags" Target="../tags/tag263.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78.xml"/><Relationship Id="rId7" Type="http://schemas.openxmlformats.org/officeDocument/2006/relationships/image" Target="../media/image1.png"/><Relationship Id="rId6" Type="http://schemas.openxmlformats.org/officeDocument/2006/relationships/tags" Target="../tags/tag277.xml"/><Relationship Id="rId5" Type="http://schemas.openxmlformats.org/officeDocument/2006/relationships/tags" Target="../tags/tag276.xml"/><Relationship Id="rId4" Type="http://schemas.openxmlformats.org/officeDocument/2006/relationships/tags" Target="../tags/tag275.xml"/><Relationship Id="rId3" Type="http://schemas.openxmlformats.org/officeDocument/2006/relationships/tags" Target="../tags/tag274.xml"/><Relationship Id="rId22" Type="http://schemas.openxmlformats.org/officeDocument/2006/relationships/tags" Target="../tags/tag290.xml"/><Relationship Id="rId21" Type="http://schemas.openxmlformats.org/officeDocument/2006/relationships/tags" Target="../tags/tag289.xml"/><Relationship Id="rId20" Type="http://schemas.openxmlformats.org/officeDocument/2006/relationships/tags" Target="../tags/tag288.xml"/><Relationship Id="rId2" Type="http://schemas.openxmlformats.org/officeDocument/2006/relationships/tags" Target="../tags/tag273.xml"/><Relationship Id="rId19" Type="http://schemas.openxmlformats.org/officeDocument/2006/relationships/tags" Target="../tags/tag287.xml"/><Relationship Id="rId18" Type="http://schemas.openxmlformats.org/officeDocument/2006/relationships/tags" Target="../tags/tag286.xml"/><Relationship Id="rId17" Type="http://schemas.openxmlformats.org/officeDocument/2006/relationships/tags" Target="../tags/tag285.xml"/><Relationship Id="rId16" Type="http://schemas.openxmlformats.org/officeDocument/2006/relationships/tags" Target="../tags/tag284.xml"/><Relationship Id="rId15" Type="http://schemas.openxmlformats.org/officeDocument/2006/relationships/tags" Target="../tags/tag283.xml"/><Relationship Id="rId14" Type="http://schemas.openxmlformats.org/officeDocument/2006/relationships/tags" Target="../tags/tag282.xml"/><Relationship Id="rId13" Type="http://schemas.openxmlformats.org/officeDocument/2006/relationships/tags" Target="../tags/tag281.xml"/><Relationship Id="rId12" Type="http://schemas.openxmlformats.org/officeDocument/2006/relationships/tags" Target="../tags/tag280.xml"/><Relationship Id="rId11" Type="http://schemas.openxmlformats.org/officeDocument/2006/relationships/image" Target="../media/image3.png"/><Relationship Id="rId10" Type="http://schemas.openxmlformats.org/officeDocument/2006/relationships/tags" Target="../tags/tag27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96.xml"/><Relationship Id="rId7" Type="http://schemas.openxmlformats.org/officeDocument/2006/relationships/image" Target="../media/image1.png"/><Relationship Id="rId6" Type="http://schemas.openxmlformats.org/officeDocument/2006/relationships/tags" Target="../tags/tag295.xml"/><Relationship Id="rId5" Type="http://schemas.openxmlformats.org/officeDocument/2006/relationships/tags" Target="../tags/tag294.xml"/><Relationship Id="rId4" Type="http://schemas.openxmlformats.org/officeDocument/2006/relationships/tags" Target="../tags/tag293.xml"/><Relationship Id="rId33" Type="http://schemas.openxmlformats.org/officeDocument/2006/relationships/tags" Target="../tags/tag319.xml"/><Relationship Id="rId32" Type="http://schemas.openxmlformats.org/officeDocument/2006/relationships/tags" Target="../tags/tag318.xml"/><Relationship Id="rId31" Type="http://schemas.openxmlformats.org/officeDocument/2006/relationships/tags" Target="../tags/tag317.xml"/><Relationship Id="rId30" Type="http://schemas.openxmlformats.org/officeDocument/2006/relationships/tags" Target="../tags/tag316.xml"/><Relationship Id="rId3" Type="http://schemas.openxmlformats.org/officeDocument/2006/relationships/tags" Target="../tags/tag292.xml"/><Relationship Id="rId29" Type="http://schemas.openxmlformats.org/officeDocument/2006/relationships/tags" Target="../tags/tag315.xml"/><Relationship Id="rId28" Type="http://schemas.openxmlformats.org/officeDocument/2006/relationships/tags" Target="../tags/tag314.xml"/><Relationship Id="rId27" Type="http://schemas.openxmlformats.org/officeDocument/2006/relationships/tags" Target="../tags/tag313.xml"/><Relationship Id="rId26" Type="http://schemas.openxmlformats.org/officeDocument/2006/relationships/tags" Target="../tags/tag312.xml"/><Relationship Id="rId25" Type="http://schemas.openxmlformats.org/officeDocument/2006/relationships/tags" Target="../tags/tag311.xml"/><Relationship Id="rId24" Type="http://schemas.openxmlformats.org/officeDocument/2006/relationships/tags" Target="../tags/tag310.xml"/><Relationship Id="rId23" Type="http://schemas.openxmlformats.org/officeDocument/2006/relationships/tags" Target="../tags/tag309.xml"/><Relationship Id="rId22" Type="http://schemas.openxmlformats.org/officeDocument/2006/relationships/tags" Target="../tags/tag308.xml"/><Relationship Id="rId21" Type="http://schemas.openxmlformats.org/officeDocument/2006/relationships/tags" Target="../tags/tag307.xml"/><Relationship Id="rId20" Type="http://schemas.openxmlformats.org/officeDocument/2006/relationships/tags" Target="../tags/tag306.xml"/><Relationship Id="rId2" Type="http://schemas.openxmlformats.org/officeDocument/2006/relationships/tags" Target="../tags/tag291.xml"/><Relationship Id="rId19" Type="http://schemas.openxmlformats.org/officeDocument/2006/relationships/tags" Target="../tags/tag305.xml"/><Relationship Id="rId18" Type="http://schemas.openxmlformats.org/officeDocument/2006/relationships/tags" Target="../tags/tag304.xml"/><Relationship Id="rId17" Type="http://schemas.openxmlformats.org/officeDocument/2006/relationships/tags" Target="../tags/tag303.xml"/><Relationship Id="rId16" Type="http://schemas.openxmlformats.org/officeDocument/2006/relationships/tags" Target="../tags/tag302.xml"/><Relationship Id="rId15" Type="http://schemas.openxmlformats.org/officeDocument/2006/relationships/tags" Target="../tags/tag301.xml"/><Relationship Id="rId14" Type="http://schemas.openxmlformats.org/officeDocument/2006/relationships/tags" Target="../tags/tag300.xml"/><Relationship Id="rId13" Type="http://schemas.openxmlformats.org/officeDocument/2006/relationships/tags" Target="../tags/tag299.xml"/><Relationship Id="rId12" Type="http://schemas.openxmlformats.org/officeDocument/2006/relationships/tags" Target="../tags/tag298.xml"/><Relationship Id="rId11" Type="http://schemas.openxmlformats.org/officeDocument/2006/relationships/image" Target="../media/image3.png"/><Relationship Id="rId10" Type="http://schemas.openxmlformats.org/officeDocument/2006/relationships/tags" Target="../tags/tag297.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325.xml"/><Relationship Id="rId7" Type="http://schemas.openxmlformats.org/officeDocument/2006/relationships/image" Target="../media/image1.png"/><Relationship Id="rId6" Type="http://schemas.openxmlformats.org/officeDocument/2006/relationships/tags" Target="../tags/tag324.xml"/><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tags" Target="../tags/tag321.xml"/><Relationship Id="rId20" Type="http://schemas.openxmlformats.org/officeDocument/2006/relationships/tags" Target="../tags/tag335.xml"/><Relationship Id="rId2" Type="http://schemas.openxmlformats.org/officeDocument/2006/relationships/tags" Target="../tags/tag320.xml"/><Relationship Id="rId19" Type="http://schemas.openxmlformats.org/officeDocument/2006/relationships/tags" Target="../tags/tag334.xml"/><Relationship Id="rId18" Type="http://schemas.openxmlformats.org/officeDocument/2006/relationships/tags" Target="../tags/tag333.xml"/><Relationship Id="rId17" Type="http://schemas.openxmlformats.org/officeDocument/2006/relationships/tags" Target="../tags/tag332.xml"/><Relationship Id="rId16" Type="http://schemas.openxmlformats.org/officeDocument/2006/relationships/tags" Target="../tags/tag331.xml"/><Relationship Id="rId15" Type="http://schemas.openxmlformats.org/officeDocument/2006/relationships/tags" Target="../tags/tag330.xml"/><Relationship Id="rId14" Type="http://schemas.openxmlformats.org/officeDocument/2006/relationships/tags" Target="../tags/tag329.xml"/><Relationship Id="rId13" Type="http://schemas.openxmlformats.org/officeDocument/2006/relationships/tags" Target="../tags/tag328.xml"/><Relationship Id="rId12" Type="http://schemas.openxmlformats.org/officeDocument/2006/relationships/tags" Target="../tags/tag327.xml"/><Relationship Id="rId11" Type="http://schemas.openxmlformats.org/officeDocument/2006/relationships/image" Target="../media/image3.png"/><Relationship Id="rId10" Type="http://schemas.openxmlformats.org/officeDocument/2006/relationships/tags" Target="../tags/tag32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341.xml"/><Relationship Id="rId7" Type="http://schemas.openxmlformats.org/officeDocument/2006/relationships/image" Target="../media/image1.png"/><Relationship Id="rId6" Type="http://schemas.openxmlformats.org/officeDocument/2006/relationships/tags" Target="../tags/tag340.xml"/><Relationship Id="rId5" Type="http://schemas.openxmlformats.org/officeDocument/2006/relationships/tags" Target="../tags/tag339.xml"/><Relationship Id="rId4" Type="http://schemas.openxmlformats.org/officeDocument/2006/relationships/tags" Target="../tags/tag338.xml"/><Relationship Id="rId3" Type="http://schemas.openxmlformats.org/officeDocument/2006/relationships/tags" Target="../tags/tag337.xml"/><Relationship Id="rId22" Type="http://schemas.openxmlformats.org/officeDocument/2006/relationships/tags" Target="../tags/tag353.xml"/><Relationship Id="rId21" Type="http://schemas.openxmlformats.org/officeDocument/2006/relationships/tags" Target="../tags/tag352.xml"/><Relationship Id="rId20" Type="http://schemas.openxmlformats.org/officeDocument/2006/relationships/tags" Target="../tags/tag351.xml"/><Relationship Id="rId2" Type="http://schemas.openxmlformats.org/officeDocument/2006/relationships/tags" Target="../tags/tag336.xml"/><Relationship Id="rId19" Type="http://schemas.openxmlformats.org/officeDocument/2006/relationships/tags" Target="../tags/tag350.xml"/><Relationship Id="rId18" Type="http://schemas.openxmlformats.org/officeDocument/2006/relationships/tags" Target="../tags/tag349.xml"/><Relationship Id="rId17" Type="http://schemas.openxmlformats.org/officeDocument/2006/relationships/tags" Target="../tags/tag348.xml"/><Relationship Id="rId16" Type="http://schemas.openxmlformats.org/officeDocument/2006/relationships/tags" Target="../tags/tag347.xml"/><Relationship Id="rId15" Type="http://schemas.openxmlformats.org/officeDocument/2006/relationships/tags" Target="../tags/tag346.xml"/><Relationship Id="rId14" Type="http://schemas.openxmlformats.org/officeDocument/2006/relationships/tags" Target="../tags/tag345.xml"/><Relationship Id="rId13" Type="http://schemas.openxmlformats.org/officeDocument/2006/relationships/tags" Target="../tags/tag344.xml"/><Relationship Id="rId12" Type="http://schemas.openxmlformats.org/officeDocument/2006/relationships/tags" Target="../tags/tag343.xml"/><Relationship Id="rId11" Type="http://schemas.openxmlformats.org/officeDocument/2006/relationships/image" Target="../media/image3.png"/><Relationship Id="rId10" Type="http://schemas.openxmlformats.org/officeDocument/2006/relationships/tags" Target="../tags/tag342.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359.xml"/><Relationship Id="rId7" Type="http://schemas.openxmlformats.org/officeDocument/2006/relationships/image" Target="../media/image1.png"/><Relationship Id="rId6" Type="http://schemas.openxmlformats.org/officeDocument/2006/relationships/tags" Target="../tags/tag358.xml"/><Relationship Id="rId5" Type="http://schemas.openxmlformats.org/officeDocument/2006/relationships/tags" Target="../tags/tag357.xml"/><Relationship Id="rId4" Type="http://schemas.openxmlformats.org/officeDocument/2006/relationships/tags" Target="../tags/tag356.xml"/><Relationship Id="rId3" Type="http://schemas.openxmlformats.org/officeDocument/2006/relationships/tags" Target="../tags/tag355.xml"/><Relationship Id="rId2" Type="http://schemas.openxmlformats.org/officeDocument/2006/relationships/tags" Target="../tags/tag354.xml"/><Relationship Id="rId19" Type="http://schemas.openxmlformats.org/officeDocument/2006/relationships/tags" Target="../tags/tag368.xml"/><Relationship Id="rId18" Type="http://schemas.openxmlformats.org/officeDocument/2006/relationships/tags" Target="../tags/tag367.xml"/><Relationship Id="rId17" Type="http://schemas.openxmlformats.org/officeDocument/2006/relationships/tags" Target="../tags/tag366.xml"/><Relationship Id="rId16" Type="http://schemas.openxmlformats.org/officeDocument/2006/relationships/tags" Target="../tags/tag365.xml"/><Relationship Id="rId15" Type="http://schemas.openxmlformats.org/officeDocument/2006/relationships/tags" Target="../tags/tag364.xml"/><Relationship Id="rId14" Type="http://schemas.openxmlformats.org/officeDocument/2006/relationships/tags" Target="../tags/tag363.xml"/><Relationship Id="rId13" Type="http://schemas.openxmlformats.org/officeDocument/2006/relationships/tags" Target="../tags/tag362.xml"/><Relationship Id="rId12" Type="http://schemas.openxmlformats.org/officeDocument/2006/relationships/tags" Target="../tags/tag361.xml"/><Relationship Id="rId11" Type="http://schemas.openxmlformats.org/officeDocument/2006/relationships/image" Target="../media/image3.png"/><Relationship Id="rId10" Type="http://schemas.openxmlformats.org/officeDocument/2006/relationships/tags" Target="../tags/tag360.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374.xml"/><Relationship Id="rId7" Type="http://schemas.openxmlformats.org/officeDocument/2006/relationships/image" Target="../media/image1.png"/><Relationship Id="rId6" Type="http://schemas.openxmlformats.org/officeDocument/2006/relationships/tags" Target="../tags/tag373.xml"/><Relationship Id="rId5" Type="http://schemas.openxmlformats.org/officeDocument/2006/relationships/tags" Target="../tags/tag372.xml"/><Relationship Id="rId4" Type="http://schemas.openxmlformats.org/officeDocument/2006/relationships/tags" Target="../tags/tag371.xml"/><Relationship Id="rId3" Type="http://schemas.openxmlformats.org/officeDocument/2006/relationships/tags" Target="../tags/tag370.xml"/><Relationship Id="rId25" Type="http://schemas.openxmlformats.org/officeDocument/2006/relationships/tags" Target="../tags/tag389.xml"/><Relationship Id="rId24" Type="http://schemas.openxmlformats.org/officeDocument/2006/relationships/tags" Target="../tags/tag388.xml"/><Relationship Id="rId23" Type="http://schemas.openxmlformats.org/officeDocument/2006/relationships/tags" Target="../tags/tag387.xml"/><Relationship Id="rId22" Type="http://schemas.openxmlformats.org/officeDocument/2006/relationships/tags" Target="../tags/tag386.xml"/><Relationship Id="rId21" Type="http://schemas.openxmlformats.org/officeDocument/2006/relationships/tags" Target="../tags/tag385.xml"/><Relationship Id="rId20" Type="http://schemas.openxmlformats.org/officeDocument/2006/relationships/tags" Target="../tags/tag384.xml"/><Relationship Id="rId2" Type="http://schemas.openxmlformats.org/officeDocument/2006/relationships/tags" Target="../tags/tag369.xml"/><Relationship Id="rId19" Type="http://schemas.openxmlformats.org/officeDocument/2006/relationships/tags" Target="../tags/tag383.xml"/><Relationship Id="rId18" Type="http://schemas.openxmlformats.org/officeDocument/2006/relationships/tags" Target="../tags/tag382.xml"/><Relationship Id="rId17" Type="http://schemas.openxmlformats.org/officeDocument/2006/relationships/tags" Target="../tags/tag381.xml"/><Relationship Id="rId16" Type="http://schemas.openxmlformats.org/officeDocument/2006/relationships/tags" Target="../tags/tag380.xml"/><Relationship Id="rId15" Type="http://schemas.openxmlformats.org/officeDocument/2006/relationships/tags" Target="../tags/tag379.xml"/><Relationship Id="rId14" Type="http://schemas.openxmlformats.org/officeDocument/2006/relationships/tags" Target="../tags/tag378.xml"/><Relationship Id="rId13" Type="http://schemas.openxmlformats.org/officeDocument/2006/relationships/tags" Target="../tags/tag377.xml"/><Relationship Id="rId12" Type="http://schemas.openxmlformats.org/officeDocument/2006/relationships/tags" Target="../tags/tag376.xml"/><Relationship Id="rId11" Type="http://schemas.openxmlformats.org/officeDocument/2006/relationships/image" Target="../media/image3.png"/><Relationship Id="rId10" Type="http://schemas.openxmlformats.org/officeDocument/2006/relationships/tags" Target="../tags/tag375.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99" Type="http://schemas.openxmlformats.org/officeDocument/2006/relationships/tags" Target="../tags/tag487.xml"/><Relationship Id="rId98" Type="http://schemas.openxmlformats.org/officeDocument/2006/relationships/tags" Target="../tags/tag486.xml"/><Relationship Id="rId97" Type="http://schemas.openxmlformats.org/officeDocument/2006/relationships/tags" Target="../tags/tag485.xml"/><Relationship Id="rId96" Type="http://schemas.openxmlformats.org/officeDocument/2006/relationships/tags" Target="../tags/tag484.xml"/><Relationship Id="rId95" Type="http://schemas.openxmlformats.org/officeDocument/2006/relationships/tags" Target="../tags/tag483.xml"/><Relationship Id="rId94" Type="http://schemas.openxmlformats.org/officeDocument/2006/relationships/tags" Target="../tags/tag482.xml"/><Relationship Id="rId93" Type="http://schemas.openxmlformats.org/officeDocument/2006/relationships/tags" Target="../tags/tag481.xml"/><Relationship Id="rId92" Type="http://schemas.openxmlformats.org/officeDocument/2006/relationships/tags" Target="../tags/tag480.xml"/><Relationship Id="rId91" Type="http://schemas.openxmlformats.org/officeDocument/2006/relationships/tags" Target="../tags/tag479.xml"/><Relationship Id="rId90" Type="http://schemas.openxmlformats.org/officeDocument/2006/relationships/tags" Target="../tags/tag478.xml"/><Relationship Id="rId9" Type="http://schemas.openxmlformats.org/officeDocument/2006/relationships/tags" Target="../tags/tag397.xml"/><Relationship Id="rId89" Type="http://schemas.openxmlformats.org/officeDocument/2006/relationships/tags" Target="../tags/tag477.xml"/><Relationship Id="rId88" Type="http://schemas.openxmlformats.org/officeDocument/2006/relationships/tags" Target="../tags/tag476.xml"/><Relationship Id="rId87" Type="http://schemas.openxmlformats.org/officeDocument/2006/relationships/tags" Target="../tags/tag475.xml"/><Relationship Id="rId86" Type="http://schemas.openxmlformats.org/officeDocument/2006/relationships/tags" Target="../tags/tag474.xml"/><Relationship Id="rId85" Type="http://schemas.openxmlformats.org/officeDocument/2006/relationships/tags" Target="../tags/tag473.xml"/><Relationship Id="rId84" Type="http://schemas.openxmlformats.org/officeDocument/2006/relationships/tags" Target="../tags/tag472.xml"/><Relationship Id="rId83" Type="http://schemas.openxmlformats.org/officeDocument/2006/relationships/tags" Target="../tags/tag471.xml"/><Relationship Id="rId82" Type="http://schemas.openxmlformats.org/officeDocument/2006/relationships/tags" Target="../tags/tag470.xml"/><Relationship Id="rId81" Type="http://schemas.openxmlformats.org/officeDocument/2006/relationships/tags" Target="../tags/tag469.xml"/><Relationship Id="rId80" Type="http://schemas.openxmlformats.org/officeDocument/2006/relationships/tags" Target="../tags/tag468.xml"/><Relationship Id="rId8" Type="http://schemas.openxmlformats.org/officeDocument/2006/relationships/tags" Target="../tags/tag396.xml"/><Relationship Id="rId79" Type="http://schemas.openxmlformats.org/officeDocument/2006/relationships/tags" Target="../tags/tag467.xml"/><Relationship Id="rId78" Type="http://schemas.openxmlformats.org/officeDocument/2006/relationships/tags" Target="../tags/tag466.xml"/><Relationship Id="rId77" Type="http://schemas.openxmlformats.org/officeDocument/2006/relationships/tags" Target="../tags/tag465.xml"/><Relationship Id="rId76" Type="http://schemas.openxmlformats.org/officeDocument/2006/relationships/tags" Target="../tags/tag464.xml"/><Relationship Id="rId75" Type="http://schemas.openxmlformats.org/officeDocument/2006/relationships/tags" Target="../tags/tag463.xml"/><Relationship Id="rId74" Type="http://schemas.openxmlformats.org/officeDocument/2006/relationships/tags" Target="../tags/tag462.xml"/><Relationship Id="rId73" Type="http://schemas.openxmlformats.org/officeDocument/2006/relationships/tags" Target="../tags/tag461.xml"/><Relationship Id="rId72" Type="http://schemas.openxmlformats.org/officeDocument/2006/relationships/tags" Target="../tags/tag460.xml"/><Relationship Id="rId71" Type="http://schemas.openxmlformats.org/officeDocument/2006/relationships/tags" Target="../tags/tag459.xml"/><Relationship Id="rId70" Type="http://schemas.openxmlformats.org/officeDocument/2006/relationships/tags" Target="../tags/tag458.xml"/><Relationship Id="rId7" Type="http://schemas.openxmlformats.org/officeDocument/2006/relationships/tags" Target="../tags/tag395.xml"/><Relationship Id="rId69" Type="http://schemas.openxmlformats.org/officeDocument/2006/relationships/tags" Target="../tags/tag457.xml"/><Relationship Id="rId68" Type="http://schemas.openxmlformats.org/officeDocument/2006/relationships/tags" Target="../tags/tag456.xml"/><Relationship Id="rId67" Type="http://schemas.openxmlformats.org/officeDocument/2006/relationships/tags" Target="../tags/tag455.xml"/><Relationship Id="rId66" Type="http://schemas.openxmlformats.org/officeDocument/2006/relationships/tags" Target="../tags/tag454.xml"/><Relationship Id="rId65" Type="http://schemas.openxmlformats.org/officeDocument/2006/relationships/tags" Target="../tags/tag453.xml"/><Relationship Id="rId64" Type="http://schemas.openxmlformats.org/officeDocument/2006/relationships/tags" Target="../tags/tag452.xml"/><Relationship Id="rId63" Type="http://schemas.openxmlformats.org/officeDocument/2006/relationships/tags" Target="../tags/tag451.xml"/><Relationship Id="rId62" Type="http://schemas.openxmlformats.org/officeDocument/2006/relationships/tags" Target="../tags/tag450.xml"/><Relationship Id="rId61" Type="http://schemas.openxmlformats.org/officeDocument/2006/relationships/tags" Target="../tags/tag449.xml"/><Relationship Id="rId60" Type="http://schemas.openxmlformats.org/officeDocument/2006/relationships/tags" Target="../tags/tag448.xml"/><Relationship Id="rId6" Type="http://schemas.openxmlformats.org/officeDocument/2006/relationships/tags" Target="../tags/tag394.xml"/><Relationship Id="rId59" Type="http://schemas.openxmlformats.org/officeDocument/2006/relationships/tags" Target="../tags/tag447.xml"/><Relationship Id="rId58" Type="http://schemas.openxmlformats.org/officeDocument/2006/relationships/tags" Target="../tags/tag446.xml"/><Relationship Id="rId57" Type="http://schemas.openxmlformats.org/officeDocument/2006/relationships/tags" Target="../tags/tag445.xml"/><Relationship Id="rId56" Type="http://schemas.openxmlformats.org/officeDocument/2006/relationships/tags" Target="../tags/tag444.xml"/><Relationship Id="rId55" Type="http://schemas.openxmlformats.org/officeDocument/2006/relationships/tags" Target="../tags/tag443.xml"/><Relationship Id="rId54" Type="http://schemas.openxmlformats.org/officeDocument/2006/relationships/tags" Target="../tags/tag442.xml"/><Relationship Id="rId53" Type="http://schemas.openxmlformats.org/officeDocument/2006/relationships/tags" Target="../tags/tag441.xml"/><Relationship Id="rId52" Type="http://schemas.openxmlformats.org/officeDocument/2006/relationships/tags" Target="../tags/tag440.xml"/><Relationship Id="rId51" Type="http://schemas.openxmlformats.org/officeDocument/2006/relationships/tags" Target="../tags/tag439.xml"/><Relationship Id="rId50" Type="http://schemas.openxmlformats.org/officeDocument/2006/relationships/tags" Target="../tags/tag438.xml"/><Relationship Id="rId5" Type="http://schemas.openxmlformats.org/officeDocument/2006/relationships/tags" Target="../tags/tag393.xml"/><Relationship Id="rId49" Type="http://schemas.openxmlformats.org/officeDocument/2006/relationships/tags" Target="../tags/tag437.xml"/><Relationship Id="rId48" Type="http://schemas.openxmlformats.org/officeDocument/2006/relationships/tags" Target="../tags/tag436.xml"/><Relationship Id="rId47" Type="http://schemas.openxmlformats.org/officeDocument/2006/relationships/tags" Target="../tags/tag435.xml"/><Relationship Id="rId46" Type="http://schemas.openxmlformats.org/officeDocument/2006/relationships/tags" Target="../tags/tag434.xml"/><Relationship Id="rId45" Type="http://schemas.openxmlformats.org/officeDocument/2006/relationships/tags" Target="../tags/tag433.xml"/><Relationship Id="rId44" Type="http://schemas.openxmlformats.org/officeDocument/2006/relationships/tags" Target="../tags/tag432.xml"/><Relationship Id="rId43" Type="http://schemas.openxmlformats.org/officeDocument/2006/relationships/tags" Target="../tags/tag431.xml"/><Relationship Id="rId42" Type="http://schemas.openxmlformats.org/officeDocument/2006/relationships/tags" Target="../tags/tag430.xml"/><Relationship Id="rId41" Type="http://schemas.openxmlformats.org/officeDocument/2006/relationships/tags" Target="../tags/tag429.xml"/><Relationship Id="rId40" Type="http://schemas.openxmlformats.org/officeDocument/2006/relationships/tags" Target="../tags/tag428.xml"/><Relationship Id="rId4" Type="http://schemas.openxmlformats.org/officeDocument/2006/relationships/tags" Target="../tags/tag392.xml"/><Relationship Id="rId39" Type="http://schemas.openxmlformats.org/officeDocument/2006/relationships/tags" Target="../tags/tag427.xml"/><Relationship Id="rId38" Type="http://schemas.openxmlformats.org/officeDocument/2006/relationships/tags" Target="../tags/tag426.xml"/><Relationship Id="rId37" Type="http://schemas.openxmlformats.org/officeDocument/2006/relationships/tags" Target="../tags/tag425.xml"/><Relationship Id="rId36" Type="http://schemas.openxmlformats.org/officeDocument/2006/relationships/tags" Target="../tags/tag424.xml"/><Relationship Id="rId35" Type="http://schemas.openxmlformats.org/officeDocument/2006/relationships/tags" Target="../tags/tag423.xml"/><Relationship Id="rId34" Type="http://schemas.openxmlformats.org/officeDocument/2006/relationships/tags" Target="../tags/tag422.xml"/><Relationship Id="rId33" Type="http://schemas.openxmlformats.org/officeDocument/2006/relationships/tags" Target="../tags/tag421.xml"/><Relationship Id="rId32" Type="http://schemas.openxmlformats.org/officeDocument/2006/relationships/tags" Target="../tags/tag420.xml"/><Relationship Id="rId31" Type="http://schemas.openxmlformats.org/officeDocument/2006/relationships/tags" Target="../tags/tag419.xml"/><Relationship Id="rId30" Type="http://schemas.openxmlformats.org/officeDocument/2006/relationships/tags" Target="../tags/tag418.xml"/><Relationship Id="rId3" Type="http://schemas.openxmlformats.org/officeDocument/2006/relationships/tags" Target="../tags/tag391.xml"/><Relationship Id="rId29" Type="http://schemas.openxmlformats.org/officeDocument/2006/relationships/tags" Target="../tags/tag417.xml"/><Relationship Id="rId28" Type="http://schemas.openxmlformats.org/officeDocument/2006/relationships/tags" Target="../tags/tag416.xml"/><Relationship Id="rId27" Type="http://schemas.openxmlformats.org/officeDocument/2006/relationships/tags" Target="../tags/tag415.xml"/><Relationship Id="rId26" Type="http://schemas.openxmlformats.org/officeDocument/2006/relationships/tags" Target="../tags/tag414.xml"/><Relationship Id="rId25" Type="http://schemas.openxmlformats.org/officeDocument/2006/relationships/tags" Target="../tags/tag413.xml"/><Relationship Id="rId24" Type="http://schemas.openxmlformats.org/officeDocument/2006/relationships/tags" Target="../tags/tag412.xml"/><Relationship Id="rId23" Type="http://schemas.openxmlformats.org/officeDocument/2006/relationships/tags" Target="../tags/tag411.xml"/><Relationship Id="rId22" Type="http://schemas.openxmlformats.org/officeDocument/2006/relationships/tags" Target="../tags/tag410.xml"/><Relationship Id="rId21" Type="http://schemas.openxmlformats.org/officeDocument/2006/relationships/tags" Target="../tags/tag409.xml"/><Relationship Id="rId20" Type="http://schemas.openxmlformats.org/officeDocument/2006/relationships/tags" Target="../tags/tag408.xml"/><Relationship Id="rId2" Type="http://schemas.openxmlformats.org/officeDocument/2006/relationships/tags" Target="../tags/tag390.xml"/><Relationship Id="rId193" Type="http://schemas.openxmlformats.org/officeDocument/2006/relationships/tags" Target="../tags/tag581.xml"/><Relationship Id="rId192" Type="http://schemas.openxmlformats.org/officeDocument/2006/relationships/tags" Target="../tags/tag580.xml"/><Relationship Id="rId191" Type="http://schemas.openxmlformats.org/officeDocument/2006/relationships/tags" Target="../tags/tag579.xml"/><Relationship Id="rId190" Type="http://schemas.openxmlformats.org/officeDocument/2006/relationships/tags" Target="../tags/tag578.xml"/><Relationship Id="rId19" Type="http://schemas.openxmlformats.org/officeDocument/2006/relationships/tags" Target="../tags/tag407.xml"/><Relationship Id="rId189" Type="http://schemas.openxmlformats.org/officeDocument/2006/relationships/tags" Target="../tags/tag577.xml"/><Relationship Id="rId188" Type="http://schemas.openxmlformats.org/officeDocument/2006/relationships/tags" Target="../tags/tag576.xml"/><Relationship Id="rId187" Type="http://schemas.openxmlformats.org/officeDocument/2006/relationships/tags" Target="../tags/tag575.xml"/><Relationship Id="rId186" Type="http://schemas.openxmlformats.org/officeDocument/2006/relationships/tags" Target="../tags/tag574.xml"/><Relationship Id="rId185" Type="http://schemas.openxmlformats.org/officeDocument/2006/relationships/tags" Target="../tags/tag573.xml"/><Relationship Id="rId184" Type="http://schemas.openxmlformats.org/officeDocument/2006/relationships/tags" Target="../tags/tag572.xml"/><Relationship Id="rId183" Type="http://schemas.openxmlformats.org/officeDocument/2006/relationships/tags" Target="../tags/tag571.xml"/><Relationship Id="rId182" Type="http://schemas.openxmlformats.org/officeDocument/2006/relationships/tags" Target="../tags/tag570.xml"/><Relationship Id="rId181" Type="http://schemas.openxmlformats.org/officeDocument/2006/relationships/tags" Target="../tags/tag569.xml"/><Relationship Id="rId180" Type="http://schemas.openxmlformats.org/officeDocument/2006/relationships/tags" Target="../tags/tag568.xml"/><Relationship Id="rId18" Type="http://schemas.openxmlformats.org/officeDocument/2006/relationships/tags" Target="../tags/tag406.xml"/><Relationship Id="rId179" Type="http://schemas.openxmlformats.org/officeDocument/2006/relationships/tags" Target="../tags/tag567.xml"/><Relationship Id="rId178" Type="http://schemas.openxmlformats.org/officeDocument/2006/relationships/tags" Target="../tags/tag566.xml"/><Relationship Id="rId177" Type="http://schemas.openxmlformats.org/officeDocument/2006/relationships/tags" Target="../tags/tag565.xml"/><Relationship Id="rId176" Type="http://schemas.openxmlformats.org/officeDocument/2006/relationships/tags" Target="../tags/tag564.xml"/><Relationship Id="rId175" Type="http://schemas.openxmlformats.org/officeDocument/2006/relationships/tags" Target="../tags/tag563.xml"/><Relationship Id="rId174" Type="http://schemas.openxmlformats.org/officeDocument/2006/relationships/tags" Target="../tags/tag562.xml"/><Relationship Id="rId173" Type="http://schemas.openxmlformats.org/officeDocument/2006/relationships/tags" Target="../tags/tag561.xml"/><Relationship Id="rId172" Type="http://schemas.openxmlformats.org/officeDocument/2006/relationships/tags" Target="../tags/tag560.xml"/><Relationship Id="rId171" Type="http://schemas.openxmlformats.org/officeDocument/2006/relationships/tags" Target="../tags/tag559.xml"/><Relationship Id="rId170" Type="http://schemas.openxmlformats.org/officeDocument/2006/relationships/tags" Target="../tags/tag558.xml"/><Relationship Id="rId17" Type="http://schemas.openxmlformats.org/officeDocument/2006/relationships/tags" Target="../tags/tag405.xml"/><Relationship Id="rId169" Type="http://schemas.openxmlformats.org/officeDocument/2006/relationships/tags" Target="../tags/tag557.xml"/><Relationship Id="rId168" Type="http://schemas.openxmlformats.org/officeDocument/2006/relationships/tags" Target="../tags/tag556.xml"/><Relationship Id="rId167" Type="http://schemas.openxmlformats.org/officeDocument/2006/relationships/tags" Target="../tags/tag555.xml"/><Relationship Id="rId166" Type="http://schemas.openxmlformats.org/officeDocument/2006/relationships/tags" Target="../tags/tag554.xml"/><Relationship Id="rId165" Type="http://schemas.openxmlformats.org/officeDocument/2006/relationships/tags" Target="../tags/tag553.xml"/><Relationship Id="rId164" Type="http://schemas.openxmlformats.org/officeDocument/2006/relationships/tags" Target="../tags/tag552.xml"/><Relationship Id="rId163" Type="http://schemas.openxmlformats.org/officeDocument/2006/relationships/tags" Target="../tags/tag551.xml"/><Relationship Id="rId162" Type="http://schemas.openxmlformats.org/officeDocument/2006/relationships/tags" Target="../tags/tag550.xml"/><Relationship Id="rId161" Type="http://schemas.openxmlformats.org/officeDocument/2006/relationships/tags" Target="../tags/tag549.xml"/><Relationship Id="rId160" Type="http://schemas.openxmlformats.org/officeDocument/2006/relationships/tags" Target="../tags/tag548.xml"/><Relationship Id="rId16" Type="http://schemas.openxmlformats.org/officeDocument/2006/relationships/tags" Target="../tags/tag404.xml"/><Relationship Id="rId159" Type="http://schemas.openxmlformats.org/officeDocument/2006/relationships/tags" Target="../tags/tag547.xml"/><Relationship Id="rId158" Type="http://schemas.openxmlformats.org/officeDocument/2006/relationships/tags" Target="../tags/tag546.xml"/><Relationship Id="rId157" Type="http://schemas.openxmlformats.org/officeDocument/2006/relationships/tags" Target="../tags/tag545.xml"/><Relationship Id="rId156" Type="http://schemas.openxmlformats.org/officeDocument/2006/relationships/tags" Target="../tags/tag544.xml"/><Relationship Id="rId155" Type="http://schemas.openxmlformats.org/officeDocument/2006/relationships/tags" Target="../tags/tag543.xml"/><Relationship Id="rId154" Type="http://schemas.openxmlformats.org/officeDocument/2006/relationships/tags" Target="../tags/tag542.xml"/><Relationship Id="rId153" Type="http://schemas.openxmlformats.org/officeDocument/2006/relationships/tags" Target="../tags/tag541.xml"/><Relationship Id="rId152" Type="http://schemas.openxmlformats.org/officeDocument/2006/relationships/tags" Target="../tags/tag540.xml"/><Relationship Id="rId151" Type="http://schemas.openxmlformats.org/officeDocument/2006/relationships/tags" Target="../tags/tag539.xml"/><Relationship Id="rId150" Type="http://schemas.openxmlformats.org/officeDocument/2006/relationships/tags" Target="../tags/tag538.xml"/><Relationship Id="rId15" Type="http://schemas.openxmlformats.org/officeDocument/2006/relationships/tags" Target="../tags/tag403.xml"/><Relationship Id="rId149" Type="http://schemas.openxmlformats.org/officeDocument/2006/relationships/tags" Target="../tags/tag537.xml"/><Relationship Id="rId148" Type="http://schemas.openxmlformats.org/officeDocument/2006/relationships/tags" Target="../tags/tag536.xml"/><Relationship Id="rId147" Type="http://schemas.openxmlformats.org/officeDocument/2006/relationships/tags" Target="../tags/tag535.xml"/><Relationship Id="rId146" Type="http://schemas.openxmlformats.org/officeDocument/2006/relationships/tags" Target="../tags/tag534.xml"/><Relationship Id="rId145" Type="http://schemas.openxmlformats.org/officeDocument/2006/relationships/tags" Target="../tags/tag533.xml"/><Relationship Id="rId144" Type="http://schemas.openxmlformats.org/officeDocument/2006/relationships/tags" Target="../tags/tag532.xml"/><Relationship Id="rId143" Type="http://schemas.openxmlformats.org/officeDocument/2006/relationships/tags" Target="../tags/tag531.xml"/><Relationship Id="rId142" Type="http://schemas.openxmlformats.org/officeDocument/2006/relationships/tags" Target="../tags/tag530.xml"/><Relationship Id="rId141" Type="http://schemas.openxmlformats.org/officeDocument/2006/relationships/tags" Target="../tags/tag529.xml"/><Relationship Id="rId140" Type="http://schemas.openxmlformats.org/officeDocument/2006/relationships/tags" Target="../tags/tag528.xml"/><Relationship Id="rId14" Type="http://schemas.openxmlformats.org/officeDocument/2006/relationships/tags" Target="../tags/tag402.xml"/><Relationship Id="rId139" Type="http://schemas.openxmlformats.org/officeDocument/2006/relationships/tags" Target="../tags/tag527.xml"/><Relationship Id="rId138" Type="http://schemas.openxmlformats.org/officeDocument/2006/relationships/tags" Target="../tags/tag526.xml"/><Relationship Id="rId137" Type="http://schemas.openxmlformats.org/officeDocument/2006/relationships/tags" Target="../tags/tag525.xml"/><Relationship Id="rId136" Type="http://schemas.openxmlformats.org/officeDocument/2006/relationships/tags" Target="../tags/tag524.xml"/><Relationship Id="rId135" Type="http://schemas.openxmlformats.org/officeDocument/2006/relationships/tags" Target="../tags/tag523.xml"/><Relationship Id="rId134" Type="http://schemas.openxmlformats.org/officeDocument/2006/relationships/tags" Target="../tags/tag522.xml"/><Relationship Id="rId133" Type="http://schemas.openxmlformats.org/officeDocument/2006/relationships/tags" Target="../tags/tag521.xml"/><Relationship Id="rId132" Type="http://schemas.openxmlformats.org/officeDocument/2006/relationships/tags" Target="../tags/tag520.xml"/><Relationship Id="rId131" Type="http://schemas.openxmlformats.org/officeDocument/2006/relationships/tags" Target="../tags/tag519.xml"/><Relationship Id="rId130" Type="http://schemas.openxmlformats.org/officeDocument/2006/relationships/tags" Target="../tags/tag518.xml"/><Relationship Id="rId13" Type="http://schemas.openxmlformats.org/officeDocument/2006/relationships/tags" Target="../tags/tag401.xml"/><Relationship Id="rId129" Type="http://schemas.openxmlformats.org/officeDocument/2006/relationships/tags" Target="../tags/tag517.xml"/><Relationship Id="rId128" Type="http://schemas.openxmlformats.org/officeDocument/2006/relationships/tags" Target="../tags/tag516.xml"/><Relationship Id="rId127" Type="http://schemas.openxmlformats.org/officeDocument/2006/relationships/tags" Target="../tags/tag515.xml"/><Relationship Id="rId126" Type="http://schemas.openxmlformats.org/officeDocument/2006/relationships/tags" Target="../tags/tag514.xml"/><Relationship Id="rId125" Type="http://schemas.openxmlformats.org/officeDocument/2006/relationships/tags" Target="../tags/tag513.xml"/><Relationship Id="rId124" Type="http://schemas.openxmlformats.org/officeDocument/2006/relationships/tags" Target="../tags/tag512.xml"/><Relationship Id="rId123" Type="http://schemas.openxmlformats.org/officeDocument/2006/relationships/tags" Target="../tags/tag511.xml"/><Relationship Id="rId122" Type="http://schemas.openxmlformats.org/officeDocument/2006/relationships/tags" Target="../tags/tag510.xml"/><Relationship Id="rId121" Type="http://schemas.openxmlformats.org/officeDocument/2006/relationships/tags" Target="../tags/tag509.xml"/><Relationship Id="rId120" Type="http://schemas.openxmlformats.org/officeDocument/2006/relationships/tags" Target="../tags/tag508.xml"/><Relationship Id="rId12" Type="http://schemas.openxmlformats.org/officeDocument/2006/relationships/tags" Target="../tags/tag400.xml"/><Relationship Id="rId119" Type="http://schemas.openxmlformats.org/officeDocument/2006/relationships/tags" Target="../tags/tag507.xml"/><Relationship Id="rId118" Type="http://schemas.openxmlformats.org/officeDocument/2006/relationships/tags" Target="../tags/tag506.xml"/><Relationship Id="rId117" Type="http://schemas.openxmlformats.org/officeDocument/2006/relationships/tags" Target="../tags/tag505.xml"/><Relationship Id="rId116" Type="http://schemas.openxmlformats.org/officeDocument/2006/relationships/tags" Target="../tags/tag504.xml"/><Relationship Id="rId115" Type="http://schemas.openxmlformats.org/officeDocument/2006/relationships/tags" Target="../tags/tag503.xml"/><Relationship Id="rId114" Type="http://schemas.openxmlformats.org/officeDocument/2006/relationships/tags" Target="../tags/tag502.xml"/><Relationship Id="rId113" Type="http://schemas.openxmlformats.org/officeDocument/2006/relationships/tags" Target="../tags/tag501.xml"/><Relationship Id="rId112" Type="http://schemas.openxmlformats.org/officeDocument/2006/relationships/tags" Target="../tags/tag500.xml"/><Relationship Id="rId111" Type="http://schemas.openxmlformats.org/officeDocument/2006/relationships/tags" Target="../tags/tag499.xml"/><Relationship Id="rId110" Type="http://schemas.openxmlformats.org/officeDocument/2006/relationships/tags" Target="../tags/tag498.xml"/><Relationship Id="rId11" Type="http://schemas.openxmlformats.org/officeDocument/2006/relationships/tags" Target="../tags/tag399.xml"/><Relationship Id="rId109" Type="http://schemas.openxmlformats.org/officeDocument/2006/relationships/tags" Target="../tags/tag497.xml"/><Relationship Id="rId108" Type="http://schemas.openxmlformats.org/officeDocument/2006/relationships/tags" Target="../tags/tag496.xml"/><Relationship Id="rId107" Type="http://schemas.openxmlformats.org/officeDocument/2006/relationships/tags" Target="../tags/tag495.xml"/><Relationship Id="rId106" Type="http://schemas.openxmlformats.org/officeDocument/2006/relationships/tags" Target="../tags/tag494.xml"/><Relationship Id="rId105" Type="http://schemas.openxmlformats.org/officeDocument/2006/relationships/tags" Target="../tags/tag493.xml"/><Relationship Id="rId104" Type="http://schemas.openxmlformats.org/officeDocument/2006/relationships/tags" Target="../tags/tag492.xml"/><Relationship Id="rId103" Type="http://schemas.openxmlformats.org/officeDocument/2006/relationships/tags" Target="../tags/tag491.xml"/><Relationship Id="rId102" Type="http://schemas.openxmlformats.org/officeDocument/2006/relationships/tags" Target="../tags/tag490.xml"/><Relationship Id="rId101" Type="http://schemas.openxmlformats.org/officeDocument/2006/relationships/tags" Target="../tags/tag489.xml"/><Relationship Id="rId100" Type="http://schemas.openxmlformats.org/officeDocument/2006/relationships/tags" Target="../tags/tag488.xml"/><Relationship Id="rId10" Type="http://schemas.openxmlformats.org/officeDocument/2006/relationships/tags" Target="../tags/tag398.xml"/><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4" Type="http://schemas.openxmlformats.org/officeDocument/2006/relationships/tags" Target="../tags/tag584.xml"/><Relationship Id="rId3" Type="http://schemas.openxmlformats.org/officeDocument/2006/relationships/tags" Target="../tags/tag583.xml"/><Relationship Id="rId2" Type="http://schemas.openxmlformats.org/officeDocument/2006/relationships/tags" Target="../tags/tag582.xml"/><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591.xml"/><Relationship Id="rId8" Type="http://schemas.openxmlformats.org/officeDocument/2006/relationships/image" Target="../media/image1.png"/><Relationship Id="rId7" Type="http://schemas.openxmlformats.org/officeDocument/2006/relationships/tags" Target="../tags/tag590.xml"/><Relationship Id="rId6" Type="http://schemas.openxmlformats.org/officeDocument/2006/relationships/tags" Target="../tags/tag589.xml"/><Relationship Id="rId5" Type="http://schemas.openxmlformats.org/officeDocument/2006/relationships/tags" Target="../tags/tag588.xml"/><Relationship Id="rId4" Type="http://schemas.openxmlformats.org/officeDocument/2006/relationships/tags" Target="../tags/tag587.xml"/><Relationship Id="rId3" Type="http://schemas.openxmlformats.org/officeDocument/2006/relationships/tags" Target="../tags/tag586.xml"/><Relationship Id="rId2" Type="http://schemas.openxmlformats.org/officeDocument/2006/relationships/tags" Target="../tags/tag585.xml"/><Relationship Id="rId13" Type="http://schemas.openxmlformats.org/officeDocument/2006/relationships/tags" Target="../tags/tag593.xml"/><Relationship Id="rId12" Type="http://schemas.openxmlformats.org/officeDocument/2006/relationships/image" Target="../media/image3.png"/><Relationship Id="rId11" Type="http://schemas.openxmlformats.org/officeDocument/2006/relationships/tags" Target="../tags/tag592.xml"/><Relationship Id="rId10"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5" Type="http://schemas.openxmlformats.org/officeDocument/2006/relationships/tags" Target="../tags/tag597.xml"/><Relationship Id="rId4" Type="http://schemas.openxmlformats.org/officeDocument/2006/relationships/tags" Target="../tags/tag596.xml"/><Relationship Id="rId3" Type="http://schemas.openxmlformats.org/officeDocument/2006/relationships/tags" Target="../tags/tag595.xml"/><Relationship Id="rId2" Type="http://schemas.openxmlformats.org/officeDocument/2006/relationships/tags" Target="../tags/tag59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184" y="1983597"/>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8039" y="516256"/>
            <a:ext cx="10515890" cy="132434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039" y="1935192"/>
            <a:ext cx="5163349"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8039" y="2818085"/>
            <a:ext cx="5163349"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66931" y="1935192"/>
            <a:ext cx="5186998"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66931" y="2818085"/>
            <a:ext cx="5186998"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8184" y="723122"/>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1584" y="723123"/>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8184" y="2323322"/>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884" y="523097"/>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184" y="523097"/>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184" y="523097"/>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页-10012_15">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内容占位符 15"/>
          <p:cNvSpPr>
            <a:spLocks noGrp="1"/>
          </p:cNvSpPr>
          <p:nvPr>
            <p:ph idx="16392" hasCustomPrompt="1"/>
            <p:custDataLst>
              <p:tags r:id="rId14"/>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6" hasCustomPrompt="1"/>
            <p:custDataLst>
              <p:tags r:id="rId15"/>
            </p:custDataLst>
          </p:nvPr>
        </p:nvSpPr>
        <p:spPr>
          <a:xfrm>
            <a:off x="6553200" y="1524000"/>
            <a:ext cx="5029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7" hasCustomPrompt="1"/>
            <p:custDataLst>
              <p:tags r:id="rId16"/>
            </p:custDataLst>
          </p:nvPr>
        </p:nvSpPr>
        <p:spPr>
          <a:xfrm>
            <a:off x="6553200" y="2082800"/>
            <a:ext cx="50292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文本占位符 18"/>
          <p:cNvSpPr>
            <a:spLocks noGrp="1"/>
          </p:cNvSpPr>
          <p:nvPr>
            <p:ph type="body" idx="16388" hasCustomPrompt="1"/>
            <p:custDataLst>
              <p:tags r:id="rId17"/>
            </p:custDataLst>
          </p:nvPr>
        </p:nvSpPr>
        <p:spPr>
          <a:xfrm>
            <a:off x="6553200" y="3149600"/>
            <a:ext cx="5029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文本占位符 19"/>
          <p:cNvSpPr>
            <a:spLocks noGrp="1"/>
          </p:cNvSpPr>
          <p:nvPr>
            <p:ph type="body" idx="16389" hasCustomPrompt="1"/>
            <p:custDataLst>
              <p:tags r:id="rId18"/>
            </p:custDataLst>
          </p:nvPr>
        </p:nvSpPr>
        <p:spPr>
          <a:xfrm>
            <a:off x="6553200" y="3708400"/>
            <a:ext cx="50292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1" name="文本占位符 20"/>
          <p:cNvSpPr>
            <a:spLocks noGrp="1"/>
          </p:cNvSpPr>
          <p:nvPr>
            <p:ph type="body" idx="16390" hasCustomPrompt="1"/>
            <p:custDataLst>
              <p:tags r:id="rId19"/>
            </p:custDataLst>
          </p:nvPr>
        </p:nvSpPr>
        <p:spPr>
          <a:xfrm>
            <a:off x="6553200" y="4775200"/>
            <a:ext cx="5029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91" hasCustomPrompt="1"/>
            <p:custDataLst>
              <p:tags r:id="rId20"/>
            </p:custDataLst>
          </p:nvPr>
        </p:nvSpPr>
        <p:spPr>
          <a:xfrm>
            <a:off x="6553200" y="5334000"/>
            <a:ext cx="50292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页-10008_18">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图片占位符 15"/>
          <p:cNvSpPr>
            <a:spLocks noGrp="1"/>
          </p:cNvSpPr>
          <p:nvPr>
            <p:ph type="pic" idx="16392" hasCustomPrompt="1"/>
            <p:custDataLst>
              <p:tags r:id="rId14"/>
            </p:custDataLst>
          </p:nvPr>
        </p:nvSpPr>
        <p:spPr>
          <a:xfrm>
            <a:off x="1473200" y="1803400"/>
            <a:ext cx="1524000" cy="152400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7" name="文本占位符 16"/>
          <p:cNvSpPr>
            <a:spLocks noGrp="1"/>
          </p:cNvSpPr>
          <p:nvPr>
            <p:ph type="body" idx="16386" hasCustomPrompt="1"/>
            <p:custDataLst>
              <p:tags r:id="rId15"/>
            </p:custDataLst>
          </p:nvPr>
        </p:nvSpPr>
        <p:spPr>
          <a:xfrm>
            <a:off x="609600" y="3581400"/>
            <a:ext cx="32512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7" hasCustomPrompt="1"/>
            <p:custDataLst>
              <p:tags r:id="rId16"/>
            </p:custDataLst>
          </p:nvPr>
        </p:nvSpPr>
        <p:spPr>
          <a:xfrm>
            <a:off x="609600" y="4140200"/>
            <a:ext cx="3251200" cy="1828800"/>
          </a:xfrm>
          <a:prstGeom prst="rect">
            <a:avLst/>
          </a:prstGeo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图片占位符 18"/>
          <p:cNvSpPr>
            <a:spLocks noGrp="1"/>
          </p:cNvSpPr>
          <p:nvPr>
            <p:ph type="pic" idx="16393" hasCustomPrompt="1"/>
            <p:custDataLst>
              <p:tags r:id="rId17"/>
            </p:custDataLst>
          </p:nvPr>
        </p:nvSpPr>
        <p:spPr>
          <a:xfrm>
            <a:off x="5334000" y="1803400"/>
            <a:ext cx="1524000" cy="152400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0" name="文本占位符 19"/>
          <p:cNvSpPr>
            <a:spLocks noGrp="1"/>
          </p:cNvSpPr>
          <p:nvPr>
            <p:ph type="body" idx="16388" hasCustomPrompt="1"/>
            <p:custDataLst>
              <p:tags r:id="rId18"/>
            </p:custDataLst>
          </p:nvPr>
        </p:nvSpPr>
        <p:spPr>
          <a:xfrm>
            <a:off x="4470400" y="3581400"/>
            <a:ext cx="32512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89" hasCustomPrompt="1"/>
            <p:custDataLst>
              <p:tags r:id="rId19"/>
            </p:custDataLst>
          </p:nvPr>
        </p:nvSpPr>
        <p:spPr>
          <a:xfrm>
            <a:off x="4470400" y="4140200"/>
            <a:ext cx="3251200" cy="1828800"/>
          </a:xfrm>
          <a:prstGeom prst="rect">
            <a:avLst/>
          </a:prstGeo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图片占位符 21"/>
          <p:cNvSpPr>
            <a:spLocks noGrp="1"/>
          </p:cNvSpPr>
          <p:nvPr>
            <p:ph type="pic" idx="16394" hasCustomPrompt="1"/>
            <p:custDataLst>
              <p:tags r:id="rId20"/>
            </p:custDataLst>
          </p:nvPr>
        </p:nvSpPr>
        <p:spPr>
          <a:xfrm>
            <a:off x="9194800" y="1803400"/>
            <a:ext cx="1524000" cy="152400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3" name="文本占位符 22"/>
          <p:cNvSpPr>
            <a:spLocks noGrp="1"/>
          </p:cNvSpPr>
          <p:nvPr>
            <p:ph type="body" idx="16390" hasCustomPrompt="1"/>
            <p:custDataLst>
              <p:tags r:id="rId21"/>
            </p:custDataLst>
          </p:nvPr>
        </p:nvSpPr>
        <p:spPr>
          <a:xfrm>
            <a:off x="8331200" y="3581400"/>
            <a:ext cx="32512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4" name="文本占位符 23"/>
          <p:cNvSpPr>
            <a:spLocks noGrp="1"/>
          </p:cNvSpPr>
          <p:nvPr>
            <p:ph type="body" idx="16391" hasCustomPrompt="1"/>
            <p:custDataLst>
              <p:tags r:id="rId22"/>
            </p:custDataLst>
          </p:nvPr>
        </p:nvSpPr>
        <p:spPr>
          <a:xfrm>
            <a:off x="8331200" y="4140200"/>
            <a:ext cx="3251200" cy="1828800"/>
          </a:xfrm>
          <a:prstGeom prst="rect">
            <a:avLst/>
          </a:prstGeo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页-6_29">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73914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内容占位符 15"/>
          <p:cNvSpPr>
            <a:spLocks noGrp="1"/>
          </p:cNvSpPr>
          <p:nvPr>
            <p:ph idx="16392" hasCustomPrompt="1"/>
            <p:custDataLst>
              <p:tags r:id="rId14"/>
            </p:custDataLst>
          </p:nvPr>
        </p:nvSpPr>
        <p:spPr>
          <a:xfrm>
            <a:off x="8610600" y="0"/>
            <a:ext cx="3581400" cy="6858000"/>
          </a:xfrm>
          <a:custGeom>
            <a:avLst/>
            <a:gdLst>
              <a:gd name="connisteX0" fmla="*/ 0 w 3581400"/>
              <a:gd name="connsiteY0" fmla="*/ 0 h 6858000"/>
              <a:gd name="connisteX1" fmla="*/ 3581400 w 3581400"/>
              <a:gd name="connsiteY1" fmla="*/ 0 h 6858000"/>
              <a:gd name="connisteX2" fmla="*/ 3581400 w 3581400"/>
              <a:gd name="connsiteY2" fmla="*/ 6858000 h 6858000"/>
              <a:gd name="connisteX3" fmla="*/ 0 w 3581400"/>
              <a:gd name="connsiteY3" fmla="*/ 6858000 h 6858000"/>
              <a:gd name="connisteX4" fmla="*/ 0 w 35814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pathLst>
              <a:path w="3581400" h="6858000">
                <a:moveTo>
                  <a:pt x="0" y="0"/>
                </a:moveTo>
                <a:lnTo>
                  <a:pt x="3581400" y="0"/>
                </a:lnTo>
                <a:lnTo>
                  <a:pt x="3581400" y="6858000"/>
                </a:lnTo>
                <a:lnTo>
                  <a:pt x="0" y="68580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装饰  6"/>
          <p:cNvSpPr>
            <a:spLocks noGrp="1"/>
          </p:cNvSpPr>
          <p:nvPr>
            <p:ph type="body" idx="16393" hasCustomPrompt="1"/>
            <p:custDataLst>
              <p:tags r:id="rId15"/>
            </p:custDataLst>
          </p:nvPr>
        </p:nvSpPr>
        <p:spPr>
          <a:xfrm>
            <a:off x="609600" y="2286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6" hasCustomPrompt="1"/>
            <p:custDataLst>
              <p:tags r:id="rId16"/>
            </p:custDataLst>
          </p:nvPr>
        </p:nvSpPr>
        <p:spPr>
          <a:xfrm>
            <a:off x="762000" y="2286000"/>
            <a:ext cx="72390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762000" y="2794000"/>
            <a:ext cx="72390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4" hasCustomPrompt="1"/>
            <p:custDataLst>
              <p:tags r:id="rId18"/>
            </p:custDataLst>
          </p:nvPr>
        </p:nvSpPr>
        <p:spPr>
          <a:xfrm>
            <a:off x="609600" y="3708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88" hasCustomPrompt="1"/>
            <p:custDataLst>
              <p:tags r:id="rId19"/>
            </p:custDataLst>
          </p:nvPr>
        </p:nvSpPr>
        <p:spPr>
          <a:xfrm>
            <a:off x="762000" y="3708400"/>
            <a:ext cx="72390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89" hasCustomPrompt="1"/>
            <p:custDataLst>
              <p:tags r:id="rId20"/>
            </p:custDataLst>
          </p:nvPr>
        </p:nvSpPr>
        <p:spPr>
          <a:xfrm>
            <a:off x="762000" y="4216400"/>
            <a:ext cx="72390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3" name="装饰  2"/>
          <p:cNvSpPr>
            <a:spLocks noGrp="1"/>
          </p:cNvSpPr>
          <p:nvPr>
            <p:ph type="body" idx="16395" hasCustomPrompt="1"/>
            <p:custDataLst>
              <p:tags r:id="rId21"/>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文本占位符 23"/>
          <p:cNvSpPr>
            <a:spLocks noGrp="1"/>
          </p:cNvSpPr>
          <p:nvPr>
            <p:ph type="body" idx="16390" hasCustomPrompt="1"/>
            <p:custDataLst>
              <p:tags r:id="rId22"/>
            </p:custDataLst>
          </p:nvPr>
        </p:nvSpPr>
        <p:spPr>
          <a:xfrm>
            <a:off x="762000" y="5130800"/>
            <a:ext cx="72390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5" name="文本占位符 24"/>
          <p:cNvSpPr>
            <a:spLocks noGrp="1"/>
          </p:cNvSpPr>
          <p:nvPr>
            <p:ph type="body" idx="16391" hasCustomPrompt="1"/>
            <p:custDataLst>
              <p:tags r:id="rId23"/>
            </p:custDataLst>
          </p:nvPr>
        </p:nvSpPr>
        <p:spPr>
          <a:xfrm>
            <a:off x="762000" y="5638800"/>
            <a:ext cx="72390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页-38_18">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2" hasCustomPrompt="1"/>
            <p:custDataLst>
              <p:tags r:id="rId14"/>
            </p:custDataLst>
          </p:nvPr>
        </p:nvSpPr>
        <p:spPr>
          <a:xfrm>
            <a:off x="6096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5"/>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6" hasCustomPrompt="1"/>
            <p:custDataLst>
              <p:tags r:id="rId16"/>
            </p:custDataLst>
          </p:nvPr>
        </p:nvSpPr>
        <p:spPr>
          <a:xfrm>
            <a:off x="914400" y="37592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9" name="文本占位符 18"/>
          <p:cNvSpPr>
            <a:spLocks noGrp="1"/>
          </p:cNvSpPr>
          <p:nvPr>
            <p:ph type="body" idx="16387" hasCustomPrompt="1"/>
            <p:custDataLst>
              <p:tags r:id="rId17"/>
            </p:custDataLst>
          </p:nvPr>
        </p:nvSpPr>
        <p:spPr>
          <a:xfrm>
            <a:off x="914400" y="4216400"/>
            <a:ext cx="28448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4" hasCustomPrompt="1"/>
            <p:custDataLst>
              <p:tags r:id="rId18"/>
            </p:custDataLst>
          </p:nvPr>
        </p:nvSpPr>
        <p:spPr>
          <a:xfrm>
            <a:off x="43688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5" hasCustomPrompt="1"/>
            <p:custDataLst>
              <p:tags r:id="rId19"/>
            </p:custDataLst>
          </p:nvPr>
        </p:nvSpPr>
        <p:spPr>
          <a:xfrm>
            <a:off x="43688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88" hasCustomPrompt="1"/>
            <p:custDataLst>
              <p:tags r:id="rId20"/>
            </p:custDataLst>
          </p:nvPr>
        </p:nvSpPr>
        <p:spPr>
          <a:xfrm>
            <a:off x="4673600" y="37592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89" hasCustomPrompt="1"/>
            <p:custDataLst>
              <p:tags r:id="rId21"/>
            </p:custDataLst>
          </p:nvPr>
        </p:nvSpPr>
        <p:spPr>
          <a:xfrm>
            <a:off x="4673600" y="4216400"/>
            <a:ext cx="28448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396" hasCustomPrompt="1"/>
            <p:custDataLst>
              <p:tags r:id="rId22"/>
            </p:custDataLst>
          </p:nvPr>
        </p:nvSpPr>
        <p:spPr>
          <a:xfrm>
            <a:off x="81280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图片占位符 24"/>
          <p:cNvSpPr>
            <a:spLocks noGrp="1"/>
          </p:cNvSpPr>
          <p:nvPr>
            <p:ph type="pic" idx="16397" hasCustomPrompt="1"/>
            <p:custDataLst>
              <p:tags r:id="rId23"/>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6" name="文本占位符 25"/>
          <p:cNvSpPr>
            <a:spLocks noGrp="1"/>
          </p:cNvSpPr>
          <p:nvPr>
            <p:ph type="body" idx="16390" hasCustomPrompt="1"/>
            <p:custDataLst>
              <p:tags r:id="rId24"/>
            </p:custDataLst>
          </p:nvPr>
        </p:nvSpPr>
        <p:spPr>
          <a:xfrm>
            <a:off x="8432800" y="37592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7" name="文本占位符 26"/>
          <p:cNvSpPr>
            <a:spLocks noGrp="1"/>
          </p:cNvSpPr>
          <p:nvPr>
            <p:ph type="body" idx="16391" hasCustomPrompt="1"/>
            <p:custDataLst>
              <p:tags r:id="rId25"/>
            </p:custDataLst>
          </p:nvPr>
        </p:nvSpPr>
        <p:spPr>
          <a:xfrm>
            <a:off x="8432800" y="4216400"/>
            <a:ext cx="28448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正文页-53_12">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2" hasCustomPrompt="1"/>
            <p:custDataLst>
              <p:tags r:id="rId14"/>
            </p:custDataLst>
          </p:nvPr>
        </p:nvSpPr>
        <p:spPr>
          <a:xfrm>
            <a:off x="6096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5"/>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6" hasCustomPrompt="1"/>
            <p:custDataLst>
              <p:tags r:id="rId16"/>
            </p:custDataLst>
          </p:nvPr>
        </p:nvSpPr>
        <p:spPr>
          <a:xfrm>
            <a:off x="914400" y="37592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9" name="文本占位符 18"/>
          <p:cNvSpPr>
            <a:spLocks noGrp="1"/>
          </p:cNvSpPr>
          <p:nvPr>
            <p:ph type="body" idx="16387" hasCustomPrompt="1"/>
            <p:custDataLst>
              <p:tags r:id="rId17"/>
            </p:custDataLst>
          </p:nvPr>
        </p:nvSpPr>
        <p:spPr>
          <a:xfrm>
            <a:off x="914400" y="4216400"/>
            <a:ext cx="28448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4" hasCustomPrompt="1"/>
            <p:custDataLst>
              <p:tags r:id="rId18"/>
            </p:custDataLst>
          </p:nvPr>
        </p:nvSpPr>
        <p:spPr>
          <a:xfrm>
            <a:off x="43688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5" hasCustomPrompt="1"/>
            <p:custDataLst>
              <p:tags r:id="rId19"/>
            </p:custDataLst>
          </p:nvPr>
        </p:nvSpPr>
        <p:spPr>
          <a:xfrm>
            <a:off x="43688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88" hasCustomPrompt="1"/>
            <p:custDataLst>
              <p:tags r:id="rId20"/>
            </p:custDataLst>
          </p:nvPr>
        </p:nvSpPr>
        <p:spPr>
          <a:xfrm>
            <a:off x="4673600" y="37592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89" hasCustomPrompt="1"/>
            <p:custDataLst>
              <p:tags r:id="rId21"/>
            </p:custDataLst>
          </p:nvPr>
        </p:nvSpPr>
        <p:spPr>
          <a:xfrm>
            <a:off x="4673600" y="4216400"/>
            <a:ext cx="28448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396" hasCustomPrompt="1"/>
            <p:custDataLst>
              <p:tags r:id="rId22"/>
            </p:custDataLst>
          </p:nvPr>
        </p:nvSpPr>
        <p:spPr>
          <a:xfrm>
            <a:off x="81280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图片占位符 24"/>
          <p:cNvSpPr>
            <a:spLocks noGrp="1"/>
          </p:cNvSpPr>
          <p:nvPr>
            <p:ph type="pic" idx="16397" hasCustomPrompt="1"/>
            <p:custDataLst>
              <p:tags r:id="rId23"/>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6" name="文本占位符 25"/>
          <p:cNvSpPr>
            <a:spLocks noGrp="1"/>
          </p:cNvSpPr>
          <p:nvPr>
            <p:ph type="body" idx="16390" hasCustomPrompt="1"/>
            <p:custDataLst>
              <p:tags r:id="rId24"/>
            </p:custDataLst>
          </p:nvPr>
        </p:nvSpPr>
        <p:spPr>
          <a:xfrm>
            <a:off x="8432800" y="37592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7" name="文本占位符 26"/>
          <p:cNvSpPr>
            <a:spLocks noGrp="1"/>
          </p:cNvSpPr>
          <p:nvPr>
            <p:ph type="body" idx="16391" hasCustomPrompt="1"/>
            <p:custDataLst>
              <p:tags r:id="rId25"/>
            </p:custDataLst>
          </p:nvPr>
        </p:nvSpPr>
        <p:spPr>
          <a:xfrm>
            <a:off x="8432800" y="4216400"/>
            <a:ext cx="28448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正文页-49_12">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5" hasCustomPrompt="1"/>
            <p:custDataLst>
              <p:tags r:id="rId14"/>
            </p:custDataLst>
          </p:nvPr>
        </p:nvSpPr>
        <p:spPr>
          <a:xfrm>
            <a:off x="17780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5"/>
            </p:custDataLst>
          </p:nvPr>
        </p:nvSpPr>
        <p:spPr>
          <a:xfrm>
            <a:off x="1962150" y="2362200"/>
            <a:ext cx="546100" cy="4572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01</a:t>
            </a:r>
            <a:endParaRPr lang="zh-CN" altLang="en-US" smtClean="0"/>
          </a:p>
        </p:txBody>
      </p:sp>
      <p:sp>
        <p:nvSpPr>
          <p:cNvPr id="18" name="文本占位符 17"/>
          <p:cNvSpPr>
            <a:spLocks noGrp="1"/>
          </p:cNvSpPr>
          <p:nvPr>
            <p:ph type="body" idx="16386" hasCustomPrompt="1"/>
            <p:custDataLst>
              <p:tags r:id="rId16"/>
            </p:custDataLst>
          </p:nvPr>
        </p:nvSpPr>
        <p:spPr>
          <a:xfrm>
            <a:off x="609600" y="3302000"/>
            <a:ext cx="32512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609600" y="3810000"/>
            <a:ext cx="3251200" cy="1828800"/>
          </a:xfrm>
          <a:prstGeom prst="rect">
            <a:avLst/>
          </a:prstGeo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6" hasCustomPrompt="1"/>
            <p:custDataLst>
              <p:tags r:id="rId18"/>
            </p:custDataLst>
          </p:nvPr>
        </p:nvSpPr>
        <p:spPr>
          <a:xfrm>
            <a:off x="56388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1" hasCustomPrompt="1"/>
            <p:custDataLst>
              <p:tags r:id="rId19"/>
            </p:custDataLst>
          </p:nvPr>
        </p:nvSpPr>
        <p:spPr>
          <a:xfrm>
            <a:off x="5822950" y="2362200"/>
            <a:ext cx="546100" cy="4572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02</a:t>
            </a:r>
            <a:endParaRPr lang="zh-CN" altLang="en-US" smtClean="0"/>
          </a:p>
        </p:txBody>
      </p:sp>
      <p:sp>
        <p:nvSpPr>
          <p:cNvPr id="22" name="文本占位符 21"/>
          <p:cNvSpPr>
            <a:spLocks noGrp="1"/>
          </p:cNvSpPr>
          <p:nvPr>
            <p:ph type="body" idx="16389" hasCustomPrompt="1"/>
            <p:custDataLst>
              <p:tags r:id="rId20"/>
            </p:custDataLst>
          </p:nvPr>
        </p:nvSpPr>
        <p:spPr>
          <a:xfrm>
            <a:off x="4470400" y="3302000"/>
            <a:ext cx="32512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90" hasCustomPrompt="1"/>
            <p:custDataLst>
              <p:tags r:id="rId21"/>
            </p:custDataLst>
          </p:nvPr>
        </p:nvSpPr>
        <p:spPr>
          <a:xfrm>
            <a:off x="4470400" y="3810000"/>
            <a:ext cx="3251200" cy="1828800"/>
          </a:xfrm>
          <a:prstGeom prst="rect">
            <a:avLst/>
          </a:prstGeo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397" hasCustomPrompt="1"/>
            <p:custDataLst>
              <p:tags r:id="rId22"/>
            </p:custDataLst>
          </p:nvPr>
        </p:nvSpPr>
        <p:spPr>
          <a:xfrm>
            <a:off x="94996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文本占位符 24"/>
          <p:cNvSpPr>
            <a:spLocks noGrp="1"/>
          </p:cNvSpPr>
          <p:nvPr>
            <p:ph type="body" idx="16394" hasCustomPrompt="1"/>
            <p:custDataLst>
              <p:tags r:id="rId23"/>
            </p:custDataLst>
          </p:nvPr>
        </p:nvSpPr>
        <p:spPr>
          <a:xfrm>
            <a:off x="9683750" y="2362200"/>
            <a:ext cx="546100" cy="4572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03</a:t>
            </a:r>
            <a:endParaRPr lang="zh-CN" altLang="en-US" smtClean="0"/>
          </a:p>
        </p:txBody>
      </p:sp>
      <p:sp>
        <p:nvSpPr>
          <p:cNvPr id="26" name="文本占位符 25"/>
          <p:cNvSpPr>
            <a:spLocks noGrp="1"/>
          </p:cNvSpPr>
          <p:nvPr>
            <p:ph type="body" idx="16392" hasCustomPrompt="1"/>
            <p:custDataLst>
              <p:tags r:id="rId24"/>
            </p:custDataLst>
          </p:nvPr>
        </p:nvSpPr>
        <p:spPr>
          <a:xfrm>
            <a:off x="8331200" y="3302000"/>
            <a:ext cx="32512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7" name="文本占位符 26"/>
          <p:cNvSpPr>
            <a:spLocks noGrp="1"/>
          </p:cNvSpPr>
          <p:nvPr>
            <p:ph type="body" idx="16393" hasCustomPrompt="1"/>
            <p:custDataLst>
              <p:tags r:id="rId25"/>
            </p:custDataLst>
          </p:nvPr>
        </p:nvSpPr>
        <p:spPr>
          <a:xfrm>
            <a:off x="8331200" y="3810000"/>
            <a:ext cx="3251200" cy="1828800"/>
          </a:xfrm>
          <a:prstGeom prst="rect">
            <a:avLst/>
          </a:prstGeo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正文页-42_1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内容占位符 15"/>
          <p:cNvSpPr>
            <a:spLocks noGrp="1"/>
          </p:cNvSpPr>
          <p:nvPr>
            <p:ph idx="16390" hasCustomPrompt="1"/>
            <p:custDataLst>
              <p:tags r:id="rId14"/>
            </p:custDataLst>
          </p:nvPr>
        </p:nvSpPr>
        <p:spPr>
          <a:xfrm>
            <a:off x="609600" y="1524000"/>
            <a:ext cx="10972800" cy="2235200"/>
          </a:xfrm>
          <a:custGeom>
            <a:avLst/>
            <a:gdLst>
              <a:gd name="connisteX0" fmla="*/ 0 w 10972800"/>
              <a:gd name="connsiteY0" fmla="*/ 203200 h 2235200"/>
              <a:gd name="connisteX1" fmla="*/ 203200 w 10972800"/>
              <a:gd name="connsiteY1" fmla="*/ 0 h 2235200"/>
              <a:gd name="connisteX2" fmla="*/ 10769600 w 10972800"/>
              <a:gd name="connsiteY2" fmla="*/ 0 h 2235200"/>
              <a:gd name="connisteX3" fmla="*/ 10972800 w 10972800"/>
              <a:gd name="connsiteY3" fmla="*/ 203200 h 2235200"/>
              <a:gd name="connisteX4" fmla="*/ 10972800 w 10972800"/>
              <a:gd name="connsiteY4" fmla="*/ 2032000 h 2235200"/>
              <a:gd name="connisteX5" fmla="*/ 10769600 w 10972800"/>
              <a:gd name="connsiteY5" fmla="*/ 2235200 h 2235200"/>
              <a:gd name="connisteX6" fmla="*/ 203200 w 10972800"/>
              <a:gd name="connsiteY6" fmla="*/ 2235200 h 2235200"/>
              <a:gd name="connisteX7" fmla="*/ 0 w 10972800"/>
              <a:gd name="connsiteY7" fmla="*/ 2032000 h 2235200"/>
              <a:gd name="connisteX8" fmla="*/ 0 w 10972800"/>
              <a:gd name="connsiteY8" fmla="*/ 203200 h 2235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235200">
                <a:moveTo>
                  <a:pt x="0" y="203200"/>
                </a:moveTo>
                <a:cubicBezTo>
                  <a:pt x="0" y="90976"/>
                  <a:pt x="90976" y="0"/>
                  <a:pt x="203200" y="0"/>
                </a:cubicBezTo>
                <a:lnTo>
                  <a:pt x="10769600" y="0"/>
                </a:lnTo>
                <a:cubicBezTo>
                  <a:pt x="10881824" y="0"/>
                  <a:pt x="10972800" y="90976"/>
                  <a:pt x="10972800" y="203200"/>
                </a:cubicBezTo>
                <a:lnTo>
                  <a:pt x="10972800" y="2032000"/>
                </a:lnTo>
                <a:cubicBezTo>
                  <a:pt x="10972800" y="2144224"/>
                  <a:pt x="10881824" y="2235200"/>
                  <a:pt x="10769600" y="2235200"/>
                </a:cubicBezTo>
                <a:lnTo>
                  <a:pt x="203200" y="2235200"/>
                </a:lnTo>
                <a:cubicBezTo>
                  <a:pt x="90976" y="2235200"/>
                  <a:pt x="0" y="2144224"/>
                  <a:pt x="0" y="20320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装饰  6"/>
          <p:cNvSpPr>
            <a:spLocks noGrp="1"/>
          </p:cNvSpPr>
          <p:nvPr>
            <p:ph type="body" idx="16391" hasCustomPrompt="1"/>
            <p:custDataLst>
              <p:tags r:id="rId15"/>
            </p:custDataLst>
          </p:nvPr>
        </p:nvSpPr>
        <p:spPr>
          <a:xfrm>
            <a:off x="6096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6" hasCustomPrompt="1"/>
            <p:custDataLst>
              <p:tags r:id="rId16"/>
            </p:custDataLst>
          </p:nvPr>
        </p:nvSpPr>
        <p:spPr>
          <a:xfrm>
            <a:off x="762000" y="4216400"/>
            <a:ext cx="5029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762000" y="4724400"/>
            <a:ext cx="5029200" cy="1524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2" hasCustomPrompt="1"/>
            <p:custDataLst>
              <p:tags r:id="rId18"/>
            </p:custDataLst>
          </p:nvPr>
        </p:nvSpPr>
        <p:spPr>
          <a:xfrm>
            <a:off x="64008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88" hasCustomPrompt="1"/>
            <p:custDataLst>
              <p:tags r:id="rId19"/>
            </p:custDataLst>
          </p:nvPr>
        </p:nvSpPr>
        <p:spPr>
          <a:xfrm>
            <a:off x="6553200" y="4216400"/>
            <a:ext cx="5029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89" hasCustomPrompt="1"/>
            <p:custDataLst>
              <p:tags r:id="rId20"/>
            </p:custDataLst>
          </p:nvPr>
        </p:nvSpPr>
        <p:spPr>
          <a:xfrm>
            <a:off x="6553200" y="4724400"/>
            <a:ext cx="5029200" cy="1524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正文页-30_42">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4191000" y="533400"/>
            <a:ext cx="73914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内容占位符 15"/>
          <p:cNvSpPr>
            <a:spLocks noGrp="1"/>
          </p:cNvSpPr>
          <p:nvPr>
            <p:ph idx="16394" hasCustomPrompt="1"/>
            <p:custDataLst>
              <p:tags r:id="rId14"/>
            </p:custDataLst>
          </p:nvPr>
        </p:nvSpPr>
        <p:spPr>
          <a:xfrm>
            <a:off x="0" y="0"/>
            <a:ext cx="3581400" cy="6858000"/>
          </a:xfrm>
          <a:custGeom>
            <a:avLst/>
            <a:gdLst>
              <a:gd name="connisteX0" fmla="*/ 0 w 3581400"/>
              <a:gd name="connsiteY0" fmla="*/ 0 h 6858000"/>
              <a:gd name="connisteX1" fmla="*/ 3581400 w 3581400"/>
              <a:gd name="connsiteY1" fmla="*/ 0 h 6858000"/>
              <a:gd name="connisteX2" fmla="*/ 3581400 w 3581400"/>
              <a:gd name="connsiteY2" fmla="*/ 6858000 h 6858000"/>
              <a:gd name="connisteX3" fmla="*/ 0 w 3581400"/>
              <a:gd name="connsiteY3" fmla="*/ 6858000 h 6858000"/>
              <a:gd name="connisteX4" fmla="*/ 0 w 35814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pathLst>
              <a:path w="3581400" h="6858000">
                <a:moveTo>
                  <a:pt x="0" y="0"/>
                </a:moveTo>
                <a:lnTo>
                  <a:pt x="3581400" y="0"/>
                </a:lnTo>
                <a:lnTo>
                  <a:pt x="3581400" y="6858000"/>
                </a:lnTo>
                <a:lnTo>
                  <a:pt x="0" y="68580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装饰  6"/>
          <p:cNvSpPr>
            <a:spLocks noGrp="1"/>
          </p:cNvSpPr>
          <p:nvPr>
            <p:ph type="body" idx="16395" hasCustomPrompt="1"/>
            <p:custDataLst>
              <p:tags r:id="rId15"/>
            </p:custDataLst>
          </p:nvPr>
        </p:nvSpPr>
        <p:spPr>
          <a:xfrm>
            <a:off x="4191000" y="19304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6" hasCustomPrompt="1"/>
            <p:custDataLst>
              <p:tags r:id="rId16"/>
            </p:custDataLst>
          </p:nvPr>
        </p:nvSpPr>
        <p:spPr>
          <a:xfrm>
            <a:off x="4343400" y="1930400"/>
            <a:ext cx="33147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4343400" y="2438400"/>
            <a:ext cx="33147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6" hasCustomPrompt="1"/>
            <p:custDataLst>
              <p:tags r:id="rId18"/>
            </p:custDataLst>
          </p:nvPr>
        </p:nvSpPr>
        <p:spPr>
          <a:xfrm>
            <a:off x="8115300" y="19304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88" hasCustomPrompt="1"/>
            <p:custDataLst>
              <p:tags r:id="rId19"/>
            </p:custDataLst>
          </p:nvPr>
        </p:nvSpPr>
        <p:spPr>
          <a:xfrm>
            <a:off x="8267700" y="1930400"/>
            <a:ext cx="33147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89" hasCustomPrompt="1"/>
            <p:custDataLst>
              <p:tags r:id="rId20"/>
            </p:custDataLst>
          </p:nvPr>
        </p:nvSpPr>
        <p:spPr>
          <a:xfrm>
            <a:off x="8267700" y="2438400"/>
            <a:ext cx="33147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3" name="装饰  2"/>
          <p:cNvSpPr>
            <a:spLocks noGrp="1"/>
          </p:cNvSpPr>
          <p:nvPr>
            <p:ph type="body" idx="16397" hasCustomPrompt="1"/>
            <p:custDataLst>
              <p:tags r:id="rId21"/>
            </p:custDataLst>
          </p:nvPr>
        </p:nvSpPr>
        <p:spPr>
          <a:xfrm>
            <a:off x="4191000" y="41148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文本占位符 23"/>
          <p:cNvSpPr>
            <a:spLocks noGrp="1"/>
          </p:cNvSpPr>
          <p:nvPr>
            <p:ph type="body" idx="16390" hasCustomPrompt="1"/>
            <p:custDataLst>
              <p:tags r:id="rId22"/>
            </p:custDataLst>
          </p:nvPr>
        </p:nvSpPr>
        <p:spPr>
          <a:xfrm>
            <a:off x="4343400" y="4114800"/>
            <a:ext cx="33147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5" name="文本占位符 24"/>
          <p:cNvSpPr>
            <a:spLocks noGrp="1"/>
          </p:cNvSpPr>
          <p:nvPr>
            <p:ph type="body" idx="16391" hasCustomPrompt="1"/>
            <p:custDataLst>
              <p:tags r:id="rId23"/>
            </p:custDataLst>
          </p:nvPr>
        </p:nvSpPr>
        <p:spPr>
          <a:xfrm>
            <a:off x="4343400" y="4622800"/>
            <a:ext cx="33147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6" name="装饰  5"/>
          <p:cNvSpPr>
            <a:spLocks noGrp="1"/>
          </p:cNvSpPr>
          <p:nvPr>
            <p:ph type="body" idx="16398" hasCustomPrompt="1"/>
            <p:custDataLst>
              <p:tags r:id="rId24"/>
            </p:custDataLst>
          </p:nvPr>
        </p:nvSpPr>
        <p:spPr>
          <a:xfrm>
            <a:off x="8115300" y="41148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7" name="文本占位符 26"/>
          <p:cNvSpPr>
            <a:spLocks noGrp="1"/>
          </p:cNvSpPr>
          <p:nvPr>
            <p:ph type="body" idx="16392" hasCustomPrompt="1"/>
            <p:custDataLst>
              <p:tags r:id="rId25"/>
            </p:custDataLst>
          </p:nvPr>
        </p:nvSpPr>
        <p:spPr>
          <a:xfrm>
            <a:off x="8267700" y="4114800"/>
            <a:ext cx="33147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8" name="文本占位符 27"/>
          <p:cNvSpPr>
            <a:spLocks noGrp="1"/>
          </p:cNvSpPr>
          <p:nvPr>
            <p:ph type="body" idx="16393" hasCustomPrompt="1"/>
            <p:custDataLst>
              <p:tags r:id="rId26"/>
            </p:custDataLst>
          </p:nvPr>
        </p:nvSpPr>
        <p:spPr>
          <a:xfrm>
            <a:off x="8267700" y="4622800"/>
            <a:ext cx="33147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正文页-上标下内-装饰右-方向错位-并列-26_12_group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0" hasCustomPrompt="1"/>
            <p:custDataLst>
              <p:tags r:id="rId14"/>
            </p:custDataLst>
          </p:nvPr>
        </p:nvSpPr>
        <p:spPr>
          <a:xfrm>
            <a:off x="609600" y="1524000"/>
            <a:ext cx="8432800" cy="2209800"/>
          </a:xfrm>
          <a:custGeom>
            <a:avLst/>
            <a:gdLst>
              <a:gd name="connisteX0" fmla="*/ 0 w 8432800"/>
              <a:gd name="connsiteY0" fmla="*/ 203200 h 2209800"/>
              <a:gd name="connisteX1" fmla="*/ 203200 w 8432800"/>
              <a:gd name="connsiteY1" fmla="*/ 0 h 2209800"/>
              <a:gd name="connisteX2" fmla="*/ 8432800 w 8432800"/>
              <a:gd name="connsiteY2" fmla="*/ 0 h 2209800"/>
              <a:gd name="connisteX3" fmla="*/ 8432800 w 8432800"/>
              <a:gd name="connsiteY3" fmla="*/ 2209800 h 2209800"/>
              <a:gd name="connisteX4" fmla="*/ 203200 w 8432800"/>
              <a:gd name="connsiteY4" fmla="*/ 2209800 h 2209800"/>
              <a:gd name="connisteX5" fmla="*/ 0 w 8432800"/>
              <a:gd name="connsiteY5" fmla="*/ 2006600 h 2209800"/>
              <a:gd name="connisteX6" fmla="*/ 0 w 84328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8432800" h="2209800">
                <a:moveTo>
                  <a:pt x="0" y="203200"/>
                </a:moveTo>
                <a:cubicBezTo>
                  <a:pt x="0" y="90976"/>
                  <a:pt x="90976" y="0"/>
                  <a:pt x="203200" y="0"/>
                </a:cubicBezTo>
                <a:lnTo>
                  <a:pt x="8432800" y="0"/>
                </a:lnTo>
                <a:lnTo>
                  <a:pt x="8432800" y="2209800"/>
                </a:ln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1" hasCustomPrompt="1"/>
            <p:custDataLst>
              <p:tags r:id="rId15"/>
            </p:custDataLst>
          </p:nvPr>
        </p:nvSpPr>
        <p:spPr>
          <a:xfrm>
            <a:off x="9042400" y="1524000"/>
            <a:ext cx="2540000" cy="2209800"/>
          </a:xfrm>
          <a:custGeom>
            <a:avLst/>
            <a:gdLst>
              <a:gd name="connisteX0" fmla="*/ 0 w 2540000"/>
              <a:gd name="connsiteY0" fmla="*/ 0 h 2209800"/>
              <a:gd name="connisteX1" fmla="*/ 2336800 w 2540000"/>
              <a:gd name="connsiteY1" fmla="*/ 0 h 2209800"/>
              <a:gd name="connisteX2" fmla="*/ 2540000 w 2540000"/>
              <a:gd name="connsiteY2" fmla="*/ 203200 h 2209800"/>
              <a:gd name="connisteX3" fmla="*/ 2540000 w 2540000"/>
              <a:gd name="connsiteY3" fmla="*/ 2006600 h 2209800"/>
              <a:gd name="connisteX4" fmla="*/ 2336800 w 2540000"/>
              <a:gd name="connsiteY4" fmla="*/ 2209800 h 2209800"/>
              <a:gd name="connisteX5" fmla="*/ 0 w 2540000"/>
              <a:gd name="connsiteY5" fmla="*/ 2209800 h 2209800"/>
              <a:gd name="connisteX6" fmla="*/ 0 w 254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0"/>
                </a:moveTo>
                <a:lnTo>
                  <a:pt x="2336800" y="0"/>
                </a:lnTo>
                <a:cubicBezTo>
                  <a:pt x="2449024" y="0"/>
                  <a:pt x="2540000" y="90976"/>
                  <a:pt x="2540000" y="203200"/>
                </a:cubicBezTo>
                <a:lnTo>
                  <a:pt x="2540000" y="2006600"/>
                </a:lnTo>
                <a:cubicBezTo>
                  <a:pt x="2540000" y="2118824"/>
                  <a:pt x="2449024" y="2209800"/>
                  <a:pt x="2336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6" hasCustomPrompt="1"/>
            <p:custDataLst>
              <p:tags r:id="rId16"/>
            </p:custDataLst>
          </p:nvPr>
        </p:nvSpPr>
        <p:spPr>
          <a:xfrm>
            <a:off x="914400" y="1892300"/>
            <a:ext cx="7823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914400" y="2451100"/>
            <a:ext cx="78232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2" hasCustomPrompt="1"/>
            <p:custDataLst>
              <p:tags r:id="rId18"/>
            </p:custDataLst>
          </p:nvPr>
        </p:nvSpPr>
        <p:spPr>
          <a:xfrm>
            <a:off x="3149600" y="4038600"/>
            <a:ext cx="8432800" cy="2209800"/>
          </a:xfrm>
          <a:custGeom>
            <a:avLst/>
            <a:gdLst>
              <a:gd name="connisteX0" fmla="*/ 0 w 8432800"/>
              <a:gd name="connsiteY0" fmla="*/ 0 h 2209800"/>
              <a:gd name="connisteX1" fmla="*/ 8229600 w 8432800"/>
              <a:gd name="connsiteY1" fmla="*/ 0 h 2209800"/>
              <a:gd name="connisteX2" fmla="*/ 8432800 w 8432800"/>
              <a:gd name="connsiteY2" fmla="*/ 203200 h 2209800"/>
              <a:gd name="connisteX3" fmla="*/ 8432800 w 8432800"/>
              <a:gd name="connsiteY3" fmla="*/ 2006600 h 2209800"/>
              <a:gd name="connisteX4" fmla="*/ 8229600 w 8432800"/>
              <a:gd name="connsiteY4" fmla="*/ 2209800 h 2209800"/>
              <a:gd name="connisteX5" fmla="*/ 0 w 8432800"/>
              <a:gd name="connsiteY5" fmla="*/ 2209800 h 2209800"/>
              <a:gd name="connisteX6" fmla="*/ 0 w 8432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8432800" h="2209800">
                <a:moveTo>
                  <a:pt x="0" y="0"/>
                </a:moveTo>
                <a:lnTo>
                  <a:pt x="8229600" y="0"/>
                </a:lnTo>
                <a:cubicBezTo>
                  <a:pt x="8341824" y="0"/>
                  <a:pt x="8432800" y="90976"/>
                  <a:pt x="8432800" y="203200"/>
                </a:cubicBezTo>
                <a:lnTo>
                  <a:pt x="8432800" y="2006600"/>
                </a:lnTo>
                <a:cubicBezTo>
                  <a:pt x="8432800" y="2118824"/>
                  <a:pt x="8341824" y="2209800"/>
                  <a:pt x="8229600" y="2209800"/>
                </a:cubicBezTo>
                <a:lnTo>
                  <a:pt x="0" y="2209800"/>
                </a:ln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3" hasCustomPrompt="1"/>
            <p:custDataLst>
              <p:tags r:id="rId19"/>
            </p:custDataLst>
          </p:nvPr>
        </p:nvSpPr>
        <p:spPr>
          <a:xfrm>
            <a:off x="609600" y="40386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88" hasCustomPrompt="1"/>
            <p:custDataLst>
              <p:tags r:id="rId20"/>
            </p:custDataLst>
          </p:nvPr>
        </p:nvSpPr>
        <p:spPr>
          <a:xfrm>
            <a:off x="3454400" y="4406900"/>
            <a:ext cx="7823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89" hasCustomPrompt="1"/>
            <p:custDataLst>
              <p:tags r:id="rId21"/>
            </p:custDataLst>
          </p:nvPr>
        </p:nvSpPr>
        <p:spPr>
          <a:xfrm>
            <a:off x="3454400" y="4965700"/>
            <a:ext cx="78232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正文页-上标下内-装饰无-默认位置-并列-3_19_group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3" hasCustomPrompt="1"/>
            <p:custDataLst>
              <p:tags r:id="rId14"/>
            </p:custDataLst>
          </p:nvPr>
        </p:nvSpPr>
        <p:spPr>
          <a:xfrm>
            <a:off x="609600" y="1701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2" hasCustomPrompt="1"/>
            <p:custDataLst>
              <p:tags r:id="rId15"/>
            </p:custDataLst>
          </p:nvPr>
        </p:nvSpPr>
        <p:spPr>
          <a:xfrm>
            <a:off x="822960" y="1915160"/>
            <a:ext cx="487680" cy="48768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6" hasCustomPrompt="1"/>
            <p:custDataLst>
              <p:tags r:id="rId16"/>
            </p:custDataLst>
          </p:nvPr>
        </p:nvSpPr>
        <p:spPr>
          <a:xfrm>
            <a:off x="1778000" y="1600200"/>
            <a:ext cx="980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1778000" y="2108200"/>
            <a:ext cx="98044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5" hasCustomPrompt="1"/>
            <p:custDataLst>
              <p:tags r:id="rId18"/>
            </p:custDataLst>
          </p:nvPr>
        </p:nvSpPr>
        <p:spPr>
          <a:xfrm>
            <a:off x="609600" y="34290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4" hasCustomPrompt="1"/>
            <p:custDataLst>
              <p:tags r:id="rId19"/>
            </p:custDataLst>
          </p:nvPr>
        </p:nvSpPr>
        <p:spPr>
          <a:xfrm>
            <a:off x="822960" y="3642360"/>
            <a:ext cx="487680" cy="48768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88" hasCustomPrompt="1"/>
            <p:custDataLst>
              <p:tags r:id="rId20"/>
            </p:custDataLst>
          </p:nvPr>
        </p:nvSpPr>
        <p:spPr>
          <a:xfrm>
            <a:off x="1778000" y="3327400"/>
            <a:ext cx="980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89" hasCustomPrompt="1"/>
            <p:custDataLst>
              <p:tags r:id="rId21"/>
            </p:custDataLst>
          </p:nvPr>
        </p:nvSpPr>
        <p:spPr>
          <a:xfrm>
            <a:off x="1778000" y="3835400"/>
            <a:ext cx="98044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397" hasCustomPrompt="1"/>
            <p:custDataLst>
              <p:tags r:id="rId22"/>
            </p:custDataLst>
          </p:nvPr>
        </p:nvSpPr>
        <p:spPr>
          <a:xfrm>
            <a:off x="609600" y="51562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图片占位符 24"/>
          <p:cNvSpPr>
            <a:spLocks noGrp="1"/>
          </p:cNvSpPr>
          <p:nvPr>
            <p:ph type="pic" idx="16396" hasCustomPrompt="1"/>
            <p:custDataLst>
              <p:tags r:id="rId23"/>
            </p:custDataLst>
          </p:nvPr>
        </p:nvSpPr>
        <p:spPr>
          <a:xfrm>
            <a:off x="822960" y="5369560"/>
            <a:ext cx="487680" cy="48768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6" name="文本占位符 25"/>
          <p:cNvSpPr>
            <a:spLocks noGrp="1"/>
          </p:cNvSpPr>
          <p:nvPr>
            <p:ph type="body" idx="16390" hasCustomPrompt="1"/>
            <p:custDataLst>
              <p:tags r:id="rId24"/>
            </p:custDataLst>
          </p:nvPr>
        </p:nvSpPr>
        <p:spPr>
          <a:xfrm>
            <a:off x="1778000" y="5054600"/>
            <a:ext cx="980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7" name="文本占位符 26"/>
          <p:cNvSpPr>
            <a:spLocks noGrp="1"/>
          </p:cNvSpPr>
          <p:nvPr>
            <p:ph type="body" idx="16391" hasCustomPrompt="1"/>
            <p:custDataLst>
              <p:tags r:id="rId25"/>
            </p:custDataLst>
          </p:nvPr>
        </p:nvSpPr>
        <p:spPr>
          <a:xfrm>
            <a:off x="1778000" y="5562600"/>
            <a:ext cx="9804400" cy="6096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5_35_group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文本占位符 15"/>
          <p:cNvSpPr>
            <a:spLocks noGrp="1"/>
          </p:cNvSpPr>
          <p:nvPr>
            <p:ph type="body" idx="16388" hasCustomPrompt="1"/>
            <p:custDataLst>
              <p:tags r:id="rId14"/>
            </p:custDataLst>
          </p:nvPr>
        </p:nvSpPr>
        <p:spPr>
          <a:xfrm>
            <a:off x="628650" y="2057400"/>
            <a:ext cx="723900" cy="609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smtClean="0"/>
              <a:t>01</a:t>
            </a:r>
            <a:endParaRPr lang="zh-CN" altLang="en-US" smtClean="0"/>
          </a:p>
        </p:txBody>
      </p:sp>
      <p:sp>
        <p:nvSpPr>
          <p:cNvPr id="17" name="文本占位符 16"/>
          <p:cNvSpPr>
            <a:spLocks noGrp="1"/>
          </p:cNvSpPr>
          <p:nvPr>
            <p:ph type="body" idx="16386" hasCustomPrompt="1"/>
            <p:custDataLst>
              <p:tags r:id="rId15"/>
            </p:custDataLst>
          </p:nvPr>
        </p:nvSpPr>
        <p:spPr>
          <a:xfrm>
            <a:off x="1574800" y="19812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7" hasCustomPrompt="1"/>
            <p:custDataLst>
              <p:tags r:id="rId16"/>
            </p:custDataLst>
          </p:nvPr>
        </p:nvSpPr>
        <p:spPr>
          <a:xfrm>
            <a:off x="1574800" y="2438400"/>
            <a:ext cx="4292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文本占位符 18"/>
          <p:cNvSpPr>
            <a:spLocks noGrp="1"/>
          </p:cNvSpPr>
          <p:nvPr>
            <p:ph type="body" idx="16391" hasCustomPrompt="1"/>
            <p:custDataLst>
              <p:tags r:id="rId17"/>
            </p:custDataLst>
          </p:nvPr>
        </p:nvSpPr>
        <p:spPr>
          <a:xfrm>
            <a:off x="6343650" y="2057400"/>
            <a:ext cx="723900" cy="609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smtClean="0"/>
              <a:t>02</a:t>
            </a:r>
            <a:endParaRPr lang="zh-CN" altLang="en-US" smtClean="0"/>
          </a:p>
        </p:txBody>
      </p:sp>
      <p:sp>
        <p:nvSpPr>
          <p:cNvPr id="20" name="文本占位符 19"/>
          <p:cNvSpPr>
            <a:spLocks noGrp="1"/>
          </p:cNvSpPr>
          <p:nvPr>
            <p:ph type="body" idx="16389" hasCustomPrompt="1"/>
            <p:custDataLst>
              <p:tags r:id="rId18"/>
            </p:custDataLst>
          </p:nvPr>
        </p:nvSpPr>
        <p:spPr>
          <a:xfrm>
            <a:off x="7289800" y="19812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90" hasCustomPrompt="1"/>
            <p:custDataLst>
              <p:tags r:id="rId19"/>
            </p:custDataLst>
          </p:nvPr>
        </p:nvSpPr>
        <p:spPr>
          <a:xfrm>
            <a:off x="7289800" y="2438400"/>
            <a:ext cx="4292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文本占位符 21"/>
          <p:cNvSpPr>
            <a:spLocks noGrp="1"/>
          </p:cNvSpPr>
          <p:nvPr>
            <p:ph type="body" idx="16394" hasCustomPrompt="1"/>
            <p:custDataLst>
              <p:tags r:id="rId20"/>
            </p:custDataLst>
          </p:nvPr>
        </p:nvSpPr>
        <p:spPr>
          <a:xfrm>
            <a:off x="628650" y="4191000"/>
            <a:ext cx="723900" cy="609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smtClean="0"/>
              <a:t>03</a:t>
            </a:r>
            <a:endParaRPr lang="zh-CN" altLang="en-US" smtClean="0"/>
          </a:p>
        </p:txBody>
      </p:sp>
      <p:sp>
        <p:nvSpPr>
          <p:cNvPr id="23" name="文本占位符 22"/>
          <p:cNvSpPr>
            <a:spLocks noGrp="1"/>
          </p:cNvSpPr>
          <p:nvPr>
            <p:ph type="body" idx="16392" hasCustomPrompt="1"/>
            <p:custDataLst>
              <p:tags r:id="rId21"/>
            </p:custDataLst>
          </p:nvPr>
        </p:nvSpPr>
        <p:spPr>
          <a:xfrm>
            <a:off x="1574800" y="41148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4" name="文本占位符 23"/>
          <p:cNvSpPr>
            <a:spLocks noGrp="1"/>
          </p:cNvSpPr>
          <p:nvPr>
            <p:ph type="body" idx="16393" hasCustomPrompt="1"/>
            <p:custDataLst>
              <p:tags r:id="rId22"/>
            </p:custDataLst>
          </p:nvPr>
        </p:nvSpPr>
        <p:spPr>
          <a:xfrm>
            <a:off x="1574800" y="4572000"/>
            <a:ext cx="4292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5" name="文本占位符 24"/>
          <p:cNvSpPr>
            <a:spLocks noGrp="1"/>
          </p:cNvSpPr>
          <p:nvPr>
            <p:ph type="body" idx="16397" hasCustomPrompt="1"/>
            <p:custDataLst>
              <p:tags r:id="rId23"/>
            </p:custDataLst>
          </p:nvPr>
        </p:nvSpPr>
        <p:spPr>
          <a:xfrm>
            <a:off x="6343650" y="4191000"/>
            <a:ext cx="723900" cy="609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smtClean="0"/>
              <a:t>04</a:t>
            </a:r>
            <a:endParaRPr lang="zh-CN" altLang="en-US" smtClean="0"/>
          </a:p>
        </p:txBody>
      </p:sp>
      <p:sp>
        <p:nvSpPr>
          <p:cNvPr id="26" name="文本占位符 25"/>
          <p:cNvSpPr>
            <a:spLocks noGrp="1"/>
          </p:cNvSpPr>
          <p:nvPr>
            <p:ph type="body" idx="16395" hasCustomPrompt="1"/>
            <p:custDataLst>
              <p:tags r:id="rId24"/>
            </p:custDataLst>
          </p:nvPr>
        </p:nvSpPr>
        <p:spPr>
          <a:xfrm>
            <a:off x="7289800" y="41148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7" name="文本占位符 26"/>
          <p:cNvSpPr>
            <a:spLocks noGrp="1"/>
          </p:cNvSpPr>
          <p:nvPr>
            <p:ph type="body" idx="16396" hasCustomPrompt="1"/>
            <p:custDataLst>
              <p:tags r:id="rId25"/>
            </p:custDataLst>
          </p:nvPr>
        </p:nvSpPr>
        <p:spPr>
          <a:xfrm>
            <a:off x="7289800" y="4572000"/>
            <a:ext cx="4292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正文页-上标下内-装饰右-默认位置-并列-27_35_group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8" hasCustomPrompt="1"/>
            <p:custDataLst>
              <p:tags r:id="rId14"/>
            </p:custDataLst>
          </p:nvPr>
        </p:nvSpPr>
        <p:spPr>
          <a:xfrm>
            <a:off x="609600" y="22860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5"/>
            </p:custDataLst>
          </p:nvPr>
        </p:nvSpPr>
        <p:spPr>
          <a:xfrm>
            <a:off x="781050" y="2489200"/>
            <a:ext cx="419100" cy="355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smtClean="0"/>
              <a:t>01</a:t>
            </a:r>
            <a:endParaRPr lang="zh-CN" altLang="en-US" smtClean="0"/>
          </a:p>
        </p:txBody>
      </p:sp>
      <p:sp>
        <p:nvSpPr>
          <p:cNvPr id="18" name="文本占位符 17"/>
          <p:cNvSpPr>
            <a:spLocks noGrp="1"/>
          </p:cNvSpPr>
          <p:nvPr>
            <p:ph type="body" idx="16386" hasCustomPrompt="1"/>
            <p:custDataLst>
              <p:tags r:id="rId16"/>
            </p:custDataLst>
          </p:nvPr>
        </p:nvSpPr>
        <p:spPr>
          <a:xfrm>
            <a:off x="1574800" y="22860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1574800" y="2743200"/>
            <a:ext cx="42926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9" hasCustomPrompt="1"/>
            <p:custDataLst>
              <p:tags r:id="rId18"/>
            </p:custDataLst>
          </p:nvPr>
        </p:nvSpPr>
        <p:spPr>
          <a:xfrm>
            <a:off x="6324600" y="22860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1" hasCustomPrompt="1"/>
            <p:custDataLst>
              <p:tags r:id="rId19"/>
            </p:custDataLst>
          </p:nvPr>
        </p:nvSpPr>
        <p:spPr>
          <a:xfrm>
            <a:off x="6496050" y="2489200"/>
            <a:ext cx="419100" cy="355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smtClean="0"/>
              <a:t>02</a:t>
            </a:r>
            <a:endParaRPr lang="zh-CN" altLang="en-US" smtClean="0"/>
          </a:p>
        </p:txBody>
      </p:sp>
      <p:sp>
        <p:nvSpPr>
          <p:cNvPr id="22" name="文本占位符 21"/>
          <p:cNvSpPr>
            <a:spLocks noGrp="1"/>
          </p:cNvSpPr>
          <p:nvPr>
            <p:ph type="body" idx="16389" hasCustomPrompt="1"/>
            <p:custDataLst>
              <p:tags r:id="rId20"/>
            </p:custDataLst>
          </p:nvPr>
        </p:nvSpPr>
        <p:spPr>
          <a:xfrm>
            <a:off x="7289800" y="22860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90" hasCustomPrompt="1"/>
            <p:custDataLst>
              <p:tags r:id="rId21"/>
            </p:custDataLst>
          </p:nvPr>
        </p:nvSpPr>
        <p:spPr>
          <a:xfrm>
            <a:off x="7289800" y="2743200"/>
            <a:ext cx="42926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400" hasCustomPrompt="1"/>
            <p:custDataLst>
              <p:tags r:id="rId22"/>
            </p:custDataLst>
          </p:nvPr>
        </p:nvSpPr>
        <p:spPr>
          <a:xfrm>
            <a:off x="609600" y="41148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文本占位符 24"/>
          <p:cNvSpPr>
            <a:spLocks noGrp="1"/>
          </p:cNvSpPr>
          <p:nvPr>
            <p:ph type="body" idx="16394" hasCustomPrompt="1"/>
            <p:custDataLst>
              <p:tags r:id="rId23"/>
            </p:custDataLst>
          </p:nvPr>
        </p:nvSpPr>
        <p:spPr>
          <a:xfrm>
            <a:off x="781050" y="4318000"/>
            <a:ext cx="419100" cy="355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smtClean="0"/>
              <a:t>03</a:t>
            </a:r>
            <a:endParaRPr lang="zh-CN" altLang="en-US" smtClean="0"/>
          </a:p>
        </p:txBody>
      </p:sp>
      <p:sp>
        <p:nvSpPr>
          <p:cNvPr id="26" name="文本占位符 25"/>
          <p:cNvSpPr>
            <a:spLocks noGrp="1"/>
          </p:cNvSpPr>
          <p:nvPr>
            <p:ph type="body" idx="16392" hasCustomPrompt="1"/>
            <p:custDataLst>
              <p:tags r:id="rId24"/>
            </p:custDataLst>
          </p:nvPr>
        </p:nvSpPr>
        <p:spPr>
          <a:xfrm>
            <a:off x="1574800" y="41148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7" name="文本占位符 26"/>
          <p:cNvSpPr>
            <a:spLocks noGrp="1"/>
          </p:cNvSpPr>
          <p:nvPr>
            <p:ph type="body" idx="16393" hasCustomPrompt="1"/>
            <p:custDataLst>
              <p:tags r:id="rId25"/>
            </p:custDataLst>
          </p:nvPr>
        </p:nvSpPr>
        <p:spPr>
          <a:xfrm>
            <a:off x="1574800" y="4572000"/>
            <a:ext cx="42926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8" name="装饰  7"/>
          <p:cNvSpPr>
            <a:spLocks noGrp="1"/>
          </p:cNvSpPr>
          <p:nvPr>
            <p:ph type="body" idx="16401" hasCustomPrompt="1"/>
            <p:custDataLst>
              <p:tags r:id="rId26"/>
            </p:custDataLst>
          </p:nvPr>
        </p:nvSpPr>
        <p:spPr>
          <a:xfrm>
            <a:off x="6324600" y="41148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9" name="文本占位符 28"/>
          <p:cNvSpPr>
            <a:spLocks noGrp="1"/>
          </p:cNvSpPr>
          <p:nvPr>
            <p:ph type="body" idx="16397" hasCustomPrompt="1"/>
            <p:custDataLst>
              <p:tags r:id="rId27"/>
            </p:custDataLst>
          </p:nvPr>
        </p:nvSpPr>
        <p:spPr>
          <a:xfrm>
            <a:off x="6496050" y="4318000"/>
            <a:ext cx="419100" cy="355600"/>
          </a:xfrm>
          <a:prstGeom prst="rect">
            <a:avLst/>
          </a:prstGeo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smtClean="0"/>
              <a:t>04</a:t>
            </a:r>
            <a:endParaRPr lang="zh-CN" altLang="en-US" smtClean="0"/>
          </a:p>
        </p:txBody>
      </p:sp>
      <p:sp>
        <p:nvSpPr>
          <p:cNvPr id="30" name="文本占位符 29"/>
          <p:cNvSpPr>
            <a:spLocks noGrp="1"/>
          </p:cNvSpPr>
          <p:nvPr>
            <p:ph type="body" idx="16395" hasCustomPrompt="1"/>
            <p:custDataLst>
              <p:tags r:id="rId28"/>
            </p:custDataLst>
          </p:nvPr>
        </p:nvSpPr>
        <p:spPr>
          <a:xfrm>
            <a:off x="7289800" y="4114800"/>
            <a:ext cx="4292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31" name="文本占位符 30"/>
          <p:cNvSpPr>
            <a:spLocks noGrp="1"/>
          </p:cNvSpPr>
          <p:nvPr>
            <p:ph type="body" idx="16396" hasCustomPrompt="1"/>
            <p:custDataLst>
              <p:tags r:id="rId29"/>
            </p:custDataLst>
          </p:nvPr>
        </p:nvSpPr>
        <p:spPr>
          <a:xfrm>
            <a:off x="7289800" y="4572000"/>
            <a:ext cx="4292600" cy="9144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正文页-10009_18">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内容占位符 15"/>
          <p:cNvSpPr>
            <a:spLocks noGrp="1"/>
          </p:cNvSpPr>
          <p:nvPr>
            <p:ph idx="16392" hasCustomPrompt="1"/>
            <p:custDataLst>
              <p:tags r:id="rId14"/>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1828800 h 2032000"/>
              <a:gd name="connisteX5" fmla="*/ 3251200 w 3454400"/>
              <a:gd name="connsiteY5" fmla="*/ 2032000 h 2032000"/>
              <a:gd name="connisteX6" fmla="*/ 203200 w 3454400"/>
              <a:gd name="connsiteY6" fmla="*/ 2032000 h 2032000"/>
              <a:gd name="connisteX7" fmla="*/ 0 w 3454400"/>
              <a:gd name="connsiteY7" fmla="*/ 1828800 h 2032000"/>
              <a:gd name="connisteX8" fmla="*/ 0 w 34544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032000">
                <a:moveTo>
                  <a:pt x="0" y="203200"/>
                </a:moveTo>
                <a:cubicBezTo>
                  <a:pt x="0" y="90976"/>
                  <a:pt x="90976" y="0"/>
                  <a:pt x="203200" y="0"/>
                </a:cubicBezTo>
                <a:lnTo>
                  <a:pt x="3251200" y="0"/>
                </a:lnTo>
                <a:cubicBezTo>
                  <a:pt x="3363424" y="0"/>
                  <a:pt x="3454400" y="90976"/>
                  <a:pt x="3454400" y="203200"/>
                </a:cubicBezTo>
                <a:lnTo>
                  <a:pt x="3454400" y="1828800"/>
                </a:lnTo>
                <a:cubicBezTo>
                  <a:pt x="3454400" y="1941024"/>
                  <a:pt x="3363424" y="2032000"/>
                  <a:pt x="32512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6" hasCustomPrompt="1"/>
            <p:custDataLst>
              <p:tags r:id="rId15"/>
            </p:custDataLst>
          </p:nvPr>
        </p:nvSpPr>
        <p:spPr>
          <a:xfrm>
            <a:off x="609600" y="3860800"/>
            <a:ext cx="345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7" hasCustomPrompt="1"/>
            <p:custDataLst>
              <p:tags r:id="rId16"/>
            </p:custDataLst>
          </p:nvPr>
        </p:nvSpPr>
        <p:spPr>
          <a:xfrm>
            <a:off x="609600" y="4419600"/>
            <a:ext cx="34544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内容占位符 18"/>
          <p:cNvSpPr>
            <a:spLocks noGrp="1"/>
          </p:cNvSpPr>
          <p:nvPr>
            <p:ph idx="16393" hasCustomPrompt="1"/>
            <p:custDataLst>
              <p:tags r:id="rId17"/>
            </p:custDataLst>
          </p:nvPr>
        </p:nvSpPr>
        <p:spPr>
          <a:xfrm>
            <a:off x="43688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1828800 h 2032000"/>
              <a:gd name="connisteX5" fmla="*/ 3251200 w 3454400"/>
              <a:gd name="connsiteY5" fmla="*/ 2032000 h 2032000"/>
              <a:gd name="connisteX6" fmla="*/ 203200 w 3454400"/>
              <a:gd name="connsiteY6" fmla="*/ 2032000 h 2032000"/>
              <a:gd name="connisteX7" fmla="*/ 0 w 3454400"/>
              <a:gd name="connsiteY7" fmla="*/ 1828800 h 2032000"/>
              <a:gd name="connisteX8" fmla="*/ 0 w 34544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032000">
                <a:moveTo>
                  <a:pt x="0" y="203200"/>
                </a:moveTo>
                <a:cubicBezTo>
                  <a:pt x="0" y="90976"/>
                  <a:pt x="90976" y="0"/>
                  <a:pt x="203200" y="0"/>
                </a:cubicBezTo>
                <a:lnTo>
                  <a:pt x="3251200" y="0"/>
                </a:lnTo>
                <a:cubicBezTo>
                  <a:pt x="3363424" y="0"/>
                  <a:pt x="3454400" y="90976"/>
                  <a:pt x="3454400" y="203200"/>
                </a:cubicBezTo>
                <a:lnTo>
                  <a:pt x="3454400" y="1828800"/>
                </a:lnTo>
                <a:cubicBezTo>
                  <a:pt x="3454400" y="1941024"/>
                  <a:pt x="3363424" y="2032000"/>
                  <a:pt x="32512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88" hasCustomPrompt="1"/>
            <p:custDataLst>
              <p:tags r:id="rId18"/>
            </p:custDataLst>
          </p:nvPr>
        </p:nvSpPr>
        <p:spPr>
          <a:xfrm>
            <a:off x="4368800" y="3860800"/>
            <a:ext cx="345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89" hasCustomPrompt="1"/>
            <p:custDataLst>
              <p:tags r:id="rId19"/>
            </p:custDataLst>
          </p:nvPr>
        </p:nvSpPr>
        <p:spPr>
          <a:xfrm>
            <a:off x="4368800" y="4419600"/>
            <a:ext cx="34544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内容占位符 21"/>
          <p:cNvSpPr>
            <a:spLocks noGrp="1"/>
          </p:cNvSpPr>
          <p:nvPr>
            <p:ph idx="16394" hasCustomPrompt="1"/>
            <p:custDataLst>
              <p:tags r:id="rId20"/>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1828800 h 2032000"/>
              <a:gd name="connisteX5" fmla="*/ 3251200 w 3454400"/>
              <a:gd name="connsiteY5" fmla="*/ 2032000 h 2032000"/>
              <a:gd name="connisteX6" fmla="*/ 203200 w 3454400"/>
              <a:gd name="connsiteY6" fmla="*/ 2032000 h 2032000"/>
              <a:gd name="connisteX7" fmla="*/ 0 w 3454400"/>
              <a:gd name="connsiteY7" fmla="*/ 1828800 h 2032000"/>
              <a:gd name="connisteX8" fmla="*/ 0 w 34544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032000">
                <a:moveTo>
                  <a:pt x="0" y="203200"/>
                </a:moveTo>
                <a:cubicBezTo>
                  <a:pt x="0" y="90976"/>
                  <a:pt x="90976" y="0"/>
                  <a:pt x="203200" y="0"/>
                </a:cubicBezTo>
                <a:lnTo>
                  <a:pt x="3251200" y="0"/>
                </a:lnTo>
                <a:cubicBezTo>
                  <a:pt x="3363424" y="0"/>
                  <a:pt x="3454400" y="90976"/>
                  <a:pt x="3454400" y="203200"/>
                </a:cubicBezTo>
                <a:lnTo>
                  <a:pt x="3454400" y="1828800"/>
                </a:lnTo>
                <a:cubicBezTo>
                  <a:pt x="3454400" y="1941024"/>
                  <a:pt x="3363424" y="2032000"/>
                  <a:pt x="32512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3" name="文本占位符 22"/>
          <p:cNvSpPr>
            <a:spLocks noGrp="1"/>
          </p:cNvSpPr>
          <p:nvPr>
            <p:ph type="body" idx="16390" hasCustomPrompt="1"/>
            <p:custDataLst>
              <p:tags r:id="rId21"/>
            </p:custDataLst>
          </p:nvPr>
        </p:nvSpPr>
        <p:spPr>
          <a:xfrm>
            <a:off x="8128000" y="3860800"/>
            <a:ext cx="34544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4" name="文本占位符 23"/>
          <p:cNvSpPr>
            <a:spLocks noGrp="1"/>
          </p:cNvSpPr>
          <p:nvPr>
            <p:ph type="body" idx="16391" hasCustomPrompt="1"/>
            <p:custDataLst>
              <p:tags r:id="rId22"/>
            </p:custDataLst>
          </p:nvPr>
        </p:nvSpPr>
        <p:spPr>
          <a:xfrm>
            <a:off x="8128000" y="4419600"/>
            <a:ext cx="3454400" cy="18288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正文页-上图中标下内-装饰上-默认位置-并列-51_41_group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32258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内容占位符 15"/>
          <p:cNvSpPr>
            <a:spLocks noGrp="1"/>
          </p:cNvSpPr>
          <p:nvPr>
            <p:ph idx="16390" hasCustomPrompt="1"/>
            <p:custDataLst>
              <p:tags r:id="rId14"/>
            </p:custDataLst>
          </p:nvPr>
        </p:nvSpPr>
        <p:spPr>
          <a:xfrm>
            <a:off x="609600" y="609600"/>
            <a:ext cx="10972800" cy="2082800"/>
          </a:xfrm>
          <a:custGeom>
            <a:avLst/>
            <a:gdLst>
              <a:gd name="connisteX0" fmla="*/ 0 w 10972800"/>
              <a:gd name="connsiteY0" fmla="*/ 203200 h 2082800"/>
              <a:gd name="connisteX1" fmla="*/ 203200 w 10972800"/>
              <a:gd name="connsiteY1" fmla="*/ 0 h 2082800"/>
              <a:gd name="connisteX2" fmla="*/ 10769600 w 10972800"/>
              <a:gd name="connsiteY2" fmla="*/ 0 h 2082800"/>
              <a:gd name="connisteX3" fmla="*/ 10972800 w 10972800"/>
              <a:gd name="connsiteY3" fmla="*/ 203200 h 2082800"/>
              <a:gd name="connisteX4" fmla="*/ 10972800 w 10972800"/>
              <a:gd name="connsiteY4" fmla="*/ 1879600 h 2082800"/>
              <a:gd name="connisteX5" fmla="*/ 10769600 w 10972800"/>
              <a:gd name="connsiteY5" fmla="*/ 2082800 h 2082800"/>
              <a:gd name="connisteX6" fmla="*/ 203200 w 10972800"/>
              <a:gd name="connsiteY6" fmla="*/ 2082800 h 2082800"/>
              <a:gd name="connisteX7" fmla="*/ 0 w 10972800"/>
              <a:gd name="connsiteY7" fmla="*/ 1879600 h 2082800"/>
              <a:gd name="connisteX8" fmla="*/ 0 w 10972800"/>
              <a:gd name="connsiteY8" fmla="*/ 20320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082800">
                <a:moveTo>
                  <a:pt x="0" y="203200"/>
                </a:moveTo>
                <a:cubicBezTo>
                  <a:pt x="0" y="90976"/>
                  <a:pt x="90976" y="0"/>
                  <a:pt x="203200" y="0"/>
                </a:cubicBezTo>
                <a:lnTo>
                  <a:pt x="10769600" y="0"/>
                </a:lnTo>
                <a:cubicBezTo>
                  <a:pt x="10881824" y="0"/>
                  <a:pt x="10972800" y="90976"/>
                  <a:pt x="10972800" y="203200"/>
                </a:cubicBezTo>
                <a:lnTo>
                  <a:pt x="10972800" y="1879600"/>
                </a:lnTo>
                <a:cubicBezTo>
                  <a:pt x="10972800" y="1991824"/>
                  <a:pt x="10881824" y="2082800"/>
                  <a:pt x="10769600" y="2082800"/>
                </a:cubicBezTo>
                <a:lnTo>
                  <a:pt x="203200" y="2082800"/>
                </a:lnTo>
                <a:cubicBezTo>
                  <a:pt x="90976" y="2082800"/>
                  <a:pt x="0" y="1991824"/>
                  <a:pt x="0" y="1879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装饰  6"/>
          <p:cNvSpPr>
            <a:spLocks noGrp="1"/>
          </p:cNvSpPr>
          <p:nvPr>
            <p:ph type="body" idx="16391" hasCustomPrompt="1"/>
            <p:custDataLst>
              <p:tags r:id="rId15"/>
            </p:custDataLst>
          </p:nvPr>
        </p:nvSpPr>
        <p:spPr>
          <a:xfrm>
            <a:off x="6096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6" hasCustomPrompt="1"/>
            <p:custDataLst>
              <p:tags r:id="rId16"/>
            </p:custDataLst>
          </p:nvPr>
        </p:nvSpPr>
        <p:spPr>
          <a:xfrm>
            <a:off x="762000" y="4216400"/>
            <a:ext cx="5029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7" hasCustomPrompt="1"/>
            <p:custDataLst>
              <p:tags r:id="rId17"/>
            </p:custDataLst>
          </p:nvPr>
        </p:nvSpPr>
        <p:spPr>
          <a:xfrm>
            <a:off x="762000" y="4724400"/>
            <a:ext cx="5029200" cy="1524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2" hasCustomPrompt="1"/>
            <p:custDataLst>
              <p:tags r:id="rId18"/>
            </p:custDataLst>
          </p:nvPr>
        </p:nvSpPr>
        <p:spPr>
          <a:xfrm>
            <a:off x="64008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88" hasCustomPrompt="1"/>
            <p:custDataLst>
              <p:tags r:id="rId19"/>
            </p:custDataLst>
          </p:nvPr>
        </p:nvSpPr>
        <p:spPr>
          <a:xfrm>
            <a:off x="6553200" y="4216400"/>
            <a:ext cx="5029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89" hasCustomPrompt="1"/>
            <p:custDataLst>
              <p:tags r:id="rId20"/>
            </p:custDataLst>
          </p:nvPr>
        </p:nvSpPr>
        <p:spPr>
          <a:xfrm>
            <a:off x="6553200" y="4724400"/>
            <a:ext cx="5029200" cy="1524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正文页-10003_17">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文本占位符 15"/>
          <p:cNvSpPr>
            <a:spLocks noGrp="1"/>
          </p:cNvSpPr>
          <p:nvPr>
            <p:ph type="body" idx="16386" hasCustomPrompt="1"/>
            <p:custDataLst>
              <p:tags r:id="rId14"/>
            </p:custDataLst>
          </p:nvPr>
        </p:nvSpPr>
        <p:spPr>
          <a:xfrm>
            <a:off x="609600" y="1524000"/>
            <a:ext cx="34544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装饰  6"/>
          <p:cNvSpPr>
            <a:spLocks noGrp="1"/>
          </p:cNvSpPr>
          <p:nvPr>
            <p:ph type="body" idx="16392" hasCustomPrompt="1"/>
            <p:custDataLst>
              <p:tags r:id="rId15"/>
            </p:custDataLst>
          </p:nvPr>
        </p:nvSpPr>
        <p:spPr>
          <a:xfrm>
            <a:off x="609600" y="2082800"/>
            <a:ext cx="3454400" cy="4165600"/>
          </a:xfrm>
          <a:custGeom>
            <a:avLst/>
            <a:gdLst>
              <a:gd name="connisteX0" fmla="*/ 0 w 3454400"/>
              <a:gd name="connsiteY0" fmla="*/ 203200 h 4165600"/>
              <a:gd name="connisteX1" fmla="*/ 203200 w 3454400"/>
              <a:gd name="connsiteY1" fmla="*/ 0 h 4165600"/>
              <a:gd name="connisteX2" fmla="*/ 3251200 w 3454400"/>
              <a:gd name="connsiteY2" fmla="*/ 0 h 4165600"/>
              <a:gd name="connisteX3" fmla="*/ 3454400 w 3454400"/>
              <a:gd name="connsiteY3" fmla="*/ 203200 h 4165600"/>
              <a:gd name="connisteX4" fmla="*/ 3454400 w 3454400"/>
              <a:gd name="connsiteY4" fmla="*/ 3962400 h 4165600"/>
              <a:gd name="connisteX5" fmla="*/ 3251200 w 3454400"/>
              <a:gd name="connsiteY5" fmla="*/ 4165600 h 4165600"/>
              <a:gd name="connisteX6" fmla="*/ 203200 w 3454400"/>
              <a:gd name="connsiteY6" fmla="*/ 4165600 h 4165600"/>
              <a:gd name="connisteX7" fmla="*/ 0 w 3454400"/>
              <a:gd name="connsiteY7" fmla="*/ 3962400 h 4165600"/>
              <a:gd name="connisteX8" fmla="*/ 0 w 34544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165600">
                <a:moveTo>
                  <a:pt x="0" y="203200"/>
                </a:moveTo>
                <a:cubicBezTo>
                  <a:pt x="0" y="90976"/>
                  <a:pt x="90976" y="0"/>
                  <a:pt x="203200" y="0"/>
                </a:cubicBezTo>
                <a:lnTo>
                  <a:pt x="3251200" y="0"/>
                </a:lnTo>
                <a:cubicBezTo>
                  <a:pt x="3363424" y="0"/>
                  <a:pt x="3454400" y="90976"/>
                  <a:pt x="3454400" y="203200"/>
                </a:cubicBezTo>
                <a:lnTo>
                  <a:pt x="3454400" y="3962400"/>
                </a:lnTo>
                <a:cubicBezTo>
                  <a:pt x="3454400" y="4074624"/>
                  <a:pt x="3363424" y="4165600"/>
                  <a:pt x="32512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7" hasCustomPrompt="1"/>
            <p:custDataLst>
              <p:tags r:id="rId16"/>
            </p:custDataLst>
          </p:nvPr>
        </p:nvSpPr>
        <p:spPr>
          <a:xfrm>
            <a:off x="914400" y="2641600"/>
            <a:ext cx="28448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文本占位符 18"/>
          <p:cNvSpPr>
            <a:spLocks noGrp="1"/>
          </p:cNvSpPr>
          <p:nvPr>
            <p:ph type="body" idx="16388" hasCustomPrompt="1"/>
            <p:custDataLst>
              <p:tags r:id="rId17"/>
            </p:custDataLst>
          </p:nvPr>
        </p:nvSpPr>
        <p:spPr>
          <a:xfrm>
            <a:off x="4368800" y="1524000"/>
            <a:ext cx="34544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装饰  9"/>
          <p:cNvSpPr>
            <a:spLocks noGrp="1"/>
          </p:cNvSpPr>
          <p:nvPr>
            <p:ph type="body" idx="16393" hasCustomPrompt="1"/>
            <p:custDataLst>
              <p:tags r:id="rId18"/>
            </p:custDataLst>
          </p:nvPr>
        </p:nvSpPr>
        <p:spPr>
          <a:xfrm>
            <a:off x="4368800" y="2082800"/>
            <a:ext cx="3454400" cy="4165600"/>
          </a:xfrm>
          <a:custGeom>
            <a:avLst/>
            <a:gdLst>
              <a:gd name="connisteX0" fmla="*/ 0 w 3454400"/>
              <a:gd name="connsiteY0" fmla="*/ 203200 h 4165600"/>
              <a:gd name="connisteX1" fmla="*/ 203200 w 3454400"/>
              <a:gd name="connsiteY1" fmla="*/ 0 h 4165600"/>
              <a:gd name="connisteX2" fmla="*/ 3251200 w 3454400"/>
              <a:gd name="connsiteY2" fmla="*/ 0 h 4165600"/>
              <a:gd name="connisteX3" fmla="*/ 3454400 w 3454400"/>
              <a:gd name="connsiteY3" fmla="*/ 203200 h 4165600"/>
              <a:gd name="connisteX4" fmla="*/ 3454400 w 3454400"/>
              <a:gd name="connsiteY4" fmla="*/ 3962400 h 4165600"/>
              <a:gd name="connisteX5" fmla="*/ 3251200 w 3454400"/>
              <a:gd name="connsiteY5" fmla="*/ 4165600 h 4165600"/>
              <a:gd name="connisteX6" fmla="*/ 203200 w 3454400"/>
              <a:gd name="connsiteY6" fmla="*/ 4165600 h 4165600"/>
              <a:gd name="connisteX7" fmla="*/ 0 w 3454400"/>
              <a:gd name="connsiteY7" fmla="*/ 3962400 h 4165600"/>
              <a:gd name="connisteX8" fmla="*/ 0 w 34544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165600">
                <a:moveTo>
                  <a:pt x="0" y="203200"/>
                </a:moveTo>
                <a:cubicBezTo>
                  <a:pt x="0" y="90976"/>
                  <a:pt x="90976" y="0"/>
                  <a:pt x="203200" y="0"/>
                </a:cubicBezTo>
                <a:lnTo>
                  <a:pt x="3251200" y="0"/>
                </a:lnTo>
                <a:cubicBezTo>
                  <a:pt x="3363424" y="0"/>
                  <a:pt x="3454400" y="90976"/>
                  <a:pt x="3454400" y="203200"/>
                </a:cubicBezTo>
                <a:lnTo>
                  <a:pt x="3454400" y="3962400"/>
                </a:lnTo>
                <a:cubicBezTo>
                  <a:pt x="3454400" y="4074624"/>
                  <a:pt x="3363424" y="4165600"/>
                  <a:pt x="32512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89" hasCustomPrompt="1"/>
            <p:custDataLst>
              <p:tags r:id="rId19"/>
            </p:custDataLst>
          </p:nvPr>
        </p:nvSpPr>
        <p:spPr>
          <a:xfrm>
            <a:off x="4673600" y="2641600"/>
            <a:ext cx="28448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文本占位符 21"/>
          <p:cNvSpPr>
            <a:spLocks noGrp="1"/>
          </p:cNvSpPr>
          <p:nvPr>
            <p:ph type="body" idx="16390" hasCustomPrompt="1"/>
            <p:custDataLst>
              <p:tags r:id="rId20"/>
            </p:custDataLst>
          </p:nvPr>
        </p:nvSpPr>
        <p:spPr>
          <a:xfrm>
            <a:off x="8128000" y="1524000"/>
            <a:ext cx="3454400" cy="406400"/>
          </a:xfrm>
          <a:prstGeom prst="rect">
            <a:avLst/>
          </a:prstGeo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装饰  2"/>
          <p:cNvSpPr>
            <a:spLocks noGrp="1"/>
          </p:cNvSpPr>
          <p:nvPr>
            <p:ph type="body" idx="16394" hasCustomPrompt="1"/>
            <p:custDataLst>
              <p:tags r:id="rId21"/>
            </p:custDataLst>
          </p:nvPr>
        </p:nvSpPr>
        <p:spPr>
          <a:xfrm>
            <a:off x="8128000" y="2082800"/>
            <a:ext cx="3454400" cy="4165600"/>
          </a:xfrm>
          <a:custGeom>
            <a:avLst/>
            <a:gdLst>
              <a:gd name="connisteX0" fmla="*/ 0 w 3454400"/>
              <a:gd name="connsiteY0" fmla="*/ 203200 h 4165600"/>
              <a:gd name="connisteX1" fmla="*/ 203200 w 3454400"/>
              <a:gd name="connsiteY1" fmla="*/ 0 h 4165600"/>
              <a:gd name="connisteX2" fmla="*/ 3251200 w 3454400"/>
              <a:gd name="connsiteY2" fmla="*/ 0 h 4165600"/>
              <a:gd name="connisteX3" fmla="*/ 3454400 w 3454400"/>
              <a:gd name="connsiteY3" fmla="*/ 203200 h 4165600"/>
              <a:gd name="connisteX4" fmla="*/ 3454400 w 3454400"/>
              <a:gd name="connsiteY4" fmla="*/ 3962400 h 4165600"/>
              <a:gd name="connisteX5" fmla="*/ 3251200 w 3454400"/>
              <a:gd name="connsiteY5" fmla="*/ 4165600 h 4165600"/>
              <a:gd name="connisteX6" fmla="*/ 203200 w 3454400"/>
              <a:gd name="connsiteY6" fmla="*/ 4165600 h 4165600"/>
              <a:gd name="connisteX7" fmla="*/ 0 w 3454400"/>
              <a:gd name="connsiteY7" fmla="*/ 3962400 h 4165600"/>
              <a:gd name="connisteX8" fmla="*/ 0 w 34544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165600">
                <a:moveTo>
                  <a:pt x="0" y="203200"/>
                </a:moveTo>
                <a:cubicBezTo>
                  <a:pt x="0" y="90976"/>
                  <a:pt x="90976" y="0"/>
                  <a:pt x="203200" y="0"/>
                </a:cubicBezTo>
                <a:lnTo>
                  <a:pt x="3251200" y="0"/>
                </a:lnTo>
                <a:cubicBezTo>
                  <a:pt x="3363424" y="0"/>
                  <a:pt x="3454400" y="90976"/>
                  <a:pt x="3454400" y="203200"/>
                </a:cubicBezTo>
                <a:lnTo>
                  <a:pt x="3454400" y="3962400"/>
                </a:lnTo>
                <a:cubicBezTo>
                  <a:pt x="3454400" y="4074624"/>
                  <a:pt x="3363424" y="4165600"/>
                  <a:pt x="32512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文本占位符 23"/>
          <p:cNvSpPr>
            <a:spLocks noGrp="1"/>
          </p:cNvSpPr>
          <p:nvPr>
            <p:ph type="body" idx="16391" hasCustomPrompt="1"/>
            <p:custDataLst>
              <p:tags r:id="rId22"/>
            </p:custDataLst>
          </p:nvPr>
        </p:nvSpPr>
        <p:spPr>
          <a:xfrm>
            <a:off x="8432800" y="2641600"/>
            <a:ext cx="28448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正文页-上标下内-装饰右叠-颜色错位-并列-32_34_group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5" hasCustomPrompt="1"/>
            <p:custDataLst>
              <p:tags r:id="rId14"/>
            </p:custDataLst>
          </p:nvPr>
        </p:nvSpPr>
        <p:spPr>
          <a:xfrm>
            <a:off x="6096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装饰  6"/>
          <p:cNvSpPr>
            <a:spLocks noGrp="1"/>
          </p:cNvSpPr>
          <p:nvPr>
            <p:ph type="body" idx="16396" hasCustomPrompt="1"/>
            <p:custDataLst>
              <p:tags r:id="rId15"/>
            </p:custDataLst>
          </p:nvPr>
        </p:nvSpPr>
        <p:spPr>
          <a:xfrm>
            <a:off x="914400" y="17653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图片占位符 17"/>
          <p:cNvSpPr>
            <a:spLocks noGrp="1"/>
          </p:cNvSpPr>
          <p:nvPr>
            <p:ph type="pic" idx="16394" hasCustomPrompt="1"/>
            <p:custDataLst>
              <p:tags r:id="rId16"/>
            </p:custDataLst>
          </p:nvPr>
        </p:nvSpPr>
        <p:spPr>
          <a:xfrm>
            <a:off x="1127760" y="1978660"/>
            <a:ext cx="487680" cy="48768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9" name="文本占位符 18"/>
          <p:cNvSpPr>
            <a:spLocks noGrp="1"/>
          </p:cNvSpPr>
          <p:nvPr>
            <p:ph type="body" idx="16386" hasCustomPrompt="1"/>
            <p:custDataLst>
              <p:tags r:id="rId17"/>
            </p:custDataLst>
          </p:nvPr>
        </p:nvSpPr>
        <p:spPr>
          <a:xfrm>
            <a:off x="2082800" y="1765300"/>
            <a:ext cx="35560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文本占位符 19"/>
          <p:cNvSpPr>
            <a:spLocks noGrp="1"/>
          </p:cNvSpPr>
          <p:nvPr>
            <p:ph type="body" idx="16387" hasCustomPrompt="1"/>
            <p:custDataLst>
              <p:tags r:id="rId18"/>
            </p:custDataLst>
          </p:nvPr>
        </p:nvSpPr>
        <p:spPr>
          <a:xfrm>
            <a:off x="2082800" y="2273300"/>
            <a:ext cx="35560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1" name="装饰  0"/>
          <p:cNvSpPr>
            <a:spLocks noGrp="1"/>
          </p:cNvSpPr>
          <p:nvPr>
            <p:ph type="body" idx="16398" hasCustomPrompt="1"/>
            <p:custDataLst>
              <p:tags r:id="rId19"/>
            </p:custDataLst>
          </p:nvPr>
        </p:nvSpPr>
        <p:spPr>
          <a:xfrm>
            <a:off x="62484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2" name="装饰  1"/>
          <p:cNvSpPr>
            <a:spLocks noGrp="1"/>
          </p:cNvSpPr>
          <p:nvPr>
            <p:ph type="body" idx="16399" hasCustomPrompt="1"/>
            <p:custDataLst>
              <p:tags r:id="rId20"/>
            </p:custDataLst>
          </p:nvPr>
        </p:nvSpPr>
        <p:spPr>
          <a:xfrm>
            <a:off x="6553200" y="17653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FFFFFF"/>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3" name="图片占位符 22"/>
          <p:cNvSpPr>
            <a:spLocks noGrp="1"/>
          </p:cNvSpPr>
          <p:nvPr>
            <p:ph type="pic" idx="16397" hasCustomPrompt="1"/>
            <p:custDataLst>
              <p:tags r:id="rId21"/>
            </p:custDataLst>
          </p:nvPr>
        </p:nvSpPr>
        <p:spPr>
          <a:xfrm>
            <a:off x="6766560" y="1978660"/>
            <a:ext cx="487680" cy="48768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4" name="文本占位符 23"/>
          <p:cNvSpPr>
            <a:spLocks noGrp="1"/>
          </p:cNvSpPr>
          <p:nvPr>
            <p:ph type="body" idx="16388" hasCustomPrompt="1"/>
            <p:custDataLst>
              <p:tags r:id="rId22"/>
            </p:custDataLst>
          </p:nvPr>
        </p:nvSpPr>
        <p:spPr>
          <a:xfrm>
            <a:off x="7721600" y="1765300"/>
            <a:ext cx="35560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25" name="文本占位符 24"/>
          <p:cNvSpPr>
            <a:spLocks noGrp="1"/>
          </p:cNvSpPr>
          <p:nvPr>
            <p:ph type="body" idx="16389" hasCustomPrompt="1"/>
            <p:custDataLst>
              <p:tags r:id="rId23"/>
            </p:custDataLst>
          </p:nvPr>
        </p:nvSpPr>
        <p:spPr>
          <a:xfrm>
            <a:off x="7721600" y="2273300"/>
            <a:ext cx="35560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26" name="装饰  5"/>
          <p:cNvSpPr>
            <a:spLocks noGrp="1"/>
          </p:cNvSpPr>
          <p:nvPr>
            <p:ph type="body" idx="16401" hasCustomPrompt="1"/>
            <p:custDataLst>
              <p:tags r:id="rId24"/>
            </p:custDataLst>
          </p:nvPr>
        </p:nvSpPr>
        <p:spPr>
          <a:xfrm>
            <a:off x="6096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7" name="装饰  6"/>
          <p:cNvSpPr>
            <a:spLocks noGrp="1"/>
          </p:cNvSpPr>
          <p:nvPr>
            <p:ph type="body" idx="16402" hasCustomPrompt="1"/>
            <p:custDataLst>
              <p:tags r:id="rId25"/>
            </p:custDataLst>
          </p:nvPr>
        </p:nvSpPr>
        <p:spPr>
          <a:xfrm>
            <a:off x="914400" y="42799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FFFFFF"/>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8" name="图片占位符 27"/>
          <p:cNvSpPr>
            <a:spLocks noGrp="1"/>
          </p:cNvSpPr>
          <p:nvPr>
            <p:ph type="pic" idx="16400" hasCustomPrompt="1"/>
            <p:custDataLst>
              <p:tags r:id="rId26"/>
            </p:custDataLst>
          </p:nvPr>
        </p:nvSpPr>
        <p:spPr>
          <a:xfrm>
            <a:off x="1127760" y="4493260"/>
            <a:ext cx="487680" cy="48768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9" name="文本占位符 28"/>
          <p:cNvSpPr>
            <a:spLocks noGrp="1"/>
          </p:cNvSpPr>
          <p:nvPr>
            <p:ph type="body" idx="16390" hasCustomPrompt="1"/>
            <p:custDataLst>
              <p:tags r:id="rId27"/>
            </p:custDataLst>
          </p:nvPr>
        </p:nvSpPr>
        <p:spPr>
          <a:xfrm>
            <a:off x="2082800" y="4279900"/>
            <a:ext cx="35560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30" name="文本占位符 29"/>
          <p:cNvSpPr>
            <a:spLocks noGrp="1"/>
          </p:cNvSpPr>
          <p:nvPr>
            <p:ph type="body" idx="16391" hasCustomPrompt="1"/>
            <p:custDataLst>
              <p:tags r:id="rId28"/>
            </p:custDataLst>
          </p:nvPr>
        </p:nvSpPr>
        <p:spPr>
          <a:xfrm>
            <a:off x="2082800" y="4787900"/>
            <a:ext cx="35560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31" name="装饰  0"/>
          <p:cNvSpPr>
            <a:spLocks noGrp="1"/>
          </p:cNvSpPr>
          <p:nvPr>
            <p:ph type="body" idx="16404" hasCustomPrompt="1"/>
            <p:custDataLst>
              <p:tags r:id="rId29"/>
            </p:custDataLst>
          </p:nvPr>
        </p:nvSpPr>
        <p:spPr>
          <a:xfrm>
            <a:off x="62484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32" name="装饰  1"/>
          <p:cNvSpPr>
            <a:spLocks noGrp="1"/>
          </p:cNvSpPr>
          <p:nvPr>
            <p:ph type="body" idx="16405" hasCustomPrompt="1"/>
            <p:custDataLst>
              <p:tags r:id="rId30"/>
            </p:custDataLst>
          </p:nvPr>
        </p:nvSpPr>
        <p:spPr>
          <a:xfrm>
            <a:off x="6553200" y="42799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33" name="图片占位符 32"/>
          <p:cNvSpPr>
            <a:spLocks noGrp="1"/>
          </p:cNvSpPr>
          <p:nvPr>
            <p:ph type="pic" idx="16403" hasCustomPrompt="1"/>
            <p:custDataLst>
              <p:tags r:id="rId31"/>
            </p:custDataLst>
          </p:nvPr>
        </p:nvSpPr>
        <p:spPr>
          <a:xfrm>
            <a:off x="6766560" y="4493260"/>
            <a:ext cx="487680" cy="487680"/>
          </a:xfrm>
          <a:prstGeom prst="rect">
            <a:avLst/>
          </a:prstGeo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34" name="文本占位符 33"/>
          <p:cNvSpPr>
            <a:spLocks noGrp="1"/>
          </p:cNvSpPr>
          <p:nvPr>
            <p:ph type="body" idx="16392" hasCustomPrompt="1"/>
            <p:custDataLst>
              <p:tags r:id="rId32"/>
            </p:custDataLst>
          </p:nvPr>
        </p:nvSpPr>
        <p:spPr>
          <a:xfrm>
            <a:off x="7721600" y="4279900"/>
            <a:ext cx="35560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35" name="文本占位符 34"/>
          <p:cNvSpPr>
            <a:spLocks noGrp="1"/>
          </p:cNvSpPr>
          <p:nvPr>
            <p:ph type="body" idx="16393" hasCustomPrompt="1"/>
            <p:custDataLst>
              <p:tags r:id="rId33"/>
            </p:custDataLst>
          </p:nvPr>
        </p:nvSpPr>
        <p:spPr>
          <a:xfrm>
            <a:off x="7721600" y="4787900"/>
            <a:ext cx="35560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正文页-10013_16">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内容占位符 15"/>
          <p:cNvSpPr>
            <a:spLocks noGrp="1"/>
          </p:cNvSpPr>
          <p:nvPr>
            <p:ph idx="16392" hasCustomPrompt="1"/>
            <p:custDataLst>
              <p:tags r:id="rId14"/>
            </p:custDataLst>
          </p:nvPr>
        </p:nvSpPr>
        <p:spPr>
          <a:xfrm>
            <a:off x="609600" y="1524000"/>
            <a:ext cx="10972800" cy="2489200"/>
          </a:xfrm>
          <a:custGeom>
            <a:avLst/>
            <a:gdLst>
              <a:gd name="connisteX0" fmla="*/ 0 w 10972800"/>
              <a:gd name="connsiteY0" fmla="*/ 203200 h 2489200"/>
              <a:gd name="connisteX1" fmla="*/ 203200 w 10972800"/>
              <a:gd name="connsiteY1" fmla="*/ 0 h 2489200"/>
              <a:gd name="connisteX2" fmla="*/ 10769600 w 10972800"/>
              <a:gd name="connsiteY2" fmla="*/ 0 h 2489200"/>
              <a:gd name="connisteX3" fmla="*/ 10972800 w 10972800"/>
              <a:gd name="connsiteY3" fmla="*/ 203200 h 2489200"/>
              <a:gd name="connisteX4" fmla="*/ 10972800 w 10972800"/>
              <a:gd name="connsiteY4" fmla="*/ 2286000 h 2489200"/>
              <a:gd name="connisteX5" fmla="*/ 10769600 w 10972800"/>
              <a:gd name="connsiteY5" fmla="*/ 2489200 h 2489200"/>
              <a:gd name="connisteX6" fmla="*/ 203200 w 10972800"/>
              <a:gd name="connsiteY6" fmla="*/ 2489200 h 2489200"/>
              <a:gd name="connisteX7" fmla="*/ 0 w 10972800"/>
              <a:gd name="connsiteY7" fmla="*/ 2286000 h 2489200"/>
              <a:gd name="connisteX8" fmla="*/ 0 w 10972800"/>
              <a:gd name="connsiteY8" fmla="*/ 203200 h 248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489200">
                <a:moveTo>
                  <a:pt x="0" y="203200"/>
                </a:moveTo>
                <a:cubicBezTo>
                  <a:pt x="0" y="90976"/>
                  <a:pt x="90976" y="0"/>
                  <a:pt x="203200" y="0"/>
                </a:cubicBezTo>
                <a:lnTo>
                  <a:pt x="10769600" y="0"/>
                </a:lnTo>
                <a:cubicBezTo>
                  <a:pt x="10881824" y="0"/>
                  <a:pt x="10972800" y="90976"/>
                  <a:pt x="10972800" y="203200"/>
                </a:cubicBezTo>
                <a:lnTo>
                  <a:pt x="10972800" y="2286000"/>
                </a:lnTo>
                <a:cubicBezTo>
                  <a:pt x="10972800" y="2398224"/>
                  <a:pt x="10881824" y="2489200"/>
                  <a:pt x="10769600" y="2489200"/>
                </a:cubicBezTo>
                <a:lnTo>
                  <a:pt x="203200" y="2489200"/>
                </a:lnTo>
                <a:cubicBezTo>
                  <a:pt x="90976" y="2489200"/>
                  <a:pt x="0" y="2398224"/>
                  <a:pt x="0" y="22860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6" hasCustomPrompt="1"/>
            <p:custDataLst>
              <p:tags r:id="rId15"/>
            </p:custDataLst>
          </p:nvPr>
        </p:nvSpPr>
        <p:spPr>
          <a:xfrm>
            <a:off x="609600" y="4470400"/>
            <a:ext cx="3251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7" hasCustomPrompt="1"/>
            <p:custDataLst>
              <p:tags r:id="rId16"/>
            </p:custDataLst>
          </p:nvPr>
        </p:nvSpPr>
        <p:spPr>
          <a:xfrm>
            <a:off x="609600" y="5029200"/>
            <a:ext cx="32512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文本占位符 18"/>
          <p:cNvSpPr>
            <a:spLocks noGrp="1"/>
          </p:cNvSpPr>
          <p:nvPr>
            <p:ph type="body" idx="16388" hasCustomPrompt="1"/>
            <p:custDataLst>
              <p:tags r:id="rId17"/>
            </p:custDataLst>
          </p:nvPr>
        </p:nvSpPr>
        <p:spPr>
          <a:xfrm>
            <a:off x="4470400" y="4470400"/>
            <a:ext cx="3251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文本占位符 19"/>
          <p:cNvSpPr>
            <a:spLocks noGrp="1"/>
          </p:cNvSpPr>
          <p:nvPr>
            <p:ph type="body" idx="16389" hasCustomPrompt="1"/>
            <p:custDataLst>
              <p:tags r:id="rId18"/>
            </p:custDataLst>
          </p:nvPr>
        </p:nvSpPr>
        <p:spPr>
          <a:xfrm>
            <a:off x="4470400" y="5029200"/>
            <a:ext cx="32512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1" name="文本占位符 20"/>
          <p:cNvSpPr>
            <a:spLocks noGrp="1"/>
          </p:cNvSpPr>
          <p:nvPr>
            <p:ph type="body" idx="16390" hasCustomPrompt="1"/>
            <p:custDataLst>
              <p:tags r:id="rId19"/>
            </p:custDataLst>
          </p:nvPr>
        </p:nvSpPr>
        <p:spPr>
          <a:xfrm>
            <a:off x="8331200" y="4470400"/>
            <a:ext cx="3251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91" hasCustomPrompt="1"/>
            <p:custDataLst>
              <p:tags r:id="rId20"/>
            </p:custDataLst>
          </p:nvPr>
        </p:nvSpPr>
        <p:spPr>
          <a:xfrm>
            <a:off x="8331200" y="5029200"/>
            <a:ext cx="32512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正文页-10004_17">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装饰  5"/>
          <p:cNvSpPr>
            <a:spLocks noGrp="1"/>
          </p:cNvSpPr>
          <p:nvPr>
            <p:ph type="body" idx="16392" hasCustomPrompt="1"/>
            <p:custDataLst>
              <p:tags r:id="rId14"/>
            </p:custDataLst>
          </p:nvPr>
        </p:nvSpPr>
        <p:spPr>
          <a:xfrm>
            <a:off x="6096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6" hasCustomPrompt="1"/>
            <p:custDataLst>
              <p:tags r:id="rId15"/>
            </p:custDataLst>
          </p:nvPr>
        </p:nvSpPr>
        <p:spPr>
          <a:xfrm>
            <a:off x="914400" y="20828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8" name="文本占位符 17"/>
          <p:cNvSpPr>
            <a:spLocks noGrp="1"/>
          </p:cNvSpPr>
          <p:nvPr>
            <p:ph type="body" idx="16387" hasCustomPrompt="1"/>
            <p:custDataLst>
              <p:tags r:id="rId16"/>
            </p:custDataLst>
          </p:nvPr>
        </p:nvSpPr>
        <p:spPr>
          <a:xfrm>
            <a:off x="914400" y="2641600"/>
            <a:ext cx="28448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装饰  8"/>
          <p:cNvSpPr>
            <a:spLocks noGrp="1"/>
          </p:cNvSpPr>
          <p:nvPr>
            <p:ph type="body" idx="16393" hasCustomPrompt="1"/>
            <p:custDataLst>
              <p:tags r:id="rId17"/>
            </p:custDataLst>
          </p:nvPr>
        </p:nvSpPr>
        <p:spPr>
          <a:xfrm>
            <a:off x="43688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88" hasCustomPrompt="1"/>
            <p:custDataLst>
              <p:tags r:id="rId18"/>
            </p:custDataLst>
          </p:nvPr>
        </p:nvSpPr>
        <p:spPr>
          <a:xfrm>
            <a:off x="4673600" y="20828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1" name="文本占位符 20"/>
          <p:cNvSpPr>
            <a:spLocks noGrp="1"/>
          </p:cNvSpPr>
          <p:nvPr>
            <p:ph type="body" idx="16389" hasCustomPrompt="1"/>
            <p:custDataLst>
              <p:tags r:id="rId19"/>
            </p:custDataLst>
          </p:nvPr>
        </p:nvSpPr>
        <p:spPr>
          <a:xfrm>
            <a:off x="4673600" y="2641600"/>
            <a:ext cx="28448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装饰  1"/>
          <p:cNvSpPr>
            <a:spLocks noGrp="1"/>
          </p:cNvSpPr>
          <p:nvPr>
            <p:ph type="body" idx="16394" hasCustomPrompt="1"/>
            <p:custDataLst>
              <p:tags r:id="rId20"/>
            </p:custDataLst>
          </p:nvPr>
        </p:nvSpPr>
        <p:spPr>
          <a:xfrm>
            <a:off x="81280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3" name="文本占位符 22"/>
          <p:cNvSpPr>
            <a:spLocks noGrp="1"/>
          </p:cNvSpPr>
          <p:nvPr>
            <p:ph type="body" idx="16390" hasCustomPrompt="1"/>
            <p:custDataLst>
              <p:tags r:id="rId21"/>
            </p:custDataLst>
          </p:nvPr>
        </p:nvSpPr>
        <p:spPr>
          <a:xfrm>
            <a:off x="8432800" y="2082800"/>
            <a:ext cx="28448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4" name="文本占位符 23"/>
          <p:cNvSpPr>
            <a:spLocks noGrp="1"/>
          </p:cNvSpPr>
          <p:nvPr>
            <p:ph type="body" idx="16391" hasCustomPrompt="1"/>
            <p:custDataLst>
              <p:tags r:id="rId22"/>
            </p:custDataLst>
          </p:nvPr>
        </p:nvSpPr>
        <p:spPr>
          <a:xfrm>
            <a:off x="8432800" y="2641600"/>
            <a:ext cx="28448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正文页-10007_17">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文本占位符 15"/>
          <p:cNvSpPr>
            <a:spLocks noGrp="1"/>
          </p:cNvSpPr>
          <p:nvPr>
            <p:ph type="body" idx="16386" hasCustomPrompt="1"/>
            <p:custDataLst>
              <p:tags r:id="rId14"/>
            </p:custDataLst>
          </p:nvPr>
        </p:nvSpPr>
        <p:spPr>
          <a:xfrm>
            <a:off x="609600" y="2082800"/>
            <a:ext cx="3251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87" hasCustomPrompt="1"/>
            <p:custDataLst>
              <p:tags r:id="rId15"/>
            </p:custDataLst>
          </p:nvPr>
        </p:nvSpPr>
        <p:spPr>
          <a:xfrm>
            <a:off x="609600" y="2641600"/>
            <a:ext cx="32512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8" name="文本占位符 17"/>
          <p:cNvSpPr>
            <a:spLocks noGrp="1"/>
          </p:cNvSpPr>
          <p:nvPr>
            <p:ph type="body" idx="16388" hasCustomPrompt="1"/>
            <p:custDataLst>
              <p:tags r:id="rId16"/>
            </p:custDataLst>
          </p:nvPr>
        </p:nvSpPr>
        <p:spPr>
          <a:xfrm>
            <a:off x="4470400" y="2082800"/>
            <a:ext cx="3251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7"/>
            </p:custDataLst>
          </p:nvPr>
        </p:nvSpPr>
        <p:spPr>
          <a:xfrm>
            <a:off x="4470400" y="2641600"/>
            <a:ext cx="32512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文本占位符 19"/>
          <p:cNvSpPr>
            <a:spLocks noGrp="1"/>
          </p:cNvSpPr>
          <p:nvPr>
            <p:ph type="body" idx="16390" hasCustomPrompt="1"/>
            <p:custDataLst>
              <p:tags r:id="rId18"/>
            </p:custDataLst>
          </p:nvPr>
        </p:nvSpPr>
        <p:spPr>
          <a:xfrm>
            <a:off x="8331200" y="2082800"/>
            <a:ext cx="32512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91" hasCustomPrompt="1"/>
            <p:custDataLst>
              <p:tags r:id="rId19"/>
            </p:custDataLst>
          </p:nvPr>
        </p:nvSpPr>
        <p:spPr>
          <a:xfrm>
            <a:off x="8331200" y="2641600"/>
            <a:ext cx="3251200" cy="30480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4_34_group1">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日期占位符 7"/>
          <p:cNvSpPr>
            <a:spLocks noGrp="1"/>
          </p:cNvSpPr>
          <p:nvPr>
            <p:ph type="dt" sz="half" idx="10"/>
            <p:custDataLst>
              <p:tags r:id="rId3"/>
            </p:custDataLst>
          </p:nvPr>
        </p:nvSpPr>
        <p:spPr/>
        <p:txBody>
          <a:bodyPr/>
          <a:lstStyle/>
          <a:p>
            <a:fld id="{5C1CEBB3-B506-43A5-8ADF-1F6228832779}" type="datetimeFigureOut">
              <a:rPr lang="zh-CN" altLang="en-US" smtClean="0"/>
            </a:fld>
            <a:endParaRPr lang="zh-CN" altLang="en-US"/>
          </a:p>
        </p:txBody>
      </p:sp>
      <p:sp>
        <p:nvSpPr>
          <p:cNvPr id="9" name="页脚占位符 8"/>
          <p:cNvSpPr>
            <a:spLocks noGrp="1"/>
          </p:cNvSpPr>
          <p:nvPr>
            <p:ph type="ftr" sz="quarter" idx="11"/>
            <p:custDataLst>
              <p:tags r:id="rId4"/>
            </p:custDataLst>
          </p:nvPr>
        </p:nvSpPr>
        <p:spPr/>
        <p:txBody>
          <a:bodyPr/>
          <a:lstStyle/>
          <a:p>
            <a:endParaRPr lang="zh-CN" altLang="en-US"/>
          </a:p>
        </p:txBody>
      </p:sp>
      <p:sp>
        <p:nvSpPr>
          <p:cNvPr id="10" name="灯片编号占位符 9"/>
          <p:cNvSpPr>
            <a:spLocks noGrp="1"/>
          </p:cNvSpPr>
          <p:nvPr>
            <p:ph type="sldNum" sz="quarter" idx="12"/>
            <p:custDataLst>
              <p:tags r:id="rId5"/>
            </p:custDataLst>
          </p:nvPr>
        </p:nvSpPr>
        <p:spPr/>
        <p:txBody>
          <a:bodyPr/>
          <a:lstStyle/>
          <a:p>
            <a:fld id="{02129656-F08C-4B6B-81EB-89FE10BFCF81}" type="slidenum">
              <a:rPr lang="zh-CN" altLang="en-US" smtClean="0"/>
            </a:fld>
            <a:endParaRPr lang="zh-CN" altLang="en-US"/>
          </a:p>
        </p:txBody>
      </p:sp>
      <p:pic>
        <p:nvPicPr>
          <p:cNvPr id="11" name="图形 8" descr="书籍"/>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2" name="矩形 11"/>
          <p:cNvSpPr/>
          <p:nvPr userDrawn="1">
            <p:custDataLst>
              <p:tags r:id="rId8"/>
            </p:custDataLst>
          </p:nvPr>
        </p:nvSpPr>
        <p:spPr>
          <a:xfrm>
            <a:off x="0" y="0"/>
            <a:ext cx="12192000" cy="926428"/>
          </a:xfrm>
          <a:prstGeom prst="rect">
            <a:avLst/>
          </a:prstGeom>
          <a:blipFill>
            <a:blip r:embed="rId9"/>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logo"/>
          <p:cNvPicPr>
            <a:picLocks noChangeAspect="1"/>
          </p:cNvPicPr>
          <p:nvPr userDrawn="1">
            <p:custDataLst>
              <p:tags r:id="rId10"/>
            </p:custDataLst>
          </p:nvPr>
        </p:nvPicPr>
        <p:blipFill>
          <a:blip r:embed="rId11"/>
          <a:stretch>
            <a:fillRect/>
          </a:stretch>
        </p:blipFill>
        <p:spPr>
          <a:xfrm>
            <a:off x="9090025" y="0"/>
            <a:ext cx="993775" cy="926465"/>
          </a:xfrm>
          <a:prstGeom prst="rect">
            <a:avLst/>
          </a:prstGeom>
        </p:spPr>
      </p:pic>
      <p:sp>
        <p:nvSpPr>
          <p:cNvPr id="14" name="文本框 13"/>
          <p:cNvSpPr txBox="1"/>
          <p:nvPr userDrawn="1">
            <p:custDataLst>
              <p:tags r:id="rId12"/>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
        <p:nvSpPr>
          <p:cNvPr id="15" name="标题 14"/>
          <p:cNvSpPr>
            <a:spLocks noGrp="1"/>
          </p:cNvSpPr>
          <p:nvPr>
            <p:ph type="ctrTitle" idx="16385" hasCustomPrompt="1"/>
            <p:custDataLst>
              <p:tags r:id="rId13"/>
            </p:custDataLst>
          </p:nvPr>
        </p:nvSpPr>
        <p:spPr>
          <a:xfrm>
            <a:off x="609600" y="533400"/>
            <a:ext cx="10972800" cy="609600"/>
          </a:xfrm>
          <a:prstGeom prst="rect">
            <a:avLst/>
          </a:prstGeo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6" name="图片占位符 15"/>
          <p:cNvSpPr>
            <a:spLocks noGrp="1"/>
          </p:cNvSpPr>
          <p:nvPr>
            <p:ph type="pic" idx="16394" hasCustomPrompt="1"/>
            <p:custDataLst>
              <p:tags r:id="rId14"/>
            </p:custDataLst>
          </p:nvPr>
        </p:nvSpPr>
        <p:spPr>
          <a:xfrm>
            <a:off x="609600" y="2184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7" name="文本占位符 16"/>
          <p:cNvSpPr>
            <a:spLocks noGrp="1"/>
          </p:cNvSpPr>
          <p:nvPr>
            <p:ph type="body" idx="16386" hasCustomPrompt="1"/>
            <p:custDataLst>
              <p:tags r:id="rId15"/>
            </p:custDataLst>
          </p:nvPr>
        </p:nvSpPr>
        <p:spPr>
          <a:xfrm>
            <a:off x="2082800" y="1930400"/>
            <a:ext cx="3784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7" hasCustomPrompt="1"/>
            <p:custDataLst>
              <p:tags r:id="rId16"/>
            </p:custDataLst>
          </p:nvPr>
        </p:nvSpPr>
        <p:spPr>
          <a:xfrm>
            <a:off x="2082800" y="2438400"/>
            <a:ext cx="3784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图片占位符 18"/>
          <p:cNvSpPr>
            <a:spLocks noGrp="1"/>
          </p:cNvSpPr>
          <p:nvPr>
            <p:ph type="pic" idx="16395" hasCustomPrompt="1"/>
            <p:custDataLst>
              <p:tags r:id="rId17"/>
            </p:custDataLst>
          </p:nvPr>
        </p:nvSpPr>
        <p:spPr>
          <a:xfrm>
            <a:off x="6324600" y="21844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0" name="文本占位符 19"/>
          <p:cNvSpPr>
            <a:spLocks noGrp="1"/>
          </p:cNvSpPr>
          <p:nvPr>
            <p:ph type="body" idx="16388" hasCustomPrompt="1"/>
            <p:custDataLst>
              <p:tags r:id="rId18"/>
            </p:custDataLst>
          </p:nvPr>
        </p:nvSpPr>
        <p:spPr>
          <a:xfrm>
            <a:off x="7797800" y="1930400"/>
            <a:ext cx="3784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89" hasCustomPrompt="1"/>
            <p:custDataLst>
              <p:tags r:id="rId19"/>
            </p:custDataLst>
          </p:nvPr>
        </p:nvSpPr>
        <p:spPr>
          <a:xfrm>
            <a:off x="7797800" y="2438400"/>
            <a:ext cx="3784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图片占位符 21"/>
          <p:cNvSpPr>
            <a:spLocks noGrp="1"/>
          </p:cNvSpPr>
          <p:nvPr>
            <p:ph type="pic" idx="16396" hasCustomPrompt="1"/>
            <p:custDataLst>
              <p:tags r:id="rId20"/>
            </p:custDataLst>
          </p:nvPr>
        </p:nvSpPr>
        <p:spPr>
          <a:xfrm>
            <a:off x="609600" y="43688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3" name="文本占位符 22"/>
          <p:cNvSpPr>
            <a:spLocks noGrp="1"/>
          </p:cNvSpPr>
          <p:nvPr>
            <p:ph type="body" idx="16390" hasCustomPrompt="1"/>
            <p:custDataLst>
              <p:tags r:id="rId21"/>
            </p:custDataLst>
          </p:nvPr>
        </p:nvSpPr>
        <p:spPr>
          <a:xfrm>
            <a:off x="2082800" y="4114800"/>
            <a:ext cx="3784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4" name="文本占位符 23"/>
          <p:cNvSpPr>
            <a:spLocks noGrp="1"/>
          </p:cNvSpPr>
          <p:nvPr>
            <p:ph type="body" idx="16391" hasCustomPrompt="1"/>
            <p:custDataLst>
              <p:tags r:id="rId22"/>
            </p:custDataLst>
          </p:nvPr>
        </p:nvSpPr>
        <p:spPr>
          <a:xfrm>
            <a:off x="2082800" y="4622800"/>
            <a:ext cx="3784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5" name="图片占位符 24"/>
          <p:cNvSpPr>
            <a:spLocks noGrp="1"/>
          </p:cNvSpPr>
          <p:nvPr>
            <p:ph type="pic" idx="16397" hasCustomPrompt="1"/>
            <p:custDataLst>
              <p:tags r:id="rId23"/>
            </p:custDataLst>
          </p:nvPr>
        </p:nvSpPr>
        <p:spPr>
          <a:xfrm>
            <a:off x="6324600" y="43688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6" name="文本占位符 25"/>
          <p:cNvSpPr>
            <a:spLocks noGrp="1"/>
          </p:cNvSpPr>
          <p:nvPr>
            <p:ph type="body" idx="16392" hasCustomPrompt="1"/>
            <p:custDataLst>
              <p:tags r:id="rId24"/>
            </p:custDataLst>
          </p:nvPr>
        </p:nvSpPr>
        <p:spPr>
          <a:xfrm>
            <a:off x="7797800" y="4114800"/>
            <a:ext cx="3784600" cy="406400"/>
          </a:xfrm>
          <a:prstGeom prst="rect">
            <a:avLst/>
          </a:prstGeo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7" name="文本占位符 26"/>
          <p:cNvSpPr>
            <a:spLocks noGrp="1"/>
          </p:cNvSpPr>
          <p:nvPr>
            <p:ph type="body" idx="16393" hasCustomPrompt="1"/>
            <p:custDataLst>
              <p:tags r:id="rId25"/>
            </p:custDataLst>
          </p:nvPr>
        </p:nvSpPr>
        <p:spPr>
          <a:xfrm>
            <a:off x="7797800" y="4622800"/>
            <a:ext cx="3784600" cy="1219200"/>
          </a:xfrm>
          <a:prstGeom prst="rect">
            <a:avLst/>
          </a:prstGeo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3"/>
            </p:custDataLst>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custDataLst>
              <p:tags r:id="rId4"/>
            </p:custDataLst>
          </p:nvPr>
        </p:nvSpPr>
        <p:spPr/>
        <p:txBody>
          <a:bodyPr/>
          <a:lstStyle/>
          <a:p>
            <a:fld id="{5C1CEBB3-B506-43A5-8ADF-1F6228832779}"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02129656-F08C-4B6B-81EB-89FE10BFCF81}" type="slidenum">
              <a:rPr lang="zh-CN" altLang="en-US" smtClean="0"/>
            </a:fld>
            <a:endParaRPr lang="zh-CN" altLang="en-US"/>
          </a:p>
        </p:txBody>
      </p:sp>
      <p:grpSp>
        <p:nvGrpSpPr>
          <p:cNvPr id="7" name="组 235"/>
          <p:cNvGrpSpPr/>
          <p:nvPr userDrawn="1"/>
        </p:nvGrpSpPr>
        <p:grpSpPr>
          <a:xfrm>
            <a:off x="-1087482" y="-1169336"/>
            <a:ext cx="14366963" cy="9196672"/>
            <a:chOff x="-1517189" y="-871840"/>
            <a:chExt cx="14366963" cy="9196672"/>
          </a:xfrm>
          <a:solidFill>
            <a:schemeClr val="bg1">
              <a:alpha val="10000"/>
            </a:schemeClr>
          </a:solidFill>
        </p:grpSpPr>
        <p:sp>
          <p:nvSpPr>
            <p:cNvPr id="8" name="Freeform 7"/>
            <p:cNvSpPr>
              <a:spLocks noEditPoints="1"/>
            </p:cNvSpPr>
            <p:nvPr userDrawn="1">
              <p:custDataLst>
                <p:tags r:id="rId7"/>
              </p:custDataLst>
            </p:nvPr>
          </p:nvSpPr>
          <p:spPr bwMode="auto">
            <a:xfrm rot="20132266">
              <a:off x="3204672" y="5259246"/>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Freeform 9"/>
            <p:cNvSpPr>
              <a:spLocks noEditPoints="1"/>
            </p:cNvSpPr>
            <p:nvPr userDrawn="1">
              <p:custDataLst>
                <p:tags r:id="rId8"/>
              </p:custDataLst>
            </p:nvPr>
          </p:nvSpPr>
          <p:spPr bwMode="auto">
            <a:xfrm>
              <a:off x="3276077" y="3086935"/>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0" name="组 18"/>
            <p:cNvGrpSpPr/>
            <p:nvPr userDrawn="1"/>
          </p:nvGrpSpPr>
          <p:grpSpPr>
            <a:xfrm rot="1396810">
              <a:off x="5439148" y="3364452"/>
              <a:ext cx="337162" cy="1815987"/>
              <a:chOff x="6099175" y="2627313"/>
              <a:chExt cx="411163" cy="2214563"/>
            </a:xfrm>
            <a:grpFill/>
          </p:grpSpPr>
          <p:sp>
            <p:nvSpPr>
              <p:cNvPr id="227" name="Freeform 13"/>
              <p:cNvSpPr>
                <a:spLocks noEditPoints="1"/>
              </p:cNvSpPr>
              <p:nvPr userDrawn="1">
                <p:custDataLst>
                  <p:tags r:id="rId9"/>
                </p:custDataLst>
              </p:nvPr>
            </p:nvSpPr>
            <p:spPr bwMode="auto">
              <a:xfrm>
                <a:off x="6130130"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8" name="Freeform 14"/>
              <p:cNvSpPr/>
              <p:nvPr userDrawn="1">
                <p:custDataLst>
                  <p:tags r:id="rId10"/>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9" name="Freeform 15"/>
              <p:cNvSpPr/>
              <p:nvPr userDrawn="1">
                <p:custDataLst>
                  <p:tags r:id="rId11"/>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0" name="Freeform 17"/>
              <p:cNvSpPr>
                <a:spLocks noEditPoints="1"/>
              </p:cNvSpPr>
              <p:nvPr userDrawn="1">
                <p:custDataLst>
                  <p:tags r:id="rId12"/>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1" name="Freeform 19"/>
            <p:cNvSpPr>
              <a:spLocks noEditPoints="1"/>
            </p:cNvSpPr>
            <p:nvPr userDrawn="1">
              <p:custDataLst>
                <p:tags r:id="rId13"/>
              </p:custDataLst>
            </p:nvPr>
          </p:nvSpPr>
          <p:spPr bwMode="auto">
            <a:xfrm rot="1363540">
              <a:off x="8673100" y="723488"/>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Freeform 20"/>
            <p:cNvSpPr/>
            <p:nvPr userDrawn="1">
              <p:custDataLst>
                <p:tags r:id="rId14"/>
              </p:custDataLst>
            </p:nvPr>
          </p:nvSpPr>
          <p:spPr bwMode="auto">
            <a:xfrm rot="20253209">
              <a:off x="4644944" y="4409600"/>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3" name="组合 12"/>
            <p:cNvGrpSpPr/>
            <p:nvPr userDrawn="1"/>
          </p:nvGrpSpPr>
          <p:grpSpPr>
            <a:xfrm rot="2116298">
              <a:off x="5097308" y="5328957"/>
              <a:ext cx="722933" cy="629672"/>
              <a:chOff x="501650" y="3292475"/>
              <a:chExt cx="1735138" cy="1511300"/>
            </a:xfrm>
            <a:grpFill/>
          </p:grpSpPr>
          <p:sp>
            <p:nvSpPr>
              <p:cNvPr id="222" name="Freeform 5"/>
              <p:cNvSpPr/>
              <p:nvPr userDrawn="1">
                <p:custDataLst>
                  <p:tags r:id="rId15"/>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3" name="Freeform 6"/>
              <p:cNvSpPr/>
              <p:nvPr userDrawn="1">
                <p:custDataLst>
                  <p:tags r:id="rId16"/>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4" name="Freeform 7"/>
              <p:cNvSpPr/>
              <p:nvPr userDrawn="1">
                <p:custDataLst>
                  <p:tags r:id="rId17"/>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5" name="Freeform 8"/>
              <p:cNvSpPr/>
              <p:nvPr userDrawn="1">
                <p:custDataLst>
                  <p:tags r:id="rId18"/>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6" name="Freeform 9"/>
              <p:cNvSpPr/>
              <p:nvPr userDrawn="1">
                <p:custDataLst>
                  <p:tags r:id="rId19"/>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 name="组合 13"/>
            <p:cNvGrpSpPr/>
            <p:nvPr userDrawn="1"/>
          </p:nvGrpSpPr>
          <p:grpSpPr>
            <a:xfrm rot="19680185">
              <a:off x="2669841" y="4499503"/>
              <a:ext cx="920458" cy="709092"/>
              <a:chOff x="2486025" y="3619500"/>
              <a:chExt cx="1500188" cy="1155700"/>
            </a:xfrm>
            <a:grpFill/>
          </p:grpSpPr>
          <p:sp>
            <p:nvSpPr>
              <p:cNvPr id="220" name="Freeform 26"/>
              <p:cNvSpPr>
                <a:spLocks noEditPoints="1"/>
              </p:cNvSpPr>
              <p:nvPr userDrawn="1">
                <p:custDataLst>
                  <p:tags r:id="rId20"/>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1" name="Freeform 27"/>
              <p:cNvSpPr/>
              <p:nvPr userDrawn="1">
                <p:custDataLst>
                  <p:tags r:id="rId21"/>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5" name="Freeform 29"/>
            <p:cNvSpPr>
              <a:spLocks noEditPoints="1"/>
            </p:cNvSpPr>
            <p:nvPr userDrawn="1">
              <p:custDataLst>
                <p:tags r:id="rId22"/>
              </p:custDataLst>
            </p:nvPr>
          </p:nvSpPr>
          <p:spPr bwMode="auto">
            <a:xfrm>
              <a:off x="4567724" y="3130391"/>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 name="Freeform 5"/>
            <p:cNvSpPr>
              <a:spLocks noEditPoints="1"/>
            </p:cNvSpPr>
            <p:nvPr userDrawn="1">
              <p:custDataLst>
                <p:tags r:id="rId23"/>
              </p:custDataLst>
            </p:nvPr>
          </p:nvSpPr>
          <p:spPr bwMode="auto">
            <a:xfrm rot="1264384">
              <a:off x="3800465" y="6382321"/>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7" name="组合 16"/>
            <p:cNvGrpSpPr/>
            <p:nvPr userDrawn="1"/>
          </p:nvGrpSpPr>
          <p:grpSpPr>
            <a:xfrm rot="1013132">
              <a:off x="2506793" y="6413812"/>
              <a:ext cx="794889" cy="623974"/>
              <a:chOff x="3654425" y="5089525"/>
              <a:chExt cx="1860550" cy="1460500"/>
            </a:xfrm>
            <a:grpFill/>
          </p:grpSpPr>
          <p:sp>
            <p:nvSpPr>
              <p:cNvPr id="213" name="Freeform 12"/>
              <p:cNvSpPr>
                <a:spLocks noEditPoints="1"/>
              </p:cNvSpPr>
              <p:nvPr userDrawn="1">
                <p:custDataLst>
                  <p:tags r:id="rId24"/>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4" name="Freeform 13"/>
              <p:cNvSpPr/>
              <p:nvPr userDrawn="1">
                <p:custDataLst>
                  <p:tags r:id="rId25"/>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5" name="Freeform 14"/>
              <p:cNvSpPr/>
              <p:nvPr userDrawn="1">
                <p:custDataLst>
                  <p:tags r:id="rId26"/>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6" name="Freeform 15"/>
              <p:cNvSpPr/>
              <p:nvPr userDrawn="1">
                <p:custDataLst>
                  <p:tags r:id="rId27"/>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7" name="Freeform 16"/>
              <p:cNvSpPr/>
              <p:nvPr userDrawn="1">
                <p:custDataLst>
                  <p:tags r:id="rId28"/>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8" name="Freeform 17"/>
              <p:cNvSpPr/>
              <p:nvPr userDrawn="1">
                <p:custDataLst>
                  <p:tags r:id="rId29"/>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9" name="Freeform 18"/>
              <p:cNvSpPr/>
              <p:nvPr userDrawn="1">
                <p:custDataLst>
                  <p:tags r:id="rId30"/>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8" name="组合 17"/>
            <p:cNvGrpSpPr/>
            <p:nvPr userDrawn="1"/>
          </p:nvGrpSpPr>
          <p:grpSpPr>
            <a:xfrm>
              <a:off x="6063218" y="3624642"/>
              <a:ext cx="1301704" cy="1299270"/>
              <a:chOff x="6262690" y="5170488"/>
              <a:chExt cx="1697038" cy="1693863"/>
            </a:xfrm>
            <a:grpFill/>
          </p:grpSpPr>
          <p:sp>
            <p:nvSpPr>
              <p:cNvPr id="211" name="Freeform 19"/>
              <p:cNvSpPr>
                <a:spLocks noEditPoints="1"/>
              </p:cNvSpPr>
              <p:nvPr userDrawn="1">
                <p:custDataLst>
                  <p:tags r:id="rId31"/>
                </p:custDataLst>
              </p:nvPr>
            </p:nvSpPr>
            <p:spPr bwMode="auto">
              <a:xfrm>
                <a:off x="6262690"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2" name="Freeform 20"/>
              <p:cNvSpPr/>
              <p:nvPr userDrawn="1">
                <p:custDataLst>
                  <p:tags r:id="rId32"/>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9" name="Freeform 7"/>
            <p:cNvSpPr>
              <a:spLocks noEditPoints="1"/>
            </p:cNvSpPr>
            <p:nvPr userDrawn="1">
              <p:custDataLst>
                <p:tags r:id="rId33"/>
              </p:custDataLst>
            </p:nvPr>
          </p:nvSpPr>
          <p:spPr bwMode="auto">
            <a:xfrm rot="20132266">
              <a:off x="-1257123" y="4798205"/>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Freeform 9"/>
            <p:cNvSpPr>
              <a:spLocks noEditPoints="1"/>
            </p:cNvSpPr>
            <p:nvPr userDrawn="1">
              <p:custDataLst>
                <p:tags r:id="rId34"/>
              </p:custDataLst>
            </p:nvPr>
          </p:nvSpPr>
          <p:spPr bwMode="auto">
            <a:xfrm>
              <a:off x="-491355" y="2831662"/>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21" name="组 45"/>
            <p:cNvGrpSpPr/>
            <p:nvPr userDrawn="1"/>
          </p:nvGrpSpPr>
          <p:grpSpPr>
            <a:xfrm rot="1396810">
              <a:off x="998952" y="3722131"/>
              <a:ext cx="337162" cy="1815987"/>
              <a:chOff x="6099175" y="2627313"/>
              <a:chExt cx="411163" cy="2214563"/>
            </a:xfrm>
            <a:grpFill/>
          </p:grpSpPr>
          <p:sp>
            <p:nvSpPr>
              <p:cNvPr id="207" name="Freeform 13"/>
              <p:cNvSpPr>
                <a:spLocks noEditPoints="1"/>
              </p:cNvSpPr>
              <p:nvPr userDrawn="1">
                <p:custDataLst>
                  <p:tags r:id="rId35"/>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8" name="Freeform 14"/>
              <p:cNvSpPr/>
              <p:nvPr userDrawn="1">
                <p:custDataLst>
                  <p:tags r:id="rId36"/>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9" name="Freeform 15"/>
              <p:cNvSpPr/>
              <p:nvPr userDrawn="1">
                <p:custDataLst>
                  <p:tags r:id="rId37"/>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0" name="Freeform 17"/>
              <p:cNvSpPr>
                <a:spLocks noEditPoints="1"/>
              </p:cNvSpPr>
              <p:nvPr userDrawn="1">
                <p:custDataLst>
                  <p:tags r:id="rId38"/>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22" name="Freeform 19"/>
            <p:cNvSpPr>
              <a:spLocks noEditPoints="1"/>
            </p:cNvSpPr>
            <p:nvPr userDrawn="1">
              <p:custDataLst>
                <p:tags r:id="rId39"/>
              </p:custDataLst>
            </p:nvPr>
          </p:nvSpPr>
          <p:spPr bwMode="auto">
            <a:xfrm rot="1363540">
              <a:off x="337564" y="5792830"/>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Freeform 20"/>
            <p:cNvSpPr/>
            <p:nvPr userDrawn="1">
              <p:custDataLst>
                <p:tags r:id="rId40"/>
              </p:custDataLst>
            </p:nvPr>
          </p:nvSpPr>
          <p:spPr bwMode="auto">
            <a:xfrm rot="20253209">
              <a:off x="158920" y="4485610"/>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24" name="组合 23"/>
            <p:cNvGrpSpPr/>
            <p:nvPr userDrawn="1"/>
          </p:nvGrpSpPr>
          <p:grpSpPr>
            <a:xfrm rot="2116298">
              <a:off x="1231243" y="5128617"/>
              <a:ext cx="722933" cy="629672"/>
              <a:chOff x="501650" y="3292475"/>
              <a:chExt cx="1735138" cy="1511300"/>
            </a:xfrm>
            <a:grpFill/>
          </p:grpSpPr>
          <p:sp>
            <p:nvSpPr>
              <p:cNvPr id="202" name="Freeform 5"/>
              <p:cNvSpPr/>
              <p:nvPr userDrawn="1">
                <p:custDataLst>
                  <p:tags r:id="rId41"/>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3" name="Freeform 6"/>
              <p:cNvSpPr/>
              <p:nvPr userDrawn="1">
                <p:custDataLst>
                  <p:tags r:id="rId42"/>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4" name="Freeform 7"/>
              <p:cNvSpPr/>
              <p:nvPr userDrawn="1">
                <p:custDataLst>
                  <p:tags r:id="rId43"/>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5" name="Freeform 8"/>
              <p:cNvSpPr/>
              <p:nvPr userDrawn="1">
                <p:custDataLst>
                  <p:tags r:id="rId44"/>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6" name="Freeform 9"/>
              <p:cNvSpPr/>
              <p:nvPr userDrawn="1">
                <p:custDataLst>
                  <p:tags r:id="rId45"/>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25" name="组合 24"/>
            <p:cNvGrpSpPr/>
            <p:nvPr userDrawn="1"/>
          </p:nvGrpSpPr>
          <p:grpSpPr>
            <a:xfrm rot="19680185">
              <a:off x="-1517189" y="3803033"/>
              <a:ext cx="920458" cy="709092"/>
              <a:chOff x="2486025" y="3619500"/>
              <a:chExt cx="1500188" cy="1155700"/>
            </a:xfrm>
            <a:grpFill/>
          </p:grpSpPr>
          <p:sp>
            <p:nvSpPr>
              <p:cNvPr id="200" name="Freeform 26"/>
              <p:cNvSpPr>
                <a:spLocks noEditPoints="1"/>
              </p:cNvSpPr>
              <p:nvPr userDrawn="1">
                <p:custDataLst>
                  <p:tags r:id="rId46"/>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1" name="Freeform 27"/>
              <p:cNvSpPr/>
              <p:nvPr userDrawn="1">
                <p:custDataLst>
                  <p:tags r:id="rId47"/>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26" name="Freeform 29"/>
            <p:cNvSpPr>
              <a:spLocks noEditPoints="1"/>
            </p:cNvSpPr>
            <p:nvPr userDrawn="1">
              <p:custDataLst>
                <p:tags r:id="rId48"/>
              </p:custDataLst>
            </p:nvPr>
          </p:nvSpPr>
          <p:spPr bwMode="auto">
            <a:xfrm>
              <a:off x="760976" y="2751525"/>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Freeform 5"/>
            <p:cNvSpPr>
              <a:spLocks noEditPoints="1"/>
            </p:cNvSpPr>
            <p:nvPr userDrawn="1">
              <p:custDataLst>
                <p:tags r:id="rId49"/>
              </p:custDataLst>
            </p:nvPr>
          </p:nvSpPr>
          <p:spPr bwMode="auto">
            <a:xfrm rot="1264384">
              <a:off x="1983280" y="5686214"/>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28" name="组合 27"/>
            <p:cNvGrpSpPr/>
            <p:nvPr userDrawn="1"/>
          </p:nvGrpSpPr>
          <p:grpSpPr>
            <a:xfrm rot="1013132">
              <a:off x="1601368" y="4438604"/>
              <a:ext cx="794889" cy="623974"/>
              <a:chOff x="3654425" y="5089525"/>
              <a:chExt cx="1860550" cy="1460500"/>
            </a:xfrm>
            <a:grpFill/>
          </p:grpSpPr>
          <p:sp>
            <p:nvSpPr>
              <p:cNvPr id="193" name="Freeform 12"/>
              <p:cNvSpPr>
                <a:spLocks noEditPoints="1"/>
              </p:cNvSpPr>
              <p:nvPr userDrawn="1">
                <p:custDataLst>
                  <p:tags r:id="rId50"/>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4" name="Freeform 13"/>
              <p:cNvSpPr/>
              <p:nvPr userDrawn="1">
                <p:custDataLst>
                  <p:tags r:id="rId51"/>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5" name="Freeform 14"/>
              <p:cNvSpPr/>
              <p:nvPr userDrawn="1">
                <p:custDataLst>
                  <p:tags r:id="rId52"/>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6" name="Freeform 15"/>
              <p:cNvSpPr/>
              <p:nvPr userDrawn="1">
                <p:custDataLst>
                  <p:tags r:id="rId53"/>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7" name="Freeform 16"/>
              <p:cNvSpPr/>
              <p:nvPr userDrawn="1">
                <p:custDataLst>
                  <p:tags r:id="rId54"/>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8" name="Freeform 17"/>
              <p:cNvSpPr/>
              <p:nvPr userDrawn="1">
                <p:custDataLst>
                  <p:tags r:id="rId55"/>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9" name="Freeform 18"/>
              <p:cNvSpPr/>
              <p:nvPr userDrawn="1">
                <p:custDataLst>
                  <p:tags r:id="rId56"/>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29" name="组合 28"/>
            <p:cNvGrpSpPr/>
            <p:nvPr userDrawn="1"/>
          </p:nvGrpSpPr>
          <p:grpSpPr>
            <a:xfrm>
              <a:off x="1798258" y="2947826"/>
              <a:ext cx="1301704" cy="1299270"/>
              <a:chOff x="6262688" y="5170488"/>
              <a:chExt cx="1697038" cy="1693863"/>
            </a:xfrm>
            <a:grpFill/>
          </p:grpSpPr>
          <p:sp>
            <p:nvSpPr>
              <p:cNvPr id="191" name="Freeform 19"/>
              <p:cNvSpPr>
                <a:spLocks noEditPoints="1"/>
              </p:cNvSpPr>
              <p:nvPr userDrawn="1">
                <p:custDataLst>
                  <p:tags r:id="rId57"/>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2" name="Freeform 20"/>
              <p:cNvSpPr/>
              <p:nvPr userDrawn="1">
                <p:custDataLst>
                  <p:tags r:id="rId58"/>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30" name="Freeform 7"/>
            <p:cNvSpPr>
              <a:spLocks noEditPoints="1"/>
            </p:cNvSpPr>
            <p:nvPr userDrawn="1">
              <p:custDataLst>
                <p:tags r:id="rId59"/>
              </p:custDataLst>
            </p:nvPr>
          </p:nvSpPr>
          <p:spPr bwMode="auto">
            <a:xfrm rot="21538996">
              <a:off x="7150383" y="5764310"/>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1" name="Freeform 9"/>
            <p:cNvSpPr>
              <a:spLocks noEditPoints="1"/>
            </p:cNvSpPr>
            <p:nvPr userDrawn="1">
              <p:custDataLst>
                <p:tags r:id="rId60"/>
              </p:custDataLst>
            </p:nvPr>
          </p:nvSpPr>
          <p:spPr bwMode="auto">
            <a:xfrm rot="1406730">
              <a:off x="8537771" y="4215104"/>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32" name="组 77"/>
            <p:cNvGrpSpPr/>
            <p:nvPr userDrawn="1"/>
          </p:nvGrpSpPr>
          <p:grpSpPr>
            <a:xfrm rot="2803540">
              <a:off x="9511163" y="5451183"/>
              <a:ext cx="337162" cy="1815987"/>
              <a:chOff x="6099175" y="2627313"/>
              <a:chExt cx="411163" cy="2214563"/>
            </a:xfrm>
            <a:grpFill/>
          </p:grpSpPr>
          <p:sp>
            <p:nvSpPr>
              <p:cNvPr id="187" name="Freeform 13"/>
              <p:cNvSpPr>
                <a:spLocks noEditPoints="1"/>
              </p:cNvSpPr>
              <p:nvPr userDrawn="1">
                <p:custDataLst>
                  <p:tags r:id="rId61"/>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8" name="Freeform 14"/>
              <p:cNvSpPr/>
              <p:nvPr userDrawn="1">
                <p:custDataLst>
                  <p:tags r:id="rId62"/>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9" name="Freeform 15"/>
              <p:cNvSpPr/>
              <p:nvPr userDrawn="1">
                <p:custDataLst>
                  <p:tags r:id="rId63"/>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0" name="Freeform 17"/>
              <p:cNvSpPr>
                <a:spLocks noEditPoints="1"/>
              </p:cNvSpPr>
              <p:nvPr userDrawn="1">
                <p:custDataLst>
                  <p:tags r:id="rId64"/>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33" name="Freeform 19"/>
            <p:cNvSpPr>
              <a:spLocks noEditPoints="1"/>
            </p:cNvSpPr>
            <p:nvPr userDrawn="1">
              <p:custDataLst>
                <p:tags r:id="rId65"/>
              </p:custDataLst>
            </p:nvPr>
          </p:nvSpPr>
          <p:spPr bwMode="auto">
            <a:xfrm rot="2770270">
              <a:off x="8355392" y="7325895"/>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4" name="Freeform 20"/>
            <p:cNvSpPr/>
            <p:nvPr userDrawn="1">
              <p:custDataLst>
                <p:tags r:id="rId66"/>
              </p:custDataLst>
            </p:nvPr>
          </p:nvSpPr>
          <p:spPr bwMode="auto">
            <a:xfrm rot="59939">
              <a:off x="8625447" y="5843013"/>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35" name="组合 34"/>
            <p:cNvGrpSpPr/>
            <p:nvPr userDrawn="1"/>
          </p:nvGrpSpPr>
          <p:grpSpPr>
            <a:xfrm rot="3523028">
              <a:off x="9384746" y="6959689"/>
              <a:ext cx="722933" cy="629672"/>
              <a:chOff x="501650" y="3292475"/>
              <a:chExt cx="1735138" cy="1511300"/>
            </a:xfrm>
            <a:grpFill/>
          </p:grpSpPr>
          <p:sp>
            <p:nvSpPr>
              <p:cNvPr id="182" name="Freeform 5"/>
              <p:cNvSpPr/>
              <p:nvPr userDrawn="1">
                <p:custDataLst>
                  <p:tags r:id="rId67"/>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3" name="Freeform 6"/>
              <p:cNvSpPr/>
              <p:nvPr userDrawn="1">
                <p:custDataLst>
                  <p:tags r:id="rId68"/>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4" name="Freeform 7"/>
              <p:cNvSpPr/>
              <p:nvPr userDrawn="1">
                <p:custDataLst>
                  <p:tags r:id="rId69"/>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5" name="Freeform 8"/>
              <p:cNvSpPr/>
              <p:nvPr userDrawn="1">
                <p:custDataLst>
                  <p:tags r:id="rId70"/>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6" name="Freeform 9"/>
              <p:cNvSpPr/>
              <p:nvPr userDrawn="1">
                <p:custDataLst>
                  <p:tags r:id="rId71"/>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36" name="组合 35"/>
            <p:cNvGrpSpPr/>
            <p:nvPr userDrawn="1"/>
          </p:nvGrpSpPr>
          <p:grpSpPr>
            <a:xfrm rot="21086915">
              <a:off x="7366693" y="4686026"/>
              <a:ext cx="920458" cy="709092"/>
              <a:chOff x="2486025" y="3619500"/>
              <a:chExt cx="1500188" cy="1155700"/>
            </a:xfrm>
            <a:grpFill/>
          </p:grpSpPr>
          <p:sp>
            <p:nvSpPr>
              <p:cNvPr id="180" name="Freeform 26"/>
              <p:cNvSpPr>
                <a:spLocks noEditPoints="1"/>
              </p:cNvSpPr>
              <p:nvPr userDrawn="1">
                <p:custDataLst>
                  <p:tags r:id="rId72"/>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1" name="Freeform 27"/>
              <p:cNvSpPr/>
              <p:nvPr userDrawn="1">
                <p:custDataLst>
                  <p:tags r:id="rId73"/>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37" name="Freeform 29"/>
            <p:cNvSpPr>
              <a:spLocks noEditPoints="1"/>
            </p:cNvSpPr>
            <p:nvPr userDrawn="1">
              <p:custDataLst>
                <p:tags r:id="rId74"/>
              </p:custDataLst>
            </p:nvPr>
          </p:nvSpPr>
          <p:spPr bwMode="auto">
            <a:xfrm rot="1406730">
              <a:off x="9836343" y="4616570"/>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Freeform 5"/>
            <p:cNvSpPr>
              <a:spLocks noEditPoints="1"/>
            </p:cNvSpPr>
            <p:nvPr userDrawn="1">
              <p:custDataLst>
                <p:tags r:id="rId75"/>
              </p:custDataLst>
            </p:nvPr>
          </p:nvSpPr>
          <p:spPr bwMode="auto">
            <a:xfrm rot="2671114">
              <a:off x="9574736" y="7895511"/>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39" name="组合 38"/>
            <p:cNvGrpSpPr/>
            <p:nvPr userDrawn="1"/>
          </p:nvGrpSpPr>
          <p:grpSpPr>
            <a:xfrm rot="2419862">
              <a:off x="9997017" y="6488458"/>
              <a:ext cx="794889" cy="623974"/>
              <a:chOff x="3654425" y="5089525"/>
              <a:chExt cx="1860550" cy="1460500"/>
            </a:xfrm>
            <a:grpFill/>
          </p:grpSpPr>
          <p:sp>
            <p:nvSpPr>
              <p:cNvPr id="173" name="Freeform 12"/>
              <p:cNvSpPr>
                <a:spLocks noEditPoints="1"/>
              </p:cNvSpPr>
              <p:nvPr userDrawn="1">
                <p:custDataLst>
                  <p:tags r:id="rId76"/>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4" name="Freeform 13"/>
              <p:cNvSpPr/>
              <p:nvPr userDrawn="1">
                <p:custDataLst>
                  <p:tags r:id="rId77"/>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5" name="Freeform 14"/>
              <p:cNvSpPr/>
              <p:nvPr userDrawn="1">
                <p:custDataLst>
                  <p:tags r:id="rId78"/>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6" name="Freeform 15"/>
              <p:cNvSpPr/>
              <p:nvPr userDrawn="1">
                <p:custDataLst>
                  <p:tags r:id="rId79"/>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7" name="Freeform 16"/>
              <p:cNvSpPr/>
              <p:nvPr userDrawn="1">
                <p:custDataLst>
                  <p:tags r:id="rId80"/>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8" name="Freeform 17"/>
              <p:cNvSpPr/>
              <p:nvPr userDrawn="1">
                <p:custDataLst>
                  <p:tags r:id="rId81"/>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9" name="Freeform 18"/>
              <p:cNvSpPr/>
              <p:nvPr userDrawn="1">
                <p:custDataLst>
                  <p:tags r:id="rId82"/>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0" name="组合 39"/>
            <p:cNvGrpSpPr/>
            <p:nvPr userDrawn="1"/>
          </p:nvGrpSpPr>
          <p:grpSpPr>
            <a:xfrm rot="1406730">
              <a:off x="11173870" y="-871840"/>
              <a:ext cx="1301704" cy="1299270"/>
              <a:chOff x="6262688" y="5170488"/>
              <a:chExt cx="1697038" cy="1693863"/>
            </a:xfrm>
            <a:grpFill/>
          </p:grpSpPr>
          <p:sp>
            <p:nvSpPr>
              <p:cNvPr id="171" name="Freeform 19"/>
              <p:cNvSpPr>
                <a:spLocks noEditPoints="1"/>
              </p:cNvSpPr>
              <p:nvPr userDrawn="1">
                <p:custDataLst>
                  <p:tags r:id="rId83"/>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2" name="Freeform 20"/>
              <p:cNvSpPr/>
              <p:nvPr userDrawn="1">
                <p:custDataLst>
                  <p:tags r:id="rId84"/>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1" name="Freeform 7"/>
            <p:cNvSpPr>
              <a:spLocks noEditPoints="1"/>
            </p:cNvSpPr>
            <p:nvPr userDrawn="1">
              <p:custDataLst>
                <p:tags r:id="rId85"/>
              </p:custDataLst>
            </p:nvPr>
          </p:nvSpPr>
          <p:spPr bwMode="auto">
            <a:xfrm rot="20132266">
              <a:off x="-3210" y="1374612"/>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Freeform 9"/>
            <p:cNvSpPr>
              <a:spLocks noEditPoints="1"/>
            </p:cNvSpPr>
            <p:nvPr userDrawn="1">
              <p:custDataLst>
                <p:tags r:id="rId86"/>
              </p:custDataLst>
            </p:nvPr>
          </p:nvSpPr>
          <p:spPr bwMode="auto">
            <a:xfrm>
              <a:off x="762558" y="-591931"/>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43" name="组 109"/>
            <p:cNvGrpSpPr/>
            <p:nvPr userDrawn="1"/>
          </p:nvGrpSpPr>
          <p:grpSpPr>
            <a:xfrm rot="1396810">
              <a:off x="2252833" y="298531"/>
              <a:ext cx="337162" cy="1816149"/>
              <a:chOff x="6099175" y="2627313"/>
              <a:chExt cx="411163" cy="2214761"/>
            </a:xfrm>
            <a:grpFill/>
          </p:grpSpPr>
          <p:sp>
            <p:nvSpPr>
              <p:cNvPr id="165" name="Freeform 13"/>
              <p:cNvSpPr>
                <a:spLocks noEditPoints="1"/>
              </p:cNvSpPr>
              <p:nvPr userDrawn="1">
                <p:custDataLst>
                  <p:tags r:id="rId87"/>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6" name="Freeform 14"/>
              <p:cNvSpPr/>
              <p:nvPr userDrawn="1">
                <p:custDataLst>
                  <p:tags r:id="rId88"/>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7" name="Freeform 15"/>
              <p:cNvSpPr/>
              <p:nvPr userDrawn="1">
                <p:custDataLst>
                  <p:tags r:id="rId89"/>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8" name="Freeform 17"/>
              <p:cNvSpPr>
                <a:spLocks noEditPoints="1"/>
              </p:cNvSpPr>
              <p:nvPr userDrawn="1">
                <p:custDataLst>
                  <p:tags r:id="rId90"/>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9" name="Freeform 13"/>
              <p:cNvSpPr>
                <a:spLocks noEditPoints="1"/>
              </p:cNvSpPr>
              <p:nvPr userDrawn="1">
                <p:custDataLst>
                  <p:tags r:id="rId91"/>
                </p:custDataLst>
              </p:nvPr>
            </p:nvSpPr>
            <p:spPr bwMode="auto">
              <a:xfrm>
                <a:off x="6133588" y="3048199"/>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0" name="Freeform 17"/>
              <p:cNvSpPr>
                <a:spLocks noEditPoints="1"/>
              </p:cNvSpPr>
              <p:nvPr userDrawn="1">
                <p:custDataLst>
                  <p:tags r:id="rId92"/>
                </p:custDataLst>
              </p:nvPr>
            </p:nvSpPr>
            <p:spPr bwMode="auto">
              <a:xfrm>
                <a:off x="6132001" y="4310261"/>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4" name="Freeform 19"/>
            <p:cNvSpPr>
              <a:spLocks noEditPoints="1"/>
            </p:cNvSpPr>
            <p:nvPr userDrawn="1">
              <p:custDataLst>
                <p:tags r:id="rId93"/>
              </p:custDataLst>
            </p:nvPr>
          </p:nvSpPr>
          <p:spPr bwMode="auto">
            <a:xfrm rot="1363540">
              <a:off x="1591477" y="2369237"/>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5" name="Freeform 20"/>
            <p:cNvSpPr/>
            <p:nvPr userDrawn="1">
              <p:custDataLst>
                <p:tags r:id="rId94"/>
              </p:custDataLst>
            </p:nvPr>
          </p:nvSpPr>
          <p:spPr bwMode="auto">
            <a:xfrm rot="20253209">
              <a:off x="1412833" y="1062017"/>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46" name="组合 45"/>
            <p:cNvGrpSpPr/>
            <p:nvPr userDrawn="1"/>
          </p:nvGrpSpPr>
          <p:grpSpPr>
            <a:xfrm rot="2116298">
              <a:off x="2485156" y="1705024"/>
              <a:ext cx="722933" cy="629672"/>
              <a:chOff x="501650" y="3292475"/>
              <a:chExt cx="1735138" cy="1511300"/>
            </a:xfrm>
            <a:grpFill/>
          </p:grpSpPr>
          <p:sp>
            <p:nvSpPr>
              <p:cNvPr id="159" name="Freeform 5"/>
              <p:cNvSpPr/>
              <p:nvPr userDrawn="1">
                <p:custDataLst>
                  <p:tags r:id="rId95"/>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0" name="Freeform 6"/>
              <p:cNvSpPr/>
              <p:nvPr userDrawn="1">
                <p:custDataLst>
                  <p:tags r:id="rId96"/>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1" name="Freeform 7"/>
              <p:cNvSpPr/>
              <p:nvPr userDrawn="1">
                <p:custDataLst>
                  <p:tags r:id="rId97"/>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2" name="Freeform 8"/>
              <p:cNvSpPr/>
              <p:nvPr userDrawn="1">
                <p:custDataLst>
                  <p:tags r:id="rId98"/>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3" name="Freeform 9"/>
              <p:cNvSpPr/>
              <p:nvPr userDrawn="1">
                <p:custDataLst>
                  <p:tags r:id="rId99"/>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4" name="Freeform 6"/>
              <p:cNvSpPr/>
              <p:nvPr userDrawn="1">
                <p:custDataLst>
                  <p:tags r:id="rId100"/>
                </p:custDataLst>
              </p:nvPr>
            </p:nvSpPr>
            <p:spPr bwMode="auto">
              <a:xfrm>
                <a:off x="733276" y="3957829"/>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7" name="组合 46"/>
            <p:cNvGrpSpPr/>
            <p:nvPr userDrawn="1"/>
          </p:nvGrpSpPr>
          <p:grpSpPr>
            <a:xfrm rot="19680185">
              <a:off x="-263276" y="379440"/>
              <a:ext cx="920458" cy="709092"/>
              <a:chOff x="2486025" y="3619500"/>
              <a:chExt cx="1500188" cy="1155700"/>
            </a:xfrm>
            <a:grpFill/>
          </p:grpSpPr>
          <p:sp>
            <p:nvSpPr>
              <p:cNvPr id="157" name="Freeform 26"/>
              <p:cNvSpPr>
                <a:spLocks noEditPoints="1"/>
              </p:cNvSpPr>
              <p:nvPr userDrawn="1">
                <p:custDataLst>
                  <p:tags r:id="rId101"/>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8" name="Freeform 27"/>
              <p:cNvSpPr/>
              <p:nvPr userDrawn="1">
                <p:custDataLst>
                  <p:tags r:id="rId102"/>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8" name="Freeform 29"/>
            <p:cNvSpPr>
              <a:spLocks noEditPoints="1"/>
            </p:cNvSpPr>
            <p:nvPr userDrawn="1">
              <p:custDataLst>
                <p:tags r:id="rId103"/>
              </p:custDataLst>
            </p:nvPr>
          </p:nvSpPr>
          <p:spPr bwMode="auto">
            <a:xfrm>
              <a:off x="2014889" y="-672068"/>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Freeform 5"/>
            <p:cNvSpPr>
              <a:spLocks noEditPoints="1"/>
            </p:cNvSpPr>
            <p:nvPr userDrawn="1">
              <p:custDataLst>
                <p:tags r:id="rId104"/>
              </p:custDataLst>
            </p:nvPr>
          </p:nvSpPr>
          <p:spPr bwMode="auto">
            <a:xfrm rot="1264384">
              <a:off x="2980490" y="2441065"/>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0" name="组合 49"/>
            <p:cNvGrpSpPr/>
            <p:nvPr userDrawn="1"/>
          </p:nvGrpSpPr>
          <p:grpSpPr>
            <a:xfrm rot="1013132">
              <a:off x="2855281" y="1015011"/>
              <a:ext cx="794889" cy="623974"/>
              <a:chOff x="3654425" y="5089525"/>
              <a:chExt cx="1860550" cy="1460500"/>
            </a:xfrm>
            <a:grpFill/>
          </p:grpSpPr>
          <p:sp>
            <p:nvSpPr>
              <p:cNvPr id="150" name="Freeform 12"/>
              <p:cNvSpPr>
                <a:spLocks noEditPoints="1"/>
              </p:cNvSpPr>
              <p:nvPr userDrawn="1">
                <p:custDataLst>
                  <p:tags r:id="rId105"/>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1" name="Freeform 13"/>
              <p:cNvSpPr/>
              <p:nvPr userDrawn="1">
                <p:custDataLst>
                  <p:tags r:id="rId106"/>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2" name="Freeform 14"/>
              <p:cNvSpPr/>
              <p:nvPr userDrawn="1">
                <p:custDataLst>
                  <p:tags r:id="rId107"/>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3" name="Freeform 15"/>
              <p:cNvSpPr/>
              <p:nvPr userDrawn="1">
                <p:custDataLst>
                  <p:tags r:id="rId108"/>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4" name="Freeform 16"/>
              <p:cNvSpPr/>
              <p:nvPr userDrawn="1">
                <p:custDataLst>
                  <p:tags r:id="rId109"/>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5" name="Freeform 17"/>
              <p:cNvSpPr/>
              <p:nvPr userDrawn="1">
                <p:custDataLst>
                  <p:tags r:id="rId110"/>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6" name="Freeform 18"/>
              <p:cNvSpPr/>
              <p:nvPr userDrawn="1">
                <p:custDataLst>
                  <p:tags r:id="rId111"/>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51" name="组合 50"/>
            <p:cNvGrpSpPr/>
            <p:nvPr userDrawn="1"/>
          </p:nvGrpSpPr>
          <p:grpSpPr>
            <a:xfrm>
              <a:off x="3052171" y="-475767"/>
              <a:ext cx="1301704" cy="1299270"/>
              <a:chOff x="6262688" y="5170488"/>
              <a:chExt cx="1697038" cy="1693863"/>
            </a:xfrm>
            <a:grpFill/>
          </p:grpSpPr>
          <p:sp>
            <p:nvSpPr>
              <p:cNvPr id="148" name="Freeform 19"/>
              <p:cNvSpPr>
                <a:spLocks noEditPoints="1"/>
              </p:cNvSpPr>
              <p:nvPr userDrawn="1">
                <p:custDataLst>
                  <p:tags r:id="rId112"/>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9" name="Freeform 20"/>
              <p:cNvSpPr/>
              <p:nvPr userDrawn="1">
                <p:custDataLst>
                  <p:tags r:id="rId113"/>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52" name="Freeform 7"/>
            <p:cNvSpPr>
              <a:spLocks noEditPoints="1"/>
            </p:cNvSpPr>
            <p:nvPr userDrawn="1">
              <p:custDataLst>
                <p:tags r:id="rId114"/>
              </p:custDataLst>
            </p:nvPr>
          </p:nvSpPr>
          <p:spPr bwMode="auto">
            <a:xfrm rot="20132266">
              <a:off x="4165316" y="1969665"/>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Freeform 9"/>
            <p:cNvSpPr>
              <a:spLocks noEditPoints="1"/>
            </p:cNvSpPr>
            <p:nvPr userDrawn="1">
              <p:custDataLst>
                <p:tags r:id="rId115"/>
              </p:custDataLst>
            </p:nvPr>
          </p:nvSpPr>
          <p:spPr bwMode="auto">
            <a:xfrm>
              <a:off x="4931084" y="3122"/>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4" name="组 141"/>
            <p:cNvGrpSpPr/>
            <p:nvPr userDrawn="1"/>
          </p:nvGrpSpPr>
          <p:grpSpPr>
            <a:xfrm rot="1396810">
              <a:off x="6421391" y="893591"/>
              <a:ext cx="337162" cy="1815987"/>
              <a:chOff x="6099175" y="2627313"/>
              <a:chExt cx="411163" cy="2214563"/>
            </a:xfrm>
            <a:grpFill/>
          </p:grpSpPr>
          <p:sp>
            <p:nvSpPr>
              <p:cNvPr id="144" name="Freeform 13"/>
              <p:cNvSpPr>
                <a:spLocks noEditPoints="1"/>
              </p:cNvSpPr>
              <p:nvPr userDrawn="1">
                <p:custDataLst>
                  <p:tags r:id="rId116"/>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5" name="Freeform 14"/>
              <p:cNvSpPr/>
              <p:nvPr userDrawn="1">
                <p:custDataLst>
                  <p:tags r:id="rId117"/>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6" name="Freeform 15"/>
              <p:cNvSpPr/>
              <p:nvPr userDrawn="1">
                <p:custDataLst>
                  <p:tags r:id="rId118"/>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7" name="Freeform 17"/>
              <p:cNvSpPr>
                <a:spLocks noEditPoints="1"/>
              </p:cNvSpPr>
              <p:nvPr userDrawn="1">
                <p:custDataLst>
                  <p:tags r:id="rId119"/>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55" name="Freeform 19"/>
            <p:cNvSpPr>
              <a:spLocks noEditPoints="1"/>
            </p:cNvSpPr>
            <p:nvPr userDrawn="1">
              <p:custDataLst>
                <p:tags r:id="rId120"/>
              </p:custDataLst>
            </p:nvPr>
          </p:nvSpPr>
          <p:spPr bwMode="auto">
            <a:xfrm rot="1363540">
              <a:off x="5760003" y="2964290"/>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Freeform 20"/>
            <p:cNvSpPr/>
            <p:nvPr userDrawn="1">
              <p:custDataLst>
                <p:tags r:id="rId121"/>
              </p:custDataLst>
            </p:nvPr>
          </p:nvSpPr>
          <p:spPr bwMode="auto">
            <a:xfrm rot="20253209">
              <a:off x="5581359" y="1657070"/>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7" name="组合 56"/>
            <p:cNvGrpSpPr/>
            <p:nvPr userDrawn="1"/>
          </p:nvGrpSpPr>
          <p:grpSpPr>
            <a:xfrm rot="2116298">
              <a:off x="6653682" y="2300077"/>
              <a:ext cx="722933" cy="629672"/>
              <a:chOff x="501650" y="3292475"/>
              <a:chExt cx="1735138" cy="1511300"/>
            </a:xfrm>
            <a:grpFill/>
          </p:grpSpPr>
          <p:sp>
            <p:nvSpPr>
              <p:cNvPr id="139" name="Freeform 5"/>
              <p:cNvSpPr/>
              <p:nvPr userDrawn="1">
                <p:custDataLst>
                  <p:tags r:id="rId122"/>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0" name="Freeform 6"/>
              <p:cNvSpPr/>
              <p:nvPr userDrawn="1">
                <p:custDataLst>
                  <p:tags r:id="rId123"/>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1" name="Freeform 7"/>
              <p:cNvSpPr/>
              <p:nvPr userDrawn="1">
                <p:custDataLst>
                  <p:tags r:id="rId124"/>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2" name="Freeform 8"/>
              <p:cNvSpPr/>
              <p:nvPr userDrawn="1">
                <p:custDataLst>
                  <p:tags r:id="rId125"/>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3" name="Freeform 9"/>
              <p:cNvSpPr/>
              <p:nvPr userDrawn="1">
                <p:custDataLst>
                  <p:tags r:id="rId126"/>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58" name="组合 57"/>
            <p:cNvGrpSpPr/>
            <p:nvPr userDrawn="1"/>
          </p:nvGrpSpPr>
          <p:grpSpPr>
            <a:xfrm rot="19680185">
              <a:off x="3905250" y="974493"/>
              <a:ext cx="920458" cy="709092"/>
              <a:chOff x="2486025" y="3619500"/>
              <a:chExt cx="1500188" cy="1155700"/>
            </a:xfrm>
            <a:grpFill/>
          </p:grpSpPr>
          <p:sp>
            <p:nvSpPr>
              <p:cNvPr id="137" name="Freeform 26"/>
              <p:cNvSpPr>
                <a:spLocks noEditPoints="1"/>
              </p:cNvSpPr>
              <p:nvPr userDrawn="1">
                <p:custDataLst>
                  <p:tags r:id="rId127"/>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8" name="Freeform 27"/>
              <p:cNvSpPr/>
              <p:nvPr userDrawn="1">
                <p:custDataLst>
                  <p:tags r:id="rId128"/>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59" name="Freeform 29"/>
            <p:cNvSpPr>
              <a:spLocks noEditPoints="1"/>
            </p:cNvSpPr>
            <p:nvPr userDrawn="1">
              <p:custDataLst>
                <p:tags r:id="rId129"/>
              </p:custDataLst>
            </p:nvPr>
          </p:nvSpPr>
          <p:spPr bwMode="auto">
            <a:xfrm>
              <a:off x="6183415" y="-77015"/>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Freeform 5"/>
            <p:cNvSpPr>
              <a:spLocks noEditPoints="1"/>
            </p:cNvSpPr>
            <p:nvPr userDrawn="1">
              <p:custDataLst>
                <p:tags r:id="rId130"/>
              </p:custDataLst>
            </p:nvPr>
          </p:nvSpPr>
          <p:spPr bwMode="auto">
            <a:xfrm rot="1264384">
              <a:off x="7128415" y="3155329"/>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1" name="组合 60"/>
            <p:cNvGrpSpPr/>
            <p:nvPr userDrawn="1"/>
          </p:nvGrpSpPr>
          <p:grpSpPr>
            <a:xfrm rot="1013132">
              <a:off x="7023807" y="1610064"/>
              <a:ext cx="794889" cy="623974"/>
              <a:chOff x="3654425" y="5089525"/>
              <a:chExt cx="1860550" cy="1460500"/>
            </a:xfrm>
            <a:grpFill/>
          </p:grpSpPr>
          <p:sp>
            <p:nvSpPr>
              <p:cNvPr id="130" name="Freeform 12"/>
              <p:cNvSpPr>
                <a:spLocks noEditPoints="1"/>
              </p:cNvSpPr>
              <p:nvPr userDrawn="1">
                <p:custDataLst>
                  <p:tags r:id="rId131"/>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1" name="Freeform 13"/>
              <p:cNvSpPr/>
              <p:nvPr userDrawn="1">
                <p:custDataLst>
                  <p:tags r:id="rId132"/>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2" name="Freeform 14"/>
              <p:cNvSpPr/>
              <p:nvPr userDrawn="1">
                <p:custDataLst>
                  <p:tags r:id="rId133"/>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3" name="Freeform 15"/>
              <p:cNvSpPr/>
              <p:nvPr userDrawn="1">
                <p:custDataLst>
                  <p:tags r:id="rId134"/>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4" name="Freeform 16"/>
              <p:cNvSpPr/>
              <p:nvPr userDrawn="1">
                <p:custDataLst>
                  <p:tags r:id="rId135"/>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5" name="Freeform 17"/>
              <p:cNvSpPr/>
              <p:nvPr userDrawn="1">
                <p:custDataLst>
                  <p:tags r:id="rId136"/>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6" name="Freeform 18"/>
              <p:cNvSpPr/>
              <p:nvPr userDrawn="1">
                <p:custDataLst>
                  <p:tags r:id="rId137"/>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62" name="组合 61"/>
            <p:cNvGrpSpPr/>
            <p:nvPr userDrawn="1"/>
          </p:nvGrpSpPr>
          <p:grpSpPr>
            <a:xfrm>
              <a:off x="7220697" y="119286"/>
              <a:ext cx="1301704" cy="1299270"/>
              <a:chOff x="6262688" y="5170488"/>
              <a:chExt cx="1697038" cy="1693863"/>
            </a:xfrm>
            <a:grpFill/>
          </p:grpSpPr>
          <p:sp>
            <p:nvSpPr>
              <p:cNvPr id="128" name="Freeform 19"/>
              <p:cNvSpPr>
                <a:spLocks noEditPoints="1"/>
              </p:cNvSpPr>
              <p:nvPr userDrawn="1">
                <p:custDataLst>
                  <p:tags r:id="rId138"/>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9" name="Freeform 20"/>
              <p:cNvSpPr/>
              <p:nvPr userDrawn="1">
                <p:custDataLst>
                  <p:tags r:id="rId139"/>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63" name="Freeform 7"/>
            <p:cNvSpPr>
              <a:spLocks noEditPoints="1"/>
            </p:cNvSpPr>
            <p:nvPr userDrawn="1">
              <p:custDataLst>
                <p:tags r:id="rId140"/>
              </p:custDataLst>
            </p:nvPr>
          </p:nvSpPr>
          <p:spPr bwMode="auto">
            <a:xfrm rot="20132266">
              <a:off x="7996220" y="3333169"/>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Freeform 9"/>
            <p:cNvSpPr>
              <a:spLocks noEditPoints="1"/>
            </p:cNvSpPr>
            <p:nvPr userDrawn="1">
              <p:custDataLst>
                <p:tags r:id="rId141"/>
              </p:custDataLst>
            </p:nvPr>
          </p:nvSpPr>
          <p:spPr bwMode="auto">
            <a:xfrm>
              <a:off x="8803483" y="1209043"/>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5" name="组 173"/>
            <p:cNvGrpSpPr/>
            <p:nvPr userDrawn="1"/>
          </p:nvGrpSpPr>
          <p:grpSpPr>
            <a:xfrm rot="1396810">
              <a:off x="10293790" y="2099512"/>
              <a:ext cx="337162" cy="1815987"/>
              <a:chOff x="6099175" y="2627313"/>
              <a:chExt cx="411163" cy="2214563"/>
            </a:xfrm>
            <a:grpFill/>
          </p:grpSpPr>
          <p:sp>
            <p:nvSpPr>
              <p:cNvPr id="124" name="Freeform 13"/>
              <p:cNvSpPr>
                <a:spLocks noEditPoints="1"/>
              </p:cNvSpPr>
              <p:nvPr userDrawn="1">
                <p:custDataLst>
                  <p:tags r:id="rId142"/>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5" name="Freeform 14"/>
              <p:cNvSpPr/>
              <p:nvPr userDrawn="1">
                <p:custDataLst>
                  <p:tags r:id="rId143"/>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6" name="Freeform 15"/>
              <p:cNvSpPr/>
              <p:nvPr userDrawn="1">
                <p:custDataLst>
                  <p:tags r:id="rId144"/>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7" name="Freeform 17"/>
              <p:cNvSpPr>
                <a:spLocks noEditPoints="1"/>
              </p:cNvSpPr>
              <p:nvPr userDrawn="1">
                <p:custDataLst>
                  <p:tags r:id="rId145"/>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66" name="Freeform 19"/>
            <p:cNvSpPr>
              <a:spLocks noEditPoints="1"/>
            </p:cNvSpPr>
            <p:nvPr userDrawn="1">
              <p:custDataLst>
                <p:tags r:id="rId146"/>
              </p:custDataLst>
            </p:nvPr>
          </p:nvSpPr>
          <p:spPr bwMode="auto">
            <a:xfrm rot="1363540">
              <a:off x="9632402" y="4170211"/>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Freeform 20"/>
            <p:cNvSpPr/>
            <p:nvPr userDrawn="1">
              <p:custDataLst>
                <p:tags r:id="rId147"/>
              </p:custDataLst>
            </p:nvPr>
          </p:nvSpPr>
          <p:spPr bwMode="auto">
            <a:xfrm rot="20253209">
              <a:off x="9453758" y="2862991"/>
              <a:ext cx="271863" cy="880837"/>
            </a:xfrm>
            <a:custGeom>
              <a:avLst/>
              <a:gdLst>
                <a:gd name="T0" fmla="*/ 772 w 831"/>
                <a:gd name="T1" fmla="*/ 279 h 2682"/>
                <a:gd name="T2" fmla="*/ 772 w 831"/>
                <a:gd name="T3" fmla="*/ 279 h 2682"/>
                <a:gd name="T4" fmla="*/ 772 w 831"/>
                <a:gd name="T5" fmla="*/ 0 h 2682"/>
                <a:gd name="T6" fmla="*/ 622 w 831"/>
                <a:gd name="T7" fmla="*/ 0 h 2682"/>
                <a:gd name="T8" fmla="*/ 622 w 831"/>
                <a:gd name="T9" fmla="*/ 279 h 2682"/>
                <a:gd name="T10" fmla="*/ 557 w 831"/>
                <a:gd name="T11" fmla="*/ 279 h 2682"/>
                <a:gd name="T12" fmla="*/ 557 w 831"/>
                <a:gd name="T13" fmla="*/ 900 h 2682"/>
                <a:gd name="T14" fmla="*/ 606 w 831"/>
                <a:gd name="T15" fmla="*/ 900 h 2682"/>
                <a:gd name="T16" fmla="*/ 102 w 831"/>
                <a:gd name="T17" fmla="*/ 2121 h 2682"/>
                <a:gd name="T18" fmla="*/ 130 w 831"/>
                <a:gd name="T19" fmla="*/ 2133 h 2682"/>
                <a:gd name="T20" fmla="*/ 40 w 831"/>
                <a:gd name="T21" fmla="*/ 2350 h 2682"/>
                <a:gd name="T22" fmla="*/ 62 w 831"/>
                <a:gd name="T23" fmla="*/ 2359 h 2682"/>
                <a:gd name="T24" fmla="*/ 0 w 831"/>
                <a:gd name="T25" fmla="*/ 2510 h 2682"/>
                <a:gd name="T26" fmla="*/ 24 w 831"/>
                <a:gd name="T27" fmla="*/ 2519 h 2682"/>
                <a:gd name="T28" fmla="*/ 86 w 831"/>
                <a:gd name="T29" fmla="*/ 2369 h 2682"/>
                <a:gd name="T30" fmla="*/ 108 w 831"/>
                <a:gd name="T31" fmla="*/ 2378 h 2682"/>
                <a:gd name="T32" fmla="*/ 198 w 831"/>
                <a:gd name="T33" fmla="*/ 2161 h 2682"/>
                <a:gd name="T34" fmla="*/ 226 w 831"/>
                <a:gd name="T35" fmla="*/ 2172 h 2682"/>
                <a:gd name="T36" fmla="*/ 630 w 831"/>
                <a:gd name="T37" fmla="*/ 1191 h 2682"/>
                <a:gd name="T38" fmla="*/ 630 w 831"/>
                <a:gd name="T39" fmla="*/ 2284 h 2682"/>
                <a:gd name="T40" fmla="*/ 660 w 831"/>
                <a:gd name="T41" fmla="*/ 2284 h 2682"/>
                <a:gd name="T42" fmla="*/ 660 w 831"/>
                <a:gd name="T43" fmla="*/ 2519 h 2682"/>
                <a:gd name="T44" fmla="*/ 684 w 831"/>
                <a:gd name="T45" fmla="*/ 2519 h 2682"/>
                <a:gd name="T46" fmla="*/ 684 w 831"/>
                <a:gd name="T47" fmla="*/ 2682 h 2682"/>
                <a:gd name="T48" fmla="*/ 710 w 831"/>
                <a:gd name="T49" fmla="*/ 2682 h 2682"/>
                <a:gd name="T50" fmla="*/ 710 w 831"/>
                <a:gd name="T51" fmla="*/ 2519 h 2682"/>
                <a:gd name="T52" fmla="*/ 734 w 831"/>
                <a:gd name="T53" fmla="*/ 2519 h 2682"/>
                <a:gd name="T54" fmla="*/ 734 w 831"/>
                <a:gd name="T55" fmla="*/ 2284 h 2682"/>
                <a:gd name="T56" fmla="*/ 764 w 831"/>
                <a:gd name="T57" fmla="*/ 2284 h 2682"/>
                <a:gd name="T58" fmla="*/ 764 w 831"/>
                <a:gd name="T59" fmla="*/ 900 h 2682"/>
                <a:gd name="T60" fmla="*/ 831 w 831"/>
                <a:gd name="T61" fmla="*/ 900 h 2682"/>
                <a:gd name="T62" fmla="*/ 831 w 831"/>
                <a:gd name="T63" fmla="*/ 279 h 2682"/>
                <a:gd name="T64" fmla="*/ 772 w 831"/>
                <a:gd name="T65" fmla="*/ 279 h 2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1" h="2682">
                  <a:moveTo>
                    <a:pt x="772" y="279"/>
                  </a:moveTo>
                  <a:lnTo>
                    <a:pt x="772" y="279"/>
                  </a:lnTo>
                  <a:lnTo>
                    <a:pt x="772" y="0"/>
                  </a:lnTo>
                  <a:lnTo>
                    <a:pt x="622" y="0"/>
                  </a:lnTo>
                  <a:lnTo>
                    <a:pt x="622" y="279"/>
                  </a:lnTo>
                  <a:lnTo>
                    <a:pt x="557" y="279"/>
                  </a:lnTo>
                  <a:lnTo>
                    <a:pt x="557" y="900"/>
                  </a:lnTo>
                  <a:lnTo>
                    <a:pt x="606" y="900"/>
                  </a:lnTo>
                  <a:lnTo>
                    <a:pt x="102" y="2121"/>
                  </a:lnTo>
                  <a:lnTo>
                    <a:pt x="130" y="2133"/>
                  </a:lnTo>
                  <a:lnTo>
                    <a:pt x="40" y="2350"/>
                  </a:lnTo>
                  <a:lnTo>
                    <a:pt x="62" y="2359"/>
                  </a:lnTo>
                  <a:lnTo>
                    <a:pt x="0" y="2510"/>
                  </a:lnTo>
                  <a:lnTo>
                    <a:pt x="24" y="2519"/>
                  </a:lnTo>
                  <a:lnTo>
                    <a:pt x="86" y="2369"/>
                  </a:lnTo>
                  <a:lnTo>
                    <a:pt x="108" y="2378"/>
                  </a:lnTo>
                  <a:lnTo>
                    <a:pt x="198" y="2161"/>
                  </a:lnTo>
                  <a:lnTo>
                    <a:pt x="226" y="2172"/>
                  </a:lnTo>
                  <a:lnTo>
                    <a:pt x="630" y="1191"/>
                  </a:lnTo>
                  <a:lnTo>
                    <a:pt x="630" y="2284"/>
                  </a:lnTo>
                  <a:lnTo>
                    <a:pt x="660" y="2284"/>
                  </a:lnTo>
                  <a:lnTo>
                    <a:pt x="660" y="2519"/>
                  </a:lnTo>
                  <a:lnTo>
                    <a:pt x="684" y="2519"/>
                  </a:lnTo>
                  <a:lnTo>
                    <a:pt x="684" y="2682"/>
                  </a:lnTo>
                  <a:lnTo>
                    <a:pt x="710" y="2682"/>
                  </a:lnTo>
                  <a:lnTo>
                    <a:pt x="710" y="2519"/>
                  </a:lnTo>
                  <a:lnTo>
                    <a:pt x="734" y="2519"/>
                  </a:lnTo>
                  <a:lnTo>
                    <a:pt x="734" y="2284"/>
                  </a:lnTo>
                  <a:lnTo>
                    <a:pt x="764" y="2284"/>
                  </a:lnTo>
                  <a:lnTo>
                    <a:pt x="764" y="900"/>
                  </a:lnTo>
                  <a:lnTo>
                    <a:pt x="831" y="900"/>
                  </a:lnTo>
                  <a:lnTo>
                    <a:pt x="831" y="279"/>
                  </a:lnTo>
                  <a:lnTo>
                    <a:pt x="772" y="2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8" name="组合 67"/>
            <p:cNvGrpSpPr/>
            <p:nvPr userDrawn="1"/>
          </p:nvGrpSpPr>
          <p:grpSpPr>
            <a:xfrm rot="2116298">
              <a:off x="10526081" y="3505998"/>
              <a:ext cx="722933" cy="629672"/>
              <a:chOff x="501650" y="3292475"/>
              <a:chExt cx="1735138" cy="1511300"/>
            </a:xfrm>
            <a:grpFill/>
          </p:grpSpPr>
          <p:sp>
            <p:nvSpPr>
              <p:cNvPr id="119" name="Freeform 5"/>
              <p:cNvSpPr/>
              <p:nvPr userDrawn="1">
                <p:custDataLst>
                  <p:tags r:id="rId148"/>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0" name="Freeform 6"/>
              <p:cNvSpPr/>
              <p:nvPr userDrawn="1">
                <p:custDataLst>
                  <p:tags r:id="rId149"/>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1" name="Freeform 7"/>
              <p:cNvSpPr/>
              <p:nvPr userDrawn="1">
                <p:custDataLst>
                  <p:tags r:id="rId150"/>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2" name="Freeform 8"/>
              <p:cNvSpPr/>
              <p:nvPr userDrawn="1">
                <p:custDataLst>
                  <p:tags r:id="rId151"/>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3" name="Freeform 9"/>
              <p:cNvSpPr/>
              <p:nvPr userDrawn="1">
                <p:custDataLst>
                  <p:tags r:id="rId152"/>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69" name="组合 68"/>
            <p:cNvGrpSpPr/>
            <p:nvPr userDrawn="1"/>
          </p:nvGrpSpPr>
          <p:grpSpPr>
            <a:xfrm rot="19680185">
              <a:off x="7879804" y="2119955"/>
              <a:ext cx="920458" cy="709092"/>
              <a:chOff x="2486025" y="3619500"/>
              <a:chExt cx="1500188" cy="1155700"/>
            </a:xfrm>
            <a:grpFill/>
          </p:grpSpPr>
          <p:sp>
            <p:nvSpPr>
              <p:cNvPr id="117" name="Freeform 26"/>
              <p:cNvSpPr>
                <a:spLocks noEditPoints="1"/>
              </p:cNvSpPr>
              <p:nvPr userDrawn="1">
                <p:custDataLst>
                  <p:tags r:id="rId153"/>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8" name="Freeform 27"/>
              <p:cNvSpPr/>
              <p:nvPr userDrawn="1">
                <p:custDataLst>
                  <p:tags r:id="rId154"/>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70" name="Freeform 29"/>
            <p:cNvSpPr>
              <a:spLocks noEditPoints="1"/>
            </p:cNvSpPr>
            <p:nvPr userDrawn="1">
              <p:custDataLst>
                <p:tags r:id="rId155"/>
              </p:custDataLst>
            </p:nvPr>
          </p:nvSpPr>
          <p:spPr bwMode="auto">
            <a:xfrm>
              <a:off x="10055814" y="1128906"/>
              <a:ext cx="905329" cy="907255"/>
            </a:xfrm>
            <a:custGeom>
              <a:avLst/>
              <a:gdLst>
                <a:gd name="T0" fmla="*/ 578 w 811"/>
                <a:gd name="T1" fmla="*/ 436 h 811"/>
                <a:gd name="T2" fmla="*/ 578 w 811"/>
                <a:gd name="T3" fmla="*/ 436 h 811"/>
                <a:gd name="T4" fmla="*/ 531 w 811"/>
                <a:gd name="T5" fmla="*/ 269 h 811"/>
                <a:gd name="T6" fmla="*/ 698 w 811"/>
                <a:gd name="T7" fmla="*/ 222 h 811"/>
                <a:gd name="T8" fmla="*/ 745 w 811"/>
                <a:gd name="T9" fmla="*/ 389 h 811"/>
                <a:gd name="T10" fmla="*/ 578 w 811"/>
                <a:gd name="T11" fmla="*/ 436 h 811"/>
                <a:gd name="T12" fmla="*/ 656 w 811"/>
                <a:gd name="T13" fmla="*/ 663 h 811"/>
                <a:gd name="T14" fmla="*/ 656 w 811"/>
                <a:gd name="T15" fmla="*/ 663 h 811"/>
                <a:gd name="T16" fmla="*/ 489 w 811"/>
                <a:gd name="T17" fmla="*/ 710 h 811"/>
                <a:gd name="T18" fmla="*/ 441 w 811"/>
                <a:gd name="T19" fmla="*/ 543 h 811"/>
                <a:gd name="T20" fmla="*/ 609 w 811"/>
                <a:gd name="T21" fmla="*/ 495 h 811"/>
                <a:gd name="T22" fmla="*/ 656 w 811"/>
                <a:gd name="T23" fmla="*/ 663 h 811"/>
                <a:gd name="T24" fmla="*/ 366 w 811"/>
                <a:gd name="T25" fmla="*/ 405 h 811"/>
                <a:gd name="T26" fmla="*/ 366 w 811"/>
                <a:gd name="T27" fmla="*/ 405 h 811"/>
                <a:gd name="T28" fmla="*/ 405 w 811"/>
                <a:gd name="T29" fmla="*/ 366 h 811"/>
                <a:gd name="T30" fmla="*/ 444 w 811"/>
                <a:gd name="T31" fmla="*/ 405 h 811"/>
                <a:gd name="T32" fmla="*/ 405 w 811"/>
                <a:gd name="T33" fmla="*/ 444 h 811"/>
                <a:gd name="T34" fmla="*/ 366 w 811"/>
                <a:gd name="T35" fmla="*/ 405 h 811"/>
                <a:gd name="T36" fmla="*/ 369 w 811"/>
                <a:gd name="T37" fmla="*/ 663 h 811"/>
                <a:gd name="T38" fmla="*/ 369 w 811"/>
                <a:gd name="T39" fmla="*/ 663 h 811"/>
                <a:gd name="T40" fmla="*/ 201 w 811"/>
                <a:gd name="T41" fmla="*/ 710 h 811"/>
                <a:gd name="T42" fmla="*/ 154 w 811"/>
                <a:gd name="T43" fmla="*/ 543 h 811"/>
                <a:gd name="T44" fmla="*/ 321 w 811"/>
                <a:gd name="T45" fmla="*/ 495 h 811"/>
                <a:gd name="T46" fmla="*/ 369 w 811"/>
                <a:gd name="T47" fmla="*/ 663 h 811"/>
                <a:gd name="T48" fmla="*/ 112 w 811"/>
                <a:gd name="T49" fmla="*/ 436 h 811"/>
                <a:gd name="T50" fmla="*/ 112 w 811"/>
                <a:gd name="T51" fmla="*/ 436 h 811"/>
                <a:gd name="T52" fmla="*/ 65 w 811"/>
                <a:gd name="T53" fmla="*/ 269 h 811"/>
                <a:gd name="T54" fmla="*/ 232 w 811"/>
                <a:gd name="T55" fmla="*/ 222 h 811"/>
                <a:gd name="T56" fmla="*/ 280 w 811"/>
                <a:gd name="T57" fmla="*/ 389 h 811"/>
                <a:gd name="T58" fmla="*/ 112 w 811"/>
                <a:gd name="T59" fmla="*/ 436 h 811"/>
                <a:gd name="T60" fmla="*/ 298 w 811"/>
                <a:gd name="T61" fmla="*/ 100 h 811"/>
                <a:gd name="T62" fmla="*/ 298 w 811"/>
                <a:gd name="T63" fmla="*/ 100 h 811"/>
                <a:gd name="T64" fmla="*/ 465 w 811"/>
                <a:gd name="T65" fmla="*/ 52 h 811"/>
                <a:gd name="T66" fmla="*/ 513 w 811"/>
                <a:gd name="T67" fmla="*/ 220 h 811"/>
                <a:gd name="T68" fmla="*/ 345 w 811"/>
                <a:gd name="T69" fmla="*/ 267 h 811"/>
                <a:gd name="T70" fmla="*/ 298 w 811"/>
                <a:gd name="T71" fmla="*/ 100 h 811"/>
                <a:gd name="T72" fmla="*/ 405 w 811"/>
                <a:gd name="T73" fmla="*/ 0 h 811"/>
                <a:gd name="T74" fmla="*/ 405 w 811"/>
                <a:gd name="T75" fmla="*/ 0 h 811"/>
                <a:gd name="T76" fmla="*/ 0 w 811"/>
                <a:gd name="T77" fmla="*/ 405 h 811"/>
                <a:gd name="T78" fmla="*/ 405 w 811"/>
                <a:gd name="T79" fmla="*/ 811 h 811"/>
                <a:gd name="T80" fmla="*/ 811 w 811"/>
                <a:gd name="T81" fmla="*/ 405 h 811"/>
                <a:gd name="T82" fmla="*/ 405 w 811"/>
                <a:gd name="T83" fmla="*/ 0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1" h="811">
                  <a:moveTo>
                    <a:pt x="578" y="436"/>
                  </a:moveTo>
                  <a:lnTo>
                    <a:pt x="578" y="436"/>
                  </a:lnTo>
                  <a:cubicBezTo>
                    <a:pt x="519" y="403"/>
                    <a:pt x="497" y="329"/>
                    <a:pt x="531" y="269"/>
                  </a:cubicBezTo>
                  <a:cubicBezTo>
                    <a:pt x="564" y="210"/>
                    <a:pt x="638" y="188"/>
                    <a:pt x="698" y="222"/>
                  </a:cubicBezTo>
                  <a:cubicBezTo>
                    <a:pt x="757" y="255"/>
                    <a:pt x="778" y="329"/>
                    <a:pt x="745" y="389"/>
                  </a:cubicBezTo>
                  <a:cubicBezTo>
                    <a:pt x="712" y="448"/>
                    <a:pt x="637" y="469"/>
                    <a:pt x="578" y="436"/>
                  </a:cubicBezTo>
                  <a:close/>
                  <a:moveTo>
                    <a:pt x="656" y="663"/>
                  </a:moveTo>
                  <a:lnTo>
                    <a:pt x="656" y="663"/>
                  </a:lnTo>
                  <a:cubicBezTo>
                    <a:pt x="623" y="722"/>
                    <a:pt x="548" y="743"/>
                    <a:pt x="489" y="710"/>
                  </a:cubicBezTo>
                  <a:cubicBezTo>
                    <a:pt x="430" y="677"/>
                    <a:pt x="408" y="602"/>
                    <a:pt x="441" y="543"/>
                  </a:cubicBezTo>
                  <a:cubicBezTo>
                    <a:pt x="474" y="484"/>
                    <a:pt x="549" y="462"/>
                    <a:pt x="609" y="495"/>
                  </a:cubicBezTo>
                  <a:cubicBezTo>
                    <a:pt x="668" y="528"/>
                    <a:pt x="689" y="603"/>
                    <a:pt x="656" y="663"/>
                  </a:cubicBezTo>
                  <a:close/>
                  <a:moveTo>
                    <a:pt x="366" y="405"/>
                  </a:moveTo>
                  <a:lnTo>
                    <a:pt x="366" y="405"/>
                  </a:lnTo>
                  <a:cubicBezTo>
                    <a:pt x="366" y="384"/>
                    <a:pt x="384" y="366"/>
                    <a:pt x="405" y="366"/>
                  </a:cubicBezTo>
                  <a:cubicBezTo>
                    <a:pt x="427" y="366"/>
                    <a:pt x="444" y="384"/>
                    <a:pt x="444" y="405"/>
                  </a:cubicBezTo>
                  <a:cubicBezTo>
                    <a:pt x="444" y="427"/>
                    <a:pt x="427" y="444"/>
                    <a:pt x="405" y="444"/>
                  </a:cubicBezTo>
                  <a:cubicBezTo>
                    <a:pt x="384" y="444"/>
                    <a:pt x="366" y="427"/>
                    <a:pt x="366" y="405"/>
                  </a:cubicBezTo>
                  <a:close/>
                  <a:moveTo>
                    <a:pt x="369" y="663"/>
                  </a:moveTo>
                  <a:lnTo>
                    <a:pt x="369" y="663"/>
                  </a:lnTo>
                  <a:cubicBezTo>
                    <a:pt x="336" y="722"/>
                    <a:pt x="261" y="743"/>
                    <a:pt x="201" y="710"/>
                  </a:cubicBezTo>
                  <a:cubicBezTo>
                    <a:pt x="142" y="677"/>
                    <a:pt x="121" y="602"/>
                    <a:pt x="154" y="543"/>
                  </a:cubicBezTo>
                  <a:cubicBezTo>
                    <a:pt x="187" y="484"/>
                    <a:pt x="262" y="462"/>
                    <a:pt x="321" y="495"/>
                  </a:cubicBezTo>
                  <a:cubicBezTo>
                    <a:pt x="381" y="528"/>
                    <a:pt x="402" y="603"/>
                    <a:pt x="369" y="663"/>
                  </a:cubicBezTo>
                  <a:close/>
                  <a:moveTo>
                    <a:pt x="112" y="436"/>
                  </a:moveTo>
                  <a:lnTo>
                    <a:pt x="112" y="436"/>
                  </a:lnTo>
                  <a:cubicBezTo>
                    <a:pt x="53" y="403"/>
                    <a:pt x="32" y="329"/>
                    <a:pt x="65" y="269"/>
                  </a:cubicBezTo>
                  <a:cubicBezTo>
                    <a:pt x="98" y="210"/>
                    <a:pt x="173" y="188"/>
                    <a:pt x="232" y="222"/>
                  </a:cubicBezTo>
                  <a:cubicBezTo>
                    <a:pt x="291" y="255"/>
                    <a:pt x="313" y="329"/>
                    <a:pt x="280" y="389"/>
                  </a:cubicBezTo>
                  <a:cubicBezTo>
                    <a:pt x="247" y="448"/>
                    <a:pt x="172" y="469"/>
                    <a:pt x="112" y="436"/>
                  </a:cubicBezTo>
                  <a:close/>
                  <a:moveTo>
                    <a:pt x="298" y="100"/>
                  </a:moveTo>
                  <a:lnTo>
                    <a:pt x="298" y="100"/>
                  </a:lnTo>
                  <a:cubicBezTo>
                    <a:pt x="331" y="41"/>
                    <a:pt x="406" y="19"/>
                    <a:pt x="465" y="52"/>
                  </a:cubicBezTo>
                  <a:cubicBezTo>
                    <a:pt x="524" y="85"/>
                    <a:pt x="546" y="160"/>
                    <a:pt x="513" y="220"/>
                  </a:cubicBezTo>
                  <a:cubicBezTo>
                    <a:pt x="480" y="279"/>
                    <a:pt x="405" y="300"/>
                    <a:pt x="345" y="267"/>
                  </a:cubicBezTo>
                  <a:cubicBezTo>
                    <a:pt x="286" y="234"/>
                    <a:pt x="265" y="159"/>
                    <a:pt x="298" y="100"/>
                  </a:cubicBezTo>
                  <a:close/>
                  <a:moveTo>
                    <a:pt x="405" y="0"/>
                  </a:moveTo>
                  <a:lnTo>
                    <a:pt x="405" y="0"/>
                  </a:lnTo>
                  <a:cubicBezTo>
                    <a:pt x="181" y="0"/>
                    <a:pt x="0" y="181"/>
                    <a:pt x="0" y="405"/>
                  </a:cubicBezTo>
                  <a:cubicBezTo>
                    <a:pt x="0" y="629"/>
                    <a:pt x="181" y="811"/>
                    <a:pt x="405" y="811"/>
                  </a:cubicBezTo>
                  <a:cubicBezTo>
                    <a:pt x="629" y="811"/>
                    <a:pt x="811" y="629"/>
                    <a:pt x="811" y="405"/>
                  </a:cubicBezTo>
                  <a:cubicBezTo>
                    <a:pt x="811" y="181"/>
                    <a:pt x="629" y="0"/>
                    <a:pt x="405"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 name="Freeform 5"/>
            <p:cNvSpPr>
              <a:spLocks noEditPoints="1"/>
            </p:cNvSpPr>
            <p:nvPr userDrawn="1">
              <p:custDataLst>
                <p:tags r:id="rId156"/>
              </p:custDataLst>
            </p:nvPr>
          </p:nvSpPr>
          <p:spPr bwMode="auto">
            <a:xfrm rot="1264384">
              <a:off x="11021415" y="4242039"/>
              <a:ext cx="1000393" cy="429321"/>
            </a:xfrm>
            <a:custGeom>
              <a:avLst/>
              <a:gdLst>
                <a:gd name="T0" fmla="*/ 1727 w 3152"/>
                <a:gd name="T1" fmla="*/ 1223 h 1356"/>
                <a:gd name="T2" fmla="*/ 1727 w 3152"/>
                <a:gd name="T3" fmla="*/ 421 h 1356"/>
                <a:gd name="T4" fmla="*/ 1727 w 3152"/>
                <a:gd name="T5" fmla="*/ 1223 h 1356"/>
                <a:gd name="T6" fmla="*/ 534 w 3152"/>
                <a:gd name="T7" fmla="*/ 1223 h 1356"/>
                <a:gd name="T8" fmla="*/ 522 w 3152"/>
                <a:gd name="T9" fmla="*/ 422 h 1356"/>
                <a:gd name="T10" fmla="*/ 550 w 3152"/>
                <a:gd name="T11" fmla="*/ 422 h 1356"/>
                <a:gd name="T12" fmla="*/ 534 w 3152"/>
                <a:gd name="T13" fmla="*/ 1223 h 1356"/>
                <a:gd name="T14" fmla="*/ 2965 w 3152"/>
                <a:gd name="T15" fmla="*/ 30 h 1356"/>
                <a:gd name="T16" fmla="*/ 2960 w 3152"/>
                <a:gd name="T17" fmla="*/ 24 h 1356"/>
                <a:gd name="T18" fmla="*/ 2955 w 3152"/>
                <a:gd name="T19" fmla="*/ 19 h 1356"/>
                <a:gd name="T20" fmla="*/ 2945 w 3152"/>
                <a:gd name="T21" fmla="*/ 11 h 1356"/>
                <a:gd name="T22" fmla="*/ 2934 w 3152"/>
                <a:gd name="T23" fmla="*/ 5 h 1356"/>
                <a:gd name="T24" fmla="*/ 2921 w 3152"/>
                <a:gd name="T25" fmla="*/ 2 h 1356"/>
                <a:gd name="T26" fmla="*/ 2908 w 3152"/>
                <a:gd name="T27" fmla="*/ 1 h 1356"/>
                <a:gd name="T28" fmla="*/ 2896 w 3152"/>
                <a:gd name="T29" fmla="*/ 2 h 1356"/>
                <a:gd name="T30" fmla="*/ 2883 w 3152"/>
                <a:gd name="T31" fmla="*/ 6 h 1356"/>
                <a:gd name="T32" fmla="*/ 2872 w 3152"/>
                <a:gd name="T33" fmla="*/ 12 h 1356"/>
                <a:gd name="T34" fmla="*/ 2867 w 3152"/>
                <a:gd name="T35" fmla="*/ 17 h 1356"/>
                <a:gd name="T36" fmla="*/ 2861 w 3152"/>
                <a:gd name="T37" fmla="*/ 21 h 1356"/>
                <a:gd name="T38" fmla="*/ 1727 w 3152"/>
                <a:gd name="T39" fmla="*/ 288 h 1356"/>
                <a:gd name="T40" fmla="*/ 1064 w 3152"/>
                <a:gd name="T41" fmla="*/ 756 h 1356"/>
                <a:gd name="T42" fmla="*/ 799 w 3152"/>
                <a:gd name="T43" fmla="*/ 173 h 1356"/>
                <a:gd name="T44" fmla="*/ 975 w 3152"/>
                <a:gd name="T45" fmla="*/ 380 h 1356"/>
                <a:gd name="T46" fmla="*/ 1030 w 3152"/>
                <a:gd name="T47" fmla="*/ 275 h 1356"/>
                <a:gd name="T48" fmla="*/ 863 w 3152"/>
                <a:gd name="T49" fmla="*/ 29 h 1356"/>
                <a:gd name="T50" fmla="*/ 854 w 3152"/>
                <a:gd name="T51" fmla="*/ 19 h 1356"/>
                <a:gd name="T52" fmla="*/ 850 w 3152"/>
                <a:gd name="T53" fmla="*/ 16 h 1356"/>
                <a:gd name="T54" fmla="*/ 838 w 3152"/>
                <a:gd name="T55" fmla="*/ 8 h 1356"/>
                <a:gd name="T56" fmla="*/ 825 w 3152"/>
                <a:gd name="T57" fmla="*/ 3 h 1356"/>
                <a:gd name="T58" fmla="*/ 813 w 3152"/>
                <a:gd name="T59" fmla="*/ 1 h 1356"/>
                <a:gd name="T60" fmla="*/ 800 w 3152"/>
                <a:gd name="T61" fmla="*/ 1 h 1356"/>
                <a:gd name="T62" fmla="*/ 787 w 3152"/>
                <a:gd name="T63" fmla="*/ 4 h 1356"/>
                <a:gd name="T64" fmla="*/ 774 w 3152"/>
                <a:gd name="T65" fmla="*/ 10 h 1356"/>
                <a:gd name="T66" fmla="*/ 770 w 3152"/>
                <a:gd name="T67" fmla="*/ 12 h 1356"/>
                <a:gd name="T68" fmla="*/ 760 w 3152"/>
                <a:gd name="T69" fmla="*/ 21 h 1356"/>
                <a:gd name="T70" fmla="*/ 508 w 3152"/>
                <a:gd name="T71" fmla="*/ 289 h 1356"/>
                <a:gd name="T72" fmla="*/ 534 w 3152"/>
                <a:gd name="T73" fmla="*/ 1356 h 1356"/>
                <a:gd name="T74" fmla="*/ 1197 w 3152"/>
                <a:gd name="T75" fmla="*/ 889 h 1356"/>
                <a:gd name="T76" fmla="*/ 2260 w 3152"/>
                <a:gd name="T77" fmla="*/ 856 h 1356"/>
                <a:gd name="T78" fmla="*/ 3021 w 3152"/>
                <a:gd name="T79" fmla="*/ 350 h 1356"/>
                <a:gd name="T80" fmla="*/ 3114 w 3152"/>
                <a:gd name="T81" fmla="*/ 368 h 1356"/>
                <a:gd name="T82" fmla="*/ 2965 w 3152"/>
                <a:gd name="T83" fmla="*/ 3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52" h="1356">
                  <a:moveTo>
                    <a:pt x="1727" y="1223"/>
                  </a:moveTo>
                  <a:lnTo>
                    <a:pt x="1727" y="1223"/>
                  </a:lnTo>
                  <a:cubicBezTo>
                    <a:pt x="1506" y="1223"/>
                    <a:pt x="1326" y="1043"/>
                    <a:pt x="1326" y="822"/>
                  </a:cubicBezTo>
                  <a:cubicBezTo>
                    <a:pt x="1326" y="601"/>
                    <a:pt x="1506" y="421"/>
                    <a:pt x="1727" y="421"/>
                  </a:cubicBezTo>
                  <a:cubicBezTo>
                    <a:pt x="1948" y="421"/>
                    <a:pt x="2128" y="601"/>
                    <a:pt x="2128" y="822"/>
                  </a:cubicBezTo>
                  <a:cubicBezTo>
                    <a:pt x="2128" y="1043"/>
                    <a:pt x="1948" y="1223"/>
                    <a:pt x="1727" y="1223"/>
                  </a:cubicBezTo>
                  <a:close/>
                  <a:moveTo>
                    <a:pt x="534" y="1223"/>
                  </a:moveTo>
                  <a:lnTo>
                    <a:pt x="534" y="1223"/>
                  </a:lnTo>
                  <a:cubicBezTo>
                    <a:pt x="313" y="1223"/>
                    <a:pt x="133" y="1043"/>
                    <a:pt x="133" y="822"/>
                  </a:cubicBezTo>
                  <a:cubicBezTo>
                    <a:pt x="133" y="605"/>
                    <a:pt x="306" y="428"/>
                    <a:pt x="522" y="422"/>
                  </a:cubicBezTo>
                  <a:cubicBezTo>
                    <a:pt x="526" y="423"/>
                    <a:pt x="531" y="423"/>
                    <a:pt x="536" y="423"/>
                  </a:cubicBezTo>
                  <a:cubicBezTo>
                    <a:pt x="540" y="423"/>
                    <a:pt x="545" y="423"/>
                    <a:pt x="550" y="422"/>
                  </a:cubicBezTo>
                  <a:cubicBezTo>
                    <a:pt x="763" y="430"/>
                    <a:pt x="935" y="607"/>
                    <a:pt x="935" y="822"/>
                  </a:cubicBezTo>
                  <a:cubicBezTo>
                    <a:pt x="935" y="1043"/>
                    <a:pt x="755" y="1223"/>
                    <a:pt x="534" y="1223"/>
                  </a:cubicBezTo>
                  <a:close/>
                  <a:moveTo>
                    <a:pt x="2965" y="30"/>
                  </a:moveTo>
                  <a:lnTo>
                    <a:pt x="2965" y="30"/>
                  </a:lnTo>
                  <a:cubicBezTo>
                    <a:pt x="2965" y="30"/>
                    <a:pt x="2965" y="29"/>
                    <a:pt x="2965" y="29"/>
                  </a:cubicBezTo>
                  <a:cubicBezTo>
                    <a:pt x="2963" y="27"/>
                    <a:pt x="2962" y="26"/>
                    <a:pt x="2960" y="24"/>
                  </a:cubicBezTo>
                  <a:cubicBezTo>
                    <a:pt x="2959" y="22"/>
                    <a:pt x="2957" y="20"/>
                    <a:pt x="2956" y="19"/>
                  </a:cubicBezTo>
                  <a:cubicBezTo>
                    <a:pt x="2956" y="19"/>
                    <a:pt x="2955" y="19"/>
                    <a:pt x="2955" y="19"/>
                  </a:cubicBezTo>
                  <a:cubicBezTo>
                    <a:pt x="2954" y="17"/>
                    <a:pt x="2953" y="17"/>
                    <a:pt x="2952" y="16"/>
                  </a:cubicBezTo>
                  <a:cubicBezTo>
                    <a:pt x="2950" y="14"/>
                    <a:pt x="2948" y="12"/>
                    <a:pt x="2945" y="11"/>
                  </a:cubicBezTo>
                  <a:cubicBezTo>
                    <a:pt x="2944" y="10"/>
                    <a:pt x="2942" y="9"/>
                    <a:pt x="2940" y="8"/>
                  </a:cubicBezTo>
                  <a:cubicBezTo>
                    <a:pt x="2938" y="7"/>
                    <a:pt x="2936" y="6"/>
                    <a:pt x="2934" y="5"/>
                  </a:cubicBezTo>
                  <a:cubicBezTo>
                    <a:pt x="2932" y="4"/>
                    <a:pt x="2930" y="4"/>
                    <a:pt x="2928" y="3"/>
                  </a:cubicBezTo>
                  <a:cubicBezTo>
                    <a:pt x="2925" y="3"/>
                    <a:pt x="2923" y="2"/>
                    <a:pt x="2921" y="2"/>
                  </a:cubicBezTo>
                  <a:cubicBezTo>
                    <a:pt x="2919" y="1"/>
                    <a:pt x="2917" y="1"/>
                    <a:pt x="2915" y="1"/>
                  </a:cubicBezTo>
                  <a:cubicBezTo>
                    <a:pt x="2913" y="1"/>
                    <a:pt x="2911" y="0"/>
                    <a:pt x="2908" y="1"/>
                  </a:cubicBezTo>
                  <a:cubicBezTo>
                    <a:pt x="2907" y="1"/>
                    <a:pt x="2905" y="1"/>
                    <a:pt x="2903" y="1"/>
                  </a:cubicBezTo>
                  <a:cubicBezTo>
                    <a:pt x="2900" y="1"/>
                    <a:pt x="2898" y="2"/>
                    <a:pt x="2896" y="2"/>
                  </a:cubicBezTo>
                  <a:cubicBezTo>
                    <a:pt x="2894" y="2"/>
                    <a:pt x="2892" y="3"/>
                    <a:pt x="2890" y="4"/>
                  </a:cubicBezTo>
                  <a:cubicBezTo>
                    <a:pt x="2887" y="5"/>
                    <a:pt x="2885" y="5"/>
                    <a:pt x="2883" y="6"/>
                  </a:cubicBezTo>
                  <a:cubicBezTo>
                    <a:pt x="2881" y="7"/>
                    <a:pt x="2879" y="8"/>
                    <a:pt x="2876" y="10"/>
                  </a:cubicBezTo>
                  <a:cubicBezTo>
                    <a:pt x="2875" y="11"/>
                    <a:pt x="2874" y="11"/>
                    <a:pt x="2872" y="12"/>
                  </a:cubicBezTo>
                  <a:cubicBezTo>
                    <a:pt x="2872" y="12"/>
                    <a:pt x="2872" y="12"/>
                    <a:pt x="2872" y="12"/>
                  </a:cubicBezTo>
                  <a:cubicBezTo>
                    <a:pt x="2870" y="14"/>
                    <a:pt x="2868" y="15"/>
                    <a:pt x="2867" y="17"/>
                  </a:cubicBezTo>
                  <a:cubicBezTo>
                    <a:pt x="2865" y="18"/>
                    <a:pt x="2863" y="20"/>
                    <a:pt x="2861" y="21"/>
                  </a:cubicBezTo>
                  <a:cubicBezTo>
                    <a:pt x="2861" y="21"/>
                    <a:pt x="2861" y="21"/>
                    <a:pt x="2861" y="21"/>
                  </a:cubicBezTo>
                  <a:lnTo>
                    <a:pt x="2242" y="680"/>
                  </a:lnTo>
                  <a:cubicBezTo>
                    <a:pt x="2180" y="454"/>
                    <a:pt x="1973" y="288"/>
                    <a:pt x="1727" y="288"/>
                  </a:cubicBezTo>
                  <a:cubicBezTo>
                    <a:pt x="1455" y="288"/>
                    <a:pt x="1230" y="492"/>
                    <a:pt x="1197" y="756"/>
                  </a:cubicBezTo>
                  <a:lnTo>
                    <a:pt x="1064" y="756"/>
                  </a:lnTo>
                  <a:cubicBezTo>
                    <a:pt x="1037" y="539"/>
                    <a:pt x="880" y="363"/>
                    <a:pt x="674" y="307"/>
                  </a:cubicBezTo>
                  <a:lnTo>
                    <a:pt x="799" y="173"/>
                  </a:lnTo>
                  <a:lnTo>
                    <a:pt x="919" y="350"/>
                  </a:lnTo>
                  <a:cubicBezTo>
                    <a:pt x="932" y="369"/>
                    <a:pt x="953" y="380"/>
                    <a:pt x="975" y="380"/>
                  </a:cubicBezTo>
                  <a:cubicBezTo>
                    <a:pt x="988" y="380"/>
                    <a:pt x="1001" y="376"/>
                    <a:pt x="1012" y="368"/>
                  </a:cubicBezTo>
                  <a:cubicBezTo>
                    <a:pt x="1042" y="347"/>
                    <a:pt x="1050" y="306"/>
                    <a:pt x="1030" y="275"/>
                  </a:cubicBezTo>
                  <a:lnTo>
                    <a:pt x="863" y="30"/>
                  </a:lnTo>
                  <a:cubicBezTo>
                    <a:pt x="863" y="30"/>
                    <a:pt x="863" y="29"/>
                    <a:pt x="863" y="29"/>
                  </a:cubicBezTo>
                  <a:cubicBezTo>
                    <a:pt x="861" y="27"/>
                    <a:pt x="860" y="26"/>
                    <a:pt x="858" y="24"/>
                  </a:cubicBezTo>
                  <a:cubicBezTo>
                    <a:pt x="857" y="22"/>
                    <a:pt x="855" y="20"/>
                    <a:pt x="854" y="19"/>
                  </a:cubicBezTo>
                  <a:cubicBezTo>
                    <a:pt x="854" y="19"/>
                    <a:pt x="854" y="19"/>
                    <a:pt x="853" y="19"/>
                  </a:cubicBezTo>
                  <a:cubicBezTo>
                    <a:pt x="852" y="17"/>
                    <a:pt x="851" y="17"/>
                    <a:pt x="850" y="16"/>
                  </a:cubicBezTo>
                  <a:cubicBezTo>
                    <a:pt x="848" y="14"/>
                    <a:pt x="846" y="12"/>
                    <a:pt x="843" y="11"/>
                  </a:cubicBezTo>
                  <a:cubicBezTo>
                    <a:pt x="842" y="10"/>
                    <a:pt x="840" y="9"/>
                    <a:pt x="838" y="8"/>
                  </a:cubicBezTo>
                  <a:cubicBezTo>
                    <a:pt x="836" y="7"/>
                    <a:pt x="834" y="6"/>
                    <a:pt x="832" y="5"/>
                  </a:cubicBezTo>
                  <a:cubicBezTo>
                    <a:pt x="830" y="4"/>
                    <a:pt x="827" y="4"/>
                    <a:pt x="825" y="3"/>
                  </a:cubicBezTo>
                  <a:cubicBezTo>
                    <a:pt x="823" y="3"/>
                    <a:pt x="821" y="2"/>
                    <a:pt x="819" y="2"/>
                  </a:cubicBezTo>
                  <a:cubicBezTo>
                    <a:pt x="817" y="1"/>
                    <a:pt x="815" y="1"/>
                    <a:pt x="813" y="1"/>
                  </a:cubicBezTo>
                  <a:cubicBezTo>
                    <a:pt x="811" y="1"/>
                    <a:pt x="809" y="1"/>
                    <a:pt x="807" y="1"/>
                  </a:cubicBezTo>
                  <a:cubicBezTo>
                    <a:pt x="805" y="1"/>
                    <a:pt x="802" y="1"/>
                    <a:pt x="800" y="1"/>
                  </a:cubicBezTo>
                  <a:cubicBezTo>
                    <a:pt x="798" y="1"/>
                    <a:pt x="796" y="2"/>
                    <a:pt x="794" y="2"/>
                  </a:cubicBezTo>
                  <a:cubicBezTo>
                    <a:pt x="792" y="2"/>
                    <a:pt x="790" y="3"/>
                    <a:pt x="787" y="4"/>
                  </a:cubicBezTo>
                  <a:cubicBezTo>
                    <a:pt x="785" y="5"/>
                    <a:pt x="783" y="5"/>
                    <a:pt x="782" y="6"/>
                  </a:cubicBezTo>
                  <a:cubicBezTo>
                    <a:pt x="779" y="7"/>
                    <a:pt x="777" y="8"/>
                    <a:pt x="774" y="10"/>
                  </a:cubicBezTo>
                  <a:cubicBezTo>
                    <a:pt x="773" y="11"/>
                    <a:pt x="772" y="11"/>
                    <a:pt x="770" y="12"/>
                  </a:cubicBezTo>
                  <a:cubicBezTo>
                    <a:pt x="770" y="12"/>
                    <a:pt x="770" y="12"/>
                    <a:pt x="770" y="12"/>
                  </a:cubicBezTo>
                  <a:cubicBezTo>
                    <a:pt x="768" y="14"/>
                    <a:pt x="766" y="15"/>
                    <a:pt x="765" y="17"/>
                  </a:cubicBezTo>
                  <a:cubicBezTo>
                    <a:pt x="763" y="18"/>
                    <a:pt x="761" y="20"/>
                    <a:pt x="760" y="21"/>
                  </a:cubicBezTo>
                  <a:cubicBezTo>
                    <a:pt x="759" y="21"/>
                    <a:pt x="759" y="21"/>
                    <a:pt x="759" y="21"/>
                  </a:cubicBezTo>
                  <a:lnTo>
                    <a:pt x="508" y="289"/>
                  </a:lnTo>
                  <a:cubicBezTo>
                    <a:pt x="225" y="302"/>
                    <a:pt x="0" y="536"/>
                    <a:pt x="0" y="822"/>
                  </a:cubicBezTo>
                  <a:cubicBezTo>
                    <a:pt x="0" y="1117"/>
                    <a:pt x="239" y="1356"/>
                    <a:pt x="534" y="1356"/>
                  </a:cubicBezTo>
                  <a:cubicBezTo>
                    <a:pt x="806" y="1356"/>
                    <a:pt x="1031" y="1152"/>
                    <a:pt x="1064" y="889"/>
                  </a:cubicBezTo>
                  <a:lnTo>
                    <a:pt x="1197" y="889"/>
                  </a:lnTo>
                  <a:cubicBezTo>
                    <a:pt x="1230" y="1152"/>
                    <a:pt x="1455" y="1356"/>
                    <a:pt x="1727" y="1356"/>
                  </a:cubicBezTo>
                  <a:cubicBezTo>
                    <a:pt x="2011" y="1356"/>
                    <a:pt x="2243" y="1135"/>
                    <a:pt x="2260" y="856"/>
                  </a:cubicBezTo>
                  <a:lnTo>
                    <a:pt x="2901" y="173"/>
                  </a:lnTo>
                  <a:lnTo>
                    <a:pt x="3021" y="350"/>
                  </a:lnTo>
                  <a:cubicBezTo>
                    <a:pt x="3034" y="369"/>
                    <a:pt x="3055" y="380"/>
                    <a:pt x="3077" y="380"/>
                  </a:cubicBezTo>
                  <a:cubicBezTo>
                    <a:pt x="3089" y="380"/>
                    <a:pt x="3103" y="376"/>
                    <a:pt x="3114" y="368"/>
                  </a:cubicBezTo>
                  <a:cubicBezTo>
                    <a:pt x="3144" y="347"/>
                    <a:pt x="3152" y="306"/>
                    <a:pt x="3132" y="275"/>
                  </a:cubicBezTo>
                  <a:lnTo>
                    <a:pt x="2965" y="3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72" name="组合 71"/>
            <p:cNvGrpSpPr/>
            <p:nvPr userDrawn="1"/>
          </p:nvGrpSpPr>
          <p:grpSpPr>
            <a:xfrm rot="1013132">
              <a:off x="10896206" y="2815985"/>
              <a:ext cx="794889" cy="623974"/>
              <a:chOff x="3654425" y="5089525"/>
              <a:chExt cx="1860550" cy="1460500"/>
            </a:xfrm>
            <a:grpFill/>
          </p:grpSpPr>
          <p:sp>
            <p:nvSpPr>
              <p:cNvPr id="110" name="Freeform 12"/>
              <p:cNvSpPr>
                <a:spLocks noEditPoints="1"/>
              </p:cNvSpPr>
              <p:nvPr userDrawn="1">
                <p:custDataLst>
                  <p:tags r:id="rId157"/>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1" name="Freeform 13"/>
              <p:cNvSpPr/>
              <p:nvPr userDrawn="1">
                <p:custDataLst>
                  <p:tags r:id="rId158"/>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2" name="Freeform 14"/>
              <p:cNvSpPr/>
              <p:nvPr userDrawn="1">
                <p:custDataLst>
                  <p:tags r:id="rId159"/>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3" name="Freeform 15"/>
              <p:cNvSpPr/>
              <p:nvPr userDrawn="1">
                <p:custDataLst>
                  <p:tags r:id="rId160"/>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4" name="Freeform 16"/>
              <p:cNvSpPr/>
              <p:nvPr userDrawn="1">
                <p:custDataLst>
                  <p:tags r:id="rId161"/>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5" name="Freeform 17"/>
              <p:cNvSpPr/>
              <p:nvPr userDrawn="1">
                <p:custDataLst>
                  <p:tags r:id="rId162"/>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6" name="Freeform 18"/>
              <p:cNvSpPr/>
              <p:nvPr userDrawn="1">
                <p:custDataLst>
                  <p:tags r:id="rId163"/>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3" name="组合 72"/>
            <p:cNvGrpSpPr/>
            <p:nvPr userDrawn="1"/>
          </p:nvGrpSpPr>
          <p:grpSpPr>
            <a:xfrm>
              <a:off x="11093096" y="1325207"/>
              <a:ext cx="1301704" cy="1299270"/>
              <a:chOff x="6262688" y="5170488"/>
              <a:chExt cx="1697038" cy="1693863"/>
            </a:xfrm>
            <a:grpFill/>
          </p:grpSpPr>
          <p:sp>
            <p:nvSpPr>
              <p:cNvPr id="108" name="Freeform 19"/>
              <p:cNvSpPr>
                <a:spLocks noEditPoints="1"/>
              </p:cNvSpPr>
              <p:nvPr userDrawn="1">
                <p:custDataLst>
                  <p:tags r:id="rId164"/>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9" name="Freeform 20"/>
              <p:cNvSpPr/>
              <p:nvPr userDrawn="1">
                <p:custDataLst>
                  <p:tags r:id="rId165"/>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4" name="组合 73"/>
            <p:cNvGrpSpPr/>
            <p:nvPr userDrawn="1"/>
          </p:nvGrpSpPr>
          <p:grpSpPr>
            <a:xfrm rot="1013132">
              <a:off x="6176564" y="5290989"/>
              <a:ext cx="794889" cy="623974"/>
              <a:chOff x="3654425" y="5089525"/>
              <a:chExt cx="1860550" cy="1460500"/>
            </a:xfrm>
            <a:grpFill/>
          </p:grpSpPr>
          <p:sp>
            <p:nvSpPr>
              <p:cNvPr id="101" name="Freeform 12"/>
              <p:cNvSpPr>
                <a:spLocks noEditPoints="1"/>
              </p:cNvSpPr>
              <p:nvPr userDrawn="1">
                <p:custDataLst>
                  <p:tags r:id="rId166"/>
                </p:custDataLst>
              </p:nvPr>
            </p:nvSpPr>
            <p:spPr bwMode="auto">
              <a:xfrm>
                <a:off x="3654425" y="5089525"/>
                <a:ext cx="1860550" cy="1460500"/>
              </a:xfrm>
              <a:custGeom>
                <a:avLst/>
                <a:gdLst>
                  <a:gd name="T0" fmla="*/ 2372 w 2506"/>
                  <a:gd name="T1" fmla="*/ 1716 h 1970"/>
                  <a:gd name="T2" fmla="*/ 2372 w 2506"/>
                  <a:gd name="T3" fmla="*/ 1716 h 1970"/>
                  <a:gd name="T4" fmla="*/ 1858 w 2506"/>
                  <a:gd name="T5" fmla="*/ 1575 h 1970"/>
                  <a:gd name="T6" fmla="*/ 1818 w 2506"/>
                  <a:gd name="T7" fmla="*/ 1576 h 1970"/>
                  <a:gd name="T8" fmla="*/ 1323 w 2506"/>
                  <a:gd name="T9" fmla="*/ 1715 h 1970"/>
                  <a:gd name="T10" fmla="*/ 1323 w 2506"/>
                  <a:gd name="T11" fmla="*/ 308 h 1970"/>
                  <a:gd name="T12" fmla="*/ 1847 w 2506"/>
                  <a:gd name="T13" fmla="*/ 133 h 1970"/>
                  <a:gd name="T14" fmla="*/ 2372 w 2506"/>
                  <a:gd name="T15" fmla="*/ 310 h 1970"/>
                  <a:gd name="T16" fmla="*/ 2372 w 2506"/>
                  <a:gd name="T17" fmla="*/ 1716 h 1970"/>
                  <a:gd name="T18" fmla="*/ 1182 w 2506"/>
                  <a:gd name="T19" fmla="*/ 1715 h 1970"/>
                  <a:gd name="T20" fmla="*/ 1182 w 2506"/>
                  <a:gd name="T21" fmla="*/ 1715 h 1970"/>
                  <a:gd name="T22" fmla="*/ 688 w 2506"/>
                  <a:gd name="T23" fmla="*/ 1576 h 1970"/>
                  <a:gd name="T24" fmla="*/ 647 w 2506"/>
                  <a:gd name="T25" fmla="*/ 1575 h 1970"/>
                  <a:gd name="T26" fmla="*/ 133 w 2506"/>
                  <a:gd name="T27" fmla="*/ 1716 h 1970"/>
                  <a:gd name="T28" fmla="*/ 133 w 2506"/>
                  <a:gd name="T29" fmla="*/ 310 h 1970"/>
                  <a:gd name="T30" fmla="*/ 659 w 2506"/>
                  <a:gd name="T31" fmla="*/ 133 h 1970"/>
                  <a:gd name="T32" fmla="*/ 1182 w 2506"/>
                  <a:gd name="T33" fmla="*/ 308 h 1970"/>
                  <a:gd name="T34" fmla="*/ 1182 w 2506"/>
                  <a:gd name="T35" fmla="*/ 1715 h 1970"/>
                  <a:gd name="T36" fmla="*/ 1849 w 2506"/>
                  <a:gd name="T37" fmla="*/ 0 h 1970"/>
                  <a:gd name="T38" fmla="*/ 1849 w 2506"/>
                  <a:gd name="T39" fmla="*/ 0 h 1970"/>
                  <a:gd name="T40" fmla="*/ 1823 w 2506"/>
                  <a:gd name="T41" fmla="*/ 0 h 1970"/>
                  <a:gd name="T42" fmla="*/ 1253 w 2506"/>
                  <a:gd name="T43" fmla="*/ 184 h 1970"/>
                  <a:gd name="T44" fmla="*/ 683 w 2506"/>
                  <a:gd name="T45" fmla="*/ 0 h 1970"/>
                  <a:gd name="T46" fmla="*/ 657 w 2506"/>
                  <a:gd name="T47" fmla="*/ 0 h 1970"/>
                  <a:gd name="T48" fmla="*/ 5 w 2506"/>
                  <a:gd name="T49" fmla="*/ 267 h 1970"/>
                  <a:gd name="T50" fmla="*/ 0 w 2506"/>
                  <a:gd name="T51" fmla="*/ 279 h 1970"/>
                  <a:gd name="T52" fmla="*/ 0 w 2506"/>
                  <a:gd name="T53" fmla="*/ 1970 h 1970"/>
                  <a:gd name="T54" fmla="*/ 107 w 2506"/>
                  <a:gd name="T55" fmla="*/ 1889 h 1970"/>
                  <a:gd name="T56" fmla="*/ 682 w 2506"/>
                  <a:gd name="T57" fmla="*/ 1709 h 1970"/>
                  <a:gd name="T58" fmla="*/ 1190 w 2506"/>
                  <a:gd name="T59" fmla="*/ 1876 h 1970"/>
                  <a:gd name="T60" fmla="*/ 1208 w 2506"/>
                  <a:gd name="T61" fmla="*/ 1888 h 1970"/>
                  <a:gd name="T62" fmla="*/ 1253 w 2506"/>
                  <a:gd name="T63" fmla="*/ 1924 h 1970"/>
                  <a:gd name="T64" fmla="*/ 1298 w 2506"/>
                  <a:gd name="T65" fmla="*/ 1888 h 1970"/>
                  <a:gd name="T66" fmla="*/ 1316 w 2506"/>
                  <a:gd name="T67" fmla="*/ 1876 h 1970"/>
                  <a:gd name="T68" fmla="*/ 1824 w 2506"/>
                  <a:gd name="T69" fmla="*/ 1709 h 1970"/>
                  <a:gd name="T70" fmla="*/ 2399 w 2506"/>
                  <a:gd name="T71" fmla="*/ 1889 h 1970"/>
                  <a:gd name="T72" fmla="*/ 2506 w 2506"/>
                  <a:gd name="T73" fmla="*/ 1970 h 1970"/>
                  <a:gd name="T74" fmla="*/ 2506 w 2506"/>
                  <a:gd name="T75" fmla="*/ 279 h 1970"/>
                  <a:gd name="T76" fmla="*/ 2501 w 2506"/>
                  <a:gd name="T77" fmla="*/ 267 h 1970"/>
                  <a:gd name="T78" fmla="*/ 1849 w 2506"/>
                  <a:gd name="T79" fmla="*/ 0 h 1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6" h="1970">
                    <a:moveTo>
                      <a:pt x="2372" y="1716"/>
                    </a:moveTo>
                    <a:lnTo>
                      <a:pt x="2372" y="1716"/>
                    </a:lnTo>
                    <a:cubicBezTo>
                      <a:pt x="2261" y="1655"/>
                      <a:pt x="2075" y="1575"/>
                      <a:pt x="1858" y="1575"/>
                    </a:cubicBezTo>
                    <a:cubicBezTo>
                      <a:pt x="1845" y="1575"/>
                      <a:pt x="1831" y="1576"/>
                      <a:pt x="1818" y="1576"/>
                    </a:cubicBezTo>
                    <a:cubicBezTo>
                      <a:pt x="1599" y="1587"/>
                      <a:pt x="1427" y="1659"/>
                      <a:pt x="1323" y="1715"/>
                    </a:cubicBezTo>
                    <a:lnTo>
                      <a:pt x="1323" y="308"/>
                    </a:lnTo>
                    <a:cubicBezTo>
                      <a:pt x="1347" y="271"/>
                      <a:pt x="1462" y="127"/>
                      <a:pt x="1847" y="133"/>
                    </a:cubicBezTo>
                    <a:cubicBezTo>
                      <a:pt x="2229" y="140"/>
                      <a:pt x="2347" y="273"/>
                      <a:pt x="2372" y="310"/>
                    </a:cubicBezTo>
                    <a:lnTo>
                      <a:pt x="2372" y="1716"/>
                    </a:lnTo>
                    <a:close/>
                    <a:moveTo>
                      <a:pt x="1182" y="1715"/>
                    </a:moveTo>
                    <a:lnTo>
                      <a:pt x="1182" y="1715"/>
                    </a:lnTo>
                    <a:cubicBezTo>
                      <a:pt x="1079" y="1659"/>
                      <a:pt x="906" y="1587"/>
                      <a:pt x="688" y="1576"/>
                    </a:cubicBezTo>
                    <a:cubicBezTo>
                      <a:pt x="674" y="1576"/>
                      <a:pt x="661" y="1575"/>
                      <a:pt x="647" y="1575"/>
                    </a:cubicBezTo>
                    <a:cubicBezTo>
                      <a:pt x="431" y="1575"/>
                      <a:pt x="244" y="1655"/>
                      <a:pt x="133" y="1716"/>
                    </a:cubicBezTo>
                    <a:lnTo>
                      <a:pt x="133" y="310"/>
                    </a:lnTo>
                    <a:cubicBezTo>
                      <a:pt x="159" y="273"/>
                      <a:pt x="276" y="140"/>
                      <a:pt x="659" y="133"/>
                    </a:cubicBezTo>
                    <a:cubicBezTo>
                      <a:pt x="1044" y="127"/>
                      <a:pt x="1159" y="271"/>
                      <a:pt x="1182" y="308"/>
                    </a:cubicBezTo>
                    <a:lnTo>
                      <a:pt x="1182" y="1715"/>
                    </a:lnTo>
                    <a:close/>
                    <a:moveTo>
                      <a:pt x="1849" y="0"/>
                    </a:moveTo>
                    <a:lnTo>
                      <a:pt x="1849" y="0"/>
                    </a:lnTo>
                    <a:cubicBezTo>
                      <a:pt x="1840" y="0"/>
                      <a:pt x="1831" y="0"/>
                      <a:pt x="1823" y="0"/>
                    </a:cubicBezTo>
                    <a:cubicBezTo>
                      <a:pt x="1490" y="0"/>
                      <a:pt x="1328" y="105"/>
                      <a:pt x="1253" y="184"/>
                    </a:cubicBezTo>
                    <a:cubicBezTo>
                      <a:pt x="1178" y="105"/>
                      <a:pt x="1015" y="0"/>
                      <a:pt x="683" y="0"/>
                    </a:cubicBezTo>
                    <a:cubicBezTo>
                      <a:pt x="674" y="0"/>
                      <a:pt x="666" y="0"/>
                      <a:pt x="657" y="0"/>
                    </a:cubicBezTo>
                    <a:cubicBezTo>
                      <a:pt x="127" y="9"/>
                      <a:pt x="16" y="240"/>
                      <a:pt x="5" y="267"/>
                    </a:cubicBezTo>
                    <a:lnTo>
                      <a:pt x="0" y="279"/>
                    </a:lnTo>
                    <a:lnTo>
                      <a:pt x="0" y="1970"/>
                    </a:lnTo>
                    <a:lnTo>
                      <a:pt x="107" y="1889"/>
                    </a:lnTo>
                    <a:cubicBezTo>
                      <a:pt x="109" y="1887"/>
                      <a:pt x="369" y="1695"/>
                      <a:pt x="682" y="1709"/>
                    </a:cubicBezTo>
                    <a:cubicBezTo>
                      <a:pt x="943" y="1722"/>
                      <a:pt x="1133" y="1837"/>
                      <a:pt x="1190" y="1876"/>
                    </a:cubicBezTo>
                    <a:cubicBezTo>
                      <a:pt x="1201" y="1883"/>
                      <a:pt x="1207" y="1888"/>
                      <a:pt x="1208" y="1888"/>
                    </a:cubicBezTo>
                    <a:lnTo>
                      <a:pt x="1253" y="1924"/>
                    </a:lnTo>
                    <a:lnTo>
                      <a:pt x="1298" y="1888"/>
                    </a:lnTo>
                    <a:cubicBezTo>
                      <a:pt x="1298" y="1888"/>
                      <a:pt x="1304" y="1883"/>
                      <a:pt x="1316" y="1876"/>
                    </a:cubicBezTo>
                    <a:cubicBezTo>
                      <a:pt x="1373" y="1837"/>
                      <a:pt x="1563" y="1722"/>
                      <a:pt x="1824" y="1709"/>
                    </a:cubicBezTo>
                    <a:cubicBezTo>
                      <a:pt x="2135" y="1695"/>
                      <a:pt x="2396" y="1887"/>
                      <a:pt x="2399" y="1889"/>
                    </a:cubicBezTo>
                    <a:lnTo>
                      <a:pt x="2506" y="1970"/>
                    </a:lnTo>
                    <a:lnTo>
                      <a:pt x="2506" y="279"/>
                    </a:lnTo>
                    <a:lnTo>
                      <a:pt x="2501" y="267"/>
                    </a:lnTo>
                    <a:cubicBezTo>
                      <a:pt x="2490" y="240"/>
                      <a:pt x="2379" y="9"/>
                      <a:pt x="1849"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2" name="Freeform 13"/>
              <p:cNvSpPr/>
              <p:nvPr userDrawn="1">
                <p:custDataLst>
                  <p:tags r:id="rId167"/>
                </p:custDataLst>
              </p:nvPr>
            </p:nvSpPr>
            <p:spPr bwMode="auto">
              <a:xfrm>
                <a:off x="3829050" y="5399088"/>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0 h 206"/>
                  <a:gd name="T12" fmla="*/ 68 w 844"/>
                  <a:gd name="T13" fmla="*/ 193 h 206"/>
                  <a:gd name="T14" fmla="*/ 437 w 844"/>
                  <a:gd name="T15" fmla="*/ 89 h 206"/>
                  <a:gd name="T16" fmla="*/ 775 w 844"/>
                  <a:gd name="T17" fmla="*/ 193 h 206"/>
                  <a:gd name="T18" fmla="*/ 831 w 844"/>
                  <a:gd name="T19" fmla="*/ 183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3"/>
                      <a:pt x="667" y="19"/>
                      <a:pt x="441" y="10"/>
                    </a:cubicBezTo>
                    <a:cubicBezTo>
                      <a:pt x="213" y="0"/>
                      <a:pt x="30" y="122"/>
                      <a:pt x="23" y="127"/>
                    </a:cubicBezTo>
                    <a:cubicBezTo>
                      <a:pt x="4" y="139"/>
                      <a:pt x="0" y="164"/>
                      <a:pt x="12" y="183"/>
                    </a:cubicBezTo>
                    <a:cubicBezTo>
                      <a:pt x="20" y="194"/>
                      <a:pt x="32" y="200"/>
                      <a:pt x="45" y="200"/>
                    </a:cubicBezTo>
                    <a:cubicBezTo>
                      <a:pt x="53" y="200"/>
                      <a:pt x="61" y="198"/>
                      <a:pt x="68" y="193"/>
                    </a:cubicBezTo>
                    <a:cubicBezTo>
                      <a:pt x="69" y="192"/>
                      <a:pt x="236" y="81"/>
                      <a:pt x="437" y="89"/>
                    </a:cubicBezTo>
                    <a:cubicBezTo>
                      <a:pt x="639" y="98"/>
                      <a:pt x="774" y="192"/>
                      <a:pt x="775" y="193"/>
                    </a:cubicBezTo>
                    <a:cubicBezTo>
                      <a:pt x="793" y="206"/>
                      <a:pt x="818" y="201"/>
                      <a:pt x="831" y="183"/>
                    </a:cubicBezTo>
                    <a:cubicBezTo>
                      <a:pt x="844" y="165"/>
                      <a:pt x="840" y="140"/>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3" name="Freeform 14"/>
              <p:cNvSpPr/>
              <p:nvPr userDrawn="1">
                <p:custDataLst>
                  <p:tags r:id="rId168"/>
                </p:custDataLst>
              </p:nvPr>
            </p:nvSpPr>
            <p:spPr bwMode="auto">
              <a:xfrm>
                <a:off x="3829050" y="56784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4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3"/>
                      <a:pt x="23" y="128"/>
                    </a:cubicBezTo>
                    <a:cubicBezTo>
                      <a:pt x="4" y="140"/>
                      <a:pt x="0" y="165"/>
                      <a:pt x="12" y="183"/>
                    </a:cubicBezTo>
                    <a:cubicBezTo>
                      <a:pt x="20" y="195"/>
                      <a:pt x="32" y="201"/>
                      <a:pt x="45" y="201"/>
                    </a:cubicBezTo>
                    <a:cubicBezTo>
                      <a:pt x="53" y="201"/>
                      <a:pt x="61" y="199"/>
                      <a:pt x="68" y="194"/>
                    </a:cubicBezTo>
                    <a:cubicBezTo>
                      <a:pt x="69" y="193"/>
                      <a:pt x="236" y="82"/>
                      <a:pt x="437" y="90"/>
                    </a:cubicBezTo>
                    <a:cubicBezTo>
                      <a:pt x="639" y="99"/>
                      <a:pt x="774" y="193"/>
                      <a:pt x="775" y="194"/>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4" name="Freeform 15"/>
              <p:cNvSpPr/>
              <p:nvPr userDrawn="1">
                <p:custDataLst>
                  <p:tags r:id="rId169"/>
                </p:custDataLst>
              </p:nvPr>
            </p:nvSpPr>
            <p:spPr bwMode="auto">
              <a:xfrm>
                <a:off x="3829050" y="5957888"/>
                <a:ext cx="627063" cy="153988"/>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8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8"/>
                      <a:pt x="68"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5" name="Freeform 16"/>
              <p:cNvSpPr/>
              <p:nvPr userDrawn="1">
                <p:custDataLst>
                  <p:tags r:id="rId170"/>
                </p:custDataLst>
              </p:nvPr>
            </p:nvSpPr>
            <p:spPr bwMode="auto">
              <a:xfrm>
                <a:off x="4713288" y="5437188"/>
                <a:ext cx="627063" cy="152400"/>
              </a:xfrm>
              <a:custGeom>
                <a:avLst/>
                <a:gdLst>
                  <a:gd name="T0" fmla="*/ 822 w 844"/>
                  <a:gd name="T1" fmla="*/ 127 h 205"/>
                  <a:gd name="T2" fmla="*/ 822 w 844"/>
                  <a:gd name="T3" fmla="*/ 127 h 205"/>
                  <a:gd name="T4" fmla="*/ 441 w 844"/>
                  <a:gd name="T5" fmla="*/ 9 h 205"/>
                  <a:gd name="T6" fmla="*/ 23 w 844"/>
                  <a:gd name="T7" fmla="*/ 127 h 205"/>
                  <a:gd name="T8" fmla="*/ 12 w 844"/>
                  <a:gd name="T9" fmla="*/ 182 h 205"/>
                  <a:gd name="T10" fmla="*/ 45 w 844"/>
                  <a:gd name="T11" fmla="*/ 200 h 205"/>
                  <a:gd name="T12" fmla="*/ 67 w 844"/>
                  <a:gd name="T13" fmla="*/ 193 h 205"/>
                  <a:gd name="T14" fmla="*/ 437 w 844"/>
                  <a:gd name="T15" fmla="*/ 89 h 205"/>
                  <a:gd name="T16" fmla="*/ 775 w 844"/>
                  <a:gd name="T17" fmla="*/ 193 h 205"/>
                  <a:gd name="T18" fmla="*/ 831 w 844"/>
                  <a:gd name="T19" fmla="*/ 183 h 205"/>
                  <a:gd name="T20" fmla="*/ 822 w 844"/>
                  <a:gd name="T21" fmla="*/ 12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5">
                    <a:moveTo>
                      <a:pt x="822" y="127"/>
                    </a:moveTo>
                    <a:lnTo>
                      <a:pt x="822" y="127"/>
                    </a:lnTo>
                    <a:cubicBezTo>
                      <a:pt x="815" y="123"/>
                      <a:pt x="667" y="19"/>
                      <a:pt x="441" y="9"/>
                    </a:cubicBezTo>
                    <a:cubicBezTo>
                      <a:pt x="213" y="0"/>
                      <a:pt x="30" y="122"/>
                      <a:pt x="23" y="127"/>
                    </a:cubicBezTo>
                    <a:cubicBezTo>
                      <a:pt x="4" y="139"/>
                      <a:pt x="0" y="164"/>
                      <a:pt x="12" y="182"/>
                    </a:cubicBezTo>
                    <a:cubicBezTo>
                      <a:pt x="20" y="194"/>
                      <a:pt x="32" y="200"/>
                      <a:pt x="45" y="200"/>
                    </a:cubicBezTo>
                    <a:cubicBezTo>
                      <a:pt x="53" y="200"/>
                      <a:pt x="61" y="198"/>
                      <a:pt x="67" y="193"/>
                    </a:cubicBezTo>
                    <a:cubicBezTo>
                      <a:pt x="69" y="192"/>
                      <a:pt x="236" y="81"/>
                      <a:pt x="437" y="89"/>
                    </a:cubicBezTo>
                    <a:cubicBezTo>
                      <a:pt x="639" y="98"/>
                      <a:pt x="774" y="192"/>
                      <a:pt x="775" y="193"/>
                    </a:cubicBezTo>
                    <a:cubicBezTo>
                      <a:pt x="793" y="205"/>
                      <a:pt x="818" y="201"/>
                      <a:pt x="831" y="183"/>
                    </a:cubicBezTo>
                    <a:cubicBezTo>
                      <a:pt x="844" y="165"/>
                      <a:pt x="840" y="140"/>
                      <a:pt x="822" y="12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6" name="Freeform 17"/>
              <p:cNvSpPr/>
              <p:nvPr userDrawn="1">
                <p:custDataLst>
                  <p:tags r:id="rId171"/>
                </p:custDataLst>
              </p:nvPr>
            </p:nvSpPr>
            <p:spPr bwMode="auto">
              <a:xfrm>
                <a:off x="4713288" y="5716588"/>
                <a:ext cx="627063" cy="152400"/>
              </a:xfrm>
              <a:custGeom>
                <a:avLst/>
                <a:gdLst>
                  <a:gd name="T0" fmla="*/ 822 w 844"/>
                  <a:gd name="T1" fmla="*/ 128 h 206"/>
                  <a:gd name="T2" fmla="*/ 822 w 844"/>
                  <a:gd name="T3" fmla="*/ 128 h 206"/>
                  <a:gd name="T4" fmla="*/ 441 w 844"/>
                  <a:gd name="T5" fmla="*/ 10 h 206"/>
                  <a:gd name="T6" fmla="*/ 23 w 844"/>
                  <a:gd name="T7" fmla="*/ 128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8"/>
                    </a:cubicBezTo>
                    <a:cubicBezTo>
                      <a:pt x="4" y="140"/>
                      <a:pt x="0" y="165"/>
                      <a:pt x="12" y="183"/>
                    </a:cubicBezTo>
                    <a:cubicBezTo>
                      <a:pt x="20" y="195"/>
                      <a:pt x="32" y="201"/>
                      <a:pt x="45" y="201"/>
                    </a:cubicBezTo>
                    <a:cubicBezTo>
                      <a:pt x="53" y="201"/>
                      <a:pt x="61" y="199"/>
                      <a:pt x="67" y="194"/>
                    </a:cubicBezTo>
                    <a:cubicBezTo>
                      <a:pt x="69" y="193"/>
                      <a:pt x="236" y="82"/>
                      <a:pt x="437" y="90"/>
                    </a:cubicBezTo>
                    <a:cubicBezTo>
                      <a:pt x="639" y="99"/>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7" name="Freeform 18"/>
              <p:cNvSpPr/>
              <p:nvPr userDrawn="1">
                <p:custDataLst>
                  <p:tags r:id="rId172"/>
                </p:custDataLst>
              </p:nvPr>
            </p:nvSpPr>
            <p:spPr bwMode="auto">
              <a:xfrm>
                <a:off x="4713288" y="5997575"/>
                <a:ext cx="627063" cy="152400"/>
              </a:xfrm>
              <a:custGeom>
                <a:avLst/>
                <a:gdLst>
                  <a:gd name="T0" fmla="*/ 822 w 844"/>
                  <a:gd name="T1" fmla="*/ 128 h 206"/>
                  <a:gd name="T2" fmla="*/ 822 w 844"/>
                  <a:gd name="T3" fmla="*/ 128 h 206"/>
                  <a:gd name="T4" fmla="*/ 441 w 844"/>
                  <a:gd name="T5" fmla="*/ 10 h 206"/>
                  <a:gd name="T6" fmla="*/ 23 w 844"/>
                  <a:gd name="T7" fmla="*/ 127 h 206"/>
                  <a:gd name="T8" fmla="*/ 12 w 844"/>
                  <a:gd name="T9" fmla="*/ 183 h 206"/>
                  <a:gd name="T10" fmla="*/ 45 w 844"/>
                  <a:gd name="T11" fmla="*/ 201 h 206"/>
                  <a:gd name="T12" fmla="*/ 67 w 844"/>
                  <a:gd name="T13" fmla="*/ 194 h 206"/>
                  <a:gd name="T14" fmla="*/ 437 w 844"/>
                  <a:gd name="T15" fmla="*/ 90 h 206"/>
                  <a:gd name="T16" fmla="*/ 775 w 844"/>
                  <a:gd name="T17" fmla="*/ 193 h 206"/>
                  <a:gd name="T18" fmla="*/ 831 w 844"/>
                  <a:gd name="T19" fmla="*/ 184 h 206"/>
                  <a:gd name="T20" fmla="*/ 822 w 844"/>
                  <a:gd name="T21" fmla="*/ 12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4" h="206">
                    <a:moveTo>
                      <a:pt x="822" y="128"/>
                    </a:moveTo>
                    <a:lnTo>
                      <a:pt x="822" y="128"/>
                    </a:lnTo>
                    <a:cubicBezTo>
                      <a:pt x="815" y="124"/>
                      <a:pt x="667" y="20"/>
                      <a:pt x="441" y="10"/>
                    </a:cubicBezTo>
                    <a:cubicBezTo>
                      <a:pt x="213" y="0"/>
                      <a:pt x="30" y="122"/>
                      <a:pt x="23" y="127"/>
                    </a:cubicBezTo>
                    <a:cubicBezTo>
                      <a:pt x="4" y="140"/>
                      <a:pt x="0" y="165"/>
                      <a:pt x="12" y="183"/>
                    </a:cubicBezTo>
                    <a:cubicBezTo>
                      <a:pt x="20" y="194"/>
                      <a:pt x="32" y="201"/>
                      <a:pt x="45" y="201"/>
                    </a:cubicBezTo>
                    <a:cubicBezTo>
                      <a:pt x="53" y="201"/>
                      <a:pt x="61" y="198"/>
                      <a:pt x="67" y="194"/>
                    </a:cubicBezTo>
                    <a:cubicBezTo>
                      <a:pt x="69" y="193"/>
                      <a:pt x="236" y="82"/>
                      <a:pt x="437" y="90"/>
                    </a:cubicBezTo>
                    <a:cubicBezTo>
                      <a:pt x="639" y="98"/>
                      <a:pt x="774" y="192"/>
                      <a:pt x="775" y="193"/>
                    </a:cubicBezTo>
                    <a:cubicBezTo>
                      <a:pt x="793" y="206"/>
                      <a:pt x="818" y="202"/>
                      <a:pt x="831" y="184"/>
                    </a:cubicBezTo>
                    <a:cubicBezTo>
                      <a:pt x="844" y="166"/>
                      <a:pt x="840" y="141"/>
                      <a:pt x="822" y="128"/>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75" name="Freeform 19"/>
            <p:cNvSpPr>
              <a:spLocks noEditPoints="1"/>
            </p:cNvSpPr>
            <p:nvPr userDrawn="1">
              <p:custDataLst>
                <p:tags r:id="rId173"/>
              </p:custDataLst>
            </p:nvPr>
          </p:nvSpPr>
          <p:spPr bwMode="auto">
            <a:xfrm rot="3628785">
              <a:off x="4614671" y="6522288"/>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6" name="Freeform 7"/>
            <p:cNvSpPr>
              <a:spLocks noEditPoints="1"/>
            </p:cNvSpPr>
            <p:nvPr userDrawn="1">
              <p:custDataLst>
                <p:tags r:id="rId174"/>
              </p:custDataLst>
            </p:nvPr>
          </p:nvSpPr>
          <p:spPr bwMode="auto">
            <a:xfrm rot="20132266">
              <a:off x="-807207" y="5977073"/>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77" name="组合 76"/>
            <p:cNvGrpSpPr/>
            <p:nvPr userDrawn="1"/>
          </p:nvGrpSpPr>
          <p:grpSpPr>
            <a:xfrm rot="21086915">
              <a:off x="11056807" y="581802"/>
              <a:ext cx="920458" cy="709092"/>
              <a:chOff x="2486025" y="3619500"/>
              <a:chExt cx="1500188" cy="1155700"/>
            </a:xfrm>
            <a:grpFill/>
          </p:grpSpPr>
          <p:sp>
            <p:nvSpPr>
              <p:cNvPr id="99" name="Freeform 26"/>
              <p:cNvSpPr>
                <a:spLocks noEditPoints="1"/>
              </p:cNvSpPr>
              <p:nvPr userDrawn="1">
                <p:custDataLst>
                  <p:tags r:id="rId175"/>
                </p:custDataLst>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0" name="Freeform 27"/>
              <p:cNvSpPr/>
              <p:nvPr userDrawn="1">
                <p:custDataLst>
                  <p:tags r:id="rId176"/>
                </p:custDataLst>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8" name="组 215"/>
            <p:cNvGrpSpPr/>
            <p:nvPr userDrawn="1"/>
          </p:nvGrpSpPr>
          <p:grpSpPr>
            <a:xfrm rot="2803540">
              <a:off x="9225928" y="-1135170"/>
              <a:ext cx="337162" cy="1815987"/>
              <a:chOff x="6099175" y="2627313"/>
              <a:chExt cx="411163" cy="2214563"/>
            </a:xfrm>
            <a:grpFill/>
          </p:grpSpPr>
          <p:sp>
            <p:nvSpPr>
              <p:cNvPr id="95" name="Freeform 13"/>
              <p:cNvSpPr>
                <a:spLocks noEditPoints="1"/>
              </p:cNvSpPr>
              <p:nvPr userDrawn="1">
                <p:custDataLst>
                  <p:tags r:id="rId177"/>
                </p:custDataLst>
              </p:nvPr>
            </p:nvSpPr>
            <p:spPr bwMode="auto">
              <a:xfrm>
                <a:off x="6130131" y="3048001"/>
                <a:ext cx="349250" cy="1258888"/>
              </a:xfrm>
              <a:custGeom>
                <a:avLst/>
                <a:gdLst>
                  <a:gd name="T0" fmla="*/ 137 w 367"/>
                  <a:gd name="T1" fmla="*/ 40 h 1313"/>
                  <a:gd name="T2" fmla="*/ 137 w 367"/>
                  <a:gd name="T3" fmla="*/ 40 h 1313"/>
                  <a:gd name="T4" fmla="*/ 230 w 367"/>
                  <a:gd name="T5" fmla="*/ 40 h 1313"/>
                  <a:gd name="T6" fmla="*/ 230 w 367"/>
                  <a:gd name="T7" fmla="*/ 1273 h 1313"/>
                  <a:gd name="T8" fmla="*/ 137 w 367"/>
                  <a:gd name="T9" fmla="*/ 1273 h 1313"/>
                  <a:gd name="T10" fmla="*/ 137 w 367"/>
                  <a:gd name="T11" fmla="*/ 40 h 1313"/>
                  <a:gd name="T12" fmla="*/ 97 w 367"/>
                  <a:gd name="T13" fmla="*/ 1273 h 1313"/>
                  <a:gd name="T14" fmla="*/ 97 w 367"/>
                  <a:gd name="T15" fmla="*/ 1273 h 1313"/>
                  <a:gd name="T16" fmla="*/ 40 w 367"/>
                  <a:gd name="T17" fmla="*/ 1273 h 1313"/>
                  <a:gd name="T18" fmla="*/ 40 w 367"/>
                  <a:gd name="T19" fmla="*/ 40 h 1313"/>
                  <a:gd name="T20" fmla="*/ 97 w 367"/>
                  <a:gd name="T21" fmla="*/ 40 h 1313"/>
                  <a:gd name="T22" fmla="*/ 97 w 367"/>
                  <a:gd name="T23" fmla="*/ 1273 h 1313"/>
                  <a:gd name="T24" fmla="*/ 270 w 367"/>
                  <a:gd name="T25" fmla="*/ 40 h 1313"/>
                  <a:gd name="T26" fmla="*/ 270 w 367"/>
                  <a:gd name="T27" fmla="*/ 40 h 1313"/>
                  <a:gd name="T28" fmla="*/ 327 w 367"/>
                  <a:gd name="T29" fmla="*/ 40 h 1313"/>
                  <a:gd name="T30" fmla="*/ 327 w 367"/>
                  <a:gd name="T31" fmla="*/ 1273 h 1313"/>
                  <a:gd name="T32" fmla="*/ 270 w 367"/>
                  <a:gd name="T33" fmla="*/ 1273 h 1313"/>
                  <a:gd name="T34" fmla="*/ 270 w 367"/>
                  <a:gd name="T35" fmla="*/ 40 h 1313"/>
                  <a:gd name="T36" fmla="*/ 270 w 367"/>
                  <a:gd name="T37" fmla="*/ 1313 h 1313"/>
                  <a:gd name="T38" fmla="*/ 270 w 367"/>
                  <a:gd name="T39" fmla="*/ 1313 h 1313"/>
                  <a:gd name="T40" fmla="*/ 270 w 367"/>
                  <a:gd name="T41" fmla="*/ 1313 h 1313"/>
                  <a:gd name="T42" fmla="*/ 367 w 367"/>
                  <a:gd name="T43" fmla="*/ 1313 h 1313"/>
                  <a:gd name="T44" fmla="*/ 367 w 367"/>
                  <a:gd name="T45" fmla="*/ 0 h 1313"/>
                  <a:gd name="T46" fmla="*/ 0 w 367"/>
                  <a:gd name="T47" fmla="*/ 0 h 1313"/>
                  <a:gd name="T48" fmla="*/ 0 w 367"/>
                  <a:gd name="T49" fmla="*/ 1313 h 1313"/>
                  <a:gd name="T50" fmla="*/ 97 w 367"/>
                  <a:gd name="T51" fmla="*/ 1313 h 1313"/>
                  <a:gd name="T52" fmla="*/ 97 w 367"/>
                  <a:gd name="T53" fmla="*/ 1313 h 1313"/>
                  <a:gd name="T54" fmla="*/ 137 w 367"/>
                  <a:gd name="T55" fmla="*/ 1313 h 1313"/>
                  <a:gd name="T56" fmla="*/ 137 w 367"/>
                  <a:gd name="T57" fmla="*/ 1313 h 1313"/>
                  <a:gd name="T58" fmla="*/ 230 w 367"/>
                  <a:gd name="T59" fmla="*/ 1313 h 1313"/>
                  <a:gd name="T60" fmla="*/ 230 w 367"/>
                  <a:gd name="T61" fmla="*/ 1313 h 1313"/>
                  <a:gd name="T62" fmla="*/ 270 w 367"/>
                  <a:gd name="T63" fmla="*/ 1313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7" h="1313">
                    <a:moveTo>
                      <a:pt x="137" y="40"/>
                    </a:moveTo>
                    <a:lnTo>
                      <a:pt x="137" y="40"/>
                    </a:lnTo>
                    <a:lnTo>
                      <a:pt x="230" y="40"/>
                    </a:lnTo>
                    <a:lnTo>
                      <a:pt x="230" y="1273"/>
                    </a:lnTo>
                    <a:lnTo>
                      <a:pt x="137" y="1273"/>
                    </a:lnTo>
                    <a:lnTo>
                      <a:pt x="137" y="40"/>
                    </a:lnTo>
                    <a:close/>
                    <a:moveTo>
                      <a:pt x="97" y="1273"/>
                    </a:moveTo>
                    <a:lnTo>
                      <a:pt x="97" y="1273"/>
                    </a:lnTo>
                    <a:lnTo>
                      <a:pt x="40" y="1273"/>
                    </a:lnTo>
                    <a:lnTo>
                      <a:pt x="40" y="40"/>
                    </a:lnTo>
                    <a:lnTo>
                      <a:pt x="97" y="40"/>
                    </a:lnTo>
                    <a:lnTo>
                      <a:pt x="97" y="1273"/>
                    </a:lnTo>
                    <a:close/>
                    <a:moveTo>
                      <a:pt x="270" y="40"/>
                    </a:moveTo>
                    <a:lnTo>
                      <a:pt x="270" y="40"/>
                    </a:lnTo>
                    <a:lnTo>
                      <a:pt x="327" y="40"/>
                    </a:lnTo>
                    <a:lnTo>
                      <a:pt x="327" y="1273"/>
                    </a:lnTo>
                    <a:lnTo>
                      <a:pt x="270" y="1273"/>
                    </a:lnTo>
                    <a:lnTo>
                      <a:pt x="270" y="40"/>
                    </a:lnTo>
                    <a:close/>
                    <a:moveTo>
                      <a:pt x="270" y="1313"/>
                    </a:moveTo>
                    <a:lnTo>
                      <a:pt x="270" y="1313"/>
                    </a:lnTo>
                    <a:lnTo>
                      <a:pt x="270" y="1313"/>
                    </a:lnTo>
                    <a:lnTo>
                      <a:pt x="367" y="1313"/>
                    </a:lnTo>
                    <a:lnTo>
                      <a:pt x="367" y="0"/>
                    </a:lnTo>
                    <a:lnTo>
                      <a:pt x="0" y="0"/>
                    </a:lnTo>
                    <a:lnTo>
                      <a:pt x="0" y="1313"/>
                    </a:lnTo>
                    <a:lnTo>
                      <a:pt x="97" y="1313"/>
                    </a:lnTo>
                    <a:lnTo>
                      <a:pt x="97" y="1313"/>
                    </a:lnTo>
                    <a:lnTo>
                      <a:pt x="137" y="1313"/>
                    </a:lnTo>
                    <a:lnTo>
                      <a:pt x="137" y="1313"/>
                    </a:lnTo>
                    <a:lnTo>
                      <a:pt x="230" y="1313"/>
                    </a:lnTo>
                    <a:lnTo>
                      <a:pt x="230" y="1313"/>
                    </a:lnTo>
                    <a:lnTo>
                      <a:pt x="270" y="1313"/>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6" name="Freeform 14"/>
              <p:cNvSpPr/>
              <p:nvPr userDrawn="1">
                <p:custDataLst>
                  <p:tags r:id="rId178"/>
                </p:custDataLst>
              </p:nvPr>
            </p:nvSpPr>
            <p:spPr bwMode="auto">
              <a:xfrm>
                <a:off x="6130131" y="2968626"/>
                <a:ext cx="349250" cy="63500"/>
              </a:xfrm>
              <a:custGeom>
                <a:avLst/>
                <a:gdLst>
                  <a:gd name="T0" fmla="*/ 367 w 367"/>
                  <a:gd name="T1" fmla="*/ 0 h 67"/>
                  <a:gd name="T2" fmla="*/ 367 w 367"/>
                  <a:gd name="T3" fmla="*/ 0 h 67"/>
                  <a:gd name="T4" fmla="*/ 0 w 367"/>
                  <a:gd name="T5" fmla="*/ 0 h 67"/>
                  <a:gd name="T6" fmla="*/ 0 w 367"/>
                  <a:gd name="T7" fmla="*/ 67 h 67"/>
                  <a:gd name="T8" fmla="*/ 367 w 367"/>
                  <a:gd name="T9" fmla="*/ 67 h 67"/>
                  <a:gd name="T10" fmla="*/ 367 w 367"/>
                  <a:gd name="T11" fmla="*/ 0 h 67"/>
                </a:gdLst>
                <a:ahLst/>
                <a:cxnLst>
                  <a:cxn ang="0">
                    <a:pos x="T0" y="T1"/>
                  </a:cxn>
                  <a:cxn ang="0">
                    <a:pos x="T2" y="T3"/>
                  </a:cxn>
                  <a:cxn ang="0">
                    <a:pos x="T4" y="T5"/>
                  </a:cxn>
                  <a:cxn ang="0">
                    <a:pos x="T6" y="T7"/>
                  </a:cxn>
                  <a:cxn ang="0">
                    <a:pos x="T8" y="T9"/>
                  </a:cxn>
                  <a:cxn ang="0">
                    <a:pos x="T10" y="T11"/>
                  </a:cxn>
                </a:cxnLst>
                <a:rect l="0" t="0" r="r" b="b"/>
                <a:pathLst>
                  <a:path w="367" h="67">
                    <a:moveTo>
                      <a:pt x="367" y="0"/>
                    </a:moveTo>
                    <a:lnTo>
                      <a:pt x="367" y="0"/>
                    </a:lnTo>
                    <a:lnTo>
                      <a:pt x="0" y="0"/>
                    </a:lnTo>
                    <a:lnTo>
                      <a:pt x="0" y="67"/>
                    </a:lnTo>
                    <a:lnTo>
                      <a:pt x="367" y="67"/>
                    </a:lnTo>
                    <a:lnTo>
                      <a:pt x="367" y="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7" name="Freeform 15"/>
              <p:cNvSpPr/>
              <p:nvPr userDrawn="1">
                <p:custDataLst>
                  <p:tags r:id="rId179"/>
                </p:custDataLst>
              </p:nvPr>
            </p:nvSpPr>
            <p:spPr bwMode="auto">
              <a:xfrm>
                <a:off x="6099175" y="2627313"/>
                <a:ext cx="411163" cy="325438"/>
              </a:xfrm>
              <a:custGeom>
                <a:avLst/>
                <a:gdLst>
                  <a:gd name="T0" fmla="*/ 399 w 430"/>
                  <a:gd name="T1" fmla="*/ 340 h 340"/>
                  <a:gd name="T2" fmla="*/ 399 w 430"/>
                  <a:gd name="T3" fmla="*/ 340 h 340"/>
                  <a:gd name="T4" fmla="*/ 215 w 430"/>
                  <a:gd name="T5" fmla="*/ 0 h 340"/>
                  <a:gd name="T6" fmla="*/ 32 w 430"/>
                  <a:gd name="T7" fmla="*/ 340 h 340"/>
                  <a:gd name="T8" fmla="*/ 399 w 430"/>
                  <a:gd name="T9" fmla="*/ 340 h 340"/>
                </a:gdLst>
                <a:ahLst/>
                <a:cxnLst>
                  <a:cxn ang="0">
                    <a:pos x="T0" y="T1"/>
                  </a:cxn>
                  <a:cxn ang="0">
                    <a:pos x="T2" y="T3"/>
                  </a:cxn>
                  <a:cxn ang="0">
                    <a:pos x="T4" y="T5"/>
                  </a:cxn>
                  <a:cxn ang="0">
                    <a:pos x="T6" y="T7"/>
                  </a:cxn>
                  <a:cxn ang="0">
                    <a:pos x="T8" y="T9"/>
                  </a:cxn>
                </a:cxnLst>
                <a:rect l="0" t="0" r="r" b="b"/>
                <a:pathLst>
                  <a:path w="430" h="340">
                    <a:moveTo>
                      <a:pt x="399" y="340"/>
                    </a:moveTo>
                    <a:lnTo>
                      <a:pt x="399" y="340"/>
                    </a:lnTo>
                    <a:cubicBezTo>
                      <a:pt x="399" y="340"/>
                      <a:pt x="430" y="0"/>
                      <a:pt x="215" y="0"/>
                    </a:cubicBezTo>
                    <a:cubicBezTo>
                      <a:pt x="0" y="0"/>
                      <a:pt x="32" y="340"/>
                      <a:pt x="32" y="340"/>
                    </a:cubicBezTo>
                    <a:lnTo>
                      <a:pt x="399" y="340"/>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8" name="Freeform 17"/>
              <p:cNvSpPr>
                <a:spLocks noEditPoints="1"/>
              </p:cNvSpPr>
              <p:nvPr userDrawn="1">
                <p:custDataLst>
                  <p:tags r:id="rId180"/>
                </p:custDataLst>
              </p:nvPr>
            </p:nvSpPr>
            <p:spPr bwMode="auto">
              <a:xfrm>
                <a:off x="6128544" y="4310063"/>
                <a:ext cx="352425" cy="531813"/>
              </a:xfrm>
              <a:custGeom>
                <a:avLst/>
                <a:gdLst>
                  <a:gd name="T0" fmla="*/ 214 w 369"/>
                  <a:gd name="T1" fmla="*/ 338 h 554"/>
                  <a:gd name="T2" fmla="*/ 214 w 369"/>
                  <a:gd name="T3" fmla="*/ 338 h 554"/>
                  <a:gd name="T4" fmla="*/ 155 w 369"/>
                  <a:gd name="T5" fmla="*/ 338 h 554"/>
                  <a:gd name="T6" fmla="*/ 56 w 369"/>
                  <a:gd name="T7" fmla="*/ 40 h 554"/>
                  <a:gd name="T8" fmla="*/ 313 w 369"/>
                  <a:gd name="T9" fmla="*/ 40 h 554"/>
                  <a:gd name="T10" fmla="*/ 214 w 369"/>
                  <a:gd name="T11" fmla="*/ 338 h 554"/>
                  <a:gd name="T12" fmla="*/ 113 w 369"/>
                  <a:gd name="T13" fmla="*/ 338 h 554"/>
                  <a:gd name="T14" fmla="*/ 113 w 369"/>
                  <a:gd name="T15" fmla="*/ 338 h 554"/>
                  <a:gd name="T16" fmla="*/ 184 w 369"/>
                  <a:gd name="T17" fmla="*/ 554 h 554"/>
                  <a:gd name="T18" fmla="*/ 256 w 369"/>
                  <a:gd name="T19" fmla="*/ 338 h 554"/>
                  <a:gd name="T20" fmla="*/ 369 w 369"/>
                  <a:gd name="T21" fmla="*/ 0 h 554"/>
                  <a:gd name="T22" fmla="*/ 0 w 369"/>
                  <a:gd name="T23" fmla="*/ 0 h 554"/>
                  <a:gd name="T24" fmla="*/ 113 w 369"/>
                  <a:gd name="T25" fmla="*/ 33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554">
                    <a:moveTo>
                      <a:pt x="214" y="338"/>
                    </a:moveTo>
                    <a:lnTo>
                      <a:pt x="214" y="338"/>
                    </a:lnTo>
                    <a:lnTo>
                      <a:pt x="155" y="338"/>
                    </a:lnTo>
                    <a:lnTo>
                      <a:pt x="56" y="40"/>
                    </a:lnTo>
                    <a:lnTo>
                      <a:pt x="313" y="40"/>
                    </a:lnTo>
                    <a:lnTo>
                      <a:pt x="214" y="338"/>
                    </a:lnTo>
                    <a:close/>
                    <a:moveTo>
                      <a:pt x="113" y="338"/>
                    </a:moveTo>
                    <a:lnTo>
                      <a:pt x="113" y="338"/>
                    </a:lnTo>
                    <a:lnTo>
                      <a:pt x="184" y="554"/>
                    </a:lnTo>
                    <a:lnTo>
                      <a:pt x="256" y="338"/>
                    </a:lnTo>
                    <a:lnTo>
                      <a:pt x="369" y="0"/>
                    </a:lnTo>
                    <a:lnTo>
                      <a:pt x="0" y="0"/>
                    </a:lnTo>
                    <a:lnTo>
                      <a:pt x="113" y="33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9" name="组合 78"/>
            <p:cNvGrpSpPr/>
            <p:nvPr userDrawn="1"/>
          </p:nvGrpSpPr>
          <p:grpSpPr>
            <a:xfrm>
              <a:off x="5624277" y="6060101"/>
              <a:ext cx="1301704" cy="1299270"/>
              <a:chOff x="6262688" y="5170488"/>
              <a:chExt cx="1697038" cy="1693863"/>
            </a:xfrm>
            <a:grpFill/>
          </p:grpSpPr>
          <p:sp>
            <p:nvSpPr>
              <p:cNvPr id="93" name="Freeform 19"/>
              <p:cNvSpPr>
                <a:spLocks noEditPoints="1"/>
              </p:cNvSpPr>
              <p:nvPr userDrawn="1">
                <p:custDataLst>
                  <p:tags r:id="rId181"/>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4" name="Freeform 20"/>
              <p:cNvSpPr/>
              <p:nvPr userDrawn="1">
                <p:custDataLst>
                  <p:tags r:id="rId182"/>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80" name="Freeform 9"/>
            <p:cNvSpPr>
              <a:spLocks noEditPoints="1"/>
            </p:cNvSpPr>
            <p:nvPr userDrawn="1">
              <p:custDataLst>
                <p:tags r:id="rId183"/>
              </p:custDataLst>
            </p:nvPr>
          </p:nvSpPr>
          <p:spPr bwMode="auto">
            <a:xfrm>
              <a:off x="11714474" y="3298829"/>
              <a:ext cx="1135300" cy="1451430"/>
            </a:xfrm>
            <a:custGeom>
              <a:avLst/>
              <a:gdLst>
                <a:gd name="T0" fmla="*/ 449 w 1637"/>
                <a:gd name="T1" fmla="*/ 1301 h 2083"/>
                <a:gd name="T2" fmla="*/ 449 w 1637"/>
                <a:gd name="T3" fmla="*/ 1301 h 2083"/>
                <a:gd name="T4" fmla="*/ 350 w 1637"/>
                <a:gd name="T5" fmla="*/ 1276 h 2083"/>
                <a:gd name="T6" fmla="*/ 240 w 1637"/>
                <a:gd name="T7" fmla="*/ 1150 h 2083"/>
                <a:gd name="T8" fmla="*/ 273 w 1637"/>
                <a:gd name="T9" fmla="*/ 841 h 2083"/>
                <a:gd name="T10" fmla="*/ 770 w 1637"/>
                <a:gd name="T11" fmla="*/ 1055 h 2083"/>
                <a:gd name="T12" fmla="*/ 449 w 1637"/>
                <a:gd name="T13" fmla="*/ 1301 h 2083"/>
                <a:gd name="T14" fmla="*/ 1500 w 1637"/>
                <a:gd name="T15" fmla="*/ 1781 h 2083"/>
                <a:gd name="T16" fmla="*/ 1500 w 1637"/>
                <a:gd name="T17" fmla="*/ 1781 h 2083"/>
                <a:gd name="T18" fmla="*/ 1590 w 1637"/>
                <a:gd name="T19" fmla="*/ 1670 h 2083"/>
                <a:gd name="T20" fmla="*/ 1278 w 1637"/>
                <a:gd name="T21" fmla="*/ 1604 h 2083"/>
                <a:gd name="T22" fmla="*/ 1403 w 1637"/>
                <a:gd name="T23" fmla="*/ 1057 h 2083"/>
                <a:gd name="T24" fmla="*/ 1031 w 1637"/>
                <a:gd name="T25" fmla="*/ 383 h 2083"/>
                <a:gd name="T26" fmla="*/ 931 w 1637"/>
                <a:gd name="T27" fmla="*/ 92 h 2083"/>
                <a:gd name="T28" fmla="*/ 480 w 1637"/>
                <a:gd name="T29" fmla="*/ 430 h 2083"/>
                <a:gd name="T30" fmla="*/ 0 w 1637"/>
                <a:gd name="T31" fmla="*/ 723 h 2083"/>
                <a:gd name="T32" fmla="*/ 236 w 1637"/>
                <a:gd name="T33" fmla="*/ 825 h 2083"/>
                <a:gd name="T34" fmla="*/ 202 w 1637"/>
                <a:gd name="T35" fmla="*/ 1162 h 2083"/>
                <a:gd name="T36" fmla="*/ 332 w 1637"/>
                <a:gd name="T37" fmla="*/ 1312 h 2083"/>
                <a:gd name="T38" fmla="*/ 449 w 1637"/>
                <a:gd name="T39" fmla="*/ 1341 h 2083"/>
                <a:gd name="T40" fmla="*/ 807 w 1637"/>
                <a:gd name="T41" fmla="*/ 1071 h 2083"/>
                <a:gd name="T42" fmla="*/ 1003 w 1637"/>
                <a:gd name="T43" fmla="*/ 1156 h 2083"/>
                <a:gd name="T44" fmla="*/ 950 w 1637"/>
                <a:gd name="T45" fmla="*/ 626 h 2083"/>
                <a:gd name="T46" fmla="*/ 1001 w 1637"/>
                <a:gd name="T47" fmla="*/ 495 h 2083"/>
                <a:gd name="T48" fmla="*/ 1297 w 1637"/>
                <a:gd name="T49" fmla="*/ 1060 h 2083"/>
                <a:gd name="T50" fmla="*/ 1215 w 1637"/>
                <a:gd name="T51" fmla="*/ 1499 h 2083"/>
                <a:gd name="T52" fmla="*/ 1166 w 1637"/>
                <a:gd name="T53" fmla="*/ 1581 h 2083"/>
                <a:gd name="T54" fmla="*/ 920 w 1637"/>
                <a:gd name="T55" fmla="*/ 1530 h 2083"/>
                <a:gd name="T56" fmla="*/ 549 w 1637"/>
                <a:gd name="T57" fmla="*/ 1946 h 2083"/>
                <a:gd name="T58" fmla="*/ 1255 w 1637"/>
                <a:gd name="T59" fmla="*/ 2083 h 2083"/>
                <a:gd name="T60" fmla="*/ 1637 w 1637"/>
                <a:gd name="T61" fmla="*/ 1806 h 2083"/>
                <a:gd name="T62" fmla="*/ 1500 w 1637"/>
                <a:gd name="T63" fmla="*/ 1781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7" h="2083">
                  <a:moveTo>
                    <a:pt x="449" y="1301"/>
                  </a:moveTo>
                  <a:lnTo>
                    <a:pt x="449" y="1301"/>
                  </a:lnTo>
                  <a:cubicBezTo>
                    <a:pt x="416" y="1301"/>
                    <a:pt x="383" y="1292"/>
                    <a:pt x="350" y="1276"/>
                  </a:cubicBezTo>
                  <a:cubicBezTo>
                    <a:pt x="295" y="1248"/>
                    <a:pt x="258" y="1206"/>
                    <a:pt x="240" y="1150"/>
                  </a:cubicBezTo>
                  <a:cubicBezTo>
                    <a:pt x="207" y="1047"/>
                    <a:pt x="243" y="919"/>
                    <a:pt x="273" y="841"/>
                  </a:cubicBezTo>
                  <a:lnTo>
                    <a:pt x="770" y="1055"/>
                  </a:lnTo>
                  <a:cubicBezTo>
                    <a:pt x="719" y="1137"/>
                    <a:pt x="599" y="1301"/>
                    <a:pt x="449" y="1301"/>
                  </a:cubicBezTo>
                  <a:close/>
                  <a:moveTo>
                    <a:pt x="1500" y="1781"/>
                  </a:moveTo>
                  <a:lnTo>
                    <a:pt x="1500" y="1781"/>
                  </a:lnTo>
                  <a:lnTo>
                    <a:pt x="1590" y="1670"/>
                  </a:lnTo>
                  <a:lnTo>
                    <a:pt x="1278" y="1604"/>
                  </a:lnTo>
                  <a:cubicBezTo>
                    <a:pt x="1340" y="1504"/>
                    <a:pt x="1412" y="1329"/>
                    <a:pt x="1403" y="1057"/>
                  </a:cubicBezTo>
                  <a:cubicBezTo>
                    <a:pt x="1392" y="672"/>
                    <a:pt x="1130" y="453"/>
                    <a:pt x="1031" y="383"/>
                  </a:cubicBezTo>
                  <a:cubicBezTo>
                    <a:pt x="1053" y="263"/>
                    <a:pt x="1046" y="135"/>
                    <a:pt x="931" y="92"/>
                  </a:cubicBezTo>
                  <a:cubicBezTo>
                    <a:pt x="680" y="0"/>
                    <a:pt x="480" y="430"/>
                    <a:pt x="480" y="430"/>
                  </a:cubicBezTo>
                  <a:cubicBezTo>
                    <a:pt x="480" y="430"/>
                    <a:pt x="113" y="340"/>
                    <a:pt x="0" y="723"/>
                  </a:cubicBezTo>
                  <a:lnTo>
                    <a:pt x="236" y="825"/>
                  </a:lnTo>
                  <a:cubicBezTo>
                    <a:pt x="204" y="908"/>
                    <a:pt x="164" y="1046"/>
                    <a:pt x="202" y="1162"/>
                  </a:cubicBezTo>
                  <a:cubicBezTo>
                    <a:pt x="223" y="1229"/>
                    <a:pt x="267" y="1279"/>
                    <a:pt x="332" y="1312"/>
                  </a:cubicBezTo>
                  <a:cubicBezTo>
                    <a:pt x="370" y="1331"/>
                    <a:pt x="410" y="1341"/>
                    <a:pt x="449" y="1341"/>
                  </a:cubicBezTo>
                  <a:cubicBezTo>
                    <a:pt x="623" y="1341"/>
                    <a:pt x="755" y="1157"/>
                    <a:pt x="807" y="1071"/>
                  </a:cubicBezTo>
                  <a:lnTo>
                    <a:pt x="1003" y="1156"/>
                  </a:lnTo>
                  <a:cubicBezTo>
                    <a:pt x="1003" y="1156"/>
                    <a:pt x="1247" y="846"/>
                    <a:pt x="950" y="626"/>
                  </a:cubicBezTo>
                  <a:cubicBezTo>
                    <a:pt x="950" y="626"/>
                    <a:pt x="977" y="571"/>
                    <a:pt x="1001" y="495"/>
                  </a:cubicBezTo>
                  <a:cubicBezTo>
                    <a:pt x="1101" y="574"/>
                    <a:pt x="1288" y="762"/>
                    <a:pt x="1297" y="1060"/>
                  </a:cubicBezTo>
                  <a:cubicBezTo>
                    <a:pt x="1303" y="1273"/>
                    <a:pt x="1256" y="1416"/>
                    <a:pt x="1215" y="1499"/>
                  </a:cubicBezTo>
                  <a:cubicBezTo>
                    <a:pt x="1198" y="1534"/>
                    <a:pt x="1181" y="1561"/>
                    <a:pt x="1166" y="1581"/>
                  </a:cubicBezTo>
                  <a:lnTo>
                    <a:pt x="920" y="1530"/>
                  </a:lnTo>
                  <a:lnTo>
                    <a:pt x="549" y="1946"/>
                  </a:lnTo>
                  <a:lnTo>
                    <a:pt x="1255" y="2083"/>
                  </a:lnTo>
                  <a:lnTo>
                    <a:pt x="1637" y="1806"/>
                  </a:lnTo>
                  <a:lnTo>
                    <a:pt x="1500" y="1781"/>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81" name="组合 80"/>
            <p:cNvGrpSpPr/>
            <p:nvPr userDrawn="1"/>
          </p:nvGrpSpPr>
          <p:grpSpPr>
            <a:xfrm rot="2116298">
              <a:off x="718678" y="6474358"/>
              <a:ext cx="1228067" cy="1069643"/>
              <a:chOff x="501650" y="3292475"/>
              <a:chExt cx="1735138" cy="1511300"/>
            </a:xfrm>
            <a:grpFill/>
          </p:grpSpPr>
          <p:sp>
            <p:nvSpPr>
              <p:cNvPr id="88" name="Freeform 5"/>
              <p:cNvSpPr/>
              <p:nvPr userDrawn="1">
                <p:custDataLst>
                  <p:tags r:id="rId184"/>
                </p:custDataLst>
              </p:nvPr>
            </p:nvSpPr>
            <p:spPr bwMode="auto">
              <a:xfrm>
                <a:off x="501650" y="3292475"/>
                <a:ext cx="1735138" cy="893762"/>
              </a:xfrm>
              <a:custGeom>
                <a:avLst/>
                <a:gdLst>
                  <a:gd name="T0" fmla="*/ 0 w 943"/>
                  <a:gd name="T1" fmla="*/ 242 h 484"/>
                  <a:gd name="T2" fmla="*/ 0 w 943"/>
                  <a:gd name="T3" fmla="*/ 242 h 484"/>
                  <a:gd name="T4" fmla="*/ 471 w 943"/>
                  <a:gd name="T5" fmla="*/ 484 h 484"/>
                  <a:gd name="T6" fmla="*/ 943 w 943"/>
                  <a:gd name="T7" fmla="*/ 242 h 484"/>
                  <a:gd name="T8" fmla="*/ 471 w 943"/>
                  <a:gd name="T9" fmla="*/ 0 h 484"/>
                  <a:gd name="T10" fmla="*/ 0 w 943"/>
                  <a:gd name="T11" fmla="*/ 242 h 484"/>
                </a:gdLst>
                <a:ahLst/>
                <a:cxnLst>
                  <a:cxn ang="0">
                    <a:pos x="T0" y="T1"/>
                  </a:cxn>
                  <a:cxn ang="0">
                    <a:pos x="T2" y="T3"/>
                  </a:cxn>
                  <a:cxn ang="0">
                    <a:pos x="T4" y="T5"/>
                  </a:cxn>
                  <a:cxn ang="0">
                    <a:pos x="T6" y="T7"/>
                  </a:cxn>
                  <a:cxn ang="0">
                    <a:pos x="T8" y="T9"/>
                  </a:cxn>
                  <a:cxn ang="0">
                    <a:pos x="T10" y="T11"/>
                  </a:cxn>
                </a:cxnLst>
                <a:rect l="0" t="0" r="r" b="b"/>
                <a:pathLst>
                  <a:path w="943" h="484">
                    <a:moveTo>
                      <a:pt x="0" y="242"/>
                    </a:moveTo>
                    <a:lnTo>
                      <a:pt x="0" y="242"/>
                    </a:lnTo>
                    <a:lnTo>
                      <a:pt x="471" y="484"/>
                    </a:lnTo>
                    <a:lnTo>
                      <a:pt x="943" y="242"/>
                    </a:lnTo>
                    <a:lnTo>
                      <a:pt x="471" y="0"/>
                    </a:lnTo>
                    <a:lnTo>
                      <a:pt x="0" y="242"/>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9" name="Freeform 6"/>
              <p:cNvSpPr/>
              <p:nvPr userDrawn="1">
                <p:custDataLst>
                  <p:tags r:id="rId185"/>
                </p:custDataLst>
              </p:nvPr>
            </p:nvSpPr>
            <p:spPr bwMode="auto">
              <a:xfrm>
                <a:off x="728663" y="3959225"/>
                <a:ext cx="1285875" cy="758825"/>
              </a:xfrm>
              <a:custGeom>
                <a:avLst/>
                <a:gdLst>
                  <a:gd name="T0" fmla="*/ 349 w 699"/>
                  <a:gd name="T1" fmla="*/ 179 h 412"/>
                  <a:gd name="T2" fmla="*/ 349 w 699"/>
                  <a:gd name="T3" fmla="*/ 179 h 412"/>
                  <a:gd name="T4" fmla="*/ 0 w 699"/>
                  <a:gd name="T5" fmla="*/ 0 h 412"/>
                  <a:gd name="T6" fmla="*/ 0 w 699"/>
                  <a:gd name="T7" fmla="*/ 233 h 412"/>
                  <a:gd name="T8" fmla="*/ 349 w 699"/>
                  <a:gd name="T9" fmla="*/ 412 h 412"/>
                  <a:gd name="T10" fmla="*/ 699 w 699"/>
                  <a:gd name="T11" fmla="*/ 233 h 412"/>
                  <a:gd name="T12" fmla="*/ 699 w 699"/>
                  <a:gd name="T13" fmla="*/ 0 h 412"/>
                  <a:gd name="T14" fmla="*/ 349 w 699"/>
                  <a:gd name="T15" fmla="*/ 179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9" h="412">
                    <a:moveTo>
                      <a:pt x="349" y="179"/>
                    </a:moveTo>
                    <a:lnTo>
                      <a:pt x="349" y="179"/>
                    </a:lnTo>
                    <a:lnTo>
                      <a:pt x="0" y="0"/>
                    </a:lnTo>
                    <a:lnTo>
                      <a:pt x="0" y="233"/>
                    </a:lnTo>
                    <a:lnTo>
                      <a:pt x="349" y="412"/>
                    </a:lnTo>
                    <a:lnTo>
                      <a:pt x="699" y="233"/>
                    </a:lnTo>
                    <a:lnTo>
                      <a:pt x="699" y="0"/>
                    </a:lnTo>
                    <a:lnTo>
                      <a:pt x="349" y="179"/>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0" name="Freeform 7"/>
              <p:cNvSpPr/>
              <p:nvPr userDrawn="1">
                <p:custDataLst>
                  <p:tags r:id="rId186"/>
                </p:custDataLst>
              </p:nvPr>
            </p:nvSpPr>
            <p:spPr bwMode="auto">
              <a:xfrm>
                <a:off x="514350" y="4095750"/>
                <a:ext cx="68263" cy="708025"/>
              </a:xfrm>
              <a:custGeom>
                <a:avLst/>
                <a:gdLst>
                  <a:gd name="T0" fmla="*/ 0 w 37"/>
                  <a:gd name="T1" fmla="*/ 384 h 384"/>
                  <a:gd name="T2" fmla="*/ 0 w 37"/>
                  <a:gd name="T3" fmla="*/ 384 h 384"/>
                  <a:gd name="T4" fmla="*/ 37 w 37"/>
                  <a:gd name="T5" fmla="*/ 384 h 384"/>
                  <a:gd name="T6" fmla="*/ 37 w 37"/>
                  <a:gd name="T7" fmla="*/ 0 h 384"/>
                  <a:gd name="T8" fmla="*/ 0 w 37"/>
                  <a:gd name="T9" fmla="*/ 0 h 384"/>
                  <a:gd name="T10" fmla="*/ 0 w 37"/>
                  <a:gd name="T11" fmla="*/ 384 h 384"/>
                </a:gdLst>
                <a:ahLst/>
                <a:cxnLst>
                  <a:cxn ang="0">
                    <a:pos x="T0" y="T1"/>
                  </a:cxn>
                  <a:cxn ang="0">
                    <a:pos x="T2" y="T3"/>
                  </a:cxn>
                  <a:cxn ang="0">
                    <a:pos x="T4" y="T5"/>
                  </a:cxn>
                  <a:cxn ang="0">
                    <a:pos x="T6" y="T7"/>
                  </a:cxn>
                  <a:cxn ang="0">
                    <a:pos x="T8" y="T9"/>
                  </a:cxn>
                  <a:cxn ang="0">
                    <a:pos x="T10" y="T11"/>
                  </a:cxn>
                </a:cxnLst>
                <a:rect l="0" t="0" r="r" b="b"/>
                <a:pathLst>
                  <a:path w="37" h="384">
                    <a:moveTo>
                      <a:pt x="0" y="384"/>
                    </a:moveTo>
                    <a:lnTo>
                      <a:pt x="0" y="384"/>
                    </a:lnTo>
                    <a:lnTo>
                      <a:pt x="37" y="384"/>
                    </a:lnTo>
                    <a:lnTo>
                      <a:pt x="37" y="0"/>
                    </a:lnTo>
                    <a:lnTo>
                      <a:pt x="0" y="0"/>
                    </a:lnTo>
                    <a:lnTo>
                      <a:pt x="0" y="384"/>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1" name="Freeform 8"/>
              <p:cNvSpPr/>
              <p:nvPr userDrawn="1">
                <p:custDataLst>
                  <p:tags r:id="rId187"/>
                </p:custDataLst>
              </p:nvPr>
            </p:nvSpPr>
            <p:spPr bwMode="auto">
              <a:xfrm>
                <a:off x="511175" y="3986212"/>
                <a:ext cx="74613" cy="76200"/>
              </a:xfrm>
              <a:custGeom>
                <a:avLst/>
                <a:gdLst>
                  <a:gd name="T0" fmla="*/ 41 w 41"/>
                  <a:gd name="T1" fmla="*/ 21 h 41"/>
                  <a:gd name="T2" fmla="*/ 41 w 41"/>
                  <a:gd name="T3" fmla="*/ 21 h 41"/>
                  <a:gd name="T4" fmla="*/ 20 w 41"/>
                  <a:gd name="T5" fmla="*/ 41 h 41"/>
                  <a:gd name="T6" fmla="*/ 0 w 41"/>
                  <a:gd name="T7" fmla="*/ 21 h 41"/>
                  <a:gd name="T8" fmla="*/ 20 w 41"/>
                  <a:gd name="T9" fmla="*/ 0 h 41"/>
                  <a:gd name="T10" fmla="*/ 41 w 41"/>
                  <a:gd name="T11" fmla="*/ 21 h 41"/>
                </a:gdLst>
                <a:ahLst/>
                <a:cxnLst>
                  <a:cxn ang="0">
                    <a:pos x="T0" y="T1"/>
                  </a:cxn>
                  <a:cxn ang="0">
                    <a:pos x="T2" y="T3"/>
                  </a:cxn>
                  <a:cxn ang="0">
                    <a:pos x="T4" y="T5"/>
                  </a:cxn>
                  <a:cxn ang="0">
                    <a:pos x="T6" y="T7"/>
                  </a:cxn>
                  <a:cxn ang="0">
                    <a:pos x="T8" y="T9"/>
                  </a:cxn>
                  <a:cxn ang="0">
                    <a:pos x="T10" y="T11"/>
                  </a:cxn>
                </a:cxnLst>
                <a:rect l="0" t="0" r="r" b="b"/>
                <a:pathLst>
                  <a:path w="41" h="41">
                    <a:moveTo>
                      <a:pt x="41" y="21"/>
                    </a:moveTo>
                    <a:lnTo>
                      <a:pt x="41" y="21"/>
                    </a:lnTo>
                    <a:cubicBezTo>
                      <a:pt x="41" y="32"/>
                      <a:pt x="32" y="41"/>
                      <a:pt x="20" y="41"/>
                    </a:cubicBezTo>
                    <a:cubicBezTo>
                      <a:pt x="9" y="41"/>
                      <a:pt x="0" y="32"/>
                      <a:pt x="0" y="21"/>
                    </a:cubicBezTo>
                    <a:cubicBezTo>
                      <a:pt x="0" y="9"/>
                      <a:pt x="9" y="0"/>
                      <a:pt x="20" y="0"/>
                    </a:cubicBezTo>
                    <a:cubicBezTo>
                      <a:pt x="32" y="0"/>
                      <a:pt x="41" y="9"/>
                      <a:pt x="41" y="21"/>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2" name="Freeform 9"/>
              <p:cNvSpPr/>
              <p:nvPr userDrawn="1">
                <p:custDataLst>
                  <p:tags r:id="rId188"/>
                </p:custDataLst>
              </p:nvPr>
            </p:nvSpPr>
            <p:spPr bwMode="auto">
              <a:xfrm>
                <a:off x="541338" y="3738562"/>
                <a:ext cx="14288" cy="401637"/>
              </a:xfrm>
              <a:custGeom>
                <a:avLst/>
                <a:gdLst>
                  <a:gd name="T0" fmla="*/ 7 w 7"/>
                  <a:gd name="T1" fmla="*/ 217 h 217"/>
                  <a:gd name="T2" fmla="*/ 7 w 7"/>
                  <a:gd name="T3" fmla="*/ 217 h 217"/>
                  <a:gd name="T4" fmla="*/ 0 w 7"/>
                  <a:gd name="T5" fmla="*/ 217 h 217"/>
                  <a:gd name="T6" fmla="*/ 0 w 7"/>
                  <a:gd name="T7" fmla="*/ 0 h 217"/>
                  <a:gd name="T8" fmla="*/ 7 w 7"/>
                  <a:gd name="T9" fmla="*/ 0 h 217"/>
                  <a:gd name="T10" fmla="*/ 7 w 7"/>
                  <a:gd name="T11" fmla="*/ 217 h 217"/>
                </a:gdLst>
                <a:ahLst/>
                <a:cxnLst>
                  <a:cxn ang="0">
                    <a:pos x="T0" y="T1"/>
                  </a:cxn>
                  <a:cxn ang="0">
                    <a:pos x="T2" y="T3"/>
                  </a:cxn>
                  <a:cxn ang="0">
                    <a:pos x="T4" y="T5"/>
                  </a:cxn>
                  <a:cxn ang="0">
                    <a:pos x="T6" y="T7"/>
                  </a:cxn>
                  <a:cxn ang="0">
                    <a:pos x="T8" y="T9"/>
                  </a:cxn>
                  <a:cxn ang="0">
                    <a:pos x="T10" y="T11"/>
                  </a:cxn>
                </a:cxnLst>
                <a:rect l="0" t="0" r="r" b="b"/>
                <a:pathLst>
                  <a:path w="7" h="217">
                    <a:moveTo>
                      <a:pt x="7" y="217"/>
                    </a:moveTo>
                    <a:lnTo>
                      <a:pt x="7" y="217"/>
                    </a:lnTo>
                    <a:lnTo>
                      <a:pt x="0" y="217"/>
                    </a:lnTo>
                    <a:lnTo>
                      <a:pt x="0" y="0"/>
                    </a:lnTo>
                    <a:lnTo>
                      <a:pt x="7" y="0"/>
                    </a:lnTo>
                    <a:lnTo>
                      <a:pt x="7" y="217"/>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82" name="Freeform 7"/>
            <p:cNvSpPr>
              <a:spLocks noEditPoints="1"/>
            </p:cNvSpPr>
            <p:nvPr userDrawn="1">
              <p:custDataLst>
                <p:tags r:id="rId189"/>
              </p:custDataLst>
            </p:nvPr>
          </p:nvSpPr>
          <p:spPr bwMode="auto">
            <a:xfrm rot="20132266">
              <a:off x="9763146" y="-248950"/>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83" name="组合 82"/>
            <p:cNvGrpSpPr/>
            <p:nvPr userDrawn="1"/>
          </p:nvGrpSpPr>
          <p:grpSpPr>
            <a:xfrm rot="1406730">
              <a:off x="10767933" y="5424446"/>
              <a:ext cx="1301704" cy="1299270"/>
              <a:chOff x="6262688" y="5170488"/>
              <a:chExt cx="1697038" cy="1693863"/>
            </a:xfrm>
            <a:grpFill/>
          </p:grpSpPr>
          <p:sp>
            <p:nvSpPr>
              <p:cNvPr id="86" name="Freeform 19"/>
              <p:cNvSpPr>
                <a:spLocks noEditPoints="1"/>
              </p:cNvSpPr>
              <p:nvPr userDrawn="1">
                <p:custDataLst>
                  <p:tags r:id="rId190"/>
                </p:custDataLst>
              </p:nvPr>
            </p:nvSpPr>
            <p:spPr bwMode="auto">
              <a:xfrm>
                <a:off x="6262688" y="5170488"/>
                <a:ext cx="1697038" cy="1693863"/>
              </a:xfrm>
              <a:custGeom>
                <a:avLst/>
                <a:gdLst>
                  <a:gd name="T0" fmla="*/ 1760 w 2284"/>
                  <a:gd name="T1" fmla="*/ 1142 h 2284"/>
                  <a:gd name="T2" fmla="*/ 1919 w 2284"/>
                  <a:gd name="T3" fmla="*/ 1406 h 2284"/>
                  <a:gd name="T4" fmla="*/ 1756 w 2284"/>
                  <a:gd name="T5" fmla="*/ 1940 h 2284"/>
                  <a:gd name="T6" fmla="*/ 1878 w 2284"/>
                  <a:gd name="T7" fmla="*/ 1506 h 2284"/>
                  <a:gd name="T8" fmla="*/ 1433 w 2284"/>
                  <a:gd name="T9" fmla="*/ 1845 h 2284"/>
                  <a:gd name="T10" fmla="*/ 1496 w 2284"/>
                  <a:gd name="T11" fmla="*/ 1592 h 2284"/>
                  <a:gd name="T12" fmla="*/ 1142 w 2284"/>
                  <a:gd name="T13" fmla="*/ 2204 h 2284"/>
                  <a:gd name="T14" fmla="*/ 1405 w 2284"/>
                  <a:gd name="T15" fmla="*/ 1921 h 2284"/>
                  <a:gd name="T16" fmla="*/ 787 w 2284"/>
                  <a:gd name="T17" fmla="*/ 1592 h 2284"/>
                  <a:gd name="T18" fmla="*/ 850 w 2284"/>
                  <a:gd name="T19" fmla="*/ 1845 h 2284"/>
                  <a:gd name="T20" fmla="*/ 528 w 2284"/>
                  <a:gd name="T21" fmla="*/ 1940 h 2284"/>
                  <a:gd name="T22" fmla="*/ 704 w 2284"/>
                  <a:gd name="T23" fmla="*/ 1580 h 2284"/>
                  <a:gd name="T24" fmla="*/ 80 w 2284"/>
                  <a:gd name="T25" fmla="*/ 1143 h 2284"/>
                  <a:gd name="T26" fmla="*/ 523 w 2284"/>
                  <a:gd name="T27" fmla="*/ 1142 h 2284"/>
                  <a:gd name="T28" fmla="*/ 676 w 2284"/>
                  <a:gd name="T29" fmla="*/ 950 h 2284"/>
                  <a:gd name="T30" fmla="*/ 439 w 2284"/>
                  <a:gd name="T31" fmla="*/ 851 h 2284"/>
                  <a:gd name="T32" fmla="*/ 676 w 2284"/>
                  <a:gd name="T33" fmla="*/ 1335 h 2284"/>
                  <a:gd name="T34" fmla="*/ 438 w 2284"/>
                  <a:gd name="T35" fmla="*/ 1434 h 2284"/>
                  <a:gd name="T36" fmla="*/ 670 w 2284"/>
                  <a:gd name="T37" fmla="*/ 1204 h 2284"/>
                  <a:gd name="T38" fmla="*/ 670 w 2284"/>
                  <a:gd name="T39" fmla="*/ 1080 h 2284"/>
                  <a:gd name="T40" fmla="*/ 391 w 2284"/>
                  <a:gd name="T41" fmla="*/ 392 h 2284"/>
                  <a:gd name="T42" fmla="*/ 778 w 2284"/>
                  <a:gd name="T43" fmla="*/ 407 h 2284"/>
                  <a:gd name="T44" fmla="*/ 391 w 2284"/>
                  <a:gd name="T45" fmla="*/ 392 h 2284"/>
                  <a:gd name="T46" fmla="*/ 1074 w 2284"/>
                  <a:gd name="T47" fmla="*/ 574 h 2284"/>
                  <a:gd name="T48" fmla="*/ 850 w 2284"/>
                  <a:gd name="T49" fmla="*/ 440 h 2284"/>
                  <a:gd name="T50" fmla="*/ 1405 w 2284"/>
                  <a:gd name="T51" fmla="*/ 364 h 2284"/>
                  <a:gd name="T52" fmla="*/ 1142 w 2284"/>
                  <a:gd name="T53" fmla="*/ 80 h 2284"/>
                  <a:gd name="T54" fmla="*/ 1335 w 2284"/>
                  <a:gd name="T55" fmla="*/ 677 h 2284"/>
                  <a:gd name="T56" fmla="*/ 1496 w 2284"/>
                  <a:gd name="T57" fmla="*/ 693 h 2284"/>
                  <a:gd name="T58" fmla="*/ 1509 w 2284"/>
                  <a:gd name="T59" fmla="*/ 775 h 2284"/>
                  <a:gd name="T60" fmla="*/ 1431 w 2284"/>
                  <a:gd name="T61" fmla="*/ 765 h 2284"/>
                  <a:gd name="T62" fmla="*/ 1142 w 2284"/>
                  <a:gd name="T63" fmla="*/ 623 h 2284"/>
                  <a:gd name="T64" fmla="*/ 1081 w 2284"/>
                  <a:gd name="T65" fmla="*/ 671 h 2284"/>
                  <a:gd name="T66" fmla="*/ 774 w 2284"/>
                  <a:gd name="T67" fmla="*/ 775 h 2284"/>
                  <a:gd name="T68" fmla="*/ 764 w 2284"/>
                  <a:gd name="T69" fmla="*/ 853 h 2284"/>
                  <a:gd name="T70" fmla="*/ 774 w 2284"/>
                  <a:gd name="T71" fmla="*/ 1510 h 2284"/>
                  <a:gd name="T72" fmla="*/ 852 w 2284"/>
                  <a:gd name="T73" fmla="*/ 1520 h 2284"/>
                  <a:gd name="T74" fmla="*/ 1142 w 2284"/>
                  <a:gd name="T75" fmla="*/ 1662 h 2284"/>
                  <a:gd name="T76" fmla="*/ 1203 w 2284"/>
                  <a:gd name="T77" fmla="*/ 1614 h 2284"/>
                  <a:gd name="T78" fmla="*/ 1509 w 2284"/>
                  <a:gd name="T79" fmla="*/ 1510 h 2284"/>
                  <a:gd name="T80" fmla="*/ 1519 w 2284"/>
                  <a:gd name="T81" fmla="*/ 1432 h 2284"/>
                  <a:gd name="T82" fmla="*/ 1302 w 2284"/>
                  <a:gd name="T83" fmla="*/ 1530 h 2284"/>
                  <a:gd name="T84" fmla="*/ 864 w 2284"/>
                  <a:gd name="T85" fmla="*/ 1420 h 2284"/>
                  <a:gd name="T86" fmla="*/ 754 w 2284"/>
                  <a:gd name="T87" fmla="*/ 982 h 2284"/>
                  <a:gd name="T88" fmla="*/ 1142 w 2284"/>
                  <a:gd name="T89" fmla="*/ 750 h 2284"/>
                  <a:gd name="T90" fmla="*/ 1529 w 2284"/>
                  <a:gd name="T91" fmla="*/ 982 h 2284"/>
                  <a:gd name="T92" fmla="*/ 1419 w 2284"/>
                  <a:gd name="T93" fmla="*/ 1420 h 2284"/>
                  <a:gd name="T94" fmla="*/ 1607 w 2284"/>
                  <a:gd name="T95" fmla="*/ 950 h 2284"/>
                  <a:gd name="T96" fmla="*/ 1710 w 2284"/>
                  <a:gd name="T97" fmla="*/ 1075 h 2284"/>
                  <a:gd name="T98" fmla="*/ 1845 w 2284"/>
                  <a:gd name="T99" fmla="*/ 1434 h 2284"/>
                  <a:gd name="T100" fmla="*/ 1711 w 2284"/>
                  <a:gd name="T101" fmla="*/ 1210 h 2284"/>
                  <a:gd name="T102" fmla="*/ 1661 w 2284"/>
                  <a:gd name="T103" fmla="*/ 1142 h 2284"/>
                  <a:gd name="T104" fmla="*/ 1613 w 2284"/>
                  <a:gd name="T105" fmla="*/ 1080 h 2284"/>
                  <a:gd name="T106" fmla="*/ 1893 w 2284"/>
                  <a:gd name="T107" fmla="*/ 392 h 2284"/>
                  <a:gd name="T108" fmla="*/ 1505 w 2284"/>
                  <a:gd name="T109" fmla="*/ 407 h 2284"/>
                  <a:gd name="T110" fmla="*/ 1952 w 2284"/>
                  <a:gd name="T111" fmla="*/ 807 h 2284"/>
                  <a:gd name="T112" fmla="*/ 1477 w 2284"/>
                  <a:gd name="T113" fmla="*/ 332 h 2284"/>
                  <a:gd name="T114" fmla="*/ 528 w 2284"/>
                  <a:gd name="T115" fmla="*/ 265 h 2284"/>
                  <a:gd name="T116" fmla="*/ 0 w 2284"/>
                  <a:gd name="T117" fmla="*/ 1143 h 2284"/>
                  <a:gd name="T118" fmla="*/ 528 w 2284"/>
                  <a:gd name="T119" fmla="*/ 2020 h 2284"/>
                  <a:gd name="T120" fmla="*/ 1477 w 2284"/>
                  <a:gd name="T121" fmla="*/ 1953 h 2284"/>
                  <a:gd name="T122" fmla="*/ 1952 w 2284"/>
                  <a:gd name="T123" fmla="*/ 1478 h 2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4" h="2284">
                    <a:moveTo>
                      <a:pt x="1919" y="1406"/>
                    </a:moveTo>
                    <a:lnTo>
                      <a:pt x="1919" y="1406"/>
                    </a:lnTo>
                    <a:cubicBezTo>
                      <a:pt x="1878" y="1322"/>
                      <a:pt x="1825" y="1233"/>
                      <a:pt x="1760" y="1142"/>
                    </a:cubicBezTo>
                    <a:cubicBezTo>
                      <a:pt x="1824" y="1053"/>
                      <a:pt x="1878" y="965"/>
                      <a:pt x="1920" y="879"/>
                    </a:cubicBezTo>
                    <a:cubicBezTo>
                      <a:pt x="2100" y="953"/>
                      <a:pt x="2204" y="1049"/>
                      <a:pt x="2204" y="1143"/>
                    </a:cubicBezTo>
                    <a:cubicBezTo>
                      <a:pt x="2204" y="1236"/>
                      <a:pt x="2100" y="1332"/>
                      <a:pt x="1919" y="1406"/>
                    </a:cubicBezTo>
                    <a:close/>
                    <a:moveTo>
                      <a:pt x="1893" y="1893"/>
                    </a:moveTo>
                    <a:lnTo>
                      <a:pt x="1893" y="1893"/>
                    </a:lnTo>
                    <a:cubicBezTo>
                      <a:pt x="1862" y="1924"/>
                      <a:pt x="1816" y="1940"/>
                      <a:pt x="1756" y="1940"/>
                    </a:cubicBezTo>
                    <a:cubicBezTo>
                      <a:pt x="1684" y="1940"/>
                      <a:pt x="1599" y="1918"/>
                      <a:pt x="1505" y="1878"/>
                    </a:cubicBezTo>
                    <a:cubicBezTo>
                      <a:pt x="1536" y="1790"/>
                      <a:pt x="1561" y="1689"/>
                      <a:pt x="1579" y="1580"/>
                    </a:cubicBezTo>
                    <a:cubicBezTo>
                      <a:pt x="1689" y="1562"/>
                      <a:pt x="1789" y="1537"/>
                      <a:pt x="1878" y="1506"/>
                    </a:cubicBezTo>
                    <a:cubicBezTo>
                      <a:pt x="1954" y="1686"/>
                      <a:pt x="1959" y="1828"/>
                      <a:pt x="1893" y="1893"/>
                    </a:cubicBezTo>
                    <a:close/>
                    <a:moveTo>
                      <a:pt x="1433" y="1845"/>
                    </a:moveTo>
                    <a:lnTo>
                      <a:pt x="1433" y="1845"/>
                    </a:lnTo>
                    <a:cubicBezTo>
                      <a:pt x="1361" y="1809"/>
                      <a:pt x="1286" y="1764"/>
                      <a:pt x="1210" y="1711"/>
                    </a:cubicBezTo>
                    <a:cubicBezTo>
                      <a:pt x="1251" y="1679"/>
                      <a:pt x="1293" y="1644"/>
                      <a:pt x="1335" y="1608"/>
                    </a:cubicBezTo>
                    <a:cubicBezTo>
                      <a:pt x="1390" y="1604"/>
                      <a:pt x="1444" y="1599"/>
                      <a:pt x="1496" y="1592"/>
                    </a:cubicBezTo>
                    <a:cubicBezTo>
                      <a:pt x="1480" y="1686"/>
                      <a:pt x="1458" y="1771"/>
                      <a:pt x="1433" y="1845"/>
                    </a:cubicBezTo>
                    <a:close/>
                    <a:moveTo>
                      <a:pt x="1142" y="2204"/>
                    </a:moveTo>
                    <a:lnTo>
                      <a:pt x="1142" y="2204"/>
                    </a:lnTo>
                    <a:cubicBezTo>
                      <a:pt x="1049" y="2204"/>
                      <a:pt x="952" y="2101"/>
                      <a:pt x="878" y="1921"/>
                    </a:cubicBezTo>
                    <a:cubicBezTo>
                      <a:pt x="963" y="1879"/>
                      <a:pt x="1052" y="1825"/>
                      <a:pt x="1142" y="1761"/>
                    </a:cubicBezTo>
                    <a:cubicBezTo>
                      <a:pt x="1231" y="1825"/>
                      <a:pt x="1320" y="1879"/>
                      <a:pt x="1405" y="1921"/>
                    </a:cubicBezTo>
                    <a:cubicBezTo>
                      <a:pt x="1331" y="2101"/>
                      <a:pt x="1235" y="2204"/>
                      <a:pt x="1142" y="2204"/>
                    </a:cubicBezTo>
                    <a:close/>
                    <a:moveTo>
                      <a:pt x="787" y="1592"/>
                    </a:moveTo>
                    <a:lnTo>
                      <a:pt x="787" y="1592"/>
                    </a:lnTo>
                    <a:cubicBezTo>
                      <a:pt x="839" y="1599"/>
                      <a:pt x="893" y="1604"/>
                      <a:pt x="949" y="1608"/>
                    </a:cubicBezTo>
                    <a:cubicBezTo>
                      <a:pt x="990" y="1644"/>
                      <a:pt x="1032" y="1679"/>
                      <a:pt x="1074" y="1711"/>
                    </a:cubicBezTo>
                    <a:cubicBezTo>
                      <a:pt x="997" y="1764"/>
                      <a:pt x="922" y="1809"/>
                      <a:pt x="850" y="1845"/>
                    </a:cubicBezTo>
                    <a:cubicBezTo>
                      <a:pt x="825" y="1771"/>
                      <a:pt x="804" y="1686"/>
                      <a:pt x="787" y="1592"/>
                    </a:cubicBezTo>
                    <a:close/>
                    <a:moveTo>
                      <a:pt x="528" y="1940"/>
                    </a:moveTo>
                    <a:lnTo>
                      <a:pt x="528" y="1940"/>
                    </a:lnTo>
                    <a:cubicBezTo>
                      <a:pt x="468" y="1940"/>
                      <a:pt x="421" y="1924"/>
                      <a:pt x="391" y="1893"/>
                    </a:cubicBezTo>
                    <a:cubicBezTo>
                      <a:pt x="325" y="1828"/>
                      <a:pt x="330" y="1686"/>
                      <a:pt x="405" y="1506"/>
                    </a:cubicBezTo>
                    <a:cubicBezTo>
                      <a:pt x="494" y="1537"/>
                      <a:pt x="595" y="1562"/>
                      <a:pt x="704" y="1580"/>
                    </a:cubicBezTo>
                    <a:cubicBezTo>
                      <a:pt x="722" y="1689"/>
                      <a:pt x="747" y="1790"/>
                      <a:pt x="778" y="1878"/>
                    </a:cubicBezTo>
                    <a:cubicBezTo>
                      <a:pt x="685" y="1918"/>
                      <a:pt x="599" y="1940"/>
                      <a:pt x="528" y="1940"/>
                    </a:cubicBezTo>
                    <a:close/>
                    <a:moveTo>
                      <a:pt x="80" y="1143"/>
                    </a:moveTo>
                    <a:lnTo>
                      <a:pt x="80" y="1143"/>
                    </a:lnTo>
                    <a:cubicBezTo>
                      <a:pt x="80" y="1049"/>
                      <a:pt x="183" y="953"/>
                      <a:pt x="364" y="879"/>
                    </a:cubicBezTo>
                    <a:cubicBezTo>
                      <a:pt x="406" y="965"/>
                      <a:pt x="459" y="1053"/>
                      <a:pt x="523" y="1142"/>
                    </a:cubicBezTo>
                    <a:cubicBezTo>
                      <a:pt x="458" y="1233"/>
                      <a:pt x="405" y="1322"/>
                      <a:pt x="364" y="1406"/>
                    </a:cubicBezTo>
                    <a:cubicBezTo>
                      <a:pt x="183" y="1332"/>
                      <a:pt x="80" y="1236"/>
                      <a:pt x="80" y="1143"/>
                    </a:cubicBezTo>
                    <a:close/>
                    <a:moveTo>
                      <a:pt x="676" y="950"/>
                    </a:moveTo>
                    <a:lnTo>
                      <a:pt x="676" y="950"/>
                    </a:lnTo>
                    <a:cubicBezTo>
                      <a:pt x="639" y="991"/>
                      <a:pt x="605" y="1033"/>
                      <a:pt x="573" y="1075"/>
                    </a:cubicBezTo>
                    <a:cubicBezTo>
                      <a:pt x="520" y="999"/>
                      <a:pt x="475" y="924"/>
                      <a:pt x="439" y="851"/>
                    </a:cubicBezTo>
                    <a:cubicBezTo>
                      <a:pt x="514" y="826"/>
                      <a:pt x="598" y="804"/>
                      <a:pt x="692" y="788"/>
                    </a:cubicBezTo>
                    <a:cubicBezTo>
                      <a:pt x="685" y="840"/>
                      <a:pt x="680" y="894"/>
                      <a:pt x="676" y="950"/>
                    </a:cubicBezTo>
                    <a:close/>
                    <a:moveTo>
                      <a:pt x="676" y="1335"/>
                    </a:moveTo>
                    <a:lnTo>
                      <a:pt x="676" y="1335"/>
                    </a:lnTo>
                    <a:cubicBezTo>
                      <a:pt x="680" y="1391"/>
                      <a:pt x="685" y="1445"/>
                      <a:pt x="692" y="1497"/>
                    </a:cubicBezTo>
                    <a:cubicBezTo>
                      <a:pt x="598" y="1481"/>
                      <a:pt x="513" y="1459"/>
                      <a:pt x="438" y="1434"/>
                    </a:cubicBezTo>
                    <a:cubicBezTo>
                      <a:pt x="473" y="1363"/>
                      <a:pt x="518" y="1288"/>
                      <a:pt x="573" y="1210"/>
                    </a:cubicBezTo>
                    <a:cubicBezTo>
                      <a:pt x="605" y="1252"/>
                      <a:pt x="640" y="1294"/>
                      <a:pt x="676" y="1335"/>
                    </a:cubicBezTo>
                    <a:close/>
                    <a:moveTo>
                      <a:pt x="670" y="1204"/>
                    </a:moveTo>
                    <a:lnTo>
                      <a:pt x="670" y="1204"/>
                    </a:lnTo>
                    <a:cubicBezTo>
                      <a:pt x="654" y="1183"/>
                      <a:pt x="637" y="1163"/>
                      <a:pt x="622" y="1142"/>
                    </a:cubicBezTo>
                    <a:cubicBezTo>
                      <a:pt x="637" y="1122"/>
                      <a:pt x="653" y="1101"/>
                      <a:pt x="670" y="1080"/>
                    </a:cubicBezTo>
                    <a:cubicBezTo>
                      <a:pt x="670" y="1101"/>
                      <a:pt x="669" y="1122"/>
                      <a:pt x="669" y="1143"/>
                    </a:cubicBezTo>
                    <a:cubicBezTo>
                      <a:pt x="669" y="1163"/>
                      <a:pt x="670" y="1184"/>
                      <a:pt x="670" y="1204"/>
                    </a:cubicBezTo>
                    <a:close/>
                    <a:moveTo>
                      <a:pt x="391" y="392"/>
                    </a:moveTo>
                    <a:lnTo>
                      <a:pt x="391" y="392"/>
                    </a:lnTo>
                    <a:cubicBezTo>
                      <a:pt x="421" y="361"/>
                      <a:pt x="468" y="345"/>
                      <a:pt x="528" y="345"/>
                    </a:cubicBezTo>
                    <a:cubicBezTo>
                      <a:pt x="599" y="345"/>
                      <a:pt x="685" y="367"/>
                      <a:pt x="778" y="407"/>
                    </a:cubicBezTo>
                    <a:cubicBezTo>
                      <a:pt x="747" y="495"/>
                      <a:pt x="722" y="596"/>
                      <a:pt x="704" y="705"/>
                    </a:cubicBezTo>
                    <a:cubicBezTo>
                      <a:pt x="595" y="723"/>
                      <a:pt x="494" y="748"/>
                      <a:pt x="406" y="779"/>
                    </a:cubicBezTo>
                    <a:cubicBezTo>
                      <a:pt x="330" y="599"/>
                      <a:pt x="324" y="458"/>
                      <a:pt x="391" y="392"/>
                    </a:cubicBezTo>
                    <a:close/>
                    <a:moveTo>
                      <a:pt x="850" y="440"/>
                    </a:moveTo>
                    <a:lnTo>
                      <a:pt x="850" y="440"/>
                    </a:lnTo>
                    <a:cubicBezTo>
                      <a:pt x="922" y="476"/>
                      <a:pt x="997" y="521"/>
                      <a:pt x="1074" y="574"/>
                    </a:cubicBezTo>
                    <a:cubicBezTo>
                      <a:pt x="1032" y="606"/>
                      <a:pt x="990" y="641"/>
                      <a:pt x="949" y="677"/>
                    </a:cubicBezTo>
                    <a:cubicBezTo>
                      <a:pt x="893" y="681"/>
                      <a:pt x="839" y="686"/>
                      <a:pt x="787" y="693"/>
                    </a:cubicBezTo>
                    <a:cubicBezTo>
                      <a:pt x="804" y="599"/>
                      <a:pt x="825" y="514"/>
                      <a:pt x="850" y="440"/>
                    </a:cubicBezTo>
                    <a:close/>
                    <a:moveTo>
                      <a:pt x="1142" y="80"/>
                    </a:moveTo>
                    <a:lnTo>
                      <a:pt x="1142" y="80"/>
                    </a:lnTo>
                    <a:cubicBezTo>
                      <a:pt x="1235" y="80"/>
                      <a:pt x="1331" y="184"/>
                      <a:pt x="1405" y="364"/>
                    </a:cubicBezTo>
                    <a:cubicBezTo>
                      <a:pt x="1320" y="406"/>
                      <a:pt x="1231" y="460"/>
                      <a:pt x="1142" y="524"/>
                    </a:cubicBezTo>
                    <a:cubicBezTo>
                      <a:pt x="1052" y="460"/>
                      <a:pt x="963" y="406"/>
                      <a:pt x="878" y="364"/>
                    </a:cubicBezTo>
                    <a:cubicBezTo>
                      <a:pt x="952" y="184"/>
                      <a:pt x="1049" y="80"/>
                      <a:pt x="1142" y="80"/>
                    </a:cubicBezTo>
                    <a:close/>
                    <a:moveTo>
                      <a:pt x="1496" y="693"/>
                    </a:moveTo>
                    <a:lnTo>
                      <a:pt x="1496" y="693"/>
                    </a:lnTo>
                    <a:cubicBezTo>
                      <a:pt x="1444" y="686"/>
                      <a:pt x="1390" y="681"/>
                      <a:pt x="1335" y="677"/>
                    </a:cubicBezTo>
                    <a:cubicBezTo>
                      <a:pt x="1293" y="641"/>
                      <a:pt x="1251" y="606"/>
                      <a:pt x="1210" y="574"/>
                    </a:cubicBezTo>
                    <a:cubicBezTo>
                      <a:pt x="1286" y="521"/>
                      <a:pt x="1361" y="476"/>
                      <a:pt x="1433" y="440"/>
                    </a:cubicBezTo>
                    <a:cubicBezTo>
                      <a:pt x="1458" y="514"/>
                      <a:pt x="1480" y="599"/>
                      <a:pt x="1496" y="693"/>
                    </a:cubicBezTo>
                    <a:close/>
                    <a:moveTo>
                      <a:pt x="1431" y="765"/>
                    </a:moveTo>
                    <a:lnTo>
                      <a:pt x="1431" y="765"/>
                    </a:lnTo>
                    <a:cubicBezTo>
                      <a:pt x="1458" y="768"/>
                      <a:pt x="1484" y="771"/>
                      <a:pt x="1509" y="775"/>
                    </a:cubicBezTo>
                    <a:cubicBezTo>
                      <a:pt x="1513" y="800"/>
                      <a:pt x="1516" y="826"/>
                      <a:pt x="1519" y="853"/>
                    </a:cubicBezTo>
                    <a:cubicBezTo>
                      <a:pt x="1505" y="838"/>
                      <a:pt x="1490" y="823"/>
                      <a:pt x="1476" y="809"/>
                    </a:cubicBezTo>
                    <a:cubicBezTo>
                      <a:pt x="1461" y="794"/>
                      <a:pt x="1446" y="779"/>
                      <a:pt x="1431" y="765"/>
                    </a:cubicBezTo>
                    <a:close/>
                    <a:moveTo>
                      <a:pt x="1081" y="671"/>
                    </a:moveTo>
                    <a:lnTo>
                      <a:pt x="1081" y="671"/>
                    </a:lnTo>
                    <a:cubicBezTo>
                      <a:pt x="1101" y="655"/>
                      <a:pt x="1121" y="639"/>
                      <a:pt x="1142" y="623"/>
                    </a:cubicBezTo>
                    <a:cubicBezTo>
                      <a:pt x="1162" y="639"/>
                      <a:pt x="1182" y="655"/>
                      <a:pt x="1203" y="671"/>
                    </a:cubicBezTo>
                    <a:cubicBezTo>
                      <a:pt x="1182" y="670"/>
                      <a:pt x="1162" y="670"/>
                      <a:pt x="1142" y="670"/>
                    </a:cubicBezTo>
                    <a:cubicBezTo>
                      <a:pt x="1121" y="670"/>
                      <a:pt x="1101" y="670"/>
                      <a:pt x="1081" y="671"/>
                    </a:cubicBezTo>
                    <a:close/>
                    <a:moveTo>
                      <a:pt x="764" y="853"/>
                    </a:moveTo>
                    <a:lnTo>
                      <a:pt x="764" y="853"/>
                    </a:lnTo>
                    <a:cubicBezTo>
                      <a:pt x="767" y="826"/>
                      <a:pt x="770" y="800"/>
                      <a:pt x="774" y="775"/>
                    </a:cubicBezTo>
                    <a:cubicBezTo>
                      <a:pt x="799" y="771"/>
                      <a:pt x="826" y="768"/>
                      <a:pt x="852" y="765"/>
                    </a:cubicBezTo>
                    <a:cubicBezTo>
                      <a:pt x="837" y="779"/>
                      <a:pt x="822" y="794"/>
                      <a:pt x="808" y="809"/>
                    </a:cubicBezTo>
                    <a:cubicBezTo>
                      <a:pt x="793" y="823"/>
                      <a:pt x="779" y="838"/>
                      <a:pt x="764" y="853"/>
                    </a:cubicBezTo>
                    <a:close/>
                    <a:moveTo>
                      <a:pt x="852" y="1520"/>
                    </a:moveTo>
                    <a:lnTo>
                      <a:pt x="852" y="1520"/>
                    </a:lnTo>
                    <a:cubicBezTo>
                      <a:pt x="826" y="1517"/>
                      <a:pt x="799" y="1514"/>
                      <a:pt x="774" y="1510"/>
                    </a:cubicBezTo>
                    <a:cubicBezTo>
                      <a:pt x="770" y="1485"/>
                      <a:pt x="767" y="1459"/>
                      <a:pt x="764" y="1432"/>
                    </a:cubicBezTo>
                    <a:cubicBezTo>
                      <a:pt x="779" y="1447"/>
                      <a:pt x="793" y="1462"/>
                      <a:pt x="808" y="1476"/>
                    </a:cubicBezTo>
                    <a:cubicBezTo>
                      <a:pt x="822" y="1491"/>
                      <a:pt x="837" y="1506"/>
                      <a:pt x="852" y="1520"/>
                    </a:cubicBezTo>
                    <a:close/>
                    <a:moveTo>
                      <a:pt x="1203" y="1614"/>
                    </a:moveTo>
                    <a:lnTo>
                      <a:pt x="1203" y="1614"/>
                    </a:lnTo>
                    <a:cubicBezTo>
                      <a:pt x="1182" y="1630"/>
                      <a:pt x="1162" y="1646"/>
                      <a:pt x="1142" y="1662"/>
                    </a:cubicBezTo>
                    <a:cubicBezTo>
                      <a:pt x="1121" y="1646"/>
                      <a:pt x="1101" y="1630"/>
                      <a:pt x="1081" y="1614"/>
                    </a:cubicBezTo>
                    <a:cubicBezTo>
                      <a:pt x="1101" y="1615"/>
                      <a:pt x="1121" y="1615"/>
                      <a:pt x="1142" y="1615"/>
                    </a:cubicBezTo>
                    <a:cubicBezTo>
                      <a:pt x="1162" y="1615"/>
                      <a:pt x="1182" y="1615"/>
                      <a:pt x="1203" y="1614"/>
                    </a:cubicBezTo>
                    <a:close/>
                    <a:moveTo>
                      <a:pt x="1519" y="1432"/>
                    </a:moveTo>
                    <a:lnTo>
                      <a:pt x="1519" y="1432"/>
                    </a:lnTo>
                    <a:cubicBezTo>
                      <a:pt x="1516" y="1459"/>
                      <a:pt x="1513" y="1485"/>
                      <a:pt x="1509" y="1510"/>
                    </a:cubicBezTo>
                    <a:cubicBezTo>
                      <a:pt x="1484" y="1514"/>
                      <a:pt x="1458" y="1517"/>
                      <a:pt x="1431" y="1520"/>
                    </a:cubicBezTo>
                    <a:cubicBezTo>
                      <a:pt x="1446" y="1506"/>
                      <a:pt x="1461" y="1491"/>
                      <a:pt x="1476" y="1476"/>
                    </a:cubicBezTo>
                    <a:cubicBezTo>
                      <a:pt x="1490" y="1462"/>
                      <a:pt x="1505" y="1447"/>
                      <a:pt x="1519" y="1432"/>
                    </a:cubicBezTo>
                    <a:close/>
                    <a:moveTo>
                      <a:pt x="1419" y="1420"/>
                    </a:moveTo>
                    <a:lnTo>
                      <a:pt x="1419" y="1420"/>
                    </a:lnTo>
                    <a:cubicBezTo>
                      <a:pt x="1381" y="1458"/>
                      <a:pt x="1342" y="1495"/>
                      <a:pt x="1302" y="1530"/>
                    </a:cubicBezTo>
                    <a:cubicBezTo>
                      <a:pt x="1250" y="1533"/>
                      <a:pt x="1197" y="1535"/>
                      <a:pt x="1142" y="1535"/>
                    </a:cubicBezTo>
                    <a:cubicBezTo>
                      <a:pt x="1087" y="1535"/>
                      <a:pt x="1033" y="1533"/>
                      <a:pt x="981" y="1530"/>
                    </a:cubicBezTo>
                    <a:cubicBezTo>
                      <a:pt x="942" y="1495"/>
                      <a:pt x="903" y="1458"/>
                      <a:pt x="864" y="1420"/>
                    </a:cubicBezTo>
                    <a:cubicBezTo>
                      <a:pt x="826" y="1381"/>
                      <a:pt x="789" y="1342"/>
                      <a:pt x="754" y="1303"/>
                    </a:cubicBezTo>
                    <a:cubicBezTo>
                      <a:pt x="751" y="1251"/>
                      <a:pt x="749" y="1198"/>
                      <a:pt x="749" y="1143"/>
                    </a:cubicBezTo>
                    <a:cubicBezTo>
                      <a:pt x="749" y="1087"/>
                      <a:pt x="751" y="1034"/>
                      <a:pt x="754" y="982"/>
                    </a:cubicBezTo>
                    <a:cubicBezTo>
                      <a:pt x="789" y="943"/>
                      <a:pt x="825" y="904"/>
                      <a:pt x="864" y="865"/>
                    </a:cubicBezTo>
                    <a:cubicBezTo>
                      <a:pt x="903" y="827"/>
                      <a:pt x="942" y="790"/>
                      <a:pt x="981" y="755"/>
                    </a:cubicBezTo>
                    <a:cubicBezTo>
                      <a:pt x="1033" y="752"/>
                      <a:pt x="1087" y="750"/>
                      <a:pt x="1142" y="750"/>
                    </a:cubicBezTo>
                    <a:cubicBezTo>
                      <a:pt x="1197" y="750"/>
                      <a:pt x="1250" y="752"/>
                      <a:pt x="1302" y="755"/>
                    </a:cubicBezTo>
                    <a:cubicBezTo>
                      <a:pt x="1342" y="790"/>
                      <a:pt x="1381" y="827"/>
                      <a:pt x="1419" y="865"/>
                    </a:cubicBezTo>
                    <a:cubicBezTo>
                      <a:pt x="1458" y="904"/>
                      <a:pt x="1495" y="943"/>
                      <a:pt x="1529" y="982"/>
                    </a:cubicBezTo>
                    <a:cubicBezTo>
                      <a:pt x="1532" y="1034"/>
                      <a:pt x="1534" y="1087"/>
                      <a:pt x="1534" y="1143"/>
                    </a:cubicBezTo>
                    <a:cubicBezTo>
                      <a:pt x="1534" y="1198"/>
                      <a:pt x="1532" y="1251"/>
                      <a:pt x="1529" y="1303"/>
                    </a:cubicBezTo>
                    <a:cubicBezTo>
                      <a:pt x="1494" y="1342"/>
                      <a:pt x="1457" y="1381"/>
                      <a:pt x="1419" y="1420"/>
                    </a:cubicBezTo>
                    <a:close/>
                    <a:moveTo>
                      <a:pt x="1710" y="1075"/>
                    </a:moveTo>
                    <a:lnTo>
                      <a:pt x="1710" y="1075"/>
                    </a:lnTo>
                    <a:cubicBezTo>
                      <a:pt x="1678" y="1033"/>
                      <a:pt x="1644" y="991"/>
                      <a:pt x="1607" y="950"/>
                    </a:cubicBezTo>
                    <a:cubicBezTo>
                      <a:pt x="1604" y="894"/>
                      <a:pt x="1598" y="840"/>
                      <a:pt x="1591" y="788"/>
                    </a:cubicBezTo>
                    <a:cubicBezTo>
                      <a:pt x="1685" y="804"/>
                      <a:pt x="1770" y="826"/>
                      <a:pt x="1844" y="851"/>
                    </a:cubicBezTo>
                    <a:cubicBezTo>
                      <a:pt x="1808" y="924"/>
                      <a:pt x="1763" y="999"/>
                      <a:pt x="1710" y="1075"/>
                    </a:cubicBezTo>
                    <a:close/>
                    <a:moveTo>
                      <a:pt x="1711" y="1210"/>
                    </a:moveTo>
                    <a:lnTo>
                      <a:pt x="1711" y="1210"/>
                    </a:lnTo>
                    <a:cubicBezTo>
                      <a:pt x="1765" y="1288"/>
                      <a:pt x="1810" y="1363"/>
                      <a:pt x="1845" y="1434"/>
                    </a:cubicBezTo>
                    <a:cubicBezTo>
                      <a:pt x="1770" y="1459"/>
                      <a:pt x="1685" y="1481"/>
                      <a:pt x="1591" y="1497"/>
                    </a:cubicBezTo>
                    <a:cubicBezTo>
                      <a:pt x="1598" y="1445"/>
                      <a:pt x="1604" y="1391"/>
                      <a:pt x="1607" y="1335"/>
                    </a:cubicBezTo>
                    <a:cubicBezTo>
                      <a:pt x="1644" y="1294"/>
                      <a:pt x="1678" y="1252"/>
                      <a:pt x="1711" y="1210"/>
                    </a:cubicBezTo>
                    <a:close/>
                    <a:moveTo>
                      <a:pt x="1613" y="1080"/>
                    </a:moveTo>
                    <a:lnTo>
                      <a:pt x="1613" y="1080"/>
                    </a:lnTo>
                    <a:cubicBezTo>
                      <a:pt x="1630" y="1101"/>
                      <a:pt x="1646" y="1122"/>
                      <a:pt x="1661" y="1142"/>
                    </a:cubicBezTo>
                    <a:cubicBezTo>
                      <a:pt x="1646" y="1163"/>
                      <a:pt x="1630" y="1183"/>
                      <a:pt x="1613" y="1204"/>
                    </a:cubicBezTo>
                    <a:cubicBezTo>
                      <a:pt x="1614" y="1184"/>
                      <a:pt x="1614" y="1163"/>
                      <a:pt x="1614" y="1143"/>
                    </a:cubicBezTo>
                    <a:cubicBezTo>
                      <a:pt x="1614" y="1122"/>
                      <a:pt x="1614" y="1101"/>
                      <a:pt x="1613" y="1080"/>
                    </a:cubicBezTo>
                    <a:close/>
                    <a:moveTo>
                      <a:pt x="1756" y="345"/>
                    </a:moveTo>
                    <a:lnTo>
                      <a:pt x="1756" y="345"/>
                    </a:lnTo>
                    <a:cubicBezTo>
                      <a:pt x="1816" y="345"/>
                      <a:pt x="1862" y="361"/>
                      <a:pt x="1893" y="392"/>
                    </a:cubicBezTo>
                    <a:cubicBezTo>
                      <a:pt x="1959" y="458"/>
                      <a:pt x="1953" y="599"/>
                      <a:pt x="1878" y="779"/>
                    </a:cubicBezTo>
                    <a:cubicBezTo>
                      <a:pt x="1789" y="748"/>
                      <a:pt x="1689" y="723"/>
                      <a:pt x="1579" y="705"/>
                    </a:cubicBezTo>
                    <a:cubicBezTo>
                      <a:pt x="1561" y="596"/>
                      <a:pt x="1536" y="495"/>
                      <a:pt x="1505" y="407"/>
                    </a:cubicBezTo>
                    <a:cubicBezTo>
                      <a:pt x="1599" y="367"/>
                      <a:pt x="1684" y="345"/>
                      <a:pt x="1756" y="345"/>
                    </a:cubicBezTo>
                    <a:close/>
                    <a:moveTo>
                      <a:pt x="1952" y="807"/>
                    </a:moveTo>
                    <a:lnTo>
                      <a:pt x="1952" y="807"/>
                    </a:lnTo>
                    <a:cubicBezTo>
                      <a:pt x="2042" y="594"/>
                      <a:pt x="2041" y="427"/>
                      <a:pt x="1949" y="335"/>
                    </a:cubicBezTo>
                    <a:cubicBezTo>
                      <a:pt x="1903" y="289"/>
                      <a:pt x="1838" y="265"/>
                      <a:pt x="1756" y="265"/>
                    </a:cubicBezTo>
                    <a:cubicBezTo>
                      <a:pt x="1675" y="265"/>
                      <a:pt x="1580" y="289"/>
                      <a:pt x="1477" y="332"/>
                    </a:cubicBezTo>
                    <a:cubicBezTo>
                      <a:pt x="1392" y="126"/>
                      <a:pt x="1274" y="0"/>
                      <a:pt x="1142" y="0"/>
                    </a:cubicBezTo>
                    <a:cubicBezTo>
                      <a:pt x="1009" y="0"/>
                      <a:pt x="891" y="126"/>
                      <a:pt x="806" y="332"/>
                    </a:cubicBezTo>
                    <a:cubicBezTo>
                      <a:pt x="704" y="289"/>
                      <a:pt x="609" y="265"/>
                      <a:pt x="528" y="265"/>
                    </a:cubicBezTo>
                    <a:cubicBezTo>
                      <a:pt x="446" y="265"/>
                      <a:pt x="380" y="289"/>
                      <a:pt x="334" y="335"/>
                    </a:cubicBezTo>
                    <a:cubicBezTo>
                      <a:pt x="242" y="427"/>
                      <a:pt x="242" y="594"/>
                      <a:pt x="331" y="807"/>
                    </a:cubicBezTo>
                    <a:cubicBezTo>
                      <a:pt x="125" y="892"/>
                      <a:pt x="0" y="1010"/>
                      <a:pt x="0" y="1143"/>
                    </a:cubicBezTo>
                    <a:cubicBezTo>
                      <a:pt x="0" y="1275"/>
                      <a:pt x="125" y="1393"/>
                      <a:pt x="331" y="1478"/>
                    </a:cubicBezTo>
                    <a:cubicBezTo>
                      <a:pt x="246" y="1684"/>
                      <a:pt x="240" y="1856"/>
                      <a:pt x="334" y="1950"/>
                    </a:cubicBezTo>
                    <a:cubicBezTo>
                      <a:pt x="380" y="1996"/>
                      <a:pt x="446" y="2020"/>
                      <a:pt x="528" y="2020"/>
                    </a:cubicBezTo>
                    <a:cubicBezTo>
                      <a:pt x="609" y="2020"/>
                      <a:pt x="704" y="1996"/>
                      <a:pt x="806" y="1953"/>
                    </a:cubicBezTo>
                    <a:cubicBezTo>
                      <a:pt x="891" y="2159"/>
                      <a:pt x="1009" y="2284"/>
                      <a:pt x="1142" y="2284"/>
                    </a:cubicBezTo>
                    <a:cubicBezTo>
                      <a:pt x="1274" y="2284"/>
                      <a:pt x="1392" y="2159"/>
                      <a:pt x="1477" y="1953"/>
                    </a:cubicBezTo>
                    <a:cubicBezTo>
                      <a:pt x="1580" y="1996"/>
                      <a:pt x="1675" y="2020"/>
                      <a:pt x="1756" y="2020"/>
                    </a:cubicBezTo>
                    <a:cubicBezTo>
                      <a:pt x="1838" y="2020"/>
                      <a:pt x="1903" y="1996"/>
                      <a:pt x="1949" y="1950"/>
                    </a:cubicBezTo>
                    <a:cubicBezTo>
                      <a:pt x="2043" y="1856"/>
                      <a:pt x="2038" y="1684"/>
                      <a:pt x="1952" y="1478"/>
                    </a:cubicBezTo>
                    <a:cubicBezTo>
                      <a:pt x="2158" y="1393"/>
                      <a:pt x="2284" y="1275"/>
                      <a:pt x="2284" y="1143"/>
                    </a:cubicBezTo>
                    <a:cubicBezTo>
                      <a:pt x="2284" y="1010"/>
                      <a:pt x="2158" y="892"/>
                      <a:pt x="1952" y="807"/>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7" name="Freeform 20"/>
              <p:cNvSpPr/>
              <p:nvPr userDrawn="1">
                <p:custDataLst>
                  <p:tags r:id="rId191"/>
                </p:custDataLst>
              </p:nvPr>
            </p:nvSpPr>
            <p:spPr bwMode="auto">
              <a:xfrm>
                <a:off x="7021513" y="5929313"/>
                <a:ext cx="177800" cy="177800"/>
              </a:xfrm>
              <a:custGeom>
                <a:avLst/>
                <a:gdLst>
                  <a:gd name="T0" fmla="*/ 120 w 240"/>
                  <a:gd name="T1" fmla="*/ 0 h 240"/>
                  <a:gd name="T2" fmla="*/ 120 w 240"/>
                  <a:gd name="T3" fmla="*/ 0 h 240"/>
                  <a:gd name="T4" fmla="*/ 0 w 240"/>
                  <a:gd name="T5" fmla="*/ 120 h 240"/>
                  <a:gd name="T6" fmla="*/ 120 w 240"/>
                  <a:gd name="T7" fmla="*/ 240 h 240"/>
                  <a:gd name="T8" fmla="*/ 240 w 240"/>
                  <a:gd name="T9" fmla="*/ 120 h 240"/>
                  <a:gd name="T10" fmla="*/ 120 w 240"/>
                  <a:gd name="T11" fmla="*/ 0 h 240"/>
                </a:gdLst>
                <a:ahLst/>
                <a:cxnLst>
                  <a:cxn ang="0">
                    <a:pos x="T0" y="T1"/>
                  </a:cxn>
                  <a:cxn ang="0">
                    <a:pos x="T2" y="T3"/>
                  </a:cxn>
                  <a:cxn ang="0">
                    <a:pos x="T4" y="T5"/>
                  </a:cxn>
                  <a:cxn ang="0">
                    <a:pos x="T6" y="T7"/>
                  </a:cxn>
                  <a:cxn ang="0">
                    <a:pos x="T8" y="T9"/>
                  </a:cxn>
                  <a:cxn ang="0">
                    <a:pos x="T10" y="T11"/>
                  </a:cxn>
                </a:cxnLst>
                <a:rect l="0" t="0" r="r" b="b"/>
                <a:pathLst>
                  <a:path w="240" h="240">
                    <a:moveTo>
                      <a:pt x="120" y="0"/>
                    </a:moveTo>
                    <a:lnTo>
                      <a:pt x="120" y="0"/>
                    </a:lnTo>
                    <a:cubicBezTo>
                      <a:pt x="53" y="0"/>
                      <a:pt x="0" y="53"/>
                      <a:pt x="0" y="120"/>
                    </a:cubicBezTo>
                    <a:cubicBezTo>
                      <a:pt x="0" y="186"/>
                      <a:pt x="53" y="240"/>
                      <a:pt x="120" y="240"/>
                    </a:cubicBezTo>
                    <a:cubicBezTo>
                      <a:pt x="186" y="240"/>
                      <a:pt x="240" y="186"/>
                      <a:pt x="240" y="120"/>
                    </a:cubicBezTo>
                    <a:cubicBezTo>
                      <a:pt x="240" y="53"/>
                      <a:pt x="186" y="0"/>
                      <a:pt x="120" y="0"/>
                    </a:cubicBez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84" name="Freeform 19"/>
            <p:cNvSpPr>
              <a:spLocks noEditPoints="1"/>
            </p:cNvSpPr>
            <p:nvPr userDrawn="1">
              <p:custDataLst>
                <p:tags r:id="rId192"/>
              </p:custDataLst>
            </p:nvPr>
          </p:nvSpPr>
          <p:spPr bwMode="auto">
            <a:xfrm rot="21418795">
              <a:off x="11264443" y="4898673"/>
              <a:ext cx="1209819" cy="253100"/>
            </a:xfrm>
            <a:custGeom>
              <a:avLst/>
              <a:gdLst>
                <a:gd name="T0" fmla="*/ 2347 w 2387"/>
                <a:gd name="T1" fmla="*/ 458 h 498"/>
                <a:gd name="T2" fmla="*/ 40 w 2387"/>
                <a:gd name="T3" fmla="*/ 40 h 498"/>
                <a:gd name="T4" fmla="*/ 177 w 2387"/>
                <a:gd name="T5" fmla="*/ 298 h 498"/>
                <a:gd name="T6" fmla="*/ 217 w 2387"/>
                <a:gd name="T7" fmla="*/ 40 h 498"/>
                <a:gd name="T8" fmla="*/ 277 w 2387"/>
                <a:gd name="T9" fmla="*/ 159 h 498"/>
                <a:gd name="T10" fmla="*/ 317 w 2387"/>
                <a:gd name="T11" fmla="*/ 40 h 498"/>
                <a:gd name="T12" fmla="*/ 377 w 2387"/>
                <a:gd name="T13" fmla="*/ 159 h 498"/>
                <a:gd name="T14" fmla="*/ 417 w 2387"/>
                <a:gd name="T15" fmla="*/ 40 h 498"/>
                <a:gd name="T16" fmla="*/ 477 w 2387"/>
                <a:gd name="T17" fmla="*/ 159 h 498"/>
                <a:gd name="T18" fmla="*/ 517 w 2387"/>
                <a:gd name="T19" fmla="*/ 40 h 498"/>
                <a:gd name="T20" fmla="*/ 577 w 2387"/>
                <a:gd name="T21" fmla="*/ 159 h 498"/>
                <a:gd name="T22" fmla="*/ 617 w 2387"/>
                <a:gd name="T23" fmla="*/ 40 h 498"/>
                <a:gd name="T24" fmla="*/ 674 w 2387"/>
                <a:gd name="T25" fmla="*/ 298 h 498"/>
                <a:gd name="T26" fmla="*/ 714 w 2387"/>
                <a:gd name="T27" fmla="*/ 40 h 498"/>
                <a:gd name="T28" fmla="*/ 774 w 2387"/>
                <a:gd name="T29" fmla="*/ 159 h 498"/>
                <a:gd name="T30" fmla="*/ 814 w 2387"/>
                <a:gd name="T31" fmla="*/ 40 h 498"/>
                <a:gd name="T32" fmla="*/ 874 w 2387"/>
                <a:gd name="T33" fmla="*/ 159 h 498"/>
                <a:gd name="T34" fmla="*/ 914 w 2387"/>
                <a:gd name="T35" fmla="*/ 40 h 498"/>
                <a:gd name="T36" fmla="*/ 974 w 2387"/>
                <a:gd name="T37" fmla="*/ 159 h 498"/>
                <a:gd name="T38" fmla="*/ 1014 w 2387"/>
                <a:gd name="T39" fmla="*/ 40 h 498"/>
                <a:gd name="T40" fmla="*/ 1074 w 2387"/>
                <a:gd name="T41" fmla="*/ 159 h 498"/>
                <a:gd name="T42" fmla="*/ 1114 w 2387"/>
                <a:gd name="T43" fmla="*/ 40 h 498"/>
                <a:gd name="T44" fmla="*/ 1187 w 2387"/>
                <a:gd name="T45" fmla="*/ 298 h 498"/>
                <a:gd name="T46" fmla="*/ 1227 w 2387"/>
                <a:gd name="T47" fmla="*/ 40 h 498"/>
                <a:gd name="T48" fmla="*/ 1287 w 2387"/>
                <a:gd name="T49" fmla="*/ 159 h 498"/>
                <a:gd name="T50" fmla="*/ 1327 w 2387"/>
                <a:gd name="T51" fmla="*/ 40 h 498"/>
                <a:gd name="T52" fmla="*/ 1387 w 2387"/>
                <a:gd name="T53" fmla="*/ 159 h 498"/>
                <a:gd name="T54" fmla="*/ 1427 w 2387"/>
                <a:gd name="T55" fmla="*/ 40 h 498"/>
                <a:gd name="T56" fmla="*/ 1487 w 2387"/>
                <a:gd name="T57" fmla="*/ 159 h 498"/>
                <a:gd name="T58" fmla="*/ 1527 w 2387"/>
                <a:gd name="T59" fmla="*/ 40 h 498"/>
                <a:gd name="T60" fmla="*/ 1587 w 2387"/>
                <a:gd name="T61" fmla="*/ 159 h 498"/>
                <a:gd name="T62" fmla="*/ 1627 w 2387"/>
                <a:gd name="T63" fmla="*/ 40 h 498"/>
                <a:gd name="T64" fmla="*/ 1684 w 2387"/>
                <a:gd name="T65" fmla="*/ 298 h 498"/>
                <a:gd name="T66" fmla="*/ 1724 w 2387"/>
                <a:gd name="T67" fmla="*/ 40 h 498"/>
                <a:gd name="T68" fmla="*/ 1784 w 2387"/>
                <a:gd name="T69" fmla="*/ 159 h 498"/>
                <a:gd name="T70" fmla="*/ 1824 w 2387"/>
                <a:gd name="T71" fmla="*/ 40 h 498"/>
                <a:gd name="T72" fmla="*/ 1884 w 2387"/>
                <a:gd name="T73" fmla="*/ 159 h 498"/>
                <a:gd name="T74" fmla="*/ 1924 w 2387"/>
                <a:gd name="T75" fmla="*/ 40 h 498"/>
                <a:gd name="T76" fmla="*/ 1984 w 2387"/>
                <a:gd name="T77" fmla="*/ 159 h 498"/>
                <a:gd name="T78" fmla="*/ 2024 w 2387"/>
                <a:gd name="T79" fmla="*/ 40 h 498"/>
                <a:gd name="T80" fmla="*/ 2084 w 2387"/>
                <a:gd name="T81" fmla="*/ 159 h 498"/>
                <a:gd name="T82" fmla="*/ 2124 w 2387"/>
                <a:gd name="T83" fmla="*/ 40 h 498"/>
                <a:gd name="T84" fmla="*/ 2170 w 2387"/>
                <a:gd name="T85" fmla="*/ 298 h 498"/>
                <a:gd name="T86" fmla="*/ 2210 w 2387"/>
                <a:gd name="T87" fmla="*/ 40 h 498"/>
                <a:gd name="T88" fmla="*/ 2347 w 2387"/>
                <a:gd name="T89" fmla="*/ 458 h 498"/>
                <a:gd name="T90" fmla="*/ 0 w 2387"/>
                <a:gd name="T91" fmla="*/ 498 h 498"/>
                <a:gd name="T92" fmla="*/ 2387 w 2387"/>
                <a:gd name="T93" fmla="*/ 0 h 498"/>
                <a:gd name="T94" fmla="*/ 0 w 2387"/>
                <a:gd name="T95"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7" h="498">
                  <a:moveTo>
                    <a:pt x="2347" y="458"/>
                  </a:moveTo>
                  <a:lnTo>
                    <a:pt x="2347" y="458"/>
                  </a:lnTo>
                  <a:lnTo>
                    <a:pt x="40" y="458"/>
                  </a:lnTo>
                  <a:lnTo>
                    <a:pt x="40" y="40"/>
                  </a:lnTo>
                  <a:lnTo>
                    <a:pt x="177" y="40"/>
                  </a:lnTo>
                  <a:lnTo>
                    <a:pt x="177" y="298"/>
                  </a:lnTo>
                  <a:lnTo>
                    <a:pt x="217" y="298"/>
                  </a:lnTo>
                  <a:lnTo>
                    <a:pt x="217" y="40"/>
                  </a:lnTo>
                  <a:lnTo>
                    <a:pt x="277" y="40"/>
                  </a:lnTo>
                  <a:lnTo>
                    <a:pt x="277" y="159"/>
                  </a:lnTo>
                  <a:lnTo>
                    <a:pt x="317" y="159"/>
                  </a:lnTo>
                  <a:lnTo>
                    <a:pt x="317" y="40"/>
                  </a:lnTo>
                  <a:lnTo>
                    <a:pt x="377" y="40"/>
                  </a:lnTo>
                  <a:lnTo>
                    <a:pt x="377" y="159"/>
                  </a:lnTo>
                  <a:lnTo>
                    <a:pt x="417" y="159"/>
                  </a:lnTo>
                  <a:lnTo>
                    <a:pt x="417" y="40"/>
                  </a:lnTo>
                  <a:lnTo>
                    <a:pt x="477" y="40"/>
                  </a:lnTo>
                  <a:lnTo>
                    <a:pt x="477" y="159"/>
                  </a:lnTo>
                  <a:lnTo>
                    <a:pt x="517" y="159"/>
                  </a:lnTo>
                  <a:lnTo>
                    <a:pt x="517" y="40"/>
                  </a:lnTo>
                  <a:lnTo>
                    <a:pt x="577" y="40"/>
                  </a:lnTo>
                  <a:lnTo>
                    <a:pt x="577" y="159"/>
                  </a:lnTo>
                  <a:lnTo>
                    <a:pt x="617" y="159"/>
                  </a:lnTo>
                  <a:lnTo>
                    <a:pt x="617" y="40"/>
                  </a:lnTo>
                  <a:lnTo>
                    <a:pt x="674" y="40"/>
                  </a:lnTo>
                  <a:lnTo>
                    <a:pt x="674" y="298"/>
                  </a:lnTo>
                  <a:lnTo>
                    <a:pt x="714" y="298"/>
                  </a:lnTo>
                  <a:lnTo>
                    <a:pt x="714" y="40"/>
                  </a:lnTo>
                  <a:lnTo>
                    <a:pt x="774" y="40"/>
                  </a:lnTo>
                  <a:lnTo>
                    <a:pt x="774" y="159"/>
                  </a:lnTo>
                  <a:lnTo>
                    <a:pt x="814" y="159"/>
                  </a:lnTo>
                  <a:lnTo>
                    <a:pt x="814" y="40"/>
                  </a:lnTo>
                  <a:lnTo>
                    <a:pt x="874" y="40"/>
                  </a:lnTo>
                  <a:lnTo>
                    <a:pt x="874" y="159"/>
                  </a:lnTo>
                  <a:lnTo>
                    <a:pt x="914" y="159"/>
                  </a:lnTo>
                  <a:lnTo>
                    <a:pt x="914" y="40"/>
                  </a:lnTo>
                  <a:lnTo>
                    <a:pt x="974" y="40"/>
                  </a:lnTo>
                  <a:lnTo>
                    <a:pt x="974" y="159"/>
                  </a:lnTo>
                  <a:lnTo>
                    <a:pt x="1014" y="159"/>
                  </a:lnTo>
                  <a:lnTo>
                    <a:pt x="1014" y="40"/>
                  </a:lnTo>
                  <a:lnTo>
                    <a:pt x="1074" y="40"/>
                  </a:lnTo>
                  <a:lnTo>
                    <a:pt x="1074" y="159"/>
                  </a:lnTo>
                  <a:lnTo>
                    <a:pt x="1114" y="159"/>
                  </a:lnTo>
                  <a:lnTo>
                    <a:pt x="1114" y="40"/>
                  </a:lnTo>
                  <a:lnTo>
                    <a:pt x="1187" y="40"/>
                  </a:lnTo>
                  <a:lnTo>
                    <a:pt x="1187" y="298"/>
                  </a:lnTo>
                  <a:lnTo>
                    <a:pt x="1227" y="298"/>
                  </a:lnTo>
                  <a:lnTo>
                    <a:pt x="1227" y="40"/>
                  </a:lnTo>
                  <a:lnTo>
                    <a:pt x="1287" y="40"/>
                  </a:lnTo>
                  <a:lnTo>
                    <a:pt x="1287" y="159"/>
                  </a:lnTo>
                  <a:lnTo>
                    <a:pt x="1327" y="159"/>
                  </a:lnTo>
                  <a:lnTo>
                    <a:pt x="1327" y="40"/>
                  </a:lnTo>
                  <a:lnTo>
                    <a:pt x="1387" y="40"/>
                  </a:lnTo>
                  <a:lnTo>
                    <a:pt x="1387" y="159"/>
                  </a:lnTo>
                  <a:lnTo>
                    <a:pt x="1427" y="159"/>
                  </a:lnTo>
                  <a:lnTo>
                    <a:pt x="1427" y="40"/>
                  </a:lnTo>
                  <a:lnTo>
                    <a:pt x="1487" y="40"/>
                  </a:lnTo>
                  <a:lnTo>
                    <a:pt x="1487" y="159"/>
                  </a:lnTo>
                  <a:lnTo>
                    <a:pt x="1527" y="159"/>
                  </a:lnTo>
                  <a:lnTo>
                    <a:pt x="1527" y="40"/>
                  </a:lnTo>
                  <a:lnTo>
                    <a:pt x="1587" y="40"/>
                  </a:lnTo>
                  <a:lnTo>
                    <a:pt x="1587" y="159"/>
                  </a:lnTo>
                  <a:lnTo>
                    <a:pt x="1627" y="159"/>
                  </a:lnTo>
                  <a:lnTo>
                    <a:pt x="1627" y="40"/>
                  </a:lnTo>
                  <a:lnTo>
                    <a:pt x="1684" y="40"/>
                  </a:lnTo>
                  <a:lnTo>
                    <a:pt x="1684" y="298"/>
                  </a:lnTo>
                  <a:lnTo>
                    <a:pt x="1724" y="298"/>
                  </a:lnTo>
                  <a:lnTo>
                    <a:pt x="1724" y="40"/>
                  </a:lnTo>
                  <a:lnTo>
                    <a:pt x="1784" y="40"/>
                  </a:lnTo>
                  <a:lnTo>
                    <a:pt x="1784" y="159"/>
                  </a:lnTo>
                  <a:lnTo>
                    <a:pt x="1824" y="159"/>
                  </a:lnTo>
                  <a:lnTo>
                    <a:pt x="1824" y="40"/>
                  </a:lnTo>
                  <a:lnTo>
                    <a:pt x="1884" y="40"/>
                  </a:lnTo>
                  <a:lnTo>
                    <a:pt x="1884" y="159"/>
                  </a:lnTo>
                  <a:lnTo>
                    <a:pt x="1924" y="159"/>
                  </a:lnTo>
                  <a:lnTo>
                    <a:pt x="1924" y="40"/>
                  </a:lnTo>
                  <a:lnTo>
                    <a:pt x="1984" y="40"/>
                  </a:lnTo>
                  <a:lnTo>
                    <a:pt x="1984" y="159"/>
                  </a:lnTo>
                  <a:lnTo>
                    <a:pt x="2024" y="159"/>
                  </a:lnTo>
                  <a:lnTo>
                    <a:pt x="2024" y="40"/>
                  </a:lnTo>
                  <a:lnTo>
                    <a:pt x="2084" y="40"/>
                  </a:lnTo>
                  <a:lnTo>
                    <a:pt x="2084" y="159"/>
                  </a:lnTo>
                  <a:lnTo>
                    <a:pt x="2124" y="159"/>
                  </a:lnTo>
                  <a:lnTo>
                    <a:pt x="2124" y="40"/>
                  </a:lnTo>
                  <a:lnTo>
                    <a:pt x="2170" y="40"/>
                  </a:lnTo>
                  <a:lnTo>
                    <a:pt x="2170" y="298"/>
                  </a:lnTo>
                  <a:lnTo>
                    <a:pt x="2210" y="298"/>
                  </a:lnTo>
                  <a:lnTo>
                    <a:pt x="2210" y="40"/>
                  </a:lnTo>
                  <a:lnTo>
                    <a:pt x="2347" y="40"/>
                  </a:lnTo>
                  <a:lnTo>
                    <a:pt x="2347" y="458"/>
                  </a:lnTo>
                  <a:close/>
                  <a:moveTo>
                    <a:pt x="0" y="498"/>
                  </a:moveTo>
                  <a:lnTo>
                    <a:pt x="0" y="498"/>
                  </a:lnTo>
                  <a:lnTo>
                    <a:pt x="2387" y="498"/>
                  </a:lnTo>
                  <a:lnTo>
                    <a:pt x="2387" y="0"/>
                  </a:lnTo>
                  <a:lnTo>
                    <a:pt x="0" y="0"/>
                  </a:lnTo>
                  <a:lnTo>
                    <a:pt x="0" y="498"/>
                  </a:lnTo>
                  <a:close/>
                </a:path>
              </a:pathLst>
            </a:custGeom>
            <a:grp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5" name="Freeform 7"/>
            <p:cNvSpPr>
              <a:spLocks noEditPoints="1"/>
            </p:cNvSpPr>
            <p:nvPr userDrawn="1">
              <p:custDataLst>
                <p:tags r:id="rId193"/>
              </p:custDataLst>
            </p:nvPr>
          </p:nvSpPr>
          <p:spPr bwMode="auto">
            <a:xfrm rot="20132266">
              <a:off x="-1305" y="1375882"/>
              <a:ext cx="1277233" cy="931381"/>
            </a:xfrm>
            <a:custGeom>
              <a:avLst/>
              <a:gdLst>
                <a:gd name="T0" fmla="*/ 1034 w 2022"/>
                <a:gd name="T1" fmla="*/ 210 h 1466"/>
                <a:gd name="T2" fmla="*/ 1034 w 2022"/>
                <a:gd name="T3" fmla="*/ 210 h 1466"/>
                <a:gd name="T4" fmla="*/ 1395 w 2022"/>
                <a:gd name="T5" fmla="*/ 46 h 1466"/>
                <a:gd name="T6" fmla="*/ 1487 w 2022"/>
                <a:gd name="T7" fmla="*/ 40 h 1466"/>
                <a:gd name="T8" fmla="*/ 1888 w 2022"/>
                <a:gd name="T9" fmla="*/ 99 h 1466"/>
                <a:gd name="T10" fmla="*/ 1888 w 2022"/>
                <a:gd name="T11" fmla="*/ 1249 h 1466"/>
                <a:gd name="T12" fmla="*/ 1467 w 2022"/>
                <a:gd name="T13" fmla="*/ 1137 h 1466"/>
                <a:gd name="T14" fmla="*/ 1397 w 2022"/>
                <a:gd name="T15" fmla="*/ 1132 h 1466"/>
                <a:gd name="T16" fmla="*/ 1034 w 2022"/>
                <a:gd name="T17" fmla="*/ 1232 h 1466"/>
                <a:gd name="T18" fmla="*/ 1034 w 2022"/>
                <a:gd name="T19" fmla="*/ 210 h 1466"/>
                <a:gd name="T20" fmla="*/ 134 w 2022"/>
                <a:gd name="T21" fmla="*/ 99 h 1466"/>
                <a:gd name="T22" fmla="*/ 134 w 2022"/>
                <a:gd name="T23" fmla="*/ 99 h 1466"/>
                <a:gd name="T24" fmla="*/ 534 w 2022"/>
                <a:gd name="T25" fmla="*/ 40 h 1466"/>
                <a:gd name="T26" fmla="*/ 626 w 2022"/>
                <a:gd name="T27" fmla="*/ 46 h 1466"/>
                <a:gd name="T28" fmla="*/ 988 w 2022"/>
                <a:gd name="T29" fmla="*/ 210 h 1466"/>
                <a:gd name="T30" fmla="*/ 988 w 2022"/>
                <a:gd name="T31" fmla="*/ 1232 h 1466"/>
                <a:gd name="T32" fmla="*/ 625 w 2022"/>
                <a:gd name="T33" fmla="*/ 1132 h 1466"/>
                <a:gd name="T34" fmla="*/ 555 w 2022"/>
                <a:gd name="T35" fmla="*/ 1137 h 1466"/>
                <a:gd name="T36" fmla="*/ 134 w 2022"/>
                <a:gd name="T37" fmla="*/ 1249 h 1466"/>
                <a:gd name="T38" fmla="*/ 134 w 2022"/>
                <a:gd name="T39" fmla="*/ 99 h 1466"/>
                <a:gd name="T40" fmla="*/ 1928 w 2022"/>
                <a:gd name="T41" fmla="*/ 203 h 1466"/>
                <a:gd name="T42" fmla="*/ 1928 w 2022"/>
                <a:gd name="T43" fmla="*/ 203 h 1466"/>
                <a:gd name="T44" fmla="*/ 1928 w 2022"/>
                <a:gd name="T45" fmla="*/ 68 h 1466"/>
                <a:gd name="T46" fmla="*/ 1487 w 2022"/>
                <a:gd name="T47" fmla="*/ 0 h 1466"/>
                <a:gd name="T48" fmla="*/ 1390 w 2022"/>
                <a:gd name="T49" fmla="*/ 6 h 1466"/>
                <a:gd name="T50" fmla="*/ 1011 w 2022"/>
                <a:gd name="T51" fmla="*/ 177 h 1466"/>
                <a:gd name="T52" fmla="*/ 632 w 2022"/>
                <a:gd name="T53" fmla="*/ 6 h 1466"/>
                <a:gd name="T54" fmla="*/ 534 w 2022"/>
                <a:gd name="T55" fmla="*/ 0 h 1466"/>
                <a:gd name="T56" fmla="*/ 94 w 2022"/>
                <a:gd name="T57" fmla="*/ 68 h 1466"/>
                <a:gd name="T58" fmla="*/ 94 w 2022"/>
                <a:gd name="T59" fmla="*/ 203 h 1466"/>
                <a:gd name="T60" fmla="*/ 0 w 2022"/>
                <a:gd name="T61" fmla="*/ 227 h 1466"/>
                <a:gd name="T62" fmla="*/ 0 w 2022"/>
                <a:gd name="T63" fmla="*/ 1466 h 1466"/>
                <a:gd name="T64" fmla="*/ 467 w 2022"/>
                <a:gd name="T65" fmla="*/ 1335 h 1466"/>
                <a:gd name="T66" fmla="*/ 905 w 2022"/>
                <a:gd name="T67" fmla="*/ 1412 h 1466"/>
                <a:gd name="T68" fmla="*/ 905 w 2022"/>
                <a:gd name="T69" fmla="*/ 1466 h 1466"/>
                <a:gd name="T70" fmla="*/ 1116 w 2022"/>
                <a:gd name="T71" fmla="*/ 1466 h 1466"/>
                <a:gd name="T72" fmla="*/ 1116 w 2022"/>
                <a:gd name="T73" fmla="*/ 1412 h 1466"/>
                <a:gd name="T74" fmla="*/ 1555 w 2022"/>
                <a:gd name="T75" fmla="*/ 1335 h 1466"/>
                <a:gd name="T76" fmla="*/ 2022 w 2022"/>
                <a:gd name="T77" fmla="*/ 1466 h 1466"/>
                <a:gd name="T78" fmla="*/ 2022 w 2022"/>
                <a:gd name="T79" fmla="*/ 227 h 1466"/>
                <a:gd name="T80" fmla="*/ 1928 w 2022"/>
                <a:gd name="T81" fmla="*/ 20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22" h="1466">
                  <a:moveTo>
                    <a:pt x="1034" y="210"/>
                  </a:moveTo>
                  <a:lnTo>
                    <a:pt x="1034" y="210"/>
                  </a:lnTo>
                  <a:cubicBezTo>
                    <a:pt x="1077" y="175"/>
                    <a:pt x="1220" y="68"/>
                    <a:pt x="1395" y="46"/>
                  </a:cubicBezTo>
                  <a:cubicBezTo>
                    <a:pt x="1423" y="42"/>
                    <a:pt x="1454" y="40"/>
                    <a:pt x="1487" y="40"/>
                  </a:cubicBezTo>
                  <a:cubicBezTo>
                    <a:pt x="1645" y="40"/>
                    <a:pt x="1820" y="81"/>
                    <a:pt x="1888" y="99"/>
                  </a:cubicBezTo>
                  <a:lnTo>
                    <a:pt x="1888" y="1249"/>
                  </a:lnTo>
                  <a:cubicBezTo>
                    <a:pt x="1803" y="1218"/>
                    <a:pt x="1631" y="1161"/>
                    <a:pt x="1467" y="1137"/>
                  </a:cubicBezTo>
                  <a:cubicBezTo>
                    <a:pt x="1445" y="1134"/>
                    <a:pt x="1421" y="1132"/>
                    <a:pt x="1397" y="1132"/>
                  </a:cubicBezTo>
                  <a:cubicBezTo>
                    <a:pt x="1252" y="1132"/>
                    <a:pt x="1112" y="1192"/>
                    <a:pt x="1034" y="1232"/>
                  </a:cubicBezTo>
                  <a:lnTo>
                    <a:pt x="1034" y="210"/>
                  </a:lnTo>
                  <a:close/>
                  <a:moveTo>
                    <a:pt x="134" y="99"/>
                  </a:moveTo>
                  <a:lnTo>
                    <a:pt x="134" y="99"/>
                  </a:lnTo>
                  <a:cubicBezTo>
                    <a:pt x="201" y="81"/>
                    <a:pt x="376" y="40"/>
                    <a:pt x="534" y="40"/>
                  </a:cubicBezTo>
                  <a:cubicBezTo>
                    <a:pt x="568" y="40"/>
                    <a:pt x="599" y="42"/>
                    <a:pt x="626" y="46"/>
                  </a:cubicBezTo>
                  <a:cubicBezTo>
                    <a:pt x="802" y="68"/>
                    <a:pt x="945" y="175"/>
                    <a:pt x="988" y="210"/>
                  </a:cubicBezTo>
                  <a:lnTo>
                    <a:pt x="988" y="1232"/>
                  </a:lnTo>
                  <a:cubicBezTo>
                    <a:pt x="910" y="1192"/>
                    <a:pt x="770" y="1132"/>
                    <a:pt x="625" y="1132"/>
                  </a:cubicBezTo>
                  <a:cubicBezTo>
                    <a:pt x="601" y="1132"/>
                    <a:pt x="577" y="1134"/>
                    <a:pt x="555" y="1137"/>
                  </a:cubicBezTo>
                  <a:cubicBezTo>
                    <a:pt x="391" y="1161"/>
                    <a:pt x="219" y="1218"/>
                    <a:pt x="134" y="1249"/>
                  </a:cubicBezTo>
                  <a:lnTo>
                    <a:pt x="134" y="99"/>
                  </a:lnTo>
                  <a:close/>
                  <a:moveTo>
                    <a:pt x="1928" y="203"/>
                  </a:moveTo>
                  <a:lnTo>
                    <a:pt x="1928" y="203"/>
                  </a:lnTo>
                  <a:lnTo>
                    <a:pt x="1928" y="68"/>
                  </a:lnTo>
                  <a:cubicBezTo>
                    <a:pt x="1928" y="68"/>
                    <a:pt x="1696" y="0"/>
                    <a:pt x="1487" y="0"/>
                  </a:cubicBezTo>
                  <a:cubicBezTo>
                    <a:pt x="1454" y="0"/>
                    <a:pt x="1421" y="2"/>
                    <a:pt x="1390" y="6"/>
                  </a:cubicBezTo>
                  <a:cubicBezTo>
                    <a:pt x="1207" y="30"/>
                    <a:pt x="1059" y="138"/>
                    <a:pt x="1011" y="177"/>
                  </a:cubicBezTo>
                  <a:cubicBezTo>
                    <a:pt x="963" y="138"/>
                    <a:pt x="815" y="30"/>
                    <a:pt x="632" y="6"/>
                  </a:cubicBezTo>
                  <a:cubicBezTo>
                    <a:pt x="601" y="2"/>
                    <a:pt x="568" y="0"/>
                    <a:pt x="534" y="0"/>
                  </a:cubicBezTo>
                  <a:cubicBezTo>
                    <a:pt x="326" y="0"/>
                    <a:pt x="94" y="68"/>
                    <a:pt x="94" y="68"/>
                  </a:cubicBezTo>
                  <a:lnTo>
                    <a:pt x="94" y="203"/>
                  </a:lnTo>
                  <a:cubicBezTo>
                    <a:pt x="36" y="216"/>
                    <a:pt x="0" y="227"/>
                    <a:pt x="0" y="227"/>
                  </a:cubicBezTo>
                  <a:lnTo>
                    <a:pt x="0" y="1466"/>
                  </a:lnTo>
                  <a:cubicBezTo>
                    <a:pt x="0" y="1466"/>
                    <a:pt x="243" y="1368"/>
                    <a:pt x="467" y="1335"/>
                  </a:cubicBezTo>
                  <a:cubicBezTo>
                    <a:pt x="605" y="1315"/>
                    <a:pt x="787" y="1368"/>
                    <a:pt x="905" y="1412"/>
                  </a:cubicBezTo>
                  <a:lnTo>
                    <a:pt x="905" y="1466"/>
                  </a:lnTo>
                  <a:lnTo>
                    <a:pt x="1116" y="1466"/>
                  </a:lnTo>
                  <a:lnTo>
                    <a:pt x="1116" y="1412"/>
                  </a:lnTo>
                  <a:cubicBezTo>
                    <a:pt x="1235" y="1368"/>
                    <a:pt x="1417" y="1315"/>
                    <a:pt x="1555" y="1335"/>
                  </a:cubicBezTo>
                  <a:cubicBezTo>
                    <a:pt x="1779" y="1368"/>
                    <a:pt x="2022" y="1466"/>
                    <a:pt x="2022" y="1466"/>
                  </a:cubicBezTo>
                  <a:lnTo>
                    <a:pt x="2022" y="227"/>
                  </a:lnTo>
                  <a:cubicBezTo>
                    <a:pt x="2022" y="227"/>
                    <a:pt x="1986" y="216"/>
                    <a:pt x="1928" y="203"/>
                  </a:cubicBez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5C1CEBB3-B506-43A5-8ADF-1F6228832779}"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02129656-F08C-4B6B-81EB-89FE10BFCF81}"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9264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3"/>
            </p:custDataLst>
          </p:nvPr>
        </p:nvSpPr>
        <p:spPr>
          <a:xfrm>
            <a:off x="910386" y="256837"/>
            <a:ext cx="5526505" cy="657559"/>
          </a:xfrm>
          <a:prstGeom prst="rect">
            <a:avLst/>
          </a:prstGeom>
        </p:spPr>
        <p:txBody>
          <a:bodyPr/>
          <a:lstStyle>
            <a:lvl1pPr>
              <a:defRPr sz="3200">
                <a:solidFill>
                  <a:schemeClr val="bg1"/>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5C1CEBB3-B506-43A5-8ADF-1F6228832779}"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02129656-F08C-4B6B-81EB-89FE10BFCF81}" type="slidenum">
              <a:rPr lang="zh-CN" altLang="en-US" smtClean="0"/>
            </a:fld>
            <a:endParaRPr lang="zh-CN" altLang="en-US"/>
          </a:p>
        </p:txBody>
      </p:sp>
      <p:pic>
        <p:nvPicPr>
          <p:cNvPr id="9" name="图形 8" descr="书籍"/>
          <p:cNvPicPr>
            <a:picLocks noChangeAspect="1"/>
          </p:cNvPicPr>
          <p:nvPr userDrawn="1">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236610" y="140366"/>
            <a:ext cx="645695" cy="645695"/>
          </a:xfrm>
          <a:prstGeom prst="rect">
            <a:avLst/>
          </a:prstGeom>
        </p:spPr>
      </p:pic>
      <p:sp>
        <p:nvSpPr>
          <p:cNvPr id="10" name="矩形 9"/>
          <p:cNvSpPr/>
          <p:nvPr userDrawn="1">
            <p:custDataLst>
              <p:tags r:id="rId9"/>
            </p:custDataLst>
          </p:nvPr>
        </p:nvSpPr>
        <p:spPr>
          <a:xfrm>
            <a:off x="0" y="0"/>
            <a:ext cx="12192000" cy="926428"/>
          </a:xfrm>
          <a:prstGeom prst="rect">
            <a:avLst/>
          </a:prstGeom>
          <a:blipFill>
            <a:blip r:embed="rId10"/>
            <a:tile tx="-3175000" ty="-13970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descr="logo"/>
          <p:cNvPicPr>
            <a:picLocks noChangeAspect="1"/>
          </p:cNvPicPr>
          <p:nvPr userDrawn="1">
            <p:custDataLst>
              <p:tags r:id="rId11"/>
            </p:custDataLst>
          </p:nvPr>
        </p:nvPicPr>
        <p:blipFill>
          <a:blip r:embed="rId12"/>
          <a:stretch>
            <a:fillRect/>
          </a:stretch>
        </p:blipFill>
        <p:spPr>
          <a:xfrm>
            <a:off x="9090025" y="0"/>
            <a:ext cx="993775" cy="926465"/>
          </a:xfrm>
          <a:prstGeom prst="rect">
            <a:avLst/>
          </a:prstGeom>
        </p:spPr>
      </p:pic>
      <p:sp>
        <p:nvSpPr>
          <p:cNvPr id="13" name="文本框 12"/>
          <p:cNvSpPr txBox="1"/>
          <p:nvPr userDrawn="1">
            <p:custDataLst>
              <p:tags r:id="rId13"/>
            </p:custDataLst>
          </p:nvPr>
        </p:nvSpPr>
        <p:spPr>
          <a:xfrm>
            <a:off x="10077450" y="255905"/>
            <a:ext cx="1708785" cy="521970"/>
          </a:xfrm>
          <a:prstGeom prst="rect">
            <a:avLst/>
          </a:prstGeom>
          <a:noFill/>
        </p:spPr>
        <p:txBody>
          <a:bodyPr wrap="square" rtlCol="0">
            <a:spAutoFit/>
          </a:bodyPr>
          <a:p>
            <a:r>
              <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rPr>
              <a:t>天津大学</a:t>
            </a:r>
            <a:endParaRPr lang="zh-CN" altLang="en-US" sz="2800">
              <a:solidFill>
                <a:schemeClr val="bg1"/>
              </a:solidFill>
              <a:effectLst>
                <a:reflection blurRad="6350" stA="53000" endA="300" endPos="35500" dir="5400000" sy="-90000" algn="bl" rotWithShape="0"/>
              </a:effectLst>
              <a:latin typeface="汉仪尚巍手书W" panose="00020600040101010101" charset="-122"/>
              <a:ea typeface="汉仪尚巍手书W" panose="0002060004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First Slide">
    <p:spTree>
      <p:nvGrpSpPr>
        <p:cNvPr id="1" name=""/>
        <p:cNvGrpSpPr/>
        <p:nvPr/>
      </p:nvGrpSpPr>
      <p:grpSpPr>
        <a:xfrm>
          <a:off x="0" y="0"/>
          <a:ext cx="0" cy="0"/>
          <a:chOff x="0" y="0"/>
          <a:chExt cx="0" cy="0"/>
        </a:xfrm>
      </p:grpSpPr>
      <p:sp>
        <p:nvSpPr>
          <p:cNvPr id="15" name="Picture Placeholder 2"/>
          <p:cNvSpPr>
            <a:spLocks noGrp="1"/>
          </p:cNvSpPr>
          <p:nvPr>
            <p:ph type="pic" sz="quarter" idx="17"/>
            <p:custDataLst>
              <p:tags r:id="rId2"/>
            </p:custDataLst>
          </p:nvPr>
        </p:nvSpPr>
        <p:spPr>
          <a:xfrm>
            <a:off x="4064000" y="441961"/>
            <a:ext cx="4368800" cy="3083564"/>
          </a:xfrm>
          <a:custGeom>
            <a:avLst/>
            <a:gdLst/>
            <a:ahLst/>
            <a:cxnLst/>
            <a:rect l="l" t="t" r="r" b="b"/>
            <a:pathLst>
              <a:path w="3276600" h="3124200">
                <a:moveTo>
                  <a:pt x="3028950" y="0"/>
                </a:moveTo>
                <a:cubicBezTo>
                  <a:pt x="3165723" y="0"/>
                  <a:pt x="3276600" y="110877"/>
                  <a:pt x="3276600" y="247650"/>
                </a:cubicBezTo>
                <a:lnTo>
                  <a:pt x="3276600" y="2876550"/>
                </a:lnTo>
                <a:cubicBezTo>
                  <a:pt x="3276600" y="3013323"/>
                  <a:pt x="3165723" y="3124200"/>
                  <a:pt x="3028950" y="3124200"/>
                </a:cubicBezTo>
                <a:cubicBezTo>
                  <a:pt x="2892177" y="3124200"/>
                  <a:pt x="2781300" y="3013323"/>
                  <a:pt x="2781300" y="2876550"/>
                </a:cubicBezTo>
                <a:lnTo>
                  <a:pt x="2781300" y="247650"/>
                </a:lnTo>
                <a:cubicBezTo>
                  <a:pt x="2781300" y="110877"/>
                  <a:pt x="2892177" y="0"/>
                  <a:pt x="3028950" y="0"/>
                </a:cubicBezTo>
                <a:close/>
                <a:moveTo>
                  <a:pt x="2317750" y="0"/>
                </a:moveTo>
                <a:cubicBezTo>
                  <a:pt x="2454523" y="0"/>
                  <a:pt x="2565400" y="110877"/>
                  <a:pt x="2565400" y="247650"/>
                </a:cubicBezTo>
                <a:lnTo>
                  <a:pt x="2565400" y="2876550"/>
                </a:lnTo>
                <a:cubicBezTo>
                  <a:pt x="2565400" y="3013323"/>
                  <a:pt x="2454523" y="3124200"/>
                  <a:pt x="2317750" y="3124200"/>
                </a:cubicBezTo>
                <a:cubicBezTo>
                  <a:pt x="2180977" y="3124200"/>
                  <a:pt x="2070100" y="3013323"/>
                  <a:pt x="2070100" y="2876550"/>
                </a:cubicBezTo>
                <a:lnTo>
                  <a:pt x="2070100" y="247650"/>
                </a:lnTo>
                <a:cubicBezTo>
                  <a:pt x="2070100" y="110877"/>
                  <a:pt x="2180977" y="0"/>
                  <a:pt x="2317750" y="0"/>
                </a:cubicBezTo>
                <a:close/>
                <a:moveTo>
                  <a:pt x="1606550" y="0"/>
                </a:moveTo>
                <a:cubicBezTo>
                  <a:pt x="1743323" y="0"/>
                  <a:pt x="1854200" y="110877"/>
                  <a:pt x="1854200" y="247650"/>
                </a:cubicBezTo>
                <a:lnTo>
                  <a:pt x="1854200" y="2876550"/>
                </a:lnTo>
                <a:cubicBezTo>
                  <a:pt x="1854200" y="3013323"/>
                  <a:pt x="1743323" y="3124200"/>
                  <a:pt x="1606550" y="3124200"/>
                </a:cubicBezTo>
                <a:cubicBezTo>
                  <a:pt x="1469777" y="3124200"/>
                  <a:pt x="1358900" y="3013323"/>
                  <a:pt x="1358900" y="2876550"/>
                </a:cubicBezTo>
                <a:lnTo>
                  <a:pt x="1358900" y="247650"/>
                </a:lnTo>
                <a:cubicBezTo>
                  <a:pt x="1358900" y="110877"/>
                  <a:pt x="1469777" y="0"/>
                  <a:pt x="1606550" y="0"/>
                </a:cubicBezTo>
                <a:close/>
                <a:moveTo>
                  <a:pt x="958850" y="0"/>
                </a:moveTo>
                <a:cubicBezTo>
                  <a:pt x="1095623" y="0"/>
                  <a:pt x="1206500" y="110877"/>
                  <a:pt x="1206500" y="247650"/>
                </a:cubicBezTo>
                <a:lnTo>
                  <a:pt x="1206500" y="2876550"/>
                </a:lnTo>
                <a:cubicBezTo>
                  <a:pt x="1206500" y="3013323"/>
                  <a:pt x="1095623" y="3124200"/>
                  <a:pt x="958850" y="3124200"/>
                </a:cubicBezTo>
                <a:cubicBezTo>
                  <a:pt x="822077" y="3124200"/>
                  <a:pt x="711200" y="3013323"/>
                  <a:pt x="711200" y="2876550"/>
                </a:cubicBezTo>
                <a:lnTo>
                  <a:pt x="711200" y="247650"/>
                </a:lnTo>
                <a:cubicBezTo>
                  <a:pt x="711200" y="110877"/>
                  <a:pt x="822077" y="0"/>
                  <a:pt x="958850" y="0"/>
                </a:cubicBezTo>
                <a:close/>
                <a:moveTo>
                  <a:pt x="247650" y="0"/>
                </a:moveTo>
                <a:cubicBezTo>
                  <a:pt x="384423" y="0"/>
                  <a:pt x="495300" y="110877"/>
                  <a:pt x="495300" y="247650"/>
                </a:cubicBezTo>
                <a:lnTo>
                  <a:pt x="495300" y="2876550"/>
                </a:lnTo>
                <a:cubicBezTo>
                  <a:pt x="495300" y="3013323"/>
                  <a:pt x="384423" y="3124200"/>
                  <a:pt x="247650" y="3124200"/>
                </a:cubicBezTo>
                <a:cubicBezTo>
                  <a:pt x="110877" y="3124200"/>
                  <a:pt x="0" y="3013323"/>
                  <a:pt x="0" y="2876550"/>
                </a:cubicBezTo>
                <a:lnTo>
                  <a:pt x="0" y="247650"/>
                </a:lnTo>
                <a:cubicBezTo>
                  <a:pt x="0" y="110877"/>
                  <a:pt x="110877" y="0"/>
                  <a:pt x="247650"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dirty="0"/>
          </a:p>
        </p:txBody>
      </p:sp>
      <p:sp>
        <p:nvSpPr>
          <p:cNvPr id="8" name="Text Placeholder 7"/>
          <p:cNvSpPr>
            <a:spLocks noGrp="1"/>
          </p:cNvSpPr>
          <p:nvPr>
            <p:ph type="body" sz="quarter" idx="10" hasCustomPrompt="1"/>
            <p:custDataLst>
              <p:tags r:id="rId3"/>
            </p:custDataLst>
          </p:nvPr>
        </p:nvSpPr>
        <p:spPr>
          <a:xfrm>
            <a:off x="3954706" y="3801452"/>
            <a:ext cx="4511964" cy="431780"/>
          </a:xfrm>
          <a:prstGeom prst="rect">
            <a:avLst/>
          </a:prstGeom>
        </p:spPr>
        <p:txBody>
          <a:bodyPr vert="horz" lIns="0" tIns="40504" rIns="0" bIns="40504" anchor="ctr"/>
          <a:lstStyle>
            <a:lvl1pPr marL="0" indent="0" algn="ctr">
              <a:lnSpc>
                <a:spcPct val="100000"/>
              </a:lnSpc>
              <a:spcBef>
                <a:spcPts val="0"/>
              </a:spcBef>
              <a:buNone/>
              <a:defRPr sz="3500" b="1">
                <a:solidFill>
                  <a:schemeClr val="bg1"/>
                </a:solidFill>
                <a:latin typeface="Lato Hairline" panose="020F0202020204030203"/>
                <a:cs typeface="Lato Hairline" panose="020F0202020204030203"/>
              </a:defRPr>
            </a:lvl1pPr>
          </a:lstStyle>
          <a:p>
            <a:pPr lvl="0"/>
            <a:r>
              <a:rPr lang="es-ES_tradnl" dirty="0"/>
              <a:t>TITLE HERE</a:t>
            </a:r>
            <a:endParaRPr lang="es-ES_tradnl" dirty="0"/>
          </a:p>
        </p:txBody>
      </p:sp>
      <p:sp>
        <p:nvSpPr>
          <p:cNvPr id="9" name="Text Placeholder 7"/>
          <p:cNvSpPr>
            <a:spLocks noGrp="1"/>
          </p:cNvSpPr>
          <p:nvPr>
            <p:ph type="body" sz="quarter" idx="11" hasCustomPrompt="1"/>
            <p:custDataLst>
              <p:tags r:id="rId4"/>
            </p:custDataLst>
          </p:nvPr>
        </p:nvSpPr>
        <p:spPr>
          <a:xfrm>
            <a:off x="3954706" y="4385250"/>
            <a:ext cx="4511964" cy="228451"/>
          </a:xfrm>
          <a:prstGeom prst="rect">
            <a:avLst/>
          </a:prstGeom>
        </p:spPr>
        <p:txBody>
          <a:bodyPr vert="horz" lIns="0" tIns="40504" rIns="0" bIns="40504" anchor="ctr"/>
          <a:lstStyle>
            <a:lvl1pPr marL="0" indent="0" algn="ctr">
              <a:lnSpc>
                <a:spcPct val="100000"/>
              </a:lnSpc>
              <a:spcBef>
                <a:spcPts val="0"/>
              </a:spcBef>
              <a:spcAft>
                <a:spcPts val="0"/>
              </a:spcAft>
              <a:buNone/>
              <a:defRPr sz="1500" b="0">
                <a:solidFill>
                  <a:schemeClr val="accent3"/>
                </a:solidFill>
                <a:latin typeface="Lato Light" panose="020F0302020204030203"/>
                <a:cs typeface="Lato Light" panose="020F0302020204030203"/>
              </a:defRPr>
            </a:lvl1pPr>
          </a:lstStyle>
          <a:p>
            <a:pPr lvl="0"/>
            <a:r>
              <a:rPr lang="es-ES_tradnl" dirty="0" err="1"/>
              <a:t>Ultimate</a:t>
            </a:r>
            <a:r>
              <a:rPr lang="es-ES_tradnl" dirty="0"/>
              <a:t> </a:t>
            </a:r>
            <a:r>
              <a:rPr lang="es-ES_tradnl" dirty="0" err="1"/>
              <a:t>Powerpoint</a:t>
            </a:r>
            <a:r>
              <a:rPr lang="es-ES_tradnl" dirty="0"/>
              <a:t> </a:t>
            </a:r>
            <a:r>
              <a:rPr lang="es-ES_tradnl" dirty="0" err="1"/>
              <a:t>Template</a:t>
            </a:r>
            <a:endParaRPr lang="es-ES_tradnl" dirty="0"/>
          </a:p>
        </p:txBody>
      </p:sp>
      <p:sp>
        <p:nvSpPr>
          <p:cNvPr id="10" name="Text Placeholder 2"/>
          <p:cNvSpPr>
            <a:spLocks noGrp="1"/>
          </p:cNvSpPr>
          <p:nvPr>
            <p:ph type="body" sz="quarter" idx="16" hasCustomPrompt="1"/>
            <p:custDataLst>
              <p:tags r:id="rId5"/>
            </p:custDataLst>
          </p:nvPr>
        </p:nvSpPr>
        <p:spPr>
          <a:xfrm>
            <a:off x="3975167" y="4817825"/>
            <a:ext cx="4488039" cy="1536868"/>
          </a:xfrm>
          <a:prstGeom prst="rect">
            <a:avLst/>
          </a:prstGeom>
        </p:spPr>
        <p:txBody>
          <a:bodyPr vert="horz" lIns="0" tIns="0" rIns="0" bIns="0"/>
          <a:lstStyle>
            <a:lvl1pPr marL="0" indent="0" algn="ctr">
              <a:lnSpc>
                <a:spcPct val="130000"/>
              </a:lnSpc>
              <a:buNone/>
              <a:defRPr sz="1200">
                <a:solidFill>
                  <a:schemeClr val="tx1">
                    <a:lumMod val="50000"/>
                    <a:lumOff val="50000"/>
                  </a:schemeClr>
                </a:solidFill>
                <a:latin typeface="Lato Regular"/>
                <a:cs typeface="Lato Regular"/>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a:t>
            </a:r>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400"/>
                                        <p:tgtEl>
                                          <p:spTgt spid="15"/>
                                        </p:tgtEl>
                                      </p:cBhvr>
                                    </p:animEffect>
                                  </p:childTnLst>
                                </p:cTn>
                              </p:par>
                              <p:par>
                                <p:cTn id="8" presetID="42" presetClass="entr" presetSubtype="0" fill="hold" grpId="0" nodeType="withEffect">
                                  <p:stCondLst>
                                    <p:cond delay="20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400"/>
                                        <p:tgtEl>
                                          <p:spTgt spid="8">
                                            <p:txEl>
                                              <p:pRg st="0" end="0"/>
                                            </p:txEl>
                                          </p:spTgt>
                                        </p:tgtEl>
                                      </p:cBhvr>
                                    </p:animEffect>
                                    <p:anim calcmode="lin" valueType="num">
                                      <p:cBhvr>
                                        <p:cTn id="11" dur="4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2" dur="400" fill="hold"/>
                                        <p:tgtEl>
                                          <p:spTgt spid="8">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20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500"/>
                                        <p:tgtEl>
                                          <p:spTgt spid="9">
                                            <p:txEl>
                                              <p:pRg st="0" end="0"/>
                                            </p:txEl>
                                          </p:spTgt>
                                        </p:tgtEl>
                                      </p:cBhvr>
                                    </p:animEffect>
                                    <p:anim calcmode="lin" valueType="num">
                                      <p:cBhvr>
                                        <p:cTn id="16"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7" dur="500" fill="hold"/>
                                        <p:tgtEl>
                                          <p:spTgt spid="9">
                                            <p:txEl>
                                              <p:pRg st="0" end="0"/>
                                            </p:txEl>
                                          </p:spTgt>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80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fade">
                                      <p:cBhvr>
                                        <p:cTn id="20"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build="p">
        <p:tmplLst>
          <p:tmpl lvl="1">
            <p:tnLst>
              <p:par>
                <p:cTn presetID="42" presetClass="entr" presetSubtype="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Effect transition="in" filter="fade">
                      <p:cBhvr>
                        <p:cTn dur="400"/>
                        <p:tgtEl>
                          <p:spTgt spid="8"/>
                        </p:tgtEl>
                      </p:cBhvr>
                    </p:animEffect>
                    <p:anim calcmode="lin" valueType="num">
                      <p:cBhvr>
                        <p:cTn dur="400" fill="hold"/>
                        <p:tgtEl>
                          <p:spTgt spid="8"/>
                        </p:tgtEl>
                        <p:attrNameLst>
                          <p:attrName>ppt_x</p:attrName>
                        </p:attrNameLst>
                      </p:cBhvr>
                      <p:tavLst>
                        <p:tav tm="0">
                          <p:val>
                            <p:strVal val="#ppt_x"/>
                          </p:val>
                        </p:tav>
                        <p:tav tm="100000">
                          <p:val>
                            <p:strVal val="#ppt_x"/>
                          </p:val>
                        </p:tav>
                      </p:tavLst>
                    </p:anim>
                    <p:anim calcmode="lin" valueType="num">
                      <p:cBhvr>
                        <p:cTn dur="400" fill="hold"/>
                        <p:tgtEl>
                          <p:spTgt spid="8"/>
                        </p:tgtEl>
                        <p:attrNameLst>
                          <p:attrName>ppt_y</p:attrName>
                        </p:attrNameLst>
                      </p:cBhvr>
                      <p:tavLst>
                        <p:tav tm="0">
                          <p:val>
                            <p:strVal val="#ppt_y+.1"/>
                          </p:val>
                        </p:tav>
                        <p:tav tm="100000">
                          <p:val>
                            <p:strVal val="#ppt_y"/>
                          </p:val>
                        </p:tav>
                      </p:tavLst>
                    </p:anim>
                  </p:childTnLst>
                </p:cTn>
              </p:par>
            </p:tnLst>
          </p:tmpl>
        </p:tmplLst>
      </p:bldP>
      <p:bldP spid="9" grpId="0" build="p">
        <p:tmplLst>
          <p:tmpl lvl="1">
            <p:tnLst>
              <p:par>
                <p:cTn presetID="42" presetClass="entr" presetSubtype="0" fill="hold" nodeType="withEffect">
                  <p:stCondLst>
                    <p:cond delay="20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anim calcmode="lin" valueType="num">
                      <p:cBhvr>
                        <p:cTn dur="500" fill="hold"/>
                        <p:tgtEl>
                          <p:spTgt spid="9"/>
                        </p:tgtEl>
                        <p:attrNameLst>
                          <p:attrName>ppt_x</p:attrName>
                        </p:attrNameLst>
                      </p:cBhvr>
                      <p:tavLst>
                        <p:tav tm="0">
                          <p:val>
                            <p:strVal val="#ppt_x"/>
                          </p:val>
                        </p:tav>
                        <p:tav tm="100000">
                          <p:val>
                            <p:strVal val="#ppt_x"/>
                          </p:val>
                        </p:tav>
                      </p:tavLst>
                    </p:anim>
                    <p:anim calcmode="lin" valueType="num">
                      <p:cBhvr>
                        <p:cTn dur="500" fill="hold"/>
                        <p:tgtEl>
                          <p:spTgt spid="9"/>
                        </p:tgtEl>
                        <p:attrNameLst>
                          <p:attrName>ppt_y</p:attrName>
                        </p:attrNameLst>
                      </p:cBhvr>
                      <p:tavLst>
                        <p:tav tm="0">
                          <p:val>
                            <p:strVal val="#ppt_y+.1"/>
                          </p:val>
                        </p:tav>
                        <p:tav tm="100000">
                          <p:val>
                            <p:strVal val="#ppt_y"/>
                          </p:val>
                        </p:tav>
                      </p:tavLst>
                    </p:anim>
                  </p:childTnLst>
                </p:cTn>
              </p:par>
            </p:tnLst>
          </p:tmpl>
        </p:tmplLst>
      </p:bldP>
      <p:bldP spid="10" grpId="0" build="p">
        <p:tmplLst>
          <p:tmpl lvl="1">
            <p:tnLst>
              <p:par>
                <p:cTn presetID="10" presetClass="entr" presetSubtype="0" fill="hold" nodeType="withEffect">
                  <p:stCondLst>
                    <p:cond delay="8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9" Type="http://schemas.openxmlformats.org/officeDocument/2006/relationships/theme" Target="../theme/theme2.xml"/><Relationship Id="rId28" Type="http://schemas.openxmlformats.org/officeDocument/2006/relationships/tags" Target="../tags/tag601.xml"/><Relationship Id="rId27" Type="http://schemas.openxmlformats.org/officeDocument/2006/relationships/tags" Target="../tags/tag600.xml"/><Relationship Id="rId26" Type="http://schemas.openxmlformats.org/officeDocument/2006/relationships/tags" Target="../tags/tag599.xml"/><Relationship Id="rId25" Type="http://schemas.openxmlformats.org/officeDocument/2006/relationships/tags" Target="../tags/tag598.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0" Type="http://schemas.openxmlformats.org/officeDocument/2006/relationships/slideLayout" Target="../slideLayouts/slideLayout30.xml"/><Relationship Id="rId2" Type="http://schemas.openxmlformats.org/officeDocument/2006/relationships/slideLayout" Target="../slideLayouts/slideLayout12.xml"/><Relationship Id="rId19" Type="http://schemas.openxmlformats.org/officeDocument/2006/relationships/slideLayout" Target="../slideLayouts/slideLayout29.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168" y="523113"/>
            <a:ext cx="10515600" cy="1325563"/>
          </a:xfrm>
          <a:prstGeom prst="rect">
            <a:avLst/>
          </a:prstGeom>
        </p:spPr>
        <p:txBody>
          <a:bodyPr vert="horz" lIns="91440" tIns="45720" rIns="91440" bIns="45720" rtlCol="0" anchor="ctr">
            <a:no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168" y="1983613"/>
            <a:ext cx="10515600" cy="4351338"/>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custDataLst>
              <p:tags r:id="rId25"/>
            </p:custDataLst>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1CEBB3-B506-43A5-8ADF-1F6228832779}" type="datetimeFigureOut">
              <a:rPr lang="zh-CN" altLang="en-US" smtClean="0"/>
            </a:fld>
            <a:endParaRPr lang="zh-CN" altLang="en-US"/>
          </a:p>
        </p:txBody>
      </p:sp>
      <p:sp>
        <p:nvSpPr>
          <p:cNvPr id="5" name="页脚占位符 4"/>
          <p:cNvSpPr>
            <a:spLocks noGrp="1"/>
          </p:cNvSpPr>
          <p:nvPr>
            <p:ph type="ftr" sz="quarter" idx="3"/>
            <p:custDataLst>
              <p:tags r:id="rId26"/>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27"/>
            </p:custDataLst>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129656-F08C-4B6B-81EB-89FE10BFCF81}" type="slidenum">
              <a:rPr lang="zh-CN" altLang="en-US" smtClean="0"/>
            </a:fld>
            <a:endParaRPr lang="zh-CN" altLang="en-US"/>
          </a:p>
        </p:txBody>
      </p:sp>
    </p:spTree>
    <p:custDataLst>
      <p:tags r:id="rId28"/>
    </p:custData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Lst>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607.xml"/><Relationship Id="rId8" Type="http://schemas.openxmlformats.org/officeDocument/2006/relationships/image" Target="../media/image4.png"/><Relationship Id="rId7" Type="http://schemas.openxmlformats.org/officeDocument/2006/relationships/tags" Target="../tags/tag606.xml"/><Relationship Id="rId6" Type="http://schemas.microsoft.com/office/2007/relationships/media" Target="../media/media1.mp3"/><Relationship Id="rId5" Type="http://schemas.openxmlformats.org/officeDocument/2006/relationships/audio" Target="../media/media1.mp3"/><Relationship Id="rId4" Type="http://schemas.openxmlformats.org/officeDocument/2006/relationships/tags" Target="../tags/tag605.xml"/><Relationship Id="rId3" Type="http://schemas.openxmlformats.org/officeDocument/2006/relationships/tags" Target="../tags/tag604.xml"/><Relationship Id="rId2" Type="http://schemas.openxmlformats.org/officeDocument/2006/relationships/tags" Target="../tags/tag603.xml"/><Relationship Id="rId11" Type="http://schemas.openxmlformats.org/officeDocument/2006/relationships/notesSlide" Target="../notesSlides/notesSlide1.xml"/><Relationship Id="rId10" Type="http://schemas.openxmlformats.org/officeDocument/2006/relationships/slideLayout" Target="../slideLayouts/slideLayout31.xml"/><Relationship Id="rId1" Type="http://schemas.openxmlformats.org/officeDocument/2006/relationships/tags" Target="../tags/tag602.xml"/></Relationships>
</file>

<file path=ppt/slides/_rels/slide2.xml.rels><?xml version="1.0" encoding="UTF-8" standalone="yes"?>
<Relationships xmlns="http://schemas.openxmlformats.org/package/2006/relationships"><Relationship Id="rId9" Type="http://schemas.openxmlformats.org/officeDocument/2006/relationships/tags" Target="../tags/tag616.xml"/><Relationship Id="rId8" Type="http://schemas.openxmlformats.org/officeDocument/2006/relationships/tags" Target="../tags/tag615.xml"/><Relationship Id="rId7" Type="http://schemas.openxmlformats.org/officeDocument/2006/relationships/tags" Target="../tags/tag614.xml"/><Relationship Id="rId6" Type="http://schemas.openxmlformats.org/officeDocument/2006/relationships/tags" Target="../tags/tag613.xml"/><Relationship Id="rId5" Type="http://schemas.openxmlformats.org/officeDocument/2006/relationships/tags" Target="../tags/tag612.xml"/><Relationship Id="rId4" Type="http://schemas.openxmlformats.org/officeDocument/2006/relationships/tags" Target="../tags/tag611.xml"/><Relationship Id="rId3" Type="http://schemas.openxmlformats.org/officeDocument/2006/relationships/tags" Target="../tags/tag610.xml"/><Relationship Id="rId23" Type="http://schemas.openxmlformats.org/officeDocument/2006/relationships/notesSlide" Target="../notesSlides/notesSlide2.xml"/><Relationship Id="rId22" Type="http://schemas.openxmlformats.org/officeDocument/2006/relationships/slideLayout" Target="../slideLayouts/slideLayout32.xml"/><Relationship Id="rId21" Type="http://schemas.openxmlformats.org/officeDocument/2006/relationships/tags" Target="../tags/tag627.xml"/><Relationship Id="rId20" Type="http://schemas.openxmlformats.org/officeDocument/2006/relationships/tags" Target="../tags/tag626.xml"/><Relationship Id="rId2" Type="http://schemas.openxmlformats.org/officeDocument/2006/relationships/tags" Target="../tags/tag609.xml"/><Relationship Id="rId19" Type="http://schemas.openxmlformats.org/officeDocument/2006/relationships/tags" Target="../tags/tag625.xml"/><Relationship Id="rId18" Type="http://schemas.openxmlformats.org/officeDocument/2006/relationships/tags" Target="../tags/tag624.xml"/><Relationship Id="rId17" Type="http://schemas.openxmlformats.org/officeDocument/2006/relationships/tags" Target="../tags/tag623.xml"/><Relationship Id="rId16" Type="http://schemas.openxmlformats.org/officeDocument/2006/relationships/image" Target="../media/image5.jpeg"/><Relationship Id="rId15" Type="http://schemas.openxmlformats.org/officeDocument/2006/relationships/tags" Target="../tags/tag622.xml"/><Relationship Id="rId14" Type="http://schemas.openxmlformats.org/officeDocument/2006/relationships/tags" Target="../tags/tag621.xml"/><Relationship Id="rId13" Type="http://schemas.openxmlformats.org/officeDocument/2006/relationships/tags" Target="../tags/tag620.xml"/><Relationship Id="rId12" Type="http://schemas.openxmlformats.org/officeDocument/2006/relationships/tags" Target="../tags/tag619.xml"/><Relationship Id="rId11" Type="http://schemas.openxmlformats.org/officeDocument/2006/relationships/tags" Target="../tags/tag618.xml"/><Relationship Id="rId10" Type="http://schemas.openxmlformats.org/officeDocument/2006/relationships/tags" Target="../tags/tag617.xml"/><Relationship Id="rId1" Type="http://schemas.openxmlformats.org/officeDocument/2006/relationships/tags" Target="../tags/tag608.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tags" Target="../tags/tag633.xml"/><Relationship Id="rId7" Type="http://schemas.openxmlformats.org/officeDocument/2006/relationships/tags" Target="../tags/tag632.xml"/><Relationship Id="rId6" Type="http://schemas.openxmlformats.org/officeDocument/2006/relationships/image" Target="../media/image7.png"/><Relationship Id="rId5" Type="http://schemas.openxmlformats.org/officeDocument/2006/relationships/tags" Target="../tags/tag631.xml"/><Relationship Id="rId4" Type="http://schemas.openxmlformats.org/officeDocument/2006/relationships/tags" Target="../tags/tag630.xml"/><Relationship Id="rId3" Type="http://schemas.openxmlformats.org/officeDocument/2006/relationships/tags" Target="../tags/tag629.xml"/><Relationship Id="rId2" Type="http://schemas.openxmlformats.org/officeDocument/2006/relationships/image" Target="../media/image6.jpeg"/><Relationship Id="rId10" Type="http://schemas.openxmlformats.org/officeDocument/2006/relationships/notesSlide" Target="../notesSlides/notesSlide3.xml"/><Relationship Id="rId1" Type="http://schemas.openxmlformats.org/officeDocument/2006/relationships/tags" Target="../tags/tag628.xml"/></Relationships>
</file>

<file path=ppt/slides/_rels/slide4.xml.rels><?xml version="1.0" encoding="UTF-8" standalone="yes"?>
<Relationships xmlns="http://schemas.openxmlformats.org/package/2006/relationships"><Relationship Id="rId9" Type="http://schemas.openxmlformats.org/officeDocument/2006/relationships/tags" Target="../tags/tag642.xml"/><Relationship Id="rId8" Type="http://schemas.openxmlformats.org/officeDocument/2006/relationships/tags" Target="../tags/tag641.xml"/><Relationship Id="rId7" Type="http://schemas.openxmlformats.org/officeDocument/2006/relationships/tags" Target="../tags/tag640.xml"/><Relationship Id="rId6" Type="http://schemas.openxmlformats.org/officeDocument/2006/relationships/tags" Target="../tags/tag639.xml"/><Relationship Id="rId5" Type="http://schemas.openxmlformats.org/officeDocument/2006/relationships/tags" Target="../tags/tag638.xml"/><Relationship Id="rId4" Type="http://schemas.openxmlformats.org/officeDocument/2006/relationships/tags" Target="../tags/tag637.xml"/><Relationship Id="rId3" Type="http://schemas.openxmlformats.org/officeDocument/2006/relationships/tags" Target="../tags/tag636.xml"/><Relationship Id="rId2" Type="http://schemas.openxmlformats.org/officeDocument/2006/relationships/tags" Target="../tags/tag635.xml"/><Relationship Id="rId11" Type="http://schemas.openxmlformats.org/officeDocument/2006/relationships/slideLayout" Target="../slideLayouts/slideLayout30.xml"/><Relationship Id="rId10" Type="http://schemas.openxmlformats.org/officeDocument/2006/relationships/tags" Target="../tags/tag643.xml"/><Relationship Id="rId1" Type="http://schemas.openxmlformats.org/officeDocument/2006/relationships/tags" Target="../tags/tag634.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tags" Target="../tags/tag649.xml"/><Relationship Id="rId7" Type="http://schemas.openxmlformats.org/officeDocument/2006/relationships/tags" Target="../tags/tag648.xml"/><Relationship Id="rId6" Type="http://schemas.openxmlformats.org/officeDocument/2006/relationships/image" Target="../media/image7.png"/><Relationship Id="rId5" Type="http://schemas.openxmlformats.org/officeDocument/2006/relationships/tags" Target="../tags/tag647.xml"/><Relationship Id="rId4" Type="http://schemas.openxmlformats.org/officeDocument/2006/relationships/tags" Target="../tags/tag646.xml"/><Relationship Id="rId3" Type="http://schemas.openxmlformats.org/officeDocument/2006/relationships/tags" Target="../tags/tag645.xml"/><Relationship Id="rId2" Type="http://schemas.openxmlformats.org/officeDocument/2006/relationships/image" Target="../media/image6.jpeg"/><Relationship Id="rId10" Type="http://schemas.openxmlformats.org/officeDocument/2006/relationships/notesSlide" Target="../notesSlides/notesSlide4.xml"/><Relationship Id="rId1" Type="http://schemas.openxmlformats.org/officeDocument/2006/relationships/tags" Target="../tags/tag644.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8.xml"/><Relationship Id="rId4" Type="http://schemas.openxmlformats.org/officeDocument/2006/relationships/tags" Target="../tags/tag65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tags" Target="../tags/tag650.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13.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9" Type="http://schemas.openxmlformats.org/officeDocument/2006/relationships/tags" Target="../tags/tag660.xml"/><Relationship Id="rId8" Type="http://schemas.openxmlformats.org/officeDocument/2006/relationships/tags" Target="../tags/tag659.xml"/><Relationship Id="rId7" Type="http://schemas.openxmlformats.org/officeDocument/2006/relationships/tags" Target="../tags/tag658.xml"/><Relationship Id="rId6" Type="http://schemas.openxmlformats.org/officeDocument/2006/relationships/tags" Target="../tags/tag657.xml"/><Relationship Id="rId5" Type="http://schemas.openxmlformats.org/officeDocument/2006/relationships/tags" Target="../tags/tag656.xml"/><Relationship Id="rId4" Type="http://schemas.openxmlformats.org/officeDocument/2006/relationships/tags" Target="../tags/tag655.xml"/><Relationship Id="rId3" Type="http://schemas.openxmlformats.org/officeDocument/2006/relationships/tags" Target="../tags/tag654.xml"/><Relationship Id="rId2" Type="http://schemas.openxmlformats.org/officeDocument/2006/relationships/tags" Target="../tags/tag653.xml"/><Relationship Id="rId12" Type="http://schemas.openxmlformats.org/officeDocument/2006/relationships/slideLayout" Target="../slideLayouts/slideLayout28.xml"/><Relationship Id="rId11" Type="http://schemas.openxmlformats.org/officeDocument/2006/relationships/tags" Target="../tags/tag662.xml"/><Relationship Id="rId10" Type="http://schemas.openxmlformats.org/officeDocument/2006/relationships/tags" Target="../tags/tag661.xml"/><Relationship Id="rId1" Type="http://schemas.openxmlformats.org/officeDocument/2006/relationships/tags" Target="../tags/tag652.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8.xml"/><Relationship Id="rId3" Type="http://schemas.openxmlformats.org/officeDocument/2006/relationships/tags" Target="../tags/tag664.xml"/><Relationship Id="rId2" Type="http://schemas.openxmlformats.org/officeDocument/2006/relationships/image" Target="../media/image14.png"/><Relationship Id="rId1" Type="http://schemas.openxmlformats.org/officeDocument/2006/relationships/tags" Target="../tags/tag663.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8.xml"/><Relationship Id="rId4" Type="http://schemas.openxmlformats.org/officeDocument/2006/relationships/tags" Target="../tags/tag666.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tags" Target="../tags/tag665.xml"/></Relationships>
</file>

<file path=ppt/slides/_rels/slide12.xml.rels><?xml version="1.0" encoding="UTF-8" standalone="yes"?>
<Relationships xmlns="http://schemas.openxmlformats.org/package/2006/relationships"><Relationship Id="rId9" Type="http://schemas.openxmlformats.org/officeDocument/2006/relationships/tags" Target="../tags/tag673.xml"/><Relationship Id="rId8" Type="http://schemas.openxmlformats.org/officeDocument/2006/relationships/tags" Target="../tags/tag672.xml"/><Relationship Id="rId7" Type="http://schemas.openxmlformats.org/officeDocument/2006/relationships/tags" Target="../tags/tag671.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tags" Target="../tags/tag670.xml"/><Relationship Id="rId31" Type="http://schemas.openxmlformats.org/officeDocument/2006/relationships/slideLayout" Target="../slideLayouts/slideLayout26.xml"/><Relationship Id="rId30" Type="http://schemas.openxmlformats.org/officeDocument/2006/relationships/tags" Target="../tags/tag688.xml"/><Relationship Id="rId3" Type="http://schemas.openxmlformats.org/officeDocument/2006/relationships/tags" Target="../tags/tag669.xml"/><Relationship Id="rId29" Type="http://schemas.openxmlformats.org/officeDocument/2006/relationships/tags" Target="../tags/tag687.xml"/><Relationship Id="rId28" Type="http://schemas.openxmlformats.org/officeDocument/2006/relationships/tags" Target="../tags/tag686.xml"/><Relationship Id="rId27" Type="http://schemas.openxmlformats.org/officeDocument/2006/relationships/image" Target="../media/image24.svg"/><Relationship Id="rId26" Type="http://schemas.openxmlformats.org/officeDocument/2006/relationships/image" Target="../media/image23.png"/><Relationship Id="rId25" Type="http://schemas.openxmlformats.org/officeDocument/2006/relationships/tags" Target="../tags/tag685.xml"/><Relationship Id="rId24" Type="http://schemas.openxmlformats.org/officeDocument/2006/relationships/tags" Target="../tags/tag684.xml"/><Relationship Id="rId23" Type="http://schemas.openxmlformats.org/officeDocument/2006/relationships/tags" Target="../tags/tag683.xml"/><Relationship Id="rId22" Type="http://schemas.openxmlformats.org/officeDocument/2006/relationships/tags" Target="../tags/tag682.xml"/><Relationship Id="rId21" Type="http://schemas.openxmlformats.org/officeDocument/2006/relationships/tags" Target="../tags/tag681.xml"/><Relationship Id="rId20" Type="http://schemas.openxmlformats.org/officeDocument/2006/relationships/image" Target="../media/image22.svg"/><Relationship Id="rId2" Type="http://schemas.openxmlformats.org/officeDocument/2006/relationships/tags" Target="../tags/tag668.xml"/><Relationship Id="rId19" Type="http://schemas.openxmlformats.org/officeDocument/2006/relationships/image" Target="../media/image21.png"/><Relationship Id="rId18" Type="http://schemas.openxmlformats.org/officeDocument/2006/relationships/tags" Target="../tags/tag680.xml"/><Relationship Id="rId17" Type="http://schemas.openxmlformats.org/officeDocument/2006/relationships/tags" Target="../tags/tag679.xml"/><Relationship Id="rId16" Type="http://schemas.openxmlformats.org/officeDocument/2006/relationships/tags" Target="../tags/tag678.xml"/><Relationship Id="rId15" Type="http://schemas.openxmlformats.org/officeDocument/2006/relationships/tags" Target="../tags/tag677.xml"/><Relationship Id="rId14" Type="http://schemas.openxmlformats.org/officeDocument/2006/relationships/tags" Target="../tags/tag676.xml"/><Relationship Id="rId13" Type="http://schemas.openxmlformats.org/officeDocument/2006/relationships/image" Target="../media/image20.svg"/><Relationship Id="rId12" Type="http://schemas.openxmlformats.org/officeDocument/2006/relationships/image" Target="../media/image19.png"/><Relationship Id="rId11" Type="http://schemas.openxmlformats.org/officeDocument/2006/relationships/tags" Target="../tags/tag675.xml"/><Relationship Id="rId10" Type="http://schemas.openxmlformats.org/officeDocument/2006/relationships/tags" Target="../tags/tag674.xml"/><Relationship Id="rId1" Type="http://schemas.openxmlformats.org/officeDocument/2006/relationships/tags" Target="../tags/tag667.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tags" Target="../tags/tag694.xml"/><Relationship Id="rId7" Type="http://schemas.openxmlformats.org/officeDocument/2006/relationships/tags" Target="../tags/tag693.xml"/><Relationship Id="rId6" Type="http://schemas.openxmlformats.org/officeDocument/2006/relationships/image" Target="../media/image7.png"/><Relationship Id="rId5" Type="http://schemas.openxmlformats.org/officeDocument/2006/relationships/tags" Target="../tags/tag692.xml"/><Relationship Id="rId4" Type="http://schemas.openxmlformats.org/officeDocument/2006/relationships/tags" Target="../tags/tag691.xml"/><Relationship Id="rId3" Type="http://schemas.openxmlformats.org/officeDocument/2006/relationships/tags" Target="../tags/tag690.xml"/><Relationship Id="rId2" Type="http://schemas.openxmlformats.org/officeDocument/2006/relationships/image" Target="../media/image6.jpeg"/><Relationship Id="rId10" Type="http://schemas.openxmlformats.org/officeDocument/2006/relationships/notesSlide" Target="../notesSlides/notesSlide5.xml"/><Relationship Id="rId1" Type="http://schemas.openxmlformats.org/officeDocument/2006/relationships/tags" Target="../tags/tag689.xml"/></Relationships>
</file>

<file path=ppt/slides/_rels/slide14.xml.rels><?xml version="1.0" encoding="UTF-8" standalone="yes"?>
<Relationships xmlns="http://schemas.openxmlformats.org/package/2006/relationships"><Relationship Id="rId9" Type="http://schemas.openxmlformats.org/officeDocument/2006/relationships/tags" Target="../tags/tag703.xml"/><Relationship Id="rId8" Type="http://schemas.openxmlformats.org/officeDocument/2006/relationships/tags" Target="../tags/tag702.xml"/><Relationship Id="rId7" Type="http://schemas.openxmlformats.org/officeDocument/2006/relationships/tags" Target="../tags/tag701.xml"/><Relationship Id="rId6" Type="http://schemas.openxmlformats.org/officeDocument/2006/relationships/tags" Target="../tags/tag700.xml"/><Relationship Id="rId5" Type="http://schemas.openxmlformats.org/officeDocument/2006/relationships/tags" Target="../tags/tag699.xml"/><Relationship Id="rId4" Type="http://schemas.openxmlformats.org/officeDocument/2006/relationships/tags" Target="../tags/tag698.xml"/><Relationship Id="rId3" Type="http://schemas.openxmlformats.org/officeDocument/2006/relationships/tags" Target="../tags/tag697.xml"/><Relationship Id="rId2" Type="http://schemas.openxmlformats.org/officeDocument/2006/relationships/tags" Target="../tags/tag696.xml"/><Relationship Id="rId16" Type="http://schemas.openxmlformats.org/officeDocument/2006/relationships/slideLayout" Target="../slideLayouts/slideLayout22.xml"/><Relationship Id="rId15" Type="http://schemas.openxmlformats.org/officeDocument/2006/relationships/tags" Target="../tags/tag709.xml"/><Relationship Id="rId14" Type="http://schemas.openxmlformats.org/officeDocument/2006/relationships/tags" Target="../tags/tag708.xml"/><Relationship Id="rId13" Type="http://schemas.openxmlformats.org/officeDocument/2006/relationships/tags" Target="../tags/tag707.xml"/><Relationship Id="rId12" Type="http://schemas.openxmlformats.org/officeDocument/2006/relationships/tags" Target="../tags/tag706.xml"/><Relationship Id="rId11" Type="http://schemas.openxmlformats.org/officeDocument/2006/relationships/tags" Target="../tags/tag705.xml"/><Relationship Id="rId10" Type="http://schemas.openxmlformats.org/officeDocument/2006/relationships/tags" Target="../tags/tag704.xml"/><Relationship Id="rId1" Type="http://schemas.openxmlformats.org/officeDocument/2006/relationships/tags" Target="../tags/tag695.xml"/></Relationships>
</file>

<file path=ppt/slides/_rels/slide15.xml.rels><?xml version="1.0" encoding="UTF-8" standalone="yes"?>
<Relationships xmlns="http://schemas.openxmlformats.org/package/2006/relationships"><Relationship Id="rId9" Type="http://schemas.openxmlformats.org/officeDocument/2006/relationships/tags" Target="../tags/tag718.xml"/><Relationship Id="rId8" Type="http://schemas.openxmlformats.org/officeDocument/2006/relationships/tags" Target="../tags/tag717.xml"/><Relationship Id="rId7" Type="http://schemas.openxmlformats.org/officeDocument/2006/relationships/tags" Target="../tags/tag716.xml"/><Relationship Id="rId6" Type="http://schemas.openxmlformats.org/officeDocument/2006/relationships/tags" Target="../tags/tag715.xml"/><Relationship Id="rId5" Type="http://schemas.openxmlformats.org/officeDocument/2006/relationships/tags" Target="../tags/tag714.xml"/><Relationship Id="rId4" Type="http://schemas.openxmlformats.org/officeDocument/2006/relationships/tags" Target="../tags/tag713.xml"/><Relationship Id="rId3" Type="http://schemas.openxmlformats.org/officeDocument/2006/relationships/tags" Target="../tags/tag712.xml"/><Relationship Id="rId2" Type="http://schemas.openxmlformats.org/officeDocument/2006/relationships/tags" Target="../tags/tag711.xml"/><Relationship Id="rId12" Type="http://schemas.openxmlformats.org/officeDocument/2006/relationships/slideLayout" Target="../slideLayouts/slideLayout21.xml"/><Relationship Id="rId11" Type="http://schemas.openxmlformats.org/officeDocument/2006/relationships/tags" Target="../tags/tag720.xml"/><Relationship Id="rId10" Type="http://schemas.openxmlformats.org/officeDocument/2006/relationships/tags" Target="../tags/tag719.xml"/><Relationship Id="rId1" Type="http://schemas.openxmlformats.org/officeDocument/2006/relationships/tags" Target="../tags/tag710.xml"/></Relationships>
</file>

<file path=ppt/slides/_rels/slide16.xml.rels><?xml version="1.0" encoding="UTF-8" standalone="yes"?>
<Relationships xmlns="http://schemas.openxmlformats.org/package/2006/relationships"><Relationship Id="rId9" Type="http://schemas.openxmlformats.org/officeDocument/2006/relationships/tags" Target="../tags/tag729.xml"/><Relationship Id="rId8" Type="http://schemas.openxmlformats.org/officeDocument/2006/relationships/tags" Target="../tags/tag728.xml"/><Relationship Id="rId7" Type="http://schemas.openxmlformats.org/officeDocument/2006/relationships/tags" Target="../tags/tag727.xml"/><Relationship Id="rId6" Type="http://schemas.openxmlformats.org/officeDocument/2006/relationships/tags" Target="../tags/tag726.xml"/><Relationship Id="rId5" Type="http://schemas.openxmlformats.org/officeDocument/2006/relationships/tags" Target="../tags/tag725.xml"/><Relationship Id="rId4" Type="http://schemas.openxmlformats.org/officeDocument/2006/relationships/tags" Target="../tags/tag724.xml"/><Relationship Id="rId3" Type="http://schemas.openxmlformats.org/officeDocument/2006/relationships/tags" Target="../tags/tag723.xml"/><Relationship Id="rId2" Type="http://schemas.openxmlformats.org/officeDocument/2006/relationships/tags" Target="../tags/tag722.xml"/><Relationship Id="rId12" Type="http://schemas.openxmlformats.org/officeDocument/2006/relationships/slideLayout" Target="../slideLayouts/slideLayout14.xml"/><Relationship Id="rId11" Type="http://schemas.openxmlformats.org/officeDocument/2006/relationships/tags" Target="../tags/tag731.xml"/><Relationship Id="rId10" Type="http://schemas.openxmlformats.org/officeDocument/2006/relationships/tags" Target="../tags/tag730.xml"/><Relationship Id="rId1" Type="http://schemas.openxmlformats.org/officeDocument/2006/relationships/tags" Target="../tags/tag721.xml"/></Relationships>
</file>

<file path=ppt/slides/_rels/slide17.xml.rels><?xml version="1.0" encoding="UTF-8" standalone="yes"?>
<Relationships xmlns="http://schemas.openxmlformats.org/package/2006/relationships"><Relationship Id="rId9" Type="http://schemas.openxmlformats.org/officeDocument/2006/relationships/tags" Target="../tags/tag738.xml"/><Relationship Id="rId8" Type="http://schemas.openxmlformats.org/officeDocument/2006/relationships/tags" Target="../tags/tag737.xml"/><Relationship Id="rId7" Type="http://schemas.openxmlformats.org/officeDocument/2006/relationships/tags" Target="../tags/tag736.xml"/><Relationship Id="rId6" Type="http://schemas.openxmlformats.org/officeDocument/2006/relationships/tags" Target="../tags/tag735.xml"/><Relationship Id="rId5" Type="http://schemas.openxmlformats.org/officeDocument/2006/relationships/image" Target="../media/image18.svg"/><Relationship Id="rId4" Type="http://schemas.openxmlformats.org/officeDocument/2006/relationships/image" Target="../media/image17.png"/><Relationship Id="rId3" Type="http://schemas.openxmlformats.org/officeDocument/2006/relationships/tags" Target="../tags/tag734.xml"/><Relationship Id="rId21" Type="http://schemas.openxmlformats.org/officeDocument/2006/relationships/slideLayout" Target="../slideLayouts/slideLayout20.xml"/><Relationship Id="rId20" Type="http://schemas.openxmlformats.org/officeDocument/2006/relationships/tags" Target="../tags/tag745.xml"/><Relationship Id="rId2" Type="http://schemas.openxmlformats.org/officeDocument/2006/relationships/tags" Target="../tags/tag733.xml"/><Relationship Id="rId19" Type="http://schemas.openxmlformats.org/officeDocument/2006/relationships/tags" Target="../tags/tag744.xml"/><Relationship Id="rId18" Type="http://schemas.openxmlformats.org/officeDocument/2006/relationships/tags" Target="../tags/tag743.xml"/><Relationship Id="rId17" Type="http://schemas.openxmlformats.org/officeDocument/2006/relationships/image" Target="../media/image28.svg"/><Relationship Id="rId16" Type="http://schemas.openxmlformats.org/officeDocument/2006/relationships/image" Target="../media/image27.png"/><Relationship Id="rId15" Type="http://schemas.openxmlformats.org/officeDocument/2006/relationships/tags" Target="../tags/tag742.xml"/><Relationship Id="rId14" Type="http://schemas.openxmlformats.org/officeDocument/2006/relationships/tags" Target="../tags/tag741.xml"/><Relationship Id="rId13" Type="http://schemas.openxmlformats.org/officeDocument/2006/relationships/tags" Target="../tags/tag740.xml"/><Relationship Id="rId12" Type="http://schemas.openxmlformats.org/officeDocument/2006/relationships/tags" Target="../tags/tag739.xml"/><Relationship Id="rId11" Type="http://schemas.openxmlformats.org/officeDocument/2006/relationships/image" Target="../media/image26.svg"/><Relationship Id="rId10" Type="http://schemas.openxmlformats.org/officeDocument/2006/relationships/image" Target="../media/image25.png"/><Relationship Id="rId1" Type="http://schemas.openxmlformats.org/officeDocument/2006/relationships/tags" Target="../tags/tag732.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32.pn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752.xml"/><Relationship Id="rId6" Type="http://schemas.openxmlformats.org/officeDocument/2006/relationships/tags" Target="../tags/tag751.xml"/><Relationship Id="rId5" Type="http://schemas.openxmlformats.org/officeDocument/2006/relationships/tags" Target="../tags/tag750.xml"/><Relationship Id="rId4" Type="http://schemas.openxmlformats.org/officeDocument/2006/relationships/tags" Target="../tags/tag749.xml"/><Relationship Id="rId3" Type="http://schemas.openxmlformats.org/officeDocument/2006/relationships/tags" Target="../tags/tag748.xml"/><Relationship Id="rId2" Type="http://schemas.openxmlformats.org/officeDocument/2006/relationships/tags" Target="../tags/tag747.xml"/><Relationship Id="rId1" Type="http://schemas.openxmlformats.org/officeDocument/2006/relationships/tags" Target="../tags/tag746.xml"/></Relationships>
</file>

<file path=ppt/slides/_rels/slide21.xml.rels><?xml version="1.0" encoding="UTF-8" standalone="yes"?>
<Relationships xmlns="http://schemas.openxmlformats.org/package/2006/relationships"><Relationship Id="rId9" Type="http://schemas.openxmlformats.org/officeDocument/2006/relationships/tags" Target="../tags/tag761.xml"/><Relationship Id="rId8" Type="http://schemas.openxmlformats.org/officeDocument/2006/relationships/tags" Target="../tags/tag760.xml"/><Relationship Id="rId7" Type="http://schemas.openxmlformats.org/officeDocument/2006/relationships/tags" Target="../tags/tag759.xml"/><Relationship Id="rId6" Type="http://schemas.openxmlformats.org/officeDocument/2006/relationships/tags" Target="../tags/tag758.xml"/><Relationship Id="rId5" Type="http://schemas.openxmlformats.org/officeDocument/2006/relationships/tags" Target="../tags/tag757.xml"/><Relationship Id="rId4" Type="http://schemas.openxmlformats.org/officeDocument/2006/relationships/tags" Target="../tags/tag756.xml"/><Relationship Id="rId3" Type="http://schemas.openxmlformats.org/officeDocument/2006/relationships/tags" Target="../tags/tag755.xml"/><Relationship Id="rId2" Type="http://schemas.openxmlformats.org/officeDocument/2006/relationships/tags" Target="../tags/tag754.xml"/><Relationship Id="rId15" Type="http://schemas.openxmlformats.org/officeDocument/2006/relationships/slideLayout" Target="../slideLayouts/slideLayout16.xml"/><Relationship Id="rId14" Type="http://schemas.openxmlformats.org/officeDocument/2006/relationships/tags" Target="../tags/tag766.xml"/><Relationship Id="rId13" Type="http://schemas.openxmlformats.org/officeDocument/2006/relationships/tags" Target="../tags/tag765.xml"/><Relationship Id="rId12" Type="http://schemas.openxmlformats.org/officeDocument/2006/relationships/tags" Target="../tags/tag764.xml"/><Relationship Id="rId11" Type="http://schemas.openxmlformats.org/officeDocument/2006/relationships/tags" Target="../tags/tag763.xml"/><Relationship Id="rId10" Type="http://schemas.openxmlformats.org/officeDocument/2006/relationships/tags" Target="../tags/tag762.xml"/><Relationship Id="rId1" Type="http://schemas.openxmlformats.org/officeDocument/2006/relationships/tags" Target="../tags/tag753.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tags" Target="../tags/tag772.xml"/><Relationship Id="rId7" Type="http://schemas.openxmlformats.org/officeDocument/2006/relationships/tags" Target="../tags/tag771.xml"/><Relationship Id="rId6" Type="http://schemas.openxmlformats.org/officeDocument/2006/relationships/image" Target="../media/image7.png"/><Relationship Id="rId5" Type="http://schemas.openxmlformats.org/officeDocument/2006/relationships/tags" Target="../tags/tag770.xml"/><Relationship Id="rId4" Type="http://schemas.openxmlformats.org/officeDocument/2006/relationships/tags" Target="../tags/tag769.xml"/><Relationship Id="rId3" Type="http://schemas.openxmlformats.org/officeDocument/2006/relationships/tags" Target="../tags/tag768.xml"/><Relationship Id="rId2" Type="http://schemas.openxmlformats.org/officeDocument/2006/relationships/image" Target="../media/image6.jpeg"/><Relationship Id="rId10" Type="http://schemas.openxmlformats.org/officeDocument/2006/relationships/notesSlide" Target="../notesSlides/notesSlide6.xml"/><Relationship Id="rId1" Type="http://schemas.openxmlformats.org/officeDocument/2006/relationships/tags" Target="../tags/tag767.xml"/></Relationships>
</file>

<file path=ppt/slides/_rels/slide23.xml.rels><?xml version="1.0" encoding="UTF-8" standalone="yes"?>
<Relationships xmlns="http://schemas.openxmlformats.org/package/2006/relationships"><Relationship Id="rId9" Type="http://schemas.openxmlformats.org/officeDocument/2006/relationships/tags" Target="../tags/tag781.xml"/><Relationship Id="rId8" Type="http://schemas.openxmlformats.org/officeDocument/2006/relationships/tags" Target="../tags/tag780.xml"/><Relationship Id="rId7" Type="http://schemas.openxmlformats.org/officeDocument/2006/relationships/tags" Target="../tags/tag779.xml"/><Relationship Id="rId6" Type="http://schemas.openxmlformats.org/officeDocument/2006/relationships/tags" Target="../tags/tag778.xml"/><Relationship Id="rId5" Type="http://schemas.openxmlformats.org/officeDocument/2006/relationships/tags" Target="../tags/tag777.xml"/><Relationship Id="rId4" Type="http://schemas.openxmlformats.org/officeDocument/2006/relationships/tags" Target="../tags/tag776.xml"/><Relationship Id="rId3" Type="http://schemas.openxmlformats.org/officeDocument/2006/relationships/tags" Target="../tags/tag775.xml"/><Relationship Id="rId2" Type="http://schemas.openxmlformats.org/officeDocument/2006/relationships/tags" Target="../tags/tag774.xml"/><Relationship Id="rId12" Type="http://schemas.openxmlformats.org/officeDocument/2006/relationships/slideLayout" Target="../slideLayouts/slideLayout13.xml"/><Relationship Id="rId11" Type="http://schemas.openxmlformats.org/officeDocument/2006/relationships/tags" Target="../tags/tag783.xml"/><Relationship Id="rId10" Type="http://schemas.openxmlformats.org/officeDocument/2006/relationships/tags" Target="../tags/tag782.xml"/><Relationship Id="rId1" Type="http://schemas.openxmlformats.org/officeDocument/2006/relationships/tags" Target="../tags/tag773.xml"/></Relationships>
</file>

<file path=ppt/slides/_rels/slide24.xml.rels><?xml version="1.0" encoding="UTF-8" standalone="yes"?>
<Relationships xmlns="http://schemas.openxmlformats.org/package/2006/relationships"><Relationship Id="rId9" Type="http://schemas.openxmlformats.org/officeDocument/2006/relationships/image" Target="../media/image20.svg"/><Relationship Id="rId8" Type="http://schemas.openxmlformats.org/officeDocument/2006/relationships/image" Target="../media/image19.png"/><Relationship Id="rId7" Type="http://schemas.openxmlformats.org/officeDocument/2006/relationships/tags" Target="../tags/tag788.xml"/><Relationship Id="rId6" Type="http://schemas.openxmlformats.org/officeDocument/2006/relationships/tags" Target="../tags/tag787.xml"/><Relationship Id="rId5" Type="http://schemas.openxmlformats.org/officeDocument/2006/relationships/tags" Target="../tags/tag786.xml"/><Relationship Id="rId4" Type="http://schemas.openxmlformats.org/officeDocument/2006/relationships/image" Target="../media/image34.svg"/><Relationship Id="rId3" Type="http://schemas.openxmlformats.org/officeDocument/2006/relationships/image" Target="../media/image33.png"/><Relationship Id="rId2" Type="http://schemas.openxmlformats.org/officeDocument/2006/relationships/tags" Target="../tags/tag785.xml"/><Relationship Id="rId18" Type="http://schemas.openxmlformats.org/officeDocument/2006/relationships/slideLayout" Target="../slideLayouts/slideLayout12.xml"/><Relationship Id="rId17" Type="http://schemas.openxmlformats.org/officeDocument/2006/relationships/tags" Target="../tags/tag794.xml"/><Relationship Id="rId16" Type="http://schemas.openxmlformats.org/officeDocument/2006/relationships/tags" Target="../tags/tag793.xml"/><Relationship Id="rId15" Type="http://schemas.openxmlformats.org/officeDocument/2006/relationships/tags" Target="../tags/tag792.xml"/><Relationship Id="rId14" Type="http://schemas.openxmlformats.org/officeDocument/2006/relationships/image" Target="../media/image22.svg"/><Relationship Id="rId13" Type="http://schemas.openxmlformats.org/officeDocument/2006/relationships/image" Target="../media/image21.png"/><Relationship Id="rId12" Type="http://schemas.openxmlformats.org/officeDocument/2006/relationships/tags" Target="../tags/tag791.xml"/><Relationship Id="rId11" Type="http://schemas.openxmlformats.org/officeDocument/2006/relationships/tags" Target="../tags/tag790.xml"/><Relationship Id="rId10" Type="http://schemas.openxmlformats.org/officeDocument/2006/relationships/tags" Target="../tags/tag789.xml"/><Relationship Id="rId1" Type="http://schemas.openxmlformats.org/officeDocument/2006/relationships/tags" Target="../tags/tag78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31.xml"/><Relationship Id="rId5" Type="http://schemas.openxmlformats.org/officeDocument/2006/relationships/tags" Target="../tags/tag799.xml"/><Relationship Id="rId4" Type="http://schemas.openxmlformats.org/officeDocument/2006/relationships/tags" Target="../tags/tag798.xml"/><Relationship Id="rId3" Type="http://schemas.openxmlformats.org/officeDocument/2006/relationships/tags" Target="../tags/tag797.xml"/><Relationship Id="rId2" Type="http://schemas.openxmlformats.org/officeDocument/2006/relationships/tags" Target="../tags/tag796.xml"/><Relationship Id="rId1" Type="http://schemas.openxmlformats.org/officeDocument/2006/relationships/tags" Target="../tags/tag79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矩形 6"/>
          <p:cNvSpPr/>
          <p:nvPr>
            <p:custDataLst>
              <p:tags r:id="rId1"/>
            </p:custDataLst>
          </p:nvPr>
        </p:nvSpPr>
        <p:spPr>
          <a:xfrm>
            <a:off x="0" y="3950964"/>
            <a:ext cx="12192000" cy="290703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custDataLst>
              <p:tags r:id="rId2"/>
            </p:custDataLst>
          </p:nvPr>
        </p:nvSpPr>
        <p:spPr>
          <a:xfrm>
            <a:off x="1524000" y="1612241"/>
            <a:ext cx="9144000" cy="1260058"/>
          </a:xfrm>
        </p:spPr>
        <p:txBody>
          <a:bodyPr>
            <a:normAutofit fontScale="90000"/>
          </a:bodyPr>
          <a:lstStyle/>
          <a:p>
            <a:r>
              <a:rPr lang="zh-CN" altLang="en-US" sz="4200" dirty="0">
                <a:solidFill>
                  <a:schemeClr val="bg1"/>
                </a:solidFill>
              </a:rPr>
              <a:t>VMSCAPE漏洞研究：AMD处理器分支预测器隔离缺陷分析与防护</a:t>
            </a:r>
            <a:endParaRPr lang="zh-CN" altLang="en-US" sz="4200" dirty="0">
              <a:solidFill>
                <a:schemeClr val="bg1"/>
              </a:solidFill>
            </a:endParaRPr>
          </a:p>
        </p:txBody>
      </p:sp>
      <p:sp>
        <p:nvSpPr>
          <p:cNvPr id="3" name="副标题 2"/>
          <p:cNvSpPr>
            <a:spLocks noGrp="1"/>
          </p:cNvSpPr>
          <p:nvPr>
            <p:ph type="subTitle" idx="1"/>
            <p:custDataLst>
              <p:tags r:id="rId3"/>
            </p:custDataLst>
          </p:nvPr>
        </p:nvSpPr>
        <p:spPr>
          <a:xfrm>
            <a:off x="1524000" y="4552548"/>
            <a:ext cx="9144000" cy="1655762"/>
          </a:xfrm>
        </p:spPr>
        <p:txBody>
          <a:bodyPr/>
          <a:lstStyle/>
          <a:p>
            <a:r>
              <a:rPr lang="zh-CN" altLang="en-US" dirty="0">
                <a:solidFill>
                  <a:schemeClr val="accent1"/>
                </a:solidFill>
                <a:latin typeface="+mj-lt"/>
              </a:rPr>
              <a:t>杨宇鑫</a:t>
            </a:r>
            <a:endParaRPr lang="en-US" altLang="zh-CN" dirty="0">
              <a:solidFill>
                <a:schemeClr val="accent1"/>
              </a:solidFill>
              <a:latin typeface="+mj-lt"/>
            </a:endParaRPr>
          </a:p>
          <a:p>
            <a:r>
              <a:rPr lang="zh-CN" altLang="en-US" dirty="0">
                <a:solidFill>
                  <a:schemeClr val="accent1"/>
                </a:solidFill>
                <a:latin typeface="+mj-lt"/>
              </a:rPr>
              <a:t>第一次组会</a:t>
            </a:r>
            <a:endParaRPr lang="en-US" altLang="zh-CN" dirty="0">
              <a:solidFill>
                <a:schemeClr val="accent1"/>
              </a:solidFill>
              <a:latin typeface="+mj-lt"/>
            </a:endParaRPr>
          </a:p>
          <a:p>
            <a:r>
              <a:rPr lang="en-US" altLang="zh-CN" dirty="0">
                <a:solidFill>
                  <a:schemeClr val="accent1"/>
                </a:solidFill>
                <a:latin typeface="+mj-lt"/>
              </a:rPr>
              <a:t>2026.01.07</a:t>
            </a:r>
            <a:endParaRPr lang="zh-CN" altLang="en-US" dirty="0">
              <a:solidFill>
                <a:schemeClr val="accent1"/>
              </a:solidFill>
              <a:latin typeface="+mj-lt"/>
            </a:endParaRPr>
          </a:p>
        </p:txBody>
      </p:sp>
      <p:sp>
        <p:nvSpPr>
          <p:cNvPr id="6" name="矩形 5"/>
          <p:cNvSpPr/>
          <p:nvPr>
            <p:custDataLst>
              <p:tags r:id="rId4"/>
            </p:custDataLst>
          </p:nvPr>
        </p:nvSpPr>
        <p:spPr>
          <a:xfrm>
            <a:off x="1524000" y="1612241"/>
            <a:ext cx="9144000" cy="1507191"/>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班得瑞乐团 - childhood memory - bandari 童年">
            <a:hlinkClick r:id="" action="ppaction://media"/>
          </p:cNvPr>
          <p:cNvPicPr>
            <a:picLocks noChangeAspect="1"/>
          </p:cNvPicPr>
          <p:nvPr>
            <a:audioFile r:link="rId5"/>
            <p:extLst>
              <p:ext uri="{DAA4B4D4-6D71-4841-9C94-3DE7FCFB9230}">
                <p14:media xmlns:p14="http://schemas.microsoft.com/office/powerpoint/2010/main" r:embed="rId6">
                  <p14:fade in="500.000000" out="500.000000"/>
                </p14:media>
              </p:ext>
            </p:extLst>
            <p:custDataLst>
              <p:tags r:id="rId7"/>
            </p:custDataLst>
          </p:nvPr>
        </p:nvPicPr>
        <p:blipFill>
          <a:blip r:embed="rId8"/>
          <a:stretch>
            <a:fillRect/>
          </a:stretch>
        </p:blipFill>
        <p:spPr>
          <a:xfrm>
            <a:off x="13025855" y="0"/>
            <a:ext cx="609600" cy="609600"/>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childTnLst>
            <p:audio>
              <p:cMediaNode vol="80000" numSld="999" showWhenStopped="0">
                <p:cTn id="2" repeatCount="indefinite" fill="hold" display="0">
                  <p:stCondLst>
                    <p:cond delay="indefinite"/>
                  </p:stCondLst>
                  <p:endCondLst>
                    <p:cond evt="onStopAudio" delay="0">
                      <p:tgtEl>
                        <p:sldTgt/>
                      </p:tgtEl>
                    </p:cond>
                  </p:endCondLst>
                </p:cTn>
                <p:tgtEl>
                  <p:spTgt spid="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nvGrpSpPr>
        <p:grpSpPr>
          <a:xfrm>
            <a:off x="5826049" y="990150"/>
            <a:ext cx="4486275" cy="657225"/>
            <a:chOff x="5681662" y="1235075"/>
            <a:chExt cx="4486275" cy="657225"/>
          </a:xfrm>
        </p:grpSpPr>
        <p:grpSp>
          <p:nvGrpSpPr>
            <p:cNvPr id="77" name="组合 76"/>
            <p:cNvGrpSpPr/>
            <p:nvPr/>
          </p:nvGrpSpPr>
          <p:grpSpPr>
            <a:xfrm>
              <a:off x="5681662" y="1235075"/>
              <a:ext cx="4486275" cy="657225"/>
              <a:chOff x="5681662" y="1235075"/>
              <a:chExt cx="4486275" cy="657225"/>
            </a:xfrm>
          </p:grpSpPr>
          <p:sp>
            <p:nvSpPr>
              <p:cNvPr id="80" name="矩形: 圆角 79"/>
              <p:cNvSpPr/>
              <p:nvPr>
                <p:custDataLst>
                  <p:tags r:id="rId1"/>
                </p:custDataLst>
              </p:nvPr>
            </p:nvSpPr>
            <p:spPr>
              <a:xfrm>
                <a:off x="5681662" y="1235075"/>
                <a:ext cx="4486275" cy="65722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1"/>
                  </a:solidFill>
                </a:endParaRPr>
              </a:p>
            </p:txBody>
          </p:sp>
          <p:cxnSp>
            <p:nvCxnSpPr>
              <p:cNvPr id="81" name="直接连接符 80"/>
              <p:cNvCxnSpPr/>
              <p:nvPr>
                <p:custDataLst>
                  <p:tags r:id="rId2"/>
                </p:custDataLst>
              </p:nvPr>
            </p:nvCxnSpPr>
            <p:spPr>
              <a:xfrm>
                <a:off x="6567487" y="1235075"/>
                <a:ext cx="0" cy="65722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8" name="文本框 4"/>
            <p:cNvSpPr txBox="1"/>
            <p:nvPr>
              <p:custDataLst>
                <p:tags r:id="rId3"/>
              </p:custDataLst>
            </p:nvPr>
          </p:nvSpPr>
          <p:spPr>
            <a:xfrm>
              <a:off x="5986462" y="1302077"/>
              <a:ext cx="885825"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solidFill>
                    <a:schemeClr val="bg1"/>
                  </a:solidFill>
                  <a:latin typeface="+mn-ea"/>
                </a:rPr>
                <a:t>1</a:t>
              </a:r>
              <a:endParaRPr lang="en-US" altLang="zh-CN" sz="2800" dirty="0">
                <a:solidFill>
                  <a:schemeClr val="bg1"/>
                </a:solidFill>
                <a:latin typeface="+mn-ea"/>
              </a:endParaRPr>
            </a:p>
          </p:txBody>
        </p:sp>
        <p:sp>
          <p:nvSpPr>
            <p:cNvPr id="79" name="文本框 5"/>
            <p:cNvSpPr txBox="1"/>
            <p:nvPr>
              <p:custDataLst>
                <p:tags r:id="rId4"/>
              </p:custDataLst>
            </p:nvPr>
          </p:nvSpPr>
          <p:spPr>
            <a:xfrm>
              <a:off x="6648450" y="1302077"/>
              <a:ext cx="2781300" cy="521970"/>
            </a:xfrm>
            <a:prstGeom prst="rect">
              <a:avLst/>
            </a:prstGeom>
            <a:noFill/>
          </p:spPr>
          <p:txBody>
            <a:bodyPr wrap="square" rtlCol="0">
              <a:normAutofit fontScale="6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dirty="0">
                  <a:solidFill>
                    <a:schemeClr val="bg1"/>
                  </a:solidFill>
                  <a:latin typeface="+mn-ea"/>
                </a:rPr>
                <a:t>课题背景与侧信道漏洞概述</a:t>
              </a:r>
              <a:endParaRPr lang="zh-CN" altLang="en-US" sz="2800" dirty="0">
                <a:solidFill>
                  <a:schemeClr val="bg1"/>
                </a:solidFill>
                <a:latin typeface="+mn-ea"/>
              </a:endParaRPr>
            </a:p>
          </p:txBody>
        </p:sp>
      </p:grpSp>
      <p:grpSp>
        <p:nvGrpSpPr>
          <p:cNvPr id="53" name="组合 52"/>
          <p:cNvGrpSpPr/>
          <p:nvPr/>
        </p:nvGrpSpPr>
        <p:grpSpPr>
          <a:xfrm>
            <a:off x="5826049" y="2420805"/>
            <a:ext cx="4486275" cy="657225"/>
            <a:chOff x="5681662" y="1235075"/>
            <a:chExt cx="4486275" cy="657225"/>
          </a:xfrm>
        </p:grpSpPr>
        <p:grpSp>
          <p:nvGrpSpPr>
            <p:cNvPr id="72" name="组合 71"/>
            <p:cNvGrpSpPr/>
            <p:nvPr/>
          </p:nvGrpSpPr>
          <p:grpSpPr>
            <a:xfrm>
              <a:off x="5681662" y="1235075"/>
              <a:ext cx="4486275" cy="657225"/>
              <a:chOff x="5681662" y="1235075"/>
              <a:chExt cx="4486275" cy="657225"/>
            </a:xfrm>
          </p:grpSpPr>
          <p:sp>
            <p:nvSpPr>
              <p:cNvPr id="75" name="矩形: 圆角 74"/>
              <p:cNvSpPr/>
              <p:nvPr>
                <p:custDataLst>
                  <p:tags r:id="rId5"/>
                </p:custDataLst>
              </p:nvPr>
            </p:nvSpPr>
            <p:spPr>
              <a:xfrm>
                <a:off x="5681662" y="1235075"/>
                <a:ext cx="4486275" cy="65722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1"/>
                  </a:solidFill>
                </a:endParaRPr>
              </a:p>
            </p:txBody>
          </p:sp>
          <p:cxnSp>
            <p:nvCxnSpPr>
              <p:cNvPr id="76" name="直接连接符 75"/>
              <p:cNvCxnSpPr/>
              <p:nvPr>
                <p:custDataLst>
                  <p:tags r:id="rId6"/>
                </p:custDataLst>
              </p:nvPr>
            </p:nvCxnSpPr>
            <p:spPr>
              <a:xfrm>
                <a:off x="6567487" y="1235075"/>
                <a:ext cx="0" cy="65722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3" name="文本框 9"/>
            <p:cNvSpPr txBox="1"/>
            <p:nvPr>
              <p:custDataLst>
                <p:tags r:id="rId7"/>
              </p:custDataLst>
            </p:nvPr>
          </p:nvSpPr>
          <p:spPr>
            <a:xfrm>
              <a:off x="5986462" y="1302077"/>
              <a:ext cx="885825"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solidFill>
                    <a:schemeClr val="bg1"/>
                  </a:solidFill>
                  <a:latin typeface="+mn-ea"/>
                </a:rPr>
                <a:t>2</a:t>
              </a:r>
              <a:endParaRPr lang="en-US" altLang="zh-CN" sz="2800" dirty="0">
                <a:solidFill>
                  <a:schemeClr val="bg1"/>
                </a:solidFill>
                <a:latin typeface="+mn-ea"/>
              </a:endParaRPr>
            </a:p>
          </p:txBody>
        </p:sp>
        <p:sp>
          <p:nvSpPr>
            <p:cNvPr id="74" name="文本框 10"/>
            <p:cNvSpPr txBox="1"/>
            <p:nvPr>
              <p:custDataLst>
                <p:tags r:id="rId8"/>
              </p:custDataLst>
            </p:nvPr>
          </p:nvSpPr>
          <p:spPr>
            <a:xfrm>
              <a:off x="6648450" y="1302077"/>
              <a:ext cx="2781300" cy="521970"/>
            </a:xfrm>
            <a:prstGeom prst="rect">
              <a:avLst/>
            </a:prstGeom>
            <a:noFill/>
          </p:spPr>
          <p:txBody>
            <a:bodyPr wrap="square" rtlCol="0">
              <a:normAutofit fontScale="6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dirty="0">
                  <a:solidFill>
                    <a:schemeClr val="bg1"/>
                  </a:solidFill>
                  <a:latin typeface="+mn-ea"/>
                </a:rPr>
                <a:t>VMSCAPE漏洞详细解析</a:t>
              </a:r>
              <a:endParaRPr lang="zh-CN" altLang="en-US" sz="2800" dirty="0">
                <a:solidFill>
                  <a:schemeClr val="bg1"/>
                </a:solidFill>
                <a:latin typeface="+mn-ea"/>
              </a:endParaRPr>
            </a:p>
          </p:txBody>
        </p:sp>
      </p:grpSp>
      <p:grpSp>
        <p:nvGrpSpPr>
          <p:cNvPr id="54" name="组合 53"/>
          <p:cNvGrpSpPr/>
          <p:nvPr/>
        </p:nvGrpSpPr>
        <p:grpSpPr>
          <a:xfrm>
            <a:off x="5826049" y="3784785"/>
            <a:ext cx="4486275" cy="657225"/>
            <a:chOff x="5681662" y="1235075"/>
            <a:chExt cx="4486275" cy="657225"/>
          </a:xfrm>
        </p:grpSpPr>
        <p:grpSp>
          <p:nvGrpSpPr>
            <p:cNvPr id="67" name="组合 66"/>
            <p:cNvGrpSpPr/>
            <p:nvPr/>
          </p:nvGrpSpPr>
          <p:grpSpPr>
            <a:xfrm>
              <a:off x="5681662" y="1235075"/>
              <a:ext cx="4486275" cy="657225"/>
              <a:chOff x="5681662" y="1235075"/>
              <a:chExt cx="4486275" cy="657225"/>
            </a:xfrm>
          </p:grpSpPr>
          <p:sp>
            <p:nvSpPr>
              <p:cNvPr id="70" name="矩形: 圆角 69"/>
              <p:cNvSpPr/>
              <p:nvPr>
                <p:custDataLst>
                  <p:tags r:id="rId9"/>
                </p:custDataLst>
              </p:nvPr>
            </p:nvSpPr>
            <p:spPr>
              <a:xfrm>
                <a:off x="5681662" y="1235075"/>
                <a:ext cx="4486275" cy="65722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1"/>
                  </a:solidFill>
                </a:endParaRPr>
              </a:p>
            </p:txBody>
          </p:sp>
          <p:cxnSp>
            <p:nvCxnSpPr>
              <p:cNvPr id="71" name="直接连接符 70"/>
              <p:cNvCxnSpPr/>
              <p:nvPr>
                <p:custDataLst>
                  <p:tags r:id="rId10"/>
                </p:custDataLst>
              </p:nvPr>
            </p:nvCxnSpPr>
            <p:spPr>
              <a:xfrm>
                <a:off x="6567487" y="1235075"/>
                <a:ext cx="0" cy="65722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8" name="文本框 15"/>
            <p:cNvSpPr txBox="1"/>
            <p:nvPr>
              <p:custDataLst>
                <p:tags r:id="rId11"/>
              </p:custDataLst>
            </p:nvPr>
          </p:nvSpPr>
          <p:spPr>
            <a:xfrm>
              <a:off x="5986462" y="1302077"/>
              <a:ext cx="885825"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solidFill>
                    <a:schemeClr val="bg1"/>
                  </a:solidFill>
                  <a:latin typeface="+mn-ea"/>
                </a:rPr>
                <a:t>3</a:t>
              </a:r>
              <a:endParaRPr lang="en-US" altLang="zh-CN" sz="2800" dirty="0">
                <a:solidFill>
                  <a:schemeClr val="bg1"/>
                </a:solidFill>
                <a:latin typeface="+mn-ea"/>
              </a:endParaRPr>
            </a:p>
          </p:txBody>
        </p:sp>
        <p:sp>
          <p:nvSpPr>
            <p:cNvPr id="69" name="文本框 16"/>
            <p:cNvSpPr txBox="1"/>
            <p:nvPr>
              <p:custDataLst>
                <p:tags r:id="rId12"/>
              </p:custDataLst>
            </p:nvPr>
          </p:nvSpPr>
          <p:spPr>
            <a:xfrm>
              <a:off x="6648450" y="1302077"/>
              <a:ext cx="2781300" cy="521970"/>
            </a:xfrm>
            <a:prstGeom prst="rect">
              <a:avLst/>
            </a:prstGeom>
            <a:noFill/>
          </p:spPr>
          <p:txBody>
            <a:bodyPr wrap="square"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700" dirty="0">
                  <a:solidFill>
                    <a:schemeClr val="bg1"/>
                  </a:solidFill>
                  <a:latin typeface="+mn-ea"/>
                </a:rPr>
                <a:t>VMSCAPE</a:t>
              </a:r>
              <a:r>
                <a:rPr lang="zh-CN" altLang="en-US" sz="1700" dirty="0">
                  <a:solidFill>
                    <a:schemeClr val="bg1"/>
                  </a:solidFill>
                  <a:latin typeface="+mn-ea"/>
                </a:rPr>
                <a:t>攻击流程</a:t>
              </a:r>
              <a:endParaRPr lang="zh-CN" altLang="en-US" sz="1700" dirty="0">
                <a:solidFill>
                  <a:schemeClr val="bg1"/>
                </a:solidFill>
                <a:latin typeface="+mn-ea"/>
              </a:endParaRPr>
            </a:p>
          </p:txBody>
        </p:sp>
      </p:grpSp>
      <p:cxnSp>
        <p:nvCxnSpPr>
          <p:cNvPr id="85" name="直接连接符 84"/>
          <p:cNvCxnSpPr/>
          <p:nvPr>
            <p:custDataLst>
              <p:tags r:id="rId13"/>
            </p:custDataLst>
          </p:nvPr>
        </p:nvCxnSpPr>
        <p:spPr>
          <a:xfrm>
            <a:off x="4126831" y="0"/>
            <a:ext cx="0" cy="6858000"/>
          </a:xfrm>
          <a:prstGeom prst="line">
            <a:avLst/>
          </a:prstGeom>
          <a:ln w="200025" cmpd="thickThin"/>
        </p:spPr>
        <p:style>
          <a:lnRef idx="1">
            <a:schemeClr val="accent1"/>
          </a:lnRef>
          <a:fillRef idx="0">
            <a:schemeClr val="accent1"/>
          </a:fillRef>
          <a:effectRef idx="0">
            <a:schemeClr val="accent1"/>
          </a:effectRef>
          <a:fontRef idx="minor">
            <a:schemeClr val="tx1"/>
          </a:fontRef>
        </p:style>
      </p:cxnSp>
      <p:sp useBgFill="1">
        <p:nvSpPr>
          <p:cNvPr id="83" name="文本框 82"/>
          <p:cNvSpPr txBox="1"/>
          <p:nvPr>
            <p:custDataLst>
              <p:tags r:id="rId14"/>
            </p:custDataLst>
          </p:nvPr>
        </p:nvSpPr>
        <p:spPr>
          <a:xfrm>
            <a:off x="3891785" y="505326"/>
            <a:ext cx="492443" cy="2489406"/>
          </a:xfrm>
          <a:prstGeom prst="rect">
            <a:avLst/>
          </a:prstGeom>
        </p:spPr>
        <p:txBody>
          <a:bodyPr vert="eaVert" wrap="square" lIns="0" tIns="0" rIns="0" bIns="0" rtlCol="0">
            <a:normAutofit fontScale="90000"/>
          </a:bodyPr>
          <a:lstStyle/>
          <a:p>
            <a:pPr algn="ctr"/>
            <a:r>
              <a:rPr lang="zh-CN" altLang="en-US" sz="3200" dirty="0">
                <a:solidFill>
                  <a:schemeClr val="accent1"/>
                </a:solidFill>
                <a:sym typeface="Arial" panose="020B0604020202020204" pitchFamily="34" charset="0"/>
              </a:rPr>
              <a:t>目录</a:t>
            </a:r>
            <a:endParaRPr lang="zh-CN" altLang="en-US" sz="3200" dirty="0">
              <a:solidFill>
                <a:schemeClr val="accent1"/>
              </a:solidFill>
              <a:sym typeface="Arial" panose="020B0604020202020204" pitchFamily="34" charset="0"/>
            </a:endParaRPr>
          </a:p>
        </p:txBody>
      </p:sp>
      <p:sp>
        <p:nvSpPr>
          <p:cNvPr id="86" name="矩形 85"/>
          <p:cNvSpPr/>
          <p:nvPr>
            <p:custDataLst>
              <p:tags r:id="rId15"/>
            </p:custDataLst>
          </p:nvPr>
        </p:nvSpPr>
        <p:spPr>
          <a:xfrm>
            <a:off x="-8774" y="-17294"/>
            <a:ext cx="3862133" cy="6858000"/>
          </a:xfrm>
          <a:prstGeom prst="rect">
            <a:avLst/>
          </a:prstGeom>
          <a:blipFill dpi="0" rotWithShape="1">
            <a:blip r:embed="rId16"/>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p>
        </p:txBody>
      </p:sp>
      <p:grpSp>
        <p:nvGrpSpPr>
          <p:cNvPr id="2" name="组合 1"/>
          <p:cNvGrpSpPr/>
          <p:nvPr/>
        </p:nvGrpSpPr>
        <p:grpSpPr>
          <a:xfrm>
            <a:off x="5826068" y="5147634"/>
            <a:ext cx="4486275" cy="657225"/>
            <a:chOff x="5681662" y="1235075"/>
            <a:chExt cx="4486275" cy="657225"/>
          </a:xfrm>
        </p:grpSpPr>
        <p:grpSp>
          <p:nvGrpSpPr>
            <p:cNvPr id="3" name="组合 2"/>
            <p:cNvGrpSpPr/>
            <p:nvPr/>
          </p:nvGrpSpPr>
          <p:grpSpPr>
            <a:xfrm>
              <a:off x="5681662" y="1235075"/>
              <a:ext cx="4486275" cy="657225"/>
              <a:chOff x="5681662" y="1235075"/>
              <a:chExt cx="4486275" cy="657225"/>
            </a:xfrm>
          </p:grpSpPr>
          <p:sp>
            <p:nvSpPr>
              <p:cNvPr id="4" name="矩形: 圆角 79"/>
              <p:cNvSpPr/>
              <p:nvPr>
                <p:custDataLst>
                  <p:tags r:id="rId17"/>
                </p:custDataLst>
              </p:nvPr>
            </p:nvSpPr>
            <p:spPr>
              <a:xfrm>
                <a:off x="5681662" y="1235075"/>
                <a:ext cx="4486275" cy="65722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1"/>
                  </a:solidFill>
                </a:endParaRPr>
              </a:p>
            </p:txBody>
          </p:sp>
          <p:cxnSp>
            <p:nvCxnSpPr>
              <p:cNvPr id="5" name="直接连接符 4"/>
              <p:cNvCxnSpPr/>
              <p:nvPr>
                <p:custDataLst>
                  <p:tags r:id="rId18"/>
                </p:custDataLst>
              </p:nvPr>
            </p:nvCxnSpPr>
            <p:spPr>
              <a:xfrm>
                <a:off x="6567487" y="1235075"/>
                <a:ext cx="0" cy="65722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 name="文本框 4"/>
            <p:cNvSpPr txBox="1"/>
            <p:nvPr>
              <p:custDataLst>
                <p:tags r:id="rId19"/>
              </p:custDataLst>
            </p:nvPr>
          </p:nvSpPr>
          <p:spPr>
            <a:xfrm>
              <a:off x="5986462" y="1302077"/>
              <a:ext cx="885825" cy="52197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solidFill>
                    <a:schemeClr val="bg1"/>
                  </a:solidFill>
                  <a:latin typeface="+mn-ea"/>
                </a:rPr>
                <a:t>4</a:t>
              </a:r>
              <a:endParaRPr lang="en-US" altLang="zh-CN" sz="2800" dirty="0">
                <a:solidFill>
                  <a:schemeClr val="bg1"/>
                </a:solidFill>
                <a:latin typeface="+mn-ea"/>
              </a:endParaRPr>
            </a:p>
          </p:txBody>
        </p:sp>
        <p:sp>
          <p:nvSpPr>
            <p:cNvPr id="7" name="文本框 5"/>
            <p:cNvSpPr txBox="1"/>
            <p:nvPr>
              <p:custDataLst>
                <p:tags r:id="rId20"/>
              </p:custDataLst>
            </p:nvPr>
          </p:nvSpPr>
          <p:spPr>
            <a:xfrm>
              <a:off x="6648450" y="1302077"/>
              <a:ext cx="2781300" cy="521970"/>
            </a:xfrm>
            <a:prstGeom prst="rect">
              <a:avLst/>
            </a:prstGeom>
            <a:noFill/>
          </p:spPr>
          <p:txBody>
            <a:bodyPr wrap="square" rtlCol="0">
              <a:normAutofit fontScale="6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dirty="0">
                  <a:solidFill>
                    <a:schemeClr val="bg1"/>
                  </a:solidFill>
                  <a:latin typeface="+mn-ea"/>
                </a:rPr>
                <a:t>VMSCAPE</a:t>
              </a:r>
              <a:r>
                <a:rPr lang="zh-CN" altLang="en-US" sz="2800" dirty="0">
                  <a:solidFill>
                    <a:schemeClr val="bg1"/>
                  </a:solidFill>
                  <a:latin typeface="+mn-ea"/>
                </a:rPr>
                <a:t>漏洞防护措施</a:t>
              </a:r>
              <a:endParaRPr lang="zh-CN" altLang="en-US" sz="2800" dirty="0">
                <a:solidFill>
                  <a:schemeClr val="bg1"/>
                </a:solidFill>
                <a:latin typeface="+mn-ea"/>
              </a:endParaRPr>
            </a:p>
          </p:txBody>
        </p:sp>
      </p:grpSp>
    </p:spTree>
    <p:custDataLst>
      <p:tags r:id="rId21"/>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1"/>
            </p:custDataLst>
          </p:nvPr>
        </p:nvSpPr>
        <p:spPr>
          <a:xfrm>
            <a:off x="0" y="3773937"/>
            <a:ext cx="12192000" cy="3084063"/>
          </a:xfrm>
          <a:prstGeom prst="rect">
            <a:avLst/>
          </a:prstGeom>
          <a:blipFill dpi="0" rotWithShape="1">
            <a:blip r:embed="rId2"/>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0" y="3773936"/>
            <a:ext cx="12192000" cy="3084063"/>
          </a:xfrm>
          <a:prstGeom prst="rect">
            <a:avLst/>
          </a:prstGeom>
          <a:solidFill>
            <a:schemeClr val="accent1">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5072973" y="691201"/>
            <a:ext cx="2046054" cy="2046054"/>
            <a:chOff x="952456" y="3218117"/>
            <a:chExt cx="877066" cy="877066"/>
          </a:xfrm>
        </p:grpSpPr>
        <p:sp>
          <p:nvSpPr>
            <p:cNvPr id="16" name="椭圆 15"/>
            <p:cNvSpPr>
              <a:spLocks noChangeArrowheads="1"/>
            </p:cNvSpPr>
            <p:nvPr>
              <p:custDataLst>
                <p:tags r:id="rId4"/>
              </p:custDataLst>
            </p:nvPr>
          </p:nvSpPr>
          <p:spPr bwMode="auto">
            <a:xfrm>
              <a:off x="952456" y="3218117"/>
              <a:ext cx="877066" cy="877066"/>
            </a:xfrm>
            <a:prstGeom prst="ellipse">
              <a:avLst/>
            </a:prstGeom>
            <a:solidFill>
              <a:schemeClr val="accent1"/>
            </a:solidFill>
            <a:ln w="76200" cap="sq" cmpd="sng">
              <a:no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17" name="Picture 3"/>
            <p:cNvPicPr>
              <a:picLocks noChangeAspect="1" noChangeArrowheads="1"/>
            </p:cNvPicPr>
            <p:nvPr>
              <p:custDataLst>
                <p:tags r:id="rId5"/>
              </p:custDataLst>
            </p:nvPr>
          </p:nvPicPr>
          <p:blipFill>
            <a:blip r:embed="rId6">
              <a:biLevel thresh="25000"/>
              <a:extLst>
                <a:ext uri="{28A0092B-C50C-407E-A947-70E740481C1C}">
                  <a14:useLocalDpi xmlns:a14="http://schemas.microsoft.com/office/drawing/2010/main" val="0"/>
                </a:ext>
              </a:extLst>
            </a:blip>
            <a:stretch>
              <a:fillRect/>
            </a:stretch>
          </p:blipFill>
          <p:spPr bwMode="auto">
            <a:xfrm>
              <a:off x="1152087" y="3336646"/>
              <a:ext cx="477805" cy="577521"/>
            </a:xfrm>
            <a:prstGeom prst="rect">
              <a:avLst/>
            </a:prstGeom>
            <a:noFill/>
          </p:spPr>
        </p:pic>
      </p:grpSp>
      <p:sp>
        <p:nvSpPr>
          <p:cNvPr id="3" name="TextBox 37"/>
          <p:cNvSpPr txBox="1"/>
          <p:nvPr>
            <p:custDataLst>
              <p:tags r:id="rId7"/>
            </p:custDataLst>
          </p:nvPr>
        </p:nvSpPr>
        <p:spPr>
          <a:xfrm>
            <a:off x="4633222" y="2859291"/>
            <a:ext cx="2926080" cy="645160"/>
          </a:xfrm>
          <a:prstGeom prst="rect">
            <a:avLst/>
          </a:prstGeom>
          <a:noFill/>
        </p:spPr>
        <p:txBody>
          <a:bodyPr wrap="none"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solidFill>
                  <a:schemeClr val="accent1"/>
                </a:solidFill>
                <a:latin typeface="微软雅黑" panose="020B0503020204020204" charset="-122"/>
                <a:ea typeface="微软雅黑" panose="020B0503020204020204" charset="-122"/>
              </a:rPr>
              <a:t>01 课题背景与侧信道漏洞概述</a:t>
            </a:r>
            <a:endParaRPr lang="zh-CN" altLang="en-US" sz="3600" dirty="0">
              <a:solidFill>
                <a:schemeClr val="accent1"/>
              </a:solidFill>
              <a:latin typeface="微软雅黑" panose="020B0503020204020204" charset="-122"/>
              <a:ea typeface="微软雅黑" panose="020B0503020204020204"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45243" y="179614"/>
            <a:ext cx="10972800" cy="609600"/>
          </a:xfrm>
        </p:spPr>
        <p:txBody>
          <a:bodyPr>
            <a:normAutofit/>
          </a:bodyPr>
          <a:p>
            <a:r>
              <a:rPr lang="zh-CN" altLang="en-US">
                <a:solidFill>
                  <a:schemeClr val="bg1"/>
                </a:solidFill>
              </a:rPr>
              <a:t>侧信道漏洞定义与典型攻击案例</a:t>
            </a:r>
            <a:endParaRPr lang="zh-CN" altLang="en-US">
              <a:solidFill>
                <a:schemeClr val="bg1"/>
              </a:solidFill>
            </a:endParaRPr>
          </a:p>
        </p:txBody>
      </p:sp>
      <p:sp>
        <p:nvSpPr>
          <p:cNvPr id="4" name="文本占位符 3"/>
          <p:cNvSpPr>
            <a:spLocks noGrp="1"/>
          </p:cNvSpPr>
          <p:nvPr>
            <p:ph type="body" idx="16386"/>
            <p:custDataLst>
              <p:tags r:id="rId2"/>
            </p:custDataLst>
          </p:nvPr>
        </p:nvSpPr>
        <p:spPr/>
        <p:txBody>
          <a:bodyPr>
            <a:normAutofit/>
          </a:bodyPr>
          <a:p>
            <a:r>
              <a:rPr lang="zh-CN" altLang="en-US">
                <a:solidFill>
                  <a:schemeClr val="tx1"/>
                </a:solidFill>
              </a:rPr>
              <a:t>侧信道漏洞定义</a:t>
            </a:r>
            <a:endParaRPr lang="zh-CN" altLang="en-US">
              <a:solidFill>
                <a:schemeClr val="tx1"/>
              </a:solidFill>
            </a:endParaRPr>
          </a:p>
        </p:txBody>
      </p:sp>
      <p:sp>
        <p:nvSpPr>
          <p:cNvPr id="5" name="文本占位符 4"/>
          <p:cNvSpPr>
            <a:spLocks noGrp="1"/>
          </p:cNvSpPr>
          <p:nvPr>
            <p:ph type="body" idx="16387"/>
            <p:custDataLst>
              <p:tags r:id="rId3"/>
            </p:custDataLst>
          </p:nvPr>
        </p:nvSpPr>
        <p:spPr/>
        <p:txBody>
          <a:bodyPr>
            <a:normAutofit/>
          </a:bodyPr>
          <a:p>
            <a:r>
              <a:rPr lang="zh-CN" altLang="en-US">
                <a:solidFill>
                  <a:schemeClr val="tx1"/>
                </a:solidFill>
              </a:rPr>
              <a:t>侧信道漏洞是一种通过分析系统执行计算时产生的物理现象（如电磁辐射、功耗、时间延迟等）来窃取敏感信息的攻击方式。</a:t>
            </a:r>
            <a:endParaRPr lang="zh-CN" altLang="en-US">
              <a:solidFill>
                <a:schemeClr val="tx1"/>
              </a:solidFill>
            </a:endParaRPr>
          </a:p>
        </p:txBody>
      </p:sp>
      <p:sp>
        <p:nvSpPr>
          <p:cNvPr id="7" name="文本占位符 6"/>
          <p:cNvSpPr>
            <a:spLocks noGrp="1"/>
          </p:cNvSpPr>
          <p:nvPr>
            <p:ph type="body" idx="16388"/>
            <p:custDataLst>
              <p:tags r:id="rId4"/>
            </p:custDataLst>
          </p:nvPr>
        </p:nvSpPr>
        <p:spPr/>
        <p:txBody>
          <a:bodyPr>
            <a:normAutofit/>
          </a:bodyPr>
          <a:p>
            <a:r>
              <a:rPr lang="zh-CN" altLang="en-US">
                <a:solidFill>
                  <a:schemeClr val="tx1"/>
                </a:solidFill>
              </a:rPr>
              <a:t>缓存攻击典型案例</a:t>
            </a:r>
            <a:endParaRPr lang="zh-CN" altLang="en-US">
              <a:solidFill>
                <a:schemeClr val="tx1"/>
              </a:solidFill>
            </a:endParaRPr>
          </a:p>
        </p:txBody>
      </p:sp>
      <p:sp>
        <p:nvSpPr>
          <p:cNvPr id="8" name="文本占位符 7"/>
          <p:cNvSpPr>
            <a:spLocks noGrp="1"/>
          </p:cNvSpPr>
          <p:nvPr>
            <p:ph type="body" idx="16389"/>
            <p:custDataLst>
              <p:tags r:id="rId5"/>
            </p:custDataLst>
          </p:nvPr>
        </p:nvSpPr>
        <p:spPr/>
        <p:txBody>
          <a:bodyPr>
            <a:normAutofit/>
          </a:bodyPr>
          <a:p>
            <a:r>
              <a:rPr lang="zh-CN" altLang="en-US">
                <a:solidFill>
                  <a:schemeClr val="tx1"/>
                </a:solidFill>
              </a:rPr>
              <a:t>包括Flush+Reload（跨进程监控）和Prime+Probe（跨核监控），利用缓存访问时间差异泄露信息。</a:t>
            </a:r>
            <a:endParaRPr lang="zh-CN" altLang="en-US">
              <a:solidFill>
                <a:schemeClr val="tx1"/>
              </a:solidFill>
            </a:endParaRPr>
          </a:p>
        </p:txBody>
      </p:sp>
      <p:sp>
        <p:nvSpPr>
          <p:cNvPr id="10" name="文本占位符 9"/>
          <p:cNvSpPr>
            <a:spLocks noGrp="1"/>
          </p:cNvSpPr>
          <p:nvPr>
            <p:ph type="body" idx="16390"/>
            <p:custDataLst>
              <p:tags r:id="rId6"/>
            </p:custDataLst>
          </p:nvPr>
        </p:nvSpPr>
        <p:spPr/>
        <p:txBody>
          <a:bodyPr>
            <a:normAutofit/>
          </a:bodyPr>
          <a:p>
            <a:r>
              <a:rPr lang="zh-CN" altLang="en-US">
                <a:solidFill>
                  <a:schemeClr val="tx1"/>
                </a:solidFill>
              </a:rPr>
              <a:t>推测执行攻击典型案例</a:t>
            </a:r>
            <a:endParaRPr lang="zh-CN" altLang="en-US">
              <a:solidFill>
                <a:schemeClr val="tx1"/>
              </a:solidFill>
            </a:endParaRPr>
          </a:p>
        </p:txBody>
      </p:sp>
      <p:sp>
        <p:nvSpPr>
          <p:cNvPr id="11" name="文本占位符 10"/>
          <p:cNvSpPr>
            <a:spLocks noGrp="1"/>
          </p:cNvSpPr>
          <p:nvPr>
            <p:ph type="body" idx="16391"/>
            <p:custDataLst>
              <p:tags r:id="rId7"/>
            </p:custDataLst>
          </p:nvPr>
        </p:nvSpPr>
        <p:spPr/>
        <p:txBody>
          <a:bodyPr>
            <a:normAutofit/>
          </a:bodyPr>
          <a:p>
            <a:r>
              <a:rPr lang="zh-CN" altLang="en-US">
                <a:solidFill>
                  <a:schemeClr val="tx1"/>
                </a:solidFill>
              </a:rPr>
              <a:t>Spectre V1/V2（分支预测）和Meltdown（乱序执行），通过CPU推测执行机制获取未授权数据。</a:t>
            </a:r>
            <a:endParaRPr lang="zh-CN" altLang="en-US">
              <a:solidFill>
                <a:schemeClr val="tx1"/>
              </a:solidFill>
            </a:endParaRPr>
          </a:p>
        </p:txBody>
      </p:sp>
      <p:sp>
        <p:nvSpPr>
          <p:cNvPr id="13" name="文本占位符 12"/>
          <p:cNvSpPr>
            <a:spLocks noGrp="1"/>
          </p:cNvSpPr>
          <p:nvPr>
            <p:ph type="body" idx="16392"/>
            <p:custDataLst>
              <p:tags r:id="rId8"/>
            </p:custDataLst>
          </p:nvPr>
        </p:nvSpPr>
        <p:spPr/>
        <p:txBody>
          <a:bodyPr>
            <a:normAutofit/>
          </a:bodyPr>
          <a:p>
            <a:r>
              <a:rPr lang="zh-CN" altLang="en-US">
                <a:solidFill>
                  <a:schemeClr val="tx1"/>
                </a:solidFill>
              </a:rPr>
              <a:t>端口争用攻击典型案例</a:t>
            </a:r>
            <a:endParaRPr lang="zh-CN" altLang="en-US">
              <a:solidFill>
                <a:schemeClr val="tx1"/>
              </a:solidFill>
            </a:endParaRPr>
          </a:p>
        </p:txBody>
      </p:sp>
      <p:sp>
        <p:nvSpPr>
          <p:cNvPr id="14" name="文本占位符 13"/>
          <p:cNvSpPr>
            <a:spLocks noGrp="1"/>
          </p:cNvSpPr>
          <p:nvPr>
            <p:ph type="body" idx="16393"/>
            <p:custDataLst>
              <p:tags r:id="rId9"/>
            </p:custDataLst>
          </p:nvPr>
        </p:nvSpPr>
        <p:spPr/>
        <p:txBody>
          <a:bodyPr>
            <a:normAutofit/>
          </a:bodyPr>
          <a:p>
            <a:r>
              <a:rPr lang="zh-CN" altLang="en-US">
                <a:solidFill>
                  <a:schemeClr val="tx1"/>
                </a:solidFill>
              </a:rPr>
              <a:t>利用CPU执行单元竞争，通过监控端口使用情况推断敏感信息。</a:t>
            </a:r>
            <a:endParaRPr lang="zh-CN" altLang="en-US">
              <a:solidFill>
                <a:schemeClr val="tx1"/>
              </a:solidFill>
            </a:endParaRPr>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1"/>
            </p:custDataLst>
          </p:nvPr>
        </p:nvSpPr>
        <p:spPr>
          <a:xfrm>
            <a:off x="0" y="3773937"/>
            <a:ext cx="12192000" cy="3084063"/>
          </a:xfrm>
          <a:prstGeom prst="rect">
            <a:avLst/>
          </a:prstGeom>
          <a:blipFill dpi="0" rotWithShape="1">
            <a:blip r:embed="rId2"/>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0" y="3773936"/>
            <a:ext cx="12192000" cy="3084063"/>
          </a:xfrm>
          <a:prstGeom prst="rect">
            <a:avLst/>
          </a:prstGeom>
          <a:solidFill>
            <a:schemeClr val="accent1">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5072973" y="691201"/>
            <a:ext cx="2046054" cy="2046054"/>
            <a:chOff x="952456" y="3218117"/>
            <a:chExt cx="877066" cy="877066"/>
          </a:xfrm>
        </p:grpSpPr>
        <p:sp>
          <p:nvSpPr>
            <p:cNvPr id="16" name="椭圆 15"/>
            <p:cNvSpPr>
              <a:spLocks noChangeArrowheads="1"/>
            </p:cNvSpPr>
            <p:nvPr>
              <p:custDataLst>
                <p:tags r:id="rId4"/>
              </p:custDataLst>
            </p:nvPr>
          </p:nvSpPr>
          <p:spPr bwMode="auto">
            <a:xfrm>
              <a:off x="952456" y="3218117"/>
              <a:ext cx="877066" cy="877066"/>
            </a:xfrm>
            <a:prstGeom prst="ellipse">
              <a:avLst/>
            </a:prstGeom>
            <a:solidFill>
              <a:schemeClr val="accent1"/>
            </a:solidFill>
            <a:ln w="76200" cap="sq" cmpd="sng">
              <a:no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17" name="Picture 3"/>
            <p:cNvPicPr>
              <a:picLocks noChangeAspect="1" noChangeArrowheads="1"/>
            </p:cNvPicPr>
            <p:nvPr>
              <p:custDataLst>
                <p:tags r:id="rId5"/>
              </p:custDataLst>
            </p:nvPr>
          </p:nvPicPr>
          <p:blipFill>
            <a:blip r:embed="rId6">
              <a:biLevel thresh="25000"/>
              <a:extLst>
                <a:ext uri="{28A0092B-C50C-407E-A947-70E740481C1C}">
                  <a14:useLocalDpi xmlns:a14="http://schemas.microsoft.com/office/drawing/2010/main" val="0"/>
                </a:ext>
              </a:extLst>
            </a:blip>
            <a:stretch>
              <a:fillRect/>
            </a:stretch>
          </p:blipFill>
          <p:spPr bwMode="auto">
            <a:xfrm>
              <a:off x="1152087" y="3336646"/>
              <a:ext cx="477805" cy="577521"/>
            </a:xfrm>
            <a:prstGeom prst="rect">
              <a:avLst/>
            </a:prstGeom>
            <a:noFill/>
          </p:spPr>
        </p:pic>
      </p:grpSp>
      <p:sp>
        <p:nvSpPr>
          <p:cNvPr id="3" name="TextBox 37"/>
          <p:cNvSpPr txBox="1"/>
          <p:nvPr>
            <p:custDataLst>
              <p:tags r:id="rId7"/>
            </p:custDataLst>
          </p:nvPr>
        </p:nvSpPr>
        <p:spPr>
          <a:xfrm>
            <a:off x="4633222" y="2859291"/>
            <a:ext cx="2926080" cy="645160"/>
          </a:xfrm>
          <a:prstGeom prst="rect">
            <a:avLst/>
          </a:prstGeom>
          <a:noFill/>
        </p:spPr>
        <p:txBody>
          <a:bodyPr wrap="none"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solidFill>
                  <a:schemeClr val="accent1"/>
                </a:solidFill>
                <a:latin typeface="微软雅黑" panose="020B0503020204020204" charset="-122"/>
                <a:ea typeface="微软雅黑" panose="020B0503020204020204" charset="-122"/>
              </a:rPr>
              <a:t>02 VMSCAPE漏洞</a:t>
            </a:r>
            <a:endParaRPr lang="zh-CN" altLang="en-US" sz="3600" dirty="0">
              <a:solidFill>
                <a:schemeClr val="accent1"/>
              </a:solidFill>
              <a:latin typeface="微软雅黑" panose="020B0503020204020204" charset="-122"/>
              <a:ea typeface="微软雅黑" panose="020B0503020204020204"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90600" y="152400"/>
            <a:ext cx="10972800" cy="609600"/>
          </a:xfrm>
        </p:spPr>
        <p:txBody>
          <a:bodyPr>
            <a:normAutofit/>
          </a:bodyPr>
          <a:p>
            <a:r>
              <a:rPr lang="zh-CN" altLang="en-US">
                <a:solidFill>
                  <a:schemeClr val="bg1"/>
                </a:solidFill>
              </a:rPr>
              <a:t>漏洞</a:t>
            </a:r>
            <a:r>
              <a:rPr lang="zh-CN" altLang="en-US">
                <a:solidFill>
                  <a:schemeClr val="bg1"/>
                </a:solidFill>
                <a:cs typeface="Arial" panose="020B0604020202020204" pitchFamily="34" charset="0"/>
              </a:rPr>
              <a:t>来源</a:t>
            </a:r>
            <a:endParaRPr lang="zh-CN" altLang="en-US">
              <a:solidFill>
                <a:schemeClr val="bg1"/>
              </a:solidFill>
            </a:endParaRPr>
          </a:p>
        </p:txBody>
      </p:sp>
      <p:pic>
        <p:nvPicPr>
          <p:cNvPr id="21" name="图片 20" descr="post_object_image_87584836"/>
          <p:cNvPicPr>
            <a:picLocks noChangeAspect="1"/>
          </p:cNvPicPr>
          <p:nvPr/>
        </p:nvPicPr>
        <p:blipFill>
          <a:blip r:embed="rId2"/>
          <a:stretch>
            <a:fillRect/>
          </a:stretch>
        </p:blipFill>
        <p:spPr>
          <a:xfrm>
            <a:off x="0" y="2249593"/>
            <a:ext cx="4972050" cy="2476500"/>
          </a:xfrm>
          <a:prstGeom prst="rect">
            <a:avLst/>
          </a:prstGeom>
        </p:spPr>
      </p:pic>
      <p:sp>
        <p:nvSpPr>
          <p:cNvPr id="22" name="文本框 21"/>
          <p:cNvSpPr txBox="1"/>
          <p:nvPr/>
        </p:nvSpPr>
        <p:spPr>
          <a:xfrm>
            <a:off x="5048250" y="1788583"/>
            <a:ext cx="7042150" cy="1476375"/>
          </a:xfrm>
          <a:prstGeom prst="rect">
            <a:avLst/>
          </a:prstGeom>
          <a:noFill/>
        </p:spPr>
        <p:txBody>
          <a:bodyPr wrap="square" rtlCol="0" anchor="t">
            <a:noAutofit/>
          </a:bodyPr>
          <a:p>
            <a:r>
              <a:rPr lang="zh-CN" altLang="en-US"/>
              <a:t>为确保机密性和完整性，计算系统必须强制隔离不同保护域中的实体。在多数场景中，重点在于区分用户域与管理员域（即环</a:t>
            </a:r>
            <a:r>
              <a:rPr lang="en-US" altLang="zh-CN"/>
              <a:t>0</a:t>
            </a:r>
            <a:r>
              <a:rPr lang="zh-CN" altLang="en-US"/>
              <a:t>与环</a:t>
            </a:r>
            <a:r>
              <a:rPr lang="en-US" altLang="zh-CN"/>
              <a:t>3</a:t>
            </a:r>
            <a:r>
              <a:rPr lang="zh-CN" altLang="en-US"/>
              <a:t>）。然而在考虑虚拟化环境时，必须扩展这一抽象概念以涵盖客户机执行。</a:t>
            </a:r>
            <a:endParaRPr lang="zh-CN" altLang="en-US"/>
          </a:p>
          <a:p>
            <a:r>
              <a:rPr lang="zh-CN" altLang="en-US"/>
              <a:t>用户域包含主机用户</a:t>
            </a:r>
            <a:r>
              <a:rPr lang="en-US" altLang="zh-CN"/>
              <a:t> </a:t>
            </a:r>
            <a:r>
              <a:rPr lang="zh-CN" altLang="en-US"/>
              <a:t>（</a:t>
            </a:r>
            <a:r>
              <a:rPr lang="en-US" altLang="zh-CN"/>
              <a:t>HU</a:t>
            </a:r>
            <a:r>
              <a:rPr lang="zh-CN" altLang="en-US"/>
              <a:t>）和访客用户（</a:t>
            </a:r>
            <a:r>
              <a:rPr lang="en-US" altLang="zh-CN"/>
              <a:t>GU</a:t>
            </a:r>
            <a:r>
              <a:rPr lang="zh-CN" altLang="en-US"/>
              <a:t>）域，而管理员域则包含主机管理员（</a:t>
            </a:r>
            <a:r>
              <a:rPr lang="en-US" altLang="zh-CN"/>
              <a:t>HS</a:t>
            </a:r>
            <a:r>
              <a:rPr lang="zh-CN" altLang="en-US"/>
              <a:t>）和访客管理员（</a:t>
            </a:r>
            <a:r>
              <a:rPr lang="en-US" altLang="zh-CN"/>
              <a:t>GS</a:t>
            </a:r>
            <a:r>
              <a:rPr lang="zh-CN" altLang="en-US"/>
              <a:t>）域。</a:t>
            </a:r>
            <a:endParaRPr lang="zh-CN" altLang="en-US"/>
          </a:p>
        </p:txBody>
      </p:sp>
      <p:sp>
        <p:nvSpPr>
          <p:cNvPr id="23" name="文本框 22"/>
          <p:cNvSpPr txBox="1"/>
          <p:nvPr/>
        </p:nvSpPr>
        <p:spPr>
          <a:xfrm>
            <a:off x="5048250" y="3577167"/>
            <a:ext cx="7042150" cy="922020"/>
          </a:xfrm>
          <a:prstGeom prst="rect">
            <a:avLst/>
          </a:prstGeom>
          <a:noFill/>
        </p:spPr>
        <p:txBody>
          <a:bodyPr wrap="square" rtlCol="0" anchor="t">
            <a:noAutofit/>
          </a:bodyPr>
          <a:p>
            <a:r>
              <a:rPr lang="zh-CN" altLang="en-US"/>
              <a:t>但现有的分支预测隔离机制过于粗粒度</a:t>
            </a:r>
            <a:r>
              <a:rPr lang="en-US" altLang="zh-CN"/>
              <a:t>——</a:t>
            </a:r>
            <a:r>
              <a:rPr lang="zh-CN" altLang="en-US"/>
              <a:t>它们将虚拟机管理程序和虚拟机视为整体实体，</a:t>
            </a:r>
            <a:endParaRPr lang="zh-CN" altLang="en-US"/>
          </a:p>
          <a:p>
            <a:r>
              <a:rPr lang="en-US" altLang="zh-CN"/>
              <a:t>BPU </a:t>
            </a:r>
            <a:r>
              <a:rPr lang="zh-CN" altLang="en-US"/>
              <a:t>中缺乏完善的主机</a:t>
            </a:r>
            <a:r>
              <a:rPr lang="en-US" altLang="zh-CN"/>
              <a:t>-</a:t>
            </a:r>
            <a:r>
              <a:rPr lang="zh-CN" altLang="en-US"/>
              <a:t>客户机隔离机制。</a:t>
            </a:r>
            <a:endParaRPr lang="zh-CN" altLang="en-US"/>
          </a:p>
        </p:txBody>
      </p:sp>
      <p:pic>
        <p:nvPicPr>
          <p:cNvPr id="24" name="图片 23" descr="post_object_image_1033600282"/>
          <p:cNvPicPr>
            <a:picLocks noChangeAspect="1"/>
          </p:cNvPicPr>
          <p:nvPr/>
        </p:nvPicPr>
        <p:blipFill>
          <a:blip r:embed="rId3"/>
          <a:stretch>
            <a:fillRect/>
          </a:stretch>
        </p:blipFill>
        <p:spPr>
          <a:xfrm>
            <a:off x="5048250" y="4726093"/>
            <a:ext cx="4705350" cy="876300"/>
          </a:xfrm>
          <a:prstGeom prst="rect">
            <a:avLst/>
          </a:prstGeom>
        </p:spPr>
      </p:pic>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756453" y="1043214"/>
            <a:ext cx="7278914" cy="2330904"/>
          </a:xfrm>
          <a:prstGeom prst="rect">
            <a:avLst/>
          </a:prstGeom>
          <a:noFill/>
        </p:spPr>
        <p:txBody>
          <a:bodyPr wrap="square" rtlCol="0" anchor="t">
            <a:noAutofit/>
          </a:bodyPr>
          <a:p>
            <a:r>
              <a:rPr lang="zh-CN" altLang="en-US"/>
              <a:t>现代处理器使用分支预测系统提高处理器效率。</a:t>
            </a:r>
            <a:endParaRPr lang="zh-CN" altLang="en-US"/>
          </a:p>
          <a:p>
            <a:r>
              <a:rPr lang="zh-CN" altLang="en-US"/>
              <a:t>分支预测系统：</a:t>
            </a:r>
            <a:r>
              <a:rPr lang="en-US" altLang="zh-CN"/>
              <a:t>BTB</a:t>
            </a:r>
            <a:r>
              <a:rPr lang="zh-CN" altLang="en-US"/>
              <a:t>（目标地址预测）、</a:t>
            </a:r>
            <a:r>
              <a:rPr lang="en-US" altLang="zh-CN"/>
              <a:t>IBP</a:t>
            </a:r>
            <a:r>
              <a:rPr lang="zh-CN" altLang="en-US"/>
              <a:t>（跳转方向预测）和</a:t>
            </a:r>
            <a:r>
              <a:rPr lang="en-US" altLang="zh-CN"/>
              <a:t>BHB</a:t>
            </a:r>
            <a:r>
              <a:rPr lang="zh-CN" altLang="en-US"/>
              <a:t>（记录全局历史模式）</a:t>
            </a:r>
            <a:endParaRPr lang="zh-CN" altLang="en-US"/>
          </a:p>
          <a:p>
            <a:r>
              <a:rPr lang="zh-CN" altLang="en-US"/>
              <a:t>恶意用户提前训练预测轨迹来诱导</a:t>
            </a:r>
            <a:r>
              <a:rPr lang="en-US" altLang="zh-CN"/>
              <a:t>BPU</a:t>
            </a:r>
            <a:r>
              <a:rPr lang="zh-CN" altLang="en-US"/>
              <a:t>（分支预测单元），在用户进程切换之后，利用虚拟化切换（</a:t>
            </a:r>
            <a:r>
              <a:rPr lang="en-US" altLang="zh-CN"/>
              <a:t>VMExit</a:t>
            </a:r>
            <a:r>
              <a:rPr lang="zh-CN" altLang="en-US"/>
              <a:t>）未清空</a:t>
            </a:r>
            <a:r>
              <a:rPr lang="en-US" altLang="zh-CN"/>
              <a:t>BPU</a:t>
            </a:r>
            <a:r>
              <a:rPr lang="zh-CN" altLang="en-US"/>
              <a:t>状态（不完全隔离），导致分支预测跨域污染。</a:t>
            </a:r>
            <a:endParaRPr lang="zh-CN" altLang="en-US"/>
          </a:p>
          <a:p>
            <a:r>
              <a:rPr lang="zh-CN" altLang="en-US"/>
              <a:t>最后利用</a:t>
            </a:r>
            <a:r>
              <a:rPr lang="en-US" altLang="zh-CN"/>
              <a:t>flush</a:t>
            </a:r>
            <a:r>
              <a:rPr lang="zh-CN" altLang="en-US"/>
              <a:t>+</a:t>
            </a:r>
            <a:r>
              <a:rPr lang="en-US" altLang="zh-CN"/>
              <a:t>reload</a:t>
            </a:r>
            <a:r>
              <a:rPr lang="zh-CN" altLang="en-US"/>
              <a:t>缓存攻击来泄露敏感数据。</a:t>
            </a:r>
            <a:endParaRPr lang="zh-CN" altLang="en-US"/>
          </a:p>
        </p:txBody>
      </p:sp>
      <p:sp>
        <p:nvSpPr>
          <p:cNvPr id="3" name="文本框 2"/>
          <p:cNvSpPr txBox="1"/>
          <p:nvPr/>
        </p:nvSpPr>
        <p:spPr>
          <a:xfrm>
            <a:off x="963083" y="158750"/>
            <a:ext cx="7315200" cy="645160"/>
          </a:xfrm>
          <a:prstGeom prst="rect">
            <a:avLst/>
          </a:prstGeom>
          <a:noFill/>
        </p:spPr>
        <p:txBody>
          <a:bodyPr wrap="square" rtlCol="0" anchor="t">
            <a:spAutoFit/>
          </a:bodyPr>
          <a:p>
            <a:r>
              <a:rPr lang="zh-CN" altLang="en-US" sz="3600">
                <a:solidFill>
                  <a:srgbClr val="FFFFFF"/>
                </a:solidFill>
              </a:rPr>
              <a:t>漏洞来源</a:t>
            </a:r>
            <a:endParaRPr lang="zh-CN" altLang="en-US" sz="3600">
              <a:solidFill>
                <a:srgbClr val="FFFFFF"/>
              </a:solidFill>
            </a:endParaRPr>
          </a:p>
        </p:txBody>
      </p:sp>
      <p:pic>
        <p:nvPicPr>
          <p:cNvPr id="4" name="图片 3" descr="post_object_image_1698833701"/>
          <p:cNvPicPr>
            <a:picLocks noChangeAspect="1"/>
          </p:cNvPicPr>
          <p:nvPr/>
        </p:nvPicPr>
        <p:blipFill>
          <a:blip r:embed="rId1"/>
          <a:stretch>
            <a:fillRect/>
          </a:stretch>
        </p:blipFill>
        <p:spPr>
          <a:xfrm>
            <a:off x="0" y="919843"/>
            <a:ext cx="4552950" cy="4800600"/>
          </a:xfrm>
          <a:prstGeom prst="rect">
            <a:avLst/>
          </a:prstGeom>
        </p:spPr>
      </p:pic>
      <p:pic>
        <p:nvPicPr>
          <p:cNvPr id="5" name="图片 4" descr="post_object_image_658321649"/>
          <p:cNvPicPr>
            <a:picLocks noChangeAspect="1"/>
          </p:cNvPicPr>
          <p:nvPr/>
        </p:nvPicPr>
        <p:blipFill>
          <a:blip r:embed="rId2"/>
          <a:stretch>
            <a:fillRect/>
          </a:stretch>
        </p:blipFill>
        <p:spPr>
          <a:xfrm>
            <a:off x="5733642" y="3228975"/>
            <a:ext cx="5324475" cy="324802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post_object_image_4033431742"/>
          <p:cNvPicPr>
            <a:picLocks noChangeAspect="1"/>
          </p:cNvPicPr>
          <p:nvPr/>
        </p:nvPicPr>
        <p:blipFill>
          <a:blip r:embed="rId1"/>
          <a:stretch>
            <a:fillRect/>
          </a:stretch>
        </p:blipFill>
        <p:spPr>
          <a:xfrm>
            <a:off x="0" y="914400"/>
            <a:ext cx="6077041" cy="4125051"/>
          </a:xfrm>
          <a:prstGeom prst="rect">
            <a:avLst/>
          </a:prstGeom>
        </p:spPr>
      </p:pic>
      <p:pic>
        <p:nvPicPr>
          <p:cNvPr id="3" name="图片 2" descr="post_object_image_574509348"/>
          <p:cNvPicPr>
            <a:picLocks noChangeAspect="1"/>
          </p:cNvPicPr>
          <p:nvPr/>
        </p:nvPicPr>
        <p:blipFill>
          <a:blip r:embed="rId2"/>
          <a:stretch>
            <a:fillRect/>
          </a:stretch>
        </p:blipFill>
        <p:spPr>
          <a:xfrm>
            <a:off x="6222184" y="914400"/>
            <a:ext cx="5969816" cy="4125017"/>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90600" y="152400"/>
            <a:ext cx="10972800" cy="609600"/>
          </a:xfrm>
        </p:spPr>
        <p:txBody>
          <a:bodyPr>
            <a:normAutofit/>
          </a:bodyPr>
          <a:p>
            <a:r>
              <a:rPr lang="zh-CN" altLang="en-US">
                <a:solidFill>
                  <a:schemeClr val="bg1"/>
                </a:solidFill>
              </a:rPr>
              <a:t>漏洞概述与分类</a:t>
            </a:r>
            <a:endParaRPr lang="zh-CN" altLang="en-US">
              <a:solidFill>
                <a:schemeClr val="bg1"/>
              </a:solidFill>
            </a:endParaRPr>
          </a:p>
        </p:txBody>
      </p:sp>
      <p:sp>
        <p:nvSpPr>
          <p:cNvPr id="3" name="装饰  5"/>
          <p:cNvSpPr>
            <a:spLocks noGrp="1"/>
          </p:cNvSpPr>
          <p:nvPr>
            <p:ph type="body" idx="16392"/>
            <p:custDataLst>
              <p:tags r:id="rId2"/>
            </p:custDataLst>
          </p:nvPr>
        </p:nvSpPr>
        <p:spPr/>
        <p:txBody>
          <a:bodyPr/>
          <a:p>
            <a:r>
              <a:rPr lang="zh-CN" altLang="en-US">
                <a:solidFill>
                  <a:schemeClr val="tx1"/>
                </a:solidFill>
              </a:rPr>
              <a:t> </a:t>
            </a:r>
            <a:endParaRPr lang="zh-CN" altLang="en-US">
              <a:solidFill>
                <a:schemeClr val="tx1"/>
              </a:solidFill>
            </a:endParaRPr>
          </a:p>
        </p:txBody>
      </p:sp>
      <p:sp>
        <p:nvSpPr>
          <p:cNvPr id="4" name="文本占位符 3"/>
          <p:cNvSpPr>
            <a:spLocks noGrp="1"/>
          </p:cNvSpPr>
          <p:nvPr>
            <p:ph type="body" idx="16386"/>
            <p:custDataLst>
              <p:tags r:id="rId3"/>
            </p:custDataLst>
          </p:nvPr>
        </p:nvSpPr>
        <p:spPr/>
        <p:txBody>
          <a:bodyPr>
            <a:normAutofit fontScale="80000"/>
          </a:bodyPr>
          <a:p>
            <a:r>
              <a:rPr lang="zh-CN" altLang="en-US">
                <a:solidFill>
                  <a:schemeClr val="tx1"/>
                </a:solidFill>
              </a:rPr>
              <a:t>VMSCAPE漏洞基本信息</a:t>
            </a:r>
            <a:endParaRPr lang="zh-CN" altLang="en-US">
              <a:solidFill>
                <a:schemeClr val="tx1"/>
              </a:solidFill>
            </a:endParaRPr>
          </a:p>
        </p:txBody>
      </p:sp>
      <p:sp>
        <p:nvSpPr>
          <p:cNvPr id="5" name="文本占位符 4"/>
          <p:cNvSpPr>
            <a:spLocks noGrp="1"/>
          </p:cNvSpPr>
          <p:nvPr>
            <p:ph type="body" idx="16387"/>
            <p:custDataLst>
              <p:tags r:id="rId4"/>
            </p:custDataLst>
          </p:nvPr>
        </p:nvSpPr>
        <p:spPr/>
        <p:txBody>
          <a:bodyPr>
            <a:normAutofit/>
          </a:bodyPr>
          <a:p>
            <a:r>
              <a:rPr lang="zh-CN" altLang="en-US">
                <a:solidFill>
                  <a:schemeClr val="tx1"/>
                </a:solidFill>
              </a:rPr>
              <a:t>VMSCAPE（CVE-2025-40300）是针对AMD Zen 1-5处理器分支预测器隔离不完整的Spectre-BTI漏洞，允许恶意虚拟机通过虚拟分支目标注入（vBTI）原语从主机QEMU进程泄漏任意内存。</a:t>
            </a:r>
            <a:endParaRPr lang="zh-CN" altLang="en-US">
              <a:solidFill>
                <a:schemeClr val="tx1"/>
              </a:solidFill>
            </a:endParaRPr>
          </a:p>
        </p:txBody>
      </p:sp>
      <p:sp>
        <p:nvSpPr>
          <p:cNvPr id="6" name="装饰  8"/>
          <p:cNvSpPr>
            <a:spLocks noGrp="1"/>
          </p:cNvSpPr>
          <p:nvPr>
            <p:ph type="body" idx="16393"/>
            <p:custDataLst>
              <p:tags r:id="rId5"/>
            </p:custDataLst>
          </p:nvPr>
        </p:nvSpPr>
        <p:spPr/>
        <p:txBody>
          <a:bodyPr/>
          <a:p>
            <a:r>
              <a:rPr lang="zh-CN" altLang="en-US">
                <a:solidFill>
                  <a:schemeClr val="tx1"/>
                </a:solidFill>
              </a:rPr>
              <a:t> </a:t>
            </a:r>
            <a:endParaRPr lang="zh-CN" altLang="en-US">
              <a:solidFill>
                <a:schemeClr val="tx1"/>
              </a:solidFill>
            </a:endParaRPr>
          </a:p>
        </p:txBody>
      </p:sp>
      <p:sp>
        <p:nvSpPr>
          <p:cNvPr id="7" name="文本占位符 6"/>
          <p:cNvSpPr>
            <a:spLocks noGrp="1"/>
          </p:cNvSpPr>
          <p:nvPr>
            <p:ph type="body" idx="16388"/>
            <p:custDataLst>
              <p:tags r:id="rId6"/>
            </p:custDataLst>
          </p:nvPr>
        </p:nvSpPr>
        <p:spPr/>
        <p:txBody>
          <a:bodyPr>
            <a:normAutofit/>
          </a:bodyPr>
          <a:p>
            <a:r>
              <a:rPr lang="zh-CN" altLang="en-US" sz="1900">
                <a:solidFill>
                  <a:schemeClr val="tx1"/>
                </a:solidFill>
              </a:rPr>
              <a:t>三种威胁模型</a:t>
            </a:r>
            <a:endParaRPr lang="zh-CN" altLang="en-US" sz="1900">
              <a:solidFill>
                <a:schemeClr val="tx1"/>
              </a:solidFill>
            </a:endParaRPr>
          </a:p>
        </p:txBody>
      </p:sp>
      <p:sp>
        <p:nvSpPr>
          <p:cNvPr id="8" name="文本占位符 7"/>
          <p:cNvSpPr>
            <a:spLocks noGrp="1"/>
          </p:cNvSpPr>
          <p:nvPr>
            <p:ph type="body" idx="16389"/>
            <p:custDataLst>
              <p:tags r:id="rId7"/>
            </p:custDataLst>
          </p:nvPr>
        </p:nvSpPr>
        <p:spPr/>
        <p:txBody>
          <a:bodyPr>
            <a:normAutofit/>
          </a:bodyPr>
          <a:p>
            <a:r>
              <a:rPr lang="zh-CN" altLang="en-US">
                <a:solidFill>
                  <a:schemeClr val="tx1"/>
                </a:solidFill>
              </a:rPr>
              <a:t>TMG→H：攻击者控制客户机虚拟机针对主机系统；TMH→G：恶意主机针对客户机攻击；</a:t>
            </a:r>
            <a:endParaRPr lang="zh-CN" altLang="en-US">
              <a:solidFill>
                <a:schemeClr val="tx1"/>
              </a:solidFill>
            </a:endParaRPr>
          </a:p>
          <a:p>
            <a:r>
              <a:rPr lang="zh-CN" altLang="en-US">
                <a:solidFill>
                  <a:schemeClr val="tx1"/>
                </a:solidFill>
              </a:rPr>
              <a:t>TMG1→G2：恶意VM攻击同一主机上的其他VM。</a:t>
            </a:r>
            <a:endParaRPr lang="zh-CN" altLang="en-US">
              <a:solidFill>
                <a:schemeClr val="tx1"/>
              </a:solidFill>
            </a:endParaRPr>
          </a:p>
        </p:txBody>
      </p:sp>
      <p:sp>
        <p:nvSpPr>
          <p:cNvPr id="9" name="装饰  1"/>
          <p:cNvSpPr>
            <a:spLocks noGrp="1"/>
          </p:cNvSpPr>
          <p:nvPr>
            <p:ph type="body" idx="16394"/>
            <p:custDataLst>
              <p:tags r:id="rId8"/>
            </p:custDataLst>
          </p:nvPr>
        </p:nvSpPr>
        <p:spPr/>
        <p:txBody>
          <a:bodyPr/>
          <a:p>
            <a:r>
              <a:rPr lang="zh-CN" altLang="en-US">
                <a:solidFill>
                  <a:schemeClr val="tx1"/>
                </a:solidFill>
              </a:rPr>
              <a:t> </a:t>
            </a:r>
            <a:endParaRPr lang="zh-CN" altLang="en-US">
              <a:solidFill>
                <a:schemeClr val="tx1"/>
              </a:solidFill>
            </a:endParaRPr>
          </a:p>
        </p:txBody>
      </p:sp>
      <p:sp>
        <p:nvSpPr>
          <p:cNvPr id="10" name="文本占位符 9"/>
          <p:cNvSpPr>
            <a:spLocks noGrp="1"/>
          </p:cNvSpPr>
          <p:nvPr>
            <p:ph type="body" idx="16390"/>
            <p:custDataLst>
              <p:tags r:id="rId9"/>
            </p:custDataLst>
          </p:nvPr>
        </p:nvSpPr>
        <p:spPr/>
        <p:txBody>
          <a:bodyPr>
            <a:normAutofit/>
          </a:bodyPr>
          <a:p>
            <a:r>
              <a:rPr lang="zh-CN" altLang="en-US" sz="1900">
                <a:solidFill>
                  <a:schemeClr val="tx1"/>
                </a:solidFill>
              </a:rPr>
              <a:t>五种攻击场景</a:t>
            </a:r>
            <a:endParaRPr lang="zh-CN" altLang="en-US" sz="1900">
              <a:solidFill>
                <a:schemeClr val="tx1"/>
              </a:solidFill>
            </a:endParaRPr>
          </a:p>
        </p:txBody>
      </p:sp>
      <p:sp>
        <p:nvSpPr>
          <p:cNvPr id="11" name="文本占位符 10"/>
          <p:cNvSpPr>
            <a:spLocks noGrp="1"/>
          </p:cNvSpPr>
          <p:nvPr>
            <p:ph type="body" idx="16391"/>
            <p:custDataLst>
              <p:tags r:id="rId10"/>
            </p:custDataLst>
          </p:nvPr>
        </p:nvSpPr>
        <p:spPr/>
        <p:txBody>
          <a:bodyPr>
            <a:normAutofit/>
          </a:bodyPr>
          <a:p>
            <a:r>
              <a:rPr lang="zh-CN" altLang="en-US">
                <a:solidFill>
                  <a:schemeClr val="tx1"/>
                </a:solidFill>
              </a:rPr>
              <a:t>包括TMG→H |主机进程、TMG→H | Hypervisor_user、TMG→H | Guest_Kernel、TMH→G | SEV-SNP过程、TMG1→G2 |客户进程，分别对应不同攻击对象与前提条件。</a:t>
            </a:r>
            <a:endParaRPr lang="zh-CN" altLang="en-US">
              <a:solidFill>
                <a:schemeClr val="tx1"/>
              </a:solidFill>
            </a:endParaRPr>
          </a:p>
        </p:txBody>
      </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45243" y="107043"/>
            <a:ext cx="10972800" cy="609600"/>
          </a:xfrm>
        </p:spPr>
        <p:txBody>
          <a:bodyPr>
            <a:normAutofit/>
          </a:bodyPr>
          <a:p>
            <a:r>
              <a:rPr lang="zh-CN" altLang="en-US">
                <a:solidFill>
                  <a:schemeClr val="bg1"/>
                </a:solidFill>
              </a:rPr>
              <a:t>五种攻击场景</a:t>
            </a:r>
            <a:endParaRPr lang="zh-CN" altLang="en-US">
              <a:solidFill>
                <a:schemeClr val="bg1"/>
              </a:solidFill>
            </a:endParaRPr>
          </a:p>
        </p:txBody>
      </p:sp>
      <p:pic>
        <p:nvPicPr>
          <p:cNvPr id="21" name="图片 20" descr="post_object_image_652340178"/>
          <p:cNvPicPr>
            <a:picLocks noChangeAspect="1"/>
          </p:cNvPicPr>
          <p:nvPr/>
        </p:nvPicPr>
        <p:blipFill>
          <a:blip r:embed="rId2"/>
          <a:stretch>
            <a:fillRect/>
          </a:stretch>
        </p:blipFill>
        <p:spPr>
          <a:xfrm>
            <a:off x="0" y="907596"/>
            <a:ext cx="12192000" cy="5950404"/>
          </a:xfrm>
          <a:prstGeom prst="rect">
            <a:avLst/>
          </a:prstGeom>
        </p:spPr>
      </p:pic>
    </p:spTree>
    <p:custDataLst>
      <p:tags r:id="rId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45243" y="107043"/>
            <a:ext cx="10972800" cy="609600"/>
          </a:xfrm>
        </p:spPr>
        <p:txBody>
          <a:bodyPr>
            <a:normAutofit/>
          </a:bodyPr>
          <a:p>
            <a:r>
              <a:rPr lang="en-US" altLang="zh-CN">
                <a:solidFill>
                  <a:schemeClr val="bg1"/>
                </a:solidFill>
              </a:rPr>
              <a:t>vmscape</a:t>
            </a:r>
            <a:endParaRPr lang="zh-CN" altLang="en-US">
              <a:solidFill>
                <a:schemeClr val="bg1"/>
              </a:solidFill>
            </a:endParaRPr>
          </a:p>
        </p:txBody>
      </p:sp>
      <p:pic>
        <p:nvPicPr>
          <p:cNvPr id="5" name="图片 4" descr="post_object_image_1596168206"/>
          <p:cNvPicPr>
            <a:picLocks noChangeAspect="1"/>
          </p:cNvPicPr>
          <p:nvPr/>
        </p:nvPicPr>
        <p:blipFill>
          <a:blip r:embed="rId2"/>
          <a:stretch>
            <a:fillRect/>
          </a:stretch>
        </p:blipFill>
        <p:spPr>
          <a:xfrm>
            <a:off x="0" y="4645206"/>
            <a:ext cx="8718187" cy="2066925"/>
          </a:xfrm>
          <a:prstGeom prst="rect">
            <a:avLst/>
          </a:prstGeom>
        </p:spPr>
      </p:pic>
      <p:pic>
        <p:nvPicPr>
          <p:cNvPr id="3" name="图片 2" descr="post_object_image_2607485826"/>
          <p:cNvPicPr>
            <a:picLocks noChangeAspect="1"/>
          </p:cNvPicPr>
          <p:nvPr/>
        </p:nvPicPr>
        <p:blipFill>
          <a:blip r:embed="rId3"/>
          <a:stretch>
            <a:fillRect/>
          </a:stretch>
        </p:blipFill>
        <p:spPr>
          <a:xfrm>
            <a:off x="0" y="918708"/>
            <a:ext cx="8718217" cy="3590427"/>
          </a:xfrm>
          <a:prstGeom prst="rect">
            <a:avLst/>
          </a:prstGeom>
        </p:spPr>
      </p:pic>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14400" y="152400"/>
            <a:ext cx="10972800" cy="609600"/>
          </a:xfrm>
        </p:spPr>
        <p:txBody>
          <a:bodyPr>
            <a:normAutofit/>
          </a:bodyPr>
          <a:p>
            <a:r>
              <a:rPr lang="en-US" altLang="zh-CN">
                <a:solidFill>
                  <a:schemeClr val="bg1"/>
                </a:solidFill>
              </a:rPr>
              <a:t>vmscape</a:t>
            </a:r>
            <a:endParaRPr lang="zh-CN" altLang="en-US">
              <a:solidFill>
                <a:schemeClr val="bg1"/>
              </a:solidFill>
            </a:endParaRPr>
          </a:p>
        </p:txBody>
      </p:sp>
      <p:sp>
        <p:nvSpPr>
          <p:cNvPr id="3" name="装饰  5"/>
          <p:cNvSpPr>
            <a:spLocks noGrp="1"/>
          </p:cNvSpPr>
          <p:nvPr>
            <p:ph type="body" idx="16395"/>
            <p:custDataLst>
              <p:tags r:id="rId2"/>
            </p:custDataLst>
          </p:nvPr>
        </p:nvSpPr>
        <p:spPr/>
        <p:txBody>
          <a:bodyPr/>
          <a:p>
            <a:r>
              <a:rPr lang="zh-CN" altLang="en-US">
                <a:solidFill>
                  <a:schemeClr val="tx1"/>
                </a:solidFill>
              </a:rPr>
              <a:t> </a:t>
            </a:r>
            <a:endParaRPr lang="zh-CN" altLang="en-US">
              <a:solidFill>
                <a:schemeClr val="tx1"/>
              </a:solidFill>
            </a:endParaRPr>
          </a:p>
        </p:txBody>
      </p:sp>
      <p:sp>
        <p:nvSpPr>
          <p:cNvPr id="4" name="装饰  6"/>
          <p:cNvSpPr>
            <a:spLocks noGrp="1"/>
          </p:cNvSpPr>
          <p:nvPr>
            <p:ph type="body" idx="16396"/>
            <p:custDataLst>
              <p:tags r:id="rId3"/>
            </p:custDataLst>
          </p:nvPr>
        </p:nvSpPr>
        <p:spPr/>
        <p:txBody>
          <a:bodyPr/>
          <a:p>
            <a:r>
              <a:rPr lang="zh-CN" altLang="en-US">
                <a:solidFill>
                  <a:schemeClr val="bg1"/>
                </a:solidFill>
              </a:rPr>
              <a:t> </a:t>
            </a:r>
            <a:endParaRPr lang="zh-CN" altLang="en-US">
              <a:solidFill>
                <a:schemeClr val="bg1"/>
              </a:solidFill>
            </a:endParaRPr>
          </a:p>
        </p:txBody>
      </p:sp>
      <p:pic>
        <p:nvPicPr>
          <p:cNvPr id="25" name="图片占位符 24"/>
          <p:cNvPicPr/>
          <p:nvPr>
            <p:ph type="pic" idx="16394"/>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1127760" y="1978660"/>
            <a:ext cx="487680" cy="487680"/>
          </a:xfrm>
          <a:prstGeom prst="rect">
            <a:avLst/>
          </a:prstGeom>
        </p:spPr>
      </p:pic>
      <p:sp>
        <p:nvSpPr>
          <p:cNvPr id="6" name="文本占位符 5"/>
          <p:cNvSpPr>
            <a:spLocks noGrp="1"/>
          </p:cNvSpPr>
          <p:nvPr>
            <p:ph type="body" idx="16386"/>
            <p:custDataLst>
              <p:tags r:id="rId7"/>
            </p:custDataLst>
          </p:nvPr>
        </p:nvSpPr>
        <p:spPr/>
        <p:txBody>
          <a:bodyPr>
            <a:normAutofit/>
          </a:bodyPr>
          <a:p>
            <a:r>
              <a:rPr lang="zh-CN" altLang="en-US">
                <a:solidFill>
                  <a:schemeClr val="tx1"/>
                </a:solidFill>
              </a:rPr>
              <a:t>技术条件</a:t>
            </a:r>
            <a:endParaRPr lang="zh-CN" altLang="en-US">
              <a:solidFill>
                <a:schemeClr val="tx1"/>
              </a:solidFill>
            </a:endParaRPr>
          </a:p>
        </p:txBody>
      </p:sp>
      <p:sp>
        <p:nvSpPr>
          <p:cNvPr id="7" name="文本占位符 6"/>
          <p:cNvSpPr>
            <a:spLocks noGrp="1"/>
          </p:cNvSpPr>
          <p:nvPr>
            <p:ph type="body" idx="16387"/>
            <p:custDataLst>
              <p:tags r:id="rId8"/>
            </p:custDataLst>
          </p:nvPr>
        </p:nvSpPr>
        <p:spPr/>
        <p:txBody>
          <a:bodyPr>
            <a:normAutofit/>
          </a:bodyPr>
          <a:p>
            <a:r>
              <a:rPr lang="zh-CN" altLang="en-US">
                <a:solidFill>
                  <a:schemeClr val="tx1"/>
                </a:solidFill>
              </a:rPr>
              <a:t>需在VMEXIT和KVM退出操作中存在不充分的BTB消毒，且在同一线程场景下缺乏客户机与主机之间的BTB状态隔离。</a:t>
            </a:r>
            <a:endParaRPr lang="zh-CN" altLang="en-US">
              <a:solidFill>
                <a:schemeClr val="tx1"/>
              </a:solidFill>
            </a:endParaRPr>
          </a:p>
        </p:txBody>
      </p:sp>
      <p:sp>
        <p:nvSpPr>
          <p:cNvPr id="8" name="装饰  0"/>
          <p:cNvSpPr>
            <a:spLocks noGrp="1"/>
          </p:cNvSpPr>
          <p:nvPr>
            <p:ph type="body" idx="16398"/>
            <p:custDataLst>
              <p:tags r:id="rId9"/>
            </p:custDataLst>
          </p:nvPr>
        </p:nvSpPr>
        <p:spPr/>
        <p:txBody>
          <a:bodyPr/>
          <a:p>
            <a:r>
              <a:rPr lang="zh-CN" altLang="en-US">
                <a:solidFill>
                  <a:schemeClr val="bg1"/>
                </a:solidFill>
              </a:rPr>
              <a:t> </a:t>
            </a:r>
            <a:endParaRPr lang="zh-CN" altLang="en-US">
              <a:solidFill>
                <a:schemeClr val="bg1"/>
              </a:solidFill>
            </a:endParaRPr>
          </a:p>
        </p:txBody>
      </p:sp>
      <p:sp>
        <p:nvSpPr>
          <p:cNvPr id="9" name="装饰  1"/>
          <p:cNvSpPr>
            <a:spLocks noGrp="1"/>
          </p:cNvSpPr>
          <p:nvPr>
            <p:ph type="body" idx="16399"/>
            <p:custDataLst>
              <p:tags r:id="rId10"/>
            </p:custDataLst>
          </p:nvPr>
        </p:nvSpPr>
        <p:spPr/>
        <p:txBody>
          <a:bodyPr/>
          <a:p>
            <a:r>
              <a:rPr lang="zh-CN" altLang="en-US">
                <a:solidFill>
                  <a:schemeClr val="tx1"/>
                </a:solidFill>
              </a:rPr>
              <a:t> </a:t>
            </a:r>
            <a:endParaRPr lang="zh-CN" altLang="en-US">
              <a:solidFill>
                <a:schemeClr val="tx1"/>
              </a:solidFill>
            </a:endParaRPr>
          </a:p>
        </p:txBody>
      </p:sp>
      <p:pic>
        <p:nvPicPr>
          <p:cNvPr id="24" name="图片占位符 23"/>
          <p:cNvPicPr/>
          <p:nvPr>
            <p:ph type="pic" idx="16397"/>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766560" y="1978660"/>
            <a:ext cx="487680" cy="487680"/>
          </a:xfrm>
          <a:prstGeom prst="rect">
            <a:avLst/>
          </a:prstGeom>
        </p:spPr>
      </p:pic>
      <p:sp>
        <p:nvSpPr>
          <p:cNvPr id="11" name="文本占位符 10"/>
          <p:cNvSpPr>
            <a:spLocks noGrp="1"/>
          </p:cNvSpPr>
          <p:nvPr>
            <p:ph type="body" idx="16388"/>
            <p:custDataLst>
              <p:tags r:id="rId14"/>
            </p:custDataLst>
          </p:nvPr>
        </p:nvSpPr>
        <p:spPr/>
        <p:txBody>
          <a:bodyPr>
            <a:normAutofit/>
          </a:bodyPr>
          <a:p>
            <a:r>
              <a:rPr lang="zh-CN" altLang="en-US">
                <a:solidFill>
                  <a:schemeClr val="bg1"/>
                </a:solidFill>
              </a:rPr>
              <a:t>推测窗口挑战</a:t>
            </a:r>
            <a:endParaRPr lang="zh-CN" altLang="en-US">
              <a:solidFill>
                <a:schemeClr val="bg1"/>
              </a:solidFill>
            </a:endParaRPr>
          </a:p>
        </p:txBody>
      </p:sp>
      <p:sp>
        <p:nvSpPr>
          <p:cNvPr id="12" name="文本占位符 11"/>
          <p:cNvSpPr>
            <a:spLocks noGrp="1"/>
          </p:cNvSpPr>
          <p:nvPr>
            <p:ph type="body" idx="16389"/>
            <p:custDataLst>
              <p:tags r:id="rId15"/>
            </p:custDataLst>
          </p:nvPr>
        </p:nvSpPr>
        <p:spPr/>
        <p:txBody>
          <a:bodyPr>
            <a:normAutofit/>
          </a:bodyPr>
          <a:p>
            <a:r>
              <a:rPr lang="zh-CN" altLang="en-US">
                <a:solidFill>
                  <a:schemeClr val="bg1"/>
                </a:solidFill>
              </a:rPr>
              <a:t>受害者分支的推测窗口过短，当目标地址位于L1缓存时，仅允许执行单个依赖加载，不足以支持FLUSH+RELOAD侧信道攻击。</a:t>
            </a:r>
            <a:endParaRPr lang="zh-CN" altLang="en-US">
              <a:solidFill>
                <a:schemeClr val="bg1"/>
              </a:solidFill>
            </a:endParaRPr>
          </a:p>
        </p:txBody>
      </p:sp>
      <p:sp>
        <p:nvSpPr>
          <p:cNvPr id="13" name="装饰  5"/>
          <p:cNvSpPr>
            <a:spLocks noGrp="1"/>
          </p:cNvSpPr>
          <p:nvPr>
            <p:ph type="body" idx="16401"/>
            <p:custDataLst>
              <p:tags r:id="rId16"/>
            </p:custDataLst>
          </p:nvPr>
        </p:nvSpPr>
        <p:spPr/>
        <p:txBody>
          <a:bodyPr/>
          <a:p>
            <a:r>
              <a:rPr lang="zh-CN" altLang="en-US">
                <a:solidFill>
                  <a:schemeClr val="bg1"/>
                </a:solidFill>
              </a:rPr>
              <a:t> </a:t>
            </a:r>
            <a:endParaRPr lang="zh-CN" altLang="en-US">
              <a:solidFill>
                <a:schemeClr val="bg1"/>
              </a:solidFill>
            </a:endParaRPr>
          </a:p>
        </p:txBody>
      </p:sp>
      <p:sp>
        <p:nvSpPr>
          <p:cNvPr id="14" name="装饰  6"/>
          <p:cNvSpPr>
            <a:spLocks noGrp="1"/>
          </p:cNvSpPr>
          <p:nvPr>
            <p:ph type="body" idx="16402"/>
            <p:custDataLst>
              <p:tags r:id="rId17"/>
            </p:custDataLst>
          </p:nvPr>
        </p:nvSpPr>
        <p:spPr/>
        <p:txBody>
          <a:bodyPr/>
          <a:p>
            <a:r>
              <a:rPr lang="zh-CN" altLang="en-US">
                <a:solidFill>
                  <a:schemeClr val="tx1"/>
                </a:solidFill>
              </a:rPr>
              <a:t> </a:t>
            </a:r>
            <a:endParaRPr lang="zh-CN" altLang="en-US">
              <a:solidFill>
                <a:schemeClr val="tx1"/>
              </a:solidFill>
            </a:endParaRPr>
          </a:p>
        </p:txBody>
      </p:sp>
      <p:pic>
        <p:nvPicPr>
          <p:cNvPr id="23" name="图片占位符 22"/>
          <p:cNvPicPr/>
          <p:nvPr>
            <p:ph type="pic" idx="16400"/>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1127760" y="4493260"/>
            <a:ext cx="487680" cy="487680"/>
          </a:xfrm>
          <a:prstGeom prst="rect">
            <a:avLst/>
          </a:prstGeom>
        </p:spPr>
      </p:pic>
      <p:sp>
        <p:nvSpPr>
          <p:cNvPr id="16" name="文本占位符 15"/>
          <p:cNvSpPr>
            <a:spLocks noGrp="1"/>
          </p:cNvSpPr>
          <p:nvPr>
            <p:ph type="body" idx="16390"/>
            <p:custDataLst>
              <p:tags r:id="rId21"/>
            </p:custDataLst>
          </p:nvPr>
        </p:nvSpPr>
        <p:spPr/>
        <p:txBody>
          <a:bodyPr>
            <a:normAutofit/>
          </a:bodyPr>
          <a:p>
            <a:r>
              <a:rPr lang="zh-CN" altLang="en-US">
                <a:solidFill>
                  <a:schemeClr val="bg1"/>
                </a:solidFill>
              </a:rPr>
              <a:t>漏洞利用链构建挑战</a:t>
            </a:r>
            <a:endParaRPr lang="zh-CN" altLang="en-US">
              <a:solidFill>
                <a:schemeClr val="bg1"/>
              </a:solidFill>
            </a:endParaRPr>
          </a:p>
        </p:txBody>
      </p:sp>
      <p:sp>
        <p:nvSpPr>
          <p:cNvPr id="17" name="文本占位符 16"/>
          <p:cNvSpPr>
            <a:spLocks noGrp="1"/>
          </p:cNvSpPr>
          <p:nvPr>
            <p:ph type="body" idx="16391"/>
            <p:custDataLst>
              <p:tags r:id="rId22"/>
            </p:custDataLst>
          </p:nvPr>
        </p:nvSpPr>
        <p:spPr/>
        <p:txBody>
          <a:bodyPr>
            <a:normAutofit/>
          </a:bodyPr>
          <a:p>
            <a:r>
              <a:rPr lang="zh-CN" altLang="en-US">
                <a:solidFill>
                  <a:schemeClr val="bg1"/>
                </a:solidFill>
              </a:rPr>
              <a:t>需确定由侧信道、推测装置和披露装置组成的合适漏洞利用链。</a:t>
            </a:r>
            <a:endParaRPr lang="zh-CN" altLang="en-US">
              <a:solidFill>
                <a:schemeClr val="bg1"/>
              </a:solidFill>
            </a:endParaRPr>
          </a:p>
        </p:txBody>
      </p:sp>
      <p:sp>
        <p:nvSpPr>
          <p:cNvPr id="18" name="装饰  0"/>
          <p:cNvSpPr>
            <a:spLocks noGrp="1"/>
          </p:cNvSpPr>
          <p:nvPr>
            <p:ph type="body" idx="16404"/>
            <p:custDataLst>
              <p:tags r:id="rId23"/>
            </p:custDataLst>
          </p:nvPr>
        </p:nvSpPr>
        <p:spPr/>
        <p:txBody>
          <a:bodyPr/>
          <a:p>
            <a:r>
              <a:rPr lang="zh-CN" altLang="en-US">
                <a:solidFill>
                  <a:schemeClr val="tx1"/>
                </a:solidFill>
              </a:rPr>
              <a:t> </a:t>
            </a:r>
            <a:endParaRPr lang="zh-CN" altLang="en-US">
              <a:solidFill>
                <a:schemeClr val="tx1"/>
              </a:solidFill>
            </a:endParaRPr>
          </a:p>
        </p:txBody>
      </p:sp>
      <p:sp>
        <p:nvSpPr>
          <p:cNvPr id="19" name="装饰  1"/>
          <p:cNvSpPr>
            <a:spLocks noGrp="1"/>
          </p:cNvSpPr>
          <p:nvPr>
            <p:ph type="body" idx="16405"/>
            <p:custDataLst>
              <p:tags r:id="rId24"/>
            </p:custDataLst>
          </p:nvPr>
        </p:nvSpPr>
        <p:spPr/>
        <p:txBody>
          <a:bodyPr/>
          <a:p>
            <a:r>
              <a:rPr lang="zh-CN" altLang="en-US">
                <a:solidFill>
                  <a:schemeClr val="bg1"/>
                </a:solidFill>
              </a:rPr>
              <a:t> </a:t>
            </a:r>
            <a:endParaRPr lang="zh-CN" altLang="en-US">
              <a:solidFill>
                <a:schemeClr val="bg1"/>
              </a:solidFill>
            </a:endParaRPr>
          </a:p>
        </p:txBody>
      </p:sp>
      <p:pic>
        <p:nvPicPr>
          <p:cNvPr id="26" name="图片占位符 25"/>
          <p:cNvPicPr/>
          <p:nvPr>
            <p:ph type="pic" idx="16403"/>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6766560" y="4493260"/>
            <a:ext cx="487680" cy="487680"/>
          </a:xfrm>
          <a:prstGeom prst="rect">
            <a:avLst/>
          </a:prstGeom>
        </p:spPr>
      </p:pic>
      <p:sp>
        <p:nvSpPr>
          <p:cNvPr id="21" name="文本占位符 20"/>
          <p:cNvSpPr>
            <a:spLocks noGrp="1"/>
          </p:cNvSpPr>
          <p:nvPr>
            <p:ph type="body" idx="16392"/>
            <p:custDataLst>
              <p:tags r:id="rId28"/>
            </p:custDataLst>
          </p:nvPr>
        </p:nvSpPr>
        <p:spPr/>
        <p:txBody>
          <a:bodyPr>
            <a:normAutofit/>
          </a:bodyPr>
          <a:p>
            <a:r>
              <a:rPr lang="zh-CN" altLang="en-US">
                <a:solidFill>
                  <a:schemeClr val="tx1"/>
                </a:solidFill>
              </a:rPr>
              <a:t>ASLR去随机化挑战</a:t>
            </a:r>
            <a:endParaRPr lang="zh-CN" altLang="en-US">
              <a:solidFill>
                <a:schemeClr val="tx1"/>
              </a:solidFill>
            </a:endParaRPr>
          </a:p>
        </p:txBody>
      </p:sp>
      <p:sp>
        <p:nvSpPr>
          <p:cNvPr id="22" name="文本占位符 21"/>
          <p:cNvSpPr>
            <a:spLocks noGrp="1"/>
          </p:cNvSpPr>
          <p:nvPr>
            <p:ph type="body" idx="16393"/>
            <p:custDataLst>
              <p:tags r:id="rId29"/>
            </p:custDataLst>
          </p:nvPr>
        </p:nvSpPr>
        <p:spPr/>
        <p:txBody>
          <a:bodyPr>
            <a:normAutofit/>
          </a:bodyPr>
          <a:p>
            <a:r>
              <a:rPr lang="zh-CN" altLang="en-US">
                <a:solidFill>
                  <a:schemeClr val="tx1"/>
                </a:solidFill>
              </a:rPr>
              <a:t>ASLR技术随机化程序内存加载地址，攻击者需通过特定技术绕过以定位目标地址。</a:t>
            </a:r>
            <a:endParaRPr lang="zh-CN" altLang="en-US">
              <a:solidFill>
                <a:schemeClr val="tx1"/>
              </a:solidFill>
            </a:endParaRPr>
          </a:p>
        </p:txBody>
      </p:sp>
    </p:spTree>
    <p:custDataLst>
      <p:tags r:id="rId3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1"/>
            </p:custDataLst>
          </p:nvPr>
        </p:nvSpPr>
        <p:spPr>
          <a:xfrm>
            <a:off x="0" y="3773937"/>
            <a:ext cx="12192000" cy="3084063"/>
          </a:xfrm>
          <a:prstGeom prst="rect">
            <a:avLst/>
          </a:prstGeom>
          <a:blipFill dpi="0" rotWithShape="1">
            <a:blip r:embed="rId2"/>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0" y="3773936"/>
            <a:ext cx="12192000" cy="3084063"/>
          </a:xfrm>
          <a:prstGeom prst="rect">
            <a:avLst/>
          </a:prstGeom>
          <a:solidFill>
            <a:schemeClr val="accent1">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5072973" y="691201"/>
            <a:ext cx="2046054" cy="2046054"/>
            <a:chOff x="952456" y="3218117"/>
            <a:chExt cx="877066" cy="877066"/>
          </a:xfrm>
        </p:grpSpPr>
        <p:sp>
          <p:nvSpPr>
            <p:cNvPr id="16" name="椭圆 15"/>
            <p:cNvSpPr>
              <a:spLocks noChangeArrowheads="1"/>
            </p:cNvSpPr>
            <p:nvPr>
              <p:custDataLst>
                <p:tags r:id="rId4"/>
              </p:custDataLst>
            </p:nvPr>
          </p:nvSpPr>
          <p:spPr bwMode="auto">
            <a:xfrm>
              <a:off x="952456" y="3218117"/>
              <a:ext cx="877066" cy="877066"/>
            </a:xfrm>
            <a:prstGeom prst="ellipse">
              <a:avLst/>
            </a:prstGeom>
            <a:solidFill>
              <a:schemeClr val="accent1"/>
            </a:solidFill>
            <a:ln w="76200" cap="sq" cmpd="sng">
              <a:no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17" name="Picture 3"/>
            <p:cNvPicPr>
              <a:picLocks noChangeAspect="1" noChangeArrowheads="1"/>
            </p:cNvPicPr>
            <p:nvPr>
              <p:custDataLst>
                <p:tags r:id="rId5"/>
              </p:custDataLst>
            </p:nvPr>
          </p:nvPicPr>
          <p:blipFill>
            <a:blip r:embed="rId6">
              <a:biLevel thresh="25000"/>
              <a:extLst>
                <a:ext uri="{28A0092B-C50C-407E-A947-70E740481C1C}">
                  <a14:useLocalDpi xmlns:a14="http://schemas.microsoft.com/office/drawing/2010/main" val="0"/>
                </a:ext>
              </a:extLst>
            </a:blip>
            <a:stretch>
              <a:fillRect/>
            </a:stretch>
          </p:blipFill>
          <p:spPr bwMode="auto">
            <a:xfrm>
              <a:off x="1152087" y="3336646"/>
              <a:ext cx="477805" cy="577521"/>
            </a:xfrm>
            <a:prstGeom prst="rect">
              <a:avLst/>
            </a:prstGeom>
            <a:noFill/>
          </p:spPr>
        </p:pic>
      </p:grpSp>
      <p:sp>
        <p:nvSpPr>
          <p:cNvPr id="3" name="TextBox 37"/>
          <p:cNvSpPr txBox="1"/>
          <p:nvPr>
            <p:custDataLst>
              <p:tags r:id="rId7"/>
            </p:custDataLst>
          </p:nvPr>
        </p:nvSpPr>
        <p:spPr>
          <a:xfrm>
            <a:off x="4633222" y="2859291"/>
            <a:ext cx="2926080" cy="645160"/>
          </a:xfrm>
          <a:prstGeom prst="rect">
            <a:avLst/>
          </a:prstGeom>
          <a:noFill/>
        </p:spPr>
        <p:txBody>
          <a:bodyPr wrap="none"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solidFill>
                  <a:schemeClr val="accent1"/>
                </a:solidFill>
                <a:latin typeface="微软雅黑" panose="020B0503020204020204" charset="-122"/>
                <a:ea typeface="微软雅黑" panose="020B0503020204020204" charset="-122"/>
              </a:rPr>
              <a:t>04 VMSCAPE攻击流程</a:t>
            </a:r>
            <a:endParaRPr lang="zh-CN" altLang="en-US" sz="3600" dirty="0">
              <a:solidFill>
                <a:schemeClr val="accent1"/>
              </a:solidFill>
              <a:latin typeface="微软雅黑" panose="020B0503020204020204" charset="-122"/>
              <a:ea typeface="微软雅黑" panose="020B0503020204020204"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80017" y="184150"/>
            <a:ext cx="10972800" cy="609600"/>
          </a:xfrm>
        </p:spPr>
        <p:txBody>
          <a:bodyPr>
            <a:normAutofit/>
          </a:bodyPr>
          <a:p>
            <a:r>
              <a:rPr lang="zh-CN" altLang="en-US" sz="2800">
                <a:solidFill>
                  <a:schemeClr val="bg1"/>
                </a:solidFill>
              </a:rPr>
              <a:t>步骤1：使用ASLR绕过技术 定位受害者分支</a:t>
            </a:r>
            <a:endParaRPr lang="zh-CN" altLang="en-US" sz="2800">
              <a:solidFill>
                <a:schemeClr val="bg1"/>
              </a:solidFill>
            </a:endParaRPr>
          </a:p>
        </p:txBody>
      </p:sp>
      <p:sp>
        <p:nvSpPr>
          <p:cNvPr id="3" name="装饰  5"/>
          <p:cNvSpPr>
            <a:spLocks noGrp="1"/>
          </p:cNvSpPr>
          <p:nvPr>
            <p:ph type="body" idx="16398"/>
            <p:custDataLst>
              <p:tags r:id="rId2"/>
            </p:custDataLst>
          </p:nvPr>
        </p:nvSpPr>
        <p:spPr/>
        <p:txBody>
          <a:bodyPr/>
          <a:p>
            <a:r>
              <a:rPr lang="zh-CN" altLang="en-US">
                <a:solidFill>
                  <a:schemeClr val="bg1"/>
                </a:solidFill>
              </a:rPr>
              <a:t> </a:t>
            </a:r>
            <a:endParaRPr lang="zh-CN" altLang="en-US">
              <a:solidFill>
                <a:schemeClr val="bg1"/>
              </a:solidFill>
            </a:endParaRPr>
          </a:p>
        </p:txBody>
      </p:sp>
      <p:sp>
        <p:nvSpPr>
          <p:cNvPr id="4" name="文本占位符 3"/>
          <p:cNvSpPr>
            <a:spLocks noGrp="1"/>
          </p:cNvSpPr>
          <p:nvPr>
            <p:ph type="body" idx="16388"/>
            <p:custDataLst>
              <p:tags r:id="rId3"/>
            </p:custDataLst>
          </p:nvPr>
        </p:nvSpPr>
        <p:spPr/>
        <p:txBody>
          <a:bodyPr/>
          <a:p>
            <a:r>
              <a:rPr lang="zh-CN" altLang="en-US">
                <a:solidFill>
                  <a:schemeClr val="bg1"/>
                </a:solidFill>
              </a:rPr>
              <a:t>01</a:t>
            </a:r>
            <a:endParaRPr lang="zh-CN" altLang="en-US">
              <a:solidFill>
                <a:schemeClr val="bg1"/>
              </a:solidFill>
            </a:endParaRPr>
          </a:p>
        </p:txBody>
      </p:sp>
      <p:sp>
        <p:nvSpPr>
          <p:cNvPr id="5" name="文本占位符 4"/>
          <p:cNvSpPr>
            <a:spLocks noGrp="1"/>
          </p:cNvSpPr>
          <p:nvPr>
            <p:ph type="body" idx="16386"/>
            <p:custDataLst>
              <p:tags r:id="rId4"/>
            </p:custDataLst>
          </p:nvPr>
        </p:nvSpPr>
        <p:spPr/>
        <p:txBody>
          <a:bodyPr>
            <a:normAutofit/>
          </a:bodyPr>
          <a:p>
            <a:r>
              <a:rPr lang="zh-CN" altLang="en-US" sz="1700">
                <a:solidFill>
                  <a:schemeClr val="tx1"/>
                </a:solidFill>
              </a:rPr>
              <a:t>为什么？</a:t>
            </a:r>
            <a:endParaRPr lang="zh-CN" altLang="en-US" sz="1700">
              <a:solidFill>
                <a:schemeClr val="tx1"/>
              </a:solidFill>
            </a:endParaRPr>
          </a:p>
        </p:txBody>
      </p:sp>
      <p:sp>
        <p:nvSpPr>
          <p:cNvPr id="6" name="文本占位符 5"/>
          <p:cNvSpPr>
            <a:spLocks noGrp="1"/>
          </p:cNvSpPr>
          <p:nvPr>
            <p:ph type="body" idx="16387"/>
            <p:custDataLst>
              <p:tags r:id="rId5"/>
            </p:custDataLst>
          </p:nvPr>
        </p:nvSpPr>
        <p:spPr/>
        <p:txBody>
          <a:bodyPr>
            <a:normAutofit/>
          </a:bodyPr>
          <a:p>
            <a:r>
              <a:rPr lang="zh-CN" altLang="en-US">
                <a:solidFill>
                  <a:schemeClr val="tx1"/>
                </a:solidFill>
              </a:rPr>
              <a:t>QEMU采用ASLR技术随机化自身内存布局，导致攻击者无法直接确定攻击代码位置，需通过技术手段实现内存布局去随机化。</a:t>
            </a:r>
            <a:endParaRPr lang="zh-CN" altLang="en-US">
              <a:solidFill>
                <a:schemeClr val="tx1"/>
              </a:solidFill>
            </a:endParaRPr>
          </a:p>
        </p:txBody>
      </p:sp>
      <p:sp>
        <p:nvSpPr>
          <p:cNvPr id="7" name="装饰  9"/>
          <p:cNvSpPr>
            <a:spLocks noGrp="1"/>
          </p:cNvSpPr>
          <p:nvPr>
            <p:ph type="body" idx="16399"/>
            <p:custDataLst>
              <p:tags r:id="rId6"/>
            </p:custDataLst>
          </p:nvPr>
        </p:nvSpPr>
        <p:spPr/>
        <p:txBody>
          <a:bodyPr/>
          <a:p>
            <a:r>
              <a:rPr lang="zh-CN" altLang="en-US">
                <a:solidFill>
                  <a:schemeClr val="bg1"/>
                </a:solidFill>
              </a:rPr>
              <a:t> </a:t>
            </a:r>
            <a:endParaRPr lang="zh-CN" altLang="en-US">
              <a:solidFill>
                <a:schemeClr val="bg1"/>
              </a:solidFill>
            </a:endParaRPr>
          </a:p>
        </p:txBody>
      </p:sp>
      <p:sp>
        <p:nvSpPr>
          <p:cNvPr id="8" name="文本占位符 7"/>
          <p:cNvSpPr>
            <a:spLocks noGrp="1"/>
          </p:cNvSpPr>
          <p:nvPr>
            <p:ph type="body" idx="16391"/>
            <p:custDataLst>
              <p:tags r:id="rId7"/>
            </p:custDataLst>
          </p:nvPr>
        </p:nvSpPr>
        <p:spPr/>
        <p:txBody>
          <a:bodyPr/>
          <a:p>
            <a:r>
              <a:rPr lang="zh-CN" altLang="en-US">
                <a:solidFill>
                  <a:schemeClr val="bg1"/>
                </a:solidFill>
              </a:rPr>
              <a:t>02</a:t>
            </a:r>
            <a:endParaRPr lang="zh-CN" altLang="en-US">
              <a:solidFill>
                <a:schemeClr val="bg1"/>
              </a:solidFill>
            </a:endParaRPr>
          </a:p>
        </p:txBody>
      </p:sp>
      <p:sp>
        <p:nvSpPr>
          <p:cNvPr id="10" name="文本占位符 9"/>
          <p:cNvSpPr>
            <a:spLocks noGrp="1"/>
          </p:cNvSpPr>
          <p:nvPr>
            <p:ph type="body" idx="16390"/>
            <p:custDataLst>
              <p:tags r:id="rId8"/>
            </p:custDataLst>
          </p:nvPr>
        </p:nvSpPr>
        <p:spPr>
          <a:xfrm>
            <a:off x="7289864" y="2286000"/>
            <a:ext cx="4292600" cy="914400"/>
          </a:xfrm>
        </p:spPr>
        <p:txBody>
          <a:bodyPr>
            <a:normAutofit/>
          </a:bodyPr>
          <a:p>
            <a:r>
              <a:rPr lang="zh-CN" altLang="en-US">
                <a:solidFill>
                  <a:schemeClr val="tx1"/>
                </a:solidFill>
              </a:rPr>
              <a:t>通过反转攻击者和受害者角色进行</a:t>
            </a:r>
            <a:r>
              <a:rPr lang="en-US" altLang="zh-CN">
                <a:solidFill>
                  <a:schemeClr val="tx1"/>
                </a:solidFill>
              </a:rPr>
              <a:t>BTB</a:t>
            </a:r>
            <a:r>
              <a:rPr lang="zh-CN" altLang="en-US">
                <a:solidFill>
                  <a:schemeClr val="tx1"/>
                </a:solidFill>
              </a:rPr>
              <a:t>碰撞检测，实现部分代码</a:t>
            </a:r>
            <a:r>
              <a:rPr lang="en-US" altLang="zh-CN">
                <a:solidFill>
                  <a:schemeClr val="tx1"/>
                </a:solidFill>
              </a:rPr>
              <a:t>ASLR</a:t>
            </a:r>
            <a:r>
              <a:rPr lang="zh-CN" altLang="en-US">
                <a:solidFill>
                  <a:schemeClr val="tx1"/>
                </a:solidFill>
              </a:rPr>
              <a:t>去随机化。</a:t>
            </a:r>
            <a:endParaRPr lang="zh-CN" altLang="en-US">
              <a:solidFill>
                <a:schemeClr val="tx1"/>
              </a:solidFill>
            </a:endParaRPr>
          </a:p>
        </p:txBody>
      </p:sp>
      <p:sp>
        <p:nvSpPr>
          <p:cNvPr id="11" name="装饰  3"/>
          <p:cNvSpPr>
            <a:spLocks noGrp="1"/>
          </p:cNvSpPr>
          <p:nvPr>
            <p:ph type="body" idx="16400"/>
            <p:custDataLst>
              <p:tags r:id="rId9"/>
            </p:custDataLst>
          </p:nvPr>
        </p:nvSpPr>
        <p:spPr/>
        <p:txBody>
          <a:bodyPr/>
          <a:p>
            <a:r>
              <a:rPr lang="zh-CN" altLang="en-US">
                <a:solidFill>
                  <a:schemeClr val="bg1"/>
                </a:solidFill>
              </a:rPr>
              <a:t> </a:t>
            </a:r>
            <a:endParaRPr lang="zh-CN" altLang="en-US">
              <a:solidFill>
                <a:schemeClr val="bg1"/>
              </a:solidFill>
            </a:endParaRPr>
          </a:p>
        </p:txBody>
      </p:sp>
      <p:sp>
        <p:nvSpPr>
          <p:cNvPr id="12" name="文本占位符 11"/>
          <p:cNvSpPr>
            <a:spLocks noGrp="1"/>
          </p:cNvSpPr>
          <p:nvPr>
            <p:ph type="body" idx="16394"/>
            <p:custDataLst>
              <p:tags r:id="rId10"/>
            </p:custDataLst>
          </p:nvPr>
        </p:nvSpPr>
        <p:spPr/>
        <p:txBody>
          <a:bodyPr/>
          <a:p>
            <a:r>
              <a:rPr lang="zh-CN" altLang="en-US">
                <a:solidFill>
                  <a:schemeClr val="bg1"/>
                </a:solidFill>
              </a:rPr>
              <a:t>03</a:t>
            </a:r>
            <a:endParaRPr lang="zh-CN" altLang="en-US">
              <a:solidFill>
                <a:schemeClr val="bg1"/>
              </a:solidFill>
            </a:endParaRPr>
          </a:p>
        </p:txBody>
      </p:sp>
      <p:sp>
        <p:nvSpPr>
          <p:cNvPr id="14" name="文本占位符 13"/>
          <p:cNvSpPr>
            <a:spLocks noGrp="1"/>
          </p:cNvSpPr>
          <p:nvPr>
            <p:ph type="body" idx="16393"/>
            <p:custDataLst>
              <p:tags r:id="rId11"/>
            </p:custDataLst>
          </p:nvPr>
        </p:nvSpPr>
        <p:spPr>
          <a:xfrm>
            <a:off x="1574864" y="4114800"/>
            <a:ext cx="4292600" cy="914400"/>
          </a:xfrm>
        </p:spPr>
        <p:txBody>
          <a:bodyPr>
            <a:normAutofit/>
          </a:bodyPr>
          <a:p>
            <a:r>
              <a:rPr lang="zh-CN" altLang="en-US">
                <a:solidFill>
                  <a:schemeClr val="tx1"/>
                </a:solidFill>
              </a:rPr>
              <a:t>通过利用</a:t>
            </a:r>
            <a:r>
              <a:rPr lang="en-US" altLang="zh-CN">
                <a:solidFill>
                  <a:schemeClr val="tx1"/>
                </a:solidFill>
              </a:rPr>
              <a:t>2MB</a:t>
            </a:r>
            <a:r>
              <a:rPr lang="zh-CN" altLang="en-US">
                <a:solidFill>
                  <a:schemeClr val="tx1"/>
                </a:solidFill>
              </a:rPr>
              <a:t>大页特性暴力破解</a:t>
            </a:r>
            <a:r>
              <a:rPr lang="en-US" altLang="zh-CN">
                <a:solidFill>
                  <a:schemeClr val="tx1"/>
                </a:solidFill>
              </a:rPr>
              <a:t>VM</a:t>
            </a:r>
            <a:r>
              <a:rPr lang="zh-CN" altLang="en-US">
                <a:solidFill>
                  <a:schemeClr val="tx1"/>
                </a:solidFill>
              </a:rPr>
              <a:t>内存映射位置，定位重装缓冲区。</a:t>
            </a:r>
            <a:endParaRPr lang="zh-CN" altLang="en-US">
              <a:solidFill>
                <a:schemeClr val="tx1"/>
              </a:solidFill>
            </a:endParaRPr>
          </a:p>
        </p:txBody>
      </p:sp>
      <p:sp>
        <p:nvSpPr>
          <p:cNvPr id="15" name="装饰  7"/>
          <p:cNvSpPr>
            <a:spLocks noGrp="1"/>
          </p:cNvSpPr>
          <p:nvPr>
            <p:ph type="body" idx="16401"/>
            <p:custDataLst>
              <p:tags r:id="rId12"/>
            </p:custDataLst>
          </p:nvPr>
        </p:nvSpPr>
        <p:spPr/>
        <p:txBody>
          <a:bodyPr/>
          <a:p>
            <a:r>
              <a:rPr lang="zh-CN" altLang="en-US">
                <a:solidFill>
                  <a:schemeClr val="bg1"/>
                </a:solidFill>
              </a:rPr>
              <a:t> </a:t>
            </a:r>
            <a:endParaRPr lang="zh-CN" altLang="en-US">
              <a:solidFill>
                <a:schemeClr val="bg1"/>
              </a:solidFill>
            </a:endParaRPr>
          </a:p>
        </p:txBody>
      </p:sp>
      <p:sp>
        <p:nvSpPr>
          <p:cNvPr id="16" name="文本占位符 15"/>
          <p:cNvSpPr>
            <a:spLocks noGrp="1"/>
          </p:cNvSpPr>
          <p:nvPr>
            <p:ph type="body" idx="16397"/>
            <p:custDataLst>
              <p:tags r:id="rId13"/>
            </p:custDataLst>
          </p:nvPr>
        </p:nvSpPr>
        <p:spPr/>
        <p:txBody>
          <a:bodyPr/>
          <a:p>
            <a:r>
              <a:rPr lang="zh-CN" altLang="en-US">
                <a:solidFill>
                  <a:schemeClr val="bg1"/>
                </a:solidFill>
              </a:rPr>
              <a:t>04</a:t>
            </a:r>
            <a:endParaRPr lang="zh-CN" altLang="en-US">
              <a:solidFill>
                <a:schemeClr val="bg1"/>
              </a:solidFill>
            </a:endParaRPr>
          </a:p>
        </p:txBody>
      </p:sp>
      <p:sp>
        <p:nvSpPr>
          <p:cNvPr id="18" name="文本占位符 17"/>
          <p:cNvSpPr>
            <a:spLocks noGrp="1"/>
          </p:cNvSpPr>
          <p:nvPr>
            <p:ph type="body" idx="16396"/>
            <p:custDataLst>
              <p:tags r:id="rId14"/>
            </p:custDataLst>
          </p:nvPr>
        </p:nvSpPr>
        <p:spPr>
          <a:xfrm>
            <a:off x="7289864" y="4114800"/>
            <a:ext cx="4292600" cy="914400"/>
          </a:xfrm>
        </p:spPr>
        <p:txBody>
          <a:bodyPr>
            <a:normAutofit/>
          </a:bodyPr>
          <a:p>
            <a:r>
              <a:rPr lang="zh-CN" altLang="en-US">
                <a:solidFill>
                  <a:schemeClr val="tx1"/>
                </a:solidFill>
              </a:rPr>
              <a:t>通过泄露受害者分支处</a:t>
            </a:r>
            <a:r>
              <a:rPr lang="en-US" altLang="zh-CN">
                <a:solidFill>
                  <a:schemeClr val="tx1"/>
                </a:solidFill>
              </a:rPr>
              <a:t>RAX</a:t>
            </a:r>
            <a:r>
              <a:rPr lang="zh-CN" altLang="en-US">
                <a:solidFill>
                  <a:schemeClr val="tx1"/>
                </a:solidFill>
              </a:rPr>
              <a:t>寄存器包含的代码指针并计算完整位置，完全破解代码</a:t>
            </a:r>
            <a:r>
              <a:rPr lang="en-US" altLang="zh-CN">
                <a:solidFill>
                  <a:schemeClr val="tx1"/>
                </a:solidFill>
              </a:rPr>
              <a:t>ASLR</a:t>
            </a:r>
            <a:r>
              <a:rPr lang="zh-CN" altLang="en-US">
                <a:solidFill>
                  <a:schemeClr val="tx1"/>
                </a:solidFill>
              </a:rPr>
              <a:t>。</a:t>
            </a:r>
            <a:endParaRPr lang="zh-CN" altLang="en-US">
              <a:solidFill>
                <a:schemeClr val="tx1"/>
              </a:solidFill>
            </a:endParaRPr>
          </a:p>
        </p:txBody>
      </p:sp>
    </p:spTree>
    <p:custDataLst>
      <p:tags r:id="rId1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14400" y="228600"/>
            <a:ext cx="10972800" cy="609600"/>
          </a:xfrm>
        </p:spPr>
        <p:txBody>
          <a:bodyPr>
            <a:noAutofit/>
          </a:bodyPr>
          <a:p>
            <a:r>
              <a:rPr lang="zh-CN" altLang="en-US" sz="2600">
                <a:solidFill>
                  <a:schemeClr val="bg1"/>
                </a:solidFill>
              </a:rPr>
              <a:t>步骤2：找到gadgets工具集并确定reload buffer address</a:t>
            </a:r>
            <a:endParaRPr lang="zh-CN" altLang="en-US" sz="2600">
              <a:solidFill>
                <a:schemeClr val="bg1"/>
              </a:solidFill>
            </a:endParaRPr>
          </a:p>
        </p:txBody>
      </p:sp>
      <p:sp>
        <p:nvSpPr>
          <p:cNvPr id="3" name="文本占位符 2"/>
          <p:cNvSpPr>
            <a:spLocks noGrp="1"/>
          </p:cNvSpPr>
          <p:nvPr>
            <p:ph type="body" idx="16388"/>
            <p:custDataLst>
              <p:tags r:id="rId2"/>
            </p:custDataLst>
          </p:nvPr>
        </p:nvSpPr>
        <p:spPr/>
        <p:txBody>
          <a:bodyPr/>
          <a:p>
            <a:r>
              <a:rPr lang="zh-CN" altLang="en-US">
                <a:solidFill>
                  <a:schemeClr val="accent1"/>
                </a:solidFill>
              </a:rPr>
              <a:t>01</a:t>
            </a:r>
            <a:endParaRPr lang="zh-CN" altLang="en-US">
              <a:solidFill>
                <a:schemeClr val="accent1"/>
              </a:solidFill>
            </a:endParaRPr>
          </a:p>
        </p:txBody>
      </p:sp>
      <p:sp>
        <p:nvSpPr>
          <p:cNvPr id="4" name="文本占位符 3"/>
          <p:cNvSpPr>
            <a:spLocks noGrp="1"/>
          </p:cNvSpPr>
          <p:nvPr>
            <p:ph type="body" idx="16386"/>
            <p:custDataLst>
              <p:tags r:id="rId3"/>
            </p:custDataLst>
          </p:nvPr>
        </p:nvSpPr>
        <p:spPr/>
        <p:txBody>
          <a:bodyPr>
            <a:normAutofit/>
          </a:bodyPr>
          <a:p>
            <a:r>
              <a:rPr lang="zh-CN" altLang="en-US" sz="2200">
                <a:solidFill>
                  <a:schemeClr val="tx1"/>
                </a:solidFill>
              </a:rPr>
              <a:t>gadgets工具集</a:t>
            </a:r>
            <a:endParaRPr lang="zh-CN" altLang="en-US" sz="2200">
              <a:solidFill>
                <a:schemeClr val="tx1"/>
              </a:solidFill>
            </a:endParaRPr>
          </a:p>
        </p:txBody>
      </p:sp>
      <p:sp>
        <p:nvSpPr>
          <p:cNvPr id="5" name="文本占位符 4"/>
          <p:cNvSpPr>
            <a:spLocks noGrp="1"/>
          </p:cNvSpPr>
          <p:nvPr>
            <p:ph type="body" idx="16387"/>
            <p:custDataLst>
              <p:tags r:id="rId4"/>
            </p:custDataLst>
          </p:nvPr>
        </p:nvSpPr>
        <p:spPr/>
        <p:txBody>
          <a:bodyPr>
            <a:normAutofit/>
          </a:bodyPr>
          <a:p>
            <a:r>
              <a:rPr lang="zh-CN" altLang="en-US">
                <a:solidFill>
                  <a:schemeClr val="tx1"/>
                </a:solidFill>
              </a:rPr>
              <a:t>通过分析</a:t>
            </a:r>
            <a:r>
              <a:rPr lang="en-US" altLang="zh-CN">
                <a:solidFill>
                  <a:schemeClr val="tx1"/>
                </a:solidFill>
              </a:rPr>
              <a:t>QEMU</a:t>
            </a:r>
            <a:r>
              <a:rPr lang="zh-CN" altLang="en-US">
                <a:solidFill>
                  <a:schemeClr val="tx1"/>
                </a:solidFill>
              </a:rPr>
              <a:t>进程内存布局及指令序列特征，筛选可用于推测执行的代码片段，构建攻击所需的</a:t>
            </a:r>
            <a:r>
              <a:rPr lang="en-US" altLang="zh-CN">
                <a:solidFill>
                  <a:schemeClr val="tx1"/>
                </a:solidFill>
              </a:rPr>
              <a:t>gadgets</a:t>
            </a:r>
            <a:r>
              <a:rPr lang="zh-CN" altLang="en-US">
                <a:solidFill>
                  <a:schemeClr val="tx1"/>
                </a:solidFill>
              </a:rPr>
              <a:t>工具集。</a:t>
            </a:r>
            <a:endParaRPr lang="zh-CN" altLang="en-US">
              <a:solidFill>
                <a:schemeClr val="tx1"/>
              </a:solidFill>
            </a:endParaRPr>
          </a:p>
        </p:txBody>
      </p:sp>
      <p:sp>
        <p:nvSpPr>
          <p:cNvPr id="6" name="文本占位符 5"/>
          <p:cNvSpPr>
            <a:spLocks noGrp="1"/>
          </p:cNvSpPr>
          <p:nvPr>
            <p:ph type="body" idx="16391"/>
            <p:custDataLst>
              <p:tags r:id="rId5"/>
            </p:custDataLst>
          </p:nvPr>
        </p:nvSpPr>
        <p:spPr/>
        <p:txBody>
          <a:bodyPr/>
          <a:p>
            <a:r>
              <a:rPr lang="zh-CN" altLang="en-US">
                <a:solidFill>
                  <a:schemeClr val="accent1"/>
                </a:solidFill>
              </a:rPr>
              <a:t>02</a:t>
            </a:r>
            <a:endParaRPr lang="zh-CN" altLang="en-US">
              <a:solidFill>
                <a:schemeClr val="accent1"/>
              </a:solidFill>
            </a:endParaRPr>
          </a:p>
        </p:txBody>
      </p:sp>
      <p:sp>
        <p:nvSpPr>
          <p:cNvPr id="7" name="文本占位符 6"/>
          <p:cNvSpPr>
            <a:spLocks noGrp="1"/>
          </p:cNvSpPr>
          <p:nvPr>
            <p:ph type="body" idx="16389"/>
            <p:custDataLst>
              <p:tags r:id="rId6"/>
            </p:custDataLst>
          </p:nvPr>
        </p:nvSpPr>
        <p:spPr/>
        <p:txBody>
          <a:bodyPr>
            <a:normAutofit/>
          </a:bodyPr>
          <a:p>
            <a:r>
              <a:rPr lang="zh-CN" altLang="en-US" sz="2200">
                <a:solidFill>
                  <a:schemeClr val="tx1"/>
                </a:solidFill>
              </a:rPr>
              <a:t>Reload Buffer的关键概念</a:t>
            </a:r>
            <a:endParaRPr lang="zh-CN" altLang="en-US" sz="2200">
              <a:solidFill>
                <a:schemeClr val="tx1"/>
              </a:solidFill>
            </a:endParaRPr>
          </a:p>
        </p:txBody>
      </p:sp>
      <p:sp>
        <p:nvSpPr>
          <p:cNvPr id="8" name="文本占位符 7"/>
          <p:cNvSpPr>
            <a:spLocks noGrp="1"/>
          </p:cNvSpPr>
          <p:nvPr>
            <p:ph type="body" idx="16390"/>
            <p:custDataLst>
              <p:tags r:id="rId7"/>
            </p:custDataLst>
          </p:nvPr>
        </p:nvSpPr>
        <p:spPr/>
        <p:txBody>
          <a:bodyPr>
            <a:normAutofit/>
          </a:bodyPr>
          <a:p>
            <a:r>
              <a:rPr lang="zh-CN" altLang="en-US">
                <a:solidFill>
                  <a:schemeClr val="tx1"/>
                </a:solidFill>
              </a:rPr>
              <a:t>用于执行FLUSH+RELOAD缓存攻击的内存区域，通过检测该区域的访问时间差异，可判断目标内存是否被访问。</a:t>
            </a:r>
            <a:endParaRPr lang="zh-CN" altLang="en-US">
              <a:solidFill>
                <a:schemeClr val="tx1"/>
              </a:solidFill>
            </a:endParaRPr>
          </a:p>
        </p:txBody>
      </p:sp>
      <p:sp>
        <p:nvSpPr>
          <p:cNvPr id="12" name="文本占位符 11"/>
          <p:cNvSpPr>
            <a:spLocks noGrp="1"/>
          </p:cNvSpPr>
          <p:nvPr>
            <p:ph type="body" idx="16397"/>
            <p:custDataLst>
              <p:tags r:id="rId8"/>
            </p:custDataLst>
          </p:nvPr>
        </p:nvSpPr>
        <p:spPr>
          <a:xfrm>
            <a:off x="628650" y="4082143"/>
            <a:ext cx="723900" cy="609600"/>
          </a:xfrm>
        </p:spPr>
        <p:txBody>
          <a:bodyPr/>
          <a:p>
            <a:r>
              <a:rPr lang="zh-CN" altLang="en-US">
                <a:solidFill>
                  <a:schemeClr val="accent1"/>
                </a:solidFill>
              </a:rPr>
              <a:t>0</a:t>
            </a:r>
            <a:r>
              <a:rPr lang="en-US" altLang="zh-CN">
                <a:solidFill>
                  <a:schemeClr val="accent1"/>
                </a:solidFill>
                <a:cs typeface="Arial" panose="020B0604020202020204" pitchFamily="34" charset="0"/>
              </a:rPr>
              <a:t>3</a:t>
            </a:r>
            <a:endParaRPr lang="zh-CN" altLang="en-US">
              <a:solidFill>
                <a:schemeClr val="accent1"/>
              </a:solidFill>
            </a:endParaRPr>
          </a:p>
        </p:txBody>
      </p:sp>
      <p:sp>
        <p:nvSpPr>
          <p:cNvPr id="13" name="文本占位符 12"/>
          <p:cNvSpPr>
            <a:spLocks noGrp="1"/>
          </p:cNvSpPr>
          <p:nvPr>
            <p:ph type="body" idx="16395"/>
            <p:custDataLst>
              <p:tags r:id="rId9"/>
            </p:custDataLst>
          </p:nvPr>
        </p:nvSpPr>
        <p:spPr>
          <a:xfrm>
            <a:off x="1574800" y="4005943"/>
            <a:ext cx="4292600" cy="406400"/>
          </a:xfrm>
        </p:spPr>
        <p:txBody>
          <a:bodyPr>
            <a:normAutofit/>
          </a:bodyPr>
          <a:p>
            <a:r>
              <a:rPr lang="zh-CN" altLang="en-US">
                <a:solidFill>
                  <a:schemeClr val="tx1"/>
                </a:solidFill>
              </a:rPr>
              <a:t>reload buffer address</a:t>
            </a:r>
            <a:endParaRPr lang="zh-CN" altLang="en-US">
              <a:solidFill>
                <a:schemeClr val="tx1"/>
              </a:solidFill>
            </a:endParaRPr>
          </a:p>
        </p:txBody>
      </p:sp>
      <p:sp>
        <p:nvSpPr>
          <p:cNvPr id="14" name="文本占位符 13"/>
          <p:cNvSpPr>
            <a:spLocks noGrp="1"/>
          </p:cNvSpPr>
          <p:nvPr>
            <p:ph type="body" idx="16396"/>
            <p:custDataLst>
              <p:tags r:id="rId10"/>
            </p:custDataLst>
          </p:nvPr>
        </p:nvSpPr>
        <p:spPr>
          <a:xfrm>
            <a:off x="1574800" y="4463143"/>
            <a:ext cx="4292600" cy="1219200"/>
          </a:xfrm>
        </p:spPr>
        <p:txBody>
          <a:bodyPr>
            <a:normAutofit/>
          </a:bodyPr>
          <a:p>
            <a:r>
              <a:rPr lang="zh-CN" altLang="en-US">
                <a:solidFill>
                  <a:schemeClr val="tx1"/>
                </a:solidFill>
              </a:rPr>
              <a:t>找到</a:t>
            </a:r>
            <a:r>
              <a:rPr lang="en-US" altLang="zh-CN">
                <a:solidFill>
                  <a:schemeClr val="tx1"/>
                </a:solidFill>
              </a:rPr>
              <a:t>QEMU</a:t>
            </a:r>
            <a:r>
              <a:rPr lang="zh-CN" altLang="en-US">
                <a:solidFill>
                  <a:schemeClr val="tx1"/>
                </a:solidFill>
              </a:rPr>
              <a:t>进程映射</a:t>
            </a:r>
            <a:r>
              <a:rPr lang="en-US" altLang="zh-CN">
                <a:solidFill>
                  <a:schemeClr val="tx1"/>
                </a:solidFill>
              </a:rPr>
              <a:t>VM</a:t>
            </a:r>
            <a:r>
              <a:rPr lang="zh-CN" altLang="en-US">
                <a:solidFill>
                  <a:schemeClr val="tx1"/>
                </a:solidFill>
              </a:rPr>
              <a:t>内存的虚拟地址，该内存区域与</a:t>
            </a:r>
            <a:r>
              <a:rPr lang="en-US" altLang="zh-CN">
                <a:solidFill>
                  <a:schemeClr val="tx1"/>
                </a:solidFill>
              </a:rPr>
              <a:t>guest</a:t>
            </a:r>
            <a:r>
              <a:rPr lang="zh-CN" altLang="en-US">
                <a:solidFill>
                  <a:schemeClr val="tx1"/>
                </a:solidFill>
              </a:rPr>
              <a:t>共享。功能：提供</a:t>
            </a:r>
            <a:r>
              <a:rPr lang="en-US" altLang="zh-CN">
                <a:solidFill>
                  <a:schemeClr val="tx1"/>
                </a:solidFill>
              </a:rPr>
              <a:t>FLUSH+RELOAD</a:t>
            </a:r>
            <a:r>
              <a:rPr lang="zh-CN" altLang="en-US">
                <a:solidFill>
                  <a:schemeClr val="tx1"/>
                </a:solidFill>
              </a:rPr>
              <a:t>侧信道所需的探测内存，通过检测缓存命中</a:t>
            </a:r>
            <a:r>
              <a:rPr lang="en-US" altLang="zh-CN">
                <a:solidFill>
                  <a:schemeClr val="tx1"/>
                </a:solidFill>
              </a:rPr>
              <a:t>/</a:t>
            </a:r>
            <a:r>
              <a:rPr lang="zh-CN" altLang="en-US">
                <a:solidFill>
                  <a:schemeClr val="tx1"/>
                </a:solidFill>
              </a:rPr>
              <a:t>未命中推断秘密值。</a:t>
            </a:r>
            <a:endParaRPr lang="zh-CN" altLang="en-US">
              <a:solidFill>
                <a:schemeClr val="tx1"/>
              </a:solidFill>
            </a:endParaRPr>
          </a:p>
        </p:txBody>
      </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14400" y="173567"/>
            <a:ext cx="10972800" cy="609600"/>
          </a:xfrm>
        </p:spPr>
        <p:txBody>
          <a:bodyPr>
            <a:normAutofit/>
          </a:bodyPr>
          <a:p>
            <a:r>
              <a:rPr lang="zh-CN" altLang="en-US">
                <a:solidFill>
                  <a:schemeClr val="bg1"/>
                </a:solidFill>
              </a:rPr>
              <a:t>步骤</a:t>
            </a:r>
            <a:r>
              <a:rPr lang="en-US" altLang="zh-CN">
                <a:solidFill>
                  <a:schemeClr val="bg1"/>
                </a:solidFill>
              </a:rPr>
              <a:t>3</a:t>
            </a:r>
            <a:r>
              <a:rPr lang="zh-CN" altLang="en-US">
                <a:solidFill>
                  <a:schemeClr val="bg1"/>
                </a:solidFill>
              </a:rPr>
              <a:t>：构建</a:t>
            </a:r>
            <a:r>
              <a:rPr lang="en-US" altLang="zh-CN">
                <a:solidFill>
                  <a:schemeClr val="bg1"/>
                </a:solidFill>
              </a:rPr>
              <a:t>LLC</a:t>
            </a:r>
            <a:r>
              <a:rPr lang="zh-CN" altLang="en-US">
                <a:solidFill>
                  <a:schemeClr val="bg1"/>
                </a:solidFill>
              </a:rPr>
              <a:t>驱逐集并测试有效性</a:t>
            </a:r>
            <a:endParaRPr lang="zh-CN" altLang="en-US">
              <a:solidFill>
                <a:schemeClr val="bg1"/>
              </a:solidFill>
            </a:endParaRPr>
          </a:p>
        </p:txBody>
      </p:sp>
      <p:sp>
        <p:nvSpPr>
          <p:cNvPr id="3" name="装饰  5"/>
          <p:cNvSpPr>
            <a:spLocks noGrp="1"/>
          </p:cNvSpPr>
          <p:nvPr>
            <p:ph type="body" idx="16392"/>
            <p:custDataLst>
              <p:tags r:id="rId2"/>
            </p:custDataLst>
          </p:nvPr>
        </p:nvSpPr>
        <p:spPr>
          <a:xfrm>
            <a:off x="493183" y="1672167"/>
            <a:ext cx="3454400" cy="2692400"/>
          </a:xfrm>
        </p:spPr>
        <p:txBody>
          <a:bodyPr/>
          <a:p>
            <a:r>
              <a:rPr lang="zh-CN" altLang="en-US">
                <a:solidFill>
                  <a:schemeClr val="tx1"/>
                </a:solidFill>
              </a:rPr>
              <a:t> </a:t>
            </a:r>
            <a:endParaRPr lang="zh-CN" altLang="en-US">
              <a:solidFill>
                <a:schemeClr val="tx1"/>
              </a:solidFill>
            </a:endParaRPr>
          </a:p>
        </p:txBody>
      </p:sp>
      <p:sp>
        <p:nvSpPr>
          <p:cNvPr id="5" name="文本占位符 4"/>
          <p:cNvSpPr>
            <a:spLocks noGrp="1"/>
          </p:cNvSpPr>
          <p:nvPr>
            <p:ph type="body" idx="16386"/>
            <p:custDataLst>
              <p:tags r:id="rId3"/>
            </p:custDataLst>
          </p:nvPr>
        </p:nvSpPr>
        <p:spPr>
          <a:xfrm>
            <a:off x="797983" y="1875367"/>
            <a:ext cx="2844800" cy="406400"/>
          </a:xfrm>
        </p:spPr>
        <p:txBody>
          <a:bodyPr>
            <a:normAutofit/>
          </a:bodyPr>
          <a:p>
            <a:r>
              <a:rPr lang="zh-CN" altLang="en-US">
                <a:solidFill>
                  <a:schemeClr val="tx1"/>
                </a:solidFill>
              </a:rPr>
              <a:t>推测窗口定义</a:t>
            </a:r>
            <a:endParaRPr lang="zh-CN" altLang="en-US">
              <a:solidFill>
                <a:schemeClr val="tx1"/>
              </a:solidFill>
            </a:endParaRPr>
          </a:p>
        </p:txBody>
      </p:sp>
      <p:sp>
        <p:nvSpPr>
          <p:cNvPr id="6" name="文本占位符 5"/>
          <p:cNvSpPr>
            <a:spLocks noGrp="1"/>
          </p:cNvSpPr>
          <p:nvPr>
            <p:ph type="body" idx="16387"/>
            <p:custDataLst>
              <p:tags r:id="rId4"/>
            </p:custDataLst>
          </p:nvPr>
        </p:nvSpPr>
        <p:spPr>
          <a:xfrm>
            <a:off x="797983" y="2332567"/>
            <a:ext cx="2844800" cy="1828800"/>
          </a:xfrm>
        </p:spPr>
        <p:txBody>
          <a:bodyPr>
            <a:normAutofit lnSpcReduction="10000"/>
          </a:bodyPr>
          <a:p>
            <a:r>
              <a:rPr lang="zh-CN" altLang="en-US" sz="1100">
                <a:solidFill>
                  <a:schemeClr val="tx1"/>
                </a:solidFill>
              </a:rPr>
              <a:t>指CPU在错误推测执行指令后，从开始执行到发现错误并撤销架构状态的时间窗口，期间微架构状态（如缓存）的变更未被完全清除，成为侧信道攻击可利用的痕迹窗口。</a:t>
            </a:r>
            <a:endParaRPr lang="zh-CN" altLang="en-US" sz="1100">
              <a:solidFill>
                <a:schemeClr val="tx1"/>
              </a:solidFill>
            </a:endParaRPr>
          </a:p>
        </p:txBody>
      </p:sp>
      <p:sp>
        <p:nvSpPr>
          <p:cNvPr id="7" name="装饰  9"/>
          <p:cNvSpPr>
            <a:spLocks noGrp="1"/>
          </p:cNvSpPr>
          <p:nvPr>
            <p:ph type="body" idx="16394"/>
            <p:custDataLst>
              <p:tags r:id="rId5"/>
            </p:custDataLst>
          </p:nvPr>
        </p:nvSpPr>
        <p:spPr>
          <a:xfrm>
            <a:off x="4252383" y="1672167"/>
            <a:ext cx="3454400" cy="2692400"/>
          </a:xfrm>
        </p:spPr>
        <p:txBody>
          <a:bodyPr/>
          <a:p>
            <a:r>
              <a:rPr lang="zh-CN" altLang="en-US">
                <a:solidFill>
                  <a:schemeClr val="tx1"/>
                </a:solidFill>
              </a:rPr>
              <a:t> </a:t>
            </a:r>
            <a:endParaRPr lang="zh-CN" altLang="en-US">
              <a:solidFill>
                <a:schemeClr val="tx1"/>
              </a:solidFill>
            </a:endParaRPr>
          </a:p>
        </p:txBody>
      </p:sp>
      <p:sp>
        <p:nvSpPr>
          <p:cNvPr id="9" name="文本占位符 8"/>
          <p:cNvSpPr>
            <a:spLocks noGrp="1"/>
          </p:cNvSpPr>
          <p:nvPr>
            <p:ph type="body" idx="16388"/>
            <p:custDataLst>
              <p:tags r:id="rId6"/>
            </p:custDataLst>
          </p:nvPr>
        </p:nvSpPr>
        <p:spPr>
          <a:xfrm>
            <a:off x="4557183" y="1875367"/>
            <a:ext cx="2844800" cy="406400"/>
          </a:xfrm>
        </p:spPr>
        <p:txBody>
          <a:bodyPr>
            <a:normAutofit/>
          </a:bodyPr>
          <a:p>
            <a:r>
              <a:rPr lang="zh-CN" altLang="en-US">
                <a:solidFill>
                  <a:schemeClr val="tx1"/>
                </a:solidFill>
              </a:rPr>
              <a:t>推测执行流程节点</a:t>
            </a:r>
            <a:endParaRPr lang="zh-CN" altLang="en-US">
              <a:solidFill>
                <a:schemeClr val="tx1"/>
              </a:solidFill>
            </a:endParaRPr>
          </a:p>
        </p:txBody>
      </p:sp>
      <p:sp>
        <p:nvSpPr>
          <p:cNvPr id="10" name="文本占位符 9"/>
          <p:cNvSpPr>
            <a:spLocks noGrp="1"/>
          </p:cNvSpPr>
          <p:nvPr>
            <p:ph type="body" idx="16389"/>
            <p:custDataLst>
              <p:tags r:id="rId7"/>
            </p:custDataLst>
          </p:nvPr>
        </p:nvSpPr>
        <p:spPr>
          <a:xfrm>
            <a:off x="4557183" y="2332567"/>
            <a:ext cx="2844800" cy="1828800"/>
          </a:xfrm>
        </p:spPr>
        <p:txBody>
          <a:bodyPr>
            <a:normAutofit fontScale="70000"/>
          </a:bodyPr>
          <a:p>
            <a:r>
              <a:rPr lang="zh-CN" altLang="en-US">
                <a:solidFill>
                  <a:schemeClr val="tx1"/>
                </a:solidFill>
              </a:rPr>
              <a:t>1. 取指解码：CPU获取并解码指令；2. 分支预测：遇到条件分支时，分支预测器给出预测方向；3. 推测执行：基于预测进入推测域执行后续指令，访问数据并加载到缓存；4. 结果校验：实际条件结果计算完成，判断预测是否正确；5. 结果提交/回滚：预测正确则提交结果，错误则回滚架构状态，但微架构状态变更残留。</a:t>
            </a:r>
            <a:endParaRPr lang="zh-CN" altLang="en-US">
              <a:solidFill>
                <a:schemeClr val="tx1"/>
              </a:solidFill>
            </a:endParaRPr>
          </a:p>
        </p:txBody>
      </p:sp>
      <p:sp>
        <p:nvSpPr>
          <p:cNvPr id="11" name="装饰  3"/>
          <p:cNvSpPr>
            <a:spLocks noGrp="1"/>
          </p:cNvSpPr>
          <p:nvPr>
            <p:ph type="body" idx="16396"/>
            <p:custDataLst>
              <p:tags r:id="rId8"/>
            </p:custDataLst>
          </p:nvPr>
        </p:nvSpPr>
        <p:spPr>
          <a:xfrm>
            <a:off x="8011583" y="1672167"/>
            <a:ext cx="3454400" cy="2692400"/>
          </a:xfrm>
        </p:spPr>
        <p:txBody>
          <a:bodyPr/>
          <a:p>
            <a:r>
              <a:rPr lang="zh-CN" altLang="en-US">
                <a:solidFill>
                  <a:schemeClr val="tx1"/>
                </a:solidFill>
              </a:rPr>
              <a:t> </a:t>
            </a:r>
            <a:endParaRPr lang="zh-CN" altLang="en-US">
              <a:solidFill>
                <a:schemeClr val="tx1"/>
              </a:solidFill>
            </a:endParaRPr>
          </a:p>
        </p:txBody>
      </p:sp>
      <p:sp>
        <p:nvSpPr>
          <p:cNvPr id="13" name="文本占位符 12"/>
          <p:cNvSpPr>
            <a:spLocks noGrp="1"/>
          </p:cNvSpPr>
          <p:nvPr>
            <p:ph type="body" idx="16390"/>
            <p:custDataLst>
              <p:tags r:id="rId9"/>
            </p:custDataLst>
          </p:nvPr>
        </p:nvSpPr>
        <p:spPr>
          <a:xfrm>
            <a:off x="8316383" y="1875367"/>
            <a:ext cx="2844800" cy="406400"/>
          </a:xfrm>
        </p:spPr>
        <p:txBody>
          <a:bodyPr>
            <a:normAutofit/>
          </a:bodyPr>
          <a:p>
            <a:r>
              <a:rPr lang="zh-CN" altLang="en-US">
                <a:solidFill>
                  <a:schemeClr val="tx1"/>
                </a:solidFill>
              </a:rPr>
              <a:t>关键风险点</a:t>
            </a:r>
            <a:endParaRPr lang="zh-CN" altLang="en-US">
              <a:solidFill>
                <a:schemeClr val="tx1"/>
              </a:solidFill>
            </a:endParaRPr>
          </a:p>
        </p:txBody>
      </p:sp>
      <p:sp>
        <p:nvSpPr>
          <p:cNvPr id="14" name="文本占位符 13"/>
          <p:cNvSpPr>
            <a:spLocks noGrp="1"/>
          </p:cNvSpPr>
          <p:nvPr>
            <p:ph type="body" idx="16391"/>
            <p:custDataLst>
              <p:tags r:id="rId10"/>
            </p:custDataLst>
          </p:nvPr>
        </p:nvSpPr>
        <p:spPr>
          <a:xfrm>
            <a:off x="8316383" y="2332567"/>
            <a:ext cx="2844800" cy="1828800"/>
          </a:xfrm>
        </p:spPr>
        <p:txBody>
          <a:bodyPr>
            <a:normAutofit/>
          </a:bodyPr>
          <a:p>
            <a:r>
              <a:rPr lang="zh-CN" altLang="en-US" sz="1100">
                <a:solidFill>
                  <a:schemeClr val="tx1"/>
                </a:solidFill>
              </a:rPr>
              <a:t>推测窗口关闭时，CPU仅恢复架构状态，微架构状态（如缓存内容）的变更未被清除，攻击者可通过侧信道技术（如FLUSH+RELOAD）检测这些残留痕迹，实现敏感信息泄露。</a:t>
            </a:r>
            <a:endParaRPr lang="zh-CN" altLang="en-US" sz="1100">
              <a:solidFill>
                <a:schemeClr val="tx1"/>
              </a:solidFill>
            </a:endParaRPr>
          </a:p>
        </p:txBody>
      </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822960" y="171450"/>
            <a:ext cx="10972800" cy="609600"/>
          </a:xfrm>
        </p:spPr>
        <p:txBody>
          <a:bodyPr>
            <a:normAutofit/>
          </a:bodyPr>
          <a:p>
            <a:r>
              <a:rPr lang="zh-CN" altLang="en-US">
                <a:solidFill>
                  <a:schemeClr val="bg1"/>
                </a:solidFill>
              </a:rPr>
              <a:t>步骤3：构建LLC驱逐集并测试有效性</a:t>
            </a:r>
            <a:endParaRPr lang="zh-CN" altLang="en-US">
              <a:solidFill>
                <a:schemeClr val="bg1"/>
              </a:solidFill>
            </a:endParaRPr>
          </a:p>
        </p:txBody>
      </p:sp>
      <p:sp>
        <p:nvSpPr>
          <p:cNvPr id="3" name="装饰  5"/>
          <p:cNvSpPr>
            <a:spLocks noGrp="1"/>
          </p:cNvSpPr>
          <p:nvPr>
            <p:ph type="body" idx="16393"/>
            <p:custDataLst>
              <p:tags r:id="rId2"/>
            </p:custDataLst>
          </p:nvPr>
        </p:nvSpPr>
        <p:spPr/>
        <p:txBody>
          <a:bodyPr/>
          <a:p>
            <a:r>
              <a:rPr lang="zh-CN" altLang="en-US">
                <a:solidFill>
                  <a:schemeClr val="bg1"/>
                </a:solidFill>
              </a:rPr>
              <a:t> </a:t>
            </a:r>
            <a:endParaRPr lang="zh-CN" altLang="en-US">
              <a:solidFill>
                <a:schemeClr val="bg1"/>
              </a:solidFill>
            </a:endParaRPr>
          </a:p>
        </p:txBody>
      </p:sp>
      <p:pic>
        <p:nvPicPr>
          <p:cNvPr id="16" name="图片占位符 15"/>
          <p:cNvPicPr/>
          <p:nvPr>
            <p:ph type="pic" idx="16392"/>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822960" y="1915160"/>
            <a:ext cx="487680" cy="487680"/>
          </a:xfrm>
          <a:prstGeom prst="rect">
            <a:avLst/>
          </a:prstGeom>
        </p:spPr>
      </p:pic>
      <p:sp>
        <p:nvSpPr>
          <p:cNvPr id="5" name="文本占位符 4"/>
          <p:cNvSpPr>
            <a:spLocks noGrp="1"/>
          </p:cNvSpPr>
          <p:nvPr>
            <p:ph type="body" idx="16386"/>
            <p:custDataLst>
              <p:tags r:id="rId6"/>
            </p:custDataLst>
          </p:nvPr>
        </p:nvSpPr>
        <p:spPr>
          <a:xfrm>
            <a:off x="1777937" y="933450"/>
            <a:ext cx="9804400" cy="406400"/>
          </a:xfrm>
        </p:spPr>
        <p:txBody>
          <a:bodyPr>
            <a:normAutofit/>
          </a:bodyPr>
          <a:p>
            <a:r>
              <a:rPr lang="zh-CN" altLang="en-US">
                <a:solidFill>
                  <a:schemeClr val="tx1"/>
                </a:solidFill>
              </a:rPr>
              <a:t>为什么需要扩大推测窗口？</a:t>
            </a:r>
            <a:endParaRPr lang="zh-CN" altLang="en-US">
              <a:solidFill>
                <a:schemeClr val="tx1"/>
              </a:solidFill>
            </a:endParaRPr>
          </a:p>
        </p:txBody>
      </p:sp>
      <p:sp>
        <p:nvSpPr>
          <p:cNvPr id="6" name="文本占位符 5"/>
          <p:cNvSpPr>
            <a:spLocks noGrp="1"/>
          </p:cNvSpPr>
          <p:nvPr>
            <p:ph type="body" idx="16387"/>
            <p:custDataLst>
              <p:tags r:id="rId7"/>
            </p:custDataLst>
          </p:nvPr>
        </p:nvSpPr>
        <p:spPr>
          <a:xfrm>
            <a:off x="1777937" y="1339787"/>
            <a:ext cx="10204450" cy="1987677"/>
          </a:xfrm>
        </p:spPr>
        <p:txBody>
          <a:bodyPr>
            <a:normAutofit fontScale="90000"/>
          </a:bodyPr>
          <a:p>
            <a:r>
              <a:rPr lang="zh-CN" altLang="en-US">
                <a:solidFill>
                  <a:schemeClr val="tx1"/>
                </a:solidFill>
              </a:rPr>
              <a:t>在构建端到端的内存泄漏漏洞利用时，受害者分支的推测窗口过短。</a:t>
            </a:r>
            <a:endParaRPr lang="zh-CN" altLang="en-US">
              <a:solidFill>
                <a:schemeClr val="tx1"/>
              </a:solidFill>
            </a:endParaRPr>
          </a:p>
          <a:p>
            <a:r>
              <a:rPr lang="en-US" altLang="zh-CN">
                <a:solidFill>
                  <a:schemeClr val="tx1"/>
                </a:solidFill>
              </a:rPr>
              <a:t>- </a:t>
            </a:r>
            <a:r>
              <a:rPr lang="zh-CN" altLang="en-US">
                <a:solidFill>
                  <a:schemeClr val="tx1"/>
                </a:solidFill>
              </a:rPr>
              <a:t>当目标地址位于</a:t>
            </a:r>
            <a:r>
              <a:rPr lang="en-US" altLang="zh-CN">
                <a:solidFill>
                  <a:schemeClr val="tx1"/>
                </a:solidFill>
              </a:rPr>
              <a:t>L1</a:t>
            </a:r>
            <a:r>
              <a:rPr lang="zh-CN" altLang="en-US">
                <a:solidFill>
                  <a:schemeClr val="tx1"/>
                </a:solidFill>
              </a:rPr>
              <a:t>缓存时，推测窗口仅允许执行单个依赖加载，这不足以支持</a:t>
            </a:r>
            <a:r>
              <a:rPr lang="en-US" altLang="zh-CN">
                <a:solidFill>
                  <a:schemeClr val="tx1"/>
                </a:solidFill>
              </a:rPr>
              <a:t>FLUSH+RELOAD</a:t>
            </a:r>
            <a:r>
              <a:rPr lang="zh-CN" altLang="en-US">
                <a:solidFill>
                  <a:schemeClr val="tx1"/>
                </a:solidFill>
              </a:rPr>
              <a:t>侧信道攻击（至少需要两个依赖加载）。</a:t>
            </a:r>
            <a:endParaRPr lang="zh-CN" altLang="en-US">
              <a:solidFill>
                <a:schemeClr val="tx1"/>
              </a:solidFill>
            </a:endParaRPr>
          </a:p>
          <a:p>
            <a:r>
              <a:rPr lang="en-US" altLang="zh-CN">
                <a:solidFill>
                  <a:schemeClr val="tx1"/>
                </a:solidFill>
              </a:rPr>
              <a:t>- </a:t>
            </a:r>
            <a:r>
              <a:rPr lang="zh-CN" altLang="en-US">
                <a:solidFill>
                  <a:schemeClr val="tx1"/>
                </a:solidFill>
              </a:rPr>
              <a:t>攻击有时需要更大的推测窗口，原因包括：来自先前指令的额外争用会降低披露小工具的速度，或受害者软件可能更早地在指令流中开始加载目标地址（例如检查其是否为有效指针）。这些效应减少了披露小工具可用的推测时间，要求攻击者延长整体推测窗口大小。</a:t>
            </a:r>
            <a:endParaRPr lang="zh-CN" altLang="en-US">
              <a:solidFill>
                <a:schemeClr val="tx1"/>
              </a:solidFill>
            </a:endParaRPr>
          </a:p>
          <a:p>
            <a:r>
              <a:rPr lang="zh-CN" altLang="en-US">
                <a:solidFill>
                  <a:schemeClr val="tx1"/>
                </a:solidFill>
              </a:rPr>
              <a:t>推测窗口可以通过将间接分支目标地址的内存从缓存中驱逐出来来延长，从而减缓受害者分支的解析速度。</a:t>
            </a:r>
            <a:endParaRPr lang="zh-CN" altLang="en-US">
              <a:solidFill>
                <a:schemeClr val="tx1"/>
              </a:solidFill>
            </a:endParaRPr>
          </a:p>
        </p:txBody>
      </p:sp>
      <p:sp>
        <p:nvSpPr>
          <p:cNvPr id="7" name="装饰  9"/>
          <p:cNvSpPr>
            <a:spLocks noGrp="1"/>
          </p:cNvSpPr>
          <p:nvPr>
            <p:ph type="body" idx="16395"/>
            <p:custDataLst>
              <p:tags r:id="rId8"/>
            </p:custDataLst>
          </p:nvPr>
        </p:nvSpPr>
        <p:spPr/>
        <p:txBody>
          <a:bodyPr/>
          <a:p>
            <a:r>
              <a:rPr lang="zh-CN" altLang="en-US">
                <a:solidFill>
                  <a:schemeClr val="bg1"/>
                </a:solidFill>
              </a:rPr>
              <a:t> </a:t>
            </a:r>
            <a:endParaRPr lang="zh-CN" altLang="en-US">
              <a:solidFill>
                <a:schemeClr val="bg1"/>
              </a:solidFill>
            </a:endParaRPr>
          </a:p>
        </p:txBody>
      </p:sp>
      <p:pic>
        <p:nvPicPr>
          <p:cNvPr id="15" name="图片占位符 14"/>
          <p:cNvPicPr/>
          <p:nvPr>
            <p:ph type="pic" idx="16394"/>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822960" y="3642360"/>
            <a:ext cx="487680" cy="487680"/>
          </a:xfrm>
          <a:prstGeom prst="rect">
            <a:avLst/>
          </a:prstGeom>
        </p:spPr>
      </p:pic>
      <p:sp>
        <p:nvSpPr>
          <p:cNvPr id="9" name="文本占位符 8"/>
          <p:cNvSpPr>
            <a:spLocks noGrp="1"/>
          </p:cNvSpPr>
          <p:nvPr>
            <p:ph type="body" idx="16388"/>
            <p:custDataLst>
              <p:tags r:id="rId12"/>
            </p:custDataLst>
          </p:nvPr>
        </p:nvSpPr>
        <p:spPr/>
        <p:txBody>
          <a:bodyPr>
            <a:normAutofit/>
          </a:bodyPr>
          <a:p>
            <a:r>
              <a:rPr lang="zh-CN" altLang="en-US">
                <a:solidFill>
                  <a:schemeClr val="tx1"/>
                </a:solidFill>
              </a:rPr>
              <a:t>推测窗口大小测量方法</a:t>
            </a:r>
            <a:endParaRPr lang="zh-CN" altLang="en-US">
              <a:solidFill>
                <a:schemeClr val="tx1"/>
              </a:solidFill>
            </a:endParaRPr>
          </a:p>
        </p:txBody>
      </p:sp>
      <p:sp>
        <p:nvSpPr>
          <p:cNvPr id="10" name="文本占位符 9"/>
          <p:cNvSpPr>
            <a:spLocks noGrp="1"/>
          </p:cNvSpPr>
          <p:nvPr>
            <p:ph type="body" idx="16389"/>
            <p:custDataLst>
              <p:tags r:id="rId13"/>
            </p:custDataLst>
          </p:nvPr>
        </p:nvSpPr>
        <p:spPr/>
        <p:txBody>
          <a:bodyPr>
            <a:normAutofit/>
          </a:bodyPr>
          <a:p>
            <a:r>
              <a:rPr lang="zh-CN" altLang="en-US">
                <a:solidFill>
                  <a:schemeClr val="tx1"/>
                </a:solidFill>
              </a:rPr>
              <a:t>设计实验使用间接分支，在L1、L2、LLC、RAM等不同缓存级别执行1-127个依赖加载，通过检测最后一次加载的缓存命中情况，确定不同场景下的推测窗口大小。</a:t>
            </a:r>
            <a:endParaRPr lang="zh-CN" altLang="en-US">
              <a:solidFill>
                <a:schemeClr val="tx1"/>
              </a:solidFill>
            </a:endParaRPr>
          </a:p>
        </p:txBody>
      </p:sp>
      <p:sp>
        <p:nvSpPr>
          <p:cNvPr id="11" name="装饰  3"/>
          <p:cNvSpPr>
            <a:spLocks noGrp="1"/>
          </p:cNvSpPr>
          <p:nvPr>
            <p:ph type="body" idx="16397"/>
            <p:custDataLst>
              <p:tags r:id="rId14"/>
            </p:custDataLst>
          </p:nvPr>
        </p:nvSpPr>
        <p:spPr/>
        <p:txBody>
          <a:bodyPr/>
          <a:p>
            <a:r>
              <a:rPr lang="zh-CN" altLang="en-US">
                <a:solidFill>
                  <a:schemeClr val="bg1"/>
                </a:solidFill>
              </a:rPr>
              <a:t> </a:t>
            </a:r>
            <a:endParaRPr lang="zh-CN" altLang="en-US">
              <a:solidFill>
                <a:schemeClr val="bg1"/>
              </a:solidFill>
            </a:endParaRPr>
          </a:p>
        </p:txBody>
      </p:sp>
      <p:pic>
        <p:nvPicPr>
          <p:cNvPr id="17" name="图片占位符 16"/>
          <p:cNvPicPr/>
          <p:nvPr>
            <p:ph type="pic" idx="16396"/>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822960" y="5369560"/>
            <a:ext cx="487680" cy="487680"/>
          </a:xfrm>
          <a:prstGeom prst="rect">
            <a:avLst/>
          </a:prstGeom>
        </p:spPr>
      </p:pic>
      <p:sp>
        <p:nvSpPr>
          <p:cNvPr id="13" name="文本占位符 12"/>
          <p:cNvSpPr>
            <a:spLocks noGrp="1"/>
          </p:cNvSpPr>
          <p:nvPr>
            <p:ph type="body" idx="16390"/>
            <p:custDataLst>
              <p:tags r:id="rId18"/>
            </p:custDataLst>
          </p:nvPr>
        </p:nvSpPr>
        <p:spPr/>
        <p:txBody>
          <a:bodyPr>
            <a:normAutofit/>
          </a:bodyPr>
          <a:p>
            <a:r>
              <a:rPr lang="zh-CN" altLang="en-US">
                <a:solidFill>
                  <a:schemeClr val="tx1"/>
                </a:solidFill>
              </a:rPr>
              <a:t>AMD Zen 4的LLC驱逐方法</a:t>
            </a:r>
            <a:endParaRPr lang="zh-CN" altLang="en-US">
              <a:solidFill>
                <a:schemeClr val="tx1"/>
              </a:solidFill>
            </a:endParaRPr>
          </a:p>
        </p:txBody>
      </p:sp>
      <p:sp>
        <p:nvSpPr>
          <p:cNvPr id="14" name="文本占位符 13"/>
          <p:cNvSpPr>
            <a:spLocks noGrp="1"/>
          </p:cNvSpPr>
          <p:nvPr>
            <p:ph type="body" idx="16391"/>
            <p:custDataLst>
              <p:tags r:id="rId19"/>
            </p:custDataLst>
          </p:nvPr>
        </p:nvSpPr>
        <p:spPr/>
        <p:txBody>
          <a:bodyPr>
            <a:normAutofit lnSpcReduction="10000"/>
          </a:bodyPr>
          <a:p>
            <a:r>
              <a:rPr lang="zh-CN" altLang="en-US">
                <a:solidFill>
                  <a:schemeClr val="tx1"/>
                </a:solidFill>
              </a:rPr>
              <a:t>Zen 4 LLC为非包含式受害者缓存，基于L2驱逐集识别1GB大页内映射地址，前512个地址即可实现可靠驱逐；L1驱逐需8个共享特定地址位的缓存行，L2驱逐需至少12个地址应对复杂替换策略。</a:t>
            </a:r>
            <a:endParaRPr lang="zh-CN" altLang="en-US">
              <a:solidFill>
                <a:schemeClr val="tx1"/>
              </a:solidFill>
            </a:endParaRPr>
          </a:p>
        </p:txBody>
      </p:sp>
    </p:spTree>
    <p:custDataLst>
      <p:tags r:id="rId2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post_object_image_3051079366"/>
          <p:cNvPicPr>
            <a:picLocks noChangeAspect="1"/>
          </p:cNvPicPr>
          <p:nvPr/>
        </p:nvPicPr>
        <p:blipFill>
          <a:blip r:embed="rId1"/>
          <a:srcRect l="9028" r="10054"/>
          <a:stretch>
            <a:fillRect/>
          </a:stretch>
        </p:blipFill>
        <p:spPr>
          <a:xfrm>
            <a:off x="0" y="922867"/>
            <a:ext cx="8347327" cy="5935133"/>
          </a:xfrm>
          <a:prstGeom prst="rect">
            <a:avLst/>
          </a:prstGeom>
        </p:spPr>
      </p:pic>
      <p:sp>
        <p:nvSpPr>
          <p:cNvPr id="3" name="文本框 2"/>
          <p:cNvSpPr txBox="1"/>
          <p:nvPr userDrawn="1"/>
        </p:nvSpPr>
        <p:spPr>
          <a:xfrm>
            <a:off x="904875" y="254000"/>
            <a:ext cx="1605280" cy="521970"/>
          </a:xfrm>
          <a:prstGeom prst="rect">
            <a:avLst/>
          </a:prstGeom>
        </p:spPr>
        <p:txBody>
          <a:bodyPr wrap="none" rtlCol="0">
            <a:spAutoFit/>
          </a:bodyPr>
          <a:p>
            <a:r>
              <a:rPr lang="zh-CN" altLang="en-US" sz="2800">
                <a:solidFill>
                  <a:schemeClr val="bg1"/>
                </a:solidFill>
              </a:rPr>
              <a:t>缓存</a:t>
            </a:r>
            <a:r>
              <a:rPr lang="zh-CN" altLang="en-US" sz="2800">
                <a:solidFill>
                  <a:schemeClr val="bg1"/>
                </a:solidFill>
                <a:cs typeface="Arial" panose="020B0604020202020204" pitchFamily="34" charset="0"/>
              </a:rPr>
              <a:t>驱逐</a:t>
            </a:r>
            <a:endParaRPr lang="zh-CN" altLang="en-US" sz="2800">
              <a:solidFill>
                <a:schemeClr val="bg1"/>
              </a:solidFill>
            </a:endParaRPr>
          </a:p>
        </p:txBody>
      </p:sp>
      <p:pic>
        <p:nvPicPr>
          <p:cNvPr id="4" name="图片 3" descr="post_object_image_3088044629"/>
          <p:cNvPicPr>
            <a:picLocks noChangeAspect="1"/>
          </p:cNvPicPr>
          <p:nvPr/>
        </p:nvPicPr>
        <p:blipFill>
          <a:blip r:embed="rId2"/>
          <a:stretch>
            <a:fillRect/>
          </a:stretch>
        </p:blipFill>
        <p:spPr>
          <a:xfrm>
            <a:off x="8243358" y="922867"/>
            <a:ext cx="3948642" cy="2879904"/>
          </a:xfrm>
          <a:prstGeom prst="rect">
            <a:avLst/>
          </a:prstGeom>
        </p:spPr>
      </p:pic>
      <p:pic>
        <p:nvPicPr>
          <p:cNvPr id="5" name="图片 4" descr="post_object_image_2907262327"/>
          <p:cNvPicPr>
            <a:picLocks noChangeAspect="1"/>
          </p:cNvPicPr>
          <p:nvPr/>
        </p:nvPicPr>
        <p:blipFill>
          <a:blip r:embed="rId3"/>
          <a:stretch>
            <a:fillRect/>
          </a:stretch>
        </p:blipFill>
        <p:spPr>
          <a:xfrm>
            <a:off x="8243358" y="3802803"/>
            <a:ext cx="3948642" cy="3055197"/>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post_object_image_975712431"/>
          <p:cNvPicPr>
            <a:picLocks noChangeAspect="1"/>
          </p:cNvPicPr>
          <p:nvPr/>
        </p:nvPicPr>
        <p:blipFill>
          <a:blip r:embed="rId1"/>
          <a:stretch>
            <a:fillRect/>
          </a:stretch>
        </p:blipFill>
        <p:spPr>
          <a:xfrm>
            <a:off x="2485571" y="1867580"/>
            <a:ext cx="6535734" cy="3698328"/>
          </a:xfrm>
          <a:prstGeom prst="rect">
            <a:avLst/>
          </a:prstGeom>
        </p:spPr>
      </p:pic>
      <p:sp>
        <p:nvSpPr>
          <p:cNvPr id="3" name="文本框 2"/>
          <p:cNvSpPr txBox="1"/>
          <p:nvPr userDrawn="1"/>
        </p:nvSpPr>
        <p:spPr>
          <a:xfrm>
            <a:off x="947511" y="253909"/>
            <a:ext cx="5930628" cy="645160"/>
          </a:xfrm>
          <a:prstGeom prst="rect">
            <a:avLst/>
          </a:prstGeom>
        </p:spPr>
        <p:txBody>
          <a:bodyPr wrap="square" rtlCol="0">
            <a:noAutofit/>
          </a:bodyPr>
          <a:p>
            <a:r>
              <a:rPr lang="zh-CN" altLang="en-US" sz="2400">
                <a:solidFill>
                  <a:srgbClr val="FFFFFF"/>
                </a:solidFill>
              </a:rPr>
              <a:t>针对</a:t>
            </a:r>
            <a:r>
              <a:rPr lang="zh-CN" altLang="en-US" sz="2400">
                <a:solidFill>
                  <a:srgbClr val="FFFFFF"/>
                </a:solidFill>
                <a:cs typeface="Arial" panose="020B0604020202020204" pitchFamily="34" charset="0"/>
              </a:rPr>
              <a:t>不同缓存的推测窗口的大小实验数据</a:t>
            </a:r>
            <a:endParaRPr lang="zh-CN" altLang="en-US" sz="2400">
              <a:solidFill>
                <a:srgbClr val="FFFFFF"/>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52500" y="194733"/>
            <a:ext cx="8925983" cy="577850"/>
          </a:xfrm>
        </p:spPr>
        <p:txBody>
          <a:bodyPr>
            <a:noAutofit/>
          </a:bodyPr>
          <a:p>
            <a:r>
              <a:rPr lang="zh-CN" altLang="en-US" sz="2800">
                <a:solidFill>
                  <a:schemeClr val="bg1"/>
                </a:solidFill>
              </a:rPr>
              <a:t>步骤4：通过长推测窗口与gadgets实现攻击</a:t>
            </a:r>
            <a:endParaRPr lang="zh-CN" altLang="en-US" sz="2800">
              <a:solidFill>
                <a:schemeClr val="bg1"/>
              </a:solidFill>
            </a:endParaRPr>
          </a:p>
        </p:txBody>
      </p:sp>
      <p:sp>
        <p:nvSpPr>
          <p:cNvPr id="10" name="装饰  2"/>
          <p:cNvSpPr>
            <a:spLocks noGrp="1"/>
          </p:cNvSpPr>
          <p:nvPr>
            <p:ph type="body" idx="16397"/>
            <p:custDataLst>
              <p:tags r:id="rId2"/>
            </p:custDataLst>
          </p:nvPr>
        </p:nvSpPr>
        <p:spPr>
          <a:xfrm>
            <a:off x="1499810" y="1237524"/>
            <a:ext cx="59871" cy="2144123"/>
          </a:xfrm>
        </p:spPr>
        <p:txBody>
          <a:bodyPr/>
          <a:p>
            <a:r>
              <a:rPr lang="zh-CN" altLang="en-US">
                <a:solidFill>
                  <a:schemeClr val="bg1"/>
                </a:solidFill>
              </a:rPr>
              <a:t> </a:t>
            </a:r>
            <a:endParaRPr lang="zh-CN" altLang="en-US">
              <a:solidFill>
                <a:schemeClr val="bg1"/>
              </a:solidFill>
            </a:endParaRPr>
          </a:p>
        </p:txBody>
      </p:sp>
      <p:sp>
        <p:nvSpPr>
          <p:cNvPr id="11" name="文本占位符 10"/>
          <p:cNvSpPr>
            <a:spLocks noGrp="1"/>
          </p:cNvSpPr>
          <p:nvPr>
            <p:ph type="body" idx="16390"/>
            <p:custDataLst>
              <p:tags r:id="rId3"/>
            </p:custDataLst>
          </p:nvPr>
        </p:nvSpPr>
        <p:spPr>
          <a:xfrm>
            <a:off x="1624996" y="1237524"/>
            <a:ext cx="3314700" cy="406400"/>
          </a:xfrm>
        </p:spPr>
        <p:txBody>
          <a:bodyPr>
            <a:normAutofit fontScale="90000"/>
          </a:bodyPr>
          <a:p>
            <a:r>
              <a:rPr lang="zh-CN" altLang="en-US">
                <a:solidFill>
                  <a:schemeClr val="tx1"/>
                </a:solidFill>
              </a:rPr>
              <a:t>泄漏秘密数据的执行流程</a:t>
            </a:r>
            <a:endParaRPr lang="zh-CN" altLang="en-US">
              <a:solidFill>
                <a:schemeClr val="tx1"/>
              </a:solidFill>
            </a:endParaRPr>
          </a:p>
        </p:txBody>
      </p:sp>
      <p:sp>
        <p:nvSpPr>
          <p:cNvPr id="13" name="装饰  5"/>
          <p:cNvSpPr>
            <a:spLocks noGrp="1"/>
          </p:cNvSpPr>
          <p:nvPr>
            <p:ph type="body" idx="16398"/>
            <p:custDataLst>
              <p:tags r:id="rId4"/>
            </p:custDataLst>
          </p:nvPr>
        </p:nvSpPr>
        <p:spPr>
          <a:xfrm>
            <a:off x="1499779" y="3844290"/>
            <a:ext cx="50800" cy="1727200"/>
          </a:xfrm>
        </p:spPr>
        <p:txBody>
          <a:bodyPr/>
          <a:p>
            <a:r>
              <a:rPr lang="zh-CN" altLang="en-US">
                <a:solidFill>
                  <a:schemeClr val="bg1"/>
                </a:solidFill>
              </a:rPr>
              <a:t> </a:t>
            </a:r>
            <a:endParaRPr lang="zh-CN" altLang="en-US">
              <a:solidFill>
                <a:schemeClr val="bg1"/>
              </a:solidFill>
            </a:endParaRPr>
          </a:p>
        </p:txBody>
      </p:sp>
      <p:sp>
        <p:nvSpPr>
          <p:cNvPr id="14" name="文本占位符 13"/>
          <p:cNvSpPr>
            <a:spLocks noGrp="1"/>
          </p:cNvSpPr>
          <p:nvPr>
            <p:ph type="body" idx="16392"/>
            <p:custDataLst>
              <p:tags r:id="rId5"/>
            </p:custDataLst>
          </p:nvPr>
        </p:nvSpPr>
        <p:spPr>
          <a:xfrm>
            <a:off x="1652179" y="3844290"/>
            <a:ext cx="3314700" cy="406400"/>
          </a:xfrm>
        </p:spPr>
        <p:txBody>
          <a:bodyPr>
            <a:normAutofit/>
          </a:bodyPr>
          <a:p>
            <a:r>
              <a:rPr lang="zh-CN" altLang="en-US" sz="2200">
                <a:solidFill>
                  <a:schemeClr val="tx1"/>
                </a:solidFill>
              </a:rPr>
              <a:t>攻击效果关键指标</a:t>
            </a:r>
            <a:endParaRPr lang="zh-CN" altLang="en-US" sz="2200">
              <a:solidFill>
                <a:schemeClr val="tx1"/>
              </a:solidFill>
            </a:endParaRPr>
          </a:p>
        </p:txBody>
      </p:sp>
      <p:sp>
        <p:nvSpPr>
          <p:cNvPr id="15" name="文本占位符 14"/>
          <p:cNvSpPr>
            <a:spLocks noGrp="1"/>
          </p:cNvSpPr>
          <p:nvPr>
            <p:ph type="body" idx="16393"/>
            <p:custDataLst>
              <p:tags r:id="rId6"/>
            </p:custDataLst>
          </p:nvPr>
        </p:nvSpPr>
        <p:spPr>
          <a:xfrm>
            <a:off x="1652179" y="4352290"/>
            <a:ext cx="3314700" cy="1219200"/>
          </a:xfrm>
        </p:spPr>
        <p:txBody>
          <a:bodyPr>
            <a:normAutofit fontScale="90000"/>
          </a:bodyPr>
          <a:p>
            <a:r>
              <a:rPr lang="zh-CN" altLang="en-US">
                <a:solidFill>
                  <a:schemeClr val="tx1"/>
                </a:solidFill>
              </a:rPr>
              <a:t>端到端攻击在Zen 5上中位数耗时102秒，其中58秒用于定位受害者分支和重装缓冲区；数据泄漏速率达154 B/s，字节准确率99.85%，整体攻击成功率68%。</a:t>
            </a:r>
            <a:endParaRPr lang="zh-CN" altLang="en-US">
              <a:solidFill>
                <a:schemeClr val="tx1"/>
              </a:solidFill>
            </a:endParaRPr>
          </a:p>
        </p:txBody>
      </p:sp>
      <p:sp>
        <p:nvSpPr>
          <p:cNvPr id="3" name="文本框 2"/>
          <p:cNvSpPr txBox="1"/>
          <p:nvPr userDrawn="1"/>
        </p:nvSpPr>
        <p:spPr>
          <a:xfrm>
            <a:off x="1559651" y="1337764"/>
            <a:ext cx="7315200" cy="2306955"/>
          </a:xfrm>
          <a:prstGeom prst="rect">
            <a:avLst/>
          </a:prstGeom>
        </p:spPr>
        <p:txBody>
          <a:bodyPr rtlCol="0" anchor="t">
            <a:spAutoFit/>
          </a:bodyPr>
          <a:p>
            <a:endParaRPr lang="zh-CN" altLang="en-US"/>
          </a:p>
          <a:p>
            <a:r>
              <a:rPr lang="zh-CN" altLang="en-US"/>
              <a:t>结合</a:t>
            </a:r>
            <a:r>
              <a:rPr lang="en-US" altLang="zh-CN"/>
              <a:t>LLC</a:t>
            </a:r>
            <a:r>
              <a:rPr lang="zh-CN" altLang="en-US"/>
              <a:t>驱逐集延长推测窗口，触发</a:t>
            </a:r>
            <a:r>
              <a:rPr lang="en-US" altLang="zh-CN"/>
              <a:t>Gadgets</a:t>
            </a:r>
            <a:r>
              <a:rPr lang="zh-CN" altLang="en-US"/>
              <a:t>工具集推测执行，</a:t>
            </a:r>
            <a:r>
              <a:rPr lang="en-US" altLang="zh-CN"/>
              <a:t>Gadgets</a:t>
            </a:r>
            <a:r>
              <a:rPr lang="zh-CN" altLang="en-US"/>
              <a:t>是泄露执行体，负责将秘密数据加载并编码到</a:t>
            </a:r>
            <a:r>
              <a:rPr lang="en-US" altLang="zh-CN"/>
              <a:t>reload buffer</a:t>
            </a:r>
            <a:r>
              <a:rPr lang="zh-CN" altLang="en-US"/>
              <a:t>的缓存状态中。</a:t>
            </a:r>
            <a:r>
              <a:rPr lang="en-US" altLang="zh-CN"/>
              <a:t>Reload buffer</a:t>
            </a:r>
            <a:r>
              <a:rPr lang="zh-CN" altLang="en-US"/>
              <a:t>是侧信道媒介（共享内存地址），需通过暴力破解单独定位。</a:t>
            </a:r>
            <a:r>
              <a:rPr lang="en-US" altLang="zh-CN"/>
              <a:t>Gadgets</a:t>
            </a:r>
            <a:r>
              <a:rPr lang="zh-CN" altLang="en-US"/>
              <a:t>的第二条指令访问已定位的</a:t>
            </a:r>
            <a:r>
              <a:rPr lang="en-US" altLang="zh-CN"/>
              <a:t>reload buffer</a:t>
            </a:r>
            <a:r>
              <a:rPr lang="zh-CN" altLang="en-US"/>
              <a:t>，完成</a:t>
            </a:r>
            <a:r>
              <a:rPr lang="en-US" altLang="zh-CN"/>
              <a:t>"</a:t>
            </a:r>
            <a:r>
              <a:rPr lang="zh-CN" altLang="en-US"/>
              <a:t>秘密→缓存状态</a:t>
            </a:r>
            <a:r>
              <a:rPr lang="en-US" altLang="zh-CN"/>
              <a:t>"</a:t>
            </a:r>
            <a:r>
              <a:rPr lang="zh-CN" altLang="en-US"/>
              <a:t>的转换，供侧信道检测。通过</a:t>
            </a:r>
            <a:r>
              <a:rPr lang="en-US" altLang="zh-CN"/>
              <a:t>FLUSH+RELOAD</a:t>
            </a:r>
            <a:r>
              <a:rPr lang="zh-CN" altLang="en-US"/>
              <a:t>技术检测内存，将秘密数据从</a:t>
            </a:r>
            <a:r>
              <a:rPr lang="en-US" altLang="zh-CN"/>
              <a:t>QEMU</a:t>
            </a:r>
            <a:r>
              <a:rPr lang="zh-CN" altLang="en-US"/>
              <a:t>进程内存中持续泄漏出来。</a:t>
            </a:r>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27100" y="162983"/>
            <a:ext cx="10972800" cy="609600"/>
          </a:xfrm>
        </p:spPr>
        <p:txBody>
          <a:bodyPr>
            <a:normAutofit/>
          </a:bodyPr>
          <a:p>
            <a:r>
              <a:rPr lang="zh-CN" altLang="en-US">
                <a:solidFill>
                  <a:schemeClr val="bg1"/>
                </a:solidFill>
              </a:rPr>
              <a:t>FLUSH+RELOAD缓存攻击原理</a:t>
            </a:r>
            <a:endParaRPr lang="zh-CN" altLang="en-US">
              <a:solidFill>
                <a:schemeClr val="bg1"/>
              </a:solidFill>
            </a:endParaRPr>
          </a:p>
        </p:txBody>
      </p:sp>
      <p:sp>
        <p:nvSpPr>
          <p:cNvPr id="3" name="装饰  5"/>
          <p:cNvSpPr>
            <a:spLocks noGrp="1"/>
          </p:cNvSpPr>
          <p:nvPr>
            <p:ph type="body" idx="16395"/>
            <p:custDataLst>
              <p:tags r:id="rId2"/>
            </p:custDataLst>
          </p:nvPr>
        </p:nvSpPr>
        <p:spPr/>
        <p:txBody>
          <a:bodyPr/>
          <a:p>
            <a:r>
              <a:rPr lang="zh-CN" altLang="en-US">
                <a:solidFill>
                  <a:schemeClr val="bg1"/>
                </a:solidFill>
              </a:rPr>
              <a:t> </a:t>
            </a:r>
            <a:endParaRPr lang="zh-CN" altLang="en-US">
              <a:solidFill>
                <a:schemeClr val="bg1"/>
              </a:solidFill>
            </a:endParaRPr>
          </a:p>
        </p:txBody>
      </p:sp>
      <p:sp>
        <p:nvSpPr>
          <p:cNvPr id="4" name="文本占位符 3"/>
          <p:cNvSpPr>
            <a:spLocks noGrp="1"/>
          </p:cNvSpPr>
          <p:nvPr>
            <p:ph type="body" idx="16388"/>
            <p:custDataLst>
              <p:tags r:id="rId3"/>
            </p:custDataLst>
          </p:nvPr>
        </p:nvSpPr>
        <p:spPr/>
        <p:txBody>
          <a:bodyPr/>
          <a:p>
            <a:r>
              <a:rPr lang="zh-CN" altLang="en-US">
                <a:solidFill>
                  <a:schemeClr val="bg1"/>
                </a:solidFill>
              </a:rPr>
              <a:t>01</a:t>
            </a:r>
            <a:endParaRPr lang="zh-CN" altLang="en-US">
              <a:solidFill>
                <a:schemeClr val="bg1"/>
              </a:solidFill>
            </a:endParaRPr>
          </a:p>
        </p:txBody>
      </p:sp>
      <p:sp>
        <p:nvSpPr>
          <p:cNvPr id="5" name="文本占位符 4"/>
          <p:cNvSpPr>
            <a:spLocks noGrp="1"/>
          </p:cNvSpPr>
          <p:nvPr>
            <p:ph type="body" idx="16386"/>
            <p:custDataLst>
              <p:tags r:id="rId4"/>
            </p:custDataLst>
          </p:nvPr>
        </p:nvSpPr>
        <p:spPr/>
        <p:txBody>
          <a:bodyPr>
            <a:normAutofit/>
          </a:bodyPr>
          <a:p>
            <a:r>
              <a:rPr lang="zh-CN" altLang="en-US">
                <a:solidFill>
                  <a:schemeClr val="tx1"/>
                </a:solidFill>
              </a:rPr>
              <a:t>攻击核心原理</a:t>
            </a:r>
            <a:endParaRPr lang="zh-CN" altLang="en-US">
              <a:solidFill>
                <a:schemeClr val="tx1"/>
              </a:solidFill>
            </a:endParaRPr>
          </a:p>
        </p:txBody>
      </p:sp>
      <p:sp>
        <p:nvSpPr>
          <p:cNvPr id="6" name="文本占位符 5"/>
          <p:cNvSpPr>
            <a:spLocks noGrp="1"/>
          </p:cNvSpPr>
          <p:nvPr>
            <p:ph type="body" idx="16387"/>
            <p:custDataLst>
              <p:tags r:id="rId5"/>
            </p:custDataLst>
          </p:nvPr>
        </p:nvSpPr>
        <p:spPr/>
        <p:txBody>
          <a:bodyPr>
            <a:normAutofit lnSpcReduction="20000"/>
          </a:bodyPr>
          <a:p>
            <a:r>
              <a:rPr lang="zh-CN" altLang="en-US">
                <a:solidFill>
                  <a:schemeClr val="tx1"/>
                </a:solidFill>
              </a:rPr>
              <a:t>通过"FLUSH-触发推测执行-RELOAD"三步操作，利用缓存访问时间差异判断目标内存是否被访问。FLUSH阶段用clflush指令清除目标内存缓存，RELOAD阶段测量访问时间，命中则说明推测执行访问过该内存。</a:t>
            </a:r>
            <a:endParaRPr lang="zh-CN" altLang="en-US">
              <a:solidFill>
                <a:schemeClr val="tx1"/>
              </a:solidFill>
            </a:endParaRPr>
          </a:p>
        </p:txBody>
      </p:sp>
      <p:sp>
        <p:nvSpPr>
          <p:cNvPr id="7" name="装饰  9"/>
          <p:cNvSpPr>
            <a:spLocks noGrp="1"/>
          </p:cNvSpPr>
          <p:nvPr>
            <p:ph type="body" idx="16396"/>
            <p:custDataLst>
              <p:tags r:id="rId6"/>
            </p:custDataLst>
          </p:nvPr>
        </p:nvSpPr>
        <p:spPr/>
        <p:txBody>
          <a:bodyPr/>
          <a:p>
            <a:r>
              <a:rPr lang="zh-CN" altLang="en-US">
                <a:solidFill>
                  <a:schemeClr val="bg1"/>
                </a:solidFill>
              </a:rPr>
              <a:t> </a:t>
            </a:r>
            <a:endParaRPr lang="zh-CN" altLang="en-US">
              <a:solidFill>
                <a:schemeClr val="bg1"/>
              </a:solidFill>
            </a:endParaRPr>
          </a:p>
        </p:txBody>
      </p:sp>
      <p:sp>
        <p:nvSpPr>
          <p:cNvPr id="8" name="文本占位符 7"/>
          <p:cNvSpPr>
            <a:spLocks noGrp="1"/>
          </p:cNvSpPr>
          <p:nvPr>
            <p:ph type="body" idx="16391"/>
            <p:custDataLst>
              <p:tags r:id="rId7"/>
            </p:custDataLst>
          </p:nvPr>
        </p:nvSpPr>
        <p:spPr/>
        <p:txBody>
          <a:bodyPr/>
          <a:p>
            <a:r>
              <a:rPr lang="zh-CN" altLang="en-US">
                <a:solidFill>
                  <a:schemeClr val="bg1"/>
                </a:solidFill>
              </a:rPr>
              <a:t>02</a:t>
            </a:r>
            <a:endParaRPr lang="zh-CN" altLang="en-US">
              <a:solidFill>
                <a:schemeClr val="bg1"/>
              </a:solidFill>
            </a:endParaRPr>
          </a:p>
        </p:txBody>
      </p:sp>
      <p:sp>
        <p:nvSpPr>
          <p:cNvPr id="9" name="文本占位符 8"/>
          <p:cNvSpPr>
            <a:spLocks noGrp="1"/>
          </p:cNvSpPr>
          <p:nvPr>
            <p:ph type="body" idx="16389"/>
            <p:custDataLst>
              <p:tags r:id="rId8"/>
            </p:custDataLst>
          </p:nvPr>
        </p:nvSpPr>
        <p:spPr/>
        <p:txBody>
          <a:bodyPr>
            <a:normAutofit/>
          </a:bodyPr>
          <a:p>
            <a:r>
              <a:rPr lang="zh-CN" altLang="en-US">
                <a:solidFill>
                  <a:schemeClr val="tx1"/>
                </a:solidFill>
              </a:rPr>
              <a:t>操作流程详解</a:t>
            </a:r>
            <a:endParaRPr lang="zh-CN" altLang="en-US">
              <a:solidFill>
                <a:schemeClr val="tx1"/>
              </a:solidFill>
            </a:endParaRPr>
          </a:p>
        </p:txBody>
      </p:sp>
      <p:sp>
        <p:nvSpPr>
          <p:cNvPr id="10" name="文本占位符 9"/>
          <p:cNvSpPr>
            <a:spLocks noGrp="1"/>
          </p:cNvSpPr>
          <p:nvPr>
            <p:ph type="body" idx="16390"/>
            <p:custDataLst>
              <p:tags r:id="rId9"/>
            </p:custDataLst>
          </p:nvPr>
        </p:nvSpPr>
        <p:spPr/>
        <p:txBody>
          <a:bodyPr>
            <a:normAutofit/>
          </a:bodyPr>
          <a:p>
            <a:r>
              <a:rPr lang="zh-CN" altLang="en-US">
                <a:solidFill>
                  <a:schemeClr val="tx1"/>
                </a:solidFill>
              </a:rPr>
              <a:t>1. FLUSH：使用clflush指令将目标内存区域从所有缓存中清除；2. 触发推测执行：诱导受害者执行推测代码；3. RELOAD：重新访问内存并测量时间；4. 分析结果：根据访问时间判断内存是否被推测执行访问。</a:t>
            </a:r>
            <a:endParaRPr lang="zh-CN" altLang="en-US">
              <a:solidFill>
                <a:schemeClr val="tx1"/>
              </a:solidFill>
            </a:endParaRPr>
          </a:p>
        </p:txBody>
      </p:sp>
      <p:sp>
        <p:nvSpPr>
          <p:cNvPr id="11" name="装饰  3"/>
          <p:cNvSpPr>
            <a:spLocks noGrp="1"/>
          </p:cNvSpPr>
          <p:nvPr>
            <p:ph type="body" idx="16397"/>
            <p:custDataLst>
              <p:tags r:id="rId10"/>
            </p:custDataLst>
          </p:nvPr>
        </p:nvSpPr>
        <p:spPr/>
        <p:txBody>
          <a:bodyPr/>
          <a:p>
            <a:r>
              <a:rPr lang="zh-CN" altLang="en-US">
                <a:solidFill>
                  <a:schemeClr val="bg1"/>
                </a:solidFill>
              </a:rPr>
              <a:t> </a:t>
            </a:r>
            <a:endParaRPr lang="zh-CN" altLang="en-US">
              <a:solidFill>
                <a:schemeClr val="bg1"/>
              </a:solidFill>
            </a:endParaRPr>
          </a:p>
        </p:txBody>
      </p:sp>
      <p:sp>
        <p:nvSpPr>
          <p:cNvPr id="12" name="文本占位符 11"/>
          <p:cNvSpPr>
            <a:spLocks noGrp="1"/>
          </p:cNvSpPr>
          <p:nvPr>
            <p:ph type="body" idx="16394"/>
            <p:custDataLst>
              <p:tags r:id="rId11"/>
            </p:custDataLst>
          </p:nvPr>
        </p:nvSpPr>
        <p:spPr/>
        <p:txBody>
          <a:bodyPr/>
          <a:p>
            <a:r>
              <a:rPr lang="zh-CN" altLang="en-US">
                <a:solidFill>
                  <a:schemeClr val="bg1"/>
                </a:solidFill>
              </a:rPr>
              <a:t>03</a:t>
            </a:r>
            <a:endParaRPr lang="zh-CN" altLang="en-US">
              <a:solidFill>
                <a:schemeClr val="bg1"/>
              </a:solidFill>
            </a:endParaRPr>
          </a:p>
        </p:txBody>
      </p:sp>
      <p:sp>
        <p:nvSpPr>
          <p:cNvPr id="13" name="文本占位符 12"/>
          <p:cNvSpPr>
            <a:spLocks noGrp="1"/>
          </p:cNvSpPr>
          <p:nvPr>
            <p:ph type="body" idx="16392"/>
            <p:custDataLst>
              <p:tags r:id="rId12"/>
            </p:custDataLst>
          </p:nvPr>
        </p:nvSpPr>
        <p:spPr/>
        <p:txBody>
          <a:bodyPr>
            <a:normAutofit/>
          </a:bodyPr>
          <a:p>
            <a:r>
              <a:rPr lang="zh-CN" altLang="en-US">
                <a:solidFill>
                  <a:schemeClr val="tx1"/>
                </a:solidFill>
              </a:rPr>
              <a:t>在数据泄露中的作用</a:t>
            </a:r>
            <a:endParaRPr lang="zh-CN" altLang="en-US">
              <a:solidFill>
                <a:schemeClr val="tx1"/>
              </a:solidFill>
            </a:endParaRPr>
          </a:p>
        </p:txBody>
      </p:sp>
      <p:sp>
        <p:nvSpPr>
          <p:cNvPr id="14" name="文本占位符 13"/>
          <p:cNvSpPr>
            <a:spLocks noGrp="1"/>
          </p:cNvSpPr>
          <p:nvPr>
            <p:ph type="body" idx="16393"/>
            <p:custDataLst>
              <p:tags r:id="rId13"/>
            </p:custDataLst>
          </p:nvPr>
        </p:nvSpPr>
        <p:spPr/>
        <p:txBody>
          <a:bodyPr>
            <a:normAutofit/>
          </a:bodyPr>
          <a:p>
            <a:r>
              <a:rPr lang="zh-CN" altLang="en-US">
                <a:solidFill>
                  <a:schemeClr val="tx1"/>
                </a:solidFill>
              </a:rPr>
              <a:t>作为关键侧信道技术，用于检测推测执行过程中对敏感内存的访问痕迹，是VMSCAPE攻击中泄露QEMU进程内存数据的核心手段，尤其在RELOAD BUFFER中实现任意数据泄露。</a:t>
            </a:r>
            <a:endParaRPr lang="zh-CN" altLang="en-US">
              <a:solidFill>
                <a:schemeClr val="tx1"/>
              </a:solidFill>
            </a:endParaRPr>
          </a:p>
        </p:txBody>
      </p:sp>
    </p:spTree>
    <p:custDataLst>
      <p:tags r:id="rId1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1"/>
            </p:custDataLst>
          </p:nvPr>
        </p:nvSpPr>
        <p:spPr>
          <a:xfrm>
            <a:off x="0" y="3773937"/>
            <a:ext cx="12192000" cy="3084063"/>
          </a:xfrm>
          <a:prstGeom prst="rect">
            <a:avLst/>
          </a:prstGeom>
          <a:blipFill dpi="0" rotWithShape="1">
            <a:blip r:embed="rId2"/>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3"/>
            </p:custDataLst>
          </p:nvPr>
        </p:nvSpPr>
        <p:spPr>
          <a:xfrm>
            <a:off x="0" y="3773936"/>
            <a:ext cx="12192000" cy="3084063"/>
          </a:xfrm>
          <a:prstGeom prst="rect">
            <a:avLst/>
          </a:prstGeom>
          <a:solidFill>
            <a:schemeClr val="accent1">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5072973" y="691201"/>
            <a:ext cx="2046054" cy="2046054"/>
            <a:chOff x="952456" y="3218117"/>
            <a:chExt cx="877066" cy="877066"/>
          </a:xfrm>
        </p:grpSpPr>
        <p:sp>
          <p:nvSpPr>
            <p:cNvPr id="16" name="椭圆 15"/>
            <p:cNvSpPr>
              <a:spLocks noChangeArrowheads="1"/>
            </p:cNvSpPr>
            <p:nvPr>
              <p:custDataLst>
                <p:tags r:id="rId4"/>
              </p:custDataLst>
            </p:nvPr>
          </p:nvSpPr>
          <p:spPr bwMode="auto">
            <a:xfrm>
              <a:off x="952456" y="3218117"/>
              <a:ext cx="877066" cy="877066"/>
            </a:xfrm>
            <a:prstGeom prst="ellipse">
              <a:avLst/>
            </a:prstGeom>
            <a:solidFill>
              <a:schemeClr val="accent1"/>
            </a:solidFill>
            <a:ln w="76200" cap="sq" cmpd="sng">
              <a:no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17" name="Picture 3"/>
            <p:cNvPicPr>
              <a:picLocks noChangeAspect="1" noChangeArrowheads="1"/>
            </p:cNvPicPr>
            <p:nvPr>
              <p:custDataLst>
                <p:tags r:id="rId5"/>
              </p:custDataLst>
            </p:nvPr>
          </p:nvPicPr>
          <p:blipFill>
            <a:blip r:embed="rId6">
              <a:biLevel thresh="25000"/>
              <a:extLst>
                <a:ext uri="{28A0092B-C50C-407E-A947-70E740481C1C}">
                  <a14:useLocalDpi xmlns:a14="http://schemas.microsoft.com/office/drawing/2010/main" val="0"/>
                </a:ext>
              </a:extLst>
            </a:blip>
            <a:stretch>
              <a:fillRect/>
            </a:stretch>
          </p:blipFill>
          <p:spPr bwMode="auto">
            <a:xfrm>
              <a:off x="1152087" y="3336646"/>
              <a:ext cx="477805" cy="577521"/>
            </a:xfrm>
            <a:prstGeom prst="rect">
              <a:avLst/>
            </a:prstGeom>
            <a:noFill/>
          </p:spPr>
        </p:pic>
      </p:grpSp>
      <p:sp>
        <p:nvSpPr>
          <p:cNvPr id="3" name="TextBox 37"/>
          <p:cNvSpPr txBox="1"/>
          <p:nvPr>
            <p:custDataLst>
              <p:tags r:id="rId7"/>
            </p:custDataLst>
          </p:nvPr>
        </p:nvSpPr>
        <p:spPr>
          <a:xfrm>
            <a:off x="4633222" y="2859291"/>
            <a:ext cx="2926080" cy="645160"/>
          </a:xfrm>
          <a:prstGeom prst="rect">
            <a:avLst/>
          </a:prstGeom>
          <a:noFill/>
        </p:spPr>
        <p:txBody>
          <a:bodyPr wrap="none"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solidFill>
                  <a:schemeClr val="accent1"/>
                </a:solidFill>
                <a:latin typeface="微软雅黑" panose="020B0503020204020204" charset="-122"/>
                <a:ea typeface="微软雅黑" panose="020B0503020204020204" charset="-122"/>
              </a:rPr>
              <a:t>06 VMSCAPE漏洞防护措施</a:t>
            </a:r>
            <a:endParaRPr lang="zh-CN" altLang="en-US" sz="3600" dirty="0">
              <a:solidFill>
                <a:schemeClr val="accent1"/>
              </a:solidFill>
              <a:latin typeface="微软雅黑" panose="020B0503020204020204" charset="-122"/>
              <a:ea typeface="微软雅黑" panose="020B0503020204020204"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980017" y="152400"/>
            <a:ext cx="7391400" cy="609600"/>
          </a:xfrm>
        </p:spPr>
        <p:txBody>
          <a:bodyPr>
            <a:normAutofit/>
          </a:bodyPr>
          <a:p>
            <a:r>
              <a:rPr lang="zh-CN" altLang="en-US">
                <a:solidFill>
                  <a:schemeClr val="bg1"/>
                </a:solidFill>
              </a:rPr>
              <a:t>基于软件的防护策略</a:t>
            </a:r>
            <a:endParaRPr lang="zh-CN" altLang="en-US">
              <a:solidFill>
                <a:schemeClr val="bg1"/>
              </a:solidFill>
            </a:endParaRPr>
          </a:p>
        </p:txBody>
      </p:sp>
      <p:sp>
        <p:nvSpPr>
          <p:cNvPr id="4" name="装饰  6"/>
          <p:cNvSpPr>
            <a:spLocks noGrp="1"/>
          </p:cNvSpPr>
          <p:nvPr>
            <p:ph type="body" idx="16393"/>
            <p:custDataLst>
              <p:tags r:id="rId2"/>
            </p:custDataLst>
          </p:nvPr>
        </p:nvSpPr>
        <p:spPr/>
        <p:txBody>
          <a:bodyPr/>
          <a:p>
            <a:r>
              <a:rPr lang="zh-CN" altLang="en-US">
                <a:solidFill>
                  <a:schemeClr val="bg1"/>
                </a:solidFill>
              </a:rPr>
              <a:t> </a:t>
            </a:r>
            <a:endParaRPr lang="zh-CN" altLang="en-US">
              <a:solidFill>
                <a:schemeClr val="bg1"/>
              </a:solidFill>
            </a:endParaRPr>
          </a:p>
        </p:txBody>
      </p:sp>
      <p:sp>
        <p:nvSpPr>
          <p:cNvPr id="5" name="文本占位符 4"/>
          <p:cNvSpPr>
            <a:spLocks noGrp="1"/>
          </p:cNvSpPr>
          <p:nvPr>
            <p:ph type="body" idx="16386"/>
            <p:custDataLst>
              <p:tags r:id="rId3"/>
            </p:custDataLst>
          </p:nvPr>
        </p:nvSpPr>
        <p:spPr/>
        <p:txBody>
          <a:bodyPr>
            <a:normAutofit/>
          </a:bodyPr>
          <a:p>
            <a:r>
              <a:rPr lang="zh-CN" altLang="en-US">
                <a:solidFill>
                  <a:schemeClr val="tx1"/>
                </a:solidFill>
              </a:rPr>
              <a:t>IBPB-on-VMEXIT缓解措施</a:t>
            </a:r>
            <a:endParaRPr lang="zh-CN" altLang="en-US">
              <a:solidFill>
                <a:schemeClr val="tx1"/>
              </a:solidFill>
            </a:endParaRPr>
          </a:p>
        </p:txBody>
      </p:sp>
      <p:sp>
        <p:nvSpPr>
          <p:cNvPr id="6" name="文本占位符 5"/>
          <p:cNvSpPr>
            <a:spLocks noGrp="1"/>
          </p:cNvSpPr>
          <p:nvPr>
            <p:ph type="body" idx="16387"/>
            <p:custDataLst>
              <p:tags r:id="rId4"/>
            </p:custDataLst>
          </p:nvPr>
        </p:nvSpPr>
        <p:spPr/>
        <p:txBody>
          <a:bodyPr>
            <a:normAutofit/>
          </a:bodyPr>
          <a:p>
            <a:r>
              <a:rPr lang="zh-CN" altLang="en-US">
                <a:solidFill>
                  <a:schemeClr val="tx1"/>
                </a:solidFill>
              </a:rPr>
              <a:t>原理：在每次VMEXIT时使用IBPB（间接分支预测屏障）刷新BPU状态，强制客户机与主机之间的BTB隔离，保护主机系统。</a:t>
            </a:r>
            <a:endParaRPr lang="zh-CN" altLang="en-US">
              <a:solidFill>
                <a:schemeClr val="tx1"/>
              </a:solidFill>
            </a:endParaRPr>
          </a:p>
        </p:txBody>
      </p:sp>
      <p:sp>
        <p:nvSpPr>
          <p:cNvPr id="7" name="装饰  9"/>
          <p:cNvSpPr>
            <a:spLocks noGrp="1"/>
          </p:cNvSpPr>
          <p:nvPr>
            <p:ph type="body" idx="16394"/>
            <p:custDataLst>
              <p:tags r:id="rId5"/>
            </p:custDataLst>
          </p:nvPr>
        </p:nvSpPr>
        <p:spPr/>
        <p:txBody>
          <a:bodyPr/>
          <a:p>
            <a:r>
              <a:rPr lang="zh-CN" altLang="en-US">
                <a:solidFill>
                  <a:schemeClr val="bg1"/>
                </a:solidFill>
              </a:rPr>
              <a:t> </a:t>
            </a:r>
            <a:endParaRPr lang="zh-CN" altLang="en-US">
              <a:solidFill>
                <a:schemeClr val="bg1"/>
              </a:solidFill>
            </a:endParaRPr>
          </a:p>
        </p:txBody>
      </p:sp>
      <p:sp>
        <p:nvSpPr>
          <p:cNvPr id="8" name="文本占位符 7"/>
          <p:cNvSpPr>
            <a:spLocks noGrp="1"/>
          </p:cNvSpPr>
          <p:nvPr>
            <p:ph type="body" idx="16388"/>
            <p:custDataLst>
              <p:tags r:id="rId6"/>
            </p:custDataLst>
          </p:nvPr>
        </p:nvSpPr>
        <p:spPr/>
        <p:txBody>
          <a:bodyPr>
            <a:normAutofit/>
          </a:bodyPr>
          <a:p>
            <a:r>
              <a:rPr lang="zh-CN" altLang="en-US">
                <a:solidFill>
                  <a:schemeClr val="tx1"/>
                </a:solidFill>
              </a:rPr>
              <a:t>Retpoline缓解方案</a:t>
            </a:r>
            <a:endParaRPr lang="zh-CN" altLang="en-US">
              <a:solidFill>
                <a:schemeClr val="tx1"/>
              </a:solidFill>
            </a:endParaRPr>
          </a:p>
        </p:txBody>
      </p:sp>
      <p:sp>
        <p:nvSpPr>
          <p:cNvPr id="9" name="文本占位符 8"/>
          <p:cNvSpPr>
            <a:spLocks noGrp="1"/>
          </p:cNvSpPr>
          <p:nvPr>
            <p:ph type="body" idx="16389"/>
            <p:custDataLst>
              <p:tags r:id="rId7"/>
            </p:custDataLst>
          </p:nvPr>
        </p:nvSpPr>
        <p:spPr/>
        <p:txBody>
          <a:bodyPr>
            <a:normAutofit/>
          </a:bodyPr>
          <a:p>
            <a:r>
              <a:rPr lang="zh-CN" altLang="en-US">
                <a:solidFill>
                  <a:schemeClr val="tx1"/>
                </a:solidFill>
              </a:rPr>
              <a:t>原理：经典的基于软件的Spectre-BTI缓解技术，通过使用不同预测器预测jmp/call等间接分支为ret指令，避免恶意分支目标注入。</a:t>
            </a:r>
            <a:endParaRPr lang="zh-CN" altLang="en-US">
              <a:solidFill>
                <a:schemeClr val="tx1"/>
              </a:solidFill>
            </a:endParaRPr>
          </a:p>
        </p:txBody>
      </p:sp>
      <p:sp>
        <p:nvSpPr>
          <p:cNvPr id="10" name="装饰  2"/>
          <p:cNvSpPr>
            <a:spLocks noGrp="1"/>
          </p:cNvSpPr>
          <p:nvPr>
            <p:ph type="body" idx="16395"/>
            <p:custDataLst>
              <p:tags r:id="rId8"/>
            </p:custDataLst>
          </p:nvPr>
        </p:nvSpPr>
        <p:spPr/>
        <p:txBody>
          <a:bodyPr/>
          <a:p>
            <a:r>
              <a:rPr lang="zh-CN" altLang="en-US">
                <a:solidFill>
                  <a:schemeClr val="bg1"/>
                </a:solidFill>
              </a:rPr>
              <a:t> </a:t>
            </a:r>
            <a:endParaRPr lang="zh-CN" altLang="en-US">
              <a:solidFill>
                <a:schemeClr val="bg1"/>
              </a:solidFill>
            </a:endParaRPr>
          </a:p>
        </p:txBody>
      </p:sp>
      <p:sp>
        <p:nvSpPr>
          <p:cNvPr id="11" name="文本占位符 10"/>
          <p:cNvSpPr>
            <a:spLocks noGrp="1"/>
          </p:cNvSpPr>
          <p:nvPr>
            <p:ph type="body" idx="16390"/>
            <p:custDataLst>
              <p:tags r:id="rId9"/>
            </p:custDataLst>
          </p:nvPr>
        </p:nvSpPr>
        <p:spPr/>
        <p:txBody>
          <a:bodyPr>
            <a:normAutofit/>
          </a:bodyPr>
          <a:p>
            <a:r>
              <a:rPr lang="zh-CN" altLang="en-US">
                <a:solidFill>
                  <a:schemeClr val="tx1"/>
                </a:solidFill>
              </a:rPr>
              <a:t>软件防护的性能开销</a:t>
            </a:r>
            <a:endParaRPr lang="zh-CN" altLang="en-US">
              <a:solidFill>
                <a:schemeClr val="tx1"/>
              </a:solidFill>
            </a:endParaRPr>
          </a:p>
        </p:txBody>
      </p:sp>
      <p:sp>
        <p:nvSpPr>
          <p:cNvPr id="12" name="文本占位符 11"/>
          <p:cNvSpPr>
            <a:spLocks noGrp="1"/>
          </p:cNvSpPr>
          <p:nvPr>
            <p:ph type="body" idx="16391"/>
            <p:custDataLst>
              <p:tags r:id="rId10"/>
            </p:custDataLst>
          </p:nvPr>
        </p:nvSpPr>
        <p:spPr/>
        <p:txBody>
          <a:bodyPr>
            <a:normAutofit/>
          </a:bodyPr>
          <a:p>
            <a:r>
              <a:rPr lang="zh-CN" altLang="en-US">
                <a:solidFill>
                  <a:schemeClr val="tx1"/>
                </a:solidFill>
              </a:rPr>
              <a:t>基于IBPB的缓解措施通常会带来显著的性能开销，需在安全性与系统性能间权衡。</a:t>
            </a:r>
            <a:endParaRPr lang="zh-CN" altLang="en-US">
              <a:solidFill>
                <a:schemeClr val="tx1"/>
              </a:solidFill>
            </a:endParaRPr>
          </a:p>
        </p:txBody>
      </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1032933" y="162983"/>
            <a:ext cx="10972800" cy="609600"/>
          </a:xfrm>
        </p:spPr>
        <p:txBody>
          <a:bodyPr>
            <a:normAutofit/>
          </a:bodyPr>
          <a:p>
            <a:r>
              <a:rPr lang="zh-CN" altLang="en-US">
                <a:solidFill>
                  <a:schemeClr val="bg1"/>
                </a:solidFill>
              </a:rPr>
              <a:t>基于硬件的隔离与保护机制</a:t>
            </a:r>
            <a:endParaRPr lang="zh-CN" altLang="en-US">
              <a:solidFill>
                <a:schemeClr val="bg1"/>
              </a:solidFill>
            </a:endParaRPr>
          </a:p>
        </p:txBody>
      </p:sp>
      <p:pic>
        <p:nvPicPr>
          <p:cNvPr id="12" name="图片占位符 11"/>
          <p:cNvPicPr/>
          <p:nvPr>
            <p:ph type="pic" idx="16392"/>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473200" y="1803400"/>
            <a:ext cx="1524000" cy="1524000"/>
          </a:xfrm>
          <a:prstGeom prst="rect">
            <a:avLst/>
          </a:prstGeom>
        </p:spPr>
      </p:pic>
      <p:sp>
        <p:nvSpPr>
          <p:cNvPr id="4" name="文本占位符 3"/>
          <p:cNvSpPr>
            <a:spLocks noGrp="1"/>
          </p:cNvSpPr>
          <p:nvPr>
            <p:ph type="body" idx="16386"/>
            <p:custDataLst>
              <p:tags r:id="rId5"/>
            </p:custDataLst>
          </p:nvPr>
        </p:nvSpPr>
        <p:spPr/>
        <p:txBody>
          <a:bodyPr>
            <a:normAutofit/>
          </a:bodyPr>
          <a:p>
            <a:r>
              <a:rPr lang="zh-CN" altLang="en-US">
                <a:solidFill>
                  <a:schemeClr val="tx1"/>
                </a:solidFill>
              </a:rPr>
              <a:t>保护SEV-SNP客户机</a:t>
            </a:r>
            <a:endParaRPr lang="zh-CN" altLang="en-US">
              <a:solidFill>
                <a:schemeClr val="tx1"/>
              </a:solidFill>
            </a:endParaRPr>
          </a:p>
        </p:txBody>
      </p:sp>
      <p:sp>
        <p:nvSpPr>
          <p:cNvPr id="5" name="文本占位符 4"/>
          <p:cNvSpPr>
            <a:spLocks noGrp="1"/>
          </p:cNvSpPr>
          <p:nvPr>
            <p:ph type="body" idx="16387"/>
            <p:custDataLst>
              <p:tags r:id="rId6"/>
            </p:custDataLst>
          </p:nvPr>
        </p:nvSpPr>
        <p:spPr/>
        <p:txBody>
          <a:bodyPr>
            <a:normAutofit/>
          </a:bodyPr>
          <a:p>
            <a:r>
              <a:rPr lang="zh-CN" altLang="en-US">
                <a:solidFill>
                  <a:schemeClr val="tx1"/>
                </a:solidFill>
              </a:rPr>
              <a:t>Zen3至Zen5的SVM为SEV-SNP启用的客户机提供多重保护：分支目标缓冲隔离机制防止域外执行影响域内分支；入口间接分支预测屏障在每次VMRUN时执行IBPB；SMT保护要求兄弟线程空闲。</a:t>
            </a:r>
            <a:endParaRPr lang="zh-CN" altLang="en-US">
              <a:solidFill>
                <a:schemeClr val="tx1"/>
              </a:solidFill>
            </a:endParaRPr>
          </a:p>
        </p:txBody>
      </p:sp>
      <p:pic>
        <p:nvPicPr>
          <p:cNvPr id="14" name="图片占位符 13"/>
          <p:cNvPicPr/>
          <p:nvPr>
            <p:ph type="pic" idx="16393"/>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5334000" y="1803400"/>
            <a:ext cx="1524000" cy="1524000"/>
          </a:xfrm>
          <a:prstGeom prst="rect">
            <a:avLst/>
          </a:prstGeom>
        </p:spPr>
      </p:pic>
      <p:sp>
        <p:nvSpPr>
          <p:cNvPr id="7" name="文本占位符 6"/>
          <p:cNvSpPr>
            <a:spLocks noGrp="1"/>
          </p:cNvSpPr>
          <p:nvPr>
            <p:ph type="body" idx="16388"/>
            <p:custDataLst>
              <p:tags r:id="rId10"/>
            </p:custDataLst>
          </p:nvPr>
        </p:nvSpPr>
        <p:spPr/>
        <p:txBody>
          <a:bodyPr>
            <a:normAutofit/>
          </a:bodyPr>
          <a:p>
            <a:r>
              <a:rPr lang="zh-CN" altLang="en-US" sz="2200">
                <a:solidFill>
                  <a:schemeClr val="tx1"/>
                </a:solidFill>
              </a:rPr>
              <a:t>保护SMT</a:t>
            </a:r>
            <a:endParaRPr lang="zh-CN" altLang="en-US" sz="2200">
              <a:solidFill>
                <a:schemeClr val="tx1"/>
              </a:solidFill>
            </a:endParaRPr>
          </a:p>
        </p:txBody>
      </p:sp>
      <p:sp>
        <p:nvSpPr>
          <p:cNvPr id="8" name="文本占位符 7"/>
          <p:cNvSpPr>
            <a:spLocks noGrp="1"/>
          </p:cNvSpPr>
          <p:nvPr>
            <p:ph type="body" idx="16389"/>
            <p:custDataLst>
              <p:tags r:id="rId11"/>
            </p:custDataLst>
          </p:nvPr>
        </p:nvSpPr>
        <p:spPr/>
        <p:txBody>
          <a:bodyPr>
            <a:normAutofit/>
          </a:bodyPr>
          <a:p>
            <a:r>
              <a:rPr lang="zh-CN" altLang="en-US">
                <a:solidFill>
                  <a:schemeClr val="tx1"/>
                </a:solidFill>
              </a:rPr>
              <a:t>启用STIBP（单线程间接分支预测器）硬件缓解措施；</a:t>
            </a:r>
            <a:endParaRPr lang="zh-CN" altLang="en-US">
              <a:solidFill>
                <a:schemeClr val="tx1"/>
              </a:solidFill>
            </a:endParaRPr>
          </a:p>
          <a:p>
            <a:r>
              <a:rPr lang="zh-CN" altLang="en-US">
                <a:solidFill>
                  <a:schemeClr val="tx1"/>
                </a:solidFill>
              </a:rPr>
              <a:t>不支持STIBP的系统需完全禁用SMT以阻断跨SMT核心攻击。</a:t>
            </a:r>
            <a:endParaRPr lang="zh-CN" altLang="en-US">
              <a:solidFill>
                <a:schemeClr val="tx1"/>
              </a:solidFill>
            </a:endParaRPr>
          </a:p>
        </p:txBody>
      </p:sp>
      <p:pic>
        <p:nvPicPr>
          <p:cNvPr id="13" name="图片占位符 12"/>
          <p:cNvPicPr/>
          <p:nvPr>
            <p:ph type="pic" idx="16394"/>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9194800" y="1803400"/>
            <a:ext cx="1524000" cy="1524000"/>
          </a:xfrm>
          <a:prstGeom prst="rect">
            <a:avLst/>
          </a:prstGeom>
        </p:spPr>
      </p:pic>
      <p:sp>
        <p:nvSpPr>
          <p:cNvPr id="10" name="文本占位符 9"/>
          <p:cNvSpPr>
            <a:spLocks noGrp="1"/>
          </p:cNvSpPr>
          <p:nvPr>
            <p:ph type="body" idx="16390"/>
            <p:custDataLst>
              <p:tags r:id="rId15"/>
            </p:custDataLst>
          </p:nvPr>
        </p:nvSpPr>
        <p:spPr/>
        <p:txBody>
          <a:bodyPr>
            <a:normAutofit/>
          </a:bodyPr>
          <a:p>
            <a:r>
              <a:rPr lang="zh-CN" altLang="en-US" sz="2200">
                <a:solidFill>
                  <a:schemeClr val="tx1"/>
                </a:solidFill>
              </a:rPr>
              <a:t>基于硬件的隔离</a:t>
            </a:r>
            <a:endParaRPr lang="zh-CN" altLang="en-US" sz="2200">
              <a:solidFill>
                <a:schemeClr val="tx1"/>
              </a:solidFill>
            </a:endParaRPr>
          </a:p>
        </p:txBody>
      </p:sp>
      <p:sp>
        <p:nvSpPr>
          <p:cNvPr id="11" name="文本占位符 10"/>
          <p:cNvSpPr>
            <a:spLocks noGrp="1"/>
          </p:cNvSpPr>
          <p:nvPr>
            <p:ph type="body" idx="16391"/>
            <p:custDataLst>
              <p:tags r:id="rId16"/>
            </p:custDataLst>
          </p:nvPr>
        </p:nvSpPr>
        <p:spPr>
          <a:xfrm>
            <a:off x="8331200" y="4140200"/>
            <a:ext cx="3589867" cy="1828800"/>
          </a:xfrm>
        </p:spPr>
        <p:txBody>
          <a:bodyPr>
            <a:noAutofit/>
          </a:bodyPr>
          <a:p>
            <a:r>
              <a:rPr lang="zh-CN" altLang="en-US" sz="1400">
                <a:solidFill>
                  <a:schemeClr val="tx1"/>
                </a:solidFill>
              </a:rPr>
              <a:t>归根结底，</a:t>
            </a:r>
            <a:r>
              <a:rPr lang="en-US" altLang="zh-CN" sz="1400">
                <a:solidFill>
                  <a:schemeClr val="tx1"/>
                </a:solidFill>
              </a:rPr>
              <a:t>vBTI</a:t>
            </a:r>
            <a:r>
              <a:rPr lang="zh-CN" altLang="en-US" sz="1400">
                <a:solidFill>
                  <a:schemeClr val="tx1"/>
                </a:solidFill>
              </a:rPr>
              <a:t>原语的根本原因在于</a:t>
            </a:r>
            <a:endParaRPr lang="zh-CN" altLang="en-US" sz="1400">
              <a:solidFill>
                <a:schemeClr val="tx1"/>
              </a:solidFill>
            </a:endParaRPr>
          </a:p>
          <a:p>
            <a:r>
              <a:rPr lang="zh-CN" altLang="en-US" sz="1400">
                <a:solidFill>
                  <a:schemeClr val="tx1"/>
                </a:solidFill>
              </a:rPr>
              <a:t>主机域与客户域之间缺乏</a:t>
            </a:r>
            <a:r>
              <a:rPr lang="en-US" altLang="zh-CN" sz="1400">
                <a:solidFill>
                  <a:schemeClr val="tx1"/>
                </a:solidFill>
              </a:rPr>
              <a:t> BPU </a:t>
            </a:r>
            <a:r>
              <a:rPr lang="zh-CN" altLang="en-US" sz="1400">
                <a:solidFill>
                  <a:schemeClr val="tx1"/>
                </a:solidFill>
              </a:rPr>
              <a:t>状态隔离。</a:t>
            </a:r>
            <a:r>
              <a:rPr lang="en-US" altLang="zh-CN" sz="1400">
                <a:solidFill>
                  <a:schemeClr val="tx1"/>
                </a:solidFill>
              </a:rPr>
              <a:t>Zen5CPU</a:t>
            </a:r>
            <a:r>
              <a:rPr lang="zh-CN" altLang="en-US" sz="1400">
                <a:solidFill>
                  <a:schemeClr val="tx1"/>
                </a:solidFill>
              </a:rPr>
              <a:t>引入特权域标签技术以区分用户和管理员域。类似地，通过标签区分主机域与户域可防止</a:t>
            </a:r>
            <a:r>
              <a:rPr lang="en-US" altLang="zh-CN" sz="1400">
                <a:solidFill>
                  <a:schemeClr val="tx1"/>
                </a:solidFill>
              </a:rPr>
              <a:t>vBTI</a:t>
            </a:r>
            <a:r>
              <a:rPr lang="zh-CN" altLang="en-US" sz="1400">
                <a:solidFill>
                  <a:schemeClr val="tx1"/>
                </a:solidFill>
              </a:rPr>
              <a:t>原语的产生，这一机制应被纳</a:t>
            </a:r>
            <a:r>
              <a:rPr lang="en-US" altLang="zh-CN" sz="1400">
                <a:solidFill>
                  <a:schemeClr val="tx1"/>
                </a:solidFill>
              </a:rPr>
              <a:t>Zen</a:t>
            </a:r>
            <a:r>
              <a:rPr lang="zh-CN" altLang="en-US" sz="1400">
                <a:solidFill>
                  <a:schemeClr val="tx1"/>
                </a:solidFill>
              </a:rPr>
              <a:t>微架构的后续版本设计中。</a:t>
            </a:r>
            <a:endParaRPr lang="zh-CN" altLang="en-US" sz="1400">
              <a:solidFill>
                <a:schemeClr val="tx1"/>
              </a:solidFill>
            </a:endParaRPr>
          </a:p>
        </p:txBody>
      </p:sp>
    </p:spTree>
    <p:custDataLst>
      <p:tags r:id="rId1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userDrawn="1"/>
        </p:nvSpPr>
        <p:spPr>
          <a:xfrm>
            <a:off x="947208" y="264583"/>
            <a:ext cx="1605280" cy="521970"/>
          </a:xfrm>
          <a:prstGeom prst="rect">
            <a:avLst/>
          </a:prstGeom>
        </p:spPr>
        <p:txBody>
          <a:bodyPr wrap="none" rtlCol="0">
            <a:spAutoFit/>
          </a:bodyPr>
          <a:p>
            <a:r>
              <a:rPr lang="zh-CN" altLang="en-US" sz="2800">
                <a:solidFill>
                  <a:srgbClr val="FFFFFF"/>
                </a:solidFill>
              </a:rPr>
              <a:t>下周</a:t>
            </a:r>
            <a:r>
              <a:rPr lang="zh-CN" altLang="en-US" sz="2800">
                <a:solidFill>
                  <a:srgbClr val="FFFFFF"/>
                </a:solidFill>
                <a:cs typeface="Arial" panose="020B0604020202020204" pitchFamily="34" charset="0"/>
              </a:rPr>
              <a:t>目标</a:t>
            </a:r>
            <a:endParaRPr lang="zh-CN" altLang="en-US" sz="2800">
              <a:solidFill>
                <a:srgbClr val="FFFFFF"/>
              </a:solidFill>
            </a:endParaRPr>
          </a:p>
        </p:txBody>
      </p:sp>
      <p:sp>
        <p:nvSpPr>
          <p:cNvPr id="3" name="文本框 2"/>
          <p:cNvSpPr txBox="1"/>
          <p:nvPr userDrawn="1"/>
        </p:nvSpPr>
        <p:spPr>
          <a:xfrm>
            <a:off x="608118" y="1216660"/>
            <a:ext cx="6351905" cy="521970"/>
          </a:xfrm>
          <a:prstGeom prst="rect">
            <a:avLst/>
          </a:prstGeom>
        </p:spPr>
        <p:txBody>
          <a:bodyPr wrap="none" rtlCol="0">
            <a:spAutoFit/>
          </a:bodyPr>
          <a:p>
            <a:r>
              <a:rPr lang="zh-CN" altLang="en-US" sz="2800"/>
              <a:t>着手</a:t>
            </a:r>
            <a:r>
              <a:rPr lang="zh-CN" altLang="en-US" sz="2800">
                <a:cs typeface="Arial" panose="020B0604020202020204" pitchFamily="34" charset="0"/>
              </a:rPr>
              <a:t>分析</a:t>
            </a:r>
            <a:r>
              <a:rPr lang="en-US" altLang="zh-CN" sz="2800">
                <a:cs typeface="Arial" panose="020B0604020202020204" pitchFamily="34" charset="0"/>
              </a:rPr>
              <a:t>vmscape</a:t>
            </a:r>
            <a:r>
              <a:rPr lang="zh-CN" altLang="en-US" sz="2800">
                <a:cs typeface="Arial" panose="020B0604020202020204" pitchFamily="34" charset="0"/>
              </a:rPr>
              <a:t>代码，认识技术细节</a:t>
            </a:r>
            <a:endParaRPr lang="zh-CN" altLang="en-US" sz="280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矩形 6"/>
          <p:cNvSpPr/>
          <p:nvPr>
            <p:custDataLst>
              <p:tags r:id="rId1"/>
            </p:custDataLst>
          </p:nvPr>
        </p:nvSpPr>
        <p:spPr>
          <a:xfrm>
            <a:off x="0" y="3950964"/>
            <a:ext cx="12192000" cy="290703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custDataLst>
              <p:tags r:id="rId2"/>
            </p:custDataLst>
          </p:nvPr>
        </p:nvSpPr>
        <p:spPr>
          <a:xfrm>
            <a:off x="1524000" y="1612241"/>
            <a:ext cx="9144000" cy="1260058"/>
          </a:xfrm>
        </p:spPr>
        <p:txBody>
          <a:bodyPr/>
          <a:lstStyle/>
          <a:p>
            <a:r>
              <a:rPr lang="zh-CN" altLang="en-US" dirty="0">
                <a:solidFill>
                  <a:schemeClr val="bg1"/>
                </a:solidFill>
              </a:rPr>
              <a:t>谢谢！</a:t>
            </a:r>
            <a:endParaRPr lang="zh-CN" altLang="en-US" dirty="0">
              <a:solidFill>
                <a:schemeClr val="bg1"/>
              </a:solidFill>
            </a:endParaRPr>
          </a:p>
        </p:txBody>
      </p:sp>
      <p:sp>
        <p:nvSpPr>
          <p:cNvPr id="3" name="副标题 2"/>
          <p:cNvSpPr>
            <a:spLocks noGrp="1"/>
          </p:cNvSpPr>
          <p:nvPr>
            <p:ph type="subTitle" idx="1"/>
            <p:custDataLst>
              <p:tags r:id="rId3"/>
            </p:custDataLst>
          </p:nvPr>
        </p:nvSpPr>
        <p:spPr>
          <a:xfrm>
            <a:off x="1524000" y="4552548"/>
            <a:ext cx="9144000" cy="1655762"/>
          </a:xfrm>
        </p:spPr>
        <p:txBody>
          <a:bodyPr/>
          <a:lstStyle/>
          <a:p>
            <a:r>
              <a:rPr lang="zh-CN" altLang="en-US" dirty="0">
                <a:solidFill>
                  <a:schemeClr val="accent1"/>
                </a:solidFill>
                <a:latin typeface="+mj-lt"/>
              </a:rPr>
              <a:t>杨宇鑫    </a:t>
            </a:r>
            <a:endParaRPr lang="zh-CN" altLang="en-US" dirty="0">
              <a:solidFill>
                <a:schemeClr val="accent1"/>
              </a:solidFill>
              <a:latin typeface="+mj-lt"/>
            </a:endParaRPr>
          </a:p>
          <a:p>
            <a:r>
              <a:rPr lang="zh-CN" altLang="en-US" dirty="0">
                <a:solidFill>
                  <a:schemeClr val="accent1"/>
                </a:solidFill>
                <a:latin typeface="+mj-lt"/>
              </a:rPr>
              <a:t>第一次组会  </a:t>
            </a:r>
            <a:endParaRPr lang="en-US" altLang="zh-CN" dirty="0">
              <a:solidFill>
                <a:schemeClr val="accent1"/>
              </a:solidFill>
              <a:latin typeface="+mj-lt"/>
            </a:endParaRPr>
          </a:p>
          <a:p>
            <a:r>
              <a:rPr lang="zh-CN" altLang="en-US" dirty="0">
                <a:solidFill>
                  <a:schemeClr val="accent1"/>
                </a:solidFill>
                <a:latin typeface="+mj-lt"/>
              </a:rPr>
              <a:t>2</a:t>
            </a:r>
            <a:r>
              <a:rPr lang="en-US" altLang="zh-CN" dirty="0">
                <a:solidFill>
                  <a:schemeClr val="accent1"/>
                </a:solidFill>
                <a:latin typeface="+mj-lt"/>
              </a:rPr>
              <a:t>026.01.07</a:t>
            </a:r>
            <a:endParaRPr lang="zh-CN" altLang="en-US">
              <a:latin typeface="+mj-lt"/>
            </a:endParaRPr>
          </a:p>
        </p:txBody>
      </p:sp>
      <p:sp>
        <p:nvSpPr>
          <p:cNvPr id="6" name="矩形 5"/>
          <p:cNvSpPr/>
          <p:nvPr>
            <p:custDataLst>
              <p:tags r:id="rId4"/>
            </p:custDataLst>
          </p:nvPr>
        </p:nvSpPr>
        <p:spPr>
          <a:xfrm>
            <a:off x="1524000" y="1612241"/>
            <a:ext cx="9144000" cy="1507191"/>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tags/tag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9.xml><?xml version="1.0" encoding="utf-8"?>
<p:tagLst xmlns:p="http://schemas.openxmlformats.org/presentationml/2006/main">
  <p:tag name="KSO_WM_BEAUTIFY_FLAG" val="#fgm#"/>
  <p:tag name="KSO_WM_FIGMA_FLAG" val="#fgm#"/>
  <p:tag name="KSO_WM_UNIT_INDEX" val="1"/>
  <p:tag name="KSO_WM_UNIT_TYPE" val="a"/>
  <p:tag name="KSO_WM_LAYOUT_CHECK_HASH" val="4f97ca7bbc655c6d42058bf675072d0d0b06a8a6"/>
  <p:tag name="KSO_WM_NEWLAYOUT_GROUP_ID" val="layout_10012"/>
  <p:tag name="KSO_WM_NEWLAYOUT_ID" val="slide_ed19c0db6ed585c4"/>
</p:tagLst>
</file>

<file path=ppt/tags/tag10.xml><?xml version="1.0" encoding="utf-8"?>
<p:tagLst xmlns:p="http://schemas.openxmlformats.org/presentationml/2006/main">
  <p:tag name="KSO_WM_BEAUTIFY_FLAG" val="#fgm#"/>
  <p:tag name="KSO_WM_FIGMA_FLAG" val="#fgm#"/>
  <p:tag name="KSO_WM_UNIT_INDEX" val="1"/>
  <p:tag name="KSO_WM_UNIT_TYPE" val="d"/>
</p:tagLst>
</file>

<file path=ppt/tags/tag1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5.xml><?xml version="1.0" encoding="utf-8"?>
<p:tagLst xmlns:p="http://schemas.openxmlformats.org/presentationml/2006/main">
  <p:tag name="KSO_WM_BEAUTIFY_FLAG" val="#fgm#"/>
  <p:tag name="KSO_WM_FIGMA_FLAG" val="#fgm#"/>
  <p:tag name="KSO_WM_UNIT_INDEX" val="1"/>
  <p:tag name="KSO_WM_UNIT_TYPE" val="a"/>
  <p:tag name="KSO_WM_LAYOUT_CHECK_HASH" val="bc3cdaec29b97946474c1fa5ad214e7445721c35"/>
  <p:tag name="KSO_WM_NEWLAYOUT_GROUP_ID" val="layout_10008"/>
  <p:tag name="KSO_WM_NEWLAYOUT_ID" val="slide_d71f76e6c456aee2"/>
</p:tagLst>
</file>

<file path=ppt/tags/tag26.xml><?xml version="1.0" encoding="utf-8"?>
<p:tagLst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2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9.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3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2.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3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4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4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4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43.xml><?xml version="1.0" encoding="utf-8"?>
<p:tagLst xmlns:p="http://schemas.openxmlformats.org/presentationml/2006/main">
  <p:tag name="KSO_WM_BEAUTIFY_FLAG" val="#fgm#"/>
  <p:tag name="KSO_WM_FIGMA_FLAG" val="#fgm#"/>
  <p:tag name="KSO_WM_UNIT_INDEX" val="1"/>
  <p:tag name="KSO_WM_UNIT_TYPE" val="a"/>
  <p:tag name="KSO_WM_LAYOUT_CHECK_HASH" val="c97fd2f64aaf1a57aa47569184dc7e3570298786"/>
  <p:tag name="KSO_WM_NEWLAYOUT_GROUP_ID" val="layout_6"/>
  <p:tag name="KSO_WM_NEWLAYOUT_ID" val="slide_acc7948a249ecb22"/>
</p:tagLst>
</file>

<file path=ppt/tags/tag44.xml><?xml version="1.0" encoding="utf-8"?>
<p:tagLst xmlns:p="http://schemas.openxmlformats.org/presentationml/2006/main">
  <p:tag name="KSO_WM_BEAUTIFY_FLAG" val="#fgm#"/>
  <p:tag name="KSO_WM_FIGMA_FLAG" val="#fgm#"/>
  <p:tag name="KSO_WM_UNIT_INDEX" val="1"/>
  <p:tag name="KSO_WM_UNIT_TYPE" val="d"/>
</p:tagLst>
</file>

<file path=ppt/tags/tag4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4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4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1.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5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5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5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6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6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62.xml><?xml version="1.0" encoding="utf-8"?>
<p:tagLst xmlns:p="http://schemas.openxmlformats.org/presentationml/2006/main">
  <p:tag name="KSO_WM_BEAUTIFY_FLAG" val="#fgm#"/>
  <p:tag name="KSO_WM_FIGMA_FLAG" val="#fgm#"/>
  <p:tag name="KSO_WM_UNIT_INDEX" val="1"/>
  <p:tag name="KSO_WM_UNIT_TYPE" val="a"/>
  <p:tag name="KSO_WM_LAYOUT_CHECK_HASH" val="7f9c1060b31a8f98a456cfcd906f61a7e389d703"/>
  <p:tag name="KSO_WM_NEWLAYOUT_GROUP_ID" val="layout_38"/>
  <p:tag name="KSO_WM_NEWLAYOUT_ID" val="slide_3e4f13ddd7dc8528"/>
</p:tagLst>
</file>

<file path=ppt/tags/tag6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64.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6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6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6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68.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6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7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7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72.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7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7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7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7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7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7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7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8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8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8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83.xml><?xml version="1.0" encoding="utf-8"?>
<p:tagLst xmlns:p="http://schemas.openxmlformats.org/presentationml/2006/main">
  <p:tag name="KSO_WM_BEAUTIFY_FLAG" val="#fgm#"/>
  <p:tag name="KSO_WM_FIGMA_FLAG" val="#fgm#"/>
  <p:tag name="KSO_WM_UNIT_INDEX" val="1"/>
  <p:tag name="KSO_WM_UNIT_TYPE" val="a"/>
  <p:tag name="KSO_WM_LAYOUT_CHECK_HASH" val="3fa07a17694c4ac06f0a87aa7ffa7a5651ff61d2"/>
  <p:tag name="KSO_WM_NEWLAYOUT_GROUP_ID" val="layout_53"/>
  <p:tag name="KSO_WM_NEWLAYOUT_ID" val="slide_76713c4037f02356"/>
</p:tagLst>
</file>

<file path=ppt/tags/tag8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85.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8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8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8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89.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9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9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9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93.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9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9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9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9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9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9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0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0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0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0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04.xml><?xml version="1.0" encoding="utf-8"?>
<p:tagLst xmlns:p="http://schemas.openxmlformats.org/presentationml/2006/main">
  <p:tag name="KSO_WM_BEAUTIFY_FLAG" val="#fgm#"/>
  <p:tag name="KSO_WM_FIGMA_FLAG" val="#fgm#"/>
  <p:tag name="KSO_WM_UNIT_INDEX" val="1"/>
  <p:tag name="KSO_WM_UNIT_TYPE" val="a"/>
  <p:tag name="KSO_WM_LAYOUT_CHECK_HASH" val="6e9d5d1ebd6042cad6087fc9729c34ca2d0d0f43"/>
  <p:tag name="KSO_WM_NEWLAYOUT_GROUP_ID" val="layout_49"/>
  <p:tag name="KSO_WM_NEWLAYOUT_ID" val="slide_c2bbdeee6f9d8775"/>
</p:tagLst>
</file>

<file path=ppt/tags/tag105.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106.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10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0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09.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110.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11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1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13.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114.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11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1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1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1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1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2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2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2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2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2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25.xml><?xml version="1.0" encoding="utf-8"?>
<p:tagLst xmlns:p="http://schemas.openxmlformats.org/presentationml/2006/main">
  <p:tag name="KSO_WM_BEAUTIFY_FLAG" val="#fgm#"/>
  <p:tag name="KSO_WM_FIGMA_FLAG" val="#fgm#"/>
  <p:tag name="KSO_WM_UNIT_INDEX" val="1"/>
  <p:tag name="KSO_WM_UNIT_TYPE" val="a"/>
  <p:tag name="KSO_WM_LAYOUT_CHECK_HASH" val="acc66a26fb096025e37c08049a6e30a3c2a20dd8"/>
  <p:tag name="KSO_WM_NEWLAYOUT_GROUP_ID" val="layout_42"/>
  <p:tag name="KSO_WM_NEWLAYOUT_ID" val="slide_30dace1507224ca8"/>
</p:tagLst>
</file>

<file path=ppt/tags/tag126.xml><?xml version="1.0" encoding="utf-8"?>
<p:tagLst xmlns:p="http://schemas.openxmlformats.org/presentationml/2006/main">
  <p:tag name="KSO_WM_BEAUTIFY_FLAG" val="#fgm#"/>
  <p:tag name="KSO_WM_FIGMA_FLAG" val="#fgm#"/>
  <p:tag name="KSO_WM_UNIT_INDEX" val="1"/>
  <p:tag name="KSO_WM_UNIT_TYPE" val="d"/>
</p:tagLst>
</file>

<file path=ppt/tags/tag12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2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2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3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3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3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3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3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3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3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3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3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3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4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41.xml><?xml version="1.0" encoding="utf-8"?>
<p:tagLst xmlns:p="http://schemas.openxmlformats.org/presentationml/2006/main">
  <p:tag name="KSO_WM_BEAUTIFY_FLAG" val="#fgm#"/>
  <p:tag name="KSO_WM_FIGMA_FLAG" val="#fgm#"/>
  <p:tag name="KSO_WM_UNIT_INDEX" val="1"/>
  <p:tag name="KSO_WM_UNIT_TYPE" val="a"/>
  <p:tag name="KSO_WM_LAYOUT_CHECK_HASH" val="debd48859242478c1ac316b7be72b3d0f4538548"/>
  <p:tag name="KSO_WM_NEWLAYOUT_GROUP_ID" val="layout_30"/>
  <p:tag name="KSO_WM_NEWLAYOUT_ID" val="slide_a16b2b5fbc98ea23"/>
</p:tagLst>
</file>

<file path=ppt/tags/tag142.xml><?xml version="1.0" encoding="utf-8"?>
<p:tagLst xmlns:p="http://schemas.openxmlformats.org/presentationml/2006/main">
  <p:tag name="KSO_WM_BEAUTIFY_FLAG" val="#fgm#"/>
  <p:tag name="KSO_WM_FIGMA_FLAG" val="#fgm#"/>
  <p:tag name="KSO_WM_UNIT_INDEX" val="1"/>
  <p:tag name="KSO_WM_UNIT_TYPE" val="d"/>
</p:tagLst>
</file>

<file path=ppt/tags/tag143.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4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4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46.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4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4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4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5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51.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5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4_1"/>
  <p:tag name="KSO_WM_UNIT_TYPE" val="l_h_i"/>
</p:tagLst>
</file>

<file path=ppt/tags/tag153.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54.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15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5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5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5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5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6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6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6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63.xml><?xml version="1.0" encoding="utf-8"?>
<p:tagLst xmlns:p="http://schemas.openxmlformats.org/presentationml/2006/main">
  <p:tag name="KSO_WM_BEAUTIFY_FLAG" val="#fgm#"/>
  <p:tag name="KSO_WM_FIGMA_FLAG" val="#fgm#"/>
  <p:tag name="KSO_WM_UNIT_INDEX" val="1"/>
  <p:tag name="KSO_WM_UNIT_TYPE" val="a"/>
  <p:tag name="KSO_WM_LAYOUT_CHECK_HASH" val="0cd152830e1f47226d71e18f10199ba1a0256f37"/>
  <p:tag name="KSO_WM_NEWLAYOUT_GROUP_ID" val="layout_26"/>
  <p:tag name="KSO_WM_NEWLAYOUT_ID" val="slide_1782e10a2508866f"/>
</p:tagLst>
</file>

<file path=ppt/tags/tag16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65.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6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6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6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69.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7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7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7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7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7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7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7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7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7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7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80.xml><?xml version="1.0" encoding="utf-8"?>
<p:tagLst xmlns:p="http://schemas.openxmlformats.org/presentationml/2006/main">
  <p:tag name="KSO_WM_BEAUTIFY_FLAG" val="#fgm#"/>
  <p:tag name="KSO_WM_FIGMA_FLAG" val="#fgm#"/>
  <p:tag name="KSO_WM_UNIT_INDEX" val="1"/>
  <p:tag name="KSO_WM_UNIT_TYPE" val="a"/>
  <p:tag name="KSO_WM_LAYOUT_CHECK_HASH" val="6e2fa52121c757994d6c65980cfd544d9e8e930f"/>
  <p:tag name="KSO_WM_NEWLAYOUT_GROUP_ID" val="layout_3"/>
  <p:tag name="KSO_WM_NEWLAYOUT_ID" val="slide_0576b72b971413eb"/>
</p:tagLst>
</file>

<file path=ppt/tags/tag181.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182.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18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8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85.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186.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18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8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89.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Lst>
</file>

<file path=ppt/tags/tag190.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191.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92.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9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9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9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9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9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9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19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0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01.xml><?xml version="1.0" encoding="utf-8"?>
<p:tagLst xmlns:p="http://schemas.openxmlformats.org/presentationml/2006/main">
  <p:tag name="KSO_WM_BEAUTIFY_FLAG" val="#fgm#"/>
  <p:tag name="KSO_WM_FIGMA_FLAG" val="#fgm#"/>
  <p:tag name="KSO_WM_UNIT_INDEX" val="1"/>
  <p:tag name="KSO_WM_UNIT_TYPE" val="a"/>
  <p:tag name="KSO_WM_LAYOUT_CHECK_HASH" val="7aab931f7f4d0fe96a14b7bf551dc86a7287f25b"/>
  <p:tag name="KSO_WM_NEWLAYOUT_GROUP_ID" val="layout_35"/>
  <p:tag name="KSO_WM_NEWLAYOUT_ID" val="slide_90cdd96762bb354a"/>
</p:tagLst>
</file>

<file path=ppt/tags/tag202.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20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0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05.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20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0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08.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20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1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11.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212.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213.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21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1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1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1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1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1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2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2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22.xml><?xml version="1.0" encoding="utf-8"?>
<p:tagLst xmlns:p="http://schemas.openxmlformats.org/presentationml/2006/main">
  <p:tag name="KSO_WM_BEAUTIFY_FLAG" val="#fgm#"/>
  <p:tag name="KSO_WM_FIGMA_FLAG" val="#fgm#"/>
  <p:tag name="KSO_WM_UNIT_INDEX" val="1"/>
  <p:tag name="KSO_WM_UNIT_TYPE" val="a"/>
  <p:tag name="KSO_WM_LAYOUT_CHECK_HASH" val="fb65ab6d285866a49ee787cba4a10cf443bbd854"/>
  <p:tag name="KSO_WM_NEWLAYOUT_GROUP_ID" val="layout_27"/>
  <p:tag name="KSO_WM_NEWLAYOUT_ID" val="slide_68c7e1d569ee91b3"/>
</p:tagLst>
</file>

<file path=ppt/tags/tag223.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224.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22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2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27.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228.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22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3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31.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232.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23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3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35.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4_1"/>
  <p:tag name="KSO_WM_UNIT_TYPE" val="l_h_i"/>
</p:tagLst>
</file>

<file path=ppt/tags/tag236.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237.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238.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23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47.xml><?xml version="1.0" encoding="utf-8"?>
<p:tagLst xmlns:p="http://schemas.openxmlformats.org/presentationml/2006/main">
  <p:tag name="KSO_WM_BEAUTIFY_FLAG" val="#fgm#"/>
  <p:tag name="KSO_WM_FIGMA_FLAG" val="#fgm#"/>
  <p:tag name="KSO_WM_UNIT_INDEX" val="1"/>
  <p:tag name="KSO_WM_UNIT_TYPE" val="a"/>
  <p:tag name="KSO_WM_LAYOUT_CHECK_HASH" val="228a2d80febdf42516965b3ba5f90d62aff48304"/>
  <p:tag name="KSO_WM_NEWLAYOUT_GROUP_ID" val="layout_10009"/>
  <p:tag name="KSO_WM_NEWLAYOUT_ID" val="slide_97a51ff2b1722ceb"/>
</p:tagLst>
</file>

<file path=ppt/tags/tag248.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4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5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51.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25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5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54.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25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5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5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5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5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6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6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6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6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6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65.xml><?xml version="1.0" encoding="utf-8"?>
<p:tagLst xmlns:p="http://schemas.openxmlformats.org/presentationml/2006/main">
  <p:tag name="KSO_WM_BEAUTIFY_FLAG" val="#fgm#"/>
  <p:tag name="KSO_WM_FIGMA_FLAG" val="#fgm#"/>
  <p:tag name="KSO_WM_UNIT_INDEX" val="1"/>
  <p:tag name="KSO_WM_UNIT_TYPE" val="a"/>
  <p:tag name="KSO_WM_LAYOUT_CHECK_HASH" val="7c1c644470d448ada635028de3f83e0a663803e2"/>
  <p:tag name="KSO_WM_NEWLAYOUT_GROUP_ID" val="layout_51"/>
  <p:tag name="KSO_WM_NEWLAYOUT_ID" val="slide_4679ddae3b11e1cc"/>
</p:tagLst>
</file>

<file path=ppt/tags/tag266.xml><?xml version="1.0" encoding="utf-8"?>
<p:tagLst xmlns:p="http://schemas.openxmlformats.org/presentationml/2006/main">
  <p:tag name="KSO_WM_BEAUTIFY_FLAG" val="#fgm#"/>
  <p:tag name="KSO_WM_FIGMA_FLAG" val="#fgm#"/>
  <p:tag name="KSO_WM_UNIT_INDEX" val="1"/>
  <p:tag name="KSO_WM_UNIT_TYPE" val="d"/>
</p:tagLst>
</file>

<file path=ppt/tags/tag26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26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6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7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27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7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7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7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7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7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7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7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7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8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81.xml><?xml version="1.0" encoding="utf-8"?>
<p:tagLst xmlns:p="http://schemas.openxmlformats.org/presentationml/2006/main">
  <p:tag name="KSO_WM_BEAUTIFY_FLAG" val="#fgm#"/>
  <p:tag name="KSO_WM_FIGMA_FLAG" val="#fgm#"/>
  <p:tag name="KSO_WM_UNIT_INDEX" val="1"/>
  <p:tag name="KSO_WM_UNIT_TYPE" val="a"/>
  <p:tag name="KSO_WM_LAYOUT_CHECK_HASH" val="07a0fdd0023188fb09bfbd55e3feb5463e4214bd"/>
  <p:tag name="KSO_WM_NEWLAYOUT_GROUP_ID" val="layout_10003"/>
  <p:tag name="KSO_WM_NEWLAYOUT_ID" val="slide_8cce582f37f77cb5"/>
</p:tagLst>
</file>

<file path=ppt/tags/tag28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8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8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8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8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8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8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8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9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9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299.xml><?xml version="1.0" encoding="utf-8"?>
<p:tagLst xmlns:p="http://schemas.openxmlformats.org/presentationml/2006/main">
  <p:tag name="KSO_WM_BEAUTIFY_FLAG" val="#fgm#"/>
  <p:tag name="KSO_WM_FIGMA_FLAG" val="#fgm#"/>
  <p:tag name="KSO_WM_UNIT_INDEX" val="1"/>
  <p:tag name="KSO_WM_UNIT_TYPE" val="a"/>
  <p:tag name="KSO_WM_LAYOUT_CHECK_HASH" val="33c98e82c3a9c5ad8a9cf23dca7cb7f398a63676"/>
  <p:tag name="KSO_WM_NEWLAYOUT_GROUP_ID" val="layout_32"/>
  <p:tag name="KSO_WM_NEWLAYOUT_ID" val="slide_f95b87826d1fb558"/>
</p:tagLst>
</file>

<file path=ppt/tags/tag30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01.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Lst>
</file>

<file path=ppt/tags/tag302.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30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0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05.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306.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2_2"/>
  <p:tag name="KSO_WM_UNIT_TYPE" val="l_h_i"/>
</p:tagLst>
</file>

<file path=ppt/tags/tag307.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30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0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10.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Lst>
</file>

<file path=ppt/tags/tag311.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3_2"/>
  <p:tag name="KSO_WM_UNIT_TYPE" val="l_h_i"/>
</p:tagLst>
</file>

<file path=ppt/tags/tag312.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31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1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1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316.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2"/>
  <p:tag name="KSO_WM_UNIT_TYPE" val="l_h_i"/>
</p:tagLst>
</file>

<file path=ppt/tags/tag317.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318.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319.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32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28.xml><?xml version="1.0" encoding="utf-8"?>
<p:tagLst xmlns:p="http://schemas.openxmlformats.org/presentationml/2006/main">
  <p:tag name="KSO_WM_BEAUTIFY_FLAG" val="#fgm#"/>
  <p:tag name="KSO_WM_FIGMA_FLAG" val="#fgm#"/>
  <p:tag name="KSO_WM_UNIT_INDEX" val="1"/>
  <p:tag name="KSO_WM_UNIT_TYPE" val="a"/>
  <p:tag name="KSO_WM_LAYOUT_CHECK_HASH" val="c9104a42ab6f1bc235ba4e4b30636ae51b470628"/>
  <p:tag name="KSO_WM_NEWLAYOUT_GROUP_ID" val="layout_10013"/>
  <p:tag name="KSO_WM_NEWLAYOUT_ID" val="slide_ae0306d391427932"/>
</p:tagLst>
</file>

<file path=ppt/tags/tag329.xml><?xml version="1.0" encoding="utf-8"?>
<p:tagLst xmlns:p="http://schemas.openxmlformats.org/presentationml/2006/main">
  <p:tag name="KSO_WM_BEAUTIFY_FLAG" val="#fgm#"/>
  <p:tag name="KSO_WM_FIGMA_FLAG" val="#fgm#"/>
  <p:tag name="KSO_WM_UNIT_INDEX" val="1"/>
  <p:tag name="KSO_WM_UNIT_TYPE" val="d"/>
</p:tagLst>
</file>

<file path=ppt/tags/tag33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3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3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3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3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3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3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3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3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3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4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4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4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4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44.xml><?xml version="1.0" encoding="utf-8"?>
<p:tagLst xmlns:p="http://schemas.openxmlformats.org/presentationml/2006/main">
  <p:tag name="KSO_WM_BEAUTIFY_FLAG" val="#fgm#"/>
  <p:tag name="KSO_WM_FIGMA_FLAG" val="#fgm#"/>
  <p:tag name="KSO_WM_UNIT_INDEX" val="1"/>
  <p:tag name="KSO_WM_UNIT_TYPE" val="a"/>
  <p:tag name="KSO_WM_LAYOUT_CHECK_HASH" val="2945eecf37f8b0fb64f441482121ef3c1d9396d7"/>
  <p:tag name="KSO_WM_NEWLAYOUT_GROUP_ID" val="layout_10004"/>
  <p:tag name="KSO_WM_NEWLAYOUT_ID" val="slide_e0ba20cb02247c91"/>
</p:tagLst>
</file>

<file path=ppt/tags/tag34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4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4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4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34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5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5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35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5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5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5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5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5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5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5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6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6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62.xml><?xml version="1.0" encoding="utf-8"?>
<p:tagLst xmlns:p="http://schemas.openxmlformats.org/presentationml/2006/main">
  <p:tag name="KSO_WM_BEAUTIFY_FLAG" val="#fgm#"/>
  <p:tag name="KSO_WM_FIGMA_FLAG" val="#fgm#"/>
  <p:tag name="KSO_WM_UNIT_INDEX" val="1"/>
  <p:tag name="KSO_WM_UNIT_TYPE" val="a"/>
  <p:tag name="KSO_WM_LAYOUT_CHECK_HASH" val="d91e015dc58c8192420e3ab2f9ba9590cebf7fde"/>
  <p:tag name="KSO_WM_NEWLAYOUT_GROUP_ID" val="layout_10007"/>
  <p:tag name="KSO_WM_NEWLAYOUT_ID" val="slide_c162246a47120d9c"/>
</p:tagLst>
</file>

<file path=ppt/tags/tag36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6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6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6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6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68.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6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4.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377.xml><?xml version="1.0" encoding="utf-8"?>
<p:tagLst xmlns:p="http://schemas.openxmlformats.org/presentationml/2006/main">
  <p:tag name="KSO_WM_BEAUTIFY_FLAG" val="#fgm#"/>
  <p:tag name="KSO_WM_FIGMA_FLAG" val="#fgm#"/>
  <p:tag name="KSO_WM_UNIT_INDEX" val="1"/>
  <p:tag name="KSO_WM_UNIT_TYPE" val="a"/>
  <p:tag name="KSO_WM_LAYOUT_CHECK_HASH" val="a3e6bfcfe40efe655bbe06e3f84700525010e32c"/>
  <p:tag name="KSO_WM_NEWLAYOUT_GROUP_ID" val="layout_34"/>
  <p:tag name="KSO_WM_NEWLAYOUT_ID" val="slide_758c0c38998d981e"/>
</p:tagLst>
</file>

<file path=ppt/tags/tag378.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37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8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81.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38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8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84.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38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8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87.xml><?xml version="1.0" encoding="utf-8"?>
<p:tagLst xmlns:p="http://schemas.openxmlformats.org/presentationml/2006/main">
  <p:tag name="KSO_WM_BEAUTIFY_FLAG" val="#fgm#"/>
  <p:tag name="KSO_WM_DIAGRAM_GROUP_CODE" val="1"/>
  <p:tag name="KSO_WM_FIGMA_FLAG" val="#fgm#"/>
  <p:tag name="KSO_WM_UNIT_INDEX" val="1_4_1"/>
  <p:tag name="KSO_WM_UNIT_TYPE" val="l_h_d"/>
</p:tagLst>
</file>

<file path=ppt/tags/tag388.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389.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39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39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0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1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2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3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4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5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6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7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8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49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0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1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2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3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4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5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6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2.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3.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4.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5.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6.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7.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8.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79.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80.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81.xml><?xml version="1.0" encoding="utf-8"?>
<p:tagLst xmlns:p="http://schemas.openxmlformats.org/presentationml/2006/main">
  <p:tag name="KSO_WM_UNIT_ID" val="_1**"/>
  <p:tag name="KSO_WM_BEAUTIFY_FLAG" val="#wm#"/>
  <p:tag name="KSO_WM_TAG_VERSION" val="3.0"/>
  <p:tag name="KSO_WM_UNIT_LAYERLEVEL" val="1"/>
  <p:tag name="KSO_WM_TEMPLATE_INDEX" val="714"/>
  <p:tag name="KSO_WM_TEMPLATE_CATEGORY" val="custom"/>
</p:tagLst>
</file>

<file path=ppt/tags/tag582.xml><?xml version="1.0" encoding="utf-8"?>
<p:tagLst xmlns:p="http://schemas.openxmlformats.org/presentationml/2006/main">
  <p:tag name="KSO_WM_UNIT_ID" val="_2**"/>
  <p:tag name="KSO_WM_BEAUTIFY_FLAG" val="#wm#"/>
  <p:tag name="KSO_WM_TAG_VERSION" val="3.0"/>
  <p:tag name="KSO_WM_UNIT_LAYERLEVEL" val="1"/>
  <p:tag name="KSO_WM_TEMPLATE_INDEX" val="714"/>
  <p:tag name="KSO_WM_TEMPLATE_CATEGORY" val="custom"/>
</p:tagLst>
</file>

<file path=ppt/tags/tag583.xml><?xml version="1.0" encoding="utf-8"?>
<p:tagLst xmlns:p="http://schemas.openxmlformats.org/presentationml/2006/main">
  <p:tag name="KSO_WM_UNIT_ID" val="_2**"/>
  <p:tag name="KSO_WM_BEAUTIFY_FLAG" val="#wm#"/>
  <p:tag name="KSO_WM_TAG_VERSION" val="3.0"/>
  <p:tag name="KSO_WM_UNIT_LAYERLEVEL" val="1"/>
  <p:tag name="KSO_WM_TEMPLATE_INDEX" val="714"/>
  <p:tag name="KSO_WM_TEMPLATE_CATEGORY" val="custom"/>
</p:tagLst>
</file>

<file path=ppt/tags/tag584.xml><?xml version="1.0" encoding="utf-8"?>
<p:tagLst xmlns:p="http://schemas.openxmlformats.org/presentationml/2006/main">
  <p:tag name="KSO_WM_UNIT_ID" val="_2**"/>
  <p:tag name="KSO_WM_BEAUTIFY_FLAG" val="#wm#"/>
  <p:tag name="KSO_WM_TAG_VERSION" val="3.0"/>
  <p:tag name="KSO_WM_UNIT_LAYERLEVEL" val="1"/>
  <p:tag name="KSO_WM_TEMPLATE_INDEX" val="714"/>
  <p:tag name="KSO_WM_TEMPLATE_CATEGORY" val="custom"/>
</p:tagLst>
</file>

<file path=ppt/tags/tag585.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86.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87.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88.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89.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90.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91.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92.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93.xml><?xml version="1.0" encoding="utf-8"?>
<p:tagLst xmlns:p="http://schemas.openxmlformats.org/presentationml/2006/main">
  <p:tag name="KSO_WM_UNIT_ID" val="_3**"/>
  <p:tag name="KSO_WM_BEAUTIFY_FLAG" val="#wm#"/>
  <p:tag name="KSO_WM_TAG_VERSION" val="3.0"/>
  <p:tag name="KSO_WM_UNIT_LAYERLEVEL" val="1"/>
  <p:tag name="KSO_WM_TEMPLATE_INDEX" val="714"/>
  <p:tag name="KSO_WM_TEMPLATE_CATEGORY" val="custom"/>
</p:tagLst>
</file>

<file path=ppt/tags/tag594.xml><?xml version="1.0" encoding="utf-8"?>
<p:tagLst xmlns:p="http://schemas.openxmlformats.org/presentationml/2006/main">
  <p:tag name="KSO_WM_UNIT_ID" val="_4**"/>
  <p:tag name="KSO_WM_BEAUTIFY_FLAG" val="#wm#"/>
  <p:tag name="KSO_WM_TAG_VERSION" val="3.0"/>
  <p:tag name="KSO_WM_UNIT_LAYERLEVEL" val="1"/>
  <p:tag name="KSO_WM_TEMPLATE_INDEX" val="714"/>
  <p:tag name="KSO_WM_TEMPLATE_CATEGORY" val="custom"/>
</p:tagLst>
</file>

<file path=ppt/tags/tag595.xml><?xml version="1.0" encoding="utf-8"?>
<p:tagLst xmlns:p="http://schemas.openxmlformats.org/presentationml/2006/main">
  <p:tag name="KSO_WM_UNIT_ID" val="_4**"/>
  <p:tag name="KSO_WM_BEAUTIFY_FLAG" val="#wm#"/>
  <p:tag name="KSO_WM_TAG_VERSION" val="3.0"/>
  <p:tag name="KSO_WM_UNIT_LAYERLEVEL" val="1"/>
  <p:tag name="KSO_WM_TEMPLATE_INDEX" val="714"/>
  <p:tag name="KSO_WM_TEMPLATE_CATEGORY" val="custom"/>
</p:tagLst>
</file>

<file path=ppt/tags/tag596.xml><?xml version="1.0" encoding="utf-8"?>
<p:tagLst xmlns:p="http://schemas.openxmlformats.org/presentationml/2006/main">
  <p:tag name="KSO_WM_UNIT_ID" val="_4**"/>
  <p:tag name="KSO_WM_BEAUTIFY_FLAG" val="#wm#"/>
  <p:tag name="KSO_WM_TAG_VERSION" val="3.0"/>
  <p:tag name="KSO_WM_UNIT_LAYERLEVEL" val="1"/>
  <p:tag name="KSO_WM_TEMPLATE_INDEX" val="714"/>
  <p:tag name="KSO_WM_TEMPLATE_CATEGORY" val="custom"/>
</p:tagLst>
</file>

<file path=ppt/tags/tag597.xml><?xml version="1.0" encoding="utf-8"?>
<p:tagLst xmlns:p="http://schemas.openxmlformats.org/presentationml/2006/main">
  <p:tag name="KSO_WM_UNIT_ID" val="_4**"/>
  <p:tag name="KSO_WM_BEAUTIFY_FLAG" val="#wm#"/>
  <p:tag name="KSO_WM_TAG_VERSION" val="3.0"/>
  <p:tag name="KSO_WM_UNIT_LAYERLEVEL" val="1"/>
  <p:tag name="KSO_WM_TEMPLATE_INDEX" val="714"/>
  <p:tag name="KSO_WM_TEMPLATE_CATEGORY" val="custom"/>
</p:tagLst>
</file>

<file path=ppt/tags/tag598.xml><?xml version="1.0" encoding="utf-8"?>
<p:tagLst xmlns:p="http://schemas.openxmlformats.org/presentationml/2006/main">
  <p:tag name="KSO_WM_UNIT_ID" val="_0**"/>
  <p:tag name="KSO_WM_BEAUTIFY_FLAG" val="#wm#"/>
  <p:tag name="KSO_WM_TAG_VERSION" val="3.0"/>
  <p:tag name="KSO_WM_UNIT_LAYERLEVEL" val="1"/>
  <p:tag name="KSO_WM_TEMPLATE_INDEX" val="714"/>
  <p:tag name="KSO_WM_TEMPLATE_CATEGORY" val="custom"/>
</p:tagLst>
</file>

<file path=ppt/tags/tag599.xml><?xml version="1.0" encoding="utf-8"?>
<p:tagLst xmlns:p="http://schemas.openxmlformats.org/presentationml/2006/main">
  <p:tag name="KSO_WM_UNIT_ID" val="_0**"/>
  <p:tag name="KSO_WM_BEAUTIFY_FLAG" val="#wm#"/>
  <p:tag name="KSO_WM_TAG_VERSION" val="3.0"/>
  <p:tag name="KSO_WM_UNIT_LAYERLEVEL" val="1"/>
  <p:tag name="KSO_WM_TEMPLATE_INDEX" val="714"/>
  <p:tag name="KSO_WM_TEMPLATE_CATEGORY" val="custom"/>
</p:tagLst>
</file>

<file path=ppt/tags/tag600.xml><?xml version="1.0" encoding="utf-8"?>
<p:tagLst xmlns:p="http://schemas.openxmlformats.org/presentationml/2006/main">
  <p:tag name="KSO_WM_UNIT_ID" val="_0**"/>
  <p:tag name="KSO_WM_BEAUTIFY_FLAG" val="#wm#"/>
  <p:tag name="KSO_WM_TAG_VERSION" val="3.0"/>
  <p:tag name="KSO_WM_UNIT_LAYERLEVEL" val="1"/>
  <p:tag name="KSO_WM_TEMPLATE_INDEX" val="714"/>
  <p:tag name="KSO_WM_TEMPLATE_CATEGORY" val="custom"/>
</p:tagLst>
</file>

<file path=ppt/tags/tag601.xml><?xml version="1.0" encoding="utf-8"?>
<p:tagLst xmlns:p="http://schemas.openxmlformats.org/presentationml/2006/main">
  <p:tag name="KSO_WM_AITEMPLATE_STYLE_ID" val="0"/>
</p:tagLst>
</file>

<file path=ppt/tags/tag602.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714"/>
  <p:tag name="KSO_WM_TEMPLATE_CATEGORY" val="custom"/>
  <p:tag name="KSO_WM_UNIT_ID" val="custom714_1*i*1"/>
  <p:tag name="KSO_WM_UNIT_LAYERLEVEL" val="1"/>
</p:tagLst>
</file>

<file path=ppt/tags/tag603.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UNIT_ID" val="custom714_1*a*1"/>
  <p:tag name="KSO_WM_UNIT_LAYERLEVEL" val="1"/>
  <p:tag name="KSO_WM_TEMPLATE_INDEX" val="714"/>
  <p:tag name="KSO_WM_TEMPLATE_CATEGORY" val="custom"/>
</p:tagLst>
</file>

<file path=ppt/tags/tag604.xml><?xml version="1.0" encoding="utf-8"?>
<p:tagLst xmlns:p="http://schemas.openxmlformats.org/presentationml/2006/main">
  <p:tag name="KSO_WM_UNIT_TYPE" val="f"/>
  <p:tag name="KSO_WM_UNIT_SUBTYPE" val="a"/>
  <p:tag name="KSO_WM_UNIT_INDEX" val="1"/>
  <p:tag name="KSO_WM_BEAUTIFY_FLAG" val="#wm#"/>
  <p:tag name="KSO_WM_TAG_VERSION" val="3.0"/>
  <p:tag name="KSO_WM_TEMPLATE_NEED_RESERVE" val="1"/>
  <p:tag name="KSO_WM_UNIT_ID" val="custom714_1*f*1"/>
  <p:tag name="KSO_WM_UNIT_LAYERLEVEL" val="1"/>
  <p:tag name="KSO_WM_TEMPLATE_INDEX" val="714"/>
  <p:tag name="KSO_WM_TEMPLATE_CATEGORY" val="custom"/>
</p:tagLst>
</file>

<file path=ppt/tags/tag605.xml><?xml version="1.0" encoding="utf-8"?>
<p:tagLst xmlns:p="http://schemas.openxmlformats.org/presentationml/2006/main">
  <p:tag name="KSO_WM_UNIT_TYPE" val="i"/>
  <p:tag name="KSO_WM_DECORATE_TYPE" val="i_cd"/>
  <p:tag name="KSO_WM_UNIT_INDEX" val="2"/>
  <p:tag name="KSO_WM_BEAUTIFY_FLAG" val="#wm#"/>
  <p:tag name="KSO_WM_TAG_VERSION" val="3.0"/>
  <p:tag name="KSO_WM_TEMPLATE_NEED_RESERVE" val="1"/>
  <p:tag name="KSO_WM_TEMPLATE_INDEX" val="714"/>
  <p:tag name="KSO_WM_TEMPLATE_CATEGORY" val="custom"/>
  <p:tag name="KSO_WM_UNIT_ID" val="custom714_1*i*2"/>
  <p:tag name="KSO_WM_UNIT_LAYERLEVEL" val="1"/>
</p:tagLst>
</file>

<file path=ppt/tags/tag606.xml><?xml version="1.0" encoding="utf-8"?>
<p:tagLst xmlns:p="http://schemas.openxmlformats.org/presentationml/2006/main">
  <p:tag name="KSO_WM_UNIT_TYPE" val=""/>
  <p:tag name="KSO_WM_UNIT_INDEX" val="1"/>
  <p:tag name="KSO_WM_BEAUTIFY_FLAG" val="#wm#"/>
  <p:tag name="KSO_WM_TAG_VERSION" val="3.0"/>
  <p:tag name="KSO_WM_TEMPLATE_NEED_RESERVE" val="1"/>
  <p:tag name="KSO_WM_UNIT_ID" val="custom714_1**1"/>
  <p:tag name="KSO_WM_UNIT_LAYERLEVEL" val="1"/>
  <p:tag name="KSO_WM_TEMPLATE_INDEX" val="714"/>
  <p:tag name="KSO_WM_TEMPLATE_CATEGORY" val="custom"/>
</p:tagLst>
</file>

<file path=ppt/tags/tag607.xml><?xml version="1.0" encoding="utf-8"?>
<p:tagLst xmlns:p="http://schemas.openxmlformats.org/presentationml/2006/main">
  <p:tag name="KSO_WM_SLIDE_TYPE" val="title"/>
  <p:tag name="KSO_WM_TEMPLATE_SUBCATEGORY" val="29"/>
  <p:tag name="KSO_WM_TEMPLATE_COLOR_TYPE" val="0"/>
  <p:tag name="KSO_WM_TAG_VERSION" val="3.0"/>
  <p:tag name="KSO_WM_TEMPLATE_PLACEHOLDER_POS" val="246,146.25,712,386.25"/>
  <p:tag name="KSO_WM_SLIDE_SUBTYPE" val="pureTxt"/>
  <p:tag name="KSO_WM_SLIDE_ITEM_CNT" val="0"/>
  <p:tag name="KSO_WM_TEMPLATE_INDEX" val="714"/>
  <p:tag name="KSO_WM_SLIDE_THEME_ID" val="20238728"/>
  <p:tag name="KSO_WM_SLIDE_INDEX" val="1"/>
  <p:tag name="KSO_WM_BEAUTIFY_FLAG" val="#wm#"/>
  <p:tag name="KSO_WM_TEMPLATE_CATEGORY" val="custom"/>
  <p:tag name="KSO_WM_TEMPLATE_THUMBS_INDEX" val="1、5"/>
  <p:tag name="KSO_WM_SLIDE_ID" val="custom714_1"/>
  <p:tag name="KSO_WM_SLIDE_LAYOUT" val="_a_f_i"/>
  <p:tag name="KSO_WM_SLIDE_LAYOUT_CNT" val="1_1_1_2"/>
</p:tagLst>
</file>

<file path=ppt/tags/tag608.xml><?xml version="1.0" encoding="utf-8"?>
<p:tagLst xmlns:p="http://schemas.openxmlformats.org/presentationml/2006/main">
  <p:tag name="KSO_WM_UNIT_TYPE" val="l_h_i"/>
  <p:tag name="KSO_WM_UNIT_SUBTYPE" val="h"/>
  <p:tag name="KSO_WM_UNIT_INDEX" val="1_1_2"/>
  <p:tag name="KSO_WM_BEAUTIFY_FLAG" val="#wm#"/>
  <p:tag name="KSO_WM_TAG_VERSION" val="3.0"/>
  <p:tag name="KSO_WM_TEMPLATE_NEED_RESERVE" val="1"/>
  <p:tag name="KSO_WM_DIAGRAM_VERSION" val="3"/>
  <p:tag name="KSO_WM_UNIT_ISCONTENTSTITLE" val="1"/>
  <p:tag name="KSO_WM_TEMPLATE_INDEX" val="714"/>
  <p:tag name="KSO_WM_TEMPLATE_CATEGORY" val="custom"/>
  <p:tag name="KSO_WM_UNIT_ID" val="custom714_2*l_h_i*1_1_2"/>
  <p:tag name="KSO_WM_DIAGRAM_GROUP_CODE" val="l1-1"/>
  <p:tag name="KSO_WM_DIAGRAM_COLOR_TRICK" val="1"/>
  <p:tag name="KSO_WM_DIAGRAM_COLOR_TEXT_CAN_REMOVE" val="n"/>
  <p:tag name="KSO_WM_UNIT_LAYERLEVEL" val="1_1_1"/>
  <p:tag name="KSO_WM_SLIDE_FIGMA_DIAGRAM" val="1"/>
</p:tagLst>
</file>

<file path=ppt/tags/tag609.xml><?xml version="1.0" encoding="utf-8"?>
<p:tagLst xmlns:p="http://schemas.openxmlformats.org/presentationml/2006/main">
  <p:tag name="KSO_WM_UNIT_ISCONTENTSTITLE" val="1"/>
  <p:tag name="KSO_WM_TEMPLATE_INDEX" val="714"/>
  <p:tag name="KSO_WM_BEAUTIFY_FLAG" val="#wm#"/>
  <p:tag name="KSO_WM_TAG_VERSION" val="3.0"/>
  <p:tag name="KSO_WM_TEMPLATE_CATEGORY" val="custom"/>
  <p:tag name="KSO_WM_DIAGRAM_GROUP_CODE" val="l1-1"/>
  <p:tag name="KSO_WM_DIAGRAM_COLOR_TRICK" val="1"/>
  <p:tag name="KSO_WM_DIAGRAM_COLOR_TEXT_CAN_REMOVE" val="n"/>
  <p:tag name="KSO_WM_UNIT_ID" val="custom714_2**"/>
  <p:tag name="KSO_WM_UNIT_LAYERLEVEL" val="1"/>
</p:tagLst>
</file>

<file path=ppt/tags/tag610.xml><?xml version="1.0" encoding="utf-8"?>
<p:tagLst xmlns:p="http://schemas.openxmlformats.org/presentationml/2006/main">
  <p:tag name="KSO_WM_UNIT_TYPE" val="l_h_i"/>
  <p:tag name="KSO_WM_UNIT_SUBTYPE" val="d"/>
  <p:tag name="KSO_WM_UNIT_INDEX" val="1_1_1"/>
  <p:tag name="KSO_WM_BEAUTIFY_FLAG" val="#wm#"/>
  <p:tag name="KSO_WM_TAG_VERSION" val="3.0"/>
  <p:tag name="KSO_WM_TEMPLATE_NEED_RESERVE" val="1"/>
  <p:tag name="KSO_WM_DIAGRAM_VERSION" val="3"/>
  <p:tag name="KSO_WM_UNIT_PRESET_TEXT" val="1"/>
  <p:tag name="KSO_WM_UNIT_ISCONTENTSTITLE" val="1"/>
  <p:tag name="KSO_WM_TEMPLATE_INDEX" val="714"/>
  <p:tag name="KSO_WM_TEMPLATE_CATEGORY" val="custom"/>
  <p:tag name="KSO_WM_UNIT_ID" val="custom714_2*l_h_i*1_1_1"/>
  <p:tag name="KSO_WM_DIAGRAM_GROUP_CODE" val="l1-1"/>
  <p:tag name="KSO_WM_DIAGRAM_COLOR_TRICK" val="1"/>
  <p:tag name="KSO_WM_DIAGRAM_COLOR_TEXT_CAN_REMOVE" val="n"/>
  <p:tag name="KSO_WM_UNIT_LAYERLEVEL" val="1_1_1"/>
  <p:tag name="KSO_WM_SLIDE_FIGMA_DIAGRAM" val="1"/>
</p:tagLst>
</file>

<file path=ppt/tags/tag611.xml><?xml version="1.0" encoding="utf-8"?>
<p:tagLst xmlns:p="http://schemas.openxmlformats.org/presentationml/2006/main">
  <p:tag name="KSO_WM_UNIT_TYPE" val="l_h_f"/>
  <p:tag name="KSO_WM_UNIT_SUBTYPE" val="a"/>
  <p:tag name="KSO_WM_UNIT_INDEX" val="1_1_1"/>
  <p:tag name="KSO_WM_BEAUTIFY_FLAG" val="#wm#"/>
  <p:tag name="KSO_WM_TAG_VERSION" val="3.0"/>
  <p:tag name="KSO_WM_TEMPLATE_NEED_RESERVE" val="1"/>
  <p:tag name="KSO_WM_DIAGRAM_VERSION" val="3"/>
  <p:tag name="KSO_WM_UNIT_PRESET_TEXT" val="个人思想情况"/>
  <p:tag name="KSO_WM_UNIT_ISCONTENTSTITLE" val="1"/>
  <p:tag name="KSO_WM_TEMPLATE_INDEX" val="714"/>
  <p:tag name="KSO_WM_TEMPLATE_CATEGORY" val="custom"/>
  <p:tag name="KSO_WM_UNIT_ID" val="custom714_2*l_h_f*1_1_1"/>
  <p:tag name="KSO_WM_DIAGRAM_GROUP_CODE" val="l1-1"/>
  <p:tag name="KSO_WM_DIAGRAM_COLOR_TRICK" val="1"/>
  <p:tag name="KSO_WM_DIAGRAM_COLOR_TEXT_CAN_REMOVE" val="n"/>
  <p:tag name="KSO_WM_UNIT_LAYERLEVEL" val="1_1_1"/>
  <p:tag name="KSO_WM_SLIDE_FIGMA_DIAGRAM" val="1"/>
</p:tagLst>
</file>

<file path=ppt/tags/tag612.xml><?xml version="1.0" encoding="utf-8"?>
<p:tagLst xmlns:p="http://schemas.openxmlformats.org/presentationml/2006/main">
  <p:tag name="KSO_WM_UNIT_TYPE" val="l_h_i"/>
  <p:tag name="KSO_WM_UNIT_SUBTYPE" val="h"/>
  <p:tag name="KSO_WM_UNIT_INDEX" val="1_2_2"/>
  <p:tag name="KSO_WM_BEAUTIFY_FLAG" val="#wm#"/>
  <p:tag name="KSO_WM_TAG_VERSION" val="3.0"/>
  <p:tag name="KSO_WM_TEMPLATE_NEED_RESERVE" val="1"/>
  <p:tag name="KSO_WM_DIAGRAM_VERSION" val="3"/>
  <p:tag name="KSO_WM_UNIT_ISCONTENTSTITLE" val="1"/>
  <p:tag name="KSO_WM_TEMPLATE_INDEX" val="714"/>
  <p:tag name="KSO_WM_TEMPLATE_CATEGORY" val="custom"/>
  <p:tag name="KSO_WM_UNIT_ID" val="custom714_2*l_h_i*1_2_2"/>
  <p:tag name="KSO_WM_DIAGRAM_GROUP_CODE" val="l1-1"/>
  <p:tag name="KSO_WM_DIAGRAM_COLOR_TRICK" val="1"/>
  <p:tag name="KSO_WM_DIAGRAM_COLOR_TEXT_CAN_REMOVE" val="n"/>
  <p:tag name="KSO_WM_UNIT_LAYERLEVEL" val="1_1_1"/>
  <p:tag name="KSO_WM_SLIDE_FIGMA_DIAGRAM" val="1"/>
</p:tagLst>
</file>

<file path=ppt/tags/tag613.xml><?xml version="1.0" encoding="utf-8"?>
<p:tagLst xmlns:p="http://schemas.openxmlformats.org/presentationml/2006/main">
  <p:tag name="KSO_WM_UNIT_ISCONTENTSTITLE" val="1"/>
  <p:tag name="KSO_WM_TEMPLATE_INDEX" val="714"/>
  <p:tag name="KSO_WM_BEAUTIFY_FLAG" val="#wm#"/>
  <p:tag name="KSO_WM_TAG_VERSION" val="3.0"/>
  <p:tag name="KSO_WM_TEMPLATE_CATEGORY" val="custom"/>
  <p:tag name="KSO_WM_DIAGRAM_GROUP_CODE" val="l1-1"/>
  <p:tag name="KSO_WM_DIAGRAM_COLOR_TRICK" val="1"/>
  <p:tag name="KSO_WM_DIAGRAM_COLOR_TEXT_CAN_REMOVE" val="n"/>
  <p:tag name="KSO_WM_UNIT_ID" val="custom714_2**"/>
  <p:tag name="KSO_WM_UNIT_LAYERLEVEL" val="1"/>
</p:tagLst>
</file>

<file path=ppt/tags/tag614.xml><?xml version="1.0" encoding="utf-8"?>
<p:tagLst xmlns:p="http://schemas.openxmlformats.org/presentationml/2006/main">
  <p:tag name="KSO_WM_UNIT_TYPE" val="l_h_i"/>
  <p:tag name="KSO_WM_UNIT_SUBTYPE" val="d"/>
  <p:tag name="KSO_WM_UNIT_INDEX" val="1_2_1"/>
  <p:tag name="KSO_WM_BEAUTIFY_FLAG" val="#wm#"/>
  <p:tag name="KSO_WM_TAG_VERSION" val="3.0"/>
  <p:tag name="KSO_WM_TEMPLATE_NEED_RESERVE" val="1"/>
  <p:tag name="KSO_WM_DIAGRAM_VERSION" val="3"/>
  <p:tag name="KSO_WM_UNIT_PRESET_TEXT" val="2"/>
  <p:tag name="KSO_WM_UNIT_ISCONTENTSTITLE" val="1"/>
  <p:tag name="KSO_WM_TEMPLATE_INDEX" val="714"/>
  <p:tag name="KSO_WM_TEMPLATE_CATEGORY" val="custom"/>
  <p:tag name="KSO_WM_UNIT_ID" val="custom714_2*l_h_i*1_2_1"/>
  <p:tag name="KSO_WM_DIAGRAM_GROUP_CODE" val="l1-1"/>
  <p:tag name="KSO_WM_DIAGRAM_COLOR_TRICK" val="1"/>
  <p:tag name="KSO_WM_DIAGRAM_COLOR_TEXT_CAN_REMOVE" val="n"/>
  <p:tag name="KSO_WM_UNIT_LAYERLEVEL" val="1_1_1"/>
  <p:tag name="KSO_WM_SLIDE_FIGMA_DIAGRAM" val="1"/>
</p:tagLst>
</file>

<file path=ppt/tags/tag615.xml><?xml version="1.0" encoding="utf-8"?>
<p:tagLst xmlns:p="http://schemas.openxmlformats.org/presentationml/2006/main">
  <p:tag name="KSO_WM_UNIT_TYPE" val="l_h_f"/>
  <p:tag name="KSO_WM_UNIT_SUBTYPE" val="a"/>
  <p:tag name="KSO_WM_UNIT_INDEX" val="1_2_1"/>
  <p:tag name="KSO_WM_BEAUTIFY_FLAG" val="#wm#"/>
  <p:tag name="KSO_WM_TAG_VERSION" val="3.0"/>
  <p:tag name="KSO_WM_TEMPLATE_NEED_RESERVE" val="1"/>
  <p:tag name="KSO_WM_DIAGRAM_VERSION" val="3"/>
  <p:tag name="KSO_WM_UNIT_PRESET_TEXT" val="学生工作"/>
  <p:tag name="KSO_WM_UNIT_ISCONTENTSTITLE" val="1"/>
  <p:tag name="KSO_WM_TEMPLATE_INDEX" val="714"/>
  <p:tag name="KSO_WM_TEMPLATE_CATEGORY" val="custom"/>
  <p:tag name="KSO_WM_UNIT_ID" val="custom714_2*l_h_f*1_2_1"/>
  <p:tag name="KSO_WM_DIAGRAM_GROUP_CODE" val="l1-1"/>
  <p:tag name="KSO_WM_DIAGRAM_COLOR_TRICK" val="1"/>
  <p:tag name="KSO_WM_DIAGRAM_COLOR_TEXT_CAN_REMOVE" val="n"/>
  <p:tag name="KSO_WM_UNIT_LAYERLEVEL" val="1_1_1"/>
  <p:tag name="KSO_WM_SLIDE_FIGMA_DIAGRAM" val="1"/>
</p:tagLst>
</file>

<file path=ppt/tags/tag616.xml><?xml version="1.0" encoding="utf-8"?>
<p:tagLst xmlns:p="http://schemas.openxmlformats.org/presentationml/2006/main">
  <p:tag name="KSO_WM_UNIT_TYPE" val="l_h_i"/>
  <p:tag name="KSO_WM_UNIT_SUBTYPE" val="h"/>
  <p:tag name="KSO_WM_UNIT_INDEX" val="1_3_2"/>
  <p:tag name="KSO_WM_BEAUTIFY_FLAG" val="#wm#"/>
  <p:tag name="KSO_WM_TAG_VERSION" val="3.0"/>
  <p:tag name="KSO_WM_TEMPLATE_NEED_RESERVE" val="1"/>
  <p:tag name="KSO_WM_DIAGRAM_VERSION" val="3"/>
  <p:tag name="KSO_WM_UNIT_ISCONTENTSTITLE" val="1"/>
  <p:tag name="KSO_WM_TEMPLATE_INDEX" val="714"/>
  <p:tag name="KSO_WM_TEMPLATE_CATEGORY" val="custom"/>
  <p:tag name="KSO_WM_UNIT_ID" val="custom714_2*l_h_i*1_3_2"/>
  <p:tag name="KSO_WM_DIAGRAM_GROUP_CODE" val="l1-1"/>
  <p:tag name="KSO_WM_DIAGRAM_COLOR_TRICK" val="1"/>
  <p:tag name="KSO_WM_DIAGRAM_COLOR_TEXT_CAN_REMOVE" val="n"/>
  <p:tag name="KSO_WM_UNIT_LAYERLEVEL" val="1_1_1"/>
  <p:tag name="KSO_WM_SLIDE_FIGMA_DIAGRAM" val="1"/>
</p:tagLst>
</file>

<file path=ppt/tags/tag617.xml><?xml version="1.0" encoding="utf-8"?>
<p:tagLst xmlns:p="http://schemas.openxmlformats.org/presentationml/2006/main">
  <p:tag name="KSO_WM_UNIT_ISCONTENTSTITLE" val="1"/>
  <p:tag name="KSO_WM_TEMPLATE_INDEX" val="714"/>
  <p:tag name="KSO_WM_BEAUTIFY_FLAG" val="#wm#"/>
  <p:tag name="KSO_WM_TAG_VERSION" val="3.0"/>
  <p:tag name="KSO_WM_TEMPLATE_CATEGORY" val="custom"/>
  <p:tag name="KSO_WM_DIAGRAM_GROUP_CODE" val="l1-1"/>
  <p:tag name="KSO_WM_DIAGRAM_COLOR_TRICK" val="1"/>
  <p:tag name="KSO_WM_DIAGRAM_COLOR_TEXT_CAN_REMOVE" val="n"/>
  <p:tag name="KSO_WM_UNIT_ID" val="custom714_2**"/>
  <p:tag name="KSO_WM_UNIT_LAYERLEVEL" val="1"/>
</p:tagLst>
</file>

<file path=ppt/tags/tag618.xml><?xml version="1.0" encoding="utf-8"?>
<p:tagLst xmlns:p="http://schemas.openxmlformats.org/presentationml/2006/main">
  <p:tag name="KSO_WM_UNIT_TYPE" val="l_h_i"/>
  <p:tag name="KSO_WM_UNIT_SUBTYPE" val="d"/>
  <p:tag name="KSO_WM_UNIT_INDEX" val="1_3_1"/>
  <p:tag name="KSO_WM_BEAUTIFY_FLAG" val="#wm#"/>
  <p:tag name="KSO_WM_TAG_VERSION" val="3.0"/>
  <p:tag name="KSO_WM_TEMPLATE_NEED_RESERVE" val="1"/>
  <p:tag name="KSO_WM_DIAGRAM_VERSION" val="3"/>
  <p:tag name="KSO_WM_UNIT_PRESET_TEXT" val="3"/>
  <p:tag name="KSO_WM_UNIT_ISCONTENTSTITLE" val="1"/>
  <p:tag name="KSO_WM_TEMPLATE_INDEX" val="714"/>
  <p:tag name="KSO_WM_TEMPLATE_CATEGORY" val="custom"/>
  <p:tag name="KSO_WM_UNIT_ID" val="custom714_2*l_h_i*1_3_1"/>
  <p:tag name="KSO_WM_DIAGRAM_GROUP_CODE" val="l1-1"/>
  <p:tag name="KSO_WM_DIAGRAM_COLOR_TRICK" val="1"/>
  <p:tag name="KSO_WM_DIAGRAM_COLOR_TEXT_CAN_REMOVE" val="n"/>
  <p:tag name="KSO_WM_UNIT_LAYERLEVEL" val="1_1_1"/>
  <p:tag name="KSO_WM_SLIDE_FIGMA_DIAGRAM" val="1"/>
</p:tagLst>
</file>

<file path=ppt/tags/tag619.xml><?xml version="1.0" encoding="utf-8"?>
<p:tagLst xmlns:p="http://schemas.openxmlformats.org/presentationml/2006/main">
  <p:tag name="KSO_WM_UNIT_TYPE" val="l_h_f"/>
  <p:tag name="KSO_WM_UNIT_SUBTYPE" val="a"/>
  <p:tag name="KSO_WM_UNIT_INDEX" val="1_3_1"/>
  <p:tag name="KSO_WM_BEAUTIFY_FLAG" val="#wm#"/>
  <p:tag name="KSO_WM_TAG_VERSION" val="3.0"/>
  <p:tag name="KSO_WM_TEMPLATE_NEED_RESERVE" val="1"/>
  <p:tag name="KSO_WM_DIAGRAM_VERSION" val="3"/>
  <p:tag name="KSO_WM_UNIT_PRESET_TEXT" val="科研竞赛"/>
  <p:tag name="KSO_WM_UNIT_ISCONTENTSTITLE" val="1"/>
  <p:tag name="KSO_WM_TEMPLATE_INDEX" val="714"/>
  <p:tag name="KSO_WM_TEMPLATE_CATEGORY" val="custom"/>
  <p:tag name="KSO_WM_UNIT_ID" val="custom714_2*l_h_f*1_3_1"/>
  <p:tag name="KSO_WM_DIAGRAM_GROUP_CODE" val="l1-1"/>
  <p:tag name="KSO_WM_DIAGRAM_COLOR_TRICK" val="1"/>
  <p:tag name="KSO_WM_DIAGRAM_COLOR_TEXT_CAN_REMOVE" val="n"/>
  <p:tag name="KSO_WM_UNIT_LAYERLEVEL" val="1_1_1"/>
  <p:tag name="KSO_WM_SLIDE_FIGMA_DIAGRAM" val="1"/>
</p:tagLst>
</file>

<file path=ppt/tags/tag620.xml><?xml version="1.0" encoding="utf-8"?>
<p:tagLst xmlns:p="http://schemas.openxmlformats.org/presentationml/2006/main">
  <p:tag name="KSO_WM_UNIT_ISCONTENTSTITLE" val="1"/>
  <p:tag name="KSO_WM_TEMPLATE_INDEX" val="714"/>
  <p:tag name="KSO_WM_BEAUTIFY_FLAG" val="#wm#"/>
  <p:tag name="KSO_WM_TAG_VERSION" val="3.0"/>
  <p:tag name="KSO_WM_TEMPLATE_CATEGORY" val="custom"/>
  <p:tag name="KSO_WM_DIAGRAM_GROUP_CODE" val="l1-1"/>
  <p:tag name="KSO_WM_DIAGRAM_COLOR_TRICK" val="1"/>
  <p:tag name="KSO_WM_DIAGRAM_COLOR_TEXT_CAN_REMOVE" val="n"/>
  <p:tag name="KSO_WM_UNIT_ID" val="custom714_2**"/>
  <p:tag name="KSO_WM_UNIT_LAYERLEVEL" val="1"/>
</p:tagLst>
</file>

<file path=ppt/tags/tag621.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714"/>
  <p:tag name="KSO_WM_TEMPLATE_CATEGORY" val="custom"/>
  <p:tag name="KSO_WM_UNIT_ID" val="custom714_2*a*1"/>
  <p:tag name="KSO_WM_DIAGRAM_GROUP_CODE" val="l1-1"/>
  <p:tag name="KSO_WM_DIAGRAM_COLOR_TRICK" val="1"/>
  <p:tag name="KSO_WM_DIAGRAM_COLOR_TEXT_CAN_REMOVE" val="n"/>
  <p:tag name="KSO_WM_UNIT_ISCONTENTSTITLE" val="1"/>
  <p:tag name="KSO_WM_UNIT_LAYERLEVEL" val="1"/>
</p:tagLst>
</file>

<file path=ppt/tags/tag622.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UNIT_ISCONTENTSTITLE" val="1"/>
  <p:tag name="KSO_WM_TEMPLATE_INDEX" val="714"/>
  <p:tag name="KSO_WM_TEMPLATE_CATEGORY" val="custom"/>
  <p:tag name="KSO_WM_UNIT_ID" val="custom714_2*d*1"/>
  <p:tag name="KSO_WM_DIAGRAM_GROUP_CODE" val="l1-1"/>
  <p:tag name="KSO_WM_DIAGRAM_COLOR_TRICK" val="1"/>
  <p:tag name="KSO_WM_DIAGRAM_COLOR_TEXT_CAN_REMOVE" val="n"/>
  <p:tag name="KSO_WM_UNIT_LAYERLEVEL" val="1"/>
</p:tagLst>
</file>

<file path=ppt/tags/tag623.xml><?xml version="1.0" encoding="utf-8"?>
<p:tagLst xmlns:p="http://schemas.openxmlformats.org/presentationml/2006/main">
  <p:tag name="KSO_WM_UNIT_TYPE" val="l_h_i"/>
  <p:tag name="KSO_WM_UNIT_SUBTYPE" val="h"/>
  <p:tag name="KSO_WM_UNIT_INDEX" val="1_1_2"/>
  <p:tag name="KSO_WM_BEAUTIFY_FLAG" val="#wm#"/>
  <p:tag name="KSO_WM_TAG_VERSION" val="3.0"/>
  <p:tag name="KSO_WM_TEMPLATE_NEED_RESERVE" val="1"/>
  <p:tag name="KSO_WM_DIAGRAM_VERSION" val="3"/>
  <p:tag name="KSO_WM_UNIT_ISCONTENTSTITLE" val="1"/>
  <p:tag name="KSO_WM_TEMPLATE_INDEX" val="714"/>
  <p:tag name="KSO_WM_TEMPLATE_CATEGORY" val="custom"/>
  <p:tag name="KSO_WM_UNIT_ID" val="custom714_2*l_h_i*1_1_2"/>
  <p:tag name="KSO_WM_DIAGRAM_GROUP_CODE" val="l1-1"/>
  <p:tag name="KSO_WM_DIAGRAM_COLOR_TRICK" val="1"/>
  <p:tag name="KSO_WM_DIAGRAM_COLOR_TEXT_CAN_REMOVE" val="n"/>
  <p:tag name="KSO_WM_UNIT_LAYERLEVEL" val="1_1_1"/>
  <p:tag name="KSO_WM_SLIDE_FIGMA_DIAGRAM" val="1"/>
</p:tagLst>
</file>

<file path=ppt/tags/tag624.xml><?xml version="1.0" encoding="utf-8"?>
<p:tagLst xmlns:p="http://schemas.openxmlformats.org/presentationml/2006/main">
  <p:tag name="KSO_WM_UNIT_ISCONTENTSTITLE" val="1"/>
  <p:tag name="KSO_WM_TEMPLATE_INDEX" val="714"/>
  <p:tag name="KSO_WM_BEAUTIFY_FLAG" val="#wm#"/>
  <p:tag name="KSO_WM_TAG_VERSION" val="3.0"/>
  <p:tag name="KSO_WM_TEMPLATE_CATEGORY" val="custom"/>
  <p:tag name="KSO_WM_DIAGRAM_GROUP_CODE" val="l1-1"/>
  <p:tag name="KSO_WM_DIAGRAM_COLOR_TRICK" val="1"/>
  <p:tag name="KSO_WM_DIAGRAM_COLOR_TEXT_CAN_REMOVE" val="n"/>
  <p:tag name="KSO_WM_UNIT_ID" val="custom714_2**"/>
  <p:tag name="KSO_WM_UNIT_LAYERLEVEL" val="1"/>
</p:tagLst>
</file>

<file path=ppt/tags/tag625.xml><?xml version="1.0" encoding="utf-8"?>
<p:tagLst xmlns:p="http://schemas.openxmlformats.org/presentationml/2006/main">
  <p:tag name="KSO_WM_UNIT_TYPE" val="l_h_i"/>
  <p:tag name="KSO_WM_UNIT_SUBTYPE" val="d"/>
  <p:tag name="KSO_WM_UNIT_INDEX" val="1_1_1"/>
  <p:tag name="KSO_WM_BEAUTIFY_FLAG" val="#wm#"/>
  <p:tag name="KSO_WM_TAG_VERSION" val="3.0"/>
  <p:tag name="KSO_WM_TEMPLATE_NEED_RESERVE" val="1"/>
  <p:tag name="KSO_WM_DIAGRAM_VERSION" val="3"/>
  <p:tag name="KSO_WM_UNIT_PRESET_TEXT" val="1"/>
  <p:tag name="KSO_WM_UNIT_ISCONTENTSTITLE" val="1"/>
  <p:tag name="KSO_WM_TEMPLATE_INDEX" val="714"/>
  <p:tag name="KSO_WM_TEMPLATE_CATEGORY" val="custom"/>
  <p:tag name="KSO_WM_UNIT_ID" val="custom714_2*l_h_i*1_1_1"/>
  <p:tag name="KSO_WM_DIAGRAM_GROUP_CODE" val="l1-1"/>
  <p:tag name="KSO_WM_DIAGRAM_COLOR_TRICK" val="1"/>
  <p:tag name="KSO_WM_DIAGRAM_COLOR_TEXT_CAN_REMOVE" val="n"/>
  <p:tag name="KSO_WM_UNIT_LAYERLEVEL" val="1_1_1"/>
  <p:tag name="KSO_WM_SLIDE_FIGMA_DIAGRAM" val="1"/>
</p:tagLst>
</file>

<file path=ppt/tags/tag626.xml><?xml version="1.0" encoding="utf-8"?>
<p:tagLst xmlns:p="http://schemas.openxmlformats.org/presentationml/2006/main">
  <p:tag name="KSO_WM_UNIT_TYPE" val="l_h_f"/>
  <p:tag name="KSO_WM_UNIT_SUBTYPE" val="a"/>
  <p:tag name="KSO_WM_UNIT_INDEX" val="1_1_1"/>
  <p:tag name="KSO_WM_BEAUTIFY_FLAG" val="#wm#"/>
  <p:tag name="KSO_WM_TAG_VERSION" val="3.0"/>
  <p:tag name="KSO_WM_TEMPLATE_NEED_RESERVE" val="1"/>
  <p:tag name="KSO_WM_DIAGRAM_VERSION" val="3"/>
  <p:tag name="KSO_WM_UNIT_PRESET_TEXT" val="个人思想情况"/>
  <p:tag name="KSO_WM_UNIT_ISCONTENTSTITLE" val="1"/>
  <p:tag name="KSO_WM_TEMPLATE_INDEX" val="714"/>
  <p:tag name="KSO_WM_TEMPLATE_CATEGORY" val="custom"/>
  <p:tag name="KSO_WM_UNIT_ID" val="custom714_2*l_h_f*1_1_1"/>
  <p:tag name="KSO_WM_DIAGRAM_GROUP_CODE" val="l1-1"/>
  <p:tag name="KSO_WM_DIAGRAM_COLOR_TRICK" val="1"/>
  <p:tag name="KSO_WM_DIAGRAM_COLOR_TEXT_CAN_REMOVE" val="n"/>
  <p:tag name="KSO_WM_UNIT_LAYERLEVEL" val="1_1_1"/>
  <p:tag name="KSO_WM_SLIDE_FIGMA_DIAGRAM" val="1"/>
</p:tagLst>
</file>

<file path=ppt/tags/tag627.xml><?xml version="1.0" encoding="utf-8"?>
<p:tagLst xmlns:p="http://schemas.openxmlformats.org/presentationml/2006/main">
  <p:tag name="KSO_WM_SLIDE_TYPE" val="contents"/>
  <p:tag name="KSO_WM_TEMPLATE_SUBCATEGORY" val="29"/>
  <p:tag name="KSO_WM_TEMPLATE_COLOR_TYPE" val="0"/>
  <p:tag name="KSO_WM_TAG_VERSION" val="3.0"/>
  <p:tag name="KSO_WM_TEMPLATE_PLACEHOLDER_POS" val="306,50.625,728,446.25"/>
  <p:tag name="KSO_WM_TEMPLATE_PLACEHOLDER_POS2" val="306,223.639,728,446.25"/>
  <p:tag name="KSO_WM_SLIDE_SUBTYPE" val="diag"/>
  <p:tag name="KSO_WM_SLIDE_ITEM_CNT" val="4"/>
  <p:tag name="KSO_WM_TEMPLATE_INDEX" val="714"/>
  <p:tag name="KSO_WM_SLIDE_THEME_ID" val="20237204"/>
  <p:tag name="KSO_WM_SLIDE_INDEX" val="2"/>
  <p:tag name="KSO_WM_BEAUTIFY_FLAG" val="#wm#"/>
  <p:tag name="KSO_WM_TEMPLATE_CATEGORY" val="custom"/>
  <p:tag name="KSO_WM_ASSEMBLE_CHIP_INDEX" val="diag"/>
  <p:tag name="KSO_WM_DIAGRAM_GROUP_CODE" val="l1-1"/>
  <p:tag name="KSO_WM_SLIDE_ID" val="custom714_2"/>
  <p:tag name="KSO_WM_SLIDE_LAYOUT" val="_a_d_l"/>
  <p:tag name="KSO_WM_SLIDE_LAYOUT_CNT" val="5_1_1_1"/>
</p:tagLst>
</file>

<file path=ppt/tags/tag628.xml><?xml version="1.0" encoding="utf-8"?>
<p:tagLst xmlns:p="http://schemas.openxmlformats.org/presentationml/2006/main">
  <p:tag name="KSO_WM_UNIT_TYPE" val="d"/>
  <p:tag name="KSO_WM_UNIT_INDEX" val="2"/>
  <p:tag name="KSO_WM_BEAUTIFY_FLAG" val="#wm#"/>
  <p:tag name="KSO_WM_TAG_VERSION" val="3.0"/>
  <p:tag name="KSO_WM_TEMPLATE_NEED_RESERVE" val="1"/>
  <p:tag name="KSO_WM_TEMPLATE_INDEX" val="714"/>
  <p:tag name="KSO_WM_TEMPLATE_CATEGORY" val="custom"/>
  <p:tag name="KSO_WM_UNIT_ID" val="custom714_3*d*2"/>
  <p:tag name="KSO_WM_UNIT_LAYERLEVEL" val="1"/>
</p:tagLst>
</file>

<file path=ppt/tags/tag629.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TEMPLATE_INDEX" val="714"/>
  <p:tag name="KSO_WM_TEMPLATE_CATEGORY" val="custom"/>
  <p:tag name="KSO_WM_UNIT_ID" val="custom714_3*d*1"/>
  <p:tag name="KSO_WM_UNIT_LAYERLEVEL" val="1"/>
</p:tagLst>
</file>

<file path=ppt/tags/tag630.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714"/>
  <p:tag name="KSO_WM_TEMPLATE_CATEGORY" val="custom"/>
  <p:tag name="KSO_WM_UNIT_ID" val="custom714_3*i*1"/>
  <p:tag name="KSO_WM_UNIT_LAYERLEVEL" val="1"/>
</p:tagLst>
</file>

<file path=ppt/tags/tag631.xml><?xml version="1.0" encoding="utf-8"?>
<p:tagLst xmlns:p="http://schemas.openxmlformats.org/presentationml/2006/main">
  <p:tag name="KSO_WM_UNIT_TYPE" val="d"/>
  <p:tag name="KSO_WM_UNIT_INDEX" val="3"/>
  <p:tag name="KSO_WM_BEAUTIFY_FLAG" val="#wm#"/>
  <p:tag name="KSO_WM_TAG_VERSION" val="3.0"/>
  <p:tag name="KSO_WM_TEMPLATE_NEED_RESERVE" val="1"/>
  <p:tag name="KSO_WM_TEMPLATE_INDEX" val="714"/>
  <p:tag name="KSO_WM_TEMPLATE_CATEGORY" val="custom"/>
  <p:tag name="KSO_WM_UNIT_ID" val="custom714_3*d*3"/>
  <p:tag name="KSO_WM_UNIT_LAYERLEVEL" val="1"/>
</p:tagLst>
</file>

<file path=ppt/tags/tag632.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714"/>
  <p:tag name="KSO_WM_TEMPLATE_CATEGORY" val="custom"/>
  <p:tag name="KSO_WM_UNIT_ID" val="custom714_3*a*1"/>
  <p:tag name="KSO_WM_UNIT_LAYERLEVEL" val="1"/>
</p:tagLst>
</file>

<file path=ppt/tags/tag633.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0,960,540"/>
  <p:tag name="KSO_WM_SLIDE_SUBTYPE" val="pureTxt"/>
  <p:tag name="KSO_WM_SLIDE_ITEM_CNT" val="0"/>
  <p:tag name="KSO_WM_TEMPLATE_INDEX" val="714"/>
  <p:tag name="KSO_WM_SLIDE_THEME_ID" val="20240407"/>
  <p:tag name="KSO_WM_SLIDE_INDEX" val="3"/>
  <p:tag name="KSO_WM_BEAUTIFY_FLAG" val="#wm#"/>
  <p:tag name="KSO_WM_TEMPLATE_CATEGORY" val="custom"/>
  <p:tag name="KSO_WM_SLIDE_ID" val="custom714_3"/>
  <p:tag name="KSO_WM_SLIDE_LAYOUT" val="a_d_i"/>
  <p:tag name="KSO_WM_SLIDE_LAYOUT_CNT" val="1_3_1"/>
</p:tagLst>
</file>

<file path=ppt/tags/tag634.xml><?xml version="1.0" encoding="utf-8"?>
<p:tagLst xmlns:p="http://schemas.openxmlformats.org/presentationml/2006/main">
  <p:tag name="KSO_WM_BEAUTIFY_FLAG" val="#fgm#"/>
  <p:tag name="KSO_WM_FIGMA_FLAG" val="#fgm#"/>
  <p:tag name="KSO_WM_UNIT_INDEX" val="1"/>
  <p:tag name="KSO_WM_UNIT_TYPE" val="a"/>
  <p:tag name="KSO_WM_LAYOUT_CHECK_HASH" val="a3e6bfcfe40efe655bbe06e3f84700525010e32c"/>
  <p:tag name="KSO_WM_NEWLAYOUT_GROUP_ID" val="layout_34"/>
  <p:tag name="KSO_WM_NEWLAYOUT_ID" val="slide_758c0c38998d981e"/>
  <p:tag name="KSO_WM_UNIT_PRESET_TEXT" val="单击此处添加标题"/>
</p:tagLst>
</file>

<file path=ppt/tags/tag63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63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63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63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63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64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641.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642.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643.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0"/>
  <p:tag name="KSO_WM_TEMPLATE_SLIDE_ID" val="slide_758c0c38998d981e"/>
</p:tagLst>
</file>

<file path=ppt/tags/tag644.xml><?xml version="1.0" encoding="utf-8"?>
<p:tagLst xmlns:p="http://schemas.openxmlformats.org/presentationml/2006/main">
  <p:tag name="KSO_WM_UNIT_TYPE" val="d"/>
  <p:tag name="KSO_WM_UNIT_INDEX" val="2"/>
  <p:tag name="KSO_WM_BEAUTIFY_FLAG" val="#wm#"/>
  <p:tag name="KSO_WM_TAG_VERSION" val="3.0"/>
  <p:tag name="KSO_WM_TEMPLATE_NEED_RESERVE" val="1"/>
  <p:tag name="KSO_WM_TEMPLATE_INDEX" val="714"/>
  <p:tag name="KSO_WM_TEMPLATE_CATEGORY" val="custom"/>
  <p:tag name="KSO_WM_UNIT_ID" val="custom714_3*d*2"/>
  <p:tag name="KSO_WM_UNIT_LAYERLEVEL" val="1"/>
</p:tagLst>
</file>

<file path=ppt/tags/tag645.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TEMPLATE_INDEX" val="714"/>
  <p:tag name="KSO_WM_TEMPLATE_CATEGORY" val="custom"/>
  <p:tag name="KSO_WM_UNIT_ID" val="custom714_3*d*1"/>
  <p:tag name="KSO_WM_UNIT_LAYERLEVEL" val="1"/>
</p:tagLst>
</file>

<file path=ppt/tags/tag646.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714"/>
  <p:tag name="KSO_WM_TEMPLATE_CATEGORY" val="custom"/>
  <p:tag name="KSO_WM_UNIT_ID" val="custom714_3*i*1"/>
  <p:tag name="KSO_WM_UNIT_LAYERLEVEL" val="1"/>
</p:tagLst>
</file>

<file path=ppt/tags/tag647.xml><?xml version="1.0" encoding="utf-8"?>
<p:tagLst xmlns:p="http://schemas.openxmlformats.org/presentationml/2006/main">
  <p:tag name="KSO_WM_UNIT_TYPE" val="d"/>
  <p:tag name="KSO_WM_UNIT_INDEX" val="3"/>
  <p:tag name="KSO_WM_BEAUTIFY_FLAG" val="#wm#"/>
  <p:tag name="KSO_WM_TAG_VERSION" val="3.0"/>
  <p:tag name="KSO_WM_TEMPLATE_NEED_RESERVE" val="1"/>
  <p:tag name="KSO_WM_TEMPLATE_INDEX" val="714"/>
  <p:tag name="KSO_WM_TEMPLATE_CATEGORY" val="custom"/>
  <p:tag name="KSO_WM_UNIT_ID" val="custom714_3*d*3"/>
  <p:tag name="KSO_WM_UNIT_LAYERLEVEL" val="1"/>
</p:tagLst>
</file>

<file path=ppt/tags/tag648.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714"/>
  <p:tag name="KSO_WM_TEMPLATE_CATEGORY" val="custom"/>
  <p:tag name="KSO_WM_UNIT_ID" val="custom714_3*a*1"/>
  <p:tag name="KSO_WM_UNIT_LAYERLEVEL" val="1"/>
</p:tagLst>
</file>

<file path=ppt/tags/tag649.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0,960,540"/>
  <p:tag name="KSO_WM_SLIDE_SUBTYPE" val="pureTxt"/>
  <p:tag name="KSO_WM_SLIDE_ITEM_CNT" val="0"/>
  <p:tag name="KSO_WM_TEMPLATE_INDEX" val="714"/>
  <p:tag name="KSO_WM_SLIDE_THEME_ID" val="20240407"/>
  <p:tag name="KSO_WM_SLIDE_INDEX" val="3"/>
  <p:tag name="KSO_WM_BEAUTIFY_FLAG" val="#wm#"/>
  <p:tag name="KSO_WM_TEMPLATE_CATEGORY" val="custom"/>
  <p:tag name="KSO_WM_SLIDE_ID" val="custom714_3"/>
  <p:tag name="KSO_WM_SLIDE_LAYOUT" val="a_d_i"/>
  <p:tag name="KSO_WM_SLIDE_LAYOUT_CNT" val="1_3_1"/>
</p:tagLst>
</file>

<file path=ppt/tags/tag650.xml><?xml version="1.0" encoding="utf-8"?>
<p:tagLst xmlns:p="http://schemas.openxmlformats.org/presentationml/2006/main">
  <p:tag name="KSO_WM_BEAUTIFY_FLAG" val="#fgm#"/>
  <p:tag name="KSO_WM_FIGMA_FLAG" val="#fgm#"/>
  <p:tag name="KSO_WM_UNIT_INDEX" val="1"/>
  <p:tag name="KSO_WM_UNIT_TYPE" val="a"/>
  <p:tag name="KSO_WM_LAYOUT_CHECK_HASH" val="2945eecf37f8b0fb64f441482121ef3c1d9396d7"/>
  <p:tag name="KSO_WM_NEWLAYOUT_GROUP_ID" val="layout_10004"/>
  <p:tag name="KSO_WM_NEWLAYOUT_ID" val="slide_e0ba20cb02247c91"/>
  <p:tag name="KSO_WM_UNIT_PRESET_TEXT" val="单击此处添加标题"/>
</p:tagLst>
</file>

<file path=ppt/tags/tag651.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e0ba20cb02247c91"/>
</p:tagLst>
</file>

<file path=ppt/tags/tag652.xml><?xml version="1.0" encoding="utf-8"?>
<p:tagLst xmlns:p="http://schemas.openxmlformats.org/presentationml/2006/main">
  <p:tag name="KSO_WM_BEAUTIFY_FLAG" val="#fgm#"/>
  <p:tag name="KSO_WM_FIGMA_FLAG" val="#fgm#"/>
  <p:tag name="KSO_WM_UNIT_INDEX" val="1"/>
  <p:tag name="KSO_WM_UNIT_TYPE" val="a"/>
  <p:tag name="KSO_WM_LAYOUT_CHECK_HASH" val="2945eecf37f8b0fb64f441482121ef3c1d9396d7"/>
  <p:tag name="KSO_WM_NEWLAYOUT_GROUP_ID" val="layout_10004"/>
  <p:tag name="KSO_WM_NEWLAYOUT_ID" val="slide_e0ba20cb02247c91"/>
  <p:tag name="KSO_WM_UNIT_PRESET_TEXT" val="单击此处添加标题"/>
</p:tagLst>
</file>

<file path=ppt/tags/tag65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65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65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65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65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65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65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 name="KSO_WM_UNIT_PRESET_TEXT" val=" "/>
</p:tagLst>
</file>

<file path=ppt/tags/tag66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项标题"/>
</p:tagLst>
</file>

<file path=ppt/tags/tag661.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662.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e0ba20cb02247c91"/>
</p:tagLst>
</file>

<file path=ppt/tags/tag663.xml><?xml version="1.0" encoding="utf-8"?>
<p:tagLst xmlns:p="http://schemas.openxmlformats.org/presentationml/2006/main">
  <p:tag name="KSO_WM_BEAUTIFY_FLAG" val="#fgm#"/>
  <p:tag name="KSO_WM_FIGMA_FLAG" val="#fgm#"/>
  <p:tag name="KSO_WM_UNIT_INDEX" val="1"/>
  <p:tag name="KSO_WM_UNIT_TYPE" val="a"/>
  <p:tag name="KSO_WM_LAYOUT_CHECK_HASH" val="2945eecf37f8b0fb64f441482121ef3c1d9396d7"/>
  <p:tag name="KSO_WM_NEWLAYOUT_GROUP_ID" val="layout_10004"/>
  <p:tag name="KSO_WM_NEWLAYOUT_ID" val="slide_e0ba20cb02247c91"/>
  <p:tag name="KSO_WM_UNIT_PRESET_TEXT" val="单击此处添加标题"/>
</p:tagLst>
</file>

<file path=ppt/tags/tag664.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e0ba20cb02247c91"/>
</p:tagLst>
</file>

<file path=ppt/tags/tag665.xml><?xml version="1.0" encoding="utf-8"?>
<p:tagLst xmlns:p="http://schemas.openxmlformats.org/presentationml/2006/main">
  <p:tag name="KSO_WM_BEAUTIFY_FLAG" val="#fgm#"/>
  <p:tag name="KSO_WM_FIGMA_FLAG" val="#fgm#"/>
  <p:tag name="KSO_WM_UNIT_INDEX" val="1"/>
  <p:tag name="KSO_WM_UNIT_TYPE" val="a"/>
  <p:tag name="KSO_WM_LAYOUT_CHECK_HASH" val="2945eecf37f8b0fb64f441482121ef3c1d9396d7"/>
  <p:tag name="KSO_WM_NEWLAYOUT_GROUP_ID" val="layout_10004"/>
  <p:tag name="KSO_WM_NEWLAYOUT_ID" val="slide_e0ba20cb02247c91"/>
  <p:tag name="KSO_WM_UNIT_PRESET_TEXT" val="单击此处添加标题"/>
</p:tagLst>
</file>

<file path=ppt/tags/tag666.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e0ba20cb02247c91"/>
</p:tagLst>
</file>

<file path=ppt/tags/tag667.xml><?xml version="1.0" encoding="utf-8"?>
<p:tagLst xmlns:p="http://schemas.openxmlformats.org/presentationml/2006/main">
  <p:tag name="KSO_WM_BEAUTIFY_FLAG" val="#fgm#"/>
  <p:tag name="KSO_WM_FIGMA_FLAG" val="#fgm#"/>
  <p:tag name="KSO_WM_UNIT_INDEX" val="1"/>
  <p:tag name="KSO_WM_UNIT_TYPE" val="a"/>
  <p:tag name="KSO_WM_LAYOUT_CHECK_HASH" val="33c98e82c3a9c5ad8a9cf23dca7cb7f398a63676"/>
  <p:tag name="KSO_WM_NEWLAYOUT_GROUP_ID" val="layout_32"/>
  <p:tag name="KSO_WM_NEWLAYOUT_ID" val="slide_f95b87826d1fb558"/>
  <p:tag name="KSO_WM_UNIT_PRESET_TEXT" val="单击此处添加标题"/>
</p:tagLst>
</file>

<file path=ppt/tags/tag66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669.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 name="KSO_WM_UNIT_PRESET_TEXT" val=" "/>
</p:tagLst>
</file>

<file path=ppt/tags/tag670.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67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67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673.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674.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2_2"/>
  <p:tag name="KSO_WM_UNIT_TYPE" val="l_h_i"/>
  <p:tag name="KSO_WM_UNIT_PRESET_TEXT" val=" "/>
</p:tagLst>
</file>

<file path=ppt/tags/tag675.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67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67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678.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679.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3_2"/>
  <p:tag name="KSO_WM_UNIT_TYPE" val="l_h_i"/>
  <p:tag name="KSO_WM_UNIT_PRESET_TEXT" val=" "/>
</p:tagLst>
</file>

<file path=ppt/tags/tag680.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681.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682.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68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 name="KSO_WM_UNIT_PRESET_TEXT" val=" "/>
</p:tagLst>
</file>

<file path=ppt/tags/tag684.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2"/>
  <p:tag name="KSO_WM_UNIT_TYPE" val="l_h_i"/>
  <p:tag name="KSO_WM_UNIT_PRESET_TEXT" val=" "/>
</p:tagLst>
</file>

<file path=ppt/tags/tag685.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686.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687.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688.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0"/>
  <p:tag name="KSO_WM_TEMPLATE_SLIDE_ID" val="slide_f95b87826d1fb558"/>
</p:tagLst>
</file>

<file path=ppt/tags/tag689.xml><?xml version="1.0" encoding="utf-8"?>
<p:tagLst xmlns:p="http://schemas.openxmlformats.org/presentationml/2006/main">
  <p:tag name="KSO_WM_UNIT_TYPE" val="d"/>
  <p:tag name="KSO_WM_UNIT_INDEX" val="2"/>
  <p:tag name="KSO_WM_BEAUTIFY_FLAG" val="#wm#"/>
  <p:tag name="KSO_WM_TAG_VERSION" val="3.0"/>
  <p:tag name="KSO_WM_TEMPLATE_NEED_RESERVE" val="1"/>
  <p:tag name="KSO_WM_TEMPLATE_INDEX" val="714"/>
  <p:tag name="KSO_WM_TEMPLATE_CATEGORY" val="custom"/>
  <p:tag name="KSO_WM_UNIT_ID" val="custom714_3*d*2"/>
  <p:tag name="KSO_WM_UNIT_LAYERLEVEL" val="1"/>
</p:tagLst>
</file>

<file path=ppt/tags/tag690.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TEMPLATE_INDEX" val="714"/>
  <p:tag name="KSO_WM_TEMPLATE_CATEGORY" val="custom"/>
  <p:tag name="KSO_WM_UNIT_ID" val="custom714_3*d*1"/>
  <p:tag name="KSO_WM_UNIT_LAYERLEVEL" val="1"/>
</p:tagLst>
</file>

<file path=ppt/tags/tag691.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714"/>
  <p:tag name="KSO_WM_TEMPLATE_CATEGORY" val="custom"/>
  <p:tag name="KSO_WM_UNIT_ID" val="custom714_3*i*1"/>
  <p:tag name="KSO_WM_UNIT_LAYERLEVEL" val="1"/>
</p:tagLst>
</file>

<file path=ppt/tags/tag692.xml><?xml version="1.0" encoding="utf-8"?>
<p:tagLst xmlns:p="http://schemas.openxmlformats.org/presentationml/2006/main">
  <p:tag name="KSO_WM_UNIT_TYPE" val="d"/>
  <p:tag name="KSO_WM_UNIT_INDEX" val="3"/>
  <p:tag name="KSO_WM_BEAUTIFY_FLAG" val="#wm#"/>
  <p:tag name="KSO_WM_TAG_VERSION" val="3.0"/>
  <p:tag name="KSO_WM_TEMPLATE_NEED_RESERVE" val="1"/>
  <p:tag name="KSO_WM_TEMPLATE_INDEX" val="714"/>
  <p:tag name="KSO_WM_TEMPLATE_CATEGORY" val="custom"/>
  <p:tag name="KSO_WM_UNIT_ID" val="custom714_3*d*3"/>
  <p:tag name="KSO_WM_UNIT_LAYERLEVEL" val="1"/>
</p:tagLst>
</file>

<file path=ppt/tags/tag693.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714"/>
  <p:tag name="KSO_WM_TEMPLATE_CATEGORY" val="custom"/>
  <p:tag name="KSO_WM_UNIT_ID" val="custom714_3*a*1"/>
  <p:tag name="KSO_WM_UNIT_LAYERLEVEL" val="1"/>
</p:tagLst>
</file>

<file path=ppt/tags/tag694.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0,960,540"/>
  <p:tag name="KSO_WM_SLIDE_SUBTYPE" val="pureTxt"/>
  <p:tag name="KSO_WM_SLIDE_ITEM_CNT" val="0"/>
  <p:tag name="KSO_WM_TEMPLATE_INDEX" val="714"/>
  <p:tag name="KSO_WM_SLIDE_THEME_ID" val="20240407"/>
  <p:tag name="KSO_WM_SLIDE_INDEX" val="3"/>
  <p:tag name="KSO_WM_BEAUTIFY_FLAG" val="#wm#"/>
  <p:tag name="KSO_WM_TEMPLATE_CATEGORY" val="custom"/>
  <p:tag name="KSO_WM_SLIDE_ID" val="custom714_3"/>
  <p:tag name="KSO_WM_SLIDE_LAYOUT" val="a_d_i"/>
  <p:tag name="KSO_WM_SLIDE_LAYOUT_CNT" val="1_3_1"/>
</p:tagLst>
</file>

<file path=ppt/tags/tag695.xml><?xml version="1.0" encoding="utf-8"?>
<p:tagLst xmlns:p="http://schemas.openxmlformats.org/presentationml/2006/main">
  <p:tag name="KSO_WM_BEAUTIFY_FLAG" val="#fgm#"/>
  <p:tag name="KSO_WM_FIGMA_FLAG" val="#fgm#"/>
  <p:tag name="KSO_WM_UNIT_INDEX" val="1"/>
  <p:tag name="KSO_WM_UNIT_TYPE" val="a"/>
  <p:tag name="KSO_WM_LAYOUT_CHECK_HASH" val="fb65ab6d285866a49ee787cba4a10cf443bbd854"/>
  <p:tag name="KSO_WM_NEWLAYOUT_GROUP_ID" val="layout_27"/>
  <p:tag name="KSO_WM_NEWLAYOUT_ID" val="slide_68c7e1d569ee91b3"/>
  <p:tag name="KSO_WM_UNIT_PRESET_TEXT" val="单击此处添加标题"/>
</p:tagLst>
</file>

<file path=ppt/tags/tag696.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697.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69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69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00.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701.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70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03.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704.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70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06.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4_1"/>
  <p:tag name="KSO_WM_UNIT_TYPE" val="l_h_i"/>
  <p:tag name="KSO_WM_UNIT_PRESET_TEXT" val=" "/>
</p:tagLst>
</file>

<file path=ppt/tags/tag707.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 name="KSO_WM_UNIT_PRESET_TEXT" val="04"/>
</p:tagLst>
</file>

<file path=ppt/tags/tag708.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709.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0"/>
  <p:tag name="KSO_WM_TEMPLATE_SLIDE_ID" val="slide_68c7e1d569ee91b3"/>
</p:tagLst>
</file>

<file path=ppt/tags/tag710.xml><?xml version="1.0" encoding="utf-8"?>
<p:tagLst xmlns:p="http://schemas.openxmlformats.org/presentationml/2006/main">
  <p:tag name="KSO_WM_BEAUTIFY_FLAG" val="#fgm#"/>
  <p:tag name="KSO_WM_FIGMA_FLAG" val="#fgm#"/>
  <p:tag name="KSO_WM_UNIT_INDEX" val="1"/>
  <p:tag name="KSO_WM_UNIT_TYPE" val="a"/>
  <p:tag name="KSO_WM_LAYOUT_CHECK_HASH" val="7aab931f7f4d0fe96a14b7bf551dc86a7287f25b"/>
  <p:tag name="KSO_WM_NEWLAYOUT_GROUP_ID" val="layout_35"/>
  <p:tag name="KSO_WM_NEWLAYOUT_ID" val="slide_90cdd96762bb354a"/>
  <p:tag name="KSO_WM_UNIT_PRESET_TEXT" val="单击此处添加标题"/>
</p:tagLst>
</file>

<file path=ppt/tags/tag711.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71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1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14.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71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1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17.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 name="KSO_WM_UNIT_PRESET_TEXT" val="04"/>
</p:tagLst>
</file>

<file path=ppt/tags/tag718.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719.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720.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0"/>
  <p:tag name="KSO_WM_TEMPLATE_SLIDE_ID" val="slide_90cdd96762bb354a"/>
</p:tagLst>
</file>

<file path=ppt/tags/tag721.xml><?xml version="1.0" encoding="utf-8"?>
<p:tagLst xmlns:p="http://schemas.openxmlformats.org/presentationml/2006/main">
  <p:tag name="KSO_WM_BEAUTIFY_FLAG" val="#fgm#"/>
  <p:tag name="KSO_WM_FIGMA_FLAG" val="#fgm#"/>
  <p:tag name="KSO_WM_UNIT_INDEX" val="1"/>
  <p:tag name="KSO_WM_UNIT_TYPE" val="a"/>
  <p:tag name="KSO_WM_LAYOUT_CHECK_HASH" val="7f9c1060b31a8f98a456cfcd906f61a7e389d703"/>
  <p:tag name="KSO_WM_NEWLAYOUT_GROUP_ID" val="layout_38"/>
  <p:tag name="KSO_WM_NEWLAYOUT_ID" val="slide_3e4f13ddd7dc8528"/>
  <p:tag name="KSO_WM_UNIT_PRESET_TEXT" val="单击此处添加标题"/>
</p:tagLst>
</file>

<file path=ppt/tags/tag72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72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72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2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72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72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2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 name="KSO_WM_UNIT_PRESET_TEXT" val=" "/>
</p:tagLst>
</file>

<file path=ppt/tags/tag72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项标题"/>
</p:tagLst>
</file>

<file path=ppt/tags/tag73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31.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3e4f13ddd7dc8528"/>
</p:tagLst>
</file>

<file path=ppt/tags/tag732.xml><?xml version="1.0" encoding="utf-8"?>
<p:tagLst xmlns:p="http://schemas.openxmlformats.org/presentationml/2006/main">
  <p:tag name="KSO_WM_BEAUTIFY_FLAG" val="#fgm#"/>
  <p:tag name="KSO_WM_FIGMA_FLAG" val="#fgm#"/>
  <p:tag name="KSO_WM_UNIT_INDEX" val="1"/>
  <p:tag name="KSO_WM_UNIT_TYPE" val="a"/>
  <p:tag name="KSO_WM_LAYOUT_CHECK_HASH" val="6e2fa52121c757994d6c65980cfd544d9e8e930f"/>
  <p:tag name="KSO_WM_NEWLAYOUT_GROUP_ID" val="layout_3"/>
  <p:tag name="KSO_WM_NEWLAYOUT_ID" val="slide_0576b72b971413eb"/>
  <p:tag name="KSO_WM_UNIT_PRESET_TEXT" val="单击此处添加标题"/>
</p:tagLst>
</file>

<file path=ppt/tags/tag733.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734.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73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3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37.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738.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73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4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41.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742.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74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74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45.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0576b72b971413eb"/>
</p:tagLst>
</file>

<file path=ppt/tags/tag746.xml><?xml version="1.0" encoding="utf-8"?>
<p:tagLst xmlns:p="http://schemas.openxmlformats.org/presentationml/2006/main">
  <p:tag name="KSO_WM_BEAUTIFY_FLAG" val="#fgm#"/>
  <p:tag name="KSO_WM_FIGMA_FLAG" val="#fgm#"/>
  <p:tag name="KSO_WM_UNIT_INDEX" val="1"/>
  <p:tag name="KSO_WM_UNIT_TYPE" val="a"/>
  <p:tag name="KSO_WM_LAYOUT_CHECK_HASH" val="debd48859242478c1ac316b7be72b3d0f4538548"/>
  <p:tag name="KSO_WM_NEWLAYOUT_GROUP_ID" val="layout_30"/>
  <p:tag name="KSO_WM_NEWLAYOUT_ID" val="slide_a16b2b5fbc98ea23"/>
  <p:tag name="KSO_WM_UNIT_PRESET_TEXT" val="单击此处添加标题"/>
</p:tagLst>
</file>

<file path=ppt/tags/tag74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74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74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4_1"/>
  <p:tag name="KSO_WM_UNIT_TYPE" val="l_h_i"/>
  <p:tag name="KSO_WM_UNIT_PRESET_TEXT" val=" "/>
</p:tagLst>
</file>

<file path=ppt/tags/tag750.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751.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752.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0"/>
  <p:tag name="KSO_WM_TEMPLATE_SLIDE_ID" val="slide_a16b2b5fbc98ea23"/>
</p:tagLst>
</file>

<file path=ppt/tags/tag753.xml><?xml version="1.0" encoding="utf-8"?>
<p:tagLst xmlns:p="http://schemas.openxmlformats.org/presentationml/2006/main">
  <p:tag name="KSO_WM_BEAUTIFY_FLAG" val="#fgm#"/>
  <p:tag name="KSO_WM_FIGMA_FLAG" val="#fgm#"/>
  <p:tag name="KSO_WM_UNIT_INDEX" val="1"/>
  <p:tag name="KSO_WM_UNIT_TYPE" val="a"/>
  <p:tag name="KSO_WM_LAYOUT_CHECK_HASH" val="6e9d5d1ebd6042cad6087fc9729c34ca2d0d0f43"/>
  <p:tag name="KSO_WM_NEWLAYOUT_GROUP_ID" val="layout_49"/>
  <p:tag name="KSO_WM_NEWLAYOUT_ID" val="slide_c2bbdeee6f9d8775"/>
  <p:tag name="KSO_WM_UNIT_PRESET_TEXT" val="单击此处添加标题"/>
</p:tagLst>
</file>

<file path=ppt/tags/tag754.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755.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75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5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58.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759.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76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6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62.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763.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76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76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66.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c2bbdeee6f9d8775"/>
</p:tagLst>
</file>

<file path=ppt/tags/tag767.xml><?xml version="1.0" encoding="utf-8"?>
<p:tagLst xmlns:p="http://schemas.openxmlformats.org/presentationml/2006/main">
  <p:tag name="KSO_WM_UNIT_TYPE" val="d"/>
  <p:tag name="KSO_WM_UNIT_INDEX" val="2"/>
  <p:tag name="KSO_WM_BEAUTIFY_FLAG" val="#wm#"/>
  <p:tag name="KSO_WM_TAG_VERSION" val="3.0"/>
  <p:tag name="KSO_WM_TEMPLATE_NEED_RESERVE" val="1"/>
  <p:tag name="KSO_WM_TEMPLATE_INDEX" val="714"/>
  <p:tag name="KSO_WM_TEMPLATE_CATEGORY" val="custom"/>
  <p:tag name="KSO_WM_UNIT_ID" val="custom714_3*d*2"/>
  <p:tag name="KSO_WM_UNIT_LAYERLEVEL" val="1"/>
</p:tagLst>
</file>

<file path=ppt/tags/tag768.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TEMPLATE_INDEX" val="714"/>
  <p:tag name="KSO_WM_TEMPLATE_CATEGORY" val="custom"/>
  <p:tag name="KSO_WM_UNIT_ID" val="custom714_3*d*1"/>
  <p:tag name="KSO_WM_UNIT_LAYERLEVEL" val="1"/>
</p:tagLst>
</file>

<file path=ppt/tags/tag769.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714"/>
  <p:tag name="KSO_WM_TEMPLATE_CATEGORY" val="custom"/>
  <p:tag name="KSO_WM_UNIT_ID" val="custom714_3*i*1"/>
  <p:tag name="KSO_WM_UNIT_LAYERLEVEL" val="1"/>
</p:tagLst>
</file>

<file path=ppt/tags/tag770.xml><?xml version="1.0" encoding="utf-8"?>
<p:tagLst xmlns:p="http://schemas.openxmlformats.org/presentationml/2006/main">
  <p:tag name="KSO_WM_UNIT_TYPE" val="d"/>
  <p:tag name="KSO_WM_UNIT_INDEX" val="3"/>
  <p:tag name="KSO_WM_BEAUTIFY_FLAG" val="#wm#"/>
  <p:tag name="KSO_WM_TAG_VERSION" val="3.0"/>
  <p:tag name="KSO_WM_TEMPLATE_NEED_RESERVE" val="1"/>
  <p:tag name="KSO_WM_TEMPLATE_INDEX" val="714"/>
  <p:tag name="KSO_WM_TEMPLATE_CATEGORY" val="custom"/>
  <p:tag name="KSO_WM_UNIT_ID" val="custom714_3*d*3"/>
  <p:tag name="KSO_WM_UNIT_LAYERLEVEL" val="1"/>
</p:tagLst>
</file>

<file path=ppt/tags/tag771.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714"/>
  <p:tag name="KSO_WM_TEMPLATE_CATEGORY" val="custom"/>
  <p:tag name="KSO_WM_UNIT_ID" val="custom714_3*a*1"/>
  <p:tag name="KSO_WM_UNIT_LAYERLEVEL" val="1"/>
</p:tagLst>
</file>

<file path=ppt/tags/tag772.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0,960,540"/>
  <p:tag name="KSO_WM_SLIDE_SUBTYPE" val="pureTxt"/>
  <p:tag name="KSO_WM_SLIDE_ITEM_CNT" val="0"/>
  <p:tag name="KSO_WM_TEMPLATE_INDEX" val="714"/>
  <p:tag name="KSO_WM_SLIDE_THEME_ID" val="20240407"/>
  <p:tag name="KSO_WM_SLIDE_INDEX" val="3"/>
  <p:tag name="KSO_WM_BEAUTIFY_FLAG" val="#wm#"/>
  <p:tag name="KSO_WM_TEMPLATE_CATEGORY" val="custom"/>
  <p:tag name="KSO_WM_SLIDE_ID" val="custom714_3"/>
  <p:tag name="KSO_WM_SLIDE_LAYOUT" val="a_d_i"/>
  <p:tag name="KSO_WM_SLIDE_LAYOUT_CNT" val="1_3_1"/>
</p:tagLst>
</file>

<file path=ppt/tags/tag773.xml><?xml version="1.0" encoding="utf-8"?>
<p:tagLst xmlns:p="http://schemas.openxmlformats.org/presentationml/2006/main">
  <p:tag name="KSO_WM_BEAUTIFY_FLAG" val="#fgm#"/>
  <p:tag name="KSO_WM_FIGMA_FLAG" val="#fgm#"/>
  <p:tag name="KSO_WM_UNIT_INDEX" val="1"/>
  <p:tag name="KSO_WM_UNIT_TYPE" val="a"/>
  <p:tag name="KSO_WM_LAYOUT_CHECK_HASH" val="c97fd2f64aaf1a57aa47569184dc7e3570298786"/>
  <p:tag name="KSO_WM_NEWLAYOUT_GROUP_ID" val="layout_6"/>
  <p:tag name="KSO_WM_NEWLAYOUT_ID" val="slide_acc7948a249ecb22"/>
  <p:tag name="KSO_WM_UNIT_PRESET_TEXT" val="单击此处添加标题"/>
</p:tagLst>
</file>

<file path=ppt/tags/tag774.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77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7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7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77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7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8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781.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782.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83.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acc7948a249ecb22"/>
</p:tagLst>
</file>

<file path=ppt/tags/tag784.xml><?xml version="1.0" encoding="utf-8"?>
<p:tagLst xmlns:p="http://schemas.openxmlformats.org/presentationml/2006/main">
  <p:tag name="KSO_WM_BEAUTIFY_FLAG" val="#fgm#"/>
  <p:tag name="KSO_WM_FIGMA_FLAG" val="#fgm#"/>
  <p:tag name="KSO_WM_UNIT_INDEX" val="1"/>
  <p:tag name="KSO_WM_UNIT_TYPE" val="a"/>
  <p:tag name="KSO_WM_LAYOUT_CHECK_HASH" val="bc3cdaec29b97946474c1fa5ad214e7445721c35"/>
  <p:tag name="KSO_WM_NEWLAYOUT_GROUP_ID" val="layout_10008"/>
  <p:tag name="KSO_WM_NEWLAYOUT_ID" val="slide_d71f76e6c456aee2"/>
  <p:tag name="KSO_WM_UNIT_PRESET_TEXT" val="单击此处添加标题"/>
</p:tagLst>
</file>

<file path=ppt/tags/tag785.xml><?xml version="1.0" encoding="utf-8"?>
<p:tagLst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78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8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88.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78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9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91.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79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79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794.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0"/>
  <p:tag name="KSO_WM_TEMPLATE_SLIDE_ID" val="slide_d71f76e6c456aee2"/>
</p:tagLst>
</file>

<file path=ppt/tags/tag795.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714"/>
  <p:tag name="KSO_WM_TEMPLATE_CATEGORY" val="custom"/>
  <p:tag name="KSO_WM_UNIT_ID" val="custom714_5*i*1"/>
  <p:tag name="KSO_WM_UNIT_LAYERLEVEL" val="1"/>
</p:tagLst>
</file>

<file path=ppt/tags/tag796.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UNIT_ID" val="custom714_5*a*1"/>
  <p:tag name="KSO_WM_UNIT_LAYERLEVEL" val="1"/>
  <p:tag name="KSO_WM_TEMPLATE_INDEX" val="714"/>
  <p:tag name="KSO_WM_TEMPLATE_CATEGORY" val="custom"/>
</p:tagLst>
</file>

<file path=ppt/tags/tag797.xml><?xml version="1.0" encoding="utf-8"?>
<p:tagLst xmlns:p="http://schemas.openxmlformats.org/presentationml/2006/main">
  <p:tag name="KSO_WM_UNIT_TYPE" val="f"/>
  <p:tag name="KSO_WM_UNIT_SUBTYPE" val="a"/>
  <p:tag name="KSO_WM_UNIT_INDEX" val="1"/>
  <p:tag name="KSO_WM_BEAUTIFY_FLAG" val="#wm#"/>
  <p:tag name="KSO_WM_TAG_VERSION" val="3.0"/>
  <p:tag name="KSO_WM_TEMPLATE_NEED_RESERVE" val="1"/>
  <p:tag name="KSO_WM_UNIT_ID" val="custom714_5*f*1"/>
  <p:tag name="KSO_WM_UNIT_LAYERLEVEL" val="1"/>
  <p:tag name="KSO_WM_TEMPLATE_INDEX" val="714"/>
  <p:tag name="KSO_WM_TEMPLATE_CATEGORY" val="custom"/>
</p:tagLst>
</file>

<file path=ppt/tags/tag798.xml><?xml version="1.0" encoding="utf-8"?>
<p:tagLst xmlns:p="http://schemas.openxmlformats.org/presentationml/2006/main">
  <p:tag name="KSO_WM_UNIT_TYPE" val="i"/>
  <p:tag name="KSO_WM_DECORATE_TYPE" val="i_cd"/>
  <p:tag name="KSO_WM_UNIT_INDEX" val="2"/>
  <p:tag name="KSO_WM_BEAUTIFY_FLAG" val="#wm#"/>
  <p:tag name="KSO_WM_TAG_VERSION" val="3.0"/>
  <p:tag name="KSO_WM_TEMPLATE_NEED_RESERVE" val="1"/>
  <p:tag name="KSO_WM_TEMPLATE_INDEX" val="714"/>
  <p:tag name="KSO_WM_TEMPLATE_CATEGORY" val="custom"/>
  <p:tag name="KSO_WM_UNIT_ID" val="custom714_5*i*2"/>
  <p:tag name="KSO_WM_UNIT_LAYERLEVEL" val="1"/>
</p:tagLst>
</file>

<file path=ppt/tags/tag799.xml><?xml version="1.0" encoding="utf-8"?>
<p:tagLst xmlns:p="http://schemas.openxmlformats.org/presentationml/2006/main">
  <p:tag name="KSO_WM_SLIDE_TYPE" val="endPage"/>
  <p:tag name="KSO_WM_TEMPLATE_SUBCATEGORY" val="29"/>
  <p:tag name="KSO_WM_TEMPLATE_COLOR_TYPE" val="0"/>
  <p:tag name="KSO_WM_TAG_VERSION" val="3.0"/>
  <p:tag name="KSO_WM_TEMPLATE_PLACEHOLDER_POS" val="222,146.25,736,459.375"/>
  <p:tag name="KSO_WM_SLIDE_SUBTYPE" val="pureTxt"/>
  <p:tag name="KSO_WM_SLIDE_ITEM_CNT" val="0"/>
  <p:tag name="KSO_WM_TEMPLATE_INDEX" val="714"/>
  <p:tag name="KSO_WM_SLIDE_THEME_ID" val="20234719"/>
  <p:tag name="KSO_WM_SLIDE_INDEX" val="5"/>
  <p:tag name="KSO_WM_BEAUTIFY_FLAG" val="#wm#"/>
  <p:tag name="KSO_WM_TEMPLATE_CATEGORY" val="custom"/>
  <p:tag name="KSO_WM_SLIDE_ID" val="custom714_5"/>
  <p:tag name="KSO_WM_SLIDE_LAYOUT" val="a_f_i"/>
  <p:tag name="KSO_WM_SLIDE_LAYOUT_CNT" val="1_1_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5">
      <a:dk1>
        <a:sysClr val="windowText" lastClr="000000"/>
      </a:dk1>
      <a:lt1>
        <a:sysClr val="window" lastClr="FFFFFF"/>
      </a:lt1>
      <a:dk2>
        <a:srgbClr val="44546A"/>
      </a:dk2>
      <a:lt2>
        <a:srgbClr val="E7E6E6"/>
      </a:lt2>
      <a:accent1>
        <a:srgbClr val="1E426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3980</Words>
  <Application>WPS 演示</Application>
  <PresentationFormat>宽屏</PresentationFormat>
  <Paragraphs>305</Paragraphs>
  <Slides>26</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26</vt:i4>
      </vt:variant>
    </vt:vector>
  </HeadingPairs>
  <TitlesOfParts>
    <vt:vector size="39" baseType="lpstr">
      <vt:lpstr>Arial</vt:lpstr>
      <vt:lpstr>宋体</vt:lpstr>
      <vt:lpstr>Wingdings</vt:lpstr>
      <vt:lpstr>微软雅黑</vt:lpstr>
      <vt:lpstr>汉仪尚巍手书W</vt:lpstr>
      <vt:lpstr>Lato Regular</vt:lpstr>
      <vt:lpstr>Lato</vt:lpstr>
      <vt:lpstr>Lato Hairline</vt:lpstr>
      <vt:lpstr>Lato Light</vt:lpstr>
      <vt:lpstr>Arial Unicode MS</vt:lpstr>
      <vt:lpstr>Calibri</vt:lpstr>
      <vt:lpstr>Office 主题</vt:lpstr>
      <vt:lpstr>Office 主题​​</vt:lpstr>
      <vt:lpstr>VMSCAPE漏洞研究：AMD处理器分支预测器隔离缺陷分析与防护</vt:lpstr>
      <vt:lpstr>PowerPoint 演示文稿</vt:lpstr>
      <vt:lpstr>PowerPoint 演示文稿</vt:lpstr>
      <vt:lpstr>侧信道漏洞定义与典型攻击案例</vt:lpstr>
      <vt:lpstr>PowerPoint 演示文稿</vt:lpstr>
      <vt:lpstr>漏洞来源</vt:lpstr>
      <vt:lpstr>PowerPoint 演示文稿</vt:lpstr>
      <vt:lpstr>PowerPoint 演示文稿</vt:lpstr>
      <vt:lpstr>漏洞概述与分类</vt:lpstr>
      <vt:lpstr>五种攻击场景</vt:lpstr>
      <vt:lpstr>vmscape</vt:lpstr>
      <vt:lpstr>vmscape</vt:lpstr>
      <vt:lpstr>PowerPoint 演示文稿</vt:lpstr>
      <vt:lpstr>步骤1：使用ASLR绕过技术 定位受害者分支</vt:lpstr>
      <vt:lpstr>步骤2：找到gadgets工具集并确定reload buffer address</vt:lpstr>
      <vt:lpstr>步骤3：构建LLC驱逐集并测试有效性</vt:lpstr>
      <vt:lpstr>步骤3：构建LLC驱逐集并测试有效性</vt:lpstr>
      <vt:lpstr>PowerPoint 演示文稿</vt:lpstr>
      <vt:lpstr>PowerPoint 演示文稿</vt:lpstr>
      <vt:lpstr>步骤4：通过长推测窗口与gadgets实现攻击</vt:lpstr>
      <vt:lpstr>FLUSH+RELOAD缓存攻击原理</vt:lpstr>
      <vt:lpstr>PowerPoint 演示文稿</vt:lpstr>
      <vt:lpstr>基于软件的防护策略</vt:lpstr>
      <vt:lpstr>基于硬件的隔离与保护机制</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VMSCAPE漏洞研究：AMD处理器分支预测器隔离缺陷分析与防护</dc:title>
  <dc:creator/>
  <cp:lastModifiedBy>杨宇鑫</cp:lastModifiedBy>
  <cp:revision>1</cp:revision>
  <dcterms:created xsi:type="dcterms:W3CDTF">2026-01-07T07:48:55Z</dcterms:created>
  <dcterms:modified xsi:type="dcterms:W3CDTF">2026-01-07T07:48:55Z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7A4227EC3B094C8395EC0A3373AB5EE3_13</vt:lpwstr>
  </property>
</Properties>
</file>